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 dirty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 dirty="0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7777777777777779"/>
                  <c:y val="-7.6252723311546866E-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5197991555404"/>
                      <c:h val="0.165522961590585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6239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{{title2}}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4436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2121408" y="3931920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5479140"/>
              </p:ext>
            </p:extLst>
          </p:nvPr>
        </p:nvGraphicFramePr>
        <p:xfrm>
          <a:off x="838200" y="5028956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66042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451521" y="3231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233246" y="215396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4029479" y="32311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5547945" y="43083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Series</a:t>
            </a:r>
            <a:r>
              <a:rPr lang="en-US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 dirty="0">
                <a:latin typeface="Adobe Garamond Pro Bold" panose="02020702060506020403" pitchFamily="18" charset="0"/>
              </a:rPr>
              <a:t>2</a:t>
            </a:r>
            <a:r>
              <a:rPr lang="en-US" baseline="30000" dirty="0">
                <a:latin typeface="Adobe Garamond Pro Bold" panose="02020702060506020403" pitchFamily="18" charset="0"/>
              </a:rPr>
              <a:t>nd</a:t>
            </a:r>
            <a:r>
              <a:rPr lang="en-US" dirty="0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 dirty="0"/>
              <a:t>3</a:t>
            </a:r>
            <a:r>
              <a:rPr lang="en-US" sz="1600" baseline="30000" dirty="0"/>
              <a:t>rd</a:t>
            </a:r>
            <a:r>
              <a:rPr lang="en-US" sz="1600" dirty="0"/>
              <a:t> item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55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Office Theme</vt:lpstr>
      <vt:lpstr>Hello {{title}}</vt:lpstr>
      <vt:lpstr>Hello {{title2}}</vt:lpstr>
      <vt:lpstr>Hello {{title}}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42</cp:revision>
  <dcterms:created xsi:type="dcterms:W3CDTF">2026-05-13T11:34:25Z</dcterms:created>
  <dcterms:modified xsi:type="dcterms:W3CDTF">2026-06-05T11:34:27Z</dcterms:modified>
</cp:coreProperties>
</file>
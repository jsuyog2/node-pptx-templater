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7"/>
  </p:sldMasterIdLst>
  <p:notesMasterIdLst>
    <p:notesMasterId r:id="rId1"/>
  </p:notesMasterIdLst>
  <p:sldIdLst>
    <p:sldId id="256" r:id="rId6"/>
    <p:sldId id="262" r:id="rId14"/>
    <p:sldId id="257" r:id="rId3"/>
    <p:sldId id="258" r:id="rId12"/>
    <p:sldId id="259" r:id="rId10"/>
    <p:sldId id="260" r:id="rId8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401D18-F4B1-43C3-8A54-8728F11BC0DA}">
          <p14:sldIdLst>
            <p14:sldId id="256"/>
            <p14:sldId id="262"/>
            <p14:sldId id="257"/>
          </p14:sldIdLst>
        </p14:section>
        <p14:section name="Untitled Section" id="{A3775758-1637-48C8-9754-A5DF8ED68B74}">
          <p14:sldIdLst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A5A5A5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C3C471-C754-871F-AF6C-A200F7425B03}" v="122" dt="2026-06-18T11:32:04.302"/>
    <p1510:client id="{2796ABAA-F5FB-42ED-8CAB-0587183265E4}" v="9" dt="2026-06-18T08:43:12.9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274" y="10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notesMaster" Target="notesMasters/notesMaster1.xml"/>
  <Relationship Id="rId2" Type="http://schemas.microsoft.com/office/2015/10/relationships/revisionInfo" Target="revisionInfo.xml"/>
  <Relationship Id="rId3" Type="http://schemas.openxmlformats.org/officeDocument/2006/relationships/slide" Target="slides/slide3.xml"/>
  <Relationship Id="rId4" Type="http://schemas.openxmlformats.org/officeDocument/2006/relationships/slide" Target="slides/slide7.xml"/>
  <Relationship Id="rId5" Type="http://schemas.openxmlformats.org/officeDocument/2006/relationships/tableStyles" Target="tableStyles.xml"/>
  <Relationship Id="rId6" Type="http://schemas.openxmlformats.org/officeDocument/2006/relationships/slide" Target="slides/slide1.xml"/>
  <Relationship Id="rId7" Type="http://schemas.openxmlformats.org/officeDocument/2006/relationships/slideMaster" Target="slideMasters/slideMaster1.xml"/>
  <Relationship Id="rId8" Type="http://schemas.openxmlformats.org/officeDocument/2006/relationships/slide" Target="slides/slide6.xml"/>
  <Relationship Id="rId9" Type="http://schemas.openxmlformats.org/officeDocument/2006/relationships/theme" Target="theme/theme1.xml"/>
  <Relationship Id="rId10" Type="http://schemas.openxmlformats.org/officeDocument/2006/relationships/slide" Target="slides/slide5.xml"/>
  <Relationship Id="rId11" Type="http://schemas.openxmlformats.org/officeDocument/2006/relationships/viewProps" Target="viewProps.xml"/>
  <Relationship Id="rId12" Type="http://schemas.openxmlformats.org/officeDocument/2006/relationships/slide" Target="slides/slide4.xml"/>
  <Relationship Id="rId13" Type="http://schemas.openxmlformats.org/officeDocument/2006/relationships/presProps" Target="presProps.xml"/>
  <Relationship Id="rId14" Type="http://schemas.openxmlformats.org/officeDocument/2006/relationships/slide" Target="slides/slide2.xml"/>
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defRPr>
            </a:pPr>
            <a:r>
              <a:rPr lang="en-IN" sz="3200" b="0">
                <a:latin typeface="Algerian" panose="04020705040A02060702" pitchFamily="82" charset="0"/>
              </a:rPr>
              <a:t>Chart</a:t>
            </a:r>
          </a:p>
          <a:p>
            <a:pPr algn="r">
              <a:defRPr sz="3200">
                <a:latin typeface="Algerian" panose="04020705040A02060702" pitchFamily="82" charset="0"/>
              </a:defRPr>
            </a:pPr>
            <a:r>
              <a:rPr lang="en-IN" sz="1800" b="1">
                <a:latin typeface="Agency FB" panose="020B0503020202020204" pitchFamily="34" charset="0"/>
              </a:rPr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gerian" panose="04020705040A02060702" pitchFamily="8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obe Garamond Pro Bold" panose="02020702060506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077294685990338E-2"/>
          <c:y val="4.793028322440087E-2"/>
          <c:w val="0.97342995169082125"/>
          <c:h val="0.952069716775599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082125603864733"/>
                  <c:y val="-0.12636165577342057"/>
                </c:manualLayout>
              </c:layout>
              <c:spPr>
                <a:solidFill>
                  <a:srgbClr val="4472C4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177583780288332E-2"/>
                      <c:h val="8.49129398040931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1C-4F54-805C-4E5E94C272C8}"/>
                </c:ext>
              </c:extLst>
            </c:dLbl>
            <c:spPr>
              <a:solidFill>
                <a:srgbClr val="4472C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8-4425-99DE-4E5501F36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44444444444445"/>
                  <c:y val="-5.4466230936819175E-2"/>
                </c:manualLayout>
              </c:layout>
              <c:spPr>
                <a:solidFill>
                  <a:srgbClr val="ED7D3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047148997679643E-2"/>
                      <c:h val="9.79848352289297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D89-4FC3-BEAD-7878BEFDFFA6}"/>
                </c:ext>
              </c:extLst>
            </c:dLbl>
            <c:spPr>
              <a:solidFill>
                <a:srgbClr val="ED7D3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08-4425-99DE-4E5501F36E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27777777777777779"/>
                  <c:y val="-7.6252723311546866E-2"/>
                </c:manualLayout>
              </c:layout>
              <c:spPr>
                <a:solidFill>
                  <a:srgbClr val="A5A5A5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05197991555404"/>
                      <c:h val="0.165522961590585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D89-4FC3-BEAD-7878BEFDFFA6}"/>
                </c:ext>
              </c:extLst>
            </c:dLbl>
            <c:spPr>
              <a:solidFill>
                <a:srgbClr val="A5A5A5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08-4425-99DE-4E5501F36E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961357411845259"/>
                  <c:y val="-0.11764705882352941"/>
                </c:manualLayout>
              </c:layout>
              <c:spPr>
                <a:solidFill>
                  <a:srgbClr val="FFC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969854311689293E-2"/>
                      <c:h val="7.83769920916748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41C-4F54-805C-4E5E94C272C8}"/>
                </c:ext>
              </c:extLst>
            </c:dLbl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D08-4425-99DE-4E5501F36E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9142544"/>
        <c:axId val="849167024"/>
      </c:barChart>
      <c:catAx>
        <c:axId val="8491425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49167024"/>
        <c:crosses val="autoZero"/>
        <c:auto val="1"/>
        <c:lblAlgn val="ctr"/>
        <c:lblOffset val="100"/>
        <c:noMultiLvlLbl val="0"/>
      </c:catAx>
      <c:valAx>
        <c:axId val="84916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49142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1AF6D7-0F32-4F05-B21A-8AF0CB26F94C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49BE13-E5DD-4ADC-A243-D0627F8BD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510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77DE-773D-4471-C88D-EF1E4B909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D7338-A790-2430-0C24-666811422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78BB-65F0-D0B1-9951-7BF77A60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84A6-D403-ACC2-79AA-306200ED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A3FE0-4CA7-820B-7769-853254D3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4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BD39-642B-4913-7468-CCD04DEB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95C7-D2BB-048E-16E2-C9A66AC9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6AF2-425D-32C2-45D2-900F947E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79CA9-C61D-8CB8-22C0-94464D01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B702-80D9-C520-C8CA-D5BF0E9E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5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1B21-97C4-06EF-B623-71F0B935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8CF6-094F-5D74-563C-C1901E2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F4FC6-B43D-1D9B-4DD1-FF48152B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61F64-ECC8-CAED-C546-6A2E5543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D93F-FC5C-4D86-59FD-A33D5DBE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6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182-9E40-A87E-3C2F-9E46DFF0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D67D-01FA-ACDD-7DB4-162F65AA6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9EFAA-D467-82D7-8C24-8F77F2AA5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7D675-0496-C4F0-7A62-D459E7C6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2592C-B787-9814-A6F6-77780D6D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6B80C-BB8D-BF04-F373-D7FA2952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5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CBD-00C9-33EA-BCAC-1D2F1EF5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B9B28-AC03-C7E4-BD96-5BE530D4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12BD9-FCDD-262E-2310-B8FFC251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36F26-742D-237F-1688-93B64B514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1DDD7-C083-D068-79B8-86E107567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8C533-DEE7-BAE2-47FD-FAD2BDCD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2DD733-9CFF-42E7-8771-57E79E62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D83C3-DF10-B502-22EC-2D655FDB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2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EE4B-BBD7-C6ED-2B32-C86B14E6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1B517-3210-0ED8-2636-EA83BB75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7BBC9-C3E9-23CA-D63F-BA3DD48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E2D1D-1858-CA3B-3367-A54B1338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3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B0624-8E72-AE57-ABFE-1DFCC51E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E85EF-CCA9-A365-487F-E26A9B2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A713-EB2D-011D-E38B-E9F66DC4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19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D848-0DCE-FEC4-B089-F2D6D3DD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569E-BAE6-8BCE-FCD5-3A9C411C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2149E-DABC-D1AA-1314-A1275C012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543A3-6B17-D6A3-4C06-CD55B59F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B8AA-44FE-4DEE-C62E-521BD665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CCB9-85A2-4734-0F05-3A0A665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8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5824-3727-DBB4-8D81-D7908120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8DCC9-6E2B-56AD-43EE-A9D75D11E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5683-C06B-20F3-8F42-DBD1815BA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EA7A0-3C89-4FA0-EB0F-EBCF19DB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76FD-13A9-113A-FAF0-C3250CAC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CAC36-BFD8-5122-D464-90A60FFD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3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70B4-3388-9DFF-67B7-1C5E386F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CB29A-74CA-766C-5A2A-C3E0E191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EDE8-EAFA-6B5A-C329-D2355540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F460-3231-5906-6473-A82C952F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85E8-2A72-BB5D-5AC4-C5F9E0BE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5DB92F-0D52-262C-1462-8B2A6FD7D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FF2F8-A992-65A7-2FC8-7B510F895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6B680-727F-5E1D-A454-4A26B1E3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7B88A-7DAB-683C-DE39-CA2B8E8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C5A19-BDAC-A471-5D0E-D0CE044B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6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634A7-A185-91B2-B95C-9A344E61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F1FC-C9F6-5FCD-6130-D76527EF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FC040-2C81-D117-891B-3D4DC7ABC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EA95-AFA9-47FA-B067-612933D1D62E}" type="datetimeFigureOut">
              <a:rPr lang="en-IN" smtClean="0"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7D073-0D16-FD58-A24F-D6763FAC7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EF25-9187-FE81-224B-DB3474D46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8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2" Type="http://schemas.openxmlformats.org/officeDocument/2006/relationships/chart" Target="../charts/chart1.xml"/>
  <Relationship Id="rId1" Type="http://schemas.openxmlformats.org/officeDocument/2006/relationships/slideLayout" Target="../slideLayouts/slideLayout2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chart" Target="../charts/chart1.xml"/>
  <Relationship Id="rId2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  <Relationship Id="rId2" Type="http://schemas.openxmlformats.org/officeDocument/2006/relationships/chart" Target="../charts/chart2.xml"/>
  <Relationship Id="rId1" Type="http://schemas.openxmlformats.org/officeDocument/2006/relationships/slideLayout" Target="../slideLayouts/slideLayout2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.xml.rels><?xml version="1.0" encoding="UTF-8" standalone="yes"?>
<Relationships xmlns="http://schemas.openxmlformats.org/package/2006/relationships">
  <Relationship Id="rId2" Type="http://schemas.openxmlformats.org/officeDocument/2006/relationships/chart" Target="../charts/chart3.xml"/>
  <Relationship Id="rId1" Type="http://schemas.openxmlformats.org/officeDocument/2006/relationships/slideLayout" Target="../slideLayouts/slideLayout2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.xml.rels><?xml version="1.0" encoding="UTF-8" standalone="yes"?>
<Relationships xmlns="http://schemas.openxmlformats.org/package/2006/relationships">
  <Relationship Id="rId3" Type="http://schemas.openxmlformats.org/officeDocument/2006/relationships/image" Target="../media/image2.png"/>
  <Relationship Id="rId2" Type="http://schemas.openxmlformats.org/officeDocument/2006/relationships/image" Target="../media/image1.png"/>
  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083EB01B-1DB3-3769-731D-AB321C5367ED}"/>
              </a:ext>
            </a:extLst>
          </p:cNvPr>
          <p:cNvSpPr/>
          <p:nvPr/>
        </p:nvSpPr>
        <p:spPr>
          <a:xfrm>
            <a:off x="694592" y="545123"/>
            <a:ext cx="10659208" cy="5750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DC14C26-DE08-BC85-BB40-9B417C25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Hello {{title}}</a:t>
            </a:r>
            <a:endParaRPr lang="en-IN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09588B89-AAC9-170E-0FC5-19A437BB6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176044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31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083EB01B-1DB3-3769-731D-AB321C5367ED}"/>
              </a:ext>
            </a:extLst>
          </p:cNvPr>
          <p:cNvSpPr/>
          <p:nvPr/>
        </p:nvSpPr>
        <p:spPr>
          <a:xfrm>
            <a:off x="694592" y="545123"/>
            <a:ext cx="10659208" cy="5750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DC14C26-DE08-BC85-BB40-9B417C25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Hello {{title}}</a:t>
            </a:r>
            <a:endParaRPr lang="en-IN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09588B89-AAC9-170E-0FC5-19A437BB6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176044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extLst>
      <p:ext uri="{BB962C8B-B14F-4D97-AF65-F5344CB8AC3E}">
        <p14:creationId xmlns:p14="http://schemas.microsoft.com/office/powerpoint/2010/main" val="148317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DDA5-CE05-CCE2-DDFB-19A10F40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3D6FD6-16AD-D59A-3E15-56D40976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Hello {{title2}}</a:t>
            </a:r>
            <a:endParaRPr lang="en-IN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89F9C69-1AFA-1AD9-A6A9-91C752A88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1027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8385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E8B1-0F8F-21B7-8778-C85AAC9F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75379B8-A7CD-0FC4-F298-F0138A430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9333"/>
          </a:xfrm>
        </p:spPr>
        <p:txBody>
          <a:bodyPr>
            <a:normAutofit fontScale="90000"/>
          </a:bodyPr>
          <a:lstStyle/>
          <a:p>
            <a:r>
              <a:rPr lang="en-US" sz="2800"/>
              <a:t>Hello {{title}}</a:t>
            </a:r>
            <a:endParaRPr lang="en-IN" sz="2800"/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861163FF-7B9E-FFA7-1ED8-2BD3B6F3F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2244565"/>
              </p:ext>
            </p:extLst>
          </p:nvPr>
        </p:nvGraphicFramePr>
        <p:xfrm>
          <a:off x="838200" y="732950"/>
          <a:ext cx="10515600" cy="1012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98857910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8224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STATUS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64195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58970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BEA5E1-63B7-D019-B728-2339B40B412A}"/>
              </a:ext>
            </a:extLst>
          </p:cNvPr>
          <p:cNvSpPr txBox="1"/>
          <p:nvPr/>
        </p:nvSpPr>
        <p:spPr>
          <a:xfrm>
            <a:off x="838200" y="-4207"/>
            <a:ext cx="362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Google</a:t>
            </a:r>
          </a:p>
        </p:txBody>
      </p:sp>
      <p:graphicFrame>
        <p:nvGraphicFramePr>
          <p:cNvPr id="7" name="Table2">
            <a:extLst>
              <a:ext uri="{FF2B5EF4-FFF2-40B4-BE49-F238E27FC236}">
                <a16:creationId xmlns:a16="http://schemas.microsoft.com/office/drawing/2014/main" id="{9C93AABA-0485-1183-C414-51383DDB1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4673608"/>
              </p:ext>
            </p:extLst>
          </p:nvPr>
        </p:nvGraphicFramePr>
        <p:xfrm>
          <a:off x="838200" y="5745480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/>
                        <a:t>test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45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/>
                        <a:t>qqqwet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  <p:sp>
        <p:nvSpPr>
          <p:cNvPr id="4" name="Shape01">
            <a:extLst>
              <a:ext uri="{FF2B5EF4-FFF2-40B4-BE49-F238E27FC236}">
                <a16:creationId xmlns:a16="http://schemas.microsoft.com/office/drawing/2014/main" id="{3693A6A3-E2A6-FE4E-5729-75F6CA7C3D56}"/>
              </a:ext>
            </a:extLst>
          </p:cNvPr>
          <p:cNvSpPr/>
          <p:nvPr/>
        </p:nvSpPr>
        <p:spPr>
          <a:xfrm>
            <a:off x="3043418" y="182301"/>
            <a:ext cx="287274" cy="3048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8" name="Shape02">
            <a:extLst>
              <a:ext uri="{FF2B5EF4-FFF2-40B4-BE49-F238E27FC236}">
                <a16:creationId xmlns:a16="http://schemas.microsoft.com/office/drawing/2014/main" id="{EAB81D09-6F97-AF14-0D2D-73C35EC0AB38}"/>
              </a:ext>
            </a:extLst>
          </p:cNvPr>
          <p:cNvSpPr/>
          <p:nvPr/>
        </p:nvSpPr>
        <p:spPr>
          <a:xfrm>
            <a:off x="3727410" y="181457"/>
            <a:ext cx="287274" cy="3048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10" name="Shape03">
            <a:extLst>
              <a:ext uri="{FF2B5EF4-FFF2-40B4-BE49-F238E27FC236}">
                <a16:creationId xmlns:a16="http://schemas.microsoft.com/office/drawing/2014/main" id="{94BE44B0-3A2D-FC89-DB70-1072E5444FE9}"/>
              </a:ext>
            </a:extLst>
          </p:cNvPr>
          <p:cNvSpPr/>
          <p:nvPr/>
        </p:nvSpPr>
        <p:spPr>
          <a:xfrm>
            <a:off x="4313663" y="178564"/>
            <a:ext cx="287274" cy="3048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6" name="Shape04">
            <a:extLst>
              <a:ext uri="{FF2B5EF4-FFF2-40B4-BE49-F238E27FC236}">
                <a16:creationId xmlns:a16="http://schemas.microsoft.com/office/drawing/2014/main" id="{92B0CC66-1A22-3704-4B85-F2E218CC1DB7}"/>
              </a:ext>
            </a:extLst>
          </p:cNvPr>
          <p:cNvSpPr/>
          <p:nvPr/>
        </p:nvSpPr>
        <p:spPr>
          <a:xfrm>
            <a:off x="4873105" y="178563"/>
            <a:ext cx="287274" cy="3048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9" name="Shape05">
            <a:extLst>
              <a:ext uri="{FF2B5EF4-FFF2-40B4-BE49-F238E27FC236}">
                <a16:creationId xmlns:a16="http://schemas.microsoft.com/office/drawing/2014/main" id="{DEEA9499-0AAE-C967-31EB-0E066BD48ABC}"/>
              </a:ext>
            </a:extLst>
          </p:cNvPr>
          <p:cNvSpPr/>
          <p:nvPr/>
        </p:nvSpPr>
        <p:spPr>
          <a:xfrm>
            <a:off x="5403612" y="178564"/>
            <a:ext cx="287274" cy="3048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11" name="Shape06">
            <a:extLst>
              <a:ext uri="{FF2B5EF4-FFF2-40B4-BE49-F238E27FC236}">
                <a16:creationId xmlns:a16="http://schemas.microsoft.com/office/drawing/2014/main" id="{BB6AB5BE-5F58-2384-C0AA-46EADE997667}"/>
              </a:ext>
            </a:extLst>
          </p:cNvPr>
          <p:cNvSpPr/>
          <p:nvPr/>
        </p:nvSpPr>
        <p:spPr>
          <a:xfrm>
            <a:off x="5953409" y="178563"/>
            <a:ext cx="287274" cy="3048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46703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459A-1B0A-6E6F-F276-54D5C518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Label Chart">
            <a:extLst>
              <a:ext uri="{FF2B5EF4-FFF2-40B4-BE49-F238E27FC236}">
                <a16:creationId xmlns:a16="http://schemas.microsoft.com/office/drawing/2014/main" id="{5C45F2CF-DBD3-6DBD-9D94-4A4685698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066042"/>
              </p:ext>
            </p:extLst>
          </p:nvPr>
        </p:nvGraphicFramePr>
        <p:xfrm>
          <a:off x="767862" y="323118"/>
          <a:ext cx="105156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Series 1">
            <a:extLst>
              <a:ext uri="{FF2B5EF4-FFF2-40B4-BE49-F238E27FC236}">
                <a16:creationId xmlns:a16="http://schemas.microsoft.com/office/drawing/2014/main" id="{528C6C22-A610-78C4-A2AD-7D0567240895}"/>
              </a:ext>
            </a:extLst>
          </p:cNvPr>
          <p:cNvSpPr txBox="1"/>
          <p:nvPr/>
        </p:nvSpPr>
        <p:spPr>
          <a:xfrm>
            <a:off x="451521" y="32311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Adobe Garamond Pro Bold" panose="02020702060506020403" pitchFamily="18" charset="0"/>
              </a:rPr>
              <a:t>Series 1</a:t>
            </a:r>
          </a:p>
        </p:txBody>
      </p:sp>
      <p:sp>
        <p:nvSpPr>
          <p:cNvPr id="3" name="Series 2">
            <a:extLst>
              <a:ext uri="{FF2B5EF4-FFF2-40B4-BE49-F238E27FC236}">
                <a16:creationId xmlns:a16="http://schemas.microsoft.com/office/drawing/2014/main" id="{69A49453-F4CD-A2C1-CCB9-8F43FA8E4533}"/>
              </a:ext>
            </a:extLst>
          </p:cNvPr>
          <p:cNvSpPr txBox="1"/>
          <p:nvPr/>
        </p:nvSpPr>
        <p:spPr>
          <a:xfrm>
            <a:off x="2233246" y="215396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Series 2</a:t>
            </a:r>
          </a:p>
        </p:txBody>
      </p:sp>
      <p:sp>
        <p:nvSpPr>
          <p:cNvPr id="4" name="Series 3">
            <a:extLst>
              <a:ext uri="{FF2B5EF4-FFF2-40B4-BE49-F238E27FC236}">
                <a16:creationId xmlns:a16="http://schemas.microsoft.com/office/drawing/2014/main" id="{2A05536A-4FFD-8E7E-9399-0D60836393AF}"/>
              </a:ext>
            </a:extLst>
          </p:cNvPr>
          <p:cNvSpPr txBox="1"/>
          <p:nvPr/>
        </p:nvSpPr>
        <p:spPr>
          <a:xfrm>
            <a:off x="4029479" y="323117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Series 3</a:t>
            </a:r>
          </a:p>
        </p:txBody>
      </p:sp>
      <p:sp>
        <p:nvSpPr>
          <p:cNvPr id="5" name="Series 4">
            <a:extLst>
              <a:ext uri="{FF2B5EF4-FFF2-40B4-BE49-F238E27FC236}">
                <a16:creationId xmlns:a16="http://schemas.microsoft.com/office/drawing/2014/main" id="{7DC1B613-8D39-9EBB-3EDF-AB17022F34BA}"/>
              </a:ext>
            </a:extLst>
          </p:cNvPr>
          <p:cNvSpPr txBox="1"/>
          <p:nvPr/>
        </p:nvSpPr>
        <p:spPr>
          <a:xfrm>
            <a:off x="5547945" y="430839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/>
              <a:t>Series</a:t>
            </a:r>
            <a:r>
              <a:rPr lang="en-US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812630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BBC3-FCFB-D908-8621-21B4D06A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st">
            <a:extLst>
              <a:ext uri="{FF2B5EF4-FFF2-40B4-BE49-F238E27FC236}">
                <a16:creationId xmlns:a16="http://schemas.microsoft.com/office/drawing/2014/main" id="{60020E62-F94D-048C-41EB-CD6F49659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1</a:t>
            </a:r>
            <a:r>
              <a:rPr lang="en-US" baseline="3000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st</a:t>
            </a:r>
            <a:r>
              <a:rPr lang="en-US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item</a:t>
            </a:r>
          </a:p>
          <a:p>
            <a:r>
              <a:rPr lang="en-US">
                <a:latin typeface="Adobe Garamond Pro Bold" panose="02020702060506020403" pitchFamily="18" charset="0"/>
              </a:rPr>
              <a:t>2</a:t>
            </a:r>
            <a:r>
              <a:rPr lang="en-US" baseline="30000">
                <a:latin typeface="Adobe Garamond Pro Bold" panose="02020702060506020403" pitchFamily="18" charset="0"/>
              </a:rPr>
              <a:t>nd</a:t>
            </a:r>
            <a:r>
              <a:rPr lang="en-US">
                <a:latin typeface="Adobe Garamond Pro Bold" panose="02020702060506020403" pitchFamily="18" charset="0"/>
              </a:rPr>
              <a:t> item</a:t>
            </a:r>
          </a:p>
          <a:p>
            <a:r>
              <a:rPr lang="en-US" sz="1600"/>
              <a:t>3</a:t>
            </a:r>
            <a:r>
              <a:rPr lang="en-US" sz="1600" baseline="30000"/>
              <a:t>rd</a:t>
            </a:r>
            <a:r>
              <a:rPr lang="en-US" sz="1600"/>
              <a:t> item</a:t>
            </a:r>
            <a:endParaRPr lang="en-IN" sz="1600"/>
          </a:p>
        </p:txBody>
      </p:sp>
    </p:spTree>
    <p:extLst>
      <p:ext uri="{BB962C8B-B14F-4D97-AF65-F5344CB8AC3E}">
        <p14:creationId xmlns:p14="http://schemas.microsoft.com/office/powerpoint/2010/main" val="4113158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">
            <a:extLst>
              <a:ext uri="{FF2B5EF4-FFF2-40B4-BE49-F238E27FC236}">
                <a16:creationId xmlns:a16="http://schemas.microsoft.com/office/drawing/2014/main" id="{FE7BC075-9F6E-28B2-59E8-8F26920BE7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0558840"/>
              </p:ext>
            </p:extLst>
          </p:nvPr>
        </p:nvGraphicFramePr>
        <p:xfrm>
          <a:off x="838199" y="573206"/>
          <a:ext cx="10789696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8712">
                  <a:extLst>
                    <a:ext uri="{9D8B030D-6E8A-4147-A177-3AD203B41FA5}">
                      <a16:colId xmlns:a16="http://schemas.microsoft.com/office/drawing/2014/main" val="2779847418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1632793384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2032430761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3759091533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3854161084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2580032536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3625072384"/>
                    </a:ext>
                  </a:extLst>
                </a:gridCol>
                <a:gridCol w="1348712">
                  <a:extLst>
                    <a:ext uri="{9D8B030D-6E8A-4147-A177-3AD203B41FA5}">
                      <a16:colId xmlns:a16="http://schemas.microsoft.com/office/drawing/2014/main" val="1242086109"/>
                    </a:ext>
                  </a:extLst>
                </a:gridCol>
              </a:tblGrid>
              <a:tr h="286828">
                <a:tc gridSpan="2">
                  <a:txBody>
                    <a:bodyPr/>
                    <a:lstStyle/>
                    <a:p>
                      <a:r>
                        <a:rPr lang="en-US" dirty="0"/>
                        <a:t>Team</a:t>
                      </a:r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Role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  <a:endParaRPr lang="en-IN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Point</a:t>
                      </a:r>
                      <a:endParaRPr lang="en-IN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9083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S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x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A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z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lgerian" panose="04020705040A02060702" pitchFamily="82" charset="0"/>
                        </a:rPr>
                        <a:t>d</a:t>
                      </a:r>
                      <a:endParaRPr lang="en-IN" sz="1800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a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V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lgerian" panose="04020705040A02060702" pitchFamily="82" charset="0"/>
                        </a:rPr>
                        <a:t>V</a:t>
                      </a:r>
                      <a:endParaRPr lang="en-IN" dirty="0">
                        <a:latin typeface="Algerian" panose="04020705040A02060702" pitchFamily="8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732806"/>
                  </a:ext>
                </a:extLst>
              </a:tr>
            </a:tbl>
          </a:graphicData>
        </a:graphic>
      </p:graphicFrame>
      <p:sp>
        <p:nvSpPr>
          <p:cNvPr id="2" name="Team A Logo">
            <a:extLst>
              <a:ext uri="{FF2B5EF4-FFF2-40B4-BE49-F238E27FC236}">
                <a16:creationId xmlns:a16="http://schemas.microsoft.com/office/drawing/2014/main" id="{40CE57F1-956F-4695-F427-6DECEE6DFC90}"/>
              </a:ext>
            </a:extLst>
          </p:cNvPr>
          <p:cNvSpPr/>
          <p:nvPr/>
        </p:nvSpPr>
        <p:spPr>
          <a:xfrm>
            <a:off x="-358439" y="2082600"/>
            <a:ext cx="716878" cy="814509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am B Logo">
            <a:extLst>
              <a:ext uri="{FF2B5EF4-FFF2-40B4-BE49-F238E27FC236}">
                <a16:creationId xmlns:a16="http://schemas.microsoft.com/office/drawing/2014/main" id="{42DD75CE-B87B-A2AB-E9D6-A94D891FA961}"/>
              </a:ext>
            </a:extLst>
          </p:cNvPr>
          <p:cNvSpPr/>
          <p:nvPr/>
        </p:nvSpPr>
        <p:spPr>
          <a:xfrm>
            <a:off x="-420986" y="3241443"/>
            <a:ext cx="841972" cy="81450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E73F588-E744-219B-242D-94136B11BABD}"/>
              </a:ext>
            </a:extLst>
          </p:cNvPr>
          <p:cNvGrpSpPr/>
          <p:nvPr/>
        </p:nvGrpSpPr>
        <p:grpSpPr>
          <a:xfrm>
            <a:off x="10092818" y="159766"/>
            <a:ext cx="977638" cy="261610"/>
            <a:chOff x="3759200" y="5085720"/>
            <a:chExt cx="977638" cy="2616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CC3860F-6365-EF4D-D168-C842F01149A9}"/>
                </a:ext>
              </a:extLst>
            </p:cNvPr>
            <p:cNvSpPr/>
            <p:nvPr/>
          </p:nvSpPr>
          <p:spPr>
            <a:xfrm>
              <a:off x="3759200" y="5143500"/>
              <a:ext cx="336550" cy="14605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/>
                <a:t>CA</a:t>
              </a:r>
              <a:endParaRPr lang="en-IN" sz="8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1149580-D805-5ABB-11D1-98485224CF6C}"/>
                </a:ext>
              </a:extLst>
            </p:cNvPr>
            <p:cNvSpPr txBox="1"/>
            <p:nvPr/>
          </p:nvSpPr>
          <p:spPr>
            <a:xfrm>
              <a:off x="4140200" y="5085720"/>
              <a:ext cx="59663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Testing</a:t>
              </a:r>
              <a:endParaRPr lang="en-IN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17125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70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Adobe Fan Heiti Std B</vt:lpstr>
      <vt:lpstr>Adobe Garamond Pro Bold</vt:lpstr>
      <vt:lpstr>Agency FB</vt:lpstr>
      <vt:lpstr>Algerian</vt:lpstr>
      <vt:lpstr>Arial</vt:lpstr>
      <vt:lpstr>Calibri</vt:lpstr>
      <vt:lpstr>Calibri Light</vt:lpstr>
      <vt:lpstr>Office Theme</vt:lpstr>
      <vt:lpstr>Hello {{title}}</vt:lpstr>
      <vt:lpstr>Hello {{title}}</vt:lpstr>
      <vt:lpstr>Hello {{title2}}</vt:lpstr>
      <vt:lpstr>Hello {{title}}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50</cp:revision>
  <dcterms:created xsi:type="dcterms:W3CDTF">2026-05-13T11:34:25Z</dcterms:created>
  <dcterms:modified xsi:type="dcterms:W3CDTF">2026-06-26T07:20:22Z</dcterms:modified>
</cp:coreProperties>
</file>
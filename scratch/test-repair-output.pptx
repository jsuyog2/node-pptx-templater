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 dirty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 dirty="0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623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{{title2}}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4436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IN" dirty="0"/>
                        <a:t>Bob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dirty="0"/>
                        <a:t>     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7894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0870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2121408" y="3931920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9184740"/>
              </p:ext>
            </p:extLst>
          </p:nvPr>
        </p:nvGraphicFramePr>
        <p:xfrm>
          <a:off x="838200" y="502895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qqqwet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Series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 dirty="0">
                <a:latin typeface="Adobe Garamond Pro Bold" panose="02020702060506020403" pitchFamily="18" charset="0"/>
              </a:rPr>
              <a:t>2</a:t>
            </a:r>
            <a:r>
              <a:rPr lang="en-US" baseline="30000" dirty="0">
                <a:latin typeface="Adobe Garamond Pro Bold" panose="02020702060506020403" pitchFamily="18" charset="0"/>
              </a:rPr>
              <a:t>nd</a:t>
            </a:r>
            <a:r>
              <a:rPr lang="en-US" dirty="0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 dirty="0"/>
              <a:t>3</a:t>
            </a:r>
            <a:r>
              <a:rPr lang="en-US" sz="1600" baseline="30000" dirty="0"/>
              <a:t>rd</a:t>
            </a:r>
            <a:r>
              <a:rPr lang="en-US" sz="1600" dirty="0"/>
              <a:t> item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52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43</cp:revision>
  <dcterms:created xsi:type="dcterms:W3CDTF">2026-05-13T11:34:25Z</dcterms:created>
  <dcterms:modified xsi:type="dcterms:W3CDTF">2026-06-11T18:13:57Z</dcterms:modified>
</cp:coreProperties>
</file>
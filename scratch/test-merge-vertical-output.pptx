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401D18-F4B1-43C3-8A54-8728F11BC0DA}">
          <p14:sldIdLst>
            <p14:sldId id="256"/>
            <p14:sldId id="257"/>
          </p14:sldIdLst>
        </p14:section>
        <p14:section name="Untitled Section" id="{A3775758-1637-48C8-9754-A5DF8ED68B74}">
          <p14:sldIdLst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A5A5A5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70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r"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lgerian" panose="04020705040A02060702" pitchFamily="82" charset="0"/>
                <a:ea typeface="+mn-ea"/>
                <a:cs typeface="+mn-cs"/>
              </a:defRPr>
            </a:pPr>
            <a:r>
              <a:rPr lang="en-IN" sz="3200" b="0" dirty="0">
                <a:latin typeface="Algerian" panose="04020705040A02060702" pitchFamily="82" charset="0"/>
              </a:rPr>
              <a:t>Chart</a:t>
            </a:r>
          </a:p>
          <a:p>
            <a:pPr algn="r">
              <a:defRPr sz="3200">
                <a:latin typeface="Algerian" panose="04020705040A02060702" pitchFamily="82" charset="0"/>
              </a:defRPr>
            </a:pPr>
            <a:r>
              <a:rPr lang="en-IN" sz="1800" b="1" dirty="0">
                <a:latin typeface="Agency FB" panose="020B0503020202020204" pitchFamily="34" charset="0"/>
              </a:rPr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r"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lgerian" panose="04020705040A02060702" pitchFamily="8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obe Garamond Pro Bold" panose="020207020605060204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077294685990338E-2"/>
          <c:y val="4.793028322440087E-2"/>
          <c:w val="0.97342995169082125"/>
          <c:h val="0.952069716775599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082125603864733"/>
                  <c:y val="-0.12636165577342057"/>
                </c:manualLayout>
              </c:layout>
              <c:spPr>
                <a:solidFill>
                  <a:srgbClr val="4472C4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6177583780288332E-2"/>
                      <c:h val="8.491293980409313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41C-4F54-805C-4E5E94C272C8}"/>
                </c:ext>
              </c:extLst>
            </c:dLbl>
            <c:spPr>
              <a:solidFill>
                <a:srgbClr val="4472C4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8-4425-99DE-4E5501F36E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44444444444445"/>
                  <c:y val="-5.4466230936819175E-2"/>
                </c:manualLayout>
              </c:layout>
              <c:spPr>
                <a:solidFill>
                  <a:srgbClr val="ED7D3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7047148997679643E-2"/>
                      <c:h val="9.79848352289297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D89-4FC3-BEAD-7878BEFDFFA6}"/>
                </c:ext>
              </c:extLst>
            </c:dLbl>
            <c:spPr>
              <a:solidFill>
                <a:srgbClr val="ED7D3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08-4425-99DE-4E5501F36E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27777777777777779"/>
                  <c:y val="-7.6252723311546866E-2"/>
                </c:manualLayout>
              </c:layout>
              <c:spPr>
                <a:solidFill>
                  <a:srgbClr val="A5A5A5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05197991555404"/>
                      <c:h val="0.165522961590585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D89-4FC3-BEAD-7878BEFDFFA6}"/>
                </c:ext>
              </c:extLst>
            </c:dLbl>
            <c:spPr>
              <a:solidFill>
                <a:srgbClr val="A5A5A5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08-4425-99DE-4E5501F36E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961357411845259"/>
                  <c:y val="-0.11764705882352941"/>
                </c:manualLayout>
              </c:layout>
              <c:spPr>
                <a:solidFill>
                  <a:srgbClr val="FFC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969854311689293E-2"/>
                      <c:h val="7.837699209167481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41C-4F54-805C-4E5E94C272C8}"/>
                </c:ext>
              </c:extLst>
            </c:dLbl>
            <c:spPr>
              <a:solidFill>
                <a:srgbClr val="FFC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D08-4425-99DE-4E5501F36EC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49142544"/>
        <c:axId val="849167024"/>
      </c:barChart>
      <c:catAx>
        <c:axId val="8491425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49167024"/>
        <c:crosses val="autoZero"/>
        <c:auto val="1"/>
        <c:lblAlgn val="ctr"/>
        <c:lblOffset val="100"/>
        <c:noMultiLvlLbl val="0"/>
      </c:catAx>
      <c:valAx>
        <c:axId val="849167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49142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77DE-773D-4471-C88D-EF1E4B909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D7338-A790-2430-0C24-666811422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78BB-65F0-D0B1-9951-7BF77A60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284A6-D403-ACC2-79AA-306200ED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A3FE0-4CA7-820B-7769-853254D3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44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BD39-642B-4913-7468-CCD04DEB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95C7-D2BB-048E-16E2-C9A66AC9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26AF2-425D-32C2-45D2-900F947E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79CA9-C61D-8CB8-22C0-94464D01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B702-80D9-C520-C8CA-D5BF0E9E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454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1B21-97C4-06EF-B623-71F0B935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38CF6-094F-5D74-563C-C1901E22E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F4FC6-B43D-1D9B-4DD1-FF48152B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61F64-ECC8-CAED-C546-6A2E5543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BD93F-FC5C-4D86-59FD-A33D5DBE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46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E182-9E40-A87E-3C2F-9E46DFF0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D67D-01FA-ACDD-7DB4-162F65AA6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9EFAA-D467-82D7-8C24-8F77F2AA5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7D675-0496-C4F0-7A62-D459E7C6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2592C-B787-9814-A6F6-77780D6DD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6B80C-BB8D-BF04-F373-D7FA2952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5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6CBD-00C9-33EA-BCAC-1D2F1EF5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B9B28-AC03-C7E4-BD96-5BE530D45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12BD9-FCDD-262E-2310-B8FFC251D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36F26-742D-237F-1688-93B64B514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1DDD7-C083-D068-79B8-86E107567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8C533-DEE7-BAE2-47FD-FAD2BDCD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2DD733-9CFF-42E7-8771-57E79E62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D83C3-DF10-B502-22EC-2D655FDB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2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EE4B-BBD7-C6ED-2B32-C86B14E6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1B517-3210-0ED8-2636-EA83BB75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7BBC9-C3E9-23CA-D63F-BA3DD484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E2D1D-1858-CA3B-3367-A54B1338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83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B0624-8E72-AE57-ABFE-1DFCC51E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E85EF-CCA9-A365-487F-E26A9B26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BA713-EB2D-011D-E38B-E9F66DC4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194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D848-0DCE-FEC4-B089-F2D6D3DD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569E-BAE6-8BCE-FCD5-3A9C411C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2149E-DABC-D1AA-1314-A1275C012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543A3-6B17-D6A3-4C06-CD55B59F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DB8AA-44FE-4DEE-C62E-521BD665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5CCB9-85A2-4734-0F05-3A0A665E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68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5824-3727-DBB4-8D81-D7908120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8DCC9-6E2B-56AD-43EE-A9D75D11E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65683-C06B-20F3-8F42-DBD1815BA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EA7A0-3C89-4FA0-EB0F-EBCF19DB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476FD-13A9-113A-FAF0-C3250CAC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CAC36-BFD8-5122-D464-90A60FFD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3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70B4-3388-9DFF-67B7-1C5E386F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CB29A-74CA-766C-5A2A-C3E0E1912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0EDE8-EAFA-6B5A-C329-D2355540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4F460-3231-5906-6473-A82C952F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585E8-2A72-BB5D-5AC4-C5F9E0BE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5DB92F-0D52-262C-1462-8B2A6FD7D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FF2F8-A992-65A7-2FC8-7B510F895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6B680-727F-5E1D-A454-4A26B1E3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7B88A-7DAB-683C-DE39-CA2B8E8B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C5A19-BDAC-A471-5D0E-D0CE044B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06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634A7-A185-91B2-B95C-9A344E61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CF1FC-C9F6-5FCD-6130-D76527EFF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FC040-2C81-D117-891B-3D4DC7ABC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7D073-0D16-FD58-A24F-D6763FAC7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EF25-9187-FE81-224B-DB3474D46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68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083EB01B-1DB3-3769-731D-AB321C5367ED}"/>
              </a:ext>
            </a:extLst>
          </p:cNvPr>
          <p:cNvSpPr/>
          <p:nvPr/>
        </p:nvSpPr>
        <p:spPr>
          <a:xfrm>
            <a:off x="694592" y="545123"/>
            <a:ext cx="10659208" cy="57501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DC14C26-DE08-BC85-BB40-9B417C25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{{title}}</a:t>
            </a:r>
            <a:endParaRPr lang="en-IN" dirty="0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09588B89-AAC9-170E-0FC5-19A437BB6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26239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317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DDA5-CE05-CCE2-DDFB-19A10F40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3D6FD6-16AD-D59A-3E15-56D40976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{{title2}}</a:t>
            </a:r>
            <a:endParaRPr lang="en-IN" dirty="0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89F9C69-1AFA-1AD9-A6A9-91C752A88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1027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838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E8B1-0F8F-21B7-8778-C85AAC9F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75379B8-A7CD-0FC4-F298-F0138A430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{{title}}</a:t>
            </a:r>
            <a:endParaRPr lang="en-IN" dirty="0"/>
          </a:p>
        </p:txBody>
      </p:sp>
      <p:graphicFrame>
        <p:nvGraphicFramePr>
          <p:cNvPr id="5" name="Table">
            <a:extLst>
              <a:ext uri="{FF2B5EF4-FFF2-40B4-BE49-F238E27FC236}">
                <a16:creationId xmlns:a16="http://schemas.microsoft.com/office/drawing/2014/main" id="{861163FF-7B9E-FFA7-1ED8-2BD3B6F3F8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44436"/>
              </p:ext>
            </p:extLst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885791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r>
                        <a:rPr lang="en-IN" dirty="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BEA5E1-63B7-D019-B728-2339B40B412A}"/>
              </a:ext>
            </a:extLst>
          </p:cNvPr>
          <p:cNvSpPr txBox="1"/>
          <p:nvPr/>
        </p:nvSpPr>
        <p:spPr>
          <a:xfrm>
            <a:off x="2121408" y="3931920"/>
            <a:ext cx="362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Google</a:t>
            </a:r>
          </a:p>
        </p:txBody>
      </p:sp>
      <p:graphicFrame>
        <p:nvGraphicFramePr>
          <p:cNvPr id="7" name="Table2">
            <a:extLst>
              <a:ext uri="{FF2B5EF4-FFF2-40B4-BE49-F238E27FC236}">
                <a16:creationId xmlns:a16="http://schemas.microsoft.com/office/drawing/2014/main" id="{9C93AABA-0485-1183-C414-51383DDB1C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9184740"/>
              </p:ext>
            </p:extLst>
          </p:nvPr>
        </p:nvGraphicFramePr>
        <p:xfrm>
          <a:off x="838200" y="5028956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qqqwet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70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459A-1B0A-6E6F-F276-54D5C518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Label Chart">
            <a:extLst>
              <a:ext uri="{FF2B5EF4-FFF2-40B4-BE49-F238E27FC236}">
                <a16:creationId xmlns:a16="http://schemas.microsoft.com/office/drawing/2014/main" id="{5C45F2CF-DBD3-6DBD-9D94-4A4685698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066042"/>
              </p:ext>
            </p:extLst>
          </p:nvPr>
        </p:nvGraphicFramePr>
        <p:xfrm>
          <a:off x="767862" y="323118"/>
          <a:ext cx="105156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Series 1">
            <a:extLst>
              <a:ext uri="{FF2B5EF4-FFF2-40B4-BE49-F238E27FC236}">
                <a16:creationId xmlns:a16="http://schemas.microsoft.com/office/drawing/2014/main" id="{528C6C22-A610-78C4-A2AD-7D0567240895}"/>
              </a:ext>
            </a:extLst>
          </p:cNvPr>
          <p:cNvSpPr txBox="1"/>
          <p:nvPr/>
        </p:nvSpPr>
        <p:spPr>
          <a:xfrm>
            <a:off x="451521" y="32311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dobe Garamond Pro Bold" panose="02020702060506020403" pitchFamily="18" charset="0"/>
              </a:rPr>
              <a:t>Series 1</a:t>
            </a:r>
          </a:p>
        </p:txBody>
      </p:sp>
      <p:sp>
        <p:nvSpPr>
          <p:cNvPr id="3" name="Series 2">
            <a:extLst>
              <a:ext uri="{FF2B5EF4-FFF2-40B4-BE49-F238E27FC236}">
                <a16:creationId xmlns:a16="http://schemas.microsoft.com/office/drawing/2014/main" id="{69A49453-F4CD-A2C1-CCB9-8F43FA8E4533}"/>
              </a:ext>
            </a:extLst>
          </p:cNvPr>
          <p:cNvSpPr txBox="1"/>
          <p:nvPr/>
        </p:nvSpPr>
        <p:spPr>
          <a:xfrm>
            <a:off x="2233246" y="215396"/>
            <a:ext cx="1479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Series 2</a:t>
            </a:r>
          </a:p>
        </p:txBody>
      </p:sp>
      <p:sp>
        <p:nvSpPr>
          <p:cNvPr id="4" name="Series 3">
            <a:extLst>
              <a:ext uri="{FF2B5EF4-FFF2-40B4-BE49-F238E27FC236}">
                <a16:creationId xmlns:a16="http://schemas.microsoft.com/office/drawing/2014/main" id="{2A05536A-4FFD-8E7E-9399-0D60836393AF}"/>
              </a:ext>
            </a:extLst>
          </p:cNvPr>
          <p:cNvSpPr txBox="1"/>
          <p:nvPr/>
        </p:nvSpPr>
        <p:spPr>
          <a:xfrm>
            <a:off x="4029479" y="323117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Series 3</a:t>
            </a:r>
          </a:p>
        </p:txBody>
      </p:sp>
      <p:sp>
        <p:nvSpPr>
          <p:cNvPr id="5" name="Series 4">
            <a:extLst>
              <a:ext uri="{FF2B5EF4-FFF2-40B4-BE49-F238E27FC236}">
                <a16:creationId xmlns:a16="http://schemas.microsoft.com/office/drawing/2014/main" id="{7DC1B613-8D39-9EBB-3EDF-AB17022F34BA}"/>
              </a:ext>
            </a:extLst>
          </p:cNvPr>
          <p:cNvSpPr txBox="1"/>
          <p:nvPr/>
        </p:nvSpPr>
        <p:spPr>
          <a:xfrm>
            <a:off x="5547945" y="430839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Series</a:t>
            </a:r>
            <a:r>
              <a:rPr lang="en-US" dirty="0"/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281263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BBC3-FCFB-D908-8621-21B4D06A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st">
            <a:extLst>
              <a:ext uri="{FF2B5EF4-FFF2-40B4-BE49-F238E27FC236}">
                <a16:creationId xmlns:a16="http://schemas.microsoft.com/office/drawing/2014/main" id="{60020E62-F94D-048C-41EB-CD6F49659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1</a:t>
            </a:r>
            <a:r>
              <a:rPr lang="en-US" baseline="300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st</a:t>
            </a:r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item</a:t>
            </a:r>
          </a:p>
          <a:p>
            <a:r>
              <a:rPr lang="en-US" dirty="0">
                <a:latin typeface="Adobe Garamond Pro Bold" panose="02020702060506020403" pitchFamily="18" charset="0"/>
              </a:rPr>
              <a:t>2</a:t>
            </a:r>
            <a:r>
              <a:rPr lang="en-US" baseline="30000" dirty="0">
                <a:latin typeface="Adobe Garamond Pro Bold" panose="02020702060506020403" pitchFamily="18" charset="0"/>
              </a:rPr>
              <a:t>nd</a:t>
            </a:r>
            <a:r>
              <a:rPr lang="en-US" dirty="0">
                <a:latin typeface="Adobe Garamond Pro Bold" panose="02020702060506020403" pitchFamily="18" charset="0"/>
              </a:rPr>
              <a:t> item</a:t>
            </a:r>
          </a:p>
          <a:p>
            <a:r>
              <a:rPr lang="en-US" sz="1600" dirty="0"/>
              <a:t>3</a:t>
            </a:r>
            <a:r>
              <a:rPr lang="en-US" sz="1600" baseline="30000" dirty="0"/>
              <a:t>rd</a:t>
            </a:r>
            <a:r>
              <a:rPr lang="en-US" sz="1600" dirty="0"/>
              <a:t> item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13158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52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Adobe Fan Heiti Std B</vt:lpstr>
      <vt:lpstr>Adobe Garamond Pro Bold</vt:lpstr>
      <vt:lpstr>Agency FB</vt:lpstr>
      <vt:lpstr>Algerian</vt:lpstr>
      <vt:lpstr>Arial</vt:lpstr>
      <vt:lpstr>Calibri</vt:lpstr>
      <vt:lpstr>Calibri Light</vt:lpstr>
      <vt:lpstr>Office Theme</vt:lpstr>
      <vt:lpstr>Hello {{title}}</vt:lpstr>
      <vt:lpstr>Hello {{title2}}</vt:lpstr>
      <vt:lpstr>Hello {{title}}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Jadhav</dc:creator>
  <cp:lastModifiedBy>Suyog Jadhav</cp:lastModifiedBy>
  <cp:revision>43</cp:revision>
  <dcterms:created xsi:type="dcterms:W3CDTF">2026-05-13T11:34:25Z</dcterms:created>
  <dcterms:modified xsi:type="dcterms:W3CDTF">2026-06-11T18:13:57Z</dcterms:modified>
</cp:coreProperties>
</file>
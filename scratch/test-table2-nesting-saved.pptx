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6401D18-F4B1-43C3-8A54-8728F11BC0DA}">
          <p14:sldIdLst>
            <p14:sldId id="256"/>
            <p14:sldId id="257"/>
          </p14:sldIdLst>
        </p14:section>
        <p14:section name="Untitled Section" id="{A3775758-1637-48C8-9754-A5DF8ED68B74}">
          <p14:sldIdLst>
            <p14:sldId id="258"/>
            <p14:sldId id="259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  <a:srgbClr val="A5A5A5"/>
    <a:srgbClr val="ED7D31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0" d="100"/>
          <a:sy n="70" d="100"/>
        </p:scale>
        <p:origin x="70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r">
              <a:defRPr sz="3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Algerian" panose="04020705040A02060702" pitchFamily="82" charset="0"/>
                <a:ea typeface="+mn-ea"/>
                <a:cs typeface="+mn-cs"/>
              </a:defRPr>
            </a:pPr>
            <a:r>
              <a:rPr lang="en-IN" sz="3200" b="0" dirty="0">
                <a:latin typeface="Algerian" panose="04020705040A02060702" pitchFamily="82" charset="0"/>
              </a:rPr>
              <a:t>Chart</a:t>
            </a:r>
          </a:p>
          <a:p>
            <a:pPr algn="r">
              <a:defRPr sz="3200">
                <a:latin typeface="Algerian" panose="04020705040A02060702" pitchFamily="82" charset="0"/>
              </a:defRPr>
            </a:pPr>
            <a:r>
              <a:rPr lang="en-IN" sz="1800" b="1" dirty="0">
                <a:latin typeface="Agency FB" panose="020B0503020202020204" pitchFamily="34" charset="0"/>
              </a:rPr>
              <a:t>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r">
            <a:defRPr sz="3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Algerian" panose="04020705040A02060702" pitchFamily="82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dobe Garamond Pro Bold" panose="02020702060506020403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D2-427F-B7BB-D3385589108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DD2-427F-B7BB-D3385589108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DD2-427F-B7BB-D3385589108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30183999"/>
        <c:axId val="430192159"/>
      </c:barChart>
      <c:catAx>
        <c:axId val="4301839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0192159"/>
        <c:crosses val="autoZero"/>
        <c:auto val="1"/>
        <c:lblAlgn val="ctr"/>
        <c:lblOffset val="100"/>
        <c:noMultiLvlLbl val="0"/>
      </c:catAx>
      <c:valAx>
        <c:axId val="4301921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01839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D2-427F-B7BB-D3385589108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DD2-427F-B7BB-D3385589108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DD2-427F-B7BB-D338558910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30183999"/>
        <c:axId val="430192159"/>
      </c:barChart>
      <c:catAx>
        <c:axId val="4301839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0192159"/>
        <c:crosses val="autoZero"/>
        <c:auto val="1"/>
        <c:lblAlgn val="ctr"/>
        <c:lblOffset val="100"/>
        <c:noMultiLvlLbl val="0"/>
      </c:catAx>
      <c:valAx>
        <c:axId val="4301921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01839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2077294685990338E-2"/>
          <c:y val="4.793028322440087E-2"/>
          <c:w val="0.97342995169082125"/>
          <c:h val="0.9520697167755991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9082125603864733"/>
                  <c:y val="-0.12636165577342057"/>
                </c:manualLayout>
              </c:layout>
              <c:spPr>
                <a:solidFill>
                  <a:srgbClr val="4472C4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noAutofit/>
                </a:bodyPr>
                <a:lstStyle/>
                <a:p>
                  <a:pPr algn="ctr">
                    <a:defRPr lang="en-US" sz="18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6.6177583780288332E-2"/>
                      <c:h val="8.491293980409313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C41C-4F54-805C-4E5E94C272C8}"/>
                </c:ext>
              </c:extLst>
            </c:dLbl>
            <c:spPr>
              <a:solidFill>
                <a:srgbClr val="4472C4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8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D08-4425-99DE-4E5501F36EC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9444444444444445"/>
                  <c:y val="-5.4466230936819175E-2"/>
                </c:manualLayout>
              </c:layout>
              <c:spPr>
                <a:solidFill>
                  <a:srgbClr val="ED7D3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noAutofit/>
                </a:bodyPr>
                <a:lstStyle/>
                <a:p>
                  <a:pPr algn="ctr">
                    <a:defRPr lang="en-US" sz="18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7.7047148997679643E-2"/>
                      <c:h val="9.798483522892971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4D89-4FC3-BEAD-7878BEFDFFA6}"/>
                </c:ext>
              </c:extLst>
            </c:dLbl>
            <c:spPr>
              <a:solidFill>
                <a:srgbClr val="ED7D3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8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D08-4425-99DE-4E5501F36EC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27777777777777779"/>
                  <c:y val="-7.6252723311546866E-2"/>
                </c:manualLayout>
              </c:layout>
              <c:spPr>
                <a:solidFill>
                  <a:srgbClr val="A5A5A5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noAutofit/>
                </a:bodyPr>
                <a:lstStyle/>
                <a:p>
                  <a:pPr algn="ctr">
                    <a:defRPr lang="en-US" sz="18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3405197991555404"/>
                      <c:h val="0.165522961590585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4D89-4FC3-BEAD-7878BEFDFFA6}"/>
                </c:ext>
              </c:extLst>
            </c:dLbl>
            <c:spPr>
              <a:solidFill>
                <a:srgbClr val="A5A5A5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8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D08-4425-99DE-4E5501F36EC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8961357411845259"/>
                  <c:y val="-0.11764705882352941"/>
                </c:manualLayout>
              </c:layout>
              <c:spPr>
                <a:solidFill>
                  <a:srgbClr val="FFC000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8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6.4969854311689293E-2"/>
                      <c:h val="7.837699209167481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C41C-4F54-805C-4E5E94C272C8}"/>
                </c:ext>
              </c:extLst>
            </c:dLbl>
            <c:spPr>
              <a:solidFill>
                <a:srgbClr val="FFC000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9D08-4425-99DE-4E5501F36EC7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849142544"/>
        <c:axId val="849167024"/>
      </c:barChart>
      <c:catAx>
        <c:axId val="84914254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849167024"/>
        <c:crosses val="autoZero"/>
        <c:auto val="1"/>
        <c:lblAlgn val="ctr"/>
        <c:lblOffset val="100"/>
        <c:noMultiLvlLbl val="0"/>
      </c:catAx>
      <c:valAx>
        <c:axId val="84916702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8491425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C77DE-773D-4471-C88D-EF1E4B909E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ED7338-A790-2430-0C24-666811422C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0478BB-65F0-D0B1-9951-7BF77A60B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E284A6-D403-ACC2-79AA-306200ED4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CA3FE0-4CA7-820B-7769-853254D39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6449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8BD39-642B-4913-7468-CCD04DEB7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695C7-D2BB-048E-16E2-C9A66AC978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926AF2-425D-32C2-45D2-900F947E9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979CA9-C61D-8CB8-22C0-94464D01D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BB702-80D9-C520-C8CA-D5BF0E9E5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4454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61B21-97C4-06EF-B623-71F0B935C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C38CF6-094F-5D74-563C-C1901E22E2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7F4FC6-B43D-1D9B-4DD1-FF48152BD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A61F64-ECC8-CAED-C546-6A2E55439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CBD93F-FC5C-4D86-59FD-A33D5DBEF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6460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6E182-9E40-A87E-3C2F-9E46DFF0D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7D67D-01FA-ACDD-7DB4-162F65AA6C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29EFAA-D467-82D7-8C24-8F77F2AA56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A7D675-0496-C4F0-7A62-D459E7C61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72592C-B787-9814-A6F6-77780D6DD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56B80C-BB8D-BF04-F373-D7FA29528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06501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06CBD-00C9-33EA-BCAC-1D2F1EF54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B9B28-AC03-C7E4-BD96-5BE530D45E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B12BD9-FCDD-262E-2310-B8FFC251D1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D36F26-742D-237F-1688-93B64B514C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21DDD7-C083-D068-79B8-86E1075679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58C533-DEE7-BAE2-47FD-FAD2BDCD0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2DD733-9CFF-42E7-8771-57E79E627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AD83C3-DF10-B502-22EC-2D655FDBB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1129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9EE4B-BBD7-C6ED-2B32-C86B14E67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81B517-3210-0ED8-2636-EA83BB75B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17BBC9-C3E9-23CA-D63F-BA3DD484B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AE2D1D-1858-CA3B-3367-A54B13383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4836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CB0624-8E72-AE57-ABFE-1DFCC51E4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AE85EF-CCA9-A365-487F-E26A9B268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BBA713-EB2D-011D-E38B-E9F66DC48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5194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2D848-0DCE-FEC4-B089-F2D6D3DD6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D569E-BAE6-8BCE-FCD5-3A9C411C2C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A2149E-DABC-D1AA-1314-A1275C0127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A543A3-6B17-D6A3-4C06-CD55B59F7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0DB8AA-44FE-4DEE-C62E-521BD665C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E5CCB9-85A2-4734-0F05-3A0A665E6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3687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B5824-3727-DBB4-8D81-D79081203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98DCC9-6E2B-56AD-43EE-A9D75D11E0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665683-C06B-20F3-8F42-DBD1815BAB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BEA7A0-3C89-4FA0-EB0F-EBCF19DBE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1476FD-13A9-113A-FAF0-C3250CAC8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6CAC36-BFD8-5122-D464-90A60FFDB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6234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470B4-3388-9DFF-67B7-1C5E386F7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8CB29A-74CA-766C-5A2A-C3E0E1912A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70EDE8-EAFA-6B5A-C329-D2355540D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44F460-3231-5906-6473-A82C952F3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3585E8-2A72-BB5D-5AC4-C5F9E0BEB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393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5DB92F-0D52-262C-1462-8B2A6FD7D4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AFF2F8-A992-65A7-2FC8-7B510F895B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06B680-727F-5E1D-A454-4A26B1E30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47B88A-7DAB-683C-DE39-CA2B8E8BF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C5A19-BDAC-A471-5D0E-D0CE044B1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8060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D634A7-A185-91B2-B95C-9A344E615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FCF1FC-C9F6-5FCD-6130-D76527EFFF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4FC040-2C81-D117-891B-3D4DC7ABCE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90EA95-AFA9-47FA-B067-612933D1D62E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77D073-0D16-FD58-A24F-D6763FAC7A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9BEF25-9187-FE81-224B-DB3474D464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6685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">
            <a:extLst>
              <a:ext uri="{FF2B5EF4-FFF2-40B4-BE49-F238E27FC236}">
                <a16:creationId xmlns:a16="http://schemas.microsoft.com/office/drawing/2014/main" id="{083EB01B-1DB3-3769-731D-AB321C5367ED}"/>
              </a:ext>
            </a:extLst>
          </p:cNvPr>
          <p:cNvSpPr/>
          <p:nvPr/>
        </p:nvSpPr>
        <p:spPr>
          <a:xfrm>
            <a:off x="694592" y="545123"/>
            <a:ext cx="10659208" cy="5750169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7DC14C26-DE08-BC85-BB40-9B417C25B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Hello {{title}}</a:t>
            </a:r>
            <a:endParaRPr lang="en-IN" dirty="0"/>
          </a:p>
        </p:txBody>
      </p:sp>
      <p:graphicFrame>
        <p:nvGraphicFramePr>
          <p:cNvPr id="7" name="Chart">
            <a:extLst>
              <a:ext uri="{FF2B5EF4-FFF2-40B4-BE49-F238E27FC236}">
                <a16:creationId xmlns:a16="http://schemas.microsoft.com/office/drawing/2014/main" id="{09588B89-AAC9-170E-0FC5-19A437BB6A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262392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8317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2DDA5-CE05-CCE2-DDFB-19A10F408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C3D6FD6-16AD-D59A-3E15-56D409763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Hello {{title2}}</a:t>
            </a:r>
            <a:endParaRPr lang="en-IN" dirty="0"/>
          </a:p>
        </p:txBody>
      </p:sp>
      <p:graphicFrame>
        <p:nvGraphicFramePr>
          <p:cNvPr id="7" name="Chart">
            <a:extLst>
              <a:ext uri="{FF2B5EF4-FFF2-40B4-BE49-F238E27FC236}">
                <a16:creationId xmlns:a16="http://schemas.microsoft.com/office/drawing/2014/main" id="{289F9C69-1AFA-1AD9-A6A9-91C752A883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810277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28385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3E8B1-0F8F-21B7-8778-C85AAC9FC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75379B8-A7CD-0FC4-F298-F0138A430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Hello {{title}}</a:t>
            </a:r>
            <a:endParaRPr lang="en-IN" dirty="0"/>
          </a:p>
        </p:txBody>
      </p:sp>
      <p:graphicFrame>
        <p:nvGraphicFramePr>
          <p:cNvPr id="5" name="Table">
            <a:extLst>
              <a:ext uri="{FF2B5EF4-FFF2-40B4-BE49-F238E27FC236}">
                <a16:creationId xmlns:a16="http://schemas.microsoft.com/office/drawing/2014/main" id="{861163FF-7B9E-FFA7-1ED8-2BD3B6F3F8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244436"/>
              </p:ext>
            </p:extLst>
          </p:nvPr>
        </p:nvGraphicFramePr>
        <p:xfrm>
          <a:off x="838200" y="1825625"/>
          <a:ext cx="105156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52662395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98857910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99486042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53384082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6049168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9212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318477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1BEA5E1-63B7-D019-B728-2339B40B412A}"/>
              </a:ext>
            </a:extLst>
          </p:cNvPr>
          <p:cNvSpPr txBox="1"/>
          <p:nvPr/>
        </p:nvSpPr>
        <p:spPr>
          <a:xfrm>
            <a:off x="2121408" y="3931920"/>
            <a:ext cx="3621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Google</a:t>
            </a:r>
          </a:p>
        </p:txBody>
      </p:sp>
      <p:graphicFrame>
        <p:nvGraphicFramePr>
          <p:cNvPr id="7" name="Table2">
            <a:extLst>
              <a:ext uri="{FF2B5EF4-FFF2-40B4-BE49-F238E27FC236}">
                <a16:creationId xmlns:a16="http://schemas.microsoft.com/office/drawing/2014/main" id="{9C93AABA-0485-1183-C414-51383DDB1C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59184740"/>
              </p:ext>
            </p:extLst>
          </p:nvPr>
        </p:nvGraphicFramePr>
        <p:xfrm>
          <a:off x="838200" y="5028956"/>
          <a:ext cx="105156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52662395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03611046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99486042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53384082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60491688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IN" dirty="0"/>
                        <a:t>test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921293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IN" dirty="0"/>
                        <a:t>100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3184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qqqwet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2398921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Bob</a:t>
                      </a:r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     Designer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t>Product</a:t>
                      </a:r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590683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t>Value</a:t>
                      </a:r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47062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6703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2459A-1B0A-6E6F-F276-54D5C518E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Label Chart">
            <a:extLst>
              <a:ext uri="{FF2B5EF4-FFF2-40B4-BE49-F238E27FC236}">
                <a16:creationId xmlns:a16="http://schemas.microsoft.com/office/drawing/2014/main" id="{5C45F2CF-DBD3-6DBD-9D94-4A46856984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0066042"/>
              </p:ext>
            </p:extLst>
          </p:nvPr>
        </p:nvGraphicFramePr>
        <p:xfrm>
          <a:off x="767862" y="323118"/>
          <a:ext cx="10515600" cy="5829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Series 1">
            <a:extLst>
              <a:ext uri="{FF2B5EF4-FFF2-40B4-BE49-F238E27FC236}">
                <a16:creationId xmlns:a16="http://schemas.microsoft.com/office/drawing/2014/main" id="{528C6C22-A610-78C4-A2AD-7D0567240895}"/>
              </a:ext>
            </a:extLst>
          </p:cNvPr>
          <p:cNvSpPr txBox="1"/>
          <p:nvPr/>
        </p:nvSpPr>
        <p:spPr>
          <a:xfrm>
            <a:off x="451521" y="323118"/>
            <a:ext cx="914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dobe Garamond Pro Bold" panose="02020702060506020403" pitchFamily="18" charset="0"/>
              </a:rPr>
              <a:t>Series 1</a:t>
            </a:r>
          </a:p>
        </p:txBody>
      </p:sp>
      <p:sp>
        <p:nvSpPr>
          <p:cNvPr id="3" name="Series 2">
            <a:extLst>
              <a:ext uri="{FF2B5EF4-FFF2-40B4-BE49-F238E27FC236}">
                <a16:creationId xmlns:a16="http://schemas.microsoft.com/office/drawing/2014/main" id="{69A49453-F4CD-A2C1-CCB9-8F43FA8E4533}"/>
              </a:ext>
            </a:extLst>
          </p:cNvPr>
          <p:cNvSpPr txBox="1"/>
          <p:nvPr/>
        </p:nvSpPr>
        <p:spPr>
          <a:xfrm>
            <a:off x="2233246" y="215396"/>
            <a:ext cx="14798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Series 2</a:t>
            </a:r>
          </a:p>
        </p:txBody>
      </p:sp>
      <p:sp>
        <p:nvSpPr>
          <p:cNvPr id="4" name="Series 3">
            <a:extLst>
              <a:ext uri="{FF2B5EF4-FFF2-40B4-BE49-F238E27FC236}">
                <a16:creationId xmlns:a16="http://schemas.microsoft.com/office/drawing/2014/main" id="{2A05536A-4FFD-8E7E-9399-0D60836393AF}"/>
              </a:ext>
            </a:extLst>
          </p:cNvPr>
          <p:cNvSpPr txBox="1"/>
          <p:nvPr/>
        </p:nvSpPr>
        <p:spPr>
          <a:xfrm>
            <a:off x="4029479" y="323117"/>
            <a:ext cx="914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Series 3</a:t>
            </a:r>
          </a:p>
        </p:txBody>
      </p:sp>
      <p:sp>
        <p:nvSpPr>
          <p:cNvPr id="5" name="Series 4">
            <a:extLst>
              <a:ext uri="{FF2B5EF4-FFF2-40B4-BE49-F238E27FC236}">
                <a16:creationId xmlns:a16="http://schemas.microsoft.com/office/drawing/2014/main" id="{7DC1B613-8D39-9EBB-3EDF-AB17022F34BA}"/>
              </a:ext>
            </a:extLst>
          </p:cNvPr>
          <p:cNvSpPr txBox="1"/>
          <p:nvPr/>
        </p:nvSpPr>
        <p:spPr>
          <a:xfrm>
            <a:off x="5547945" y="430839"/>
            <a:ext cx="696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Series</a:t>
            </a:r>
            <a:r>
              <a:rPr lang="en-US" dirty="0"/>
              <a:t> 4</a:t>
            </a:r>
          </a:p>
        </p:txBody>
      </p:sp>
    </p:spTree>
    <p:extLst>
      <p:ext uri="{BB962C8B-B14F-4D97-AF65-F5344CB8AC3E}">
        <p14:creationId xmlns:p14="http://schemas.microsoft.com/office/powerpoint/2010/main" val="2812630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8BBC3-FCFB-D908-8621-21B4D06A1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st">
            <a:extLst>
              <a:ext uri="{FF2B5EF4-FFF2-40B4-BE49-F238E27FC236}">
                <a16:creationId xmlns:a16="http://schemas.microsoft.com/office/drawing/2014/main" id="{60020E62-F94D-048C-41EB-CD6F496590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1</a:t>
            </a:r>
            <a:r>
              <a:rPr lang="en-US" baseline="300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st</a:t>
            </a:r>
            <a:r>
              <a:rPr lang="en-US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 item</a:t>
            </a:r>
          </a:p>
          <a:p>
            <a:r>
              <a:rPr lang="en-US" dirty="0">
                <a:latin typeface="Adobe Garamond Pro Bold" panose="02020702060506020403" pitchFamily="18" charset="0"/>
              </a:rPr>
              <a:t>2</a:t>
            </a:r>
            <a:r>
              <a:rPr lang="en-US" baseline="30000" dirty="0">
                <a:latin typeface="Adobe Garamond Pro Bold" panose="02020702060506020403" pitchFamily="18" charset="0"/>
              </a:rPr>
              <a:t>nd</a:t>
            </a:r>
            <a:r>
              <a:rPr lang="en-US" dirty="0">
                <a:latin typeface="Adobe Garamond Pro Bold" panose="02020702060506020403" pitchFamily="18" charset="0"/>
              </a:rPr>
              <a:t> item</a:t>
            </a:r>
          </a:p>
          <a:p>
            <a:r>
              <a:rPr lang="en-US" sz="1600" dirty="0"/>
              <a:t>3</a:t>
            </a:r>
            <a:r>
              <a:rPr lang="en-US" sz="1600" baseline="30000" dirty="0"/>
              <a:t>rd</a:t>
            </a:r>
            <a:r>
              <a:rPr lang="en-US" sz="1600" dirty="0"/>
              <a:t> item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41131585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57</Words>
  <Application>Microsoft Office PowerPoint</Application>
  <PresentationFormat>Widescreen</PresentationFormat>
  <Paragraphs>39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Adobe Fan Heiti Std B</vt:lpstr>
      <vt:lpstr>Adobe Garamond Pro Bold</vt:lpstr>
      <vt:lpstr>Agency FB</vt:lpstr>
      <vt:lpstr>Algerian</vt:lpstr>
      <vt:lpstr>Arial</vt:lpstr>
      <vt:lpstr>Calibri</vt:lpstr>
      <vt:lpstr>Calibri Light</vt:lpstr>
      <vt:lpstr>Office Theme</vt:lpstr>
      <vt:lpstr>Hello {{title}}</vt:lpstr>
      <vt:lpstr>Hello {{title2}}</vt:lpstr>
      <vt:lpstr>Hello {{title}}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Suyog Jadhav</dc:creator>
  <cp:lastModifiedBy>Suyog Jadhav</cp:lastModifiedBy>
  <cp:revision>43</cp:revision>
  <dcterms:created xsi:type="dcterms:W3CDTF">2026-05-13T11:34:25Z</dcterms:created>
  <dcterms:modified xsi:type="dcterms:W3CDTF">2026-06-11T19:14:19Z</dcterms:modified>
</cp:coreProperties>
</file>
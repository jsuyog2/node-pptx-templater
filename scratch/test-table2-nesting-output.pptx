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     Designer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Product</a:t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t/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9068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/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Value</a:t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t/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0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2026-06-11T18:13:57Z</dcterms:modified>
</cp:coreProperties>
</file>
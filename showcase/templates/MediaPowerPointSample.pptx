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3068-D626-6907-731C-34EFAC35B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983CB-1443-1BFB-43AA-F40A3B5E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7E1A9-9893-BE37-A0FA-32EFD885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A504B-EC7A-4229-BE03-EA0B0ED5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BB3D-D5AB-9EC7-39AD-92F102C0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37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6B20-7DB4-6D34-3A39-C4C8977B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CAE50-A772-7CB6-BB70-AD71859BF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A1919-26F9-794D-E556-5DB23E37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BC1A-91D1-76AA-AF76-973C604A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10A9-AC04-A41A-3ED3-B90BC4C1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6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4C56-DF06-88AE-AFB4-6EB56E29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57799-979B-101B-51AC-12648ABF3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D9A03-8BD0-BEBA-DA55-039F5803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20C9-8089-A5A0-C43D-D80CEEA6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CA633-EAC4-2D8A-D5CA-A3885857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DB6F-9F98-513B-F5AB-50178D50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7272-A290-FCFB-BBC7-7FDC6C36C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A2597-D24B-738B-9E1A-C589A5C6F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A4599-9FD8-8A0D-70CB-D5B03878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89EAE-ECA9-9FAF-76E8-9E2190844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99AD1-4243-EBEA-C04B-C8A818EA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3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44A9-C078-F389-FFD5-4C38023C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A9D67-0521-E470-C5A8-AF9AACC02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3103B-82F5-320D-8B99-F1140A1AE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038CF-6933-90CD-850F-B9DD13DE2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3D452-D03E-E2B6-64E6-3EC9180ED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8F3E6-0EB6-A03B-6847-F9BCFE0D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092D4-5865-0780-4E87-0E6C71BE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71C36-A5EF-4BC8-4FC5-5636DC2C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09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2E0D-E712-2249-0C66-1A87B1FE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13E41-E385-6F6C-9A3D-7048F6EE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AF1FD-CCC2-BDD4-6F60-5EB84136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95CF7-1934-69A7-6DC2-C02A40A6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71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FB850-050D-F80C-E31A-50290073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48ED6-8299-346C-C397-CBC09D672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E7982-AB59-692F-6450-2FE552B1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59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C5A0-988E-C780-BEC7-97A3DB88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4EDE-0653-1F96-839C-7064AA4CB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A3321-1A9B-AF61-CA2A-63B3538EE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01EE5-3DCD-90EA-8A4B-C6FC58BF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ABC58-2129-FE67-0206-CCE0780A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7A19C-9302-D359-C251-56368BB1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98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DC14-CC58-9556-D7B7-3C367674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379CE-7DE2-F257-E40D-A8EDAB4CA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17511-4246-EB74-447E-8C9681931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55B45-3E5C-05E3-DA97-5A58B332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C9CDB-DFAA-7823-D7BD-D84B36D5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58A97-06C0-2F86-883C-1AA58680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AD37-95B7-194A-E88E-C53B700C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91857-FD0F-5FE1-84B4-5604D6585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1E1F0-2EEB-15A0-FDD5-E34F94B9D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AC7F-8163-8395-281C-CFEFC0D6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30003-C0D2-573C-B11C-972EFC52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5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AE88E-1D3E-4F51-A584-E70E51F47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3DE51-7AA9-8891-BC6E-067DA9B9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B7B0B-99EC-B66B-31C2-A6DD0585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51F42-BA56-9D8A-5EE6-68631197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52A07-52D1-2838-206F-85F9C8F8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19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6A58E-6EED-56F7-D1F3-7CACD03F5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02987-5994-9A3F-9DA8-95003C034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E3583-9D25-3EA2-475B-EBF10858A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FB6F1-0AE5-4149-B25E-1C7A7AEF14EB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34248-53CE-AAEB-D0B4-EC994DC47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1F55-7EEE-FD8A-A3B2-EE473ED55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58477-3A2F-4485-8239-70DE57195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7150-90F7-2E28-1506-9CA1A91B8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/>
          <a:lstStyle/>
          <a:p>
            <a:r>
              <a:rPr lang="en-IN" dirty="0" err="1"/>
              <a:t>addImage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41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A997-7B55-42D8-8E00-17742D04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7BB4-68E1-EA55-D680-A2A2F29CC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UpdateImage</a:t>
            </a:r>
            <a:endParaRPr lang="en-IN" dirty="0"/>
          </a:p>
        </p:txBody>
      </p:sp>
      <p:pic>
        <p:nvPicPr>
          <p:cNvPr id="6" name="ShowcaseLogo">
            <a:extLst>
              <a:ext uri="{FF2B5EF4-FFF2-40B4-BE49-F238E27FC236}">
                <a16:creationId xmlns:a16="http://schemas.microsoft.com/office/drawing/2014/main" id="{734102AA-04D2-B15A-BEC1-8DF94FBCC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413" y="1512277"/>
            <a:ext cx="6957173" cy="46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6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FA6CE-9524-02E8-D27A-34C01409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2E04-3F33-56F2-2081-AD3D3B50D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RemoveImage</a:t>
            </a:r>
            <a:endParaRPr lang="en-IN" dirty="0"/>
          </a:p>
        </p:txBody>
      </p:sp>
      <p:pic>
        <p:nvPicPr>
          <p:cNvPr id="6" name="ShowcaseLogo">
            <a:extLst>
              <a:ext uri="{FF2B5EF4-FFF2-40B4-BE49-F238E27FC236}">
                <a16:creationId xmlns:a16="http://schemas.microsoft.com/office/drawing/2014/main" id="{5B9B78C4-A141-5F88-D9F7-D854744FB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413" y="1512277"/>
            <a:ext cx="6957173" cy="46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0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CB2D-FEC6-7970-A33A-AA1BCD8C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FD16-8B23-70DC-EB57-15E7D9886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/>
          <a:lstStyle/>
          <a:p>
            <a:r>
              <a:rPr lang="en-IN" dirty="0" err="1"/>
              <a:t>addVideo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62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6206-2C44-D277-6B40-CB0C3D79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9622-2745-E77B-B09D-D2675B365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UpdateVideo</a:t>
            </a:r>
            <a:endParaRPr lang="en-IN" dirty="0"/>
          </a:p>
        </p:txBody>
      </p:sp>
      <p:pic>
        <p:nvPicPr>
          <p:cNvPr id="4" name="ShowcaseVideo">
            <a:hlinkClick r:id="" action="ppaction://media"/>
            <a:extLst>
              <a:ext uri="{FF2B5EF4-FFF2-40B4-BE49-F238E27FC236}">
                <a16:creationId xmlns:a16="http://schemas.microsoft.com/office/drawing/2014/main" id="{9288B4C8-35C1-B43D-E0DB-6096BF12C1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01399" y="1616469"/>
            <a:ext cx="6989202" cy="39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0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9294-BF3B-FC82-6EC2-6B3967F8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767C-2EA8-7AB1-2006-B2385B42D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RemoveVideo</a:t>
            </a:r>
            <a:endParaRPr lang="en-IN" dirty="0"/>
          </a:p>
        </p:txBody>
      </p:sp>
      <p:pic>
        <p:nvPicPr>
          <p:cNvPr id="3" name="ShowcaseVideo">
            <a:hlinkClick r:id="" action="ppaction://media"/>
            <a:extLst>
              <a:ext uri="{FF2B5EF4-FFF2-40B4-BE49-F238E27FC236}">
                <a16:creationId xmlns:a16="http://schemas.microsoft.com/office/drawing/2014/main" id="{C93479B2-87DB-B42E-CBAA-E3DF63F5FE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01399" y="1616469"/>
            <a:ext cx="6989202" cy="39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4520-5F76-3B5F-172C-C1474B26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7258-AE81-5E02-07C9-10CECD82C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/>
          <a:lstStyle/>
          <a:p>
            <a:r>
              <a:rPr lang="en-IN" dirty="0" err="1"/>
              <a:t>addAudio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61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D6AD-8510-AF6E-F9EE-868B01750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A1F7-FB07-3355-B6E9-986C2A812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UpdateAudio</a:t>
            </a:r>
            <a:endParaRPr lang="en-IN" dirty="0"/>
          </a:p>
        </p:txBody>
      </p:sp>
      <p:pic>
        <p:nvPicPr>
          <p:cNvPr id="3" name="ShowcaseAudio">
            <a:hlinkClick r:id="" action="ppaction://media"/>
            <a:extLst>
              <a:ext uri="{FF2B5EF4-FFF2-40B4-BE49-F238E27FC236}">
                <a16:creationId xmlns:a16="http://schemas.microsoft.com/office/drawing/2014/main" id="{9B3B3CA6-E2B4-0FE8-EC87-F02549EB8B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19763" y="336293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6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3974-B7DE-E493-5A9A-1571A26E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6CCD-4DEF-9231-F086-D9E6025F9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RemoveAudio</a:t>
            </a:r>
            <a:endParaRPr lang="en-IN" dirty="0"/>
          </a:p>
        </p:txBody>
      </p:sp>
      <p:pic>
        <p:nvPicPr>
          <p:cNvPr id="5" name="ShowcaseAudio">
            <a:hlinkClick r:id="" action="ppaction://media"/>
            <a:extLst>
              <a:ext uri="{FF2B5EF4-FFF2-40B4-BE49-F238E27FC236}">
                <a16:creationId xmlns:a16="http://schemas.microsoft.com/office/drawing/2014/main" id="{56FF00AA-CE70-228F-BE6A-048B844DEC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19763" y="336293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9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3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DF99-A3A2-8F70-8A69-E9BC9D42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E482-4CA5-33D8-D859-4767FC15D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679"/>
            <a:ext cx="9144000" cy="987791"/>
          </a:xfrm>
        </p:spPr>
        <p:txBody>
          <a:bodyPr>
            <a:normAutofit/>
          </a:bodyPr>
          <a:lstStyle/>
          <a:p>
            <a:r>
              <a:rPr lang="en-IN" b="1" dirty="0" err="1"/>
              <a:t>CloneMedia</a:t>
            </a:r>
            <a:endParaRPr lang="en-IN" dirty="0"/>
          </a:p>
        </p:txBody>
      </p:sp>
      <p:pic>
        <p:nvPicPr>
          <p:cNvPr id="4" name="ShowcaseLogo">
            <a:extLst>
              <a:ext uri="{FF2B5EF4-FFF2-40B4-BE49-F238E27FC236}">
                <a16:creationId xmlns:a16="http://schemas.microsoft.com/office/drawing/2014/main" id="{F05EE87E-EA9C-5F20-0F74-156F5A46F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07" y="1547446"/>
            <a:ext cx="2783381" cy="1843538"/>
          </a:xfrm>
          <a:prstGeom prst="rect">
            <a:avLst/>
          </a:prstGeom>
        </p:spPr>
      </p:pic>
      <p:pic>
        <p:nvPicPr>
          <p:cNvPr id="6" name="ShowcaseVideo">
            <a:hlinkClick r:id="" action="ppaction://media"/>
            <a:extLst>
              <a:ext uri="{FF2B5EF4-FFF2-40B4-BE49-F238E27FC236}">
                <a16:creationId xmlns:a16="http://schemas.microsoft.com/office/drawing/2014/main" id="{0AE05CA5-9C00-926E-0877-42AE6040C6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3907" y="4143248"/>
            <a:ext cx="3524045" cy="19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1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6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</Words>
  <Application>Microsoft Office PowerPoint</Application>
  <PresentationFormat>Widescreen</PresentationFormat>
  <Paragraphs>10</Paragraphs>
  <Slides>10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addImage</vt:lpstr>
      <vt:lpstr>UpdateImage</vt:lpstr>
      <vt:lpstr>RemoveImage</vt:lpstr>
      <vt:lpstr>addVideo</vt:lpstr>
      <vt:lpstr>UpdateVideo</vt:lpstr>
      <vt:lpstr>RemoveVideo</vt:lpstr>
      <vt:lpstr>addAudio</vt:lpstr>
      <vt:lpstr>UpdateAudio</vt:lpstr>
      <vt:lpstr>RemoveAudio</vt:lpstr>
      <vt:lpstr>CloneMedia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9</cp:revision>
  <dcterms:created xsi:type="dcterms:W3CDTF">2026-10-19T07:25:39Z</dcterms:created>
  <dcterms:modified xsi:type="dcterms:W3CDTF">2026-10-19T09:34:31Z</dcterms:modified>
</cp:coreProperties>
</file>
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B6-49A7-BE7A-A1DA7EC383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B6-49A7-BE7A-A1DA7EC383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867247"/>
        <c:axId val="2024399215"/>
      </c:areaChart>
      <c:dateAx>
        <c:axId val="50867247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399215"/>
        <c:crosses val="autoZero"/>
        <c:auto val="1"/>
        <c:lblOffset val="100"/>
        <c:baseTimeUnit val="months"/>
      </c:dateAx>
      <c:valAx>
        <c:axId val="2024399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8672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B6-49A7-BE7A-A1DA7EC383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B6-49A7-BE7A-A1DA7EC383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867247"/>
        <c:axId val="2024399215"/>
      </c:areaChart>
      <c:dateAx>
        <c:axId val="50867247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399215"/>
        <c:crosses val="autoZero"/>
        <c:auto val="1"/>
        <c:lblOffset val="100"/>
        <c:baseTimeUnit val="months"/>
      </c:dateAx>
      <c:valAx>
        <c:axId val="2024399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8672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88-4F32-A777-50C3B6F86B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88-4F32-A777-50C3B6F86B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867247"/>
        <c:axId val="2024399215"/>
      </c:areaChart>
      <c:dateAx>
        <c:axId val="50867247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399215"/>
        <c:crosses val="autoZero"/>
        <c:auto val="1"/>
        <c:lblOffset val="100"/>
        <c:baseTimeUnit val="months"/>
      </c:dateAx>
      <c:valAx>
        <c:axId val="2024399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8672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5A-4404-B7DC-ED8DF55565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5A-4404-B7DC-ED8DF55565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867247"/>
        <c:axId val="2024399215"/>
      </c:areaChart>
      <c:dateAx>
        <c:axId val="50867247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399215"/>
        <c:crosses val="autoZero"/>
        <c:auto val="1"/>
        <c:lblOffset val="100"/>
        <c:baseTimeUnit val="months"/>
      </c:dateAx>
      <c:valAx>
        <c:axId val="2024399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8672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5A-4404-B7DC-ED8DF55565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5A-4404-B7DC-ED8DF55565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867247"/>
        <c:axId val="2024399215"/>
      </c:areaChart>
      <c:dateAx>
        <c:axId val="50867247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399215"/>
        <c:crosses val="autoZero"/>
        <c:auto val="1"/>
        <c:lblOffset val="100"/>
        <c:baseTimeUnit val="months"/>
      </c:dateAx>
      <c:valAx>
        <c:axId val="2024399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8672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85895-3022-4006-401D-AD0F42BD9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62863-5461-8022-A04E-A1B7832CE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2BC98-881E-631F-86E3-E81281A5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1031-A3FB-4924-8752-7B0AE94A545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CCB43-FE68-33D9-5E7C-DD2C8478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FEF66-BAC9-1F37-5EDE-2D5A655BE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E3587-5611-4791-82E3-CFBA0F07E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57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7A21-8A7E-6322-D310-71B89558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CB29F-EBB9-7367-A02D-A0647E696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6FBE5-F8ED-ED70-A0E8-06C74FEAF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1031-A3FB-4924-8752-7B0AE94A545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33AAC-2A8B-21E7-0AFF-936144B93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5CF4A-BF87-588F-47DC-38C9D875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E3587-5611-4791-82E3-CFBA0F07E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53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82C5C-DD12-F78B-43AB-184F2C8FE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9FA10-DD62-9FA2-0C21-F30DBB71A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3A566-0227-5752-5431-9EA31817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1031-A3FB-4924-8752-7B0AE94A545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2DF2C-C925-E5BA-1014-6C6554F44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60F75-3DF6-658A-07DE-32A8D3C4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E3587-5611-4791-82E3-CFBA0F07E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213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6F05F-2097-04B5-7F10-EF33D609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3B450-A31E-6CC5-C08F-BDAF76CA3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343C1-96E0-535B-5AB5-43A8CC67F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957AF-25C4-8F06-A39B-1443AF30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1031-A3FB-4924-8752-7B0AE94A545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696A7-FF00-5A02-46E4-B4EC6FE4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87E96-A85C-753C-E071-F635C9D4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E3587-5611-4791-82E3-CFBA0F07E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626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370B0-76A1-44F0-E15B-DB633D08D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77B05-6D02-639B-D2F1-AC71C7337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19D67-2D3F-2DE5-176F-DED799325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BB364-B531-4AA0-D09C-2C8857E2D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A78C39-E935-3CC8-1F8E-A6A3242AA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2907A6-A35C-AB97-15DD-2A6FF1D6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1031-A3FB-4924-8752-7B0AE94A545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82E631-0E2E-FCC5-B32B-970C208C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87CC12-8058-7F94-5371-443DF3930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E3587-5611-4791-82E3-CFBA0F07E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95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48D45-866D-F30B-C671-F1FE6ED9A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5A4179-263D-8EAD-9F4D-E9307312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1031-A3FB-4924-8752-7B0AE94A545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BBD11-3F2F-68A9-9889-2897C0B51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4C16B-8356-651B-1C51-53BA67E9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E3587-5611-4791-82E3-CFBA0F07E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286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6845EB-740E-E6C2-E522-E7EC39BE7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1031-A3FB-4924-8752-7B0AE94A545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AA1E2-3754-0C72-366A-EE68327D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94930-A20F-5F53-0FB7-1FDE9E97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E3587-5611-4791-82E3-CFBA0F07E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866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B76E-0DD8-A481-86A0-2982E6464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59CFF-14AD-40A3-E0CF-087BD1E2E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70A12-0F16-35BC-07C3-948113BB7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FDD05-E59B-877D-AF59-7B39F444F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1031-A3FB-4924-8752-7B0AE94A545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4B87E-1842-0DD6-90B9-AADAC5340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67019-2BE1-B50D-2B8A-76EEF320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E3587-5611-4791-82E3-CFBA0F07E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843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4044-29D4-F830-C343-47DFC158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C8595-04F5-DBA8-661D-D3785FE9C73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669D4-7110-C2BD-5766-1387FA2D1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2E120-3BFE-82A3-BC31-33677D6C8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1031-A3FB-4924-8752-7B0AE94A545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53477-A79F-5987-14CB-F509FFF8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170EA-E58D-6E68-3934-46DEC143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E3587-5611-4791-82E3-CFBA0F07E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69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28F37-E51C-FB28-5E9E-E38BEE71D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6A334-E230-02C9-E9BA-BC3A3E58F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540AA-57DA-4B87-87B9-F69B65520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1031-A3FB-4924-8752-7B0AE94A545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DAEF8-B13B-FCF2-C94C-65D208B2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0A441-7EAE-68C9-D56C-B5203C1B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E3587-5611-4791-82E3-CFBA0F07E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62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B50783-55E7-9160-4044-FD44B37D6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663F7-05DD-8BBE-0371-03B874568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40C23-593A-668E-32C2-9E84D3C2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1031-A3FB-4924-8752-7B0AE94A545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FAE10-86C4-B730-F2E0-6894E85F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CF867-B723-0514-9A13-F219B3E3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E3587-5611-4791-82E3-CFBA0F07E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34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9272B8-972D-0F11-38F0-080787E5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F7FDC-B0E8-A469-D1AD-53DFEA487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6E5DB-8E41-FB5C-59D6-76C35278B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C1031-A3FB-4924-8752-7B0AE94A545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61745-7CFD-010D-CAFB-B34D04E5D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81F23-0308-C876-6EF1-65697B91C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E3587-5611-4791-82E3-CFBA0F07E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41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7A370C-DA8B-F212-34E8-E91157DF8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8207"/>
            <a:ext cx="9144000" cy="38087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removeElement</a:t>
            </a:r>
            <a:endParaRPr lang="en-IN" b="1" dirty="0"/>
          </a:p>
        </p:txBody>
      </p:sp>
      <p:sp>
        <p:nvSpPr>
          <p:cNvPr id="4" name="ShapeRemoveElement">
            <a:extLst>
              <a:ext uri="{FF2B5EF4-FFF2-40B4-BE49-F238E27FC236}">
                <a16:creationId xmlns:a16="http://schemas.microsoft.com/office/drawing/2014/main" id="{584DD0FF-36EC-1C8E-BD24-19A514CA4C52}"/>
              </a:ext>
            </a:extLst>
          </p:cNvPr>
          <p:cNvSpPr/>
          <p:nvPr/>
        </p:nvSpPr>
        <p:spPr>
          <a:xfrm>
            <a:off x="555812" y="477520"/>
            <a:ext cx="1535723" cy="16097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RemoveElement">
            <a:extLst>
              <a:ext uri="{FF2B5EF4-FFF2-40B4-BE49-F238E27FC236}">
                <a16:creationId xmlns:a16="http://schemas.microsoft.com/office/drawing/2014/main" id="{6259077E-544C-E5C4-EDCB-B82D0B0C0604}"/>
              </a:ext>
            </a:extLst>
          </p:cNvPr>
          <p:cNvSpPr txBox="1"/>
          <p:nvPr/>
        </p:nvSpPr>
        <p:spPr>
          <a:xfrm>
            <a:off x="3299011" y="968823"/>
            <a:ext cx="2510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Remove Text</a:t>
            </a:r>
          </a:p>
        </p:txBody>
      </p:sp>
      <p:graphicFrame>
        <p:nvGraphicFramePr>
          <p:cNvPr id="8" name="ChartRemoveElement">
            <a:extLst>
              <a:ext uri="{FF2B5EF4-FFF2-40B4-BE49-F238E27FC236}">
                <a16:creationId xmlns:a16="http://schemas.microsoft.com/office/drawing/2014/main" id="{C0E44CAC-A86C-D127-6D5C-B7E9F5E662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1043590"/>
              </p:ext>
            </p:extLst>
          </p:nvPr>
        </p:nvGraphicFramePr>
        <p:xfrm>
          <a:off x="7252447" y="683807"/>
          <a:ext cx="4598894" cy="3834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RemoveElement">
            <a:extLst>
              <a:ext uri="{FF2B5EF4-FFF2-40B4-BE49-F238E27FC236}">
                <a16:creationId xmlns:a16="http://schemas.microsoft.com/office/drawing/2014/main" id="{C7B984FF-CB1F-6307-5FFB-4FB0A699D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582608"/>
              </p:ext>
            </p:extLst>
          </p:nvPr>
        </p:nvGraphicFramePr>
        <p:xfrm>
          <a:off x="490071" y="3056653"/>
          <a:ext cx="624242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808">
                  <a:extLst>
                    <a:ext uri="{9D8B030D-6E8A-4147-A177-3AD203B41FA5}">
                      <a16:colId xmlns:a16="http://schemas.microsoft.com/office/drawing/2014/main" val="1154534037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862592633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936029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495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Row 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9684"/>
                  </a:ext>
                </a:extLst>
              </a:tr>
            </a:tbl>
          </a:graphicData>
        </a:graphic>
      </p:graphicFrame>
      <p:pic>
        <p:nvPicPr>
          <p:cNvPr id="11" name="ImageRemoveElement">
            <a:extLst>
              <a:ext uri="{FF2B5EF4-FFF2-40B4-BE49-F238E27FC236}">
                <a16:creationId xmlns:a16="http://schemas.microsoft.com/office/drawing/2014/main" id="{DFF64401-D69E-173D-51DB-FE12CC4F2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890682"/>
            <a:ext cx="4020672" cy="26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30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BE75-2A79-DB9C-C14A-CFDFF630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91D45C-E271-5760-0DD9-12FA6AC0B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8207"/>
            <a:ext cx="9144000" cy="38087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removeAllElements</a:t>
            </a:r>
            <a:endParaRPr lang="en-IN" b="1" dirty="0"/>
          </a:p>
        </p:txBody>
      </p:sp>
      <p:sp>
        <p:nvSpPr>
          <p:cNvPr id="4" name="ShapeRemoveElement">
            <a:extLst>
              <a:ext uri="{FF2B5EF4-FFF2-40B4-BE49-F238E27FC236}">
                <a16:creationId xmlns:a16="http://schemas.microsoft.com/office/drawing/2014/main" id="{5328AA24-21E6-2201-B6AC-90B28EF94A41}"/>
              </a:ext>
            </a:extLst>
          </p:cNvPr>
          <p:cNvSpPr/>
          <p:nvPr/>
        </p:nvSpPr>
        <p:spPr>
          <a:xfrm>
            <a:off x="555812" y="477520"/>
            <a:ext cx="1535723" cy="16097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RemoveElement">
            <a:extLst>
              <a:ext uri="{FF2B5EF4-FFF2-40B4-BE49-F238E27FC236}">
                <a16:creationId xmlns:a16="http://schemas.microsoft.com/office/drawing/2014/main" id="{F1F95CC3-ECF0-22FC-3B68-4730E0FE88EE}"/>
              </a:ext>
            </a:extLst>
          </p:cNvPr>
          <p:cNvSpPr txBox="1"/>
          <p:nvPr/>
        </p:nvSpPr>
        <p:spPr>
          <a:xfrm>
            <a:off x="3299011" y="968823"/>
            <a:ext cx="2510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Remove Text</a:t>
            </a:r>
          </a:p>
        </p:txBody>
      </p:sp>
      <p:graphicFrame>
        <p:nvGraphicFramePr>
          <p:cNvPr id="8" name="ChartRemoveElement">
            <a:extLst>
              <a:ext uri="{FF2B5EF4-FFF2-40B4-BE49-F238E27FC236}">
                <a16:creationId xmlns:a16="http://schemas.microsoft.com/office/drawing/2014/main" id="{FE99CD48-F602-CFB9-44F6-7CA648D5A194}"/>
              </a:ext>
            </a:extLst>
          </p:cNvPr>
          <p:cNvGraphicFramePr/>
          <p:nvPr/>
        </p:nvGraphicFramePr>
        <p:xfrm>
          <a:off x="7252447" y="683807"/>
          <a:ext cx="4598894" cy="3834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RemoveElement">
            <a:extLst>
              <a:ext uri="{FF2B5EF4-FFF2-40B4-BE49-F238E27FC236}">
                <a16:creationId xmlns:a16="http://schemas.microsoft.com/office/drawing/2014/main" id="{6D03B454-5CAB-FA6B-11AC-B6A67B844755}"/>
              </a:ext>
            </a:extLst>
          </p:cNvPr>
          <p:cNvGraphicFramePr>
            <a:graphicFrameLocks noGrp="1"/>
          </p:cNvGraphicFramePr>
          <p:nvPr/>
        </p:nvGraphicFramePr>
        <p:xfrm>
          <a:off x="490071" y="3056653"/>
          <a:ext cx="624242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808">
                  <a:extLst>
                    <a:ext uri="{9D8B030D-6E8A-4147-A177-3AD203B41FA5}">
                      <a16:colId xmlns:a16="http://schemas.microsoft.com/office/drawing/2014/main" val="1154534037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862592633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936029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495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Row 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9684"/>
                  </a:ext>
                </a:extLst>
              </a:tr>
            </a:tbl>
          </a:graphicData>
        </a:graphic>
      </p:graphicFrame>
      <p:pic>
        <p:nvPicPr>
          <p:cNvPr id="11" name="ImageRemoveElement">
            <a:extLst>
              <a:ext uri="{FF2B5EF4-FFF2-40B4-BE49-F238E27FC236}">
                <a16:creationId xmlns:a16="http://schemas.microsoft.com/office/drawing/2014/main" id="{42BCA415-490B-B3C3-A3BF-84E37A6D2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890682"/>
            <a:ext cx="4020672" cy="26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33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B8659-DBD1-0E57-460C-B03FA33A1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15ED04-A94E-3643-4A37-D2F85DE4A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8207"/>
            <a:ext cx="9144000" cy="380878"/>
          </a:xfrm>
        </p:spPr>
        <p:txBody>
          <a:bodyPr>
            <a:normAutofit fontScale="92500" lnSpcReduction="10000"/>
          </a:bodyPr>
          <a:lstStyle/>
          <a:p>
            <a:r>
              <a:rPr lang="en-IN" dirty="0" err="1"/>
              <a:t>setZOrder</a:t>
            </a:r>
            <a:endParaRPr lang="en-IN" dirty="0"/>
          </a:p>
        </p:txBody>
      </p:sp>
      <p:graphicFrame>
        <p:nvGraphicFramePr>
          <p:cNvPr id="5" name="ChartRemoveElement">
            <a:extLst>
              <a:ext uri="{FF2B5EF4-FFF2-40B4-BE49-F238E27FC236}">
                <a16:creationId xmlns:a16="http://schemas.microsoft.com/office/drawing/2014/main" id="{BC78B234-C151-0942-6D17-337B4CBC1E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550475"/>
              </p:ext>
            </p:extLst>
          </p:nvPr>
        </p:nvGraphicFramePr>
        <p:xfrm>
          <a:off x="3361408" y="1511797"/>
          <a:ext cx="4598894" cy="3834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hapeRemoveElement">
            <a:extLst>
              <a:ext uri="{FF2B5EF4-FFF2-40B4-BE49-F238E27FC236}">
                <a16:creationId xmlns:a16="http://schemas.microsoft.com/office/drawing/2014/main" id="{5BE6BF3B-C365-CA5F-95E8-D4D5B10F8BB9}"/>
              </a:ext>
            </a:extLst>
          </p:cNvPr>
          <p:cNvSpPr/>
          <p:nvPr/>
        </p:nvSpPr>
        <p:spPr>
          <a:xfrm>
            <a:off x="3171768" y="3699497"/>
            <a:ext cx="1535723" cy="16097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ImageRemoveElement">
            <a:extLst>
              <a:ext uri="{FF2B5EF4-FFF2-40B4-BE49-F238E27FC236}">
                <a16:creationId xmlns:a16="http://schemas.microsoft.com/office/drawing/2014/main" id="{F1B3BB65-E432-D7F8-43C8-4F3F5528E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125" y="1997134"/>
            <a:ext cx="4020672" cy="2663043"/>
          </a:xfrm>
          <a:prstGeom prst="rect">
            <a:avLst/>
          </a:prstGeom>
        </p:spPr>
      </p:pic>
      <p:graphicFrame>
        <p:nvGraphicFramePr>
          <p:cNvPr id="9" name="TableRemoveElement">
            <a:extLst>
              <a:ext uri="{FF2B5EF4-FFF2-40B4-BE49-F238E27FC236}">
                <a16:creationId xmlns:a16="http://schemas.microsoft.com/office/drawing/2014/main" id="{EC5D76FD-F969-76CE-10BA-D93FC751F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032985"/>
              </p:ext>
            </p:extLst>
          </p:nvPr>
        </p:nvGraphicFramePr>
        <p:xfrm>
          <a:off x="451536" y="3158503"/>
          <a:ext cx="624242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808">
                  <a:extLst>
                    <a:ext uri="{9D8B030D-6E8A-4147-A177-3AD203B41FA5}">
                      <a16:colId xmlns:a16="http://schemas.microsoft.com/office/drawing/2014/main" val="1154534037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862592633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936029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495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Row 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9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75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E6A89-6EC2-C53C-A892-4B71ACFCF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781D34-8D1B-2FAC-696C-B9E77E69E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8207"/>
            <a:ext cx="9144000" cy="38087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bringToFront</a:t>
            </a:r>
            <a:endParaRPr lang="en-IN" b="1" dirty="0"/>
          </a:p>
        </p:txBody>
      </p:sp>
      <p:sp>
        <p:nvSpPr>
          <p:cNvPr id="4" name="ShapeRemoveElement">
            <a:extLst>
              <a:ext uri="{FF2B5EF4-FFF2-40B4-BE49-F238E27FC236}">
                <a16:creationId xmlns:a16="http://schemas.microsoft.com/office/drawing/2014/main" id="{7CD86DFA-0908-F0B5-5C77-BBE605D224CD}"/>
              </a:ext>
            </a:extLst>
          </p:cNvPr>
          <p:cNvSpPr/>
          <p:nvPr/>
        </p:nvSpPr>
        <p:spPr>
          <a:xfrm>
            <a:off x="7485530" y="3782538"/>
            <a:ext cx="1535723" cy="16097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ImageRemoveElement">
            <a:extLst>
              <a:ext uri="{FF2B5EF4-FFF2-40B4-BE49-F238E27FC236}">
                <a16:creationId xmlns:a16="http://schemas.microsoft.com/office/drawing/2014/main" id="{FD81B4F4-F4A5-DC28-3AEF-5622F3976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810" y="2097478"/>
            <a:ext cx="4020672" cy="2663043"/>
          </a:xfrm>
          <a:prstGeom prst="rect">
            <a:avLst/>
          </a:prstGeom>
        </p:spPr>
      </p:pic>
      <p:graphicFrame>
        <p:nvGraphicFramePr>
          <p:cNvPr id="9" name="TableRemoveElement">
            <a:extLst>
              <a:ext uri="{FF2B5EF4-FFF2-40B4-BE49-F238E27FC236}">
                <a16:creationId xmlns:a16="http://schemas.microsoft.com/office/drawing/2014/main" id="{60EB5547-DCBF-C1A3-E412-70C04B491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411690"/>
              </p:ext>
            </p:extLst>
          </p:nvPr>
        </p:nvGraphicFramePr>
        <p:xfrm>
          <a:off x="1243106" y="2919224"/>
          <a:ext cx="624242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808">
                  <a:extLst>
                    <a:ext uri="{9D8B030D-6E8A-4147-A177-3AD203B41FA5}">
                      <a16:colId xmlns:a16="http://schemas.microsoft.com/office/drawing/2014/main" val="1154534037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862592633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936029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495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Row 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9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045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D9480-0885-ED41-5AC5-2FB2660BC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81AFCE-A7CE-5EE7-AF1D-0E914B279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8207"/>
            <a:ext cx="9144000" cy="38087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sendToBack</a:t>
            </a:r>
            <a:endParaRPr lang="en-IN" b="1" dirty="0"/>
          </a:p>
        </p:txBody>
      </p:sp>
      <p:sp>
        <p:nvSpPr>
          <p:cNvPr id="4" name="ShapeRemoveElement">
            <a:extLst>
              <a:ext uri="{FF2B5EF4-FFF2-40B4-BE49-F238E27FC236}">
                <a16:creationId xmlns:a16="http://schemas.microsoft.com/office/drawing/2014/main" id="{0BFE8C92-A864-AFAA-D208-2EA80A6677CC}"/>
              </a:ext>
            </a:extLst>
          </p:cNvPr>
          <p:cNvSpPr/>
          <p:nvPr/>
        </p:nvSpPr>
        <p:spPr>
          <a:xfrm>
            <a:off x="7485530" y="3782538"/>
            <a:ext cx="1535723" cy="16097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RemoveElement">
            <a:extLst>
              <a:ext uri="{FF2B5EF4-FFF2-40B4-BE49-F238E27FC236}">
                <a16:creationId xmlns:a16="http://schemas.microsoft.com/office/drawing/2014/main" id="{FBDA33D1-FC81-8511-FEC1-61D6E85CCCF7}"/>
              </a:ext>
            </a:extLst>
          </p:cNvPr>
          <p:cNvGraphicFramePr>
            <a:graphicFrameLocks noGrp="1"/>
          </p:cNvGraphicFramePr>
          <p:nvPr/>
        </p:nvGraphicFramePr>
        <p:xfrm>
          <a:off x="1243106" y="2919224"/>
          <a:ext cx="624242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808">
                  <a:extLst>
                    <a:ext uri="{9D8B030D-6E8A-4147-A177-3AD203B41FA5}">
                      <a16:colId xmlns:a16="http://schemas.microsoft.com/office/drawing/2014/main" val="1154534037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862592633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936029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495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Row 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9684"/>
                  </a:ext>
                </a:extLst>
              </a:tr>
            </a:tbl>
          </a:graphicData>
        </a:graphic>
      </p:graphicFrame>
      <p:graphicFrame>
        <p:nvGraphicFramePr>
          <p:cNvPr id="5" name="ChartRemoveElement">
            <a:extLst>
              <a:ext uri="{FF2B5EF4-FFF2-40B4-BE49-F238E27FC236}">
                <a16:creationId xmlns:a16="http://schemas.microsoft.com/office/drawing/2014/main" id="{20D32607-2436-F8EB-F99B-65E5559887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9727917"/>
              </p:ext>
            </p:extLst>
          </p:nvPr>
        </p:nvGraphicFramePr>
        <p:xfrm>
          <a:off x="3796553" y="1865335"/>
          <a:ext cx="4598894" cy="3834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9529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C7C9A-F2B1-1FAF-2C53-29B10E7C9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3887BE-C518-5941-8150-3DA2A240E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8207"/>
            <a:ext cx="9144000" cy="38087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bringForward</a:t>
            </a:r>
            <a:endParaRPr lang="en-IN" b="1" dirty="0"/>
          </a:p>
        </p:txBody>
      </p:sp>
      <p:sp>
        <p:nvSpPr>
          <p:cNvPr id="4" name="ShapeRemoveElement">
            <a:extLst>
              <a:ext uri="{FF2B5EF4-FFF2-40B4-BE49-F238E27FC236}">
                <a16:creationId xmlns:a16="http://schemas.microsoft.com/office/drawing/2014/main" id="{5030C3C9-CC75-B2CE-0476-D7C4BD077ADB}"/>
              </a:ext>
            </a:extLst>
          </p:cNvPr>
          <p:cNvSpPr/>
          <p:nvPr/>
        </p:nvSpPr>
        <p:spPr>
          <a:xfrm>
            <a:off x="2828595" y="2919224"/>
            <a:ext cx="1535723" cy="16097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ImageRemoveElement">
            <a:extLst>
              <a:ext uri="{FF2B5EF4-FFF2-40B4-BE49-F238E27FC236}">
                <a16:creationId xmlns:a16="http://schemas.microsoft.com/office/drawing/2014/main" id="{CD26AF7B-BE7D-5047-93D3-04A71F60A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810" y="2097478"/>
            <a:ext cx="4020672" cy="2663043"/>
          </a:xfrm>
          <a:prstGeom prst="rect">
            <a:avLst/>
          </a:prstGeom>
        </p:spPr>
      </p:pic>
      <p:graphicFrame>
        <p:nvGraphicFramePr>
          <p:cNvPr id="9" name="TableRemoveElement">
            <a:extLst>
              <a:ext uri="{FF2B5EF4-FFF2-40B4-BE49-F238E27FC236}">
                <a16:creationId xmlns:a16="http://schemas.microsoft.com/office/drawing/2014/main" id="{37FBCB12-F7E8-12F0-5FFD-39C0F8110A8F}"/>
              </a:ext>
            </a:extLst>
          </p:cNvPr>
          <p:cNvGraphicFramePr>
            <a:graphicFrameLocks noGrp="1"/>
          </p:cNvGraphicFramePr>
          <p:nvPr/>
        </p:nvGraphicFramePr>
        <p:xfrm>
          <a:off x="1243106" y="2919224"/>
          <a:ext cx="624242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808">
                  <a:extLst>
                    <a:ext uri="{9D8B030D-6E8A-4147-A177-3AD203B41FA5}">
                      <a16:colId xmlns:a16="http://schemas.microsoft.com/office/drawing/2014/main" val="1154534037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862592633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936029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495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Row 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9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471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2E159-0605-F9E5-9339-0D15F523E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DE6DAF-848E-8B99-723A-B7B03A16C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8207"/>
            <a:ext cx="9144000" cy="38087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sendBackward</a:t>
            </a:r>
            <a:endParaRPr lang="en-IN" b="1" dirty="0"/>
          </a:p>
        </p:txBody>
      </p:sp>
      <p:graphicFrame>
        <p:nvGraphicFramePr>
          <p:cNvPr id="5" name="ChartRemoveElement">
            <a:extLst>
              <a:ext uri="{FF2B5EF4-FFF2-40B4-BE49-F238E27FC236}">
                <a16:creationId xmlns:a16="http://schemas.microsoft.com/office/drawing/2014/main" id="{306C8909-537E-48BA-35E1-4F4E0B0056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9267055"/>
              </p:ext>
            </p:extLst>
          </p:nvPr>
        </p:nvGraphicFramePr>
        <p:xfrm>
          <a:off x="1524000" y="1851687"/>
          <a:ext cx="4598894" cy="3834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hapeRemoveElement">
            <a:extLst>
              <a:ext uri="{FF2B5EF4-FFF2-40B4-BE49-F238E27FC236}">
                <a16:creationId xmlns:a16="http://schemas.microsoft.com/office/drawing/2014/main" id="{7F36D918-AE24-B0E1-B890-D76EF74C932A}"/>
              </a:ext>
            </a:extLst>
          </p:cNvPr>
          <p:cNvSpPr/>
          <p:nvPr/>
        </p:nvSpPr>
        <p:spPr>
          <a:xfrm>
            <a:off x="4886241" y="2624147"/>
            <a:ext cx="1535723" cy="16097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RemoveElement">
            <a:extLst>
              <a:ext uri="{FF2B5EF4-FFF2-40B4-BE49-F238E27FC236}">
                <a16:creationId xmlns:a16="http://schemas.microsoft.com/office/drawing/2014/main" id="{5A80B057-BA61-6C32-9527-6FCAF0FDB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368320"/>
              </p:ext>
            </p:extLst>
          </p:nvPr>
        </p:nvGraphicFramePr>
        <p:xfrm>
          <a:off x="3300752" y="3691216"/>
          <a:ext cx="624242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808">
                  <a:extLst>
                    <a:ext uri="{9D8B030D-6E8A-4147-A177-3AD203B41FA5}">
                      <a16:colId xmlns:a16="http://schemas.microsoft.com/office/drawing/2014/main" val="1154534037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862592633"/>
                    </a:ext>
                  </a:extLst>
                </a:gridCol>
                <a:gridCol w="2080808">
                  <a:extLst>
                    <a:ext uri="{9D8B030D-6E8A-4147-A177-3AD203B41FA5}">
                      <a16:colId xmlns:a16="http://schemas.microsoft.com/office/drawing/2014/main" val="936029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Column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495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Row 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Row Item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9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332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126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9</cp:revision>
  <dcterms:created xsi:type="dcterms:W3CDTF">2026-10-27T06:05:20Z</dcterms:created>
  <dcterms:modified xsi:type="dcterms:W3CDTF">2026-10-27T06:21:58Z</dcterms:modified>
</cp:coreProperties>
</file>
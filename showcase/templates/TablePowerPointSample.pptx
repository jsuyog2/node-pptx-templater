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4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00088-2C51-3C90-8B9A-A210E5A524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7D9BF7-2B3F-172C-736F-4E9B752C3D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18ADA-9229-A356-B287-1D2ABAB66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2856-B332-42D6-94F6-347491DB4324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9C490-E9B8-4A6F-7431-4D543257A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513AE-2F4B-F74F-F9A0-A63458601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A3D26-C9E6-4860-A85E-EB5437F9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0541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C31C4-E5C5-612B-2525-0B2D7D36C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09AB7-6322-04C1-D635-6BBA7A7A6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0D214-168E-6D59-F05A-BC4E9F3F0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2856-B332-42D6-94F6-347491DB4324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AA5F8-FD27-AA06-6E2B-F1B93080D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26756-7B81-3A8B-46EF-751C661B6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A3D26-C9E6-4860-A85E-EB5437F9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366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D7304-673F-C01A-A5E1-772DEDF2A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106A02-6055-788B-26CB-EA37BE8F6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82269-167E-CDA0-C3DB-68777C2C9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2856-B332-42D6-94F6-347491DB4324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34994-DA76-A51C-C1B3-9A1FE2A00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240D0-DC6A-7331-B32B-8B710721C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A3D26-C9E6-4860-A85E-EB5437F9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625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E0524-01A3-CF99-DD98-7FBAD7561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3B991-0246-1FA0-2ACC-2BC0DD840F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2B43B0-3177-CD56-0DCB-0C32A4F61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2F56FF-4C15-D560-215E-C2BC112A1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2856-B332-42D6-94F6-347491DB4324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A44FC-8BAB-320F-AA7C-DE59C293D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05CAF2-9D18-8120-0D3B-FC0E47FF1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A3D26-C9E6-4860-A85E-EB5437F9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745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7A217-39C9-1D39-0E1F-936D86097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01D509-A2E6-312F-646C-86A8C645D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C0E02E-1E76-3410-85FC-F3C07521C8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6AEC2E-20C5-568D-187D-28EEA9727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47E665-2576-429E-CE38-4978B372E8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B7195A-2CA8-A841-4FD5-F9CD7C6AD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2856-B332-42D6-94F6-347491DB4324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3A9718-CE20-3257-C964-4D08B5936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FD7C-C880-E456-5DC9-D469A092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A3D26-C9E6-4860-A85E-EB5437F9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831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869AB-9E8B-76DA-6A64-3AA34CD5F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05CF55-E5C5-C88D-2AE0-EB34CEEAE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2856-B332-42D6-94F6-347491DB4324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2749C-1E74-5108-1742-FFED68A30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05C8D0-D182-511A-3BC9-69EEA1A26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A3D26-C9E6-4860-A85E-EB5437F9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369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8B0B96-141E-73A2-DB72-A7919C907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2856-B332-42D6-94F6-347491DB4324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F0E9CC-F477-D0A1-515B-24497DC03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5F193-BF6E-12DB-4CBF-B34EB3653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A3D26-C9E6-4860-A85E-EB5437F9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168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1ABAC-17D8-C138-7D92-F809B0752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B0F26-5E9E-13A3-F0FC-BE5A8C560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1A579E-725C-A4C8-58F9-4D813B4D3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1EE86-A075-9D78-009B-E81C64D64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2856-B332-42D6-94F6-347491DB4324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75EBA1-DA83-8F33-BAA0-4728DBF01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C2EA4-3197-1304-7BC9-C43573761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A3D26-C9E6-4860-A85E-EB5437F9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271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9255D-FD83-A846-08F9-906807FB9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D54CE1-7063-A820-EA8C-9394AA5BAD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992A8E-FFE1-A5F0-F032-0502DD0A47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D53AB-F119-3F39-ED22-11CE973ED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2856-B332-42D6-94F6-347491DB4324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C5E86-0ADA-FDBC-81DA-366813221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4FC52D-D677-6B5F-C3BD-64CA44577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A3D26-C9E6-4860-A85E-EB5437F9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102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5C416-DF66-A562-C91A-492250D87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E9BF72-89F1-D914-220D-964C7168C7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C388E-0C45-68A8-9C58-B900F23FE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2856-B332-42D6-94F6-347491DB4324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51309-6CC4-13E0-304D-EF4FCCA0A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F825D-F6F5-4462-AA09-67BC9968D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A3D26-C9E6-4860-A85E-EB5437F9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119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D90A5E-9203-B6CB-E08A-86B3E2987B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B744BC-63D5-AD1D-025F-C831DD102E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D22FC-DC42-C897-8094-3BE26FCBE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2856-B332-42D6-94F6-347491DB4324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21686-A7A2-5D92-98AE-319BCCA1E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A9A81-D144-0964-B399-7A173D3C7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A3D26-C9E6-4860-A85E-EB5437F9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97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17980D-2D42-77B5-B92C-28DE2E68A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E696D-7E3A-6A7D-933B-E612727A7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6CE78-1861-5330-871C-3E220B21E8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C22856-B332-42D6-94F6-347491DB4324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A4D03-1608-DEF2-3F6F-0267EFF12C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5E1A0-02B8-D297-B2E1-88805626C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A3D26-C9E6-4860-A85E-EB5437F9C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829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5E9BBBF-2D43-DC6D-A1C3-562CEB5E32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0092"/>
            <a:ext cx="9144000" cy="380877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Addtable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69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65665-4654-2328-5CB0-3AEFB5B65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79243FD-A4EF-C68B-37DB-D24919C4E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0092"/>
            <a:ext cx="9144000" cy="380877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err="1"/>
              <a:t>updateTable</a:t>
            </a:r>
            <a:endParaRPr lang="en-IN" b="1" dirty="0"/>
          </a:p>
        </p:txBody>
      </p:sp>
      <p:graphicFrame>
        <p:nvGraphicFramePr>
          <p:cNvPr id="4" name="UpdateTable">
            <a:extLst>
              <a:ext uri="{FF2B5EF4-FFF2-40B4-BE49-F238E27FC236}">
                <a16:creationId xmlns:a16="http://schemas.microsoft.com/office/drawing/2014/main" id="{300A0393-F742-F01C-2B99-FD6539BCF3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8691384"/>
              </p:ext>
            </p:extLst>
          </p:nvPr>
        </p:nvGraphicFramePr>
        <p:xfrm>
          <a:off x="838200" y="1024010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Department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Global Marketing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8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5613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B792F-E739-8C40-5F77-DF6F21ECB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70AFF2A-B21B-34F9-DAD8-91D039FB44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0092"/>
            <a:ext cx="9144000" cy="380877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err="1"/>
              <a:t>updateTableData</a:t>
            </a:r>
            <a:endParaRPr lang="en-IN" b="1" dirty="0"/>
          </a:p>
        </p:txBody>
      </p:sp>
      <p:graphicFrame>
        <p:nvGraphicFramePr>
          <p:cNvPr id="6" name="UpdateTable">
            <a:extLst>
              <a:ext uri="{FF2B5EF4-FFF2-40B4-BE49-F238E27FC236}">
                <a16:creationId xmlns:a16="http://schemas.microsoft.com/office/drawing/2014/main" id="{BE98AB81-673A-03EF-4B48-FC66C4A24A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5423743"/>
              </p:ext>
            </p:extLst>
          </p:nvPr>
        </p:nvGraphicFramePr>
        <p:xfrm>
          <a:off x="838200" y="1024010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Department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Global Marketing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8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1382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E1792-8E73-2FA6-E171-5A9FA16B7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4280283-C3D5-92C4-58D6-69FFD63325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0092"/>
            <a:ext cx="9144000" cy="380877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err="1"/>
              <a:t>removeTable</a:t>
            </a:r>
            <a:endParaRPr lang="en-IN" b="1" dirty="0"/>
          </a:p>
        </p:txBody>
      </p:sp>
      <p:graphicFrame>
        <p:nvGraphicFramePr>
          <p:cNvPr id="6" name="UpdateTable">
            <a:extLst>
              <a:ext uri="{FF2B5EF4-FFF2-40B4-BE49-F238E27FC236}">
                <a16:creationId xmlns:a16="http://schemas.microsoft.com/office/drawing/2014/main" id="{533B111E-3064-040D-C535-37D7520B8A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5423743"/>
              </p:ext>
            </p:extLst>
          </p:nvPr>
        </p:nvGraphicFramePr>
        <p:xfrm>
          <a:off x="838200" y="1024010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Department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Global Marketing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8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5589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474D6-8E11-A4F6-9FD0-9D2F17B98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41DF8AE-F4A7-10E3-7D6E-659C7EA76B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0092"/>
            <a:ext cx="9144000" cy="380877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err="1"/>
              <a:t>cloneTable</a:t>
            </a:r>
            <a:endParaRPr lang="en-IN" b="1" dirty="0"/>
          </a:p>
        </p:txBody>
      </p:sp>
      <p:graphicFrame>
        <p:nvGraphicFramePr>
          <p:cNvPr id="4" name="UpdateTable">
            <a:extLst>
              <a:ext uri="{FF2B5EF4-FFF2-40B4-BE49-F238E27FC236}">
                <a16:creationId xmlns:a16="http://schemas.microsoft.com/office/drawing/2014/main" id="{E38E004C-64AB-C0CB-C6CE-3A2A5B5D10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5423743"/>
              </p:ext>
            </p:extLst>
          </p:nvPr>
        </p:nvGraphicFramePr>
        <p:xfrm>
          <a:off x="838200" y="1024010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Department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Global Marketing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8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9641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1E301-BFD3-7B4C-6311-651C85C3C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BCD5AED-1D15-0251-E462-CEC86F7D24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0092"/>
            <a:ext cx="9144000" cy="380877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err="1"/>
              <a:t>addTableRow</a:t>
            </a:r>
            <a:endParaRPr lang="en-IN" b="1" dirty="0"/>
          </a:p>
        </p:txBody>
      </p:sp>
      <p:graphicFrame>
        <p:nvGraphicFramePr>
          <p:cNvPr id="4" name="UpdateTable">
            <a:extLst>
              <a:ext uri="{FF2B5EF4-FFF2-40B4-BE49-F238E27FC236}">
                <a16:creationId xmlns:a16="http://schemas.microsoft.com/office/drawing/2014/main" id="{BF6AEF37-B3F6-EA3B-BECB-FA48FBCEBF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5423743"/>
              </p:ext>
            </p:extLst>
          </p:nvPr>
        </p:nvGraphicFramePr>
        <p:xfrm>
          <a:off x="838200" y="1024010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Department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Global Marketing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8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6847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46C05-2DCA-B98A-7BD0-3D4E73013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DF20BAB-1E33-AEE8-6075-FA1E371C6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0092"/>
            <a:ext cx="9144000" cy="380877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err="1"/>
              <a:t>addTableColumn</a:t>
            </a:r>
            <a:endParaRPr lang="en-IN" b="1" dirty="0"/>
          </a:p>
        </p:txBody>
      </p:sp>
      <p:graphicFrame>
        <p:nvGraphicFramePr>
          <p:cNvPr id="4" name="UpdateTable">
            <a:extLst>
              <a:ext uri="{FF2B5EF4-FFF2-40B4-BE49-F238E27FC236}">
                <a16:creationId xmlns:a16="http://schemas.microsoft.com/office/drawing/2014/main" id="{1E75463E-D89B-73EB-C580-774CFE13FD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5423743"/>
              </p:ext>
            </p:extLst>
          </p:nvPr>
        </p:nvGraphicFramePr>
        <p:xfrm>
          <a:off x="838200" y="1024010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Department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Global Marketing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8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6156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FA33D-1F6F-6665-5D7C-75D0D2519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DC7814-3B30-E8B6-9643-28A9572BD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0092"/>
            <a:ext cx="9144000" cy="380877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err="1"/>
              <a:t>removeTableRow</a:t>
            </a:r>
            <a:endParaRPr lang="en-IN" b="1" dirty="0"/>
          </a:p>
        </p:txBody>
      </p:sp>
      <p:graphicFrame>
        <p:nvGraphicFramePr>
          <p:cNvPr id="4" name="UpdateTable">
            <a:extLst>
              <a:ext uri="{FF2B5EF4-FFF2-40B4-BE49-F238E27FC236}">
                <a16:creationId xmlns:a16="http://schemas.microsoft.com/office/drawing/2014/main" id="{46C80F9D-7082-4835-6197-A64FF1B6D4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5423743"/>
              </p:ext>
            </p:extLst>
          </p:nvPr>
        </p:nvGraphicFramePr>
        <p:xfrm>
          <a:off x="838200" y="1024010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Department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Global Marketing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8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0693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117A5-34F4-3F38-36CA-AF5AED3E7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CE433B-8910-122F-64DC-D443332194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0092"/>
            <a:ext cx="9144000" cy="380877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err="1"/>
              <a:t>removeTableColumn</a:t>
            </a:r>
            <a:endParaRPr lang="en-IN" b="1" dirty="0"/>
          </a:p>
        </p:txBody>
      </p:sp>
      <p:graphicFrame>
        <p:nvGraphicFramePr>
          <p:cNvPr id="4" name="UpdateTable">
            <a:extLst>
              <a:ext uri="{FF2B5EF4-FFF2-40B4-BE49-F238E27FC236}">
                <a16:creationId xmlns:a16="http://schemas.microsoft.com/office/drawing/2014/main" id="{4B306EB2-98AE-5DA2-F421-3410E63ECE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5423743"/>
              </p:ext>
            </p:extLst>
          </p:nvPr>
        </p:nvGraphicFramePr>
        <p:xfrm>
          <a:off x="838200" y="1024010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Department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Global Marketing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8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1308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DC28F-4737-550C-9404-10F2C547E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DE01E98-DFD3-33E3-8E2C-12E32BF08C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0092"/>
            <a:ext cx="9144000" cy="380877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err="1"/>
              <a:t>updateRowData</a:t>
            </a:r>
            <a:endParaRPr lang="en-IN" b="1" dirty="0"/>
          </a:p>
        </p:txBody>
      </p:sp>
      <p:graphicFrame>
        <p:nvGraphicFramePr>
          <p:cNvPr id="4" name="UpdateTable">
            <a:extLst>
              <a:ext uri="{FF2B5EF4-FFF2-40B4-BE49-F238E27FC236}">
                <a16:creationId xmlns:a16="http://schemas.microsoft.com/office/drawing/2014/main" id="{0545F7F1-3509-43E9-9E20-DE3A34FF95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5423743"/>
              </p:ext>
            </p:extLst>
          </p:nvPr>
        </p:nvGraphicFramePr>
        <p:xfrm>
          <a:off x="838200" y="1024010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Department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Global Marketing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8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6176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21744-B5F6-7C0E-FC08-2CE7BB731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D162CBC-FF8A-B0E0-D15D-3DA02BE29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0092"/>
            <a:ext cx="9144000" cy="380877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err="1"/>
              <a:t>updateColumnData</a:t>
            </a:r>
            <a:endParaRPr lang="en-IN" b="1" dirty="0"/>
          </a:p>
        </p:txBody>
      </p:sp>
      <p:graphicFrame>
        <p:nvGraphicFramePr>
          <p:cNvPr id="4" name="UpdateTable">
            <a:extLst>
              <a:ext uri="{FF2B5EF4-FFF2-40B4-BE49-F238E27FC236}">
                <a16:creationId xmlns:a16="http://schemas.microsoft.com/office/drawing/2014/main" id="{50A7A89E-11B0-0B46-D1BE-567D96B8BC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5423743"/>
              </p:ext>
            </p:extLst>
          </p:nvPr>
        </p:nvGraphicFramePr>
        <p:xfrm>
          <a:off x="838200" y="1024010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Department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Global Marketing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8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4659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F4C0B-F068-9227-F89A-9CD29746A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D8B1239-EDC2-AA33-3AF9-886B0E9ECE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0092"/>
            <a:ext cx="9144000" cy="380877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err="1"/>
              <a:t>updateTableCell</a:t>
            </a:r>
            <a:endParaRPr lang="en-IN" b="1" dirty="0"/>
          </a:p>
        </p:txBody>
      </p:sp>
      <p:graphicFrame>
        <p:nvGraphicFramePr>
          <p:cNvPr id="4" name="UpdateTable">
            <a:extLst>
              <a:ext uri="{FF2B5EF4-FFF2-40B4-BE49-F238E27FC236}">
                <a16:creationId xmlns:a16="http://schemas.microsoft.com/office/drawing/2014/main" id="{C521803C-C768-AF09-F31D-E08AE812B7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5423743"/>
              </p:ext>
            </p:extLst>
          </p:nvPr>
        </p:nvGraphicFramePr>
        <p:xfrm>
          <a:off x="838200" y="1024010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Department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Global Marketing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8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3976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28965-B340-7886-5D2E-8A1C2D744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CFF321-1CE9-324E-6206-34E1066F98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0092"/>
            <a:ext cx="9144000" cy="380877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err="1"/>
              <a:t>clearRowData</a:t>
            </a:r>
            <a:endParaRPr lang="en-IN" b="1" dirty="0"/>
          </a:p>
        </p:txBody>
      </p:sp>
      <p:graphicFrame>
        <p:nvGraphicFramePr>
          <p:cNvPr id="4" name="UpdateTable">
            <a:extLst>
              <a:ext uri="{FF2B5EF4-FFF2-40B4-BE49-F238E27FC236}">
                <a16:creationId xmlns:a16="http://schemas.microsoft.com/office/drawing/2014/main" id="{782B8331-05D5-351B-C020-F1B98BCCE5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5423743"/>
              </p:ext>
            </p:extLst>
          </p:nvPr>
        </p:nvGraphicFramePr>
        <p:xfrm>
          <a:off x="838200" y="1024010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Department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Global Marketing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8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3618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B7A6C-BCFE-1DA7-973D-D0FA5B752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58671D5-61A5-B54A-CC0E-2B1C2354A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0092"/>
            <a:ext cx="9144000" cy="380877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err="1"/>
              <a:t>clearColumnData</a:t>
            </a:r>
            <a:endParaRPr lang="en-IN" b="1" dirty="0"/>
          </a:p>
        </p:txBody>
      </p:sp>
      <p:graphicFrame>
        <p:nvGraphicFramePr>
          <p:cNvPr id="4" name="UpdateTable">
            <a:extLst>
              <a:ext uri="{FF2B5EF4-FFF2-40B4-BE49-F238E27FC236}">
                <a16:creationId xmlns:a16="http://schemas.microsoft.com/office/drawing/2014/main" id="{0CAC8E42-6152-1215-96E1-71642C4847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5423743"/>
              </p:ext>
            </p:extLst>
          </p:nvPr>
        </p:nvGraphicFramePr>
        <p:xfrm>
          <a:off x="838200" y="1024010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Department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Global Marketing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8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1556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8C139-8905-2EA4-D49B-FB51814D7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4A764F5-6CCC-8A59-55D8-30B467F85B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0092"/>
            <a:ext cx="9144000" cy="380877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err="1"/>
              <a:t>clearCellData</a:t>
            </a:r>
            <a:endParaRPr lang="en-IN" b="1" dirty="0"/>
          </a:p>
        </p:txBody>
      </p:sp>
      <p:graphicFrame>
        <p:nvGraphicFramePr>
          <p:cNvPr id="4" name="UpdateTable">
            <a:extLst>
              <a:ext uri="{FF2B5EF4-FFF2-40B4-BE49-F238E27FC236}">
                <a16:creationId xmlns:a16="http://schemas.microsoft.com/office/drawing/2014/main" id="{29C5B3A6-5888-F1BB-6D19-70E9DA6E11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5423743"/>
              </p:ext>
            </p:extLst>
          </p:nvPr>
        </p:nvGraphicFramePr>
        <p:xfrm>
          <a:off x="838200" y="1024010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Department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Global Marketing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8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517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A0363-D833-BFE8-C73A-88D44BDC7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CEB2EFD-CA21-5206-0020-087A4B1A99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0092"/>
            <a:ext cx="9144000" cy="380877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err="1"/>
              <a:t>mergeCells</a:t>
            </a:r>
            <a:endParaRPr lang="en-IN" b="1" dirty="0"/>
          </a:p>
        </p:txBody>
      </p:sp>
      <p:graphicFrame>
        <p:nvGraphicFramePr>
          <p:cNvPr id="4" name="UpdateTable">
            <a:extLst>
              <a:ext uri="{FF2B5EF4-FFF2-40B4-BE49-F238E27FC236}">
                <a16:creationId xmlns:a16="http://schemas.microsoft.com/office/drawing/2014/main" id="{6C16D33D-6348-E3BA-7663-45A5DBDFB2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5423743"/>
              </p:ext>
            </p:extLst>
          </p:nvPr>
        </p:nvGraphicFramePr>
        <p:xfrm>
          <a:off x="838200" y="1024010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Department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Global Marketing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8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1267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16CD4-324C-0B3A-F6AF-C1A009B18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D155F54-71B5-11C1-C0E9-9668827327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0092"/>
            <a:ext cx="9144000" cy="380877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err="1"/>
              <a:t>splitCell</a:t>
            </a:r>
            <a:endParaRPr lang="en-IN" b="1" dirty="0"/>
          </a:p>
        </p:txBody>
      </p:sp>
      <p:graphicFrame>
        <p:nvGraphicFramePr>
          <p:cNvPr id="4" name="UpdateTable">
            <a:extLst>
              <a:ext uri="{FF2B5EF4-FFF2-40B4-BE49-F238E27FC236}">
                <a16:creationId xmlns:a16="http://schemas.microsoft.com/office/drawing/2014/main" id="{15727E9B-E8C2-52A0-888C-67D29F6DD6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5423743"/>
              </p:ext>
            </p:extLst>
          </p:nvPr>
        </p:nvGraphicFramePr>
        <p:xfrm>
          <a:off x="838200" y="1024010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Department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Global Marketing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8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4364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5C2A7-71F0-8FC6-7DBB-7C147AF64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11172CF-323C-E96C-775A-636A6967D5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0092"/>
            <a:ext cx="9144000" cy="380877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err="1"/>
              <a:t>styleTable</a:t>
            </a:r>
            <a:endParaRPr lang="en-IN" b="1" dirty="0"/>
          </a:p>
        </p:txBody>
      </p:sp>
      <p:graphicFrame>
        <p:nvGraphicFramePr>
          <p:cNvPr id="4" name="UpdateTable">
            <a:extLst>
              <a:ext uri="{FF2B5EF4-FFF2-40B4-BE49-F238E27FC236}">
                <a16:creationId xmlns:a16="http://schemas.microsoft.com/office/drawing/2014/main" id="{CF894ED1-CD1E-8A7E-8363-860F633694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5423743"/>
              </p:ext>
            </p:extLst>
          </p:nvPr>
        </p:nvGraphicFramePr>
        <p:xfrm>
          <a:off x="838200" y="1024010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Department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Global Marketing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8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1484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E9312-D35E-6987-00EE-E545C10B0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F2A2705-5609-A47D-00F3-2E148FC60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0092"/>
            <a:ext cx="9144000" cy="380877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err="1"/>
              <a:t>styleColumn</a:t>
            </a:r>
            <a:endParaRPr lang="en-IN" b="1" dirty="0"/>
          </a:p>
        </p:txBody>
      </p:sp>
      <p:graphicFrame>
        <p:nvGraphicFramePr>
          <p:cNvPr id="4" name="UpdateTable">
            <a:extLst>
              <a:ext uri="{FF2B5EF4-FFF2-40B4-BE49-F238E27FC236}">
                <a16:creationId xmlns:a16="http://schemas.microsoft.com/office/drawing/2014/main" id="{1B0561AA-9FB6-7F8A-25AB-FBDEA39CD2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5423743"/>
              </p:ext>
            </p:extLst>
          </p:nvPr>
        </p:nvGraphicFramePr>
        <p:xfrm>
          <a:off x="838200" y="1024010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Department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Global Marketing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8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32240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DF0A3-E48F-DB21-F862-29DB8B730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0BF13AF-9988-C34E-19AD-5120F990B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0092"/>
            <a:ext cx="9144000" cy="380877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err="1"/>
              <a:t>styleRow</a:t>
            </a:r>
            <a:endParaRPr lang="en-IN" b="1" dirty="0"/>
          </a:p>
        </p:txBody>
      </p:sp>
      <p:graphicFrame>
        <p:nvGraphicFramePr>
          <p:cNvPr id="4" name="UpdateTable">
            <a:extLst>
              <a:ext uri="{FF2B5EF4-FFF2-40B4-BE49-F238E27FC236}">
                <a16:creationId xmlns:a16="http://schemas.microsoft.com/office/drawing/2014/main" id="{514F4F1B-9653-A4E1-BD07-73A31A82FA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5423743"/>
              </p:ext>
            </p:extLst>
          </p:nvPr>
        </p:nvGraphicFramePr>
        <p:xfrm>
          <a:off x="838200" y="1024010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Department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Global Marketing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8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30195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2BA87-A7CD-5279-BF28-C7488F570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6F471E8-C609-63EF-ED39-B067880335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0092"/>
            <a:ext cx="9144000" cy="380877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err="1"/>
              <a:t>styleCell</a:t>
            </a:r>
            <a:endParaRPr lang="en-IN" b="1" dirty="0"/>
          </a:p>
        </p:txBody>
      </p:sp>
      <p:graphicFrame>
        <p:nvGraphicFramePr>
          <p:cNvPr id="4" name="UpdateTable">
            <a:extLst>
              <a:ext uri="{FF2B5EF4-FFF2-40B4-BE49-F238E27FC236}">
                <a16:creationId xmlns:a16="http://schemas.microsoft.com/office/drawing/2014/main" id="{B05C0DE4-BC8A-F702-C8DC-46688D9B6B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5423743"/>
              </p:ext>
            </p:extLst>
          </p:nvPr>
        </p:nvGraphicFramePr>
        <p:xfrm>
          <a:off x="838200" y="1024010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Department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Q1 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Global Marketing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$520,000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$245,000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8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304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361</Words>
  <Application>Microsoft Office PowerPoint</Application>
  <PresentationFormat>Widescreen</PresentationFormat>
  <Paragraphs>221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Suyog Jadhav</dc:creator>
  <cp:lastModifiedBy>Suyog Jadhav</cp:lastModifiedBy>
  <cp:revision>26</cp:revision>
  <dcterms:created xsi:type="dcterms:W3CDTF">2026-10-23T11:23:37Z</dcterms:created>
  <dcterms:modified xsi:type="dcterms:W3CDTF">2026-10-25T12:26:04Z</dcterms:modified>
</cp:coreProperties>
</file>
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FA67-D74A-0A3E-CE66-4BB570988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65A28-E09E-21E1-9AE2-CA7A9DAF7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782CA-FA30-3EC1-AA73-26D078EB6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B3A26-1636-35E5-20FB-CF78FAAD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7D05-C958-60A5-9857-85F242F6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80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2EE3-615D-94A4-4086-03EB6825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8A76-D7E4-5FAA-A6BB-48C4D0C0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CE7FC-6A6C-0037-EF74-8004F20F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ACCE-4F4D-67FA-1647-033F46CD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F0DC3-5885-73BD-D2E4-6F61E380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576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253EF-68CA-714E-9E0A-E092CD18E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81744-C72B-D1E2-FBF0-619B493B5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4FBB6-DCD1-2E3A-0EAF-0D765BE6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B71E3-374C-B466-8FC8-F96E93FA9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83D45-FA27-115B-B30A-FB441AD7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5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54EF-B25C-9289-01D0-50F7A0D6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475CA-AEAF-6F89-2263-A965738E8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2C7A5-9EDB-E93F-D4B8-CFF6FBF77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A4DC8-1CBB-925B-6220-07DBAD33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25671-4ED4-E501-99DB-2B7581D6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142B3-3949-A9DB-D916-4A611803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53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6625-D614-3D5B-EBB9-8474D629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8209-7389-1B30-6C36-087EA69B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6BB47-CCEB-BB0F-4A54-F9CF9795D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44E2B-C0AB-CB8A-EA70-10E2DE1B5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B2CE4-119C-0622-C87C-DEA14CD74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41E50-D7AA-3C4C-8A6D-E1F2287F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87880-1564-0B38-6989-D537E694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55D93-0428-FA70-8231-7D0B5D8E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467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F04C-DF8B-3582-4FF0-85C0167B8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8E0ADD-AEA0-B332-E177-990F6746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F355D-C8BD-1257-6D95-DCA736B6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A1C1B-E22A-D03F-F7EA-53B205F2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95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80257-F553-FDC2-CC0A-0B9F62C9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E8C0B-E2B2-7B9D-1C38-F0DAFC0E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AE6A4-670C-570D-C1A3-020ADADD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94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734D-D9AD-C308-5E23-BF26A41A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AB363-207E-B336-0340-72251E607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6879F-A10D-6DA4-AE45-94695D88D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23EAC-E950-9A12-0AF1-12ACB0C7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952D6-0F2B-601C-2BD7-CA55FECB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58487-8AB1-E652-8585-13D14A32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71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688C8-439D-3A21-7849-D164540F7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9B081-27F6-8FEA-04FD-7B38F4990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FD590-DA55-DDF3-29AA-6D78CDEFD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815CB-DEB6-2C36-81AA-1803A36B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FC213-E2A2-1C80-5374-80940E06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8CBE5-8B3A-D73D-4CAD-062FAD73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059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FD925-0900-FB6C-FAF0-79DFD7BA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65678-BED2-7B4E-C74F-FE76D0D1F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4DE18-DBE9-BB21-22EE-B8B2D337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DFA40-C83B-E00E-379F-172D1B7F1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11AD3-A16E-FABB-02C2-3A0A76FC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94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C1920-70D5-03C6-562F-211705E32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109A4-614B-D897-387E-FED23D332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1C504-2642-8810-D520-2D3831DEA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50265-E831-DFE8-FC5A-4F372733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C613-C0F3-E16E-768F-CB11E391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8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5CD37-C3B8-23F0-AAFF-7BDC2842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AD0B8-B01B-C284-4D1F-67833DAFF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B640-2084-9F76-E640-BC51D41AD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65081-DB4E-4868-BE60-DF84815D8F7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3C92-7E31-09D7-0077-1AAFDC48F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19EF9-B789-72ED-8A4B-D56BF0E2C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B0C53-A380-44C8-BCDA-0E388BAFE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54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F55D-131D-8580-2AE4-0274425AE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/>
          <a:lstStyle/>
          <a:p>
            <a:r>
              <a:rPr lang="en-IN" b="1" dirty="0" err="1"/>
              <a:t>addShape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84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02FA-20F7-D296-FB66-2A86CA43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31806-07F6-0A2A-C1B9-724EF6188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updateShape</a:t>
            </a:r>
            <a:endParaRPr lang="en-IN" dirty="0"/>
          </a:p>
        </p:txBody>
      </p:sp>
      <p:sp>
        <p:nvSpPr>
          <p:cNvPr id="3" name="updateShape Circle">
            <a:extLst>
              <a:ext uri="{FF2B5EF4-FFF2-40B4-BE49-F238E27FC236}">
                <a16:creationId xmlns:a16="http://schemas.microsoft.com/office/drawing/2014/main" id="{A92371B7-7A35-517E-C29B-E63B9449DB95}"/>
              </a:ext>
            </a:extLst>
          </p:cNvPr>
          <p:cNvSpPr/>
          <p:nvPr/>
        </p:nvSpPr>
        <p:spPr>
          <a:xfrm>
            <a:off x="1195754" y="2831123"/>
            <a:ext cx="1978269" cy="1925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updateShape Triangle">
            <a:extLst>
              <a:ext uri="{FF2B5EF4-FFF2-40B4-BE49-F238E27FC236}">
                <a16:creationId xmlns:a16="http://schemas.microsoft.com/office/drawing/2014/main" id="{C6DDE855-FECA-8C18-6DDC-33F7AEF37D1F}"/>
              </a:ext>
            </a:extLst>
          </p:cNvPr>
          <p:cNvSpPr/>
          <p:nvPr/>
        </p:nvSpPr>
        <p:spPr>
          <a:xfrm>
            <a:off x="5049716" y="2699238"/>
            <a:ext cx="2039815" cy="2057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updateShape Arrow">
            <a:extLst>
              <a:ext uri="{FF2B5EF4-FFF2-40B4-BE49-F238E27FC236}">
                <a16:creationId xmlns:a16="http://schemas.microsoft.com/office/drawing/2014/main" id="{E0A12336-0EF4-C65D-91EB-EF1F2DBCE4CC}"/>
              </a:ext>
            </a:extLst>
          </p:cNvPr>
          <p:cNvCxnSpPr/>
          <p:nvPr/>
        </p:nvCxnSpPr>
        <p:spPr>
          <a:xfrm flipV="1">
            <a:off x="8625254" y="2620108"/>
            <a:ext cx="1591408" cy="195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62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FAE3-5FD3-31A4-D993-C5758547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F061-04CD-09B2-12DC-0A24398FF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removeShape</a:t>
            </a:r>
            <a:endParaRPr lang="en-IN" dirty="0"/>
          </a:p>
        </p:txBody>
      </p:sp>
      <p:sp>
        <p:nvSpPr>
          <p:cNvPr id="3" name="removeShape Circle">
            <a:extLst>
              <a:ext uri="{FF2B5EF4-FFF2-40B4-BE49-F238E27FC236}">
                <a16:creationId xmlns:a16="http://schemas.microsoft.com/office/drawing/2014/main" id="{D8FDFD16-0870-C701-AFEE-EE302784BE17}"/>
              </a:ext>
            </a:extLst>
          </p:cNvPr>
          <p:cNvSpPr/>
          <p:nvPr/>
        </p:nvSpPr>
        <p:spPr>
          <a:xfrm>
            <a:off x="1195754" y="2831123"/>
            <a:ext cx="1978269" cy="1925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moveShape Triangle">
            <a:extLst>
              <a:ext uri="{FF2B5EF4-FFF2-40B4-BE49-F238E27FC236}">
                <a16:creationId xmlns:a16="http://schemas.microsoft.com/office/drawing/2014/main" id="{6A0BA995-9E97-3295-8D0A-EE848AF198CA}"/>
              </a:ext>
            </a:extLst>
          </p:cNvPr>
          <p:cNvSpPr/>
          <p:nvPr/>
        </p:nvSpPr>
        <p:spPr>
          <a:xfrm>
            <a:off x="5049716" y="2699238"/>
            <a:ext cx="2039815" cy="2057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removeShape Arrow">
            <a:extLst>
              <a:ext uri="{FF2B5EF4-FFF2-40B4-BE49-F238E27FC236}">
                <a16:creationId xmlns:a16="http://schemas.microsoft.com/office/drawing/2014/main" id="{43402299-336C-9D81-9757-E4E7081F09F5}"/>
              </a:ext>
            </a:extLst>
          </p:cNvPr>
          <p:cNvCxnSpPr/>
          <p:nvPr/>
        </p:nvCxnSpPr>
        <p:spPr>
          <a:xfrm flipV="1">
            <a:off x="8625254" y="2620108"/>
            <a:ext cx="1591408" cy="195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67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E708-CC78-81D5-1B61-A9D3476F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3263-579A-0699-FCDB-BBFF36BD7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clearShapes</a:t>
            </a:r>
            <a:endParaRPr lang="en-IN" dirty="0"/>
          </a:p>
        </p:txBody>
      </p:sp>
      <p:sp>
        <p:nvSpPr>
          <p:cNvPr id="3" name="clearShapes Circle">
            <a:extLst>
              <a:ext uri="{FF2B5EF4-FFF2-40B4-BE49-F238E27FC236}">
                <a16:creationId xmlns:a16="http://schemas.microsoft.com/office/drawing/2014/main" id="{42FAD426-EED4-5D4A-8472-41956B0A668E}"/>
              </a:ext>
            </a:extLst>
          </p:cNvPr>
          <p:cNvSpPr/>
          <p:nvPr/>
        </p:nvSpPr>
        <p:spPr>
          <a:xfrm>
            <a:off x="1195754" y="2831123"/>
            <a:ext cx="1978269" cy="1925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Circle</a:t>
            </a:r>
          </a:p>
        </p:txBody>
      </p:sp>
      <p:sp>
        <p:nvSpPr>
          <p:cNvPr id="4" name="clearShapes Triangle">
            <a:extLst>
              <a:ext uri="{FF2B5EF4-FFF2-40B4-BE49-F238E27FC236}">
                <a16:creationId xmlns:a16="http://schemas.microsoft.com/office/drawing/2014/main" id="{56ED4468-400C-10BA-92FE-FACEB71EC70F}"/>
              </a:ext>
            </a:extLst>
          </p:cNvPr>
          <p:cNvSpPr/>
          <p:nvPr/>
        </p:nvSpPr>
        <p:spPr>
          <a:xfrm>
            <a:off x="5049716" y="2699238"/>
            <a:ext cx="2039815" cy="2057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Triangle</a:t>
            </a:r>
          </a:p>
        </p:txBody>
      </p:sp>
      <p:cxnSp>
        <p:nvCxnSpPr>
          <p:cNvPr id="6" name="clearShapes Arrow">
            <a:extLst>
              <a:ext uri="{FF2B5EF4-FFF2-40B4-BE49-F238E27FC236}">
                <a16:creationId xmlns:a16="http://schemas.microsoft.com/office/drawing/2014/main" id="{AEBD8AE6-EC4A-285A-B51C-96AFA9F68EFA}"/>
              </a:ext>
            </a:extLst>
          </p:cNvPr>
          <p:cNvCxnSpPr/>
          <p:nvPr/>
        </p:nvCxnSpPr>
        <p:spPr>
          <a:xfrm flipV="1">
            <a:off x="8625254" y="2620108"/>
            <a:ext cx="1591408" cy="195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10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A161-1277-4B94-5EA5-639BCF4A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45890-13C3-05A8-911E-AAE5AC667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cloneShape</a:t>
            </a:r>
            <a:endParaRPr lang="en-IN" dirty="0"/>
          </a:p>
        </p:txBody>
      </p:sp>
      <p:sp>
        <p:nvSpPr>
          <p:cNvPr id="3" name="cloneShape Circle">
            <a:extLst>
              <a:ext uri="{FF2B5EF4-FFF2-40B4-BE49-F238E27FC236}">
                <a16:creationId xmlns:a16="http://schemas.microsoft.com/office/drawing/2014/main" id="{C2D6A4FB-1E0A-7F8C-419B-F9D7411F12E5}"/>
              </a:ext>
            </a:extLst>
          </p:cNvPr>
          <p:cNvSpPr/>
          <p:nvPr/>
        </p:nvSpPr>
        <p:spPr>
          <a:xfrm>
            <a:off x="1195754" y="2831123"/>
            <a:ext cx="1978269" cy="192551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Circle</a:t>
            </a:r>
          </a:p>
        </p:txBody>
      </p:sp>
    </p:spTree>
    <p:extLst>
      <p:ext uri="{BB962C8B-B14F-4D97-AF65-F5344CB8AC3E}">
        <p14:creationId xmlns:p14="http://schemas.microsoft.com/office/powerpoint/2010/main" val="1318239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606B-5C82-3A18-E223-C464DF9C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10AB-B031-BF4A-05C8-920A9002B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groupShapes</a:t>
            </a:r>
            <a:endParaRPr lang="en-IN" dirty="0"/>
          </a:p>
        </p:txBody>
      </p:sp>
      <p:sp>
        <p:nvSpPr>
          <p:cNvPr id="3" name="groupShapes Circle">
            <a:extLst>
              <a:ext uri="{FF2B5EF4-FFF2-40B4-BE49-F238E27FC236}">
                <a16:creationId xmlns:a16="http://schemas.microsoft.com/office/drawing/2014/main" id="{156937D6-4229-713C-C734-16786DA90767}"/>
              </a:ext>
            </a:extLst>
          </p:cNvPr>
          <p:cNvSpPr/>
          <p:nvPr/>
        </p:nvSpPr>
        <p:spPr>
          <a:xfrm>
            <a:off x="1195754" y="2831123"/>
            <a:ext cx="1978269" cy="19255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Circle</a:t>
            </a:r>
          </a:p>
        </p:txBody>
      </p:sp>
      <p:sp>
        <p:nvSpPr>
          <p:cNvPr id="4" name="groupShapes Triangle">
            <a:extLst>
              <a:ext uri="{FF2B5EF4-FFF2-40B4-BE49-F238E27FC236}">
                <a16:creationId xmlns:a16="http://schemas.microsoft.com/office/drawing/2014/main" id="{98F44BFB-B45D-349D-860E-394F05D6A083}"/>
              </a:ext>
            </a:extLst>
          </p:cNvPr>
          <p:cNvSpPr/>
          <p:nvPr/>
        </p:nvSpPr>
        <p:spPr>
          <a:xfrm>
            <a:off x="3319528" y="1591408"/>
            <a:ext cx="2039815" cy="2057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Triangle</a:t>
            </a:r>
          </a:p>
        </p:txBody>
      </p:sp>
      <p:cxnSp>
        <p:nvCxnSpPr>
          <p:cNvPr id="6" name="groupShapes Arrow">
            <a:extLst>
              <a:ext uri="{FF2B5EF4-FFF2-40B4-BE49-F238E27FC236}">
                <a16:creationId xmlns:a16="http://schemas.microsoft.com/office/drawing/2014/main" id="{96C520C6-FDAF-5C57-0884-F73936F582FD}"/>
              </a:ext>
            </a:extLst>
          </p:cNvPr>
          <p:cNvCxnSpPr/>
          <p:nvPr/>
        </p:nvCxnSpPr>
        <p:spPr>
          <a:xfrm flipV="1">
            <a:off x="4236943" y="3429000"/>
            <a:ext cx="1591408" cy="1951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02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A27B-A073-762F-0549-1DCEE60A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E5DB-183A-3598-79D0-803CEDFF2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4825"/>
            <a:ext cx="9144000" cy="1049337"/>
          </a:xfrm>
        </p:spPr>
        <p:txBody>
          <a:bodyPr>
            <a:normAutofit/>
          </a:bodyPr>
          <a:lstStyle/>
          <a:p>
            <a:r>
              <a:rPr lang="en-IN" b="1" dirty="0" err="1"/>
              <a:t>ungroupShapes</a:t>
            </a:r>
            <a:endParaRPr lang="en-IN" dirty="0"/>
          </a:p>
        </p:txBody>
      </p:sp>
      <p:grpSp>
        <p:nvGrpSpPr>
          <p:cNvPr id="5" name="ungroupShapes">
            <a:extLst>
              <a:ext uri="{FF2B5EF4-FFF2-40B4-BE49-F238E27FC236}">
                <a16:creationId xmlns:a16="http://schemas.microsoft.com/office/drawing/2014/main" id="{55C42FB1-3F5A-153E-9803-71887839C0F5}"/>
              </a:ext>
            </a:extLst>
          </p:cNvPr>
          <p:cNvGrpSpPr/>
          <p:nvPr/>
        </p:nvGrpSpPr>
        <p:grpSpPr>
          <a:xfrm>
            <a:off x="1195754" y="2620108"/>
            <a:ext cx="9020908" cy="2136530"/>
            <a:chOff x="1195754" y="2620108"/>
            <a:chExt cx="9020908" cy="2136530"/>
          </a:xfrm>
        </p:grpSpPr>
        <p:sp>
          <p:nvSpPr>
            <p:cNvPr id="3" name="ungroupShapes Circle">
              <a:extLst>
                <a:ext uri="{FF2B5EF4-FFF2-40B4-BE49-F238E27FC236}">
                  <a16:creationId xmlns:a16="http://schemas.microsoft.com/office/drawing/2014/main" id="{D85004F0-563B-2D25-2608-53B4B2728AD9}"/>
                </a:ext>
              </a:extLst>
            </p:cNvPr>
            <p:cNvSpPr/>
            <p:nvPr/>
          </p:nvSpPr>
          <p:spPr>
            <a:xfrm>
              <a:off x="1195754" y="2831123"/>
              <a:ext cx="1978269" cy="192551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Circle</a:t>
              </a:r>
            </a:p>
          </p:txBody>
        </p:sp>
        <p:sp>
          <p:nvSpPr>
            <p:cNvPr id="4" name="ungroupShapes Triangle">
              <a:extLst>
                <a:ext uri="{FF2B5EF4-FFF2-40B4-BE49-F238E27FC236}">
                  <a16:creationId xmlns:a16="http://schemas.microsoft.com/office/drawing/2014/main" id="{FFFBAB3D-D56F-35BF-0B65-CD1456255197}"/>
                </a:ext>
              </a:extLst>
            </p:cNvPr>
            <p:cNvSpPr/>
            <p:nvPr/>
          </p:nvSpPr>
          <p:spPr>
            <a:xfrm>
              <a:off x="5049716" y="2699238"/>
              <a:ext cx="2039815" cy="20574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Triangle</a:t>
              </a:r>
            </a:p>
          </p:txBody>
        </p:sp>
        <p:cxnSp>
          <p:nvCxnSpPr>
            <p:cNvPr id="6" name="ungroupShapes Arrow">
              <a:extLst>
                <a:ext uri="{FF2B5EF4-FFF2-40B4-BE49-F238E27FC236}">
                  <a16:creationId xmlns:a16="http://schemas.microsoft.com/office/drawing/2014/main" id="{4166F9F0-129D-0EC4-2904-8CEC3B4530C5}"/>
                </a:ext>
              </a:extLst>
            </p:cNvPr>
            <p:cNvCxnSpPr/>
            <p:nvPr/>
          </p:nvCxnSpPr>
          <p:spPr>
            <a:xfrm flipV="1">
              <a:off x="8625254" y="2620108"/>
              <a:ext cx="1591408" cy="19518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09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addShape</vt:lpstr>
      <vt:lpstr>updateShape</vt:lpstr>
      <vt:lpstr>removeShape</vt:lpstr>
      <vt:lpstr>clearShapes</vt:lpstr>
      <vt:lpstr>cloneShape</vt:lpstr>
      <vt:lpstr>groupShapes</vt:lpstr>
      <vt:lpstr>ungroupShapes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3</cp:revision>
  <dcterms:created xsi:type="dcterms:W3CDTF">2026-10-18T05:33:53Z</dcterms:created>
  <dcterms:modified xsi:type="dcterms:W3CDTF">2026-10-18T05:53:06Z</dcterms:modified>
</cp:coreProperties>
</file>
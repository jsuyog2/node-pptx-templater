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Ex1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charts/chart6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Ex3.xml" ContentType="application/vnd.ms-office.chartex+xml"/>
  <Override PartName="/ppt/charts/style9.xml" ContentType="application/vnd.ms-office.chartstyle+xml"/>
  <Override PartName="/ppt/charts/colors9.xml" ContentType="application/vnd.ms-office.chartcolorstyle+xml"/>
  <Override PartName="/ppt/charts/chart7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8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9.xml" ContentType="application/vnd.openxmlformats-officedocument.drawingml.chart+xml"/>
  <Override PartName="/ppt/charts/chartEx4.xml" ContentType="application/vnd.ms-office.chartex+xml"/>
  <Override PartName="/ppt/charts/style12.xml" ContentType="application/vnd.ms-office.chartstyle+xml"/>
  <Override PartName="/ppt/charts/colors12.xml" ContentType="application/vnd.ms-office.chartcolorstyle+xml"/>
  <Override PartName="/ppt/charts/chartEx5.xml" ContentType="application/vnd.ms-office.chartex+xml"/>
  <Override PartName="/ppt/charts/style13.xml" ContentType="application/vnd.ms-office.chartstyle+xml"/>
  <Override PartName="/ppt/charts/colors13.xml" ContentType="application/vnd.ms-office.chartcolorstyle+xml"/>
  <Override PartName="/ppt/charts/chartEx6.xml" ContentType="application/vnd.ms-office.chartex+xml"/>
  <Override PartName="/ppt/charts/style14.xml" ContentType="application/vnd.ms-office.chartstyle+xml"/>
  <Override PartName="/ppt/charts/colors14.xml" ContentType="application/vnd.ms-office.chartcolorstyle+xml"/>
  <Override PartName="/ppt/charts/chart10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Ex7.xml" ContentType="application/vnd.ms-office.chartex+xml"/>
  <Override PartName="/ppt/charts/style16.xml" ContentType="application/vnd.ms-office.chartstyle+xml"/>
  <Override PartName="/ppt/charts/colors16.xml" ContentType="application/vnd.ms-office.chartcolorstyle+xml"/>
  <Override PartName="/ppt/charts/chart11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2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3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14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15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Ex8.xml" ContentType="application/vnd.ms-office.chartex+xml"/>
  <Override PartName="/ppt/charts/style22.xml" ContentType="application/vnd.ms-office.chartstyle+xml"/>
  <Override PartName="/ppt/charts/colors22.xml" ContentType="application/vnd.ms-office.chartcolorstyle+xml"/>
  <Override PartName="/ppt/charts/chartEx9.xml" ContentType="application/vnd.ms-office.chartex+xml"/>
  <Override PartName="/ppt/charts/style23.xml" ContentType="application/vnd.ms-office.chartstyle+xml"/>
  <Override PartName="/ppt/charts/colors23.xml" ContentType="application/vnd.ms-office.chartcolorstyle+xml"/>
  <Override PartName="/ppt/charts/chart16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Ex10.xml" ContentType="application/vnd.ms-office.chartex+xml"/>
  <Override PartName="/ppt/charts/style25.xml" ContentType="application/vnd.ms-office.chartstyle+xml"/>
  <Override PartName="/ppt/charts/colors25.xml" ContentType="application/vnd.ms-office.chartcolorstyle+xml"/>
  <Override PartName="/ppt/charts/chart17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18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19.xml" ContentType="application/vnd.openxmlformats-officedocument.drawingml.chart+xml"/>
  <Override PartName="/ppt/charts/chartEx11.xml" ContentType="application/vnd.ms-office.chartex+xml"/>
  <Override PartName="/ppt/charts/style28.xml" ContentType="application/vnd.ms-office.chartstyle+xml"/>
  <Override PartName="/ppt/charts/colors28.xml" ContentType="application/vnd.ms-office.chartcolorstyle+xml"/>
  <Override PartName="/ppt/charts/chartEx12.xml" ContentType="application/vnd.ms-office.chartex+xml"/>
  <Override PartName="/ppt/charts/style29.xml" ContentType="application/vnd.ms-office.chartstyle+xml"/>
  <Override PartName="/ppt/charts/colors29.xml" ContentType="application/vnd.ms-office.chartcolorstyle+xml"/>
  <Override PartName="/ppt/charts/chartEx13.xml" ContentType="application/vnd.ms-office.chartex+xml"/>
  <Override PartName="/ppt/charts/style30.xml" ContentType="application/vnd.ms-office.chartstyle+xml"/>
  <Override PartName="/ppt/charts/colors30.xml" ContentType="application/vnd.ms-office.chartcolorstyle+xml"/>
  <Override PartName="/ppt/charts/chart20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Ex14.xml" ContentType="application/vnd.ms-office.chartex+xml"/>
  <Override PartName="/ppt/charts/style32.xml" ContentType="application/vnd.ms-office.chartstyle+xml"/>
  <Override PartName="/ppt/charts/colors32.xml" ContentType="application/vnd.ms-office.chartcolorstyle+xml"/>
  <Override PartName="/ppt/charts/chart21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22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23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24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25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Ex15.xml" ContentType="application/vnd.ms-office.chartex+xml"/>
  <Override PartName="/ppt/charts/style38.xml" ContentType="application/vnd.ms-office.chartstyle+xml"/>
  <Override PartName="/ppt/charts/colors38.xml" ContentType="application/vnd.ms-office.chartcolorstyle+xml"/>
  <Override PartName="/ppt/charts/chartEx16.xml" ContentType="application/vnd.ms-office.chartex+xml"/>
  <Override PartName="/ppt/charts/style39.xml" ContentType="application/vnd.ms-office.chartstyle+xml"/>
  <Override PartName="/ppt/charts/colors39.xml" ContentType="application/vnd.ms-office.chartcolorstyle+xml"/>
  <Override PartName="/ppt/charts/chart26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Ex17.xml" ContentType="application/vnd.ms-office.chartex+xml"/>
  <Override PartName="/ppt/charts/style41.xml" ContentType="application/vnd.ms-office.chartstyle+xml"/>
  <Override PartName="/ppt/charts/colors41.xml" ContentType="application/vnd.ms-office.chartcolorstyle+xml"/>
  <Override PartName="/ppt/charts/chart27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2" r:id="rId5"/>
    <p:sldId id="273" r:id="rId6"/>
    <p:sldId id="268" r:id="rId7"/>
    <p:sldId id="269" r:id="rId8"/>
    <p:sldId id="265" r:id="rId9"/>
    <p:sldId id="257" r:id="rId10"/>
    <p:sldId id="267" r:id="rId11"/>
    <p:sldId id="274" r:id="rId12"/>
    <p:sldId id="275" r:id="rId13"/>
    <p:sldId id="276" r:id="rId14"/>
    <p:sldId id="277" r:id="rId15"/>
    <p:sldId id="278" r:id="rId16"/>
    <p:sldId id="259" r:id="rId17"/>
    <p:sldId id="260" r:id="rId18"/>
    <p:sldId id="26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47" d="100"/>
          <a:sy n="47" d="100"/>
        </p:scale>
        <p:origin x="9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package" Target="../embeddings/Microsoft_Excel_Worksheet5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package" Target="../embeddings/Microsoft_Excel_Worksheet8.xlsx"/></Relationships>
</file>

<file path=ppt/charts/_rels/chartEx4.xml.rels><?xml version="1.0" encoding="UTF-8" standalone="yes"?>
<Relationships xmlns="http://schemas.openxmlformats.org/package/2006/relationships"><Relationship Id="rId3" Type="http://schemas.microsoft.com/office/2011/relationships/chartColorStyle" Target="colors12.xml"/><Relationship Id="rId2" Type="http://schemas.microsoft.com/office/2011/relationships/chartStyle" Target="style12.xml"/><Relationship Id="rId1" Type="http://schemas.openxmlformats.org/officeDocument/2006/relationships/package" Target="../embeddings/Microsoft_Excel_Worksheet12.xlsx"/></Relationships>
</file>

<file path=ppt/charts/_rels/chartEx5.xml.rels><?xml version="1.0" encoding="UTF-8" standalone="yes"?>
<Relationships xmlns="http://schemas.openxmlformats.org/package/2006/relationships"><Relationship Id="rId3" Type="http://schemas.microsoft.com/office/2011/relationships/chartColorStyle" Target="colors13.xml"/><Relationship Id="rId2" Type="http://schemas.microsoft.com/office/2011/relationships/chartStyle" Target="style13.xml"/><Relationship Id="rId1" Type="http://schemas.openxmlformats.org/officeDocument/2006/relationships/package" Target="../embeddings/Microsoft_Excel_Worksheet13.xlsx"/></Relationships>
</file>

<file path=ppt/charts/_rels/chartEx6.xml.rels><?xml version="1.0" encoding="UTF-8" standalone="yes"?>
<Relationships xmlns="http://schemas.openxmlformats.org/package/2006/relationships"><Relationship Id="rId3" Type="http://schemas.microsoft.com/office/2011/relationships/chartColorStyle" Target="colors14.xml"/><Relationship Id="rId2" Type="http://schemas.microsoft.com/office/2011/relationships/chartStyle" Target="style14.xml"/><Relationship Id="rId1" Type="http://schemas.openxmlformats.org/officeDocument/2006/relationships/package" Target="../embeddings/Microsoft_Excel_Worksheet14.xlsx"/></Relationships>
</file>

<file path=ppt/charts/_rels/chartEx7.xml.rels><?xml version="1.0" encoding="UTF-8" standalone="yes"?>
<Relationships xmlns="http://schemas.openxmlformats.org/package/2006/relationships"><Relationship Id="rId3" Type="http://schemas.microsoft.com/office/2011/relationships/chartColorStyle" Target="colors16.xml"/><Relationship Id="rId2" Type="http://schemas.microsoft.com/office/2011/relationships/chartStyle" Target="style16.xml"/><Relationship Id="rId1" Type="http://schemas.openxmlformats.org/officeDocument/2006/relationships/package" Target="../embeddings/Microsoft_Excel_Worksheet16.xlsx"/></Relationships>
</file>

<file path=ppt/charts/_rels/chartEx8.xml.rels><?xml version="1.0" encoding="UTF-8" standalone="yes"?>
<Relationships xmlns="http://schemas.openxmlformats.org/package/2006/relationships"><Relationship Id="rId3" Type="http://schemas.microsoft.com/office/2011/relationships/chartColorStyle" Target="colors22.xml"/><Relationship Id="rId2" Type="http://schemas.microsoft.com/office/2011/relationships/chartStyle" Target="style22.xml"/><Relationship Id="rId1" Type="http://schemas.openxmlformats.org/officeDocument/2006/relationships/package" Target="../embeddings/Microsoft_Excel_Worksheet22.xlsx"/></Relationships>
</file>

<file path=ppt/charts/_rels/chartEx9.xml.rels><?xml version="1.0" encoding="UTF-8" standalone="yes"?>
<Relationships xmlns="http://schemas.openxmlformats.org/package/2006/relationships"><Relationship Id="rId3" Type="http://schemas.microsoft.com/office/2011/relationships/chartColorStyle" Target="colors23.xml"/><Relationship Id="rId2" Type="http://schemas.microsoft.com/office/2011/relationships/chartStyle" Target="style23.xml"/><Relationship Id="rId1" Type="http://schemas.openxmlformats.org/officeDocument/2006/relationships/package" Target="../embeddings/Microsoft_Excel_Worksheet23.xlsx"/></Relationships>
</file>

<file path=ppt/charts/_rels/chartEx10.xml.rels><?xml version="1.0" encoding="UTF-8" standalone="yes"?>
<Relationships xmlns="http://schemas.openxmlformats.org/package/2006/relationships"><Relationship Id="rId3" Type="http://schemas.microsoft.com/office/2011/relationships/chartColorStyle" Target="colors25.xml"/><Relationship Id="rId2" Type="http://schemas.microsoft.com/office/2011/relationships/chartStyle" Target="style25.xml"/><Relationship Id="rId1" Type="http://schemas.openxmlformats.org/officeDocument/2006/relationships/package" Target="../embeddings/Microsoft_Excel_Worksheet25.xlsx"/></Relationships>
</file>

<file path=ppt/charts/_rels/chartEx11.xml.rels><?xml version="1.0" encoding="UTF-8" standalone="yes"?>
<Relationships xmlns="http://schemas.openxmlformats.org/package/2006/relationships"><Relationship Id="rId3" Type="http://schemas.microsoft.com/office/2011/relationships/chartColorStyle" Target="colors28.xml"/><Relationship Id="rId2" Type="http://schemas.microsoft.com/office/2011/relationships/chartStyle" Target="style28.xml"/><Relationship Id="rId1" Type="http://schemas.openxmlformats.org/officeDocument/2006/relationships/package" Target="../embeddings/Microsoft_Excel_Worksheet29.xlsx"/></Relationships>
</file>

<file path=ppt/charts/_rels/chartEx12.xml.rels><?xml version="1.0" encoding="UTF-8" standalone="yes"?>
<Relationships xmlns="http://schemas.openxmlformats.org/package/2006/relationships"><Relationship Id="rId3" Type="http://schemas.microsoft.com/office/2011/relationships/chartColorStyle" Target="colors29.xml"/><Relationship Id="rId2" Type="http://schemas.microsoft.com/office/2011/relationships/chartStyle" Target="style29.xml"/><Relationship Id="rId1" Type="http://schemas.openxmlformats.org/officeDocument/2006/relationships/package" Target="../embeddings/Microsoft_Excel_Worksheet30.xlsx"/></Relationships>
</file>

<file path=ppt/charts/_rels/chartEx13.xml.rels><?xml version="1.0" encoding="UTF-8" standalone="yes"?>
<Relationships xmlns="http://schemas.openxmlformats.org/package/2006/relationships"><Relationship Id="rId3" Type="http://schemas.microsoft.com/office/2011/relationships/chartColorStyle" Target="colors30.xml"/><Relationship Id="rId2" Type="http://schemas.microsoft.com/office/2011/relationships/chartStyle" Target="style30.xml"/><Relationship Id="rId1" Type="http://schemas.openxmlformats.org/officeDocument/2006/relationships/package" Target="../embeddings/Microsoft_Excel_Worksheet31.xlsx"/></Relationships>
</file>

<file path=ppt/charts/_rels/chartEx14.xml.rels><?xml version="1.0" encoding="UTF-8" standalone="yes"?>
<Relationships xmlns="http://schemas.openxmlformats.org/package/2006/relationships"><Relationship Id="rId3" Type="http://schemas.microsoft.com/office/2011/relationships/chartColorStyle" Target="colors32.xml"/><Relationship Id="rId2" Type="http://schemas.microsoft.com/office/2011/relationships/chartStyle" Target="style32.xml"/><Relationship Id="rId1" Type="http://schemas.openxmlformats.org/officeDocument/2006/relationships/package" Target="../embeddings/Microsoft_Excel_Worksheet33.xlsx"/></Relationships>
</file>

<file path=ppt/charts/_rels/chartEx15.xml.rels><?xml version="1.0" encoding="UTF-8" standalone="yes"?>
<Relationships xmlns="http://schemas.openxmlformats.org/package/2006/relationships"><Relationship Id="rId3" Type="http://schemas.microsoft.com/office/2011/relationships/chartColorStyle" Target="colors38.xml"/><Relationship Id="rId2" Type="http://schemas.microsoft.com/office/2011/relationships/chartStyle" Target="style38.xml"/><Relationship Id="rId1" Type="http://schemas.openxmlformats.org/officeDocument/2006/relationships/package" Target="../embeddings/Microsoft_Excel_Worksheet39.xlsx"/></Relationships>
</file>

<file path=ppt/charts/_rels/chartEx16.xml.rels><?xml version="1.0" encoding="UTF-8" standalone="yes"?>
<Relationships xmlns="http://schemas.openxmlformats.org/package/2006/relationships"><Relationship Id="rId3" Type="http://schemas.microsoft.com/office/2011/relationships/chartColorStyle" Target="colors39.xml"/><Relationship Id="rId2" Type="http://schemas.microsoft.com/office/2011/relationships/chartStyle" Target="style39.xml"/><Relationship Id="rId1" Type="http://schemas.openxmlformats.org/officeDocument/2006/relationships/package" Target="../embeddings/Microsoft_Excel_Worksheet40.xlsx"/></Relationships>
</file>

<file path=ppt/charts/_rels/chartEx17.xml.rels><?xml version="1.0" encoding="UTF-8" standalone="yes"?>
<Relationships xmlns="http://schemas.openxmlformats.org/package/2006/relationships"><Relationship Id="rId3" Type="http://schemas.microsoft.com/office/2011/relationships/chartColorStyle" Target="colors41.xml"/><Relationship Id="rId2" Type="http://schemas.microsoft.com/office/2011/relationships/chartStyle" Target="style41.xml"/><Relationship Id="rId1" Type="http://schemas.openxmlformats.org/officeDocument/2006/relationships/package" Target="../embeddings/Microsoft_Excel_Worksheet4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column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65-42E2-927E-F1E0B1F57E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65-42E2-927E-F1E0B1F57E3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65-42E2-927E-F1E0B1F57E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7375407"/>
        <c:axId val="2075150368"/>
      </c:barChart>
      <c:catAx>
        <c:axId val="127375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0368"/>
        <c:crosses val="autoZero"/>
        <c:auto val="1"/>
        <c:lblAlgn val="ctr"/>
        <c:lblOffset val="100"/>
        <c:noMultiLvlLbl val="0"/>
      </c:catAx>
      <c:valAx>
        <c:axId val="2075150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3754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line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FE-4C48-8B0B-9530A6666A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FE-4C48-8B0B-9530A6666A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9FE-4C48-8B0B-9530A6666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577967"/>
        <c:axId val="2075156128"/>
      </c:lineChart>
      <c:catAx>
        <c:axId val="101577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6128"/>
        <c:crosses val="autoZero"/>
        <c:auto val="1"/>
        <c:lblAlgn val="ctr"/>
        <c:lblOffset val="100"/>
        <c:noMultiLvlLbl val="0"/>
      </c:catAx>
      <c:valAx>
        <c:axId val="2075156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7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area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9-4896-BE7E-039A49A6B6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059-4896-BE7E-039A49A6B6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82607"/>
        <c:axId val="2116529984"/>
      </c:areaChart>
      <c:dateAx>
        <c:axId val="101582607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29984"/>
        <c:crosses val="autoZero"/>
        <c:auto val="1"/>
        <c:lblOffset val="100"/>
        <c:baseTimeUnit val="months"/>
      </c:dateAx>
      <c:valAx>
        <c:axId val="2116529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8260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Bar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E-4B0A-8819-07914F39E7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E-4B0A-8819-07914F39E7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3CE-4B0A-8819-07914F39E7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2573295"/>
        <c:axId val="2075169568"/>
      </c:barChart>
      <c:catAx>
        <c:axId val="42573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9568"/>
        <c:crosses val="autoZero"/>
        <c:auto val="1"/>
        <c:lblAlgn val="ctr"/>
        <c:lblOffset val="100"/>
        <c:noMultiLvlLbl val="0"/>
      </c:catAx>
      <c:valAx>
        <c:axId val="2075169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573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pie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747686919181284"/>
          <c:y val="0.12757002925495373"/>
          <c:w val="0.6943320072876854"/>
          <c:h val="0.6619176236800922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B7C-4C9A-A353-E1CA588D80E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B7C-4C9A-A353-E1CA588D80E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7C-4C9A-A353-E1CA588D80E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B7C-4C9A-A353-E1CA588D80EF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B7C-4C9A-A353-E1CA588D80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radar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F4-44B8-8213-13AE1F9FF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F4-44B8-8213-13AE1F9FF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46722416"/>
        <c:axId val="2075172928"/>
      </c:radarChart>
      <c:catAx>
        <c:axId val="2146722416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72928"/>
        <c:crosses val="autoZero"/>
        <c:auto val="1"/>
        <c:lblAlgn val="ctr"/>
        <c:lblOffset val="100"/>
        <c:noMultiLvlLbl val="0"/>
      </c:catAx>
      <c:valAx>
        <c:axId val="2075172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722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scatter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8AD-4423-A852-1E2ECCDE07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70079"/>
        <c:axId val="2075157088"/>
      </c:scatterChart>
      <c:valAx>
        <c:axId val="1015700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7088"/>
        <c:crosses val="autoZero"/>
        <c:crossBetween val="midCat"/>
      </c:valAx>
      <c:valAx>
        <c:axId val="2075157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007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stock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57</c:v>
                </c:pt>
                <c:pt idx="2">
                  <c:v>57</c:v>
                </c:pt>
                <c:pt idx="3">
                  <c:v>58</c:v>
                </c:pt>
                <c:pt idx="4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2B-4CA8-85B3-8178803288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</c:v>
                </c:pt>
                <c:pt idx="2">
                  <c:v>13</c:v>
                </c:pt>
                <c:pt idx="3">
                  <c:v>11</c:v>
                </c:pt>
                <c:pt idx="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2B-4CA8-85B3-8178803288B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dot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32</c:v>
                </c:pt>
                <c:pt idx="1">
                  <c:v>35</c:v>
                </c:pt>
                <c:pt idx="2">
                  <c:v>34</c:v>
                </c:pt>
                <c:pt idx="3">
                  <c:v>35</c:v>
                </c:pt>
                <c:pt idx="4">
                  <c:v>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32B-4CA8-85B3-8178803288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axId val="462844111"/>
        <c:axId val="2075166688"/>
      </c:stockChart>
      <c:dateAx>
        <c:axId val="46284411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6688"/>
        <c:crosses val="autoZero"/>
        <c:auto val="1"/>
        <c:lblOffset val="100"/>
        <c:baseTimeUnit val="months"/>
      </c:dateAx>
      <c:valAx>
        <c:axId val="207516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28441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surface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81-4F6B-9015-D4C20A2C9B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81-4F6B-9015-D4C20A2C9B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81-4F6B-9015-D4C20A2C9BCD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102215855"/>
        <c:axId val="2116536704"/>
        <c:axId val="196792591"/>
      </c:surface3DChart>
      <c:catAx>
        <c:axId val="1022158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  <c:auto val="1"/>
        <c:lblAlgn val="ctr"/>
        <c:lblOffset val="100"/>
        <c:noMultiLvlLbl val="0"/>
      </c:catAx>
      <c:valAx>
        <c:axId val="2116536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215855"/>
        <c:crosses val="autoZero"/>
        <c:crossBetween val="midCat"/>
      </c:valAx>
      <c:serAx>
        <c:axId val="1967925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combo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53-488B-8B03-89EDC7ED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49919023"/>
        <c:axId val="207515468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49919023"/>
        <c:axId val="2075154688"/>
      </c:lineChart>
      <c:catAx>
        <c:axId val="649919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4688"/>
        <c:crosses val="autoZero"/>
        <c:auto val="1"/>
        <c:lblAlgn val="ctr"/>
        <c:lblOffset val="100"/>
        <c:noMultiLvlLbl val="0"/>
      </c:catAx>
      <c:valAx>
        <c:axId val="207515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499190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column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65-42E2-927E-F1E0B1F57E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65-42E2-927E-F1E0B1F57E3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65-42E2-927E-F1E0B1F57E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7375407"/>
        <c:axId val="2075150368"/>
      </c:barChart>
      <c:catAx>
        <c:axId val="127375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0368"/>
        <c:crosses val="autoZero"/>
        <c:auto val="1"/>
        <c:lblAlgn val="ctr"/>
        <c:lblOffset val="100"/>
        <c:noMultiLvlLbl val="0"/>
      </c:catAx>
      <c:valAx>
        <c:axId val="2075150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3754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line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FE-4C48-8B0B-9530A6666A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FE-4C48-8B0B-9530A6666A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9FE-4C48-8B0B-9530A6666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577967"/>
        <c:axId val="2075156128"/>
      </c:lineChart>
      <c:catAx>
        <c:axId val="101577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6128"/>
        <c:crosses val="autoZero"/>
        <c:auto val="1"/>
        <c:lblAlgn val="ctr"/>
        <c:lblOffset val="100"/>
        <c:noMultiLvlLbl val="0"/>
      </c:catAx>
      <c:valAx>
        <c:axId val="2075156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7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area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9-4896-BE7E-039A49A6B6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059-4896-BE7E-039A49A6B6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82607"/>
        <c:axId val="2116529984"/>
      </c:areaChart>
      <c:dateAx>
        <c:axId val="101582607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29984"/>
        <c:crosses val="autoZero"/>
        <c:auto val="1"/>
        <c:lblOffset val="100"/>
        <c:baseTimeUnit val="months"/>
      </c:dateAx>
      <c:valAx>
        <c:axId val="2116529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8260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Bar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E-4B0A-8819-07914F39E7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E-4B0A-8819-07914F39E7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3CE-4B0A-8819-07914F39E7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2573295"/>
        <c:axId val="2075169568"/>
      </c:barChart>
      <c:catAx>
        <c:axId val="42573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9568"/>
        <c:crosses val="autoZero"/>
        <c:auto val="1"/>
        <c:lblAlgn val="ctr"/>
        <c:lblOffset val="100"/>
        <c:noMultiLvlLbl val="0"/>
      </c:catAx>
      <c:valAx>
        <c:axId val="2075169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573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pie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747686919181284"/>
          <c:y val="0.12757002925495373"/>
          <c:w val="0.6943320072876854"/>
          <c:h val="0.6619176236800922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B7C-4C9A-A353-E1CA588D80E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B7C-4C9A-A353-E1CA588D80E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7C-4C9A-A353-E1CA588D80E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B7C-4C9A-A353-E1CA588D80EF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B7C-4C9A-A353-E1CA588D80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radar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F4-44B8-8213-13AE1F9FF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F4-44B8-8213-13AE1F9FF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46722416"/>
        <c:axId val="2075172928"/>
      </c:radarChart>
      <c:catAx>
        <c:axId val="2146722416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72928"/>
        <c:crosses val="autoZero"/>
        <c:auto val="1"/>
        <c:lblAlgn val="ctr"/>
        <c:lblOffset val="100"/>
        <c:noMultiLvlLbl val="0"/>
      </c:catAx>
      <c:valAx>
        <c:axId val="2075172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722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scatter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8AD-4423-A852-1E2ECCDE07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70079"/>
        <c:axId val="2075157088"/>
      </c:scatterChart>
      <c:valAx>
        <c:axId val="1015700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7088"/>
        <c:crosses val="autoZero"/>
        <c:crossBetween val="midCat"/>
      </c:valAx>
      <c:valAx>
        <c:axId val="2075157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007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stock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57</c:v>
                </c:pt>
                <c:pt idx="2">
                  <c:v>57</c:v>
                </c:pt>
                <c:pt idx="3">
                  <c:v>58</c:v>
                </c:pt>
                <c:pt idx="4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2B-4CA8-85B3-8178803288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</c:v>
                </c:pt>
                <c:pt idx="2">
                  <c:v>13</c:v>
                </c:pt>
                <c:pt idx="3">
                  <c:v>11</c:v>
                </c:pt>
                <c:pt idx="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2B-4CA8-85B3-8178803288B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dot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32</c:v>
                </c:pt>
                <c:pt idx="1">
                  <c:v>35</c:v>
                </c:pt>
                <c:pt idx="2">
                  <c:v>34</c:v>
                </c:pt>
                <c:pt idx="3">
                  <c:v>35</c:v>
                </c:pt>
                <c:pt idx="4">
                  <c:v>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32B-4CA8-85B3-8178803288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axId val="462844111"/>
        <c:axId val="2075166688"/>
      </c:stockChart>
      <c:dateAx>
        <c:axId val="46284411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6688"/>
        <c:crosses val="autoZero"/>
        <c:auto val="1"/>
        <c:lblOffset val="100"/>
        <c:baseTimeUnit val="months"/>
      </c:dateAx>
      <c:valAx>
        <c:axId val="207516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28441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surface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81-4F6B-9015-D4C20A2C9B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81-4F6B-9015-D4C20A2C9B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81-4F6B-9015-D4C20A2C9BCD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102215855"/>
        <c:axId val="2116536704"/>
        <c:axId val="196792591"/>
      </c:surface3DChart>
      <c:catAx>
        <c:axId val="1022158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  <c:auto val="1"/>
        <c:lblAlgn val="ctr"/>
        <c:lblOffset val="100"/>
        <c:noMultiLvlLbl val="0"/>
      </c:catAx>
      <c:valAx>
        <c:axId val="2116536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215855"/>
        <c:crosses val="autoZero"/>
        <c:crossBetween val="midCat"/>
      </c:valAx>
      <c:serAx>
        <c:axId val="1967925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combo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53-488B-8B03-89EDC7ED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49919023"/>
        <c:axId val="207515468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49919023"/>
        <c:axId val="2075154688"/>
      </c:lineChart>
      <c:catAx>
        <c:axId val="649919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4688"/>
        <c:crosses val="autoZero"/>
        <c:auto val="1"/>
        <c:lblAlgn val="ctr"/>
        <c:lblOffset val="100"/>
        <c:noMultiLvlLbl val="0"/>
      </c:catAx>
      <c:valAx>
        <c:axId val="207515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499190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column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C-4732-8D92-32382B392B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FC-4732-8D92-32382B392BE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FFC-4732-8D92-32382B392B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7375407"/>
        <c:axId val="2075150368"/>
      </c:barChart>
      <c:catAx>
        <c:axId val="127375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0368"/>
        <c:crosses val="autoZero"/>
        <c:auto val="1"/>
        <c:lblAlgn val="ctr"/>
        <c:lblOffset val="100"/>
        <c:noMultiLvlLbl val="0"/>
      </c:catAx>
      <c:valAx>
        <c:axId val="2075150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3754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line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FE-40EC-9232-4F53497D94C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FE-40EC-9232-4F53497D94C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4FE-40EC-9232-4F53497D94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577967"/>
        <c:axId val="2075156128"/>
      </c:lineChart>
      <c:catAx>
        <c:axId val="101577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6128"/>
        <c:crosses val="autoZero"/>
        <c:auto val="1"/>
        <c:lblAlgn val="ctr"/>
        <c:lblOffset val="100"/>
        <c:noMultiLvlLbl val="0"/>
      </c:catAx>
      <c:valAx>
        <c:axId val="2075156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7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area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14-4A47-96B5-56D714E2C8D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814-4A47-96B5-56D714E2C8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82607"/>
        <c:axId val="2116529984"/>
      </c:areaChart>
      <c:dateAx>
        <c:axId val="101582607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29984"/>
        <c:crosses val="autoZero"/>
        <c:auto val="1"/>
        <c:lblOffset val="100"/>
        <c:baseTimeUnit val="months"/>
      </c:dateAx>
      <c:valAx>
        <c:axId val="2116529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8260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Bar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BB-4376-A135-5D478858490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BB-4376-A135-5D478858490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BB-4376-A135-5D47885849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2573295"/>
        <c:axId val="2075169568"/>
      </c:barChart>
      <c:catAx>
        <c:axId val="42573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9568"/>
        <c:crosses val="autoZero"/>
        <c:auto val="1"/>
        <c:lblAlgn val="ctr"/>
        <c:lblOffset val="100"/>
        <c:noMultiLvlLbl val="0"/>
      </c:catAx>
      <c:valAx>
        <c:axId val="2075169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573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pie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747686919181284"/>
          <c:y val="0.12757002925495373"/>
          <c:w val="0.6943320072876854"/>
          <c:h val="0.6619176236800922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A7A-49CC-81C7-F3E89D6B75C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A7A-49CC-81C7-F3E89D6B75C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A7A-49CC-81C7-F3E89D6B75C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A7A-49CC-81C7-F3E89D6B75C4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7A-49CC-81C7-F3E89D6B75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radar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79-40E5-9CD4-22E14ECF29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79-40E5-9CD4-22E14ECF29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46722416"/>
        <c:axId val="2075172928"/>
      </c:radarChart>
      <c:catAx>
        <c:axId val="2146722416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72928"/>
        <c:crosses val="autoZero"/>
        <c:auto val="1"/>
        <c:lblAlgn val="ctr"/>
        <c:lblOffset val="100"/>
        <c:noMultiLvlLbl val="0"/>
      </c:catAx>
      <c:valAx>
        <c:axId val="2075172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722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combo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AD-43F8-9D86-97B06DDE6C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2AD-43F8-9D86-97B06DDE6C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49919023"/>
        <c:axId val="207515468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2AD-43F8-9D86-97B06DDE6C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49919023"/>
        <c:axId val="2075154688"/>
      </c:lineChart>
      <c:catAx>
        <c:axId val="649919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4688"/>
        <c:crosses val="autoZero"/>
        <c:auto val="1"/>
        <c:lblAlgn val="ctr"/>
        <c:lblOffset val="100"/>
        <c:noMultiLvlLbl val="0"/>
      </c:catAx>
      <c:valAx>
        <c:axId val="207515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499190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7">Leaf 8</cx:pt>
          <cx:pt idx="9">Leaf 10</cx:pt>
          <cx:pt idx="10">Leaf 11</cx:pt>
          <cx:pt idx="11">Leaf 12</cx:pt>
          <cx:pt idx="12">Leaf 13</cx:pt>
          <cx:pt idx="13">Leaf 14</cx:pt>
          <cx:pt idx="14">Leaf 15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Leaf 6</cx:pt>
          <cx:pt idx="6">Leaf 7</cx:pt>
          <cx:pt idx="7">Stem 3</cx:pt>
          <cx:pt idx="8">Leaf 9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Leaf 16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14</cx:pt>
          <cx:pt idx="7">25</cx:pt>
          <cx:pt idx="8">16</cx:pt>
          <cx:pt idx="9">24</cx:pt>
          <cx:pt idx="10">89</cx:pt>
          <cx:pt idx="11">16</cx:pt>
          <cx:pt idx="12">19</cx:pt>
          <cx:pt idx="13">86</cx:pt>
          <cx:pt idx="14">23</cx:pt>
          <cx:pt idx="15">21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sunburst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sunburst" uniqueId="{2AD1937F-AFA1-4697-9A45-5BBCB61EA03D}">
          <cx:tx>
            <cx:txData>
              <cx:f>Sheet1!$D$1</cx:f>
              <cx:v>Series1</cx:v>
            </cx:txData>
          </cx:tx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Sheet1!$A$2:$A$6</cx:f>
        <cx:lvl ptCount="5">
          <cx:pt idx="0">Category 1</cx:pt>
          <cx:pt idx="1">Category 2</cx:pt>
          <cx:pt idx="2">Category 3</cx:pt>
          <cx:pt idx="3">Category 4</cx:pt>
          <cx:pt idx="4">Category 5</cx:pt>
        </cx:lvl>
      </cx:strDim>
      <cx:numDim type="val">
        <cx:f>Sheet1!$B$2:$B$6</cx:f>
        <cx:lvl ptCount="5" formatCode="General">
          <cx:pt idx="0">5000</cx:pt>
          <cx:pt idx="1">4000</cx:pt>
          <cx:pt idx="2">3000</cx:pt>
          <cx:pt idx="3">1000</cx:pt>
          <cx:pt idx="4">250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funnel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funnel" uniqueId="{4AB5E242-6638-4541-AF0B-41A6F6597DE6}">
          <cx:tx>
            <cx:txData>
              <cx:f>Sheet1!$B$1</cx:f>
              <cx:v>Series1</cx:v>
            </cx:txData>
          </cx:tx>
          <cx:dataLabels>
            <cx:visibility seriesName="0" categoryName="0" value="1"/>
          </cx:dataLabels>
          <cx:dataId val="0"/>
        </cx:series>
      </cx:plotAreaRegion>
      <cx:axis id="0">
        <cx:catScaling gapWidth="0.0599999987"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</cx:f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histogram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clusteredColumn" uniqueId="{E737457E-7140-4C6F-8840-3C6038EF530A}">
          <cx:tx>
            <cx:txData>
              <cx:f>Sheet1!$A$1</cx:f>
              <cx:v>Series1</cx:v>
            </cx:txData>
          </cx:tx>
          <cx:dataId val="0"/>
          <cx:layoutPr>
            <cx:binning intervalClosed="r"/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Sheet1!$B$2:$B$23</cx:f>
        <cx:lvl ptCount="22" formatCode="General">
          <cx:pt idx="0">-7</cx:pt>
          <cx:pt idx="1">-10</cx:pt>
          <cx:pt idx="2">-28</cx:pt>
          <cx:pt idx="3">47</cx:pt>
          <cx:pt idx="4">11</cx:pt>
          <cx:pt idx="5">-24</cx:pt>
          <cx:pt idx="6">-24</cx:pt>
          <cx:pt idx="7">36</cx:pt>
          <cx:pt idx="8">10</cx:pt>
          <cx:pt idx="9">-78</cx:pt>
          <cx:pt idx="10">47</cx:pt>
          <cx:pt idx="11">-24</cx:pt>
          <cx:pt idx="12">-17</cx:pt>
          <cx:pt idx="13">-12</cx:pt>
          <cx:pt idx="14">-11</cx:pt>
          <cx:pt idx="15">17</cx:pt>
          <cx:pt idx="16">14</cx:pt>
          <cx:pt idx="17">46</cx:pt>
          <cx:pt idx="18">-18</cx:pt>
          <cx:pt idx="19">19</cx:pt>
          <cx:pt idx="20">-26</cx:pt>
          <cx:pt idx="21">-20</cx:pt>
        </cx:lvl>
      </cx:numDim>
    </cx:data>
    <cx:data id="1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Sheet1!$C$2:$C$23</cx:f>
        <cx:lvl ptCount="22" formatCode="General">
          <cx:pt idx="0">-3</cx:pt>
          <cx:pt idx="1">1</cx:pt>
          <cx:pt idx="2">-6</cx:pt>
          <cx:pt idx="3">10</cx:pt>
          <cx:pt idx="4">34</cx:pt>
          <cx:pt idx="5">128</cx:pt>
          <cx:pt idx="6">22</cx:pt>
          <cx:pt idx="7">-12</cx:pt>
          <cx:pt idx="8">-28</cx:pt>
          <cx:pt idx="9">6</cx:pt>
          <cx:pt idx="10">31</cx:pt>
          <cx:pt idx="11">3</cx:pt>
          <cx:pt idx="12">12</cx:pt>
          <cx:pt idx="13">-12</cx:pt>
          <cx:pt idx="14">-13</cx:pt>
          <cx:pt idx="15">6</cx:pt>
          <cx:pt idx="16">15</cx:pt>
          <cx:pt idx="17">41</cx:pt>
          <cx:pt idx="18">16</cx:pt>
          <cx:pt idx="19">10</cx:pt>
          <cx:pt idx="20">23</cx:pt>
          <cx:pt idx="21">16</cx:pt>
        </cx:lvl>
      </cx:numDim>
    </cx:data>
    <cx:data id="2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Sheet1!$D$2:$D$23</cx:f>
        <cx:lvl ptCount="22" formatCode="General">
          <cx:pt idx="0">-24</cx:pt>
          <cx:pt idx="1">11</cx:pt>
          <cx:pt idx="2">34</cx:pt>
          <cx:pt idx="3">-19</cx:pt>
          <cx:pt idx="4">4</cx:pt>
          <cx:pt idx="5">27</cx:pt>
          <cx:pt idx="6">27</cx:pt>
          <cx:pt idx="7">-3</cx:pt>
          <cx:pt idx="8">44</cx:pt>
          <cx:pt idx="9">50</cx:pt>
          <cx:pt idx="10">91</cx:pt>
          <cx:pt idx="11">-8</cx:pt>
          <cx:pt idx="12">36</cx:pt>
          <cx:pt idx="13">16</cx:pt>
          <cx:pt idx="14">24</cx:pt>
          <cx:pt idx="15">46</cx:pt>
          <cx:pt idx="16">14</cx:pt>
          <cx:pt idx="17">-6</cx:pt>
          <cx:pt idx="18">48</cx:pt>
          <cx:pt idx="19">23</cx:pt>
          <cx:pt idx="20">23</cx:pt>
          <cx:pt idx="21">-18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box_and_whisker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boxWhisker" uniqueId="{DFD08769-9015-4861-AF63-4407F45B43B9}">
          <cx:tx>
            <cx:txData>
              <cx:f>Sheet1!$B$1</cx:f>
              <cx:v>Series1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7E89FF27-0744-475E-B782-0AA6A74D6C26}">
          <cx:tx>
            <cx:txData>
              <cx:f>Sheet1!$C$1</cx:f>
              <cx:v>Series2</cx:v>
            </cx:txData>
          </cx:tx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3C75EA72-571E-498E-8F83-E6CC1E6DC82A}">
          <cx:tx>
            <cx:txData>
              <cx:f>Sheet1!$D$1</cx:f>
              <cx:v>Series3</cx:v>
            </cx:txData>
          </cx:tx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Category 1</cx:pt>
          <cx:pt idx="1">Category 2</cx:pt>
          <cx:pt idx="2">Category 3</cx:pt>
          <cx:pt idx="3">Category 4</cx:pt>
          <cx:pt idx="4">Category 5</cx:pt>
          <cx:pt idx="5">Category 6</cx:pt>
          <cx:pt idx="6">Category 7</cx:pt>
          <cx:pt idx="7">Category 8</cx:pt>
        </cx:lvl>
      </cx:strDim>
      <cx:numDim type="val">
        <cx:f>Sheet1!$B$2:$B$9</cx:f>
        <cx:lvl ptCount="8" formatCode="General">
          <cx:pt idx="0">100</cx:pt>
          <cx:pt idx="1">20</cx:pt>
          <cx:pt idx="2">50</cx:pt>
          <cx:pt idx="3">-40</cx:pt>
          <cx:pt idx="4">130</cx:pt>
          <cx:pt idx="5">-60</cx:pt>
          <cx:pt idx="6">70</cx:pt>
          <cx:pt idx="7">140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waterfall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waterfall" uniqueId="{EF133686-9F0B-4740-B7B7-9707236C2F6F}">
          <cx:tx>
            <cx:txData>
              <cx:f>Sheet1!$B$1</cx:f>
              <cx:v>Series1</cx:v>
            </cx:txData>
          </cx:tx>
          <cx:dataLabels pos="outEnd">
            <cx:visibility seriesName="0" categoryName="0" value="1"/>
          </cx:dataLabels>
          <cx:dataId val="0"/>
          <cx:layoutPr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5">Leaf 6</cx:pt>
          <cx:pt idx="6">Leaf 7</cx:pt>
          <cx:pt idx="7">Leaf 8</cx:pt>
          <cx:pt idx="8">Leaf 9</cx:pt>
          <cx:pt idx="9">Leaf 10</cx:pt>
          <cx:pt idx="10">Leaf 11</cx:pt>
          <cx:pt idx="11">Leaf 12</cx:pt>
          <cx:pt idx="12">Leaf 13</cx:pt>
          <cx:pt idx="13">Leaf 14</cx:pt>
          <cx:pt idx="14">Leaf 15</cx:pt>
          <cx:pt idx="15">Leaf 16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Stem 2</cx:pt>
          <cx:pt idx="6">Stem 2</cx:pt>
          <cx:pt idx="7">Stem 3</cx:pt>
          <cx:pt idx="8">Stem 3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Stem 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9</cx:pt>
          <cx:pt idx="7">25</cx:pt>
          <cx:pt idx="8">23</cx:pt>
          <cx:pt idx="9">24</cx:pt>
          <cx:pt idx="10">89</cx:pt>
          <cx:pt idx="11">16</cx:pt>
          <cx:pt idx="12">19</cx:pt>
          <cx:pt idx="13">86</cx:pt>
          <cx:pt idx="14">10</cx:pt>
          <cx:pt idx="15">11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treemap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treemap" uniqueId="{A2F4185F-FDD1-4872-A248-6C54DB4E2C89}">
          <cx:tx>
            <cx:txData>
              <cx:f>Sheet1!$D$1</cx:f>
              <cx:v>Series1</cx:v>
            </cx:txData>
          </cx:tx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  <cx:legend pos="t" align="ctr" overlay="0"/>
  </cx:chart>
</cx:chartSpace>
</file>

<file path=ppt/charts/chartEx7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Sheet1!$A$2:$A$13</cx:f>
        <cx:lvl ptCount="12">
          <cx:pt idx="0">United States</cx:pt>
          <cx:pt idx="1">Mexico</cx:pt>
          <cx:pt idx="2">Brazil</cx:pt>
          <cx:pt idx="3">Argentina</cx:pt>
          <cx:pt idx="4">Australia</cx:pt>
          <cx:pt idx="5">China</cx:pt>
          <cx:pt idx="6">Russia</cx:pt>
          <cx:pt idx="7">India</cx:pt>
          <cx:pt idx="8">Sweden</cx:pt>
          <cx:pt idx="9">France</cx:pt>
          <cx:pt idx="10">United Arab Emirates</cx:pt>
          <cx:pt idx="11">Namibia</cx:pt>
        </cx:lvl>
      </cx:strDim>
      <cx:numDim type="colorVal">
        <cx:f>Sheet1!$B$2:$B$13</cx:f>
        <cx:lvl ptCount="12" formatCode="General">
          <cx:pt idx="0">8</cx:pt>
          <cx:pt idx="1">10</cx:pt>
          <cx:pt idx="2">7</cx:pt>
          <cx:pt idx="3">9</cx:pt>
          <cx:pt idx="4">12</cx:pt>
          <cx:pt idx="5">11</cx:pt>
          <cx:pt idx="6">8</cx:pt>
          <cx:pt idx="7">9</cx:pt>
          <cx:pt idx="8">6</cx:pt>
          <cx:pt idx="9">7</cx:pt>
          <cx:pt idx="10">9</cx:pt>
          <cx:pt idx="11">11</cx:pt>
        </cx:lvl>
      </cx:numDim>
    </cx:data>
  </cx:chartData>
  <cx:chart>
    <cx:title pos="t" align="ctr" overlay="0">
      <cx:tx>
        <cx:txData>
          <cx:v>map</cx:v>
        </cx:txData>
      </cx:tx>
      <cx:txPr>
        <a:bodyPr spcFirstLastPara="1" vertOverflow="ellipsis" horzOverflow="overflow" wrap="square" lIns="0" tIns="0" rIns="0" bIns="0" anchor="ctr" anchorCtr="1"/>
        <a:lstStyle/>
        <a:p>
          <a:r>
            <a:rPr lang="en-IN" sz="1800" b="0" dirty="0">
              <a:effectLst/>
            </a:rPr>
            <a:t>map</a:t>
          </a:r>
        </a:p>
      </cx:txPr>
    </cx:title>
    <cx:plotArea>
      <cx:plotAreaRegion>
        <cx:series layoutId="regionMap" uniqueId="{3064754E-E20E-47D4-BA4A-AFAC4CB653F3}">
          <cx:tx>
            <cx:txData>
              <cx:f>Sheet1!$B$1</cx:f>
              <cx:v>Series1</cx:v>
            </cx:txData>
          </cx:tx>
          <cx:dataId val="0"/>
          <cx:layoutPr>
            <cx:geography cultureLanguage="en-US" cultureRegion="IN" attribution="Powered by Bing">
              <cx:geoCache provider="{E9337A44-BEBE-4D9F-B70C-5C5E7DAFC167}">
                <cx:binary>zHxnk9xGsu1fYfDzA4XyVRtXN0IwPYbercwXBEUO4b3Hr38HpKidxuA2lruK2GUoRLKbmKxKnycz
8T8fp799zO4+NI+mPCvav32cfnwcdV31tx9+aD9Gd/mH9kkef2zKtvzcPflY5j+Unz/HH+9++NR8
GOMi/IHahP/wMfrQdHfT4//9H/y08K58Vn780MVl8bq/a+Y3d22fde2F73a/evSx7ItufTzET/rx
8fsi7u4+PXrbfeju2seP7oou7uZ3c3X34+Ozf/n40Q/bn/eA9qMMx+v6T3iWmSfCZkJxpuwvv9jj
R1lZhH98bRnzxCaaSWa4+fKLf6P94kOO5//pY3051IdPn5q7tn30x+8PHj+7yYNv47Z0vzLFLdez
v3/75bI/nDP9f/9n8wGuv/nknly2vDr6aiuW53dT/LH8xpN/Xx6UPTGMCcOUOBcEsSkkZZTNhflG
7qsIjo+wz/tvz22Y/u3jLbef//Kf5/abvm3jD9+u/+9zW/InUktmG21/1W51xnSjnigumK0M/Woc
9Bvpr5w/Ps4+5789t+H8t4+3nH/z/j/Peaf5sMTZt+v/+5y3iP2Effllg6n3PY5gT75yW8ldph+f
ZJ/p357bMP3bx1umO2/+80y/KT79ldpO6RMmqOacwonfY7kyT+DgGRz8P6zga3z5quaHx9hn+B+P
bfj9x6dbdt+8+M+z+6e+7ZoP2V/JcouKJ4pqm2tGvnoYOO97rCeMP+HGJgrs/6Lt5JuJfWX9P3Wk
ffbfe3QjgnvfbMXw03+Bqzk1H4qPd9/48O+7Gi6fSMrh4em5d6dPuNBMSa3+kMwmrh6fY5/x357b
cP3bx1uWn/4LHM1PTbgafPEXhlYLmm2M5EaTf3iVe5pvIfYaCdsQ5A8/j8zzvtf5p860L4F7j26E
cO+brRx++i+Qgxv9pTJg8olYU0nyLXnfOB+bPVFidfwb1h8eY5/tfzy2Yfkfn27Z7f4XOPy3492n
u+Kb2v37nkaYJ1Jxo6igX12KPnf2/ImgthZaiT9jwX2NPz7OPt+/Pbdh/LePt5x/6//nQ+0fZeNP
zYffH/l53Py1RS3lTxBMKVfmH4y+53qQYYL/XJNvIRliui+H7z3cvlT2f8pGRvv/aCuxn/4LJIZ8
JP79r02NkOij1OXmTzmcW4t6wigjxBZ6tw74Jw60L5g/H9zI4s/Pt+x/8dNfYTD/NwbxJz7jfeg+
+F+AnXswxOVvv1wRkNPm0Uv40FdVv/n042NKkW7+CRetP+LMDr45kM0Ddx/aDs/yJ0RKog1BgKFC
aPn40Xi3foPKzmhKmIGj4zZlHNVGUTZd9ONjCTQJJimBYhCbCEnF40dt2a9fCYF6UCtq4B+Z0Zzp
P+G0V2U2h2XxJyP++Pujos9flXHRtT8+hgVXX//Vei9p1gMoSSRZMzwbCBa+//jhDRA7/GPy//qM
RYUZDXetapr9rurV6yxVrcejhV7nDQk+06SUfmuLJHDu8WiHNK7wgLQ2lGhUWjgDB4vvk6Z5WJs2
rYSrGk2cnPLqeTy0sacrUtz+K6QEpKDBTDD0nBQ8YEToUghXj7z28nRa3Liuas8arPHgVpDZg1uh
PGSSKkIoZcgk7t+KhFnasBa3InHEb8dezB6v+fw1yH8F6HZ4tyc2wF+ccNSpgF2QsN+n0udhmARV
Kdxqkea6Y3NwGma7uu37or4JqB5KZ2ob5hd9MpGDG64/e6syRnHJJSUokdnKgfsqU1OZJUkt3Nrq
2sLpeVPc5HZWnoacWW45xsoNRt273y9CpMiCaAK6Rmy0xWRjNTYSVOMum93Qnie37uPiumrS9uYy
qVVEmwtSWzCpmCQwT2afX1B3JJ5JLrlb0znKnaZn7CRlpF7LJp08TuPBi3QW+EY30/OgatnXqPR/
CndHhaA4qz+guK5Yq7H7DC7iKCE6g3CHqUme0tJ00oUwO3FAB47nwT0pIG1tUyoZFxs6g91PJkwS
4bIlW26qjtmOpWX7rCqixmvKSF9f5uuOwVPKpQ0j5BLua8tXa0qDPlHcTW3CrmU4Ds48y/m96Jbk
QEd3SQFN4EprKZlG3n6fhRmnNqt0LtxprD9mTaWuQp11ryOR0gNKe8rCQMgAcUY6u9XLYEhM24gY
TJx15SuWkNiVeUiea2O37/LJnrQ7iir6u50G5Fk92Ll3mas75rhGfxQvUtiSyo0UlVWQxKKRcKOK
Wu9M0MeuUtF8U3f59L4fWu3pwGQHotzxP9BQIpE4KnQ9zMYHlNNcTSEFf8uYSKcOy8jNNROncBqt
27Sy+qu+MeJU9XHz+fJ19yTLFGgbohBT6ca/5kM89V2muUsLujgZ6cXVkqXC07WxDji7e0ljM8B9
HGDgVl9JW8KHkoC7nTSlR+oluZnkRH6v2kE+z/s5fjVklkmduOL8KIzsXBPeh0lbKABeAMXOFTiO
eRLaleBuESXZdUvjxGuJSf2YlNGBLMn6szb+DrCmkkIJYa8o/zmtlhmVIrvkbtjoyDN11jtWsfQn
hNLFsefsWRbE9Gpsa/mW5aXtk0R9suyoPHC7ZKXz4BzgM0UVrgXjq7+6F1hsbYZhiXCOiE1Q5yB6
P6jC+HEUhs5S1baXRCJ3uUl+S8a8Plm9fXdZt3YcIlI0JEVUKxu+fxXKvQN0fbGEdsS52xZd7U2W
SJ+ytI9Okk/FKWVN9P0xDe0rDshtTRCZ2Vy4KhYzcDFCwcqpPtlxxTxbhLEf2pY+0OUdN8WRhiJT
EF8Svs3VlsFqbBHk3M2CLHRLNWjqcDKPb+XYNzdBLuR1rYbqTlVj9rIZcnHgJnf0mROkuQingLps
tdHneaB2W1gZdEz0udtzS17P8FKuZc/11WUp7lxV6zUvNtJm0NuNh6iqbihsK+KuQgh6OXMWeyoY
KicZo/aUhZy6VNihn/JOO1Ua1f5l8qvr22jxffJyY01Vs1hhOVsMIXtV2dBOT3U7lwfyPFfVL5m6
hCSRCzGFv4mN6thyHqtoZpVfZCR2GM3lz0qFzCuNHfhBKtOnl2+1Sw8AGCKMQrixN/SqrOhon5nK
l0XTeqZpR6+pCohzjD+YSIcH1zuX4ZfrabQTNTDnFZTTm6Bm0zCwE9V3vl21tpPQNDwtC/2QVjw4
tYNNnnJTlZ7s+9CLkGcfeMTzkPoHdUQ3QmExFCXKuR+wemK3ccY7PxCkgzeamZNS2d72tmj8OBuJ
34iWvbrM4T2ia5EIzaUcxcPmyqQPrZmSpPFHkuQ3WTFmvt3yxDf2kn5WOklfq6UfD8R6HuK+3NTY
wkaMI9SWhm/ypCDJEp2mVeNbtVicNC7FdVzN0rXrRcVOp8rJMSHtT+FSsQMm72iUgXViLASJk40i
8JzJfYCxjXwaGj/vwsjtLCt81lXGuPagiE/rxb65zN+9qxKCClAiT0KYW+32nnNXUZcklI6NT+y+
cqc4VLdKjLVbTVI+y8qsTtyOWc2bKu3ogZ/fvapC1oI6F8nvigDcJ51FVq6CCKKd1Zg8VUUtHIzW
TH/vcQg/macj1hKKH/gPH/RVrMQoODhjBJz+xgXaA5VFEfLGrypmTkUuhV/JaCFOKJbqfalkrd2K
Kjt2Fm6iu6jQ5lUSIKKzgM0+GUZ1lDBukoyvRwKMApRBI7AC8zjnQWpNWbwsbeOrfHwP+9InEwJn
CBPRuZ2hqTM1VD5LQsZ8bTcTvPXITppH/YFnOQ9EX8/BkP4bifiwZq/n51BxzviQ8dafep6C8rzc
pmOoPSLL+MC4Vo3aSkHY0G6EPLR26EbslinsaBySzs9DZZ7zkZZXQ1B1v1zW6z3lEmtfdIWJ1jLk
/EIEkS6aZdn5piG5R2OTnTJ7Ju/tXvbeZBfJ96WmXzkIGEtI+CktgAKcE+yCqFaxXXf+1GTFqV/s
6dZoNt6MLImuvv9uEsmRlFpTCmU+J1WzsJiTHsLKsrr2K1sV10vRzQ4Pe+OFc1efLtPbUw4JwM1G
t01i2GXjk9pmzseSydavm2E89Up015U0lRvQID3wCXvuCFmfxIyBhH7Qjeflkw30JIo6vysl9Vqx
FO/KVqcvMx5SJ0W+7iYkCyOnm4L0IBf7AuptFVMiO0Ldj/+0vbHFpdJKzjJufZ1LfdOahftTTHt3
VkN3opbVv4vnNvg4x1F7HWWLsa+7ME5PVleqyImCLHjZRXbr5lOo9FOZ0bx0uBUFN5x0jSszNesD
S9pJB1CEoUUnoQ2wqI3vDmgb1NT0rT8WKXlu9PRsYjZ5ZYoiejmFU//Sji32IW7n4sSKyVxf1ood
d2psG4CXImgCMujiuRpmIpkBZAbwXVFqOVnUB9If6kSEXmyVkrjR0tLQsYLWfKgaS3pt33eto3mi
r0xWNO8TsbC/Xz7TQ44geKLuXjN6pAtf3O29aMarqh46lVZ+oIPupKJeO1GiuttFjPS32p7Z+5Rm
+nXetPPruYrlr5fJP9TeNXZLsATYLZKHTZI78IqNpmwBeAhVu6JOjQsOsSva9tZtXZb6esna0CFz
UxyY6KZKXN2PAUW5jikIAKxy9Yf3br4AR1G8t0DaKHldiXa5QsCy2VVdhdVnZS3yppVj+HQyQRX5
bJD0JYnt8f1lBjz0FAbtePh1JoVggGDPTxGpgCxlMZc+syrl8YwSWCpJXqq5nG/+FVJwoUYiF2Vb
7YMVl2UXgFS68O73xmqEH7RNGzmwRnlgaHtylUCSNFRdE6U2hjamqWAJGypf2LRdnCQYi8xlnVTO
HOjl45IvyqnrSU3I0Exz5Jj2lBrhEh7YUGQfehNZpiRv59REld+kEX0ayEi7sR3absDywk1pYF2j
irWuU21FT3lBnl3m86o4517RAFxGDgyhrsF0kxkkgahVR7PKT3pdvAirYUR6FEn6dBF2eU2y9PvT
QoxLYp4MKaECuW2hOsxDxzS3cj+RTXgd19bgZu0kiNupaXkah2QqDzz/qpWbKyLzsde+ugRUqDfi
DVilxjgwuT8AXPJ6BOznc5Ir4HRt8DSpAAAPJk3/BYulUCVAzKCLmm4TboaySjQd0tJXXRdcsUyk
zyfWhqdJmOa1JXp1W5shI94YDq2XlF36QnbR+OmydHcMFpFOo529TtoAqD032FbTwrRhV/oNH8jv
MxnyK6am/ERF07y/TGpHkdYxQUnRWwN0SDZcXmyyqmlT+0Pah3ctNcVtEdDJYZ3deKJNlvpArHs+
cc0xUdesGA+Tq2Hd84ltRstw1kXtAwMehGfVXZAD9k3fBcIKZsfO+PBbDV9a+TEwoKtWyKDzWBio
zL989R0usxVlwqgYgEthNjaEbwYrE3Htw3ebyc1Mgx7YxInHghrY4mViO9qMqwpolQKEhlB0futF
s6Eu+6H207kTz/s8Z68WOYrr1JjXcP6hP1ixfX2Z5iq7jQUx7AAIZRisVqqN3xfCImM844JhWpNX
4yACD547/3iZyo4bBqwDGmtZDox7c7OkxMnFLCq/Nw1z546lt0Eat+6ikI65bMR3TjL1WXW16Cj5
F9QX6S88BLpPTD9oPzHZRGJSyLdZ0D7Lq3hwh2gIJrfgE7mSUbnIA/3dESSyiLWTCawdGry9bjeo
smFB5WuV907VFbWrIzX+mlXBJ7sd4tAJB4t+v6rCNA16v8Cbhc03wSYb7MXOZ8B/lYqnmzw1+kU3
LsWbCsOQv1wW545DgHYSitCyTrhuwTpWtaSyUoX8kRWpW9UpcYogt56SWOdOKMviIGPYiaMY6SFC
EI5sCYOD54YBWalE66z1aRJVbsJhGChGZ+XGLJJeJ8vxWUOaEoGmCyZ/mWd1gGXtH0CjqgFkCD1a
GXLPH4lBRQhkOEC/BMVvTZD1z2iNOkZjUuFZZXjsiEmHTl+o8pekoT9/P7s1Rhkw0Yf2JvKJc+pJ
nyX2iAUJHxnG4nSBriOnrdCWHgY63cLh51eXCT4sENa+JoOdAuDBH/TG/6ocCJsQmfH0kqrrOK0S
N5wm4tnW9K5ICnYzRP3kzotlOZOVJ3+feyt2k8lUXm3p4eXl0zxwUTgMeroKKC3HaMkWgLbTse4N
74wX12P3vJkS4c064Kfvp4IyEW6QEYWKeaNjgUmLOR2l9pjKllPSJYtTD81Rb+pBPKEUWa9GrxSN
A6yfbKiUuCNdQkq9qYhyN5+b/IY0YnTKiIXXly/0kBQDKkg5AglmbjCceK41Vajg2qRNvcaExa8j
LOO9nlvljnUsD2r/HVLI9jh6tci0bYyJnJMyU94BcpupVwfhMjuVFfedw5Kw6Nyp5HNy4OkeuB8A
9mj7rD1TiaUotSnWRKP1GI+cec0sf7fyYPDFOFenZlBogOSjdcDIB8YPSuierdU6IBR4oPPbkXQO
2aImiq5LFHlxIesXSVJ0L+1RDM/tsm1vMfiTR17QRsv10DQWPzLHlcJZkF7vCjEKbYRAlrtJwFRV
ViLmPfUGONjWDUkgZ1cFE/85GnSfuDlv2M88WTg6YXk9pBgGSmYkxRPJI4elzdQcBLg1gD04EEoq
YiuMgAF+PGfJWNVLSrKcebq1+G+6oonTdGH9iobZm9lql7eYIunuoomIA03bET1SUQIEWAr8tp1G
ylvZWl2NPlRWxvPtmDHp1XbYPU0ks07J0soD3/MQ5oXLN7Af9FExW4aWwvlNTb+wfurl4gFGA2DS
EEzLuPnSwHqzrG8TpxUVysspGOngzejxtA7aSJnl2knQfB5sCnTvu+0aJ8IkCEPniiNbPD/RTHqa
F/DQHp3n5KasVeVW9mx8WHl3QOphHr6O0yDMQ8yA3xH/zmlRWpAmtPXsMXTn/ERHgz+W6fB0Hnhx
yg3gvMEaCn9ZxtmLhy5xg7ltv1/kyE4NKp11OuuBBAbLLtRQsNnrFalvyoBkHg147Fc1Cuuxz8ID
77Jj7kAS0bLHhKpec/HzO8dtNsYyFbbHeNQ5SkT1c2LV1m2rC+uOtIzVPrdM/RqDItPoLkht+QHb
d5QcQwtrugNEGvAcOz9BEsRAUxcoOTCx9JbaHXWmoF3eFxNd7sbSlPEBi3fMGePrQKSx78gIVn7P
CY45TWcTBMRLLXuMbtOQRbcst1LhWlLUjYtGkK6doszTGONxQX+EwO+wHKUHIghm5A2uvJ7vXnoV
JQJTAjqyPUsvycnOlm5x5iaTV5XsK+EEQjVvs4oGVzUdFjebo38hViLB4GC4phgr2DKAZ0mDycRm
8caxp07Sk9QpSTj5mkXjQZG3k1th4QtgEGbG4FvYNpecwiFLTaW5N/VFE3pptTB/hO4/01ETOGGS
ql/bgjWejix9nWYm48ixiHgxN6rxRtFFzy/7k4fCR0hjwB0pUAT8cRNNZ8B8ZEALzxM8rJ6HsZyu
kdE2Tj8s2W1RtJXbR81wBWz6iBUPEzsgU4B7EdzQReNbzDFlyKknMwlvanl8rTIx3FowyYNZ2YfW
hBRoHTtetUvYYuPD4hmt7SrmwoNZ0bc6rOlVUkfcS1jNvTSFAzkw34fZEMghZcWSAdoudNuYtaIW
084slN6wpLlXBNPiM9bGDiRdnS7LbpcUsD0AfUpSZHrnhjNmvbZ0VkgPwZi4utewmzZSrp7UkVvc
ZSOyDzgkwzA1sclBlrCJLRIFwitT9mzqk/AUs4z5gw4Gt4qT+MAL72klcjuMAqNZtqIG5zezqTUu
kqC6o3NdvcNAcHaC6VZuR9vkTbVYkZMTFlyVskgOnOHuRbGehtAHfBojgeeUF3RTCzaM4GlMGneo
WIqhy8h+jnH07Br9kqNuzC499GNsxhnw2m0znegymEPgYJ5Ba/NayTF/Z0KBui4LihsZV82nyzrz
0NkCWFuNHVM92LfmG2eb5GGckRT0RgkG0pDFTjSL5tm45PwUmlQ6Vl9JVzcmvemIOKqz9q67LucI
SBe4E92YYzdVOUszsJdWs7kOAsGuMNIUApQ3/HaZwqP++Cqu81SVo8UmNZViHdjadgCqeUx5ODTS
S4OkeZ6hh/3WaiVD7tgFHms7dQpleJQf7xJFKYc9B4KW/BbvYosBKqxL6WHikt+akJVulCB5qvQc
XM/WUF+NVUdP3y9YhbISNTsqP6q3dcqUMFOPhfBaHZSN25O4ObWYSeEOiQb5ObXDfHBtEqcYjokL
2+GNit5dPsKecDEACKgUURSxfJNIdNE8Ll1EhWcHnbgtJzb4C7ECr7KWzuv77qgy2qMHHApVGcII
wPCNlzCTzrIc0KJnUTZ/tPOEnDDtWf5KMFnPnDYt098vX3DH4QL2wpzAihFITI+dO4c0s6sy7xnz
xpYwBMY5PgmkvH6o+o+XKe1cDVABA94O2AeBZONvky7NM1IuyqswZp20xYdyEbEfx0nuJrU86t7v
UMPMNSaukZVgaItsUs4yzaxpiW3l2T0DjsUASaieEa9Op8Zru2g4SDoe0oMHwooM5vRX3GDdQ72f
8TV1EOXSikN/mkl2UgjQ7phYlpsnyehOwTAcJAFfNmLO3YDEtA46vMjtUcrYG4JVNuiF2SgWmmKm
Hyce6496afPX+TjYL+yF8d/yrBpeRVES3sRVX6dXgTLRyc7j8RlaETYaDUXrZjrQPyOBRb17Wdqr
NLfHQ3XDsTaFRBySOOeHYRZ64kUUeJJm8hqWWbl0zsaby1T2uA5L4fD9COTI98+ptOUwYRdjDrw4
Gcurqi3jG5Wrd7ky7U1ndQca/NAJoiWHAGMwM0QwM7Se5l5Wz9D7Q+bYBl46tYNLMVrumqBkjh0W
0ykSKvexq3U0R/rQQAEJIW+AlBHgYD3nRDlL2iSSS+hzO7NdsuSRm6QhPyHN+O52DVI7ZM1IUTAJ
twJt56TKwSxEVy3q4iyabrtQKYfLuvSXrEqddLTrp0tpjiLLzv3wXhoC94PliHUg+JxoMkUTum4y
xpidwGyLnfcYWVX927zruoP+8R4p9BYV/bKxp7dlaJ3rMEoDGgFQJ+xzFci6cCR2BWAKfEqvLqvm
noEKRGgMo6ASxB82FoDKT47jWMS+KqbyrpJD83Iclz5zB/SoruycVQjUfI7cSdPmo90Xpd8WWB70
xnLGrEKHUGNG3r+fwzF6XmO+xr98wC8Z58ZEBcAQDNHCSm1AneecL7OMBeFkRf40zFnpNITFtzGt
rJdJLOzEbcescuIpp6+WkVYvgmaMn7e8iK/quqXPa1bOL01iQsxXYCZ1spugdZKi6V9SKyp+pcJi
1EHWgF5mbU0HzuWL994cfW1+YRkCUDoaYBtLrDimevKgi/zeLt6WlZ3dkDqN1jWpyC0URoCivO2u
0r6izqjS7spCUMVyQq9fZAUNfcyMVAfcfOCJ4OuwS4heIDrp+P8mCV1nxIoxWribjCq6CYu0HZyR
A0FMTcveCDvIT5fFt0cQ5oIAgMbVCuycSy/oitLqJ4u7gOD5NY1adlv1dPJUVpQ31RAd6fMD48Gu
G8hgPhfgmYS/Paen6qXnIsAaFY/H8VRjXQXjCZhHWEY9eZev9qBUWht+KxWsIzBMwG14iaTXSgaB
2fVhrEXjtECJPhOCzUIAoz169ql9bXJr9IrStAekd25pODIveHmM8iAfOr+lhWKszauau5PVax9r
WpnH0Ld2Oe/7N5dv+aBsAQXYH2BAtfbHt11c1iUNoCgsXMh4XHwrqBUQimDyqlwtzqjH1svyuXwT
UWvwdJgfDZY/BIJBX62zJkjqFfpEGwWKQBFzQwnoY6XHawO7jx3TDsl1pWRiOxX657EHOwraU0xG
8s604/w8VVV9HabB6F5mxkrszKDXw2CoByuVADbQ1j7ne4UpCKJCbL+E1ORuXRHlFW3Rfr+Rrnux
Wmm2bqhtd7bsOhpooEruYpZ/OPWmqBwLQ4uOrgbjpSU7Kg13b4Vaja7boms9fH6rGQsiasIYs8vQ
UbgZi7B41tdDdsC7B2nJyjsUDeuQGzziNvUkY44xkbHlLnxu8ImVSLpYLIvfUzRNLBfD8vzVjImj
gwXnHf+D8VtU+EAWsKPON5VRguSP8FkxNyad/KWlRT45Qlb2aeE1SfyONUfY0D5FGAuwPYDZ2zG7
htaDJAp7O/WwjE7Oy9S3wzpzcrZgQj0JugO+PpQeQ1hELQYQGWsf29ZmTlW60AL0aE+tK5Ho7gbt
RnHgxx9KD1TQY8SkikHetV2k4SYII8DTWIZawvQlbXTis8bML8aqzzC4OVsmcUq7FQdzhA+ZiaSL
oTqCJcABbWfpUAXBpnuYAsc64XUfNMk1t0ftxzqwnwqdTQfXfOjTQY8DoVFUIXCLTfhA1z03VWsw
NN3xwudqKm56vObKN2RChhQAMy2Fbp0y50eLbTuODqSxVKJXUWJeb+Nb5pBbI+aomStoGnhhNyp3
6gT1m1bl3oyZZCckQ3PK+2n0RE6nkyUt9sYWmN297OQeBhdmwyiQ6mLxA1n2xh10A2aeZAInZ5Eh
9YO6jlybdOpWivkoq94TL/QKsDyyO7zAYUOqjcPRogHeGhH2nfBUxSa3IbN1TYUaHNJ240G2u0tP
gLfrxvFamJ57ujZjZMTMKNQJiuWHVg4G9jJ71kOq2JBt54Pyd4+VGByBZeKdKngRwEamvRwlygW8
xCHVdu8QO8m8OdKD3xN61JzfcwPr3jagb2yCYtbh/Gpxa6WSFSDVqLD3DRI7jxX6aMJqj4GYXQCA
iJQW6PDGPsJxDqOgboQ7YsfXCaJMOhGfA7cJkt/VoMiBb9vzOhhAwnwVGkRg4nqce6VsgKYnrRTB
Ymvb1siwEnKVpYWFbc+mvW2x2e22pJAHSvIw4wGMh7vBCrAqgq7UOVFSzWj+qo67QUgwHW0lpn81
zVN/basRBUhRTs0rbdX533lqVbdTak+/XDbAVVTnWQYOgOUEmKDG6vZ2gw9vc5lNihkwd47nyMvs
HkvxfR1fEbw8+B3q3QrFTGE8S1bj68uU98QLrBYJDsKlwvXPr86mtijlCH7rrKpPLe9qJ47L+MqE
Xef0LRu8y/S+bNlvr4qWL17jQPDSIQyxnBMsMmGn0g5hkK0ZI4eGhcS2ZNjrT6NG4evRPKMFXhAS
yNyTLBS2M+dx8cKehvIXEhTJ5PC8qrjDpoKEfjlVCkVV3LWjM/XlMDgmysbR1ZjM+7mNJfmcAXTu
3KKmeXuNif+0xYZiUQElkTK5Y6qbPqRyKhoHPQCMcIhk6QunWobqYLxhR8XW3SDMtMEvIO3a6HVX
RuhfL1gQryfsB0WplA4zWefHYYQ90bov3NnI2qVA65ysK47mhh7W1EiIAM/jVbvri4HQlzhnu2Gt
qUSgGV77Yse/zox36OvIxv44ZqQN3T5p+rcdwVCqw0UKduQxo+9qMsvWWbqY/1JqHqJNHjW1uEq7
Pngl4r4OHAp4e3LisUfijWmuPHFCtF6wexTl41FCsuNa0RrGzNOXlxugNDi/QjIvuYgaJHbK4pNH
zJy9HScrdFCQz/5lLd0jJdAxxlQCen6YuzknxbK+qggMEnqDsUuIDq0a0i6IGll3gM/uOLx1N+hP
UpuAWPDV28W4lRA9eTrQKvtlWUsjB1VglDmYaJ2uJ1Eup8s33CUrFBbIUDtT5HfnN+Q8xOtUYtxQ
13IoHM5bvm5O9mXs2FVf/WJMbPkBb/QB3R3OonsKoAvoE7KNbSc60m0xRTiPazcsv07LuMbUrq6f
BdT+ePmGu5TWbUPkdetU48bRZHnZdtOcomKOVIGB4EmdzP8n7bx23kaWrn1FBJjDKUVJb3Aah+0Z
nxCesJkz2Wzy6v+nffBtiyJEeH5g5siwS83urq6w1iq7682w8tzu22NbO08xL+P/bG2iDFk3ok4m
YuV0KPVPAi2cb63qSz+2srsi9KGoqRA0OlvKta03/lyaLcoeRtKB4u6Cj1Nj1i9ZEx9xpfZMoQtH
bws2AuyLzanMmsAtYhCFJ6u1IWj10B2A6hRP5lSlz49XtXMSiStohNDCI03cgk5F5cnZTGOymaUH
9ISWxUXzZ+q6rUiuRd4ZHxdZOX88Nrq3YWDb1MGgqUUOfHv8M38KvEawYeVScRYzAY3XBDX/2Mre
VyS9JqCA6sWmbdwI5dPJXTqWNvS9+UfS1/+0tel9dLviX5x1lkKQgvgUFa7NdlmeAKAqpHVqUpG9
bZyOV8RMkjZa11g72K+9RRFOQ6XDF5O/bGy1SjGiDGbrlJrzGDk6sLtxoqjZLMsRiXdvlwimkXWx
4H3Tr7ndpXQxZqeb8Y3GkMvL2iTp1RvjX0Y6UstTnF2Y1nwlDv2tlbZ2/NlFEePkjf2fRH3duSrM
9WKyoJNwRfz0+FDsLkrVRonbVdq5WZSrBYvd+hP1CUqlb+ppINuKSy/Wo8d29u4VDP7/s6P28adI
Wr04pqVhx5rhaRmG04am3U2gf4IVSYygfCm52we1w51wksSHNJrWgolCw8YorJbELesVowNE0zCO
h+yryJbx0qWe97Yc/aY9KLnvfU7yE6o9ToD0q7UJrHKjGPJJ5+j3Tls/j2v7vU508yCr2zfCIVHs
Fsj/m9dy8UU1m+5AhacS40vQ5UD1zUKefn3HFMFMp2xG3equzWXkdZWNpnUCyJS9QXmmPI1l1kf1
kmZwhP3XOYj/+9jk/cKotJgUd8A/usgJqbD1p0OSG6PZGjNnvyQ/iAKndT8awvI/P7Zyn96oeo4B
Cl91hmG93loZKmGmKURbWCReeZ3zYX0188x/V3dxe6pmYoAG3YlT3eTT+bHl+0uAZUQyKSgrmVNj
sz7UItoZWDkb59fVB0uzsq+AmqfXZuz6Z8uO67MjATU/Nnp/CSgkqcqjwtBCxFIf/aePSnVzKFMu
H/SrWaUyjg+PztMi2xl/r3lFL//GHHBOGEI/6ma35owscVHtUeYatz9ZQRacYh7QSObjX4sWH+HF
9laHtwyg6rlK3Vf9+U+rG52crujKFS/EBNsKWF7kpkUaGhD9vxRTpR3Uc/eOqPImihdJILJFRmeG
BycnIXMht0pOdDTnJz317YMW7N5BAY9BYepH4WZbAst7xPCgIII0CYbsHYnvfNXmPD/p6zyesqzz
I6hzdfR453aWRhcJQRFFeAQpsTmdwCiDEUI2O6cl82tpluk5EHiZx1buH2ywX6SeoJyZQ8QSbzfM
7jy3GkusTNUC0Nar0zCz3eE9gl/FLyczxDmqhMLfpZq67cXNFKKEW3HRzVyPI82Seein/hoFa9uc
DLueTtJJjqjJOwfSpU2vulUckbsGYN2tmd3WPHSpPf1hFIn/QlOr/qppsxb6cVUcxD9qU24LGIov
C9KCHhU9zi2K13MqmrbrghaYv8wf7HyWZ0jH3gllmORUdu180iqtepFJWn30U/NItPF+NyFHEDvo
9GigsDqbaKVMRakHiwc0v0rmb74b611UQ447r82STAeP664xVbRgQ5nis6UDVvMq9WmtYQR3RX/t
ssV+06+LeyVLNa6PT+k9AwIFGmZ4KAo95VNkGm6Paa15ZtlMSxWlcykg/wh51rkS5yCfltdklMUb
R6KBJFMHYrAm39jC7z88/g339xG7dKvUK4V2zBZ4AIpGc60VLRy0eOWznhntOcnW9MBf71pRby0B
J+GfrT76Tw6UbJwzWvpVNJvT+JQR5YKsoPb3eC33t0IFKlBpVHGPVZm3Vqyxl1pRU0SzBsrdVraK
Z3MUyUvmzksVGs04HGzg3rLwYRadfwfu5Bb9ndgDQsnACaK1s/qPo1G4b0XrDwfR896yPDAh4FdM
pW+5+XhV7qFvu6Y1eLnCfkolEgDl2ki0zmQVjkZyZO/+XeAL/mRP/Z6fNmtp6CnDTKkjb9HeluCh
viLMujxlTpND2fS/jUEaHFy6uyVCKab3pQB0lOvuKBJ6XE9tlaD2Ks3eDkU+BafZ9vonWyHPjaw5
gu3fXXLsQQmgCsUQOpXy3y7RS+t1GHPBSdHS7JL2LY0fC3gDv3KMHh/KH+2dG+epbFmqjcAhgTu9
iQQl7rFByLeKhl4swcmeZfI7Z0m+99ZJIF2XVTVNt6U8LdUUnLs2sL7rWW4ipVzo+ZtxTc0vq2mh
K7rkSOIWZUUdSQr6ynZdfUf1g99fVc1XkvrhyXD75Tcq2ALJNquTodb0B4He7pfDZ9GA4YWlW3r7
5eoWmWfJdYqySrpvZt2bzo4g2fGHQTs4FHfnUH04zADIUCqjWxzCJD1LzqTeUeku35zZr7/PcbVc
63xMQc13Qy5OdpkdKd/tWVUIMaiQ/H9HAqyDlJjSklXUaMZyDlbZwn9wtDBGMedSjZoOTN80zo8P
yd5XpVgCARn1RsB+G8+1FvkUd65WRqWDDlmfm0s0IMBJnbA+AnLvmqLhA9YMLUHyu9sNnNdh8RIQ
AtEIIix0Uqc7FdkcRymV71/1x2wginoIvIMRUIWnW1MIXc727NtlNM6Vf/XoqkXCGcVZK9L0YgVV
/J/HX/H+PVUGgS3aUBCQhNiiLzRJqc0EuhIZMsn70LCb4ALQuXyZeq15Myfr8KrJfECTt2j+zoLe
PHt63hy8qDsHCCtAP+Ct0XjYCrgEFejBpvaLCC0GL+ozq4lWabehgxTGuyAOutCt7PrA6M6u4jqJ
CSmr8/Bt0S1DNUJW9O0iQsMwO8dIEX1eDW+g9QJS4vFX3jVFfQrRYfgdxGW3u9rVJJfLjKmk15Pr
MJTJRfjm9G5w+vLXnQ2IHaUqquhOd0161AeFbdUapkQXhE28+hcNQaVTU/dH5Y67EJfoR2nZAetV
w7vunvIqVzCluEAIpgoiPSmca4tW+ckRQfCX63TyLAykU3uFWEBU6igt2vuoALOVVBepBIWJzUcl
InL1OCmjPjXKUEwayq2tbp6MNp4OCjs7by0wU4APqkOAE9h48NXL065ypjJaLaHDIOvbT2WMUlUT
9/WTUVnl9fF52bsPFE6J/lygLZRebpdmTRRJ3EKWUZGY7UvlOd25ac36gu7PeiqMqgrzNO8OXI9a
xObRRRD8f0Y3j262VKvoUdGMZGwJJJSrcvkEqdu9NnXhPReWlV6CwjMY/GCbxR+PF7xrm3IW2Atw
1MAmbxfsG3IZhbmSrsjRel1rfQyJDEFMDlZ66uvpexHUxssk3SPg3t4honKs5HBRbAVvcms4WOra
17KsjPRxTZ4Wct8vuU4BAXd1BAvdNUW09uOZVLJNt6aobJV1q9cllALjt7XSvU+N8CAsT3p8UKXY
s2QFdHLJTZRs/2ZRfDRpw9YrIrB12WkdVu08y7o859LrL7++ceRi0N4J9kAkbm5GTV0wd3XcDRKh
9fNS5X0XBmX1set67Wq1MJZ5JDWaAL388tjy3stFLZJ+C+Y9mHPKPf0UcwM7RaBwdvB0q2ZEZpBb
l67Xh2d/cdPT1MslDb3M/yq6tOlDU7XSBTW2g1B176bSLIdhhVvg1d6sf4mzQtVNimi08+B5MlO0
+uw6PXVl/d3w0cumlXMk63aXQuF3FdJECQOSh267Um1mViJpF2xm0D+lPUy/ofvjHxTU9q4kpBSk
i1QdA87n7ecdq2SR6RAUuNdJvq9t9tNfZHzhtfzmxU67nrrRa98tLnIWBx9172FRYx/gzQGW9LYo
5rkWyBj1VRnZwuzbkz1m81kORfLkOEX/NR9b/7sfJDINe79aTsPq60eTGfYcvmLgg8NA3oOoZLP4
qehSxEeLyOWRO5E+gw1Jpzyadao3eW0fEf73bqx6QYneAVRT2b+1l5WukYwa9pzcKU/+EqyR0bn5
JQ368uDG7i0N+g9JP9Uhru3GVN5Lb8gai7AnyMwwaHwXKn88PJVuvZznYbUPztH90vCvSsSTrhnV
xW0r37V7Y42TpIiEnD8m/TC9jDqBZgmK55cDOiAYlGSUL6I3so1HSiXyFdhDEVV5O11nxplFQOXF
peqFfXBC70UDFNyD/+hGqxdz6/eCobYpBldErFom/zCHQnShPWUIT6Fcv35aaOr9PctSnoZgymiK
O9Nvoqnd0ESt41LNc3PgDe/9ED9G6aTiEmFfbgGFpa559rgW+GEtKz83tTMXp9IZ7Cd3plwVxlU7
fEmmtk4OgoZdu1RYUBr2wRps27yTmVT9KPIiQgf1L6lp2RnogfdmciiFk20vUTU51qfHnn/vRMHm
YCiBEgG8A9sH9L7sqmuKyJ6NEq7gXFy8fNbfLhbzNP6FKV41tPLwAuRJt/dynaeEf5Rt7kE3Xhw/
W7kxncsgk/5o/tT9vTTBanCAebEVuH/jcoYhHZ3JxtRsm00oCrjuY5cuUZck+hN4M/P515emXi0Q
NsBCgW7eLq3P3Mmsy47bUjvvU79vTrzl9cUf0/XA0t7KSBQ4HQqsefdeLXVm+drMyko3U9pE0BbW
rkpCmWXDp7Gc6wMQ3f37qCAiRM0QMsgqt5tmm0uieY2XR67RdRfhacP7zu/NA0jk3ikE9qLk/hWX
fdugN8yGGn/V5hHSpiKk8uGenYJW14TPOT/eqr0F/WxK/ZSfIp06s8c6HTHlN4Xxvhjj/IqAt/gX
V5k8ikYkeH4Y65sYXPIUGgnDbxANK+RrUI/+27hHWtQRMv7ToyN5asfDvvzO2VBjRpT6Cn6L63y7
tGSoK53nPovoov0dx5RuqtXymIEB/2yB0/PrX/KHxjaQUpJ+5GVuzcWoUvkN4iboAHTDZUhd+QGO
1K/NPUNBGjDZj0IY0T7Niu0B7AOzstMOK1PVih6gcNycur7Nv8lUk++Alx51JHbOIrwE6gpEoty0
bS0MBT4fi5Y6i7I/QQFzTm6aoqmcH8qO7JniwaOwQD2T12/jpqZJbyXtjyzSrawNk5jJLCIxRnwx
haPHx37vkVV1TBhVxCpEu5uMyUoL2N443aicYz1kdInxlxFrdh3GmVJXKZmH5jOcIEploF8TVJNO
KKCU13qq69NcudP3x79nb+kKlqBzTEmttq0nG6757Gh9hii7lr031jJ+i9NDo0hPjvCPO8+qR4uU
biWtSiiim2sxMPzKrdY2i5iVUoaW1/WXop3AWqdZL5AoMuJzUwTr068ukNcHcABwI5QHUDS7vR2p
SRvP1wtIV30WnE059WEhcQhOnuUHKer9vbegFgMPg/tOJ3g74wFIv9fqRZZFlZzLMBs6cQawxqwW
po+eAgNt3cdLu3ehoPdUZZViH4vc5mkwhUGJjQjqr0jFfaXWW53hDWrXx1buTwjSSR65EpeDFvMW
0jEV0i3htaeRHGcrqrq8QytrYMQOw18OKv17C4LLSmKGZtW9aPtcIzZXG1oSEbFrgN5gKs+U+aPH
C1K3+bYmhAWqwsz/4BRymm9PBJqjtAVFKqMaSarf9D7IL66D7lRPbngt+Guhl2j1b0O3+L9+QHjE
qS4SDamW0yZNgXnuyYDJsREvMKNcxmC6DNaw/FOvOdMi6mI5OPs7B5JoSLEbVAcF0sHtShm6FA/O
iL24rxYgVE15qvQpeQ7Mbrm6JZzegw28v+IkD0R69F8NpRKzqfGV7Yi+UEWEPORdfG0h7SJyupqn
OOudF5pV9ouVTflB0LJnFI4qPozMHpExdYB/iiREYRGZSykjmPP12Swm7+wNzLgy3El745pJ81vG
bLODwGLnVgAO/p9R9el/MqqbPRgJABB0Qt341HSr/0oTaj71Y5l8fHxed9dHmI7IPzfjjpQ8FmU/
i5bzynDc5U/DmBmb4WdafcnMRYuGiqNUN94vs8fIAyEicuWpRSPxutlKG1GhRqaljAoHlgpdtyWS
aJK/EIMG1Pcc/9fdDPYI0RgmoBL5zS620xowNKuWUe4t3YlQZzzbKFCeZi/3Dt7gHQdAavdDCJC+
F2/R7d7FsTaIZmplNNC7eV3RWzj3sQXJKM9zw3hCC0e7xoZev22sOT6wvePiaO+pbhhlGIoim3NT
mDKfumCdee/mTwOTlN7Lzs4/Pz4xO4eTOcowj9FnItbYlkOImoyaGa5zNKWWklecsivPexsV2dId
5CU7hxOyHz1L5diQIdiEM0FWFEsT4D39mu58X4iViqRev1QO/b6yzYf/aJUoD4zurA/RA0p4yo8y
331jdNG1ldJMNkduIIMwrUs9Qmt9eMq9eQgff0q1H7ePBUxuaOIQ1Cm/oLRwe1ZcZ4iNYIbuz4nM
vmkA4U42FKmPVPGqKKfwf1BZ2rUHahMkDuAjqh+39hYQF+3cEw/Zi+O/VKXM3qZl0sI3lkn1ZxdM
1YHB+wPJAunNKp02kuZtx2nw026Wxioio2dGStKJ8TUb5HjwEu1YQXlOAYyUJBASGbfLStO1sMxO
myIOLNRmYBAvzCeqD5zyzsejaAOVESgOp3JbMFqFNUwGr2okUmu2iKhncY3npPiq9VP2uhp9fFAF
2FmWokkppQjqU7yzt8tqnLnJaOpOUdDY+rX1hHZOj0n293eMsJVGBLLkys4Wqbz6ZtEF7jpFozNk
H5J+jF+0fsnwzLNBOXnyPiBt0h/s2N63RIGCMAUxJ5Va3i4ty7SJeMWZwDRV/p/o/panJJfyKV2Q
3c6FPJK+ub/TZGDUHZVIJ/SALVRzCDo4X20lmANVMSgnzbqX3ubAUL09gvHu7Br9FZBN1NugYm5R
P8uUB+sw1hz5WnQvXW4Z1yIlJXnsOXYWxC0GDqa0nVnT5sivTq71vsGCZFyWH8y8H8+53TBdMD0S
V723BF4EvDWEemAy9tZn0KxKvTFviEV8vX9vD7rzOaiq1YSc2AXpwbJ+0MZvPSLWfuwSQsm44M3r
idyWyBiaJ6MpSxuBFnitIPpr5nshuhakVytdlqcpqRZxdYhpUP9ZMgcFqTrXSWFb3SnDmMnEf42r
5gynIhibL/O8LH9p/pB9XlJb/EXcGgDU61BCe1ooMVthOZvWGj3eoPtrBQeQAgNSGUozY4sSERAb
CivJxihLqNeEqayaLwVtowSanG+FiKxDwgrmg3t1L31ASE51CFIBAq0c+c3jFeBxhyptx0hA8Poq
41VD9Vg4q3Fup2kZr9k0uxdbzdi99DPkc3eJrf9qXt+64VqkdnDgwu7vObLb5I4KwoHG+nZet0yT
cpjpMKA9PmSvA5nyeUlK5leJYnwtMi85eG/27NGTBjVCa5wzqy7nT4Gzzaj3wshHgq/KMU8V2rjn
oIN7m4KdDCfmZx28CfeXnTI388jJSnAwdw/qIGirlA1xZeZlHViHnhtYF0fR8p4V5Srp2NJzx1Xf
rooBoMC0AWNGos6Da8MI3Astqf7gxN5fdCVLpEQNebCJRzbBgVh7o0kYLxslpp+dqbv1v9lxV4Q6
d/CX0SHKFDEqZHAawVsMQb4AZi+DjvCf8WKhs1bzt8pjGCshuXxy4yb5z+PLuLc0ZCqQX0LvUimj
337AFu01mEzExa0t/VOPKHkemnWDfpnlln/9ui0ViHD8KN5Tsrm1NWjtxIFBrGoZ7PSV1y8+U3wq
3gptqY+mTO04GQ4Esaqa3USgsFlXL2WNJ0hI3vRJf9Jk4IWo3TVhCwjpuVsceTJJ08+PF6gWcOui
ETMhNkaOmncBYPntAmOjk8GoKxctuwmwYpZ+qop5UsME/E8LimHPbSy8y7AI4/fHltW/vLWMcjO4
IoB+NH03J1QGSbCuJds4dRRVUVtDegT/P/t/Prazd1yIjtHqUpQ0xPJuV+iXnjch0UXasVIhrugj
hmXrt8yLbeXBx9xzWAgNYYe3ldx0Y4oGwjJrS4y0GZcvzFGVu7Q58gW537+6xSz+eLyynb0jlEQn
RkV7FvjB25WtssiYFauS09oxmBMKQnPKgrYLxboaT8vIPOI0nYJQWOuR0NrOWVWBF2kH154Vb0I+
0BmGWfUFcUSyFvAkrZLRBBlYAcsctd9pEdah9Fp5fbzgna28sbr5vlaZLOs6U2iwEP9hTGG5vBpJ
Ik9tMB0JuuwvUJWflWQox+b227JordMXnJrUk+wibXcBytJQ05h4g5mZPr/6hXE030L9o5sroZoK
iBUr4W1ni5P04kYixGGgAljoCEQnffIuntdfx2PzpNKJVBEVGcJWkrSUs46AbMYzFyS/j2XufSxX
L7701mQe0U5/MAe3K6K+R7GbAIqBiOoz//SEI1wQr2MDQsYd/Oq9k5bTs0hiG+hw1rwzpNT+Hpd+
jMzBG17Qg24+WnMxriecQ/FxdRw8+1i6DgM23L+T1I5PRBrDf+m1Un0tnYXRcMl01G3cu1Uw6UjR
aHwz5GtTCY2TeW3KlpfTTFclMIU0eNkDrmwAGUXoODfnZKrXM3197eAhvT9zlJhxiTrumM7H9szN
7uiMhechY6W32RJ2ftH+ptd6N4cU7LMPxrr4xvME3Sc5MHx/ryjH6GRvlESZBLFFMQhhARlZKP6O
i+te1rELXsnuy3AVcfzLLhJTiseHqDNdpK1gtTvqsSslPitftBoOryfaSOtn972jNd0QFoN1JFu0
uziVJwIOARyzlSHXta5HsmXiWR2dOcqywL1UjNEIM7M3nh77p/ujw+Loq6LcA6Scw7M57fFk5jY6
SFE1evZlNNfin0Kr/fcM7B3OrYDs54wQQXW9OILo3788WMZT0ZyjeELt5NaylVhd5wbc6aVd5Sko
ZPymqXjp0nhG5KAu2v7T46XuGmTYEq1rKl5AVm8NErp2S5CpWNn3ulcPCl9YNnlzqnppXtIMcPBj
e+otu3UkPlqidLBoUqgMdvNpE9tg0EuLP64Yg/6S9db8Ehgo8CxMforQZyo/NYA5ro1o19Be+++/
bN32VD3d4gfQIdkksolZdhM9QfI/16avnGQUbUOr8vFhQT+eCvgdFyhm9ds8m8azYXZHqLWdQ3zz
A7bv7dxpRjV7YzR2NPFoj4AhGSvxZnDkEdHp/hEiqKB1xe8F0Er3+XZnpVF4QRXUU8S86yFCDtI+
6T7CrY+/6N6C8HZcSCqJaMVuD+w8O24ruinqXFr28YKjWeKJSfB58MsDNChCUEWnNUG4osTWbxeU
8YetYU9TpBeMTI0NuwjrGZ3Cdqn0U6odqkjtLQ0qIYEDKyPm24Rlou5l67T6FDlFUj/5Go40HZv1
bQtS8/T4Kxo711DV3NDmoA/IUKrtubBUF7Q3JzB/UJaJvuhhh8WieX/S0grWkFnAzoWpy0t9XUxo
/ucU7Z33/pQ6FZ22CYUh0BLGdKbC3Hwqlth94zVZniJB4CxHss+730VNcESEz6JGrv78p1iAvhvV
oHKcIjMb+6dJIE8l+/RzlpTBgXPaKZwQJzIqDIEBMIGUqm9NSeEnQWfwWfSmHS790DCkTqOk2/Z5
e+769FMOX+rK2BzJ3dX9kx+s4wuUrf5gf3a2h99BEEG9jYRg+/Z0CzTcCaG6qJnKgCmr2eqECLe5
J1JbC75i4v1yssM75/KByQYIXbdd1ZRpcG2VJ3Mk02x69nxBvVIIim5OrB2sbccjQxwAf467IG/c
tjv0qgGUt8wiql2LSQRwxJ7XvMojRo2MEdRCIDKjLp66NV0jq8qOkJc7p4k6N9U4bKusbnPyJxcq
bdb4dFuyRH/xS+vPiuE7/xH94SXbcYikc4AguWVUgrdw7A6JllrPYmSc69Y6T2PRfl7jLjsQBdhd
D0BziszMT6IjfHtkna60U3JTEaEitb7k6zyf0zIzKJpq7cHO7YQp1GqQwoDvAsh7G4N1XlBXdGBE
5Lhp9WVah/qljAPro2EWZihaRlPVmSHDarR/vSoFyJtSCnUpA6hdsHEBnsaJAnEuoqrsjAjKDbFu
1+TnJR2tg4Bh1wcoNT96ccB58Py3HxRxY/SWHDp//Rh0F92okmtV581ZFumnsXGKD8Ixxzf4oioS
7lqEU+A314nc6OBr7/kAwmoI5nCVwUpufJEx+X7nN+UcNQvqeGG5DvSbdKOUX9PaBjCdLkilP34W
dhIJ0NDwh2FR0tu1NnfDXky3XHOaukE3ZnT8hcVgKtd79RfG7EgmkJ20GL2ox0b3ronaWBrhyK2S
ON9+7wUq4WQ6E9+b/CksXal9tJYm//DYyt41IbJWB4hQDCb5rRUvtzLH7pmCZ42Jc45j0YTrUnTv
pNkcMcx3vyLnhmeEwhHAhltTQbLkE5O9RMSEYwQUjRiKbTaJ5owW5D+jrMSXUrePSgB76+O9AknB
ifF5u26N2pXhTG7TzBHCHJJDOQ1NpE+u+W4qnaMHeW+BFLp1TqfqMmz7dmW/xuacLrgcQ6T+s+uM
WfaxQ0Ha+WJJ9UolDWq5jjmXR52hvTsB+pSyAC6N12MTY87rYtsjQgtRq6NPnxDER60YpsuUGfMZ
TOGRQseRvU38HhuxtNoce1k75pHeifRcdn1z0ZfAvyTCOlIV29tFh8nyqlMOsncrXqH0hMS0NCLS
wLB9ZeQeE7Kn2J7OTAXPDrokR7Y2x9SS0P8LExgAEBTzPC9O8FIv1MOaJT3C6O+aolhMaxmRKlqI
t4czGa0OhUgAAFZbOV/GacxOqaj0M4jYX+fw0eEFsUHbTeXU25JEIQJtbkzOZqP1wRV1O/9q9qAA
Aq7H5bFL2XNc6OEwIFFh32gs3K6KB8ivHVOICCKVbZxrvqdQLIQjr7x3CMkGOO3IMwG+3riutMgo
tds+QantZr/ZWunSVXDyl9azkwEV4fXofu9tlxrcCheS3BXC0+3CfIbEI1iTAJglQrvo7mRfupp5
bLGczIPKx64phW9gYOsOUYTOblKba0ygqy/1uWBo6GcOxkRNwMkPTO1tF+hcWiQUSckcN5+xj32T
GcCZiIJYDM81ud0nTTucVrC7ILDkLs8oXd8tWAmFrtVPkRGKGlgU19ytGIDliqkJs6YtDt60PT8M
yuz/bG32abQay889AAyoDZRXqEz+q6dJ//tYQuzU9NSLcqhl/+LU069DZQF4OfVOFST+lI2VeTt2
U46LorTR/FMZPQyuZPTjg6hg9zv+oOEqYjNwm1szTlnmUz1z6GE45/mzUSb2S5oMQ3/VCzCmj2/y
rjF4WAqroTDIm2elB+LVJEtLTiAGOw6t1klflrHXSPUMvHz4L6wBCECfEo0iRnLfLs1AwEoXRf4D
htK8c+OZ6SDSeknKQ+2uvXXx7RirA+ZJUQJuLcVG7hkaHDuwQ2US6WvcPzMS5EsqGu0AdryXGpB7
kEKSpTPEZxN+uGvXu3XGF2wZdfVVkygLeI1ZKOXr7CzGUQ9rqZWnVZZfH3/MvUoGYxpRoUa/RU0e
3VyCxA20oprJstDRXl/dmSHfjbM013wSKLxPmnMtK1t+6FqR/Y5+UvzaI464nlDrLs5N2gxXN0+s
b3o8Ve6b0k3rfyZLLP99/CN390H1BvDhSIVsDzP6421uBLx/gT47n/J0Bl1basnfgciPppfsPRb0
aEBZAJhUvYjbLXdqiKmdx6NUxwECtfiHizssKPybYB+Y6nVEqt5bmoK2EOmCTAByemtvrI2Mp0Ty
tBcLamK1m3+1lQZ6M/r/JgmEUUgLTeWeSF7emuLqprQqWZrb5YxkYAxU/xVJbeGespZxIv/CJ6in
wkcOCHrXNv1q1IBBWBiEfkYePyFCMD7VZmadGGyYnh8fj709AwWn8i5QK+BNbxcmhJcm9kyVWKgG
fmIyw1rWNnW0KikYrB2I8ttjg3ubRmWTqgFwLRKGjb8Tdjf6VpZPqJfZ2nNSmghC1yJduaRjfPBI
7T27SM+hckDhQKUmt4sjmfeaxcZWI2zxsSjcUYtIB4V3sF87dlTHFeoYFEZ6Upt3yTOHpa4Qq42c
2UqfnWrpzmXcVX88/nK7VsAEAMMhz7rrtMLoqQSDh6lFVsPQXESTms9JZs7B9f/PzuasU8EBmcgT
GAHNkuHiyxboVpod9O/ux0WAAEAG7ccZp6G7zTccO8iEwSDYqDWtdHlxy0YaYdOWuCXRlcXv+pg1
3+el6acnqykNkpEphW1vgyr5zlwr0zrrizM8G3qipVFFz3kK66z0cG+mN37ra8PQQt1Ks09jVpdm
FLc1xYXeQND0neiLWrnBxRKhiGtrPU3waAvKDLn97A+kEue+KdbP/VL2RyLROxdO0f1QiSEhoWq2
KfHM7gx0zGaUb+L7yAZU2fLJchvxZDd5jUz/csRv2js1hIOcmx9w8m0noYhrO2jRg4gQx82rcJ71
PvTGtj1Kj3cCQkpzMGsJpSmIbSsP5tBVuWh1uj19DxHNBPVPtKZHTVsZ17Wv0fAjLTo4qjvORLEq
aEBTgCS/27wAK53F1Rr5mDqaHk9zLouPA/ZC+AH2r4fwlMMD1fhBEYEo9NaXTCVVFaZgjxzXwqEA
VhVfLfrCB7HM3m6pFoDS5VRsPnV6fopwW80UppbUNO06XfsdZOmchzPV8ejxFd8rNKqwhda90vPm
Eb214wRjYQ+mP6JAnU165Poy+SBKppqf6jpz/+qGGS5M1w/J/Hbu6/ETw9uXP3PX1YyzbRTMOXn8
e/b2kfCNsg7TjuAhbC4FiMU2BzaKy7GoXa2JYT6BiP1vbYxH4Og9S+jBAd5S3Ao4crcL72Zd6vHK
hHSfitgfwqDbhcRsIcOYQaMHwfbelVB7SQ5BaQx28a2tQiZFOVjaEBmD5hlvzcTzADOKXGtONtK2
xccg1/wyRPxP/vn4e+45GUqoeBk6KjwWm8B0Gcp+MJhyG6WOzqiRZSwZucN8nvdGkLgnmOnLv9hA
GqKQbD2ao9Dlb5eaOppva5ogjCjNItQ8zUNaGWX/1jXbg7O7uzYCTEXgpxq3FV0omXltF7MzRs1o
j8+McXJPsZOKq3Db6dlRGsiPv+XuiQHIixIcyAFaHbdL66kKE9niY+xBxK9po1mM0AmMFys1jpoc
e0ujwayGo1NEAk5za0qgVTQKlAOgEA/OdRJLfkpbL7t4Qzz+R8P+Qdzy415tEAoweqkVqJIBEaX6
QT+5G6K/GZVTWBAVTZ5TJSY/CEcpX1tZr0k4V4P8Uq/28peldTysNG7Tj65V1EcXZe8T//wzNpeS
+txgJ9ThI8FnQRkf4iZ6wQ5qKGnyL14M3B1Ilx+yCVsMSJpagrE4cGgQbJtOmV0boDjz4dL10j4/
Pjh7vhwpYHX/1OCv7Utv6HOORhoZcLpoxakwzfkNpVf998dWfnis7R4yBJiqCAUVhYja7KFv94PU
5AQLtvHccz4by8XK/C4C9Q/V2PXnN46VN2/SGnxeU0n72SqS8QrRtK9Cyl9yvPTF5MFpoOhyBfvd
fK5jx3keyZ8P4vEf6Pe73+ooeXnUPznom/faREWxRm5sglrWj/8UiSeuw1obOv2e0YZQOzAzuSq8
QVxNs+g/g88Pfk9tq7gwmzf/nrWWUTGf0h/aqG/n+mC/9k4hTUzSSYPtIqm8/ZB1i26QQQ0caGrv
Zadujv0nMJvOtwG67YFT2alZYAAQEh0F5B+2cuoNNc0hiRcunmeRIMsqORfMKjmtGdAcBJP+HuFn
P7UyO/KeO4uE7gSsGIECiHF3N75v1pUAjoKu6P8fZ+e1I7extusrIsAcTskOkzWjMJJ8QsiWVGQx
FUMxXf3/0Ad7u3sa09ACvIwFSJ6aYqUvvEE0+6GdOeieJKjbWc4cFldumAvzRDkaujc3DG3bcy6q
i97rNIZwkWQaurGvEVev3SmIp1bVj8B+7UNemN/teeqvpBcX57lJvFGH57U/x+oEfQN/tISeRJly
AmniVfsWacujOYbXJBgu3aJU4TcMNckZAufb7/KfW7SGubQ4VstBr538pl20HdeB0nEksTo2hjBI
rLSfXoTBFWNMOdYDzvLHtk6MTAsT1i/ibyQQ5zd5CgIqG2h9YUan7tdwaB9sOtdxra+2+y7Pl5QN
xMZmS3HuwxuEsgWVTxl2XC3jg1cL7yMcsPAumnBPMbOuiNd1CXYVUvJx4CzBPpTptSfjQmxFVPX/
fodzxGsIgYN0BDl5Zffdt9mkKe3jOfIJvYP6bprz6KWXVfHnOQCxKc1pzg15zvmp7dMoM6oK+MjY
j1OM4oZ9nxK2XhnlQhSwURtoWVFM2DxcTreTEJUEQMwoFq4On0UmG5m07hA8rdNi7tOMSs2V2+jC
SwX3d2urUtva+v2nI5pm3uu0N/mYbrascRV1ZhPbWeT+ev+tunQo/zvOWXwDZTDDUJlaJB0QdZjm
Kt23CuTNVE3tFRWwi1OyQflgZkJyeB6QlpZYhelpzgOqiDuJhUIC5/paBfLSLkR/FXUZtiImI2cF
Jt9BvVJJlkq7hPnCTrfY1533eunaXcZde1Mt/jUy1sWviJLPpnHGv8/bPKHfoNap/63oNvWduSBo
PXhYkWGikF25vi9uxa1wAO4Z8crz/NpagU0MA30rv0ELvcZN2YrXkPsNwl25E3Xff/ofdsgmUeTA
RwHwf7YTpxAdaTETMzmtU6EsO7qJrObho4N95u3/MhTxGQkLEORzSpa1rKGxbD05q8f+LluWZteG
MtwHjXONuH1pxTCwQmmd/1Gq3l7J/zwQboeSvGVsl1XbtK+6XcVfWHp4D1NtpZ/fn9Wlfb9F8htH
HIGS8weXPH4I9LS1k0wZfoZCXb4aaBdc2RcXJ0QZjKwWcTjy9tMJDaYB1WTgxaOKZxxw92jjqejU
zVSb6ZW76dIWhF0CihmtB/Qbz3aEwKVktkIeclVqcUBr3bgpO1l8Xh3dHZDpSq9cHJeONDABJrVp
2PAZT6fWQUUXuBWQILhzu1PajD5kYp7jkKrHPs+cDK/eNf37/VW79D1ZL6qhoJCIWM7iYl8aSs14
pOxEVYSfoflPGIRrdZ9OKKq/P9SliOw/Q51nJeTORVsoSi1mmFXzIc9y46lsAkPF/pRFSTB41eMc
1MAjue6i3fuDX1pM3k2kTIkdKJmf7ZtVydxVBjjtzTvokWzzQ+l15s60l/Uxt7NrPuyXDgOgLlgG
W6UHfPvpWtq4JaIKOwELd03IQq43H4ze/HNZJ0zWSO82bhk35Xn4N6QjoftkDDstMuvWChWmNsVV
WadL+5L9uEnTUYYASnY6lyxFwwnvL/blqhcwOsuylyUl46Hz7INTOLh6ZEhTv79eFz8gwDU6JcCe
AM2eDlrYlS1FT5kQ6F5xVAM2FFBCrjXXLo3CFcy2pyQJ6uNsV6QIgDh+XtLYmCsFjAB/mWVIq/37
c7l0xghX0SwBfU6qvO3N/1zC8woH1xvZ+BKNzq+5rOcYUs8i4qDw/5eAaqOpwRTlZbHeAGMR3y+1
T0EjUKF3kF5TwawJr7G+Lp0mYlFuRgcaMwHI6Yw2V3eZaROCkDEMKK27WyDgVUdVFdVtEDTiyum9
VDUmCgAxs4EVGPPsHaOdZwK8gEGJbTIYzXyNjqWR+w+usWb7KQXG76zKO7SrNOKh8Gvc6tz0uNrL
NS/5SzOn07zZeyARRwvpdObDNE52GUzTjraS/um4pUwqoC64n2FDYQnpfv/zvYOe2eYkgsMxfIDT
8eYAiw09MF5tD81N4GbN3ndV93V0lukKpvrSYaAzukEnUFB466Kep0sYTfDasrmLDiLqiy8TJqrH
P58QIlREWQgHEkieTcgqy8yxZqhQKrWNuLak2C1GSPRqRP8Dlw1qDlw2ds4mfnJ2hzTdlIG8Q99L
+kMaSy9t4tZKx8/lMi1XuicX7khaCPTNge0g43lecO+LnvJYtEmJZZ5/cGRfx0uppgMqaR10hiBM
aMtekym88KBu1p6kT6j2b7YEp3tjTHVehtYwIb5gyL9sGTo3TTfqxOm74vfidCtM0fwlSrVzZadc
uNBo64E0pLtN6n/eSVfAH+jmwQ8cjdw+0Ln/2Y+dd2NKcSU6ebMlKRZt5MeNreNuVL3TGfojpul5
nlF0y8o+WXqAAg1N14/vb8k3Z3obhdeNhQOaRDPodJSsaGuq9yWjjHq680HWPNVYhRwIDj9mo/HH
GufbcAgywEFnv5C+nQ4nSmfqRkV9rcnC8GiYutsZoysxZ7WcPz1sNA4JDRCh4gLhTTgPQxY6mGkz
qF0bzfrOjap11y+yukdt61pgvv2okwIrQxH706hEmHfzkjmdlTmIKqiEaoE5TJuXhPLioPOLw1Ib
0U0KwjdGvaW9VRS/4yma/1jLbxuenBARVMhkFBhPh6+Q92ryHvBPheDRnkpZ+1FVG7eUUGzX1S2N
r265FqS8OQfboDRLN/w+T8H5nJXZYStWiXa3+R0lPYz0Q2Pg7enkqTi8v0cvDkXODaCNQjjb53R+
/sqT23uO2gVrsB57aXO3+ATrqguWK4/tm7uMWRE8oDVJqXwz5TkdavOv8gF3qJ0Zia1l76T9dzur
9RwL5RovjTN4L9Aysi/vz/DCWQd0tOEFtiwSZOzpsC2/SjcJS+1mq0GuYBmJLkQz/A/fcZsWyQ7P
N3Dp01EmrHlJfdkn9TjUR8cz7F2Yh1Y8TCLa/w8T2jACXGGUSM9NbcUSGJGbMiHbDNRHp+KQUk3z
kRt6f5xLW4N6ExhOHjt008+nNFDqzkpXIfCVV/uwlb9nHQFMGaNrfaVLI23kPET7mBC1/NOPh85w
ZFAmaXa+tYY3IaCVuJWR+TBKT/3pE8MmpH/FGoF72ECjp0MJNokxBVRGPJVPWDlP5jFcZ97S3i1v
3/9+F65/GiIQ3tkUcGTOmZZsgXxExLzeicbXbdwvpSkfbWK824IWZp6oIFTf/3xImgMgvjYJ4Df9
eQzinJwJ4oHaT/ke+qgby35eYwvv7GMdhtea5JeO9H/HO4sU5jJlMUfsQT1tuUmjBiORs73chjp1
0GvIsqNqi2tKR9sSnb8IlDLY/BYv3hubkprn2uvNtt7ZRl3vqYmbSUlF5b4r1w6hU1s9CBQpEmf2
7Ssn7+104ZFu9iGkj7Dgg7PpBrnX+arjBquRGrstxerspgHOxyjK4ZNZTO1tYHNU3l/Tt4djI69S
YiBFhkd3Ln4X2QBX2hGBBv7t0IeojbuZPCK2UYj440uM3co/lDMQWWK408OhGyIz9jKN1nL2Xvtx
XuLZS6tPVReoK4fjX5H701VECBRuCX07QBZQkU/Hkp5fGiszA5G5DjlWE30o49poiu/lXDcwAjEK
Ttq+EkOiZ6t/BG7OY1tAPbN5q0T+3U8LRBVCF2jslYvv7YtBUk1YyEUB9SU8P7jt2LRV4fp8BsOR
nyTFucTEauXL++v69nqg0wQ2AmFrSgRoSp1+APwihzILCWykacMWzw0vpnscfdaF+mZPQ3ilfXhp
UgxInk6lANj0ts3+UyxYF79zWyqcu9Af3EMHBbz9gDe5f03b8NK0NgItXE9ETN5UN6lv1ysbp4V8
3CI8NmRlEYMzFXEd9eKp18a1iv5bfUNYPCTxaHSDDWLrnu1aZJ1MSm7s2lBm4nYWc/PkNktz47O9
9ovrGUVsz7bxCHvE/RwsKSxCxLT6x1RH+nvhR/0uLaLmq6xD/74fRHg/9NL/7VaN90W1mYubrhQf
S2XltK/aq2Cct7cZvz0GultxFpmHcwZIkJIyO27ewcMd6iA2osJ8aVe7vHMw33yKgsF8qL3F+bZY
RnQluby0VAAXNnQawR8yr6dbYkF/aw5Hh9B6cH/rWURP0drW+zx0Xzvwv9eqipeGA3IE/ZaO4wZg
Ph3OqfMoNbu83y04Ff2sDW++0bhgoAXhhLGu3GvFnQsX57+iZgG3JkHMeUk/r323HkajQ6jDHp+y
obNiqqfurQqna6LDFx4GhtqyPDIAcq+zw2W62WAWmOXseq8b10PYarWvTXKEOwE4/K50+nDXizy/
Utm/sHeA11DF5BalpnnehbEmKg50a/udLEX6pXdh6h0h6vXzvecsoaJ+2hff804OR0uBEDy8f4Ft
63V2gxNhUiPeGkC8C2dFzrpPy7Bv7G5nTlp/k9pFTD2s5ofOmjIU17TziiZBjUeEPeUfl7q4Nv6l
2cNbAJpHmZXe2rbf/nOjRf2aQrzu+10nluKbwm8jDrI8u20DQyRhLtfPi9LTjWqCax2HCztrc10n
HeXT8zKfpRQQCD1rmHW/U6ER7Fp/Es+2KbJ7IAvly/sf+eJQVGNoYm8VynMIzwAzmr5JgwRMjYNx
tQo31sD3kioH4/3+UBfOJ7WeTW8m3Eqi563RRltw9FHf2GkTO5rjanTTwIvsAfG0hqXa93Z2LdF9
f0gAVKdLGEoHNyYkPnFODuiO+mGakw16vpHkq7E8jL03/ylPF6W8/z9J0AinI7aBv0jDSDvA6uu6
E35HV2hY1gevcK5dChcnt51Nur7/Kl+dDjUZvZWnboFQazE6X/NIlw/rqAysqZcchFQZ+c/vL+Cl
A4GxCMVsklBuorO5qcxX5pojYprZOo/Tpm5uozH/ldt59wwFerkLei96QgXhGrvnQmxBqQIk6ebP
QXfqLC5G46DvnbzrdqkufCiFVZcgrvXnWSKsNCowGxpoa6WfXbJLW2nHJ83eCVP9aOpyfXQsK4Wu
uQz79z/khUOHex+tUipcyHOcF0D7XjWrGEmj/BSHSbT52t004RWB7O011M+FS5Toh2nRy4OSfN6z
dxfL7kFVVrvOcXSfzJZs7zsN/Q9hIKO/C1HSes3Gqb6r3bp4kBqA3ftzfYt92lpUjE+Bi4yYw3+6
TdcwGIN6wybww2csfaef40gVrzUa99g5FGqszA/3gvgnrgc/OhKtXzMyvHBSoFOSshKE8Du8kRWT
5jIPOdbtbjWVB1+604epjYAnz/u8isqb92d8Ybf+W7WEbM5RARt5OmHk0Ps5LZgw4hXZfdn42ZdR
9/mVUS4cRkb5t+hkeiTaZ29Eqa0sIORgTlgIfx/Nwo8jp2ofo0Cp+wLjg4/ELIqob71271zaUoR0
8M25DJC+Og/r5nDJps6kCCAs7ybrVLirJa0kkcvpps97g56aZe/m1WkOQTiXr+9/3kuLCdWYZtbW
T6OAefp5bVmUqXKpCUjLWblygm8tYcUBJdvfppHZV3K1S0eVdg/3HWBFwtizxQTJ42Z1zqWwsm3m
uOnr/s6ui/xppep/5ai8XVK67oxCx8Um7jonxzZh1MmxRY4tmtLlJfO9NKmw0ohB7XlHpNvVTuQp
DKiUX+T9b2q9neaWUZHWu4gFgTs9W9M2Fb3OhOp3gScw+isyL9/b2ui4aPEBL2Nzsd2bYJ28fWCM
Ybs3g6U49mOdFoeiydzYHNpOxoZfOSgEGnB+Rncaflz5JbdvfRoQgvulQIEROhVDwqPTlQ99IZt8
Qki0m8Vyb6/bS6SLJtbDXCOAFQ4Pq/+Rlv4uEu6Uxebseze50/0xhI0EAxwPEkcbB51WyOmvgbSE
r4TQyF81jn87GON30WPltYxuebCQQd3LdL1WK3276aFqb2yRTZ8KIs725/+JRcVqN7lIe1hOONLI
vbHOoxWX6GiaR9DrKEJGQ7fI4/sf/O2mIPZ1adMB66Frdp6/ASoLnFKTamscSBKajyKZRz/90MvS
u1I9+BexcLq2Acmpy3XJA0wn5Gxt9cKRiCqkqFJjcHEyatNqjfvUiezYUtl0N+Sokh/xh2yb2JnA
wiRj7c9/r50xOvvIkYi7mKsXPoa666rECPT4fbI7nCmMcAlfUcNVywHzYTHEfW32H5qxxNPv/c/1
do1YG48PhpDE1tk8i1JA9jZpKdmUWpZm4k5+kICKMn6LJiuhS47V5/fHu7A8ZCeEEBS5qLucZ2c4
J/Pjg6LbBdIVPnqYKnpZkTz83HkTn+3KYG8vJ0Br5IL0cLh4+T+nO1AVUnpLF+ByXppN+1jYTup9
n4oJ/3okNKrwCdSLN8UGfrzDzigNnCe9Ssv0ENA3l4dy2oSql65UX236h33cNL6dxaHZZI+iyqmQ
6zFLKZcY65OjqxH7hUhFX1oFizumjoYJQzqFwbNc6+zzqldlx2aAAP0hlV72IUhD/TCFhil2TUM8
FLdlRhu5KB3kEkEQ9s0elJGHe3EKti+ZDO15uJdj+3czwvxakllNS35Ys1pi9wiBVtxVRamduGgQ
L0+icjbhhKEHF93j7yIkZtm5HA+D0Yb6fiTCy7514D1xLrAHYaM9GKF96wgzfXbmwlI3qJThiVFb
ZRdQFPPDv1aFCNIf51eAICi1gLamWkX/4XSFAJjame1TtxZBHsUCX/bEG0WFfHIU7cslC/ZXtgQ/
7/TIwkBCSfhfQMRGWTgdD8MU3+qBdwMYLrNvvduq/YDw0nM9oSz//lBvjxa5KTkqOkokAGTEp0Ph
AyBaSJ7tzp7a6piGVnYfLPhxkjsu99BOriXg//a4TudGI49dxcW3vTTntR1nWBywTyB4l9TDzXSx
u/WrLXWujwX/wUPtOOnfPUq8YkcEm4rncmncKmkozKxJ4KdR+qUJ5+kLT3XexAXd3/Te7TrrZ6Pa
ro15XNqvenDlcz431FGyXKzhE5LPJPrtKKbbypDIx5Ft2XPSFX5rxoOdRxmqdpH3GvSO+Obhs/25
tbo6jT2/8tS+EuUs4lVL77XLKt0kgGLUP7UzVZ9MWRvfhxGEHJoSU/iaUX+s4i4X/S2d23Ld5bXu
XoQ0zF9gzZHxVlEq1zhYagL2bTW+2trVrwi/+XdlX9i/lhHLkp3vrvnfxHed2lszHi+xKrHu/bBm
YUV3RLbBSzaW/SsWRSt1dCPtq0T1UMvvq8IKv6wQ7MRT3WemF1fsU/Vp1dmUPQep4w4IHPRyLXe2
MGvvOa3QEU8iwi4OHnoBd2UYza/OkHlDYjjt+M3oqryHmdXly6HhCKDBiXwQugxYVRY7DZisoqqR
Fi9lsdlOu1aqnyZ0msxY16jXxdZIjfTQUJv4rA1J+lrjGzIkfuouMtbQfu5XHTXTs55XYy8EXbAr
+/v8Kt+E04lk6ZJzdiFpnO3viWMGGhjQ1+x36s4aovIBZogMkm7hD64Mtt0D/93b22ABTy3BC9QX
oJGnh2kY4Ess2rMwQDXLZC51cAhTfQ3k8wb6tnU2Nt8+XqatgOc5p8PQfndb2HxmYsk6M/Z1KOZ7
Kk3p3hPcu3FnR/OnVHj63h/bHvHcMnSnuAxNQyZWbbXXkK14u24jnk6csA2nFL7mphF+js1EQdDO
5yXAf6ImrPsc6NIYwYt5UYdOuZ97XyeBx63buxsV0GqRURCTV683KKlIJE7rdh6AEtgGfu9q6NTr
jPW7A15qygBRiHrKdnbUFUHcK93JmxTbBipbajDtBEDJkL4oTxbOvuntKovTOU+tfVH5uG70EC72
Vpbq527sBX+7zLYrJyr7OJzCRhwAKq5jgp3kUsfaG4Pfk5m39TFyxrzcSyOyXrgpgnpfDnP0obP7
+a8qFe4at3nq5ce2EcM3L1fqOdRt9GN0DY54lvZ89En4/ZxkfuP+aNUIqDNve/2UljDqY9E7lv7c
jcX6ObWV8b1ohP8UICpmwkrrxJRYnkC0tK1U8WBEETJ0RVnjD+62dnMvs2weH1xTh9+arnUXHGm6
6rbP1l4kxZq15sHswvk7jb/hdulmCSCkSK3P2g0HLzZ0g9RjIZoPNJEauZvFij1cG4ZFGmsdNk4i
7EA+QgVnd9FMWz5Dhg/usA4gvENfmh5K1aQ6jDFNwtFhgNCij6RWKHAW5bLei7KqgYxjiJIEaO78
xXngN7QBA9xpU3sCPm2F7ZAqjWY6tMJdIKaFs/zkw4+xdmPhteRkGbaNcRd0hdqlY5U9i5qo5aMO
2+6vTJqoQQscCb/Q4avDeE7t6XuN1KQBHHKuf5pmv/o3DdLFa1IYVfhtzkVnEPH0okiAP3jfKNYu
n8ZyCJ+yEB/YZDGG6J+VX/7T3CkMHNDg8L8PjSWrxDTc6Is5r2m27/0sVbulXq0A2FBqI9ObOwo/
g0mkQ7IEqfigrTqzk3mARRTjXCwkmBxnzuPKX6L+tanC/udolOayBxGvnsCX0XRwcst7qNbWLnaR
bisn7lrIvwATDdPYRX0jD11loBfVoQXhHOgtBj/roVx+kcQH/OjW1s5wW4Ye5Oy1tPRvkoq622fh
vH7xYK0sXwJHYGGKGbvRJ3ndTcbDtHRemwRZKOVuzAP/Bf2W/JOGDendewVfLyZ/3mhzXZ8jQ1r7
eXXkHImPnTOG+InV3TpI3sRhfECbuYruPOE2UzLmsz/vN65dFk+DLOt93fr85lm9jM5t3c/1N+xw
+zlug8A4ZnLAQQCdmuzvfK7Tp2YK2xLrI2V+84C1BnHlOOJFT7gtQ3aw3R0HgrTQmLz+2TW80k78
bHF+jV0ZDLGrYerEM2otT3YWdmzRYiw/CajI9hGhqfK+GNPQewisFGCkWFxl3uKU4XqJlEXuyVjU
QW0nHhazD07UYr5kzDbndS7kxzrdymtzsc6fUxzUUkC9wldxlRbTmEQzuKvZsVVLHGK5GOQ0cMqe
fBIicZOOufoAK9//oeop6OJhxc4l2dyqugNaNnqMnY5NdedKp3gWhisIyx2tgq99IexjNeUkUZ6o
nCTLfaE/6NQu8xcbg9826WXXlEjT0sKNSY2scGcM4/wxcOwu3KFAEw5Iuqr5U0DjoU4GJ0sB5Yiw
bGIfU/MxtmaZlwejqzMITWGarfe9O3XlXbW68h8jJW29LaVolj2GP5l5aEP0SxOAzEG0S/lkaxzO
s8AtajGmj/ifbsxdNy+e0CYHSWKjadPeQTn1VX6UqWqyuBFrVD2Owhe/6VQEwR4g/+IcDFcjLBCU
i/ljnujqxiiaTN6uswrnJxk3sVCzSOe4asqOySZk+IwiSZUmrUoHMDnBFADxtmVJpdH1BvPOMJpI
cBRXZ0rkCk3n0WbbKf40jD6qzA4+jIHl/iXyaMpvVqUm/xk6sC4PbRNl1aEuW/NlKbx12bQr6w/B
lLEmuANl2KTk5cq2tkt1K22v+mFu8jIJDqX6xR2rMDviZlvPd8s41zo2msp6Xatu4Gq25+xuROLT
o19hN9+o2bkj4lL19FosiJvH0xoMAyZwGEVPncNxaeCgtIfKLcKXsbOwb5mtIfB2AInXcF9qgDlx
mXszg/d1+LubtdeBPWjrV46lOcb4vhjl7WSn5j/SXVt1t+rKesFVw9F72Tf+XYHCnjqqsuxDPlLT
fUx9n+jR7Gx/fZk6Ke4NQlQii5RlET1a2reBUOVnIzfMngexr37k89jYsWqV+Tf82tyO03QZHruU
bb6bZvS97hC16huQ/66XH7wsim78eVwhLOFW28V9aWKWk03DGCUK4M9O1/BHduDiOvc+yroBSXmp
5haEV1ts5bFo+asdNzx4ZA3DV/ABw4cysxbeyq5D37HQqanuGkvxYuI0ln8nynQxnreipkmCEbDy
3ZSPWZ64+IErogPLuCNM9aBRsevX8ogFX1NA2M21iz7g0qAw70nlYgE9OK9d13IX5qvOf4LbFXZs
tG4pbludL3bcOGNZP6dtDx+wWUe7fZQh8iZfVkLv/KGho5LFdFfWCOPLWm7gl8z6UKxWFcW+U6V6
v3Csx0SMVumQGQwhPN5yXbrYHxeaP3qymz1QtLWn2tH3y03qyiXblUFTvZqllGlctI360BtF8EO7
FX9N+sJDD2julg9Kwo5IhOCmOqg8klEMjkB+zQ2pXugou8N+LKxgPqCnOtlY1hSDTHicUkTvAwVZ
pPEnWyak4t2hVGKhCCHszIzHcGZ3dL03PSqrXUdQPLM1PVjWTKa40U/cxFNt+hHTbsrmllDpR8Ow
dJ0IEDU/ZiEjZze2ZooOvDJZpsXsuierbczgOOVd3t0pD/LE1zzPieQCqb2vvTSNIcHbMvgWrlQ/
drZXoh0V2DpFpy0vxSNa72kYU0TW06OXuTqIV34qEMGG+kU02EYZz43tUPgQueEuO92EE8+KMiXJ
O+6dvKMdM09EZc8fAr1IbL9S038msQpve1tPRlIz2k/cSwWyxwKFjt4pnfLgSpuT2OZYQB8Loe38
YFI5j+JUdek/QAgg+xLCmdmnoFC9s1e+o75KKyirWLqj9RD548qyVJbzmlFgQN7MKIwbJImMcKft
0XWO3OXtQ7CJJMTtYpm/KBh4+FPOmlBgCtNdO5eETaaTZunNHE65mcjWy7pEeZMnd2hXWD9hKBjb
agiLrWs5xa5InVAf0HSpPzqNJ/AQXexFxU6Ut2tsw1j/C0Ys70bRu6CjrRL3A16JusmSRshwune4
oOR9OMq54Sz3YE2Q0Avu1gokdrxMbZceOJJdm1T+sD66dW+nu1CLcolzQHK8q4HbUdgAYDYl5ahV
dtTQlDU8jJZeuew9fISFDseb3Das4GA1tf3VqykDHxH84RC0s2m+kB7lxT6w6jB6yAo8GWMzLafH
0vGK4ra0eKxi5eSoz6Z0TT6ZfWcN+0yv5g881zrzkAq7646ynNqvgTnTSiKHEM/eRCKVtBlCcLEX
TQpj1X6hZTCYGC0Jvw7viKwdyOiUSqsjhSvD37V0TE3E2h3Obp3x3hzo1xhZ7G9ibRj84JlNMtf4
eCu2dh+75BxUq/BD6AjyIKEkWGv0n9PI4/v0SAx96wUKP2zObAkTU2chAWXt/VX09tAmJS5BXEZs
a55yyicP3dyindabPSAtm2aVQZUiaJe4sIf+sZ7LYozbKljB6Pl9qZKwY98m/lp6zsEVVBDi1ItA
jLP2ELcYWYyxmpT+u5e5X3P1VNGr9HVoEUF2bprH+Ob48pj6E4A/OjsqJAzDjzMugDV/IXB2CdRc
fwzjdhLOP6pGPyy28Y/qD6HRKvk5rOeIjgaKaEHseeM8wuBTlParKCj3OnCKft+ALfRigOhKJRU0
Hq6zKMJ+pFuNqj+Wee7erc4smQZ6U9ax8orKTZxGYlu0OnWxJjATZytxaj0+e2s2oTIH3uJXK4Rf
khHkwUPXtDin2HVYBzyBSFI9p1zj37U38IJI9uUaF6u/PnAzEFY7TUdogsOv/asusvSlq+r2W79W
RvXgFONioC7nzfspc5Cu2RgraSKjoPhijsvSJmM62T5dpTC6l2LxXlgRy0k60oADnAs72Of1OL8K
uYBzKUCsWYk7po5MZk8E9zaCKz6Hy1SP3rTwuHd5WOdw2eiM7tLJd0uCLWXsZGfoJYn6zv/te6sX
3XtqyF4zjEdYfT3O37SmO7UrBqP72bgRZS1rdINbq3FHOwl7x3meHWupqfi15cNcmD1gziJTn91G
EGaOQrLM04B5UuK3eNDHnWNXQ1LPKr23W4TokgmCqbPL56wqk1G02acRHeEWvGsH5CWPcp3dq0xP
Kb41/tTE1DWHT10ze+t+7DO3uUNb3vuVBblb7PJBkY771iSCmwUiWLPrc3+Y4q6IjC9rbXdN4lEw
bI52pfTBt3UVxl7tQ6Plb1AVq0wygX6sGh2vwThLjl2k8h3b0/2bpy/9kRkS8ahuVhr7cO7zCrP3
dPjptYO2H4NqLfu9Ew3+r5kuCc6hqyrJpAlM476QudxNkaTiVuAMpHi2K/7K6mBL9tMyVvsf3Qq2
sSnlJkwAB6CnQ5Ivv5Y0z+6EHHyFPAkyMMlITexrZ7jAK3GDrzhoZm1wMfba/YJIZPg7sBYPXwtr
CLOdHOc+eJgqd3iptZ99R6zNL3f5aPZFTOG2X+9WvPZ+4QUw3IZEXBHOo2b5j2UW5sT7m1NT0F2o
P9lqysXNYEK2uwlTZ+IAmnP9u5rsSe4LArOCQmjtfJvrcvyhA9kYCRYnpqIIU0UUYcqpm282rpuK
PbW6beyN7tgmOtTBi9F5dElQjHYBwqaI2fFyp81DSVzF5dJ09hEWC26sdSucIEaDKP9dYimQxbAE
0OWuQZ//HDA2+lvLPitIo4q63AGa0gXpjOQtYvvjPzdPW8aTzdnY7ojKSkldUbdPU5C6rAZGeNSE
gtGmncAnnw5mO3rfTPV/nJ3XctzMua5vxeVzeKMBNMKqZR8Ag5khKVIkJSqdoBQo5BwbV78fyP9e
FocsztayywfykOxBo8MX3jDRJLC9bBp8M62d2s84Z6qwW3T5s7Vt8okp3VqeaC6Qd2cpsGbWF9+7
rPr5A8STOA1iAqh32tJoA4HBoh1bGjSuD+et43KeRrqzOaIVvhnNeNr2hPgf2rI1sW5fpvGHVsXt
TdGm8fcyr6OPi0rTLyPRMrVqVKAfWoFccxBV8fqg8DDn+SwNJmthuco30Q2JA6MAG+iQm6W+SGPj
ulPkOJBNoW2GahHxYcJz+b5T9XCv3JRyS9/0WU4y3XItdhSgx52WcEMEKHs3710Hi1XfiuvljvOa
GkK2aPPXRrPqn20z1w10pdTpgmm18spfke67Q9DLfBeNUX5BNjD+lOtg3ifsoMelqQHuFZROalJ+
ndKtl5g29KBWt2c/QkPX9XVyUHztLeU+tGSGk59QbvgqRF8nO1AtTha2jU34jd5xT2dFrt0tdRxV
EFsP2RTQlKm6O0kKml6a3go3IDNK83OX2NXtaBjTVy9v8ulNqwp3pjU5O9LXWztu3qRd4lYh6Td6
2Is317u0b736Iqd18COl1H/l4QVZXSIq6dyhVbYJzNF2bAKkv9w+JH4pb9alme6ifMq+wTKfr9C+
i5LAGhLzIR1yT/lVVVFAHmnlXjv9Wse4N9lIBwPgynu/Hyv5sSyXMeIEtTlyZmVPb5VXUP0XllZ1
R47iZj9YZaL5thFxmC/cZ7TI9FrTg5Iz+24VXNswmwdqkyDjJJpOuqgplGZxdS/sblSXVDesdyvR
Ml2/icQ5XATOSn5MCX6l4lgsF1NJzTQoUr1n+XQaZfyyxALPzzpViSBxNa8I1WAuZdCNBbpnBiC7
t0VnovgVe17u3li0EH8WOOI+1C0JL3txi6QTlbsXcVTOGSGb3s537AaKQ9jljDd9nFUdWtT2XAaF
h05ukOed+SCtmu7FgFfE1n/RKvGmTczhMqGQEflzB133oLp4bcMorZyClFosND3ntfk+qyV9AJRb
tzv0+OJsFyUSJ4G+Gy0CA/roP6N5Xt6odlp/FDln6rVei5kdCvd7OBAKT5dyrY3+qNpCO9pKj0ca
Q/YY7cvZ86pDT/zy1VsWclmzWY19E5ltuSutNrvDR1Z7azmN9a6nl5r6Y2s7dzCWy89tOmtpWOWO
bPxeM/iTi8KXPLDlVJEazlZEKWBRXB0deaMMTA7yfJcM0YY17ofNVbJSwxeC2uxjMrpcjE6kNTH7
36WPBfR3PFIbWUc4riYbJM8zsi1H6Q0yjHqFQEbeEih4Mv0emZPs/WECoIWu2BIXdGSMvvThrNeL
D5TeeCA8se+tYnH6YCzc5TKuG+H5jSO1i2JSg3U12+18MY3lmB4LZSQP5Uoh6U2CzmO7j5HoTYn1
J1IUy2zk55XEJQklhW6uh4yC1XFw3MgLFK3/B+SAZLaHfVbL3VioNtnTxI3vQEwV+KoIilNNLbwD
2Pnxs2wX57pbtJwmW27oF4D7s5oOU8dGyEsvfyPoZw2+MeXprWYI7vZunPosrIYq+hqD/2v8duo4
GHFyhhPmFqtV+jrh1LtITYIwsqjyIbSnqP+4FhUY2K7h1PCRXOweIC5q3zMWwPcBZEMS0LOIPlm5
kb3tByKIYJ1bk/44oi6Hce2o8SVpU43hZMc9rodTWVwW1ajFe6H32qXLwWeHKKRY1a6fnKg65n2x
loGNeULpN6nNxdP3UryxrGF0QtQJiL3IgqEwG06a7L3OiOsg6VpxsVKop79Qt+MhozMm/TFZCF3t
cppdiuztUFE/sy0uak5boo0YdJ/H8aNoFnvZtdPVHuGRXI0fJZiMb7WF8GuQi0IQEwwoWnhxyqE9
ohwf0H7rHd+ro+7tXK6p2LEzSgcVD4XVn+WNyjrYotBjkohk/TiYctaDXNm1uRs0aj5EE2LMAqde
rI91Aab7KsF+yfA7gCbXSlOeCFqvFG+ndUszOXxkcgXWtH4fYQ2ygUoMcS8JpHuflhpt3bLIL6ct
6AkQHdPeOS1CIghlZcbbgmynuouMcv1RAnpwL2qrGh/cNI1v7dbdp3Gj98dFE0lHtb0zqAtYKreA
G3je9eCp+RMtC7c5wpEqr0iI2h9aEXMydIvBb+SlZtyu89p7xJbTAFaUdOBtw1WEU5W7UruNCCIo
6jhWQcqZm0m4JdzTLm5yd8fBGnsUb+axPdaAvageNQXiFwpP+OJNV5gJh6U1ZzfKipbPLdf2vcnL
ScFyDcbP2k2Ieje1vDeD6dXLgWes31pZ1hDGZktEpdzkMz3FPMtHihj411p4BemowzL3sbqw4MWW
E5hAXuydOUfU9intyy/24hBBGF2UfgcbgdzTgPJn5jtIdHjXNHgp+rmVRYEKfxup7xQrVHJ8FxqE
JnAm3dukikvdr200w3B+t4c4rKt2eG95eIZdjTQ2+lAV0OdIh23YuY29NjiG4Iz9FTRJ3uyVRo4d
6nPGZWN0SbwePIruD9Cjza1sLMlc1ETL6aioWo3+0OdwyZJOxGCMYqe0/DxzXWpAGncH14MdV6G1
VogKEvSJYp+uOVDIUHdHT299s52V3E/mUGo3JbVnjG2bvBiaxybpuuRmid0Z74I+zQl48LE0Fado
auRGWBSLBgBlioF0djdjSntaBXZvtuNDO7bteiCAaWLNzyITbJO3AN5EmM5ItHfGsFguavRGDkTK
j0ubczB0WlFl92Zst1Pk68iLFkiIqtZ8b2G+W920lbboFGK4dKxjr9vQqrDVNIiyK13TPupJOZcX
2TK3zvZ7ZVpfJehVjO9sMa2EWpq7uvUjBqMGoQ1tP8YYGg8mgz/WmpxJ89dZF0e55MZ83VoU0ekY
NFP1EyHraa0D2skkYvuusePoZ+StDv7RVtYXV32FPe7HHOeV4YcruDtvdLeO7GBBeH75QLul09+X
k00sFESeXYrPtdZI3d4XBT3CYySmiaZyb67u+kNb6g3QQziXfK2AzuYHhunoJsabHbfiSsSc4JNp
aTqbWzixQb0sR1IYgXy3s3qknmoAClRg6Kig8pAzO5An+tGRx0muo/aulEZNpDHOjaRZEk2dAuI8
6C1bSoK7cL/ZrWk730bbzZ3hkNInjRPfWuys6alApVb5qXG5ZX54pK5RuLiLmV4taVoMb6VqEccO
4L0h+Z04S+RcLR2UjUNqTlP5RidDtw4uDhtzWFA6X+/shu9f+7pLqwAJfxz8fsRpvBTv7UTXli+R
Wrg26JUo79ixvnk0W+TegbL4OF2IYeLKTHSDVgrltbm7VNqIqLPdO/l07MsZL5GhKtKZq3LssxsA
UUm7r2dnrC+7VV+zcJKlmX9B2SNqyXN7twupelr6sQNqsvpZpVaxMzVVOvQyKLYESlqV+ylnx9yj
CZgtb3olyWZWnfs1HJYBWQT0ntXnMV6Sx25ZRXdhcwjku8XKo89a3NW6H2vT/IDKZmzsF93L79O6
NEcf9nyByRLXnxWiYpbXX+I+jxxyLdNbjnHDDwXcGyq6iNkuP0bZZnKng3VWB4CZ4gECEjUmSc3e
80ePOpwPqUa7pZMaF7vczdYvqnXqe/jQ4r1yY90hYerTsG+TtKKJQIzoJy10W58WSnJdkXvfuqh3
AGS2+lL6kR0lX4Y+7kUwyW6Y/LJp1KfSWNVMIDvp+k6MRvtdIUr+aR7z5VIj2C+AxdT2xdgjeE+S
Zoeayb7A5DK/MLOsBTMwrG9oA01FWMeTdVWze2Z/NUbaN42KMOi10jl/UziYZM6kDaSRZtOU/pQY
DR4BNMbpzFME+lauYnnf1I1D+dQppmrXFsDbd2tC5/c+40R8r2tdT00aDVPMIaSTKPoaJiCEQtiA
PhJm933aSkDTeT11n8AdufdRXop8H1eR49zXOH9/bDG0BLBjLfKHV0+5ohgje7WLlCyrQM5LHnax
t2zaDrmDUjOiYUUwL7jgvukHMSPXUbTlxaTPyXEGzFxfS6hMKSm15Pr2uopaBnJy9GsQm6T2Mxt6
8gbSuiyCZoyymNpzj38vF39F47ONHMtvpdN9aWPupnBRJXiOjNSd2zj3cL4d10gdKWvF1q53+zK5
Ak2llTgbpmURptE6PqzABPqQNFJ9K22RfEfI3nX9OZHLVYnw07RXbZt+6YYZuLKbJNnt0FgprUvD
rcEtqnWgyzIY3RX5EukrMvze9UZviANR2skQgPShD0NzlW7vMFU4HzQlvqs+hqM9l9VUWJrfRuvw
LknIjH28uBDPd4h0up21qOV2yMypYUoWqfsJJ9Dqx51TcOIJD8BVPPUc556HtPpBUNL8SGMf5MOU
I0odsCwpXGdr2lzFCyFWOEHdmTjcNlNCuabt57w1rfe6t0SFz7HPujF6NRhvtKbrUl+nE/Qpjnu7
IMfrgXTXfZe5ew4jN9ljpprsR73RxsCheSX2hfD6O9nH64b9k8Z1HXf2LdI6yLyWNYe4r625q8Ik
Veo2BZr7zkzbtrzqPLtOwsiasjhoAR0MYSSj2KXXQ5Cxdzu64lsJgbL+JMe4oZYpZLsXRpmV+7Gx
POo/JIAUYYdlCkYlxi8Vd68VFAIdnI9QLKp11+pg36i7JU4c6omXopLumP0VnRRVfxLZ6qbhamnu
V6fuXTNo22qZQjY36glZWZX4uy+9Z120ej1cTwsuVwFKSFTZ3bKsLo1ao4SdCDK5PQGC8aGVU/fI
GUpzK0/1rVhEZVsn/VyEG3QZZtAPWdatxwwoRUENVqM1Czwof+iSTr4XC8LEV4L77m4thU088DpI
8xmuDLQ4skouqkc6Md2p6FFVDGokqKIO22TdvlwSeTFlZ0c5pcIi8ovcEQrgKNN5aB6dIOFJUlq7
XCs3aBpq0E7B25e1APuUg+lYlBkHKWrkZx7tGT5vG/QXHBRGJhXF7fPf4PdjLLiJImSpLVyGr9BJ
rt/VWAwcSlr4fz4UrsmAdVGP4lY5JWyhwCMKlTdO0AhwBaabDofYzsdDItrqjFbJKap200veXNp/
mUKgRHeC0EvmpmLbTW4QZU3l5xFuCblTpgeVZbbfjOs5EsMLC2QDDONJjbwZyMCTV5erZo2AkHjg
B5RxUazTcuFykJ6ZwJeeCkQznFYD+dNnCwQye+nkS+YFQPgwnJ1BgJuRyHfFJGn7Zp08A6d8YW0I
fNwNAnnYEnTqn64NA4R438PwDzy7/ZZaer6LZzDm6Vifkwd5af6QRkStioOd1XiCEoUi1zatlnoB
FZDuHYAA57og7D0zf88Ie9uy8ODpsSJs9BVOebqN7CTZIa9JGyji13ljXIPaELvO1cy3U+tOQVYk
0X1rL+IDncUxNMDIvPvjswSOD5hvizsTRs02Fb9tOFI7B5oGk9p3QOeD1AOqAkrLNP/Uq0RA7tqW
pEvlDvdn82QgI0tgcmN4CkvXmSwfiwHwZLPeGB/XuTkn2/l8qZiIQNLTAnrLOemdbDgtET2tE1J4
LcmXb/RPaG4qNBE+QbRLz3lMnxI2tifbuLq2ucnO84RPpzDLehHR5qDg5Qj3unGqry1d6j1RzXeq
X2UAv8La5fE0n6HyPD+gGXdT6GD/bZDmk3Htxe00Anr2g5zkvsGuK2hHy9mXXtPstNhWgS5KsX99
vbz4sDgWs2YAG0PAefqwgEkWq83pKw0UM+CyA3UH46f2C4aD/mDlbWiIFiQp4v5/vP153M1IZOPX
OjCAno5cWS0GQeXiBZG5lh8KrazulVlQSp2XuXz7+lM+PwCg8KJ4vN1/3EenwjGp2WfN1HqMVcXu
QZ9VexArfYTXR3lplUoyWqhF7H9xqj5AWh5RRnU4QBfZwRiu6VuNVXmlwMefuYFeWivSgPkFmdTZ
ekFPJ2/Nvb51UGAKPNBaN8ugohsL7M9ngR6DHq6VFc0+QUAmw9cf8aWJRP8OFzQcFaHRblPw2/Gi
ZTr1z5HMdp2N8kthxLLcFd5gzrvXxzmlym57EGKlA6FToj1mntwNvSbwPlC2B5UAqiASsOy4bBA7
OhLQJwEwYD4zyh8dIMib2XT/1KpyG55jXDp0LtFFPbV+HyeD9izN5SBCJDuwEGv3M8PBcG7O0DbU
h3MKfC+tHDQbNy1Wk7r9qb5mgghHpqCxBu6oT3s8YO4iTIN2+KO5Zy6pcyOdTCwKomuqWiY2tmsZ
FqXA8CHLo13ZNtbF6+/wxaE2j1YD2Qrkxk42OOWsKO4iywssLbW+IVSBE7qZNh+aNDnnUf48dNms
tf8z1MllRIBhjzSavGBKPMSqDfxEY+pnIR7fEkAm3pKvP9rpqWlIApdN0UH/pfAsT8YjuUHMbczH
cNZmcYB9tADNUt4+37wDTHOZ9k5MCcdURX/mJDud1F8jIwwEp3C7dU+5i5kxwmk0jDF0+9z9Wda1
d5HT/UUYX9Rn9uBLQ6GYqHM2ozYorZMzxkZ4v1CDPkKandyfQOqtAFrE+2HqtHNpwun7254Kutim
D7y5MZzut6IYOyONQbFq5nJNx0V86Mq582lO2PeFW5xjxZ2engy3kXNRigGziODlyZOJYcT4xPWm
cNFSMJK2e5C/SBNwKGia1jXfg+7dmTd3eqRtg3KcEJdZW6LnnQShqZzawalBZro0OTfHnPw4IUXy
0MEV3hNxyJAiT32ZjK37NVHL/O6PlywhDW+R9MjkmU82/hTTROtUOYSl6obDkO/r+t4s4/G2TFwZ
0mqtgYzU5x76hTUEM99D2sxD9xDW1NP7YhoJ5hlkCPMuo09jG9oaEKHaP+MuBUvw+iO+9Fo3Nr7l
bgK4LKang7UjwBBiswGilJkGXmnPN3WX9LeRUMl+aAGbaU2tn3mt4oW1C2UKmVbkBzH3OFUqL1In
1uO8GUCid8aNQdmWrotrD9+KofaO7TTP751kzS+zoTfuyPCKjxSFzbCFsdvif0OrLPLKlMoUdI0w
qiPTF5iLn4ugX/yWINQ2AUEwpqdLfiFJx1U6A5SsQ9BrB3f1WSXy2BVaf+xsWXx//V28tNodqC4Q
0sEu6KfRHWTPqjTteQxNUNEaGEStiEITRBNgmaW6wks13cFeiq7ytOiPEZoX0/71b/BL9eF31tq2
4YiNbJzuEUUGQvF0OXQUOY3NwSjMG7u8ouxW7h38z49OnOa7pldrUPeDvO71tQllUQPj5g2H7Tjm
tFIAOL3+dV5anFjNuMTZiEVYp1I8APjjqDZoMa9zUl6ValB3kw65Qkvkt7yJHXpMS3tmbb40JpIP
xL6IxHJbnVxTc6HrqzbHQwgzKAssZUxbK2pw7jLlTrlP845qQhlZzpmb48VxMQvYlCqBJZw6ogm6
4GtCmQ3zctOmfzBUm3DsiA8p3ZQE2qymJ/ssb60zr/zFcRE33E45iNynb7wekiUdZTWEulGYRyfL
bRtY8ZBdRbC+d1OtBE0RyGRnzp1tGk8XGluLKwxBbAQct73wW1A8A+8dDROmB4KZ00OaLv3OGG35
8PoCemFHYewDbZwNjF7kqY4AWNJCDt7ah3ZXZ6GH6tAFtABAFH38E9ryFPTGYgSEBiZ6/qN58fro
L0wtbE0dA09LgNo7jTuIE1SXi4SlVGT2VWaDmnfxZDoQofbhUBnoB7T9OcGcFw4tBqWaQlSwsdhP
1i83GUqzHnfWONJDRjmF21lRVM+dKA0cOU9/vkeROjK2SxrXZf30jnT7TXDZdofQKpR21dt9d5eA
7K33OtzINNCLId4rz1G3fz63ZP6EdEysgRXz0/UzwJiQoOmHUBvX4aBqUR4H2eghLFv31gCvDkGw
U3f/i0EtyhsG0ihb7Px00KbsU72Q3Mx2ntRXi0Xdu3Ol9j1umuWgV8YNxroqP7NTXggHCANYwgbz
aKDA/3RQFWWOXVjRENZR2VPkNsd3Ax6bBfdDBwX19Sd8IUjH2AI2NauWwU6T/mkAQThOMwGXglts
Qh+7lPNqvtPoY/oD7O3ARKN7P+Rr9+n1kZ+Zj3L10AjFQXYTztosb58+p16tXPHKA09EpYD+hGpv
WpqQPyFgqH3SmNijmk0nv7tN1MBdB6MMmEMz9MsC4+8HujEAEo25SnagmuALvP7tXtpV3MtsLIqU
JBEnL0FOs65xcnMvuoDVXLzSIQ/F9jWdcd2P4ulPlf1+TQa1ayqwxGR4ZTydDJW4wmlbUpZkpGYt
B9QLDIqTh9QYjD+/ADZ9YHCjclMvPjXDoVdk9gl8sDACY34g5P1QscsPHDDkLl4n33pGmYd/Pp0Y
4qJ7h4Q+/jsnGwlKW20D4h5DWdbUCkQ1vp3TSoVeBLDEwuvt/vXxXjqJ0dhzPZNgzsUF6ul0upWO
76aqpnCyIv24JKOAQ98PD7AfBdrTZXRj13V+rm7w0qJByBQfFyQvN9XEp6NOaeLNMZyCsBqlGdhe
C7KsSLUdwEBtkyQwz7zJF04KE4SwZfI+MQM5Ha9xOYFpO8+hVHF+3ci0+9gZljpQT8s/vz6hLzwa
lXKk4Hg+Sr729vlv17dcqXWuazbThgR+6bitA43YhoCojYC/kYpfz4RlLwxowbLmEqfXt2n7PR2w
qi0YKJAlwryNo31lz4+llRpHrNIa1I/q5swCfWEqkdNE15cOL5oSp2kRjfSRvq8+hz2HVgiyLz+A
a7BAl9vnxMN/qbqdhEJbHIQDGjJfVJNPDj47ATpmp8sSDlmijtJEtaBNtfEuGzOxs+ehJ/3Uq9t0
7PXLvoFfI3tvfavPY/wlRQn7G6xuC4UDsztOmyGLY8roXRx1441L0nfJesiOFSSWYxznwzl5spcS
BngKJKkUHeVzk6tVmFhogn8LZdfXQIQiiFjSWOQVFnXVxxokB1GsWuJPHvfxRd2m6I4AFdIeB7NO
IYUgCNDvXl+bL9xhdANokwliHYcG1tOloms1wqgdS0XYgwbYqHQ39aUJVRYQXY2w8uOqeT3kyto8
k8C9NDK1eQrZ9CJQKjo9ZuSIH3wSL2GmOz8wnLAI2NfhBka5DMVgFB/tfkr9uffGM5HmC8uVFgh9
JVI2lqthPH3kGPZXNTRiCRFFT4CX2bmPR6AZynY6Z8P9wlGKyvY2DrVw9E1OntEcitjkOlzQbIg2
cL41lweQOgs93AVwo1q7o9Ma05kHfGH7bycNFhQEBrpxWkNXQo5dXkNsbxQKJzqIWLDayHUc13mp
OAGQ9miC15fRszllNRNgyq03QTnvNEOh9V+LxR0Vuy/tb3qRVAejtuYDUMo/7QsaDMWCRaGCKMZ9
5kfXZMVkZw46GBvo8hLuXernkwvOiIr2mUDmpadCacrkDbqI1pze9pVoVObamgqhAlOhLztrDCSg
lQSY0lyEr0/hdo0/OdkQEaQwiUo6BVaAtyc70YUmAxIW2YQUuPQNCGxa/etaI8Dy+jgvPBRnDwmP
wfzxH+/p8hcxogdxa6qwmNBBsOB8wX/B5zf26vbr60M9W/6bLqJNaMyJTerxS9vyt4vPzj0kCLaC
ObTV9jiMfRP2sCt3w6ipPaVv9VEXxbx/fdCXno/ynLnJyZIJnJphJWjkQVYVgI6Ar6GbYaT3laJm
5wyAY/83Q5lYEGwPR6z0dCpteG8C1OKGbxpwqZU9qCX054DEe86/+3H/5/vyX/FjffvvhdD/67/5
9/e6UUh8JcPJP/91nX7v6r7+Ofz39mv/82NPf+lfb5vH6t3QPT4O11+b05988ov8/b/G330dvj75
BxQIeEF342On7h97mDu/BuGbbj/5//vh3x5//RXE1h//+ffv9VgN21+L07r6+18fXfz459+paPw2
69vf/+vDm68lv3f1WCmW3b//1P/8/OPXfvjn3y3xD2BN9PBouBKs4tT197/Nj9snpsknuGWT/ZAL
UvFnN1V1NyT//Lv8h87Kl+B4truYfhiHcl+P20ea9Y9f9Tz+f4ogeGVgB///HvzJK/rPK/sb4kG3
dVoNPU+ybdnftjQeuFvbgcIYLTec2U4l3KMEvlRZiW8SjRphfELimdjFB5E/zJ+8pWjkvYemjHah
QQJ89JSC3Vh51aK9iWotmkFbuly+B1QmQTIGqDABrv1tKv/6xr9/w5O98usLcrKRQLJTOFdP7icj
duomyscfS2KLmupphFSeLItqCsQyNs7h9dGennBYkm9nARGpS+IKlflUlnDCbYkTNCfkhYmAxvNa
fGiWvLn781FoW20nDtc7fOunmzKBWmYmBroCsWqZtTLrL4rKmc6oyT+NXv79LJQ90T5l93vus0qO
TrbvGC24TlFm+6mZ9RuPVOlY2TK+yhPNI9hvHq0+PldWefrK/hoYFAd3O9B1TtWnj9e23tTPVp2h
lRAjPiLUfNEh4bEXIGfPXOpP44i/hgLVAFhrO96eyabC0ZbtinqwRCguGCkg+cnafp219aduln8G
r2M07MQ5C8g66eUgKnmStNCiKESmi8TPVfxxsFo9dK3+UWEMduaxtgXwn135ayCXIUjiaXNuPYin
M5jh19FZQL/9SAjkQDJ8myprtsLWruZA6nN15eHCdyYle7b2ARXhfSIBv3G1szCfDgrUNc0W5Af8
fO6ckhp9M/6E/QRu+Q9X/zbOFkmQjfO/U1+FiS6ZZ2eMs2Ls+klG6E3EaZN9e32Uk57Urzn0qD79
+i+mUadKhTLLFMUV+DVWNkCGbGBNZ95kHdI4f9901nUB9b7IrEPfIbjUdkeWyzG3p4tVr68pW5XQ
ueob017PFDpfmmUsbSn+Ef9usLGnszylEqERD/2MbJXVhZBwnBDvOreAnm1B5hjLxM1FFAwOS/Xp
KHAnSneymGNayHANINUuli8374CgMFV+Lgp9tg234bayAbKnXCen6F0YUzloY+juWhZr+9lyv4jJ
vULT9zKWdXzmjH55MDBMZA/EbeJkBmUNMsBqGWy2ygrXEX24EynCvWh0mEYYGW17bik9346UxAFo
Yf8q6RyfFmJQUsq6WbAdJ29ub0D9feqFewl1cQ5yEzW59aANn1II00tv7FZsGXZmvjEYWgRNkKWD
i863xbPoQ6LV5xq+z9eTQbWeUjLFG7BQp6U3uqwOED2gjbQHNlIuBEaDHP6PwshtMzEKAvbAfbeS
4mlNQyDw4DJS4re9bqurpSEr3k1ZEc0HQI9IL53ZvNut/vQAZLxNKp1uEmfg6QEIyw8PPYmQTKN3
fXk5TTYE0XpN8p9WR9LmSzOOP8G7y7IA5kjshq3pbuyyzHJ3XTTXZ6BmL03yhmbb4F5buWpbkr9l
CcMIZA65yU13zxv74zyt43Lc8OLn8LPnBjqJDOpsTOScMFDVZsWx3piYQnTnTodnkQFvk8uZFg+t
pa3V8/RxjGEG/TxtMj3VlIDNrUx98QdQZh/mBZ3iI3rBs7qwhgyhxqitk3PHxfPTifEBnRiU5LbD
6eR6q0XhqHTgDMwdbUUJP/H2JRTsnddM2vH1lUQx4XQpbbcA72xzzcPf9dc98du703tTqzIzQfIl
nvv2WAgspH0LI6qSw7GK9d2Yut57w1pKG1ua3pkC1Bngaq0bh+CHiJAbTsuo0lyk4/FPhaWEAQtK
GjWdqfob8X1bfYf8OTo3HtxrJIRkAhfdJ96KG3Te1jb6PDRqFJda0deCBZ3PUdDPxpLfAZxCLGXs
EAi8p23LxVPNbd+VfjysUXXQuwZ/dMjic67tAPyuwy6q9fUmaZbYCkaEmd0AXFKHLA+cLOTOFpsc
b4aacihdT9MgJmXpj1iLvWFX9aBnr2gArfHOFeWQ8BWGHByh1yDjMZQVAk6Gqcwp0FPY0rtBX4by
0Hkw9S/Z5/ILAZFZvsm7okO70XbSEZJTKR0FX36aC9tfCgcVV1jjpBRQ/JFlmaPrroc/WNwl2qQ6
70qvY6vLPsMXEPT6kVzMJw+y2ObZipCUWHDfg8sKyXDnQsVDpq2Ohq8WMiO3TYk0JI6kDmpSfVnD
HeqANVFWtRqFULtY3+UeheSDnjUw58amyr9MQ1n+QD6vgY2F+xlGscpB8HSaI+82X53oc1pmgtsf
UeHYH9lt6SVaQ7Z7AZfYzUN3AZyD4o+ZpDtr9qbkEhRm+nnSbL27WiuCqCQAvwDDcyIO7D7ps9Ui
GBkX2mcUqOBU79APK1DKnnCtYoITq72M5rjSrE0EwbqNPSQgLttya/mhfDtm+CQsmb2jtoi7lSrq
BnrjsKmWCTP+ClK+V35kRSWyITks8NCLC9hTydSoD5YskTujOllOu3GJrGPcpl3kxyasucIX9dyy
xSHL6QiGUVP0R5caDl4643KfdFUKGVko923mtt4dKlWL3K+5vuYD12tMF7+bjQZdTWdu0uU6c2Dh
etR8UAGuCKfcuGfgoipYcc7cfYxH4ZVBNQzNnVYXkxYo0+7e9PSU0x3xkHDeV+a66PdzCXELBdQx
8Q6NJSB8+94QT9WHZenHXQMJXH+HkIndha5RaeJAJorCyKVl1VrlXlWIhmjpBbYNMr0go6nsY6l1
G5svGYvysGSufutoevZtFoiwXtcLbS+sjwvA+blWoIor0PrhiTQ0UeK6chAGF6ItaCHBhPalmiPN
T1WfPEpVRGghJf2CjF5FjkX1Wfb6LjMygZartBC3q73JjJCC0exol09NJSFVAhjcJy2e1b5dVfCx
7djd/iSAhtnP6oypG1sxRGy4BZ2uZi6X/EjLHRFYo3ehXGoLSDSg2jLBCsWDcNesXv+WXK72wsZp
VzRiapAICM0KFkSvx8Ubu6xWSklVjG1P1BRNvuuRb0doskyFCiI0ahGUXVKI1GU6rF+Ft8qPhRLW
HCI2VFwAPDSM3VQ1MCiFrjWfk3mevc/52q79RyuCs7EbjCj/3haYA3+e1s42DnZsVVgadDV6mG7n
NE5I27vs9h08cdSqitL8MkUDDLwWNUZqCt7SarsIJavviesV06FUiX40yDqq/8veeWzJjSxb9l96
jmpoMQ2F1JJMkjnBooTWcKiv7w1W3VsZTmbGI0Zv0GvViGQ5EA43F+bH9tlT8wXPrnYAvMGO0UHK
UdFX1wd2AY69jUis2BuHgJ4oDxNARd2kpd62suOaRG5pfsw8kfwoOzugfqwVEEXCunYM6km1/GPq
qQCthlyvoC4YAJp8I+KGdC+Gngq3NAjGlGKVMu/8MkqtB9Tqmb0Fd5dacOSqxbdnSKBG91MYZZfU
qdXTY0eRs65t3byjXFrHJhySm9JRx3poYe81e9FnQD4AtsS3yuxQcRkSZ3P6NNhe6KZnbPrZxO7B
cTYVXxHxo+i67wClrOZTHlUWOU8NNGo0MRbhVxxAgPXibuxD/VwBw/M8hImGG1dgFQmWO3WaXkQl
hc/MONk47Yu4VOMKajiURQwAjHywrR0HkSE0fU+f1LT+e2/4//N+/2cxmvm//8mu/ZL223xvcvHt
88vE3/I//J33U2zzL3aLKHmXQ57NvSqbnL8Tf8tfcZFlotvhiM9l8vJX/2T+DP0vtigkDJELulTq
Lvdz/2T++CskyBwYUc/CAkbg/CeJP/v4TENyhrziku3ibIBelNPo8R6wFrliV2PXHEYtPY+s1K9c
sRmCYGtyHaIPu9F6oPQJYPl0s4zZvO/I8qEZAV7nRRorQeqXLGb19NTP6VZra3h5FPtTdZV3iBnx
FHUV5aKiut0zvpndM6LPzViLMzcKP1Rp816IgqXDPoRRcqY1KlDDLcyCw8jhqbPjrcKECVEO057o
Q2i2O9aC3VyCqEnyzVJlpdiGn4zGVcoyAHsAEBOlyMPWiyeq7HOmG9Jr71ggPgZe/zDj9T3Eyj71
ukvb8o3UYMdDqTjtaMOfqUx/7Vjp6E0lRQ9zrW1Q25YXFfKhwb4zBSyD2jq8GG6/SY0eHxZ+fZK0
ja/qKo3Gik/o6bCDPvXaCQfXn8eaf09hywPICCMMIS1KzRAyRmmMOAps02RoDm54HavUS7uPM55d
WrC1gZeo70BDbL0KKlGd3lSQb8oc9T97mOS2c8FWdfnegFiHI8FFq1g7u/8guBxWtaeRgROVwaZl
DQz5/5OOgnHaYm698oCpgGKhSv9egYAsKNNOumITTOV+qsp9m7QbYYb7xoDdpqRnBeAooJib0rqo
Afq93cGShumfDiDjR4xQY0QFxXEHkIF3gmoAEAychTeO/fFrEqpbT3xAbHiWarDH843JZWmTBRss
fTeZHhwoU92//R7HGY9fX0M6FcKdNewp5DskXrDBiW0zgRQBBMgW5JR6aDl6/fLJX/xiKblSVmbv
cbZnWjDmHfYf8FOTDSLdE79omRh/8xxOZbhLO1z2LX//4lQGBbvKupSebfV3LHnniRpsMhgESl75
SvSh8a6WrGpnXjSqeJiVm7Ls9y02Ol68nU36ugLcE+yD4EvQn1Jccrfz5qtJNw5mK0YIXKI5cKux
jUZnxwYQIKa6wB33YVv7va3slT58WPOR/+0RaUL2IKlBYeIj1xTOWuzQS+jULZiHLGhPjOtfJw7i
mmTGfzpfmqIKK46rUPCoia1o20CNzp/f/jGnniDNHJFo1NRreMIwPTfOu1acmJp+HxGwoElVk9+0
pMC0Sa3i2sEkK7TbbvoqHEYHYCov+Pr27/htOCwCfq7nuMWTM3+x03nQfHgOnmAbr/cr8aTOj28/
g0u934041OmOtVwxkGg8DobWCrlGoSz7AIiVGQ6c+bTA2NxzfVZ3XaruCviBWAJvRD4cYozgQW5g
JBYzST6NAF7DyvmhW/FtPAgQQxW2Q8r4vucye2PHnLO0mH/qYhGbBv0ZHmtX+fg+QUBkZsUh0tJt
EUW3JCd2uUj33Pj5avUt7KCLChhE3nzTOV9VeGI4aKdOBThGvdCimx4YiFtGSBkHODFQ/ilb+taa
77VyOzfnncVZGOxXPXvnfcH7O0R3TdQo1O/HxSGcgwNnQKbw6jwYMZFRnV0Q4804P9WKdmH0yVmm
irMOdQYa4LLNbvTiu3oRa+WXuHF+IHB4sq350Q3Gh87xO30xZLoXmfMjEd4uUvDq0Jp9kKiPEQAp
N4kugfse2si5BGq0M6NoEwsPXQH3N5WDJOuuyeC3DM9NSnkMUHJrsNDAzABRADui1Ky9PUPkLu/S
GzDVV2n9TbCFmM+c+67+ms5+wNq4/IShsA6BNkM5fxDl58L+Gs7PwvwAuJfF6bMV53fBmMG1FhBU
vF06zLuZMvESPG2HyxpatMPQJtfz6F6KUfeH6P3AGahOywucbXU4wKqot6T2r5NpOOhdebUMFyX+
Vsc5qKLEd8zogc8DXTbZClaKfMKUobSupkj/5ooFhB88DsATt7EK+CLU0isOfdclSo+NEg435HEe
q3o4E07rj/VjEGUbb7rMdZzE63gv9GFLNvEyd8ONqSwsnDMV8BDoyU0PmzNZwDolDEgdnB/5I9Dh
jI0vCmihKWIexzS7/jbyj+IF2VpMO/dL5yl7O8Q0wdPO687EheGyJMqg/5wnyWfDSNicLdLkmyJk
H9pdm+rfOwKOZ4kCOhInPQx0thTNQTsy9nmZ77reg+J1C7t/xz7EA23esu3rxBc92jdJs/H0m1Ic
BvVONaPNXCvbpI0eyrw/UDeyG6EpKUb/MQlNVj8TbDJRlua7UgC4DIuDnvSbQHjMx/q1B7+mzvSD
VWY3jWN+TtXkGcrtbWGXN+U8PLSDe5WzlVXNr1oQXsBjwP498jvxVUC6z4vmCY7TLnDe4wCxKSOK
pEuqQ78PZrSF54uRQ3JGiRgboWnJbz/qc7GPVNyeSWREdyLGYyIhNWlujI71UNOouwKPh+lYF/rm
YNMPla/Z7KS9+GYkEahhdKpDfcP5I9GUfRbNV1WWnjV6d5nXUBn16hrv6ueK1oSuo4W5LXWFN9jg
F7pxw+62XJzCxbB3Odfadn+IlWg3JU+Zxdmhzs+EkjMgrUNagQSr7gJh7CPbBOU17RqyoF2XXLvu
44DZQ6BaWwUrBHg1m8nS9y11lMtmUm+3NpnCJrfOBxwA48k4TxHexU1xyHBct9TgyTCbM5sUmcvo
nxc6bbRIubCMGq+8ybnNlIAtmgq7GTIOXNQNXNhzjxwMfLCzubTBqGLLxC9M3e7Rbke/15/7Idwn
xSOwtZSPUw03bYkwM4/PoyJ/BkVwH3fNxdgGVzoyxyQcfIQPiq1TLgyTfn6myHaHUxnH9HrTTc2+
twZQ6I9dVR40HqRV1QHT6HMzAMHTmmcG1hPkogjh/mAKb49fFx6R3p50FRvNnYE7wWADtVX07ZQn
Z6Gym0MMe3DMRSjiB6lzGTXhB2QLvpJ2V7n+Q10SJepd5InLqY+2il1vpvAKRty9o/c3Rv1s6eFD
I0Dk9teV2+6Q4++VhWClF4cmw3mkOC/0alNmqQ8VljzHeKMkyRPoZijx0WUDz1dz8us5Tc+EpW/x
A9tjNXEet49N2J9I1P+8tjvaeXKodfiPm2Ekc5QrHC+CCl7TMIjK5mDF5UWCpZMdMxnoAItdb6Pq
2SEvOBJiSwVxFpevdMcN4d50cTbo1euRvVLj9ndK9JQOzolX+2V5lt5MWp6dFNIaGzJcjXJ3ZzTB
rRpQqgDm2GqfANEcuEo4dF22e3tb8MvWQ3qqtBM3RIJWqa2ag0KCyjOfOpH4JpfYbz/l563+L92+
qLC5kV78BJYf/2IjHjlcZap6yo9zKrzZ7DNLYbctujtBIqtUnF1J8lMbhttlA5BEIDF1ExorzqW1
+xGrqU2G7QeWTf2UApi91NFtWhYWdZytqdvARW3emMJ8TxqfQ2O3aawJYp8D+uqbRV16N9nng/3U
PXTxu07D4gp/oxQSnAET7MzgSNhDvQ6arYUKQS3TvWZ+rKihNNmdhECsK3NTucNhiiy/taebhqsC
05kPrvE9TsO7SGnvlpiDLfmE0dRHBTqxNeO32f50RbkO+uLghcMTyqK96w33baU/D+QYnejRBhe2
gQtyyKf5sVXUXdQjnJmCp2mwP1IC9TBzNMFzxFd0nRv1BTSc/Bgx+BLC3YV5ve1KMrBUwcYsJEZC
QEenbB8l6RanwmWA/Pvlfh6xXnw5psAA6mS2DMsblTkxah5N5bCkcYBoXvX08fwkLgQ+Rcy9gXdi
Z/xL/gjN2t/JKBsRP1XVx+OmrV0AHyZPL0u/jcWhOo9u4ty66vCH+jlE/yi/+K7M+U+WCh5JDP9n
0kP/e7mI9lq5qf+NqsPli7+efjwvvsVHycefsJW/s4+e85dJ0mbRYCFfB8VCVP+dfLTdvxY2EmUJ
CDW4/l2khf/JPTp/LdPvYiJPtoMNLYe2f3KP9l9My1yfIiJDY0CG4Y9yj8eHQyjWSxoTtIk0o7XB
GJRp7Nln3Dl71m3bn4AHvdauND97esyFEOTvfTCjDsDKqhyfG9iXp85pjOh/Z8p/X1tamBL4vBOq
dAcY5zQ2DxW+et+TTEvTE5WXx2faf9uXIsnL4Q+KNLDxf7ba+T4l5DFF0Sy2n7kxci9rGnUXHF6M
lbu/X/ulrPK1vlr+/MWk0fLtE64h7f3YIoLEQtsIm0054Sr9dvvH08O/P4Yh/LJ9x6vVKvEmey+0
yrzWNDQ6j4OaqPbVhBfl6CvODPMgn+rqRPrktR8kpU0ql/2yszywz7i8vECsEIgtOZwo3r/9i453
Af/+Iikd5MYQhzthWPshbZ3hwp6MQN9WnAOjK4VHatdhl3BAaYzandACZaZWH9Qi6psTuxAJrfbv
C0ipssrJW3jVE4CKMMSPhFsDH4bIjyoFCY1DSjgspTCTo1yVA2c6Dmpl6UJSDl09PzFCX+ljucgg
C+FvZxyK9wMVplujKX84sJhP/L7XGpdmhTLS7QFPOWtPVbPzEfxGuQkQG/+RuPG/nScLRDMXn6fW
aKx9asTxdxXt+lWhxOkpmsprLy/NDaUy4AUXWVCEIMA9aUNt4tc6OyeUvK+1Ls0MDQnRir2Vtac+
dZ736qj0zc6uytLZvj22X3vA8ucvZgN9DDV3oph9P5ZcUWwn20YmWEOH93ZvP+D3cxtsgOMH5F5P
gkCEjp9nLZ55Ds4c4omDjqdeoP/xnPspBI9w/vbDXvs10tyD5aYCk7JS/KKcHPsOX7Soe8q7Tvmx
rn1pqmldVajDaLn+THn6HnIvZ9cRK5TmxNdYPutvFhrZyNsrUxOIwhRwsebO+WFotKrfZ8Okxbs6
joBIvf0zXnuMNJ8YZhm4Q6WQN8MRqkMOXhYLLk1bqrHibhhXxTUZ1ONPX2NuGWC64vrw4+d3GJRH
twU69XdrfgTlAcetD+nokh2yyIspY7zPID0aV6E5lfWH1HLT8URX/X5EAaY5fgpYYwwQnMr1GwwP
zhW0prdeqDWnDmGvNS/PHkFM9Rt1sL6gxG7E1mM0P9nzyeLX15qXpg/ROyW8BfgffcYXoNAv35s4
EVZ/78+Pyn5ObyV+bhdfTh4iNoopo/rMN1vcS/bZRH0Y6YgJBvXb3/i195fiGUM0q/ZGet/T8ro4
rzSrGEjjOfNwt+4BUkA7+mS0mjLavkfq4clx2/YOM+16Wvn+UqCB16Zsj/IzvzLMDlUlrn7eJkrz
QV0XYq4UYuNCsYPw7fhpG4Kua3MdY8JEmM2ptXmJpl9nJEsuh5nwYVLBDbp+TVoPo3vMzZy7HM2h
fRF2cAH3Y6hPxccsd41nNLJDcWImf2XPQyHsceBlYxg45FGZCkGfVRec5ANEsSAf2da5EAjJJBQd
dkFbOHoVt87jHJLINwejfOzVzhYrO1gK0CmwFcdNFVjNDh5fRjw4vutkp6DDP3EFv+teKUCtvhvj
mtsF31AXK5ZZC+AFWcE8Z2cV99HTbYjY8QfOZUN+ZgKWt25GRLXF9UK0SD7iGk5aeVUkyDf9boF/
fTnEpl85QUumZva+VyMuHevmUVeKZMy2bG0aE8dHj4livNO4MgoNN/y27u2lOBZaY+P1jr4prEb3
k8XqdtOqwPTXtS7tYWojLBJFcTzfyjjJbAW+29zEAZJrT4yy16JMmifauCYTPjau3yE91M9ds2nU
L2OlEXERjsQlHsACWwV9tqvwa4UL8qmq/1cmWEeaP9AzZwyixvZtN8gFBdg6ouhJmMrKGVwudpnN
Oa2F3Th7UVva3p56TB/sUtmt+jCONEnYgYf/TD3OiHjDzp8Rcm5sbj9PzEGvdY4U+7amRsrIVtVP
dDSyeqdhyjb9IZb7P+cSbn6PJzhOPSVKynL29RZbBDXSPiDdPLWRfO3Vlz9/sa3H0QHfwww/otCZ
umsxFSrLM96rybpw/pWmIboKxxvKXoLcO9f7Md1huWz66z6rFM1G1WPvmtJ6F+jmdjC4q2xzLV75
7lI0u4U+uz0aWkp29IjyHdFv7BRh27p3l0I5wcdEhYA8+/ipZIfWK0L8WMz58Hbry+D4zXoh18UX
gRXNs6YM/qBY3zl2ptwjdWlV+N3g/Blv/78DU0Y5Gr3TF8BwB98gcB+8Ds6aZpbpquO4ZUsh2xVs
hYbZHnySaPa562HDnkzFyulGpthoXZ4F7pwIP2wz8zLOcue6GrOVry5FLAt1QB2B0flgKgJt21hc
WTrRmEbrZjMZ9Ia5CCaNM2meqojHi7QLuyuBJ826oJJpXORHlZ4qg+7QiHBoH41BdbNbq3GxR3t7
bL4y58hOBqkW93XY6yNbQjFv08r6NHlTcWLgv9a4FLRWoqTIZaHSIMPhcqil0g15/KmypNdal4LW
QOStB4nb0/PKpwZsIiXuY7Dus8rYkbSaG0Vp7X9e3dRrHV9hgJCrel3m9FOwiO9fpPV7b/BULFRp
vV3dMXKdeqr2VZC1tI4jRrQVLnWjlM8nK99dWmAjyrpL0DC0burfKeXJDliLrcts4ZlwvASmY565
cUjjXFXiZO94DScve1y3N5DZ12NnOAFGK1CSOiDzo9brG60KunVLlCXtlikB0IGGAm0t8MTD8Cn+
Lk5bxbwy2C39uGPauUGeEAGlzdPIRHphfVL69s/KGP+7eFhSnKpUMBhTpEAyqVVsQsf4M9UYp/SZ
r725FKbYa40JO2GxT2wPvHDCDTPIbGfdaPyp0XuxZ3KMRAljxePVPaFdt1yP3AXUrq26orJkX4tR
mHoBzEP4WM6V7QYLIooylE5BJr1qIpD5mXo9ermowt6fKIpuNgomtn416N3Xdc1LsarFAcb0eGNT
7dtmFx72IDuKfKb9utalYMUrvDLCyRJ+5xnPuKHet6Zxv67pZTC9+KxjOyX5NOGEGkcKQj7906RT
iLCubSlOvTjOHa3AgjEZIndH5e67Mg3KlR9UitMiRRnluUL4SoyUKEucK+q/1JVvLsUp18JD1Y6u
si+y8RsItw+6lZ9Q6L4SpTIxH5lpqLBeTz7Ntt1m1tvI3mDwHK6beg3pzNqHQNlSE3y753nqR7Nj
Hti08XzKE+aV15cRHwJRn5oFpfBz7C/RvjhfMEUO1nW7zL8O3Lh2+rgRPnVd0zbPF8/p9NTN62tv
LoWoR/lBXClLGVvTedduG2rXSOKqD6vGulyyDUmja7omZjhGsAwoKvvouPHKTyrF6GyWHuwIbMoa
q4f87o6fstq9W/feUowCTRmH2KBtJWnfmWK6tsz2j+AA/13sZH+WkmKpsDMgi6sBEkslCa7iWf0z
265/G5ciVEM76MyKjkJW9W7zyfnkNlO2bmoxpIVUidinNyV9kkXFfRmWhyA/ZR7zyiBcuFkvp1uz
GiZjJKe+L+f+jNLhS9Nat4LKSvxqskDPVZzt7Dy8cvGRLppg1TWrJSPTMcaliFjw0lX+fu7FNnGe
Vg0+uXwo85KmmlM+ohmlX5rRu8dl+rCuaXnJrPt0RIsGKrtNtHcz5ph+slRXrWtdikijCMYiib3O
bxWkBHqRnnmB93Fd21JEplncLlQgsKcxu1tFtT+bIDDXzbByVSMDu64zlSU5iu0Rfaap7MDI9OsC
5yf59cVmwm17pzOtXoHD9NiUFNWu3EnIUr4ojGpwT1PnCxcxx2C01Uar7XerOlxWeA7cv09TEbR7
LarOhoy7/dpIunUjRdZ0NUKo1NTTuJtZd4aovsYmrrLrXlxKFlE7O6m167X7JjfuLNoeRb+2bWm1
1IYYY8tRI20Mie8KB+0E64vRXtkrUnRGrYkPqyUYKBZGmLOavM/saN0G62fN4otBOHrCHFKPyB+N
qUu2qhnYJVbHsxavm1p+6k5fPAAcgRlwV4N1qFl9VgaqNpkX131R/Xh56A1DbWyDfsHMwNrVIgUL
gIXFun2ETAVvot4hHz3y4uN4J0r1YuxR5K57c2nNTHJHNR24Ab6bGtcZgkN8tZxTxZfLtPqbvK6s
rxJhg+ZSLBXWVXZvKtk2aaJ1mxSZs91YSjGFRt6CKUDBP+QaBs1m8mNVp8jiqokbhRYIQovAwP4U
tuNF7FiP65qW4nNsuiB1daUBHwirA7fS+oB1zyks+GsdLsVnaQ0FKDha5wpp3hVzeeMYAFbWvfry
0BfxIyodR2fqyv0S+Qt4DtEol0qvTg/rmpfWz0ExmBVNwRftp28tO7ixdb+sa1o/fvOOhQcETom5
iB0+jFV1rub5ynEo7Wd73KntJDMbf+7raE/djb5TsuLruveWgjOmIrhtxrT1PSqpUnO6ySHPvd30
MiJ+DU1TVjENCvngvnIaH0yRJWB12Ml1DTiBYhldTKv2FaYsZrLSYizS0mr8LDaes8j8oFTpu7ff
//cjHZzs8ScdUTyCzgka4r9vz/q20WCLUE20rnUpSkM9wpTAoAwC1euHvFcKSgOrp3VtSzEajeAN
GjVqfUuPwdTMhqDYpHChRu3WPUCKUzMKQ1e4GUNypNAr19/F9bqzOPvX417PYqvmwEzTweTdd2p8
C1tt1TUUdFepaXcK8hqclm8Eue5jYgL9MBziVUpfbMSPW9edXrVAVPLi6jyBEK99nEbWCcbwSDhu
PB8DpRvbqPGLnvJ9tXcO9RCuyw7jOHPceNeYgtJKupzp8bKf9MvMGtfFkKyC8qDYiqQOG98JwmLj
zBP0VWrTVo1CWenkMUrUkforXyv7O0Orrxq1W/neUnQ2MbcTmFTV1Ea5H2Ktuc/SetUhDiLNcW8H
I65bIdQm36ZnNh4idEgwGDOs6xMpMjsjqZWk9GrubaJ62+jpvVC89+valkJTVTlnFZZa+2Fs5Mlm
IFGxF6pir+wYKTyTxEOVluCtbHhTjpWtjXlnrM4rv6gUnn1i2QFau9qfvUYHumPesJKuuz03ZU8k
AVqttMaS4VJ6ONEz105pC2vL69MTi+ny/X6zmMp6I+S5qheOBX0fRoOzLUie+UFg1uvuEX5h68K1
FW6TB5XvUupHSeJQ5T+EB5huXazKgiMt11VYgErlNxGl5Xloww9roz/D+vwn5Qc06jimHGccXbVX
K19klBirNrpyg9PvyneXIrbLUOC1RlH5renAHNRmPf2cwv8IV7YvxewYN3YzjPRNGVEjHnf5+zHT
1q15st4o08shVxxBvxdudTa1ansYsjI6WzUjyJz03uiNqcqGygfANn9Q4UGeMbQAF61rXopZg3nS
ArtW+V4R1O3BES4loVZQUqy97gHSssplXFoWFRX/pdFCWm/c91GdrcvN41MvDco019EYNxVwie4x
Dtv7Ie0eV723rDQKg2kwsiysfafwnotygKyKF9a6TpGFRjUpc1cRwISMJnGfISSPZyLNTxWtvzKR
yUKjTgXWMxtW6ROpHoXqfQ1lQHH26zpGCtVmUrijp+Lct/pJQLavLtLilIrpp9ntb+ZgWWZUxyPy
OlcvoRilYQAEpaA6WXViiszD3AshvVXT8CjyNjs3QOfafhdFtfUuFalT3wGjbJtHz8nts5R7yfIs
SQvoIU4GcPQmHGtXHeDmJnUDuURXxFad6iL9XEaRUm9tNpb6jrLGSOwdzIXEDhRvBpSCW+rxXNQA
xH3dGSPzPMBRZtpqKtmEjwrK3umgGUkLIMEZaXPIAFgewtqDyqRm+iwOua6P867toTs+j45pBned
aSvJl1az6tp3Zx1wTzPye3dVN1uYOfWWuy0cHfSNPTmhOAu1MgQ45RbUhan1rD+CHR82vW4351Xc
NrOPlYI7QazJeixUGzO09r0zmKSws6g3t2FW5SX7Wc+btm4TY5GRl3GjXQ5FkHjnmaF1pj/T26D7
jRTA/KzkN03Rq+bOVPt+3iRBE8yPWAuUzrpdiKz2ykdT2KkwSt+2opKsD+6GIUXq64anfjwlGGYw
sZHMKj+y8++BmT4GTrzyvaW5sucmZsx03tsSAWji7CKwtFXJQXB2x29t9ShT8MGofPwdoForXop5
n1au6xNZ5dWooWGnXNr5ACqSzZjWP+ykWbfpkzVeCeWtfeGopS8mUd1QoBWflUaXr1v9ZI1XZMeq
KHS79cMmNa9M9q8o/0X3adVYkTldTR72fV/1pZ+6oXhq3HommV+4p2xOX5mHZZVXXcTYyc9e6Xsk
lYGFJFfRHK4r/jJlkZdKCCPkqUrcaKsADJA6JHCR1HjlKUeWeWlFrM2KwYi0w9wa93pbiHnjKFZa
79Z1vhSoXV5DMo46+A9m9mOozAtLAdO5rm0pUisxNH09OaUfqR46sq51xmxreIn+Y137Urj2uLoY
vdArP6u92QUtVRvcsbu6vk6L8TeT7UWWdqiKTFPHkA2Cqpkb4QDhiuN45QZB1ntVzhAkM94XZCO6
Bl6kZm8rZVDXpd1ksdegUiptxUVJoWuWXdhGb3Ubu27sdfp++F/Hc2WbFCFCJsAeViGciwh7gGfO
tNOqVLBpStsbZ8zrOW/Zr5LKGs+BmgvfUbtT/uuvTAm/eBsYmfDiZXXCNCcEcl9Dd4ccvW6elx3w
tAbTqZFzsq9MhfE9Qm3+fc5Fvk75aZpSxFq6USRRklY+yvleOU+9QtuqwTBYJ+4OX6mrw6Tw+MtS
bhoEduYW/pxpRvOuSuO+3AYOFKjd0JbKOwrOboD0ZcmOXRws39DjMHqIFMv6M0uN/55yZX0Ydbq2
KhL2n8NUR/gX5AkAihyEdnZYNXPIAjHQkDNnlmVmCjotuMzjkLqzqZ46dd3UJ0vEZlU0VLzqhY9l
TJxuxgF/vU2SAk5dN8hkmZjdznlT6DxgEjqy5Vl8QL3/dV3vSKGddfnUeWIu/KopYIiHxo+5g+i/
rnEpssN61to2dXKfve0h09MLXW/XpQCMJdxfTNe5oqjhAEHE78y+3aaKyVXDMD+se2/juHFMv5tQ
G/rCD0Tj7kUEfCy34pVLpawTGxzcBgu+qB83o/IlTwbja6Ow3Kx7dymi28TES7nQ8OrIwxunny+z
Onxe17S0Bocj94x2UxZ+O+rRxeKLgVFXOaxbxGSp2JDasdunRg6OG+/NTeK69UXkiCJaF6ayYMz0
xtKwCzX3HTj529pzz1JTm9aNdFky1lRFGAZYePieGQ1XbZObW6dL+vu3O36Jl9+c0WXdmDekUz9o
rO/ZbNZs+dU2hFiGiVe5tznVFev2WLJ2B/pHEIAPx2+kcb5wUL/OnejD27/glVVYJtqavcrVIOVY
VAiWAc4Orei/D0a98iZJ9vSJ2SsXUVBkvle5Admd1j3PbUusCynZExbushjnhpcPwogzvgYiEaTE
yulA1u949uxMVkuyQxs6bdoVMZe/26Qokn7dSXdxF3g5VUIhCjBdDktfFUZXbfgOyTJjql657lyh
/zIXx23dezFTjqU/ik59CLVgXdfLXt8wQzpXbXh3kqbWLm64oZmFVqyMWv24ZwrmGMiZI55aThM8
9JNSPRaRta5IDbO049azGBsfFWPfZWl176vcsPwuttyVnS5NxhVJIzXIlyEfkWwqa/deMbE5WBeu
UpZXTF0xiSnOEH5A5tpSU1p/wpSn7Fe2Ly2wLq5LFTvbzNciG/QvuOu7knq+h3VvL33WyY7JcA2Y
y+DZOsIOVTX1Rtcr65Qr+0+R+2/mY1lYtrhljrYtmM1sYeW3taYV4ixO+xqCemsJMMCeabe72srG
8kqZOBVcwYOs808Y6pkHYevzuWMqE3zyGTQuSUclTW/zwhr1bV7XEwjfMArmL2UwAVIsKtbcrbCS
8auRm+ZlXyXdxRRHQIoDMdAEDIxoo+bght/hZDQl9+nCqXhXxG7V7jiwmTN/2wwQqVF+3iRVhMca
/7qNrw09KPt1G8mfJ4wXGzJ0jbW+FCTvw0BLbnov9a70WA9XLrCyJK5UUqskO5r6+qh+t/X63tPC
u1XDRZbEcdac8D4ZYN7O6Gwz3TzXy/YUSGPZR/9mqMiSOAEJOZzbMfXrClbHeYOD8LCAqKNmN3BC
CM9tz86iddk1VdrMazVgfLPHu0WpFHtvpkN2mKssfL+un6R1JJoCwRnRSP2+NKOdEswfugS699uN
L438rp+kNURTw1ikjUh9OxPxI6pq8xZnmPHzCJ/6RGbztUdIk44aeE6oVzVE/dFI7V3U1U2NhWdD
sv08HqhoO3Gofu2TS9MP8oRQ9HaGN0SMo95BWKOGOkzJ9nE+u/oWRffKrJIMCAsjcidBA63ZLnQF
oZv9gYlo5Z5KduRQAI6QCChSX+M6rjOGQ2doJybo338JQxbROQZazpka3F0a1k537mWtdYDqzL2/
HfaZukpdAKz0eP21aNuOYwePsQUkSK17+NGrnXWlrYYspGsnr47jqYGy71jdAc21uwkiTADfDodl
2P8aDnjCH797H5OKNIQW+TEuPIeqn/Kd68WrznG4ZRw3rtqVlmVOFuy0Pr5QA2NjlvbKPpfCeDJU
TC07mp5ncx949SGP9VXnQ6w7j996AoQWt16Kq16sXzqWclnjpriut6WIRVa4gHDjYFclQ32RtG3n
K5bxuK5xaRsY4F/QT4bCYNdAVFdYTW8mLzMP61qXtoGqlzaBpSqx78RtdYnq9UMdTuvgsIhLjrs8
xGNR6XUR+9kEb114XXGm1tk6Kaohy+iUaeQ+JW9iP06SeldF7pXiNO1+Vb/IMroxUWvRYm+663Iz
Hg+6PryvmjRdl1TEO/e4Z6LS6+oMu0NsJOubNCv9pClXLeKGLKWbohELl5CNVNYJHHlFoW7nzDox
874yr8hcrx51/kyFH0HU9uUG1RimifnKKVGmes1Aetq+q2KqlqCmF2GFP1vQFN46QRqFIMed7uUT
NRep5VFoVc7/j7Mz65EU57b2HzpIYGMMt0BERuRcWZVZww2qqW1mgw0efv1Z8UqfdDr0VvenVN+1
VBGRgPH23muth5T50Kx3s+vb9/kgaX61Urdsaia+0KIebcDM9gNUAP/ygrkCiP2/Lje91tKlWUgQ
TiXkTeKBFLmLkYwOg5FAlucnJCXNNy0rAi35so/skKG7ZqvF9GxHQqbK/HHZing5BHBQyfeRM7Lf
NDlt+bvmL/RadzMUhgY8hvrQcnC+WGOQKRz175urAZr095tGLaFh6I0+UDtKqCzMJ1gq3b9c1z88
ztcCQhctCSJDzOWktxpxbgGw2w5S93qq3/UauQ4sm9rWZED78tqtMsO71XfbVEmWJfTn+77g6vKs
pt/C3qjtsIH6chjz1NaqSN/VJKfXCkJUm4wqOm6H5BJZZtkCk3nK3yUNp9eJZYrvqW4MPnzfEDs9
6HQBOIS8T55I+VUhkcoNRv5t2g5A66qK9uDOoL/3430X/aqUmPs8j2PagJBNJDiREWCEi0vj923J
1/pBAZlsnEbUHGaIgoBnXsXjwKl5e99vv3pJpVYpmmSge0cFBjZpH8Sh9eydF+aqmmhXm8yYIZsD
4jXJ8wQO8Y8sDvx9Fdy1djAwaRez7fowTRmgU/2GMJu0eV9gC73W4G12QWQW9wCScCC3+rhfK96/
s1a5pluwfssiuuCnhxFxLdb4v+IVPKx33dJrCV4U1Lg0A90OAu6ZurAS0CcCK+f7Pv3qYQ+wQTTt
jsKKK/IDmOSPoyTvs1fT65AvOaL3CETkdmjjNS6dIhcEI2R0//zL/3BMzK4edSAVFtLPND9mzcD2
Z7mNAJv5jAAykq4Ku+A/f80fNpFrJVgDXneadPgjAMSJ6p0wAXTt9j4lGCgaf9//lGy4MRk+XYip
rXPIwKpi9r/e9dOvpWB9hzUFPeN6UE75qh2XDpCZ5n27x7USrFBpbEbGgLHqt/04ypyUCDAO79s+
rpVgfsQKDiBCHowMwzHR/WtIOva+W3qtAwtyTMOMXs9B5ZJX4+C6CpLU98n+6bUQbOKeG5436hAB
M191QU0lVf59yU30WgbWpIDoJF2mDq1ZZBXYOFQ5kuvfV9Bcx31tiUfLeRX5seum8CnEyr118fRv
UfJ/WErXeV8NtTbZIFY+sDWBH+WyayuS/FuP8E+ffrU7gXCDdrUvimMaoXW+Rz/nYfr0roV0nfbV
JyRpwM/gR+R8NUO5B6gTjXT6XTpWei3/SoaZziFeiyNT4wQBbucyCaDtMOXvW6vXCjCl8w2lsCrA
HkvKriC3Q/zOcuZa/IUgrsV4go8eU2x/Fz3E9D5BIr1WfoHP0DaSL8UxXKKPepukVSpz+75t9Vr5
1cWDNMHPaY0UrtO0qmdg1v9lZ/rDk3gt+4oZREV0HNM6g/yhm6L7dGo/vO9JJH/fLxhihCRg1mlN
sm1MblI1wHct7bi9vu/zrzbVSSVLN2wzP6Zz4hChnur09mLVS/7lql8OLv+lc3mt52qjXqW5bbLj
qCJ9Ms2+j4+ax0Ic4FPlzVmMwcoHE5r/j8P1f7ak//Kl1xov7kkz7d0y4Ozn7OSqZGgHog59j1U3
HGXjADlc5hG4mnKiC/Z21/l14ud5UJkcjzhYd/1YDqHf/Vk2PmqAG7WQ3U0xJK0Ainc+WFuiyFHL
fQ+QlXrYdWOT7AxyOQexcw2DiNoypkVLAQc1HFA6OHpw60pWLLP4rlY5bkmZ9rwdzzT0iHuuPQ70
XNR+AeS56j3t3EdEyNm9LVkPxA9ivn3r9FQmxRZlYOx5RMP3p0T1GaLvR/QswRqHr2DY8AM1n6dX
RUacBjre5X+NCvDect2WdK8zyH0pIKzT3lf7bkl7E/zmQF3qY6qn7zOatnwD3A4QRluyPBPy69Sm
ffFzFBtAPzBygpI7lkj76vyXi0jvpMLoXTkhNEpX1rY66WsO42RzCBjZkENEGqerJseTVlR7Zj0b
a7IHFt8l+Z4Vx5ZtYYQvbJn9CZSAqeKZ2rOHLt7avI5bamklebagCssBWMxHBOCWbhHZMkG/2c1S
gGOKQzOv0CFxYsYvWyawSXOScfhG9vamSTnKRrxLsnG7xd2aZVuCBolhVZFEw1hv40S+LWbMauuD
4z+3Nnh6VOvM+sewAov4JhfC+SM1DaX3oZH5JuohwKOSHgu7JUhECBnfhgc4NHLcLwV+Nn6ciEMh
tmOMVGNUY2M8h/7kM+rsjyUf21lU836B2XI4kIpPieMII6yGKQVJTOTRJQZy2IbJRnCxBIi2kKDD
t307eNzLeT4ThkYaOWf9lMuyz/rimPVyqubM2XFFS8JHer9Ulru+izfdH+yKd9RjNout++QcEVOO
x2Em27GjTLtqFjIlSImVfqhxrpH519zQab4rXEATSLJ4A5vXKoNmfgnsNgdPczCGUlqBjE27D0mf
r9kRASu9u5uITdDVjg2y1QLGzGYX8G7FXmcGSs4MIWvxAOTuEMEzs+48VR85G5O8lo1m3Q+cfXLg
liGZmvdad2zWj4Cri+wT5FnLeOw8h02omOOZ3QYWkf4+kbYPv9ppmDc4ZtZoTh8XLFp5mJT05KzG
pFs+y2gExrLspjm3fRWvTPWHguFc/qNH0xl5DVA+js1NH0WU3EbArIbbEQn74bAgB4jdWBRf7c8Y
v2wowRJNQKPFhY/qPgOxqMfqC2L9K8Lb/wtC9hr6eXMX2eqKMFyLSe9A2oe46Ziol2Vasp+ZQRIc
EJDptn9duAaCu4dRitZRB4T8D7hOpDuNUse3Qa66lm7Ypyptcj8/9n7i+D+YNNnKzfEQPyGZf9Fp
FW95IpZSSBr5H+1UTNuL8y1r/yI9Dhx3RC7LdirY7NQpbfdBnGlW7JcBR6Lhz2oHqz+qTKzITOVx
gQwLMisaleGyOoxgFgRo429wWXR/0nxFkAPQJc10RAdWws2ZoCP5MdIw7daDz7blde6TgT7its30
OWXBzF9IVHD/CtUUQKjt1qUqxzKJF/8UNW7cH4BIS8QD64xMP60pqE+43RpNtkrNl80PfBc0Bjay
QQcO+AQfH4ltQTZvWdqyTzsyrL7vzYzYwbKYc2A8YafS7sxtscgbN8YLL0kqRnKcxM5DtRmRDh/7
xPjhw6iUykrTRGv2Q8qiA2p50r0B1nhKmhhwopS6sx5GbWpjSRzVRk8kKachWPWVmmIp9prFIkHe
ocP6ayOhV9CuIz0dpktmT4nEu9A/LhbOtQNTq/1GAOO8ELXFhOBOsCKyB9RT4neDNc6rbpBkrLLR
svmzXwBwRALSOCITraR9CO3ZGthoP3kA7FbgjBfDHTaEoOw8l53BPm5LtMR3/dNuO2VvYHSs2DF6
xNkULwM+Japdq8y2HkB5xCj0MFkCSDfMoRO7GQB/7Q/7LujgQf82ebizTgu0NRzQU8UJVFsUkbC6
SXnWwLDh8VjbNvqYsX4ltUyzLap1vCdFzX0IwATHgXan3QRb3GzjHDX1Yknj7ynoXs9xorv2I9rM
xPdlOwymOCJWXpjboscR59Gj8ZQf077Fhmiahi0QgqfS3Y8i7vpqDmtiqlStPIKxYdVNa2GvCzp5
MXE/wq0xpcY8ty7m5DRjptw9zojCa5dy96BrSwSPl4tdgRVPaKHNE9NLNH0nrcuH+2ygGgt6kuMg
f9EhD3gSRmS66cMs8nY/4i9z3YGNeDpfs36Xza0WbUfPcNlmw8O2EkC5DnhfDVkNlhJtfgdkKSP0
XMuOnfTcCgHxMyxaeEZyBC3dys54dVLdSCEqJhAZxwetgEUsd+Mn8hHfmb/tiTTu24BUeZjWCyLn
tFqQzyiqyJi+qVyj3MeOZIae8kLBDMOmCWrWcV/zqPJqM2DOrbN1cJjsPKkwccjlM34uY0/OetGe
oomkGC21TR9tn8YxzNMttL0yoGyagvuJbUVPPUJU4zj5cBnl0LiicuHhIcRFOmq8qoNvznmHW48k
2gxEsnuLpb88AY+h13NsZGFOzmQFu2ztTiI0ACktPUCwIos23AxLRdhEtbTW+w+0cENRgnSWZ0ee
jtKheUdttz7FJsmX72HVKu3wut4dO/uUxu6xYLYfv6je0XnGAmoLeZKp9jG4GYADqds9zkNST3Rj
5oQKIVICV5eM+8EGzq1AeWXmgLsJaPUxRRJR/KmAElu8mFnS5Uwmn0QPwadmqkPRCPLF7Ax5VnkX
I9yqxEtvhn0EUfw2IYiz3ab9uUdTsP05wy3df1MaCq4S+EXSpNUOgA8/8aKZF1fxLhXxyUUhNocc
Dxy7BZugR4LdSmHsrdMeAbNZxADq1Yh0mD1Epjz6gQx6j9c9SoDuHLal/8Q3POyHPrbg3rcuYFoz
8in9zAhUFBX1edNVOLmmHPzEmW83ZOAs20vq4nF5VHKRMCgnCPs8qqIb5gc6KhsNZQa/1vduXow7
sqRNwfme4hVpvZjKFp/SfLLyuA/g6jwvRNIvuQYTptZpg8ZB3kYme/STavgxXjtLnrA30Oll6LkO
dwl2uBlvzxQLBSJ6yNryG2zAen1oxqFQrgLJXDx76GSiymXtuL/oYBfYp+GSJbZC6GEDjHSRtOqp
1+hIlXIUw3KgHi5cEMAXC1JzQ6epXuMGaPCklUPykG5KDkgE15dSKYc2WIqqyHdG6nFb4mQr++D8
5y4fkLFUhhEex08KVjj6JnQ236/ThvqskqKLqqRDhhwA0LnbS24zaj6TDSEJJ5FZVdws3MUo6ins
vsqUnqaRObf4CfGHbZ4MrwjLlrr3cptueod1/5XFq92PhPdDAo7JioC0JG0pGOIDVKelpkk4FtiZ
7AWL3XT6cYPQqpiqMRv5cN/rxj/l/oJLDWugdzrP+/iQg3fjymIUvajXkGIPsMMeiXOfTcx82oYm
2V+mdUsqjCUW8s0Pjd2rxsr0hOIOjM0enpsZM7pydR2WkVGI4Ujhwu52ALpDMAVw8EAnZbVZY3IS
Ik4/25HTO4HgpbHMim7RlQQaWiDhVZFyntMuu82t8L9SeIVQV7QSwuDQ6VA8LBFZn2OLQFgcmKi5
F1lOQilw7F+f90hBd24crzKYzh8wQoG1G6hTiuxymJYf/JqT19lG4tCTLkMFNjpzt/dD8SQs8vbr
Ho9xxdxmKyKb9pTC4He/ZcLfisQN37zYu48FHdaqjbMPA1vHV9YVU1GKGOv1OG5D3y+li9vC6lKg
NvZHD9acP2U7EW9Z4tSt6Xxe1Hics2oMW3DHae3YrYfYMX21Uc4/isFShLgTM/Ho1Ix8t0PZ4MnN
Yar3Mv7VmsabV8ayzJd7O7ocws9kt75uL+kB58G7gJCVfE28Aod3WTTBqaelc1eLbE+i2z1B6VXB
hGrj21UmTfGoI6fNccfLI34L2UCyqvDpbu62VDHxLe1QKR6YIRE5qVa16X3n9gFvLjHtQ2kTteZv
dBtU/LTQjaoDQh38hAADncnzHO3F8DWSYwHAFbvUlXWsO2nKjbWxwEO68bZaBxQstmxoROlQeua3
9qfLGV3udzfv4Qdxq0VtJE3O8HQPWFtMlR3sRd0BmTsNuVnzoe0+uASdgsM8pXQ8Go73To3zj+Dn
5SLWQzk+EvoEC07H7qC2pUmdFI4V5wQmK/dXCzfB+LRpk6u48oXY5a1eNI2zEvEjOSaSoSOD/4CD
NCc4M0PgGe60HjTeC3LiNnlQI5bkxx5HW/u1Z31xTmdMpageLf+aaNpH30bMNHGodjMDMhEta1nh
6UDlVDbb3oOusW6u3kex5p8zJACYt9zKOP+i9VKQrmZ8ibB5NROL9o+ZDZ0TJQjxnJbGNOtYFQ0d
yKMOufN/pQgHGH6tLbxvh7wDd/DFD9IViCdg8/oMIjTr3WHakQV7U7QRmZ8zrDK8EWO6LjleT9Jx
tBblBBP0qaOxtCfayz4e6zSsqAfKIcsygdD4efYPKP+6pfK7uhQmgL4Y+6Ez6yrsTdGLfn0bdDTv
x7mLTHHWutgY7lgo7FovZHD7t75gcC5lsi/0N2P7ZT8qEY9RVfRbctcuosmqBbNnc+877Hm4JbyF
dVCjJ1+tal9QoS4ZwmfetoDsO9ipl+Z+FmS5sY3LXxZKvNGlYSGoJz/gALYC7lnCQiY2ChpZ3s1H
b3PmKwEe6nYOVOe+lMXGS23sHKnSbMbqDzyxXP61A4SSH0Ifx7LO7GVfLYUGkeLUoOa+bxHkhaeO
JiO9bToAVu+U8PPnIsdFqKkxaTKUcQuVwZseQhehZPVxdOMCnusbTljCbw22gO67tbS9wXkgKb7O
CETnsmKFiNsXtTMpESCdjFm7lXjIGK1yvFX9MSYRbHaBy6R9zDsbh2rFgn/tEzYehqbNJiy1Zrud
Y/Q7HtDdoOw5n1zW39p9LX6gb/MFRA1DMgBYMgjGZxBlyMtERPMN6RddW4sRL8W2W/sHY2KUaQFx
JPY88BwnrOCBJ4FbID61fKXDw2KoHh7WZtN3m1Jz9x04afM7Wnqta7dFuI2p42/9ll5GQX2Ovd2l
9i1DLWFqERYU7lBBGRypLR+PsDYXWdkpK1AbYLC5A42XO3R38SbU6AaZ7tHCvABeY37pC8Emvr71
KMxKwqBXP6PxXuh7sLOX6JlySP4gIeI4xZ33TAgcJanZfKzh/2669uBimnf80OVZ+0EsIMkfEpgi
lr/cTvq9iiT6XN+Q7ACc7cpynR4mSTzBo9mSj2uLw8mNnzpdkg4vUFXu2wrmnSCb/JmzUZM3aje5
V37UCY4+PB12V3Z7PkRf2zZpfuSX0uSUO3jSX32mfpt+MClq32JJUNmOab+dChBE8qrI1vH3zLBk
yxyAjwoQkTg9DEWa/6dV2NOAi+DzA9IwmxTnGiDYj45wy78oERVwK7dFgz5iVIzIUdIKgQY1ipLR
3rJsnn8Og0NIHNq4spvekOtWdBVZpaWnzqT+Vyx7Ee7WgTS/RzmEgoEW7ndyP0qbLq9RE2fsdwLA
BvuFc6ZEH6UT7L6Y1x7vjlj6iohksc9r0XAFYxImUanIRPzcRlmG3jdKj/iOWR8vx2JH76N2JsT0
sGe73sth3NxHJCgn6We1FvuHKEr157zhySvkFibczA28JadoxinZDaPbD1maI/43dLv6jGve301J
DxFc1gHXjUSUdD7PsiiWiqkJp34VNf0X+HpduTB4gpRKbXa3OhU988y6h6wIMj/ODYIaDgPz7mYB
hOImUUN8TgFVxjtvovpNFoL5JyVmeI33HelAJVu2xny0GwJhvyFuBCc17W0qv6CRjBSXbPe4DsR2
HV4LBU3ojIqDw62cx+ZVugxFIkVfQQhUGR2LECbLQ1SvEM2zA8tFRr9YwNhBNeFraG+IitUbwtq7
/oXkMyzjDq2klxY/pKTtnqitwmvbG1uu6KTRJ9VLnlZU4ee8znNj52O3NJ2sSMqV/XFRxp7naRjH
O8d5GPAdfaRf+iS1wxMV3KJg8y095rmK5hMEl9x+QON6OuA1MU3HlbFO10TuQwJxHTCyh9nGeIkg
TeMW9wK9iUaxWeHsbSFx3r03LzqS3V5NbEuG2yjax3CDsLLwK2KALJUDQJJ3IswOy6fJcTl6Gx/6
It2qZTH2ls4JCk7ZTndeSfYCrfMCPwHSINH0QKwDTXnzJQoQnx9z+Gn865Byt2Mj0nHyy+SrIBzE
nD6gV6CHTU3nCfOM9psMix4r3CnY4/NeojLHG3PYx0oujULaOaKOigcEquW8KmymtrOb0yW/4YB4
A6Ta7FnelhFDSOLRFvSyCKNuFwIsxgUnJrx8+roLurBnAwtHUZLZmQHLGNOx3xv2zuasVhOLekf+
dgzd5kjS5G1OUaHVuy3Q2OLpnsEZZDLfv7UZQm3qGOn07ZcB3Y20HKdNytfYBbw9RBRlyW3Gk5FV
Y0EGUs85Jp/VPO1ydiUsU07UHTxr8VOqljX/AHxIu5cemdHqsPmGzaUnIUUFU6jE/IxWMBhKBmNI
8QHkm53fSK8s/4kGnLCfNQrU7J7pZOBVOvCePA/CxohYVjgUyFaP44uH3b8/kk7Hoy8ZrPn7A7bW
KQic2g36D3ioHYpCQNabBWTsQjcPco7bcE7S2E0PhUJXt8wUtUhXV3L9HTPaykcSmglSoCbupxNi
7iPyDDsez7CmVhospkWTV0fQHu16hLhMjTiXOKI+wzkWowmzT6m4b8fesbdGtuIy30AEVJ2s8Bwh
Y3larXnOWASFe9V52P/v0Gcrtmc6L+3+rSimwCpobkh0g/bzPD2GnST8QAqsYmRALgEpL7Zd8/TO
uWiSpU9WN6PbLZr2OBTr1Bz3KEmSA0O3ZwbNNLjWVLxte+wUcwt673kAb2yoWLN4dUsj9Acq1sql
q3z6n/PwkEzqwHvnxuPUo7H/nYLW4rHyMUxEsTzjVI1dbvVNp7K6TQYQhW4uxS6soUW7CpecjcGW
fxMFmUWoAUXfpx96OtNgDmJsGf5xtqEfd7BzrA0vIVewGKzCXnGhfpKsQ4hH6SX4tc9prBMf1z0n
YyNKu7Vkzep5CplwZTqlEjkJZCLDZOpmDM7yMt1cEWMG0XcSpzF45f12lKHd0LjKSe4+QF9kxV28
UAo/4hJpHX3OJQ4yz1jR3fjLkpylLz3Ml9kTi5GdkQDblc6mMphz0KnEaUGrX4Oa7LZgN4zG4mMz
cA1HFkYD+fwp69NCvo5RR9cXvAgX+jypCQ9I5YbLwXVuMTZ9iAh+qSoxzZ/oOdkdRNRKDF248R5O
nORg5jj1b5sYbZuVJNIeX8zRcQW3KaLjOt77aUviJ9vrnJ3mpW/9M659L55SwkJ76FWz4gyBQC9n
q+xSlx23eYy2cuDERvdzjLyqD9Gmt/YL0tL6pDJ0gNExxvGGPgIuiCJvZDHfP4UBSsEqjzXGPi0d
JoTOrCIyP/NMq+YTtRov+AnEg24Pt1EA0BtlKZIOh7NVgnrUTIBeVwl3Zjv5eSroadVstTdDn4X4
DW1Exm7bHrPBSsUjJAEHWFHjNa/9BHz0WHbasei4rIRsFc3GLiqXJDxkSvsU00eGwIxjnEBsvRzb
KMEEKJsw9PHlAOhaXvrFKVavkrP0ZNxWhJNKXRRPCHkjdivQxBOgp81bkXT3LFm1fmMaOeu/uUi3
8R7Fa8uPA5MYJFiLYU09iLwT8CtCovbcTtOQ3TVimPqPNseFufMk7/VtvAGy87DjtxIwzn1gz93G
R3HrurXoX3GYa5sdoxFUxEvdzfmIPnWK1LY2rjaODJioQhpI5lWNySDPi2MPgeAl1Jh/RaYhlkFV
FHhgcG8aUejtjCJrxYU1vFPrM/biCZ1myHMwXEN9VviPFJcddquCyT68Bgy93XH3CUaEIfB7HJSz
6I5ETYHiDREnaH5cBns5uYm7LFM3fccXdh+GGYskIX42X227FYix6DeEiRyNUM7LMrEZ45h6Esiw
4kXne5WheaG/jXuak+cZQQyaHC/hrwn6Fo4B956vodi7qhit7Ws/rhfGHF4Vj2xt0umcwm5uT8uk
NlqL3avpnmgk16AlGmMCO/uVb8cWXfukjHSSREdMLU1bD7kocLRUi1aogujY0u+Ogyt/1wTRuReE
NKQGzXbZrOEXnRgVP1SPYdU5pjA/nmO0eZcHGM5X82lASDXql4ml7j5Jse7+8gvr1L33ItJo4jmS
V6FAyVGiobxhmNJqDfnfYtKHLR61rYwHSvS84id09RYI6Suo5TNM0dP0olrd82MBwfDjsIMV/Brb
XuiH1YRkuuUA4YXL3eYN3A+F8WDFa552P9DKi2jdsTxSmMtpnFkqPeFpHw+onntsgqNH96FmdlX2
qYjWnVY+ipIViyVfVhgoFLtcwUKhJYVqYWXFk+b7EMGp3vL213bZA39xEJLR9l6YOC9z4ZMyRgbU
8JGuKzFYe4KNiylVrvF+RxsJ6Cgu4zauKWERBDdULM0jkdzYI8a8SEfch6ndf5vOKXc/Bz6yz6vb
shQHlKXbbr3nwX3O+aj2p0uqIz3pcWvKEfE3S4mKUzg0x5Xbsa8uff6ce1/wWy3hPXjEZGREKgPq
34D21dKjM8WAskyZ+Q4r65KXsBoRe3CZ6tGZWxf5AuFEgqpnB6b5pcPokSGWsRmR5ljseVO8cRUX
EHBPMQZY+83UrMtsyhYOwBSbHJQFtMI0fN1+o1kk0KBFUyY239GRCG1UZgYlaleyOG4M+oTDjOlj
idh6nC2PDoZR4IIml2byKzzXflvLzQJrs9yMu2FtV9kFieKoNePMsaReqYS4o/4fvRoE9kYsv8Fo
ipoqhkZIl1FulqZCdDJ9pfjX0d1upVDnQl76uwJHbKcu78y0eZqJXg/oCIQN2uWoic7/02wudl6n
wwnR3c7VcdbNWxm8ZE+YUE1bnTWwg/+LuuYPwqPrrKHMp9M4T3o4xMWXLv2U7e/TrF9HDLGB7g71
9XCg7UuOxkTL3mmqoVdOqRn5jUXTcn7ENhmjUVTs8YPG21r/i6v3DxFWGM7/XTCFdhcxwkO6hzaq
KBc5t+ZutNGMVEQNvc6NJXsHUAAvFvLsNNqzOER1UVzNkcN9+mdR1eWP+W/6o8vt+j/md4ExjGuj
lR9n8E0x74ZX5AFywqUi3mHeiOFbfv7nb/qDvIpeqbnXReNRozQ7IiJg4R+Nn5utVqLFedxiZ0Je
KTJKBvB/nJ/+5Qr/6Zm7UqR1UIxhNyHsmOWgdBibTIcF/eR/+YP+9OlXejQFxp/msmCorscf/Zq8
2Vw175PpXYPtzCKWUYmGHT1AIKVc/bndBvq+D7/OKzJJYqZ5y9gRfeYDJqdt2SToLv7zbf7DVbkO
K2rc3hpWtNlRxJHGnr43ZSKx+7/v0y8P1/95XEmvKPRCuC4kjFCDmALcyTB//OcP/8MTeh1WlK3J
aJXr8LhIXpBfGn0jW8WZJyAN5WRUpdqgzz7BO8TUu4B92BT//vfIXFiOYCF2BCCVfU6XVT92CVqo
//wH/Sfn57+sbnK1unnnKVo/Ij2OeSHRZS4mbzFAwX//y9yZNceNJNn6r7TVO2qAAALL2FSb3URm
MrlTpESp9AIjRQr7Hlh//f2CyZ4WWTPSrbdb1tY0kUkCCMTifvyc48+Lpdx7h8ib71SOVbknaZN9
zNb0o8VMk4eoT4fkMejiZEe/xqd5tGnmvFEeIdnx7v7j2/yf8XN9c7yP/p//xb+/1Q0JfZyod//8
58e65H//pX/nvz/z9jf+efJcXz2Uz/37D735Hf7u63W3D+rhzT92xOVq+TA8d8vtcz8U6uXvc4f6
k/+vP/zH88tf+bg0z3/89o2KitJ/Da+w6rfXH50+/fEbSon/+PGvv/5I3/4fv/2fKq6Lh3cff37o
1R+/Ced3MBwXQbGkfGBSdf/tH9Oz/oll/e56woN44LiSz2hBc0X70+SP3wznd/jHHk1ihQgc27Ik
21xfDy8/s/zfQZJN+A4maj9+ZP/2rxt782L+/aL+UQ3lTZ1Wqv/jtxfJ47/nkW/6OB4EprC5RxM3
0ffWAaZZ13i/c1h40C+DXBHhd4Cz9IYqm4Ed6sS3C/OmjEZ5t/RpJrcZ5wtU00AaoaAq+RQbsA/D
KvHLh3axQSYh/M1fOsCI60WOxleVOvBLxZRMnzvSDCfsVTZdOUC8/nkBWFWGTjBCKbXKzvhG36uk
2wRGhg0yxEjtjWZ4hABdthRNWOQkaBmF1W7jCd/UBXs4hrvRhwZ4AqYQB58pkFQActbgfIRAaSLO
yZPoe5ybcYnBQzkv7I7DFIRmX6T35N9tTQCF4BUaGmsFNzZaPwTaUXKLe2mBjCgahgxbbXPOtrPM
fQebbFEjSm2I6EJcldS9AxlsPmumnGSt7z1cF9u4loHaePM0xZdGjomZZ1ZjPcPw9KGrbiaDqshu
mfGR+ZBXrdH8LcMD3qmkms8ABGRQ0iage7sFocpbxeK6p6lZede56U2fo2gOml9s2G+VUPx1P/DA
UAKLQr5lm++NMwJQmAGk6nrCKA/6IPhleejqoU8OY7ym6S8McfAt4q5/mKkWRHZhM0G5oAwkkPbb
p6rImKIoHR5dN+jgidp58aWCjPeQkijXB2L0OjkL6kq0O693RQWwlATU0ReEPbsE5tl5Hc8gK6tK
pj8z4LQE2tiUtv0z2nbfqr/E8RJgPVng5TPnA+GYivH7OvEVnknn+HODfrt9D9dYuKhWyHCDzt7Y
rSasYZ44n9ndXFkbqCRJBuIaN5eBRW3vxlZW/bljP063UDBEElpT3Nqb1AfXOwzrJEtYB6nlf4wm
m4y26Kg971Zvtbu96TcdTK60RwGOF15zKDp7Ws681B2brYGJl7WXxPdPZpl4XxYmVw5e6WcrZG1n
TA49Wf+BTjLtuo2TrGz3TmIgtJeykM/KT+TZJJsp2U7Y5+Pzjmf+CEbS9nA4lq3AIoiCZliLJcMB
LrHkdechkYAsIaBMNPlKgNRirLGJW5XCRJpdY9w6ZHLeSWCW8mauqj44S10Y1BuAQMzMMzLYRxWP
cbV3R/wVwxXyibn1JJlgKJ26pLpm2uLBSmIIpkNeLlboGl3qQHMyonJfLHklbtfVcijmFQly1rmp
h6ueBoLywlUl1psmXl5nPdJLiHZQ0YNzGqThcrMC9n9O7KB8SbkbiMo+93nmNPaqGQVZe4EMoChP
sw4OWlfIlMJ4HDiAGUVufwaO7fFT6QaDGhRAodolJRR3LG5K6KdZ4ucd2F47qTMqagyFK4P5jkhP
pPB2GhsmPjZ0+GzYlT+fzJBs5GYas6in9tdOsEi7JfbO7Cr3LuA3l9U2ofencZooIE0qmrAlTrLW
pXecV5GGh5iCmNVusDIT58I6te7zeGyfqb7nz4njY9JN7UjhiFTjgXXWxF152tHsQIa534PesgOu
B2VK7wIHl5F+CJ1ZhP0qr0QmquqsSbvM2vt2lp+tWoQcaljrs+2vs6aVNGelOaldM6vpefbE8Dll
FMXWczqIqxLMuN7Gkw0PodC2w2Ejgad2hRi7G9fPF5/mCGtV7aZqySj5grInW0Wd9VpZq/PNZYw/
F4YRUy5pAmrEcBlzP1yWZTRO4DcnOKi3g5JhRJ8PH2Os1Peg59dds+lENd1Rhy2hkdl+mSBswKos
TGOYWBEgXRcWlJvyvZo8/1S5a/u9YIepNlldTda2VbIDLzNma1fZovtoJfn8LIfJFkAkbn+KYZIR
nwTS6ySkjrJ45i3mHjY+MeycIDcQyvvLiLCnxdrwQ10k0E5R4Y0JPKjV6MN6KSARxm6qOuSctf/o
C7j6xoLhyPmwNv732Zbu9WTGzXOy1k23MyDeVluzKwqDtaV7eRUTVMjQte38E3673aXXrPP3oWTX
28xGGX1pyrHNNkwPFAvQENinVmsSd4HTN7cLWsB6wyKiviswn162S9p417GZC1QE8USaWCjP0MWt
Jv5W0VX1M+AEYJ8OC/OwMwQteVffVvSHGCPmH1BteujtdbT20OCD28jHxpSMNoXgPo3zwO0ujtlu
qaW0nyJOyXxj5E707K6SagalJmgCdVCYCwWe0b9Q1J784ZvuMahCo22zkvYHg+QzU1/6F4lw6w9m
P6PIStq57Q5BUeIcuYljGrOf4Daai/U8Eqvyw2RQ8JBXE3bLWTtY1J0KQ+C7J0UgiXLL0aNaUAbe
eV4sK/RhVLsfBLUnUnC2gXHrVyK9Xj05NaFbG/HlnKWxt2twMfuaQyjxD8ZSVM+pG9tkE9BuPnWt
Ebl0hIfBGia01jioqodNQq+FrNrWcSZ8msn1dnMVLOMAc5zkw4Q/siwWkHgMsje1tducJTYhwZYW
83W8naKUQtaQ+Ob91CvruYta/0mWklFVS5xc21IYX+Yxgz/kREb6PYvhd28wzW6HM2iolNS9vnUg
GPt9yRIiARnCsk6G7zg2W84WWdBQ7/3SMTtoYPPMu4rE3O4KBw/UjZ+mbYXaMAKDmuZ2zjZW4Tpi
M0ZuBEssCNj902WtPiZwAb51WeD8GaxKXa/kVp/rrjO/VVEEqEfvExiInr3ChGGyK0jUHkqvDUzn
dbnyGfE+xOIy+5x51OE1xQ5GlzOOUx3aZhaZVDNL2e5Sx7EfEc0IQe+EZSKGo3RGCcdU17SEp4oQ
w9tWG7gGDoX/spb3salS3NrsuAujReYfulyw41Nnj65nFWirO0W2tzHS2bC2SV5MfzYxbNpwoHCF
AmqK1mSLHKM8kxTasGKgdwBYblblN1PW4244L0EtsQpI1I21EkxuA1ST32js0nQbiwjpezsO1Zd8
jKMn2JAFVa8s9r/4I4TsjVXRTByRSRmrjfBq9wmWJf0OfKTSDnIGVYldkc/ux7Ur3AcVD/GfpWK5
bape5QC5ed+qvTQzSl0iXpMZqr9h6iACi1/wzmr8UlaR+4XUZiXxhAvlGeuGRihzcZ5PEwz9TZrG
NeHBaNbfSwtXAo6vXlzNrK+vdePZ36Q3gWvSDCeCvgWzjKJuabf5toQ7O140vld0nOZT0t308Dq+
jGQBFSKKPDuU1opux5naoT31xqQCBW/HgmZS0ZAXuyD3xzXso9yrdhBu8yaEUF8MG9HQFfpC2jOO
Dp4qDHUe4HgI3SIGjg1nIzXGWzQNwRjG01TdSejs4moy+rk9dMaqmIuVA05LuoHWy5nDUTrKGkP8
KaX1CPIaj9nGxPIR2ndAZElM5rb01htO8jYTS0ud2Auchtsw4/VznhJNnrWyKZeIsxzGVbKp4klO
exjV5AubEj50+phCoHIOS1zYaJZqlAEXRWO5gmy7FF4WEzCOUXljuMuE5MoggBChXUiK1JsCTmc2
hSUBKyU2t0iFcbPA3Mwv/CEwojiczX5NnkQnC2NfVk7m3eQd1i5PZKs8jx9h/uLsxnocKLTVyhsH
lBlmgahnRV4hQhH4dbpvItE1W+jdPIVM/YVcBg/9xTvpvaFNP/UQUWSxzVo/G+7XpV3rTwACCFOK
Pjejj7DPpG1RKluBeghCRHeg8pS1dHkqIbx+SBM8F7yN5cnOvU3pMBXALUlmwm4cBT3OT6Pibrdz
jqIQihAudP2nhZoVPJk+cSHE2zE8ih3uik5/aSR1Ul1UbTdOl72H8V4NjQaOebZJNJGKzgtda14j
GZR5WFrSnj40DWWUO9E3vntZdnEhwsVexvsACjvLL48cd5MvJYGNP61laEWZY3+eEriMPfW+MsSC
g4KUl0IaPFSxPX3Jp7kOdpBO1QUEwNTfCHuWt57IKXvU8ERJb3OdaCB0o/pQDmn3YBYjsp8cbjtL
Lyozi1hPifgic73eZM9cEFbVQT6dlJZAnNb4k/iSrDBHtx0kdevQJk6x7vx6lcD5MkEZbU1tYoZt
knb1zrN5G0y4CEZxo7yeNNZZVlhIJdjwdasKO9mpKBvzHVXCZt6mpeE0ZxllrXSXBU38vcbWSWwS
vwqyDbh8d2vKMl1pSSdLsXPgNqxwBwp1A9uXO6vP29JN1r3EKcPZEL2n7Bic9PVGwE54stju2bOR
a95Olhy+iSywn1bS4fiLYWqmSNPFH+K6inI4ymOOFMbuuzlcx3l6EpBJspuodtjGJaWiFkZJMCw8
fz3sStfiNAd/7587JgplRYOmQVQK13GTd1g/bRpzQYTh+bKjuITr+qfZwbEGcwlC3mUFY98UY+oy
E9UYfZjHlT7qcLtMcZL0iGZCg/Q33UxmJa+tzMtRcQZx/NHs3PLPlfDJ3QScG2iRssYu9m1iQPoq
knh9XL3MjzfNnBTtpu4j4IXRnFMMWGXmf2sjL/4QuekcbbNmzRfYR3lJtgY5h6OKDuwRC8ea1bEE
8reAtMv0G3rL+rt6D5O9Qdaum+fqTnXPz+ryoXn/yf8PATWhJfD/O6T2ie5Iz0//uFMP6rn/EVl7
+b0jtgax7/cABSRVZx/FIAQeSiCv4JonfpeWCEw/QKbmuNrP7xVc86zfccmgk4ctfEujs6/AGrha
AFprBYElPGAG4f0dXO2l9vFvtEJf0RKIFS1bQ3zYw3EDP8LaNEzrKmvK5bNvReyBO9E4jVGEZsM6
u5dyaPIHerzLfl+1CxQHUqFZcq4bdWQ+xlXnVAa5N5nGWZBAZqdIbFTtYSIB6S8LCUmdYwC+UfOI
fgg++JaxKjI7jD3PsZ69uV6GWwjbXvEAMNlEmDXbrXtFFtLC5y8ttHjQJxuq99eJZaqp2sboEHJq
rcAR5YXlLS23HJdECueCACf7jqC35nd+eKWvYOSP4ONbVB4s1AwEXflcYCpenzDf4VRwytjxwAGf
YRBWWXvAHrFwDgVNNDrvsPZU+6dwTZsi/U4Ml4pfOUlaoKg/IEpc3/NszxaODQjqWtzM23e0Zrbf
u6abPmVWbucpolgcUEjcAmG02b6bp7hTkEoQbBI1OlgjVTeTg9wHNxFndSf7DBATvSZCk9buLKRg
PkKJX4zR2yqe45m2jUUHUwhyKkz+9wZecwJXFw8G4wkoZDQFiIAXe+2+8B1lm5uqQwbwNZcUpX9R
Anv3bvR1ncDxhAB1C3z7/XWbAcFWbdj+U7ww51wo703Rf0mcSNCVdcIOLb2uokQpRcxYC5K6n08N
wO8fXw2X9xw0iD74t/QRIehh+aEqFMsR0tmc2E+GV2CDGMrJdOUDCwlZUw2XobiCBVRbl3beLsNd
3psmkX2fpAWD8vM7eQtz8gKkgO0r8RoAU8Wj7t0kUfSgy0Ceom9RsFY0H6/bpoyWHYhUHywni9/N
vJWfX/KvD085wKUsAMiKTcN724rES6ICcn/35LgTq3y/WFg25nvIVAPEcTiSjvtV6+fJh3oXs9iv
tbnAxN+NaW020y8mgvUWd9UDEJgOq4SFiusqpYd3ryJYMxk0yngkSvFKAzFlohcEUUnS4wU/Zc7q
YPfU48uCWJcEvyX4NJPhrmzcDOtN6CnVXYA7V1fhQl934rYc06p//PmY6f30h/3W0wmW45gOOgf2
cBiKb+8SLpbf0R5zfpw71TEJzCE3GSxznmxpbObOHo27RuStXjQoM/SXtImHvztYluV6DqUUN/Ad
ajjvb8NvRa/wGqgfq0Ia7OEZu9eKoHYx1SLP7Qjp/0MfD13+UGayYkftmpJWfgffyIyRykHCbqt3
/iXht6p0LcZzZ86buvzFtmK9n2OWHiRPQC0TvGH3vdHmbE9VA/PUfuwj4RrlLlN9Uww37apSANKp
XVpuzvDKkZ/VS1vWtEbIEW7cUV2ITnsi4yxGfLaay3mZtJWKNlVgupEKBxyAi1uXdq2E4QJBLVui
MLIF2hOWFAV/NU+jqf1Vg2FLw/8/TgCB1UmAnMO0AMwoELzbMZiZVUsi3Hz1ZC0zCcmQMgmQcjQE
OMtaK4lXsoloqap3z2Jw+Nnwsp1gLe7zo3lSttvuQf5+vaBffIne3pxNMCIDi8BfbyTvZmc+51ih
JXXzFe+VtEMz2lNKuhRWYi/ndj8sDEcQjcV6j+QYxhQQUEdmQAAqJveW1lWRccCTIlvvQajhz/lQ
LJgmszMiXD3J6fvA66l7m27om2X05HjbdFm+3q+Fm+OHaRaFPrRSRp8XVFcBphUbm7Lueu+X88y7
s2W28KVfTWoe20b2Nkw3b9DvLp/jlAADFQmXR4xkUF326znjT9QED9w5JTcdG6gGZfrD3LtV22gN
hjXeOThNqYuuy6OOFBgGZBkaMYSsQ4w7R/xn5VeRcz8i22eSeX5MnDG2FeYPf3MLF67tYZpt0bza
oyD2viOPHS1VDP28+LpaZY/0dxamB79uqrOaRsJDO7FR/L3dSNDJ1xQW57ZFmPGXK/adiTS7tKc/
7XXQk3EaMJeutqL3cqafO7agilFmr0zCCYisjy89Nhbm6c9vQ4ezbxYFZV1ycg4uKUyBiOfdotBt
KlsjcMv7Eq6WQulXD9J4rtukZTdKsKa1dl3k1enNCOjBjoMCoqZXgK8EhSIfgXoxbshw2/OCtj13
s90BpW96zIbGWzJk4OBWrnN9ziQCmcpMzB0bkEmXHiRnZmIyD+sxIbo4jbJc6ZU/OtK+Fpz3zYK8
orPnX/kmvt/XfJsDinCDp+ZpbXKCt+dA7kZJNbW99wksziSIlbAaCWLHVc9bhyDLOSQW8CaVwTyA
FbWJ1Utka7j4rbMqhgzG6V00gwEXFLhT2t0dUuQHeots19609m0xNj2+RXLJWXXRBEfR3lgLZhr3
nWe1LKOfv8S379DjPwf7QUcXsX2P7eNdJpHKhTccp95TDlDHFClHbpzzNw8QfJwYNXq5X1zxbeyn
r0g07DmBDsF8fay+HcPBpwmumcTVc3m84pjKhgOTukTHSoEh5QxdqMiODZDvNGumfv/zRxbvNnOf
oM8nUmAjZ9Ja1vs2KC3E57XOKvHJV4nNdqKaWI+5MuxB71YvW5cwzYXXEQFBsatxPOhdFJIdZ6uR
WGQu1iz1t2DM9/lDEWSec0inQr/6dplq9ypqZz4FrKXf6hKXbr/PcX3HfAmOk92HC0ckb/gXj/Z2
cOmQwClg04CJ3cGUDiHu28FVc255eKUsn+x41Juz6lpW01qsaf1NmX4uqs2i6na990SlQ4LSqKFG
HGa3LOIFy1fXUuhbbGOYPhGYdwzH5GU2C84eVzbQKjUCVhVSq0Zv6AMnxSEVvCIRKoIwLoj22+Rf
pJUWQ1HGDkOhlEetOpRIUNkFQKZQ24bH8dG7fw755b9z+Zvjwfdj4vd2SjMGFKsEyYX0ybTNv0T3
1rQ67uK2xsex9Go2xGNELxKsDfKQZJq596udUO90P5zA+pLwFExhkvebLoHi22FHukrUTL3yYz9Y
zBC1oFlJTwh3GB8na5xa7qLJqKlt48ICVf0Aa5v28DQ50kfc1M0AZ57b42ixj5Tjs/+xB423XUEN
6mEuscq4VXPF2fz62uJ2qhjKmX6mbA9sHPp1xPmsX4SRpRZfgiULxluz1oYdJzLPOY5zV+nU/Oej
7by0o3j78PrcY1+0LIwp/5JEEgH3Rgwx+GOSLG4RbdSQ2wDxE75QVzSAcroFTXXnYoukGUlZsuno
RtOemcUAJrppCPCM8y4Gb8QpI/HssJ0QWX0z08I8TNHguAh2cGp+crJi7W7L2i27h2m1iunaGS1k
ZFs/qwLZhC0hcz/sp0n64xV87WiuN25pltaFbXZY91QVvjhhhpIBf6F6piE3cHBFT/s5jOd8ZDGM
kDkWPIEMmTnZPhDwfO7cQi1OHJqzNUzDSYONGB3f6iWK1alKPILREA3itK5k8kzF5nSmJdWwQT6Q
4RlGGx57K0tjXj9Obi3S+8Ep4mhrO0pY4UJKjvWJG6s+2AZwzfMwlkV8YJdW25ae29QeEfSaJ9Dv
ErFHNeAnyFryunQ+wX2Kc+MTXmHz/HFWs60uYctXxi2HpDc8gaG71J092BAg33VtJf0H7M5onxOl
ADr7tXZ8WqkFKAihjKDR7Fv/kRbxfvWUiKYeZ9y/1NI+B8jLJzOkmNVbGQ6HVUtTN1IfTGJOotLI
3avA8ujodTK6De3fkmfgYVsxyrNl+51zudr1yJRewcib5IPtmso1scR2mgb7OrjSSXFBK7AcBzj0
h2oaLybYFWm6j5xyGuRtVAlcatzMSXBxZa64Ntj1uJocUxgbpEgTY8NxW0Xlq1uz5XSKkWqmyNlK
DtgwDyYIXNuxSQf5pTYGV/anTI7JgP4OqwNIZYC8yR9Ri+3P7nWBDx5f1PGbRopzWIB4ASCjC9e6
d9pHTGkCMZ5lbtfE4mDNhuF54ZJhme2dzBXS90JrD3UoQJ0Ye8MLqrkcKg9ztLhmEGaA8jK+pn4z
Nd5NFhkZXas8ZKCiOc2HBd+WaxfLujTYtEGgEwmvUwhu7tHiRcZ6jltuz0gZC7K68pJdu00wirCj
DscUK22Rzt1k2ZT50Q7T1QknB/gbNvfOlqVvCapDYYodpGktGTKbHJbStlImIrwvIha0g9iXWREE
n4YYS46wI/VnZKnyppwgoeUm+o9w/0Rpm7YNdBrjJPRgIxdK0Hq5+yyZ9IjZhcr5UveJMu6q0tNb
PlYd8YsWVdVMgJV6sXuigq7kc9Ax9KOi31oZvjbT8QNnCQ4wCDMTi7y6Qk7Pe0GakQj52Spw0Sgo
zwUZ8JkxIEIW2DzlfuI8ty05XLvHuovgMpx8KpFtmMJFGgzeoDO0w73KqiGtGC8k8/RJxpbBmi9R
1utbTnnTzXqHOHbiCjY/ah8jY9YTzO0M/eahEvO9Iij10IyjxUc5YiHacA9jhb7UC1+fp+tsu30E
Y0z4HkWQ2r3DDCgK7NCZAjCvTYMfAmPxOnuoigf8SS8z9MNFankZjIFZ04WvYX0gV6n/Zfcyv7TN
tDPuXoca/zr98X8N8vFzgCMiv/REU3ID1IeT8TFPXSg4J2kF3Wy+bMU681uxQLto3oE5xHWwkccX
Va8jjPIdYAMGyqeVFaC0pQqWjIt7HZRDzSiNotTOjaIBVuxCkJ2IJtC5ueg4Py6hRbBGvdhsH4Pj
CNYNK4h97fhMiUhJS3HAq9zJOuB0oQEJ8/hqj9MDy4GC8YH3w2/spFfoh5/dhXrPnhYY+jIJ2ja+
iamG6SWfViN1BnXGk9p6eI8TaUUtw13ykPqvWGmH5xKRpmczu3qFicW/BtRYJ90ipi7sGj8pw5RV
jgmVkN7cnMQaxDN3iNZq1nSQxRrs6ZE4PaajJ9pHy40rpk8vCdJ5eBjsTNce+F7/QYENaBc6Y+zz
pahMvRzKVer7rwaYHtOnoYiLOMW/D2XwXdLaFiomFH+epc7t41xJsz5Q3snrkAcZDgTmbqaqzB/h
BKi5eEaxnHN+tNrVNT8RuWX+uG1aQ1UpbFQa9nahzJKaLFEVDXBuAUZC0M1rSlD/wV1kOQ+cr3wv
XwY38/c5weK8nGEjR2vHg3JqsyxDvBwKfFKjHuXmqRVYA5+nuxw+NLgEGLK4KtuB/1/KCdxQmtT2
tHZM+MUVRbyIvGLqMq4OCa8e72lCAxNiFy2rnvsTjSTBxWe7FewwPj0HBn9XlByx5Q5lchTAlgo4
quY/kTll7DeopOo8P7wi6FgEJl22H5KCFP8bLoJIRzCfSxiOE/tlzeDegbPhBjfbPFrv7cSvJ/UJ
W59kctEzvTz6HGBxWG3hGWKjwvEIC4smNauJXXuoUO7yM4tmcQwmEJ2e4kfIGFvGiRGwBqGfV6Up
WjYsSJeWz7cp6C+K12IFSqdojwRa+wEsbnlpN1bHJ9zF0mn7KIeeeXXElVZLFl1EubbtInEaR+3K
30CSrNHGiKwKoLSVTk6GhnMe2X5Zki5WoYJVTOpd5pRep42CgErdIc59xVZpw7PhzENUEzDMpLd6
8IbU1uiIGKBOVDdZUUFpOIe+z1P+ORGeRcbZFPVdl14FdqZx2XrguLv08sh21QcH5G6JdnOUGUuy
R10oC9pw1oYF4doD93K/OjHmZi2kGHwGcGA2MOiJkEeV+tgoZaSnG3ZpFpPvOJKZqgHf7RRr3PFs
wi4x8j7k6zAZdx3BNOnh2rSB+5X9lvll4K7CCMDQ0c9Am1WDzZ+MWgNzBYwxDX8EZT01X91gSVrr
0Zmx8Lty3bahbxi88V4Z3yHHZnO040SDTLHpCyB/AwIolgPAUc6Uq4/Y/WUYXURysZP5doKLYLdP
wZiOrfizj3zQmJOOtgFlEBoCE9H71RkEomLcYUg4NohnIOltaJ2HDHJglpd4locj3zQ87bRGMW7e
vj7J8V22TQYmHkppL/qxXrabohj1/hcssd5NiP714sWxQH+ieilYRJnQ35OWafCJJcYiAaKSDSBT
7gArdDknLbBTrA/wlFV0hTMPdo4ZC1WvyqDUP3mdssSU7ESQEvWPjiUAvZ0acdjNSwcH3xKd6d8M
iRdD/aEUTsEALkEUiNMJM1N+CSqGRkB7SmN8cQjL1Gm7msxvx6TkcgVUq+88x+OURXG8kOwCjrSW
qWLcHTO2Ks1WL8fYthlQ/B83rPyIrba+pfF3o2g17tp3bufgpBqXba2tQ7HrvBuOqIKaKFyOZ1gl
6DAucWaugWRV39bwsuCMOucc2UQS0iuhjNCV1W01zXpOetEqMGqRSV+V5S7JClbj/jggQN9608t9
V4dYTm8Z2XkibFyHfoH1vUvoga/YH5jBgs3Ntf6CpCeKsgkQvbhL6trlrr04nlkNU802i+OWXkHF
EbIZ01bf+y+yu7eJrb486BASkkBKi+u/S2yx/KqNqfdA545bYwbszV2QB7CSfn6pd7JGBCyO6ZmI
WCQwHf//vvPM5OetT2PJ6nWSvJ4YWLjrueQFFOrYk+Eq82VIM95x7XQOL23FPta5M0o1d7+4pbdI
AmpbppEP/8d3IQIw3cXbtJ5+KRh0sQLvNJjlfk2lpWPVvvc9e7fWRNC/Gu6/XlAEAfgB7kUCWPV9
M8w86UwLDmp0284V50WME6Q69Zac3e51gf+tMddPCGoNI9sSvrAoxL2DcOcC17JKFe7t68YxJZB0
cAFx7UXK/eygw99nTbR2H4bJXrJtOVR6W7c7dgijXx3Oo1/c0dsJzx2RUSH7oCiMdgmk7h3EugSm
MXmL3d4Wx7U1Ed6x1Ochj9jeU0zIdbrg4I2FV7bNGUGEAcuGL1Bu2mENx5YEfy9Lu5YobNhhlpAd
v+XjIJuRdZUuNmllOB0rec1xt/35Q7x/jbw4x7Qxd6E9mmWh0Ho7bzh+WyVmY7yiQZveoNaXeKjp
ZTXgS+MPzi86y/xP15MmL1L/h0b73Zh5M0EJip3h6vX0m1HMQlCs2WChZ/dp/LcQNuw6LKBbAEb2
bxbsX3YFe4rA4Mc0uzqeTsTK+m1g9sm6qPDA45F/PqB6m/k3xARMG1B4c1iBMHEcgM13sKb2rk+7
VeYHrzK6HCJyWXr2V1hSyS+X4F8vxasDCsc0kYTfe7/jlZEolwHvr8MxIqHHtC7nzqIt+fLzp3ol
ofzwYECGXCqAGvRCSfDfF0pNk4qUlyb9SbcKM+l3Qs6ahzGYjhjq7/1aUcoP6z4GYg02JRxiC0dv
GSurPOfQhnyE1X7eAABdCAcIQmvpZBzXh4UQQdZX0Zzm1ryEELF7opW2LcmGukw4VbsrC1wlsAWo
Tben524nQdwu7NmqbfcmOFYyc5ecxL6OqtJqkXnHyRhAFhrQ11hAIxkklQP5hpeWW0wgMFzZvsYp
nsGv4ZtzjC4I1H12cNyg2MaOGQcmWezfE/RQ9m8yRB0NTKOgy9ChFj7pQiUwYbgj0nIH74oahI7p
jGOI01AWZrWbjW/BxMt7BUUYJnMX0HTKbbwiGzAmOiIfLacnDeOP8cxLIEVNcWJ8V21oEe29dgRg
IsXIXUEDpZpL4rOkAwaTOk0ah8Vc9qRVwPpFVnyyiX4D+8pdFOTe08w1DY0J9CN+hiGWYzodCyYc
zFr43ygoxluAGI9iAzIe5ddRaAw1hlPlptWCTnGDwXrjTbu4daEyfpRLMK71R8oOupZHKGgK96pW
PbWEj2kD6BxvqeVApNgnXYuTHcRVYs/vCxlo7+OQN0/iqyXnRflXoGdR8wFj9CwXu6zqDSjiDRvH
rEIUorAIdlW98G630yzWbsHpAoBiDInQLIkqxlmi6QLDS4UyjEL8lJJUB35HRThNzP7EMQs1Pbpm
iZBjGznE3dUGX+ay+1IBwOAM5B+Lja97EQ4sQexeIOzwyDuqpHCx4HkNt8C/dbi4VEofOsepUbwE
hZWHsQ+BdQAXCMPCznRLi50srj1uQ2BWsplynFs/sonX/l1TBQYeyamM5SbB6uvu/1J3HtuNY1kW
/SLUgjdTEvQSIR+SJlhSGHjgwZuv742o7kwFSxS7c9ajWrUyUyDcxXv3nrPPDHKNMaP0PrHSnbaN
ZG3aZdXQbWloFHdWZarLAZHs0YqaFIms3lUPPg/1Vg8M0il4+8L3uBLpM2jLAlKPjMCYsBp9zZ6X
zpKaz0Yi+ZUsAHOR98K8MvtI4FUKIQWXslStkSzrqxhCkzfFaSOvWJyDwh5l8LFJbWbfQ9HeY5oQ
h0qXggPusmZl1HSikeAE2w6UkBs6vX1rgbFG0SCiH1Fd+m6KOWIBGCN3DRKngWqrpMT5oEYWOX4o
/rQ9EqcQ59a650/ubLZl7+C8QGOPof+jdJIUPLOSotR1cK2HsVzcC50W/SKlUwMbRCuCx36Y7LdU
ykkQ0drsgSCZaCWrjbzXZYdwkYIYiSudbt26Ii7gZx1b/i09xAilVqMh7GXiw7ZGEcodKt0Q1fiY
Syulzpq7utPpO1AKXGyO7R5BL3x8g6SapQ82PLSfo051RqTLZvu9VvVYgagkGnY7cGJxiGiG/dPG
QJzBz5OqPXaUwnB1pYlvsZrjPUClcDCwtZTEsYTFmxzX4mqwcG/UpjI/ob4xT4+Drt8PrGqvZbIE
djTBJahRWqi6NtXvh9L3s4dzIgeV3bOQXnpR9j9LSRqWaqRMb3UdFypaCoFwcppqntwwFekCrVgF
mmLqk2FvtkGJpQIV8nFULAoxO6tl12upttdtORX7aiirtSpa9WAAg1zQ8H0y+vG7DGb9qCu8Pl3d
Ni4dRvwZAfkRlmuMhbbSrSYHaq5XL+PMs4nl2ftSL9oE9Qfc8CiAOCy1mv7GTL5YaFDMNgX9goUq
Zw3g4Ty5rUPg48ukaYJHoMTlczWITF2UQzssfaUS8SLm9zFrtmm98eINUPL1we5vHLUO02U+dfFb
nIkJ86KcPeUzrlSITrl1mCXshFrZyxYy+V6Pcv2tts3hKqbt3zF9AIVI76eBIiwB4sV8cmXaMEsW
hB46b5XEosa1WZ9Bv4nr8sbsIYxR6E0Qz9FkbfF2hjcolFC1YA95VItcbEjVVTax6My3SvMfe7bL
j1OZTTZ5JNiT4jILfo5ckE3YWG27Yhk4om12DH9R6SWDW7IYQB123Q6IvdiUrEMh31i18+jkDcDZ
QWgPceUX793UTT9bHnC3swr1GmqxtpH5Urh4xZp71pe4Bvu8u5KqOnmd5CLfaKnio0mjq3wMIfjw
LRuoSHIc2bSFjMTcWsxnlqLO401itNUjqjaN398h1ZdzbR2jcn+hPVfeOHlYbRWE6vcZASyHAKPE
arAoueyGs+iYk1e4r1q9v8lrv3qobFv/riUdxUEtx+6ojxkvD60tTwEie8DH0u+ingwB2jd2voEH
rLvsktGW0v1wdpNU+Vc+5e12Uu3w0aaD8lJOdvPABz/Y8rJZ15OC15hP/cwExJjCoFvRlk3mpK49
zUgoGRUenBapuIGaG94EQyHIc8Acta76uHwRTasH7LGn6arCLXtAooWwH1bgQ6BBA6BmZ8NKQ02/
VRj9LTsx6Z5NWgcN+kr6IfmY3eSr0dAn4MpjNrDWda2WzrZ9lRhaZzUrGZBr2iCYF/5VTwrCDc2W
9CjpY/6UNtUb/01Avxc/a52xgoGkFh8HJ0Z4agglwtct1NdW8tt+mQIKvEbk1D5GateVm1BNNX3p
hIp10P2igrkl4zbYExGJFWaA87zoGHu7tjOh14f47XSLTPPzYyEx9j+MElBv8LEYW6sr4lSY9yik
T/W7HDu7pw26dGvlToQnkDyYYhU6orqLg6jLVkx+x/CQgVmMXKnKDbSgxI1KG6ur6+lutAHdh5t5
6SG7TjkUKe6rThR9kOwTtuZVCimPlcvSgIbVXdM0ieul1irBQw9oGHIgIR5XCBV9xe0VloiHhu04
JoiI3R+eV6kSjWGycApyBFXknJjW3lAHOY8fJg2cOQDOoQTrtVcpdvIOs3s3bsp0zCt4vRCq7sEB
Q7Pq4VM6oLNwIKXJUtIxLkcaeiEsIHp6W5A9MZG7w65yKVulKl/1Tow7RsWaY11bKeXURRo4zYDG
aB+rJMqYipXsG2kc6thLR8l0Jo3Ln8tD5tKuyZJZnyZUI/OaRo/txh1B6qbkoLV1wftgM+Vctsqo
ZisdZEl4hT8kNjGP0O1dQjXCnqhlI/Mfq42TLblgRrEKmBdeJxHdUhdO+bDVAp00J9OWQ+AoBJwq
uySoBFPJ1rBgFPYMwc1GbY4QrwfSOIH5AnDWAYjhNQ7MJ0VI1Y/OYWmiVWJUN9i8FG0FqVJt1SVL
uFAqlozoEeH1UM5NcKR6YbEwa7EYp0sqacO/UAAmG6LvFKHSNlchqXkLIygV+Ol4RhQrXAkVhLtx
rUid2T4y0838La4s/S3outcJ791jEIrXwBEGhpeyz4ASWvHKt/1qI/PxkCkSZsUUzJoO6aimxwrn
0LoLK2cpSjGJhYVAVZBKYGT3FexCt6oAJbZ2pFNfuyb73gT+tLYAXECqGPxrBo22vFSGui/diY+N
fuPUoUYuVlVVbgQ5jYVfyAOzQAnY/yDZMbklYay2UQJZwVVNSPN9W9ZNsGoHDHA7mseBtZCywdll
RVy6al6m66T0jfs8kZWV04TFIfEN6RqrlX5QBbPLIqiZYWPTARSi+t1b3hIWMg2qCvHc4iOMhQdS
+wqzXXFEOdk3O1H1/sKpe1w6ZRLES92sO0GiWuajnkUK2u5qk5NbkRSk3E9+Ff3wGX+Xm5gxm1vx
UmKSHpPqyFeej39kJoCyYtYX/AT/jq9OtG4tx1y2xHg9YQRWXmnADWu0O86mkJ1sbQkrvpFiuVp2
uKie5Tx7TGd3ZsDGbW2pfvxCkAWmNoNYmBdN9qt9q2r+AEZgiGEQ0zHb+0LlpAOZRnc0dEs2u5oH
I6Hdd70SEXyjWa+JHyjPiaL1Vx0DXNcQZbHT6Bw/0YNXk7mmDQJMq1xem76vsW6lOM4Pof5dT+bN
8Jhn81d7UOv3orOlaJWacGEX9JQLc5cbeVQs6yoaSJdKp4KeodXHCpZF6giGsCg2rlNRqyRTASNY
qCm/YRGnFiEdoE5IxDNNngnwvcYuM7FTuk2IhJWIDD7f+0wUzTfBri1cJkLT5Fc+vP1MdrH7bis1
CRkegM+2UWmoj7N8YK1MJPviL5aEZxhD/N52tuDzwM5zXbQ+oqjCN7QrJnjVQYxoSxZVwJLmaqhb
8Z6oEM+WNb3GbkG+2PC9gdlRbXgp2ae1gl7mD7DH/EMGc90qjzttT686QDlFZg2LeQSzP3XEs/46
s8LmQEJGxV6W5Ujjpn4pGSupzFA7y1NnPDV1mr5YohuWSa3VbipLpXxse0u5Z8gGxpPJMBfLbABK
bHoWVXuqXw6ksAyxoJaDw9ITMYdUHLWwV6Rl688axDGTDbGqRIe3AmEKDxF5gRnO5qRbB53JRCVL
lnHCIq1azdtYUlPGMoI3aWi5Pz3ndZsnnloofe2yq/ATSppjkoGyrJQ2SBEJymqc657Zar4N/L6E
mZkimJXyZSfZQ+yvmZslg3ydhIVZAMeReDPFYkZj1e3S4oNrjG7IGMtOFy06dn108270s+RAwo9K
IlMNhVcRN2lHd0jDQAs3v11XrcAnGASJPjvbeVWYpuBD0vJq0Q1Y3xt4YiTD7NqwlbJfRGUMnbGC
ERJl+cooGbnd+7LKCGYj0EuRf1SNugQiOG5Fwn3QJVRTbYyGm1FAh8Cf0/+ZkfMGXx/Gcz66jggH
49lg2BTe/7tZK4l57tCkxPXeS4TsDuIww5EYDyAbmFvYvIeT9SPAKzmYGxTlE+9bqdRO9NJCSpEw
Bds0uiR2tgQ0mHwiKMfNU4vvsARlwIJyOMqxI5OR1AY1+UibiSEXd4tPXlzE75qNnThzDYAzY37Q
Wk5vWgCiUlUi/Yxay/x7rTFEZK5MJLqRBmK2LYHquVrUsMZh7xCUayHsmHosNYWbIEa6VtF0sXQX
M1t1nOFpja1vosbKRpDVod7RSY2WKKvatNdXAYzKKF2JHuGNQ++ARMKriaWfvfKl1MT6jaXSEe1C
0UtHXxGlpukbxn/Zk7Db9FFCZIN9vcB2B3iZd2eF6CT7IecJqyx0/2GVrAqzdrCkA+WwhsWklswg
J7Mdf/sL9k4UdDcGuuAtfeAINLGvLRPVbK9jZRyzldAyNFudwzxYSOk9EKie6BWWcNYCkz1G+SGH
srQBbY6YcZhJAtiSuuSHmGRsqH6lZz4ub1tv3Uabxrs6kvqBBYKUrliBskMEYG0Ym8rUG4ALmT28
S5M/jAKgel8qdxD/E8Ptwf1+r2Tm2NBJO7YG+SQRpEealBKuWE5U9bYNjaSDezXMHRdW1LCGsDwH
axxqnY99u1VsNDrAsfKlL+tFsdKhk2yVurBe0i7VyW+0fDUgfmRScZQTzzXWx8wGy+uqstE2zygg
UE8sKoHYbom0g9gKANAq8iKaW8eAnXe20EvW4dcDc7cBTkliwe82Yd8HwD5qJOfYSpDYYWefqY9t
DdzCgIVEYl24wbHBjbGGAMA3ErstCZGgwFsaZu9gMCqeDd+5bSUZOFE4iTVu3eGGNJ3B1R3fJgEG
icVPCQ0TzcNYBFcSZbh+ZXPZh7dWnGHIr5EzRVtWMOa+0i0jeqdEauNG6/T4rug1/xq1ZPAjmLOF
Fni1B1RrfktnhITBYY5l7B/twWhv+ioNOQUMfAyJrQwGOs80No3EcO4U2oeW68RFv1NoWkQuIW7R
t14jpW9pJLW+xUEPOqyvjPvSD4p1o+bys1nVysKxkCOGEM7wJtTTuMD5NR4VbHCRq7Z1h50tzbEG
AMdxul1gVojUanLoABr7/cDPdcjy6it2w0tB9Lq6ZkLEuFXWsFS6Qad1lF6QLHRhCK9CZagFdcmi
IB/ra60V7VWgKh2GZCMQ1ho9hHjoB6tBfNyQBLxAFGC96hUEwQVgYt0rpXnFW9tEni1YU4/Rwkx8
B1VKUkahywc9RoBFu+RmAsxfLyZTCHOVdOjsXE3OotUECIAOhYGqDvVIJtxOE7+geOcr1Sd1tW+M
8cWiWnSHoSGS2k3Lzr6rDSz7HM6YYw+R9uy1TCWZDVDIwQ5hQaAW8sdsUZH5dJCkUH0f0yjZD/CK
b5DsxaSe2eobfqCWCMoaMPUyMuq4Wlq9Dnum7ceYZNnKbvxVC64mpf4S+nKIFXU01o3ZG0+SH4rh
SOcqIZUBKBSEb0JUXyIH4QNIOqU6FghN5JXVGyObAmeOcit9nO4rolbDh8Qg6GnJd5NVHetzYEoV
oGCuG4wdracNDb3NP9pppj2XiC0I42vTF63OiudqxscQA0HvEWEleqkAnpWTVi+BBJ2HtdUgLSVW
HtdVi7Gppu/ymgettKtiXmq3ihLLa0DQ7BujxOVSWckVfQFrS66J/UTHOLJ4DALzXaiA8EEr1Xdd
RUBsUheNSsCZ3c+rNTlDQZPT4rHq2oayE+YmsX8SC6cscoZNbqhdeodPOCJebQJRzaNOHKNmtCuW
L8ohH4sQiWCvPBNBOzw7fqMsRN3KmEaNZJXZqf8LdbHs6obePNos9zeK7ivvBUL0Z5n/xFhIAxcO
s8MzbiP7emDWvxFdw1tnt2/olJsb0crAJWyQ9QrvwXTjBBJ8kkrRsw3fg4qkILvWXNtCo8J/fdWX
avUtptnh2gMbFYBVOSyzUCmeJDvV7+NQ0+H/0dXfCZHPzB4El9Dkvo8t3f8KtD39oOqdD1SSdS6j
cPxbz+xoi0zcVXoNYMBr4rCkyte2PUuUqhLnN1qBYYR3xqyBgWPh6SOKGgJkVVwqqqsV8tCEOxny
RTzt0HMThOZHQ298N3K9SLYzqr3RlwAoZCgBdmfofUXxShC1MNNCJhGTo2bKLvo7ZWLZaMtEHlWJ
CSJw144DXcyFqQ7GWtfz3n41YWJQVEqRpANBZ5YRyobLOg+5giuNxAiha9GRWqFKZhmPuGrEBc5L
g5pdN1CEhqL4KZfSSPAuA030eiuI0wTlMbGMyIVqwO36s5acZ7BkDBLEwSSXt51mN2xhIm0wq+qJ
1GG/i10GsTb7PsxS0RAf4xg8cOHWvWmbykoWWluX74DgOmVc8FdENC57EkP4Ak4EGJbd1scgGkNe
A4PEmehmIDvphojtziq/tVIwEWgdwXfhnyGJt8zhIDU1G+ZDPNY+6ZADPEHrEiH6xPTH8A/rOOFE
rDGZSpvoH/4c4+bEe/rxIJzvcoyZ5L+n3qqZGIyfKsgYiD57u8vBf2SkPhI9UaVYsOBcyHyFyZge
rMf496Dr99jw/4Rt+F/wT/93ZIf/R5RUnbH3Xz6QGcL6ByYVL1DOGPvfvNUZqjr/6/9GOTA6/hec
BAzWNhp8nBqMj/9NcrC0fxlMljUDZxZDHW73XyQHg38E3FLh1htMYuzZp8Q8daakKsa/dMXhndeR
K8wWf/X/AnP4U/DATkC3dIv99zzU/2BCt/jV6SA1pecr8YbMWwwRY7CWRiYAZWcST5e5H67HJ76Y
P00qfx9onnh/OFCLPZhOelh6rTq+pe2wjhJ1zaBLXpiTn66/PsjJS/P3UbQ/jwKcpykLYQtPWOYN
wGjds5A2gZwAYCbKMYBYZy1LtkC0Jq3lZDmekaa/vj74uTM80ekEcHVMQzi6J3wG0+CbrochSZeh
ynL60tD+T2vz3+c3m8o+XEX0ofA2Yk33JFl+YLm+G+3wKHfingpLD6ZfRIJ9yCX6/Sxs+Fsf8PfR
ThQddlxB02Da60ntiPkEl213i3Ej8/sD24yFGK+/vnJnzuq34fHDWYVZWwtLHgwPqcibrNdbOG0r
RFFgKp6B/N+bTfloWxd0D3/KVf46KeVExVElgamUhqV7MogbLR8REsfGFgLm969PRpmftU+umjK/
ah/Ohr4TPrxO0r1RFMk3iRbZvna6Ld/a/NWRBzjEtmas+FQrq8kOfmV5rW7TRnodREh+c0E4/IUf
Mt+mz37I/KB++CEZ29zaH7h9EY9gLfXu8L1O+QqrN1iMXkv6lvOyqkC3fuHSnnlefgO9PxzQktTR
ZrKresZofg8VhuG1hPmYMJA4dRuapaLpN1+f3Lm7eFJOinYKxsgPVa+QGnVh+aG+LBRJ3qo2GW1f
H+Lc2ZzUEtlEE683seo5PTHnw0sRTjtTW3d54uokWPk/vj7MuTM5KRuNUrEGwGTkEQC0HJMA3hnt
ftGr6oWi+FtG99lzcFI05ESiK2T0mkcyx6plFpgO66T9ySIHIeddXBZr9H7AdndhcW2oqyLey6Q0
mjvIqvgJng0ivPl/eUNLnDDeeJ8S3Galv1hjIdjZUwX4p1Xcb+d/adrTc98N8U9SfJb4z9b1pdJ3
7jqdFCMaYiw8O8X2ErbIUZfTtWtjENq+LrZf34n52fnkOslzefrw+DZTR4uCTdEN3cx+PeNqt6jz
xwsvx5nPw6nfF6YHjfFGCm58ZywwYZAIZCG0RE6dd6tGvH59DmceWvmk+ASgE4u4EbbHLmTvJBXT
lX7YAM8k0HNc93K9q8Xq60Odqdozmerj5TK0suusrgpvUEY45M35dM7lb6ExXdHyeB5j2TN98o8v
PgAnjv+/Krc8Pxkf7o/UkuvL6ja4yW3pli3BDbQOkkYaHVhwZ8jN0g5NQu8T1X4Fix0tBzK7iIxT
yi02Y8ydTKbhZ6zYHb8Q3dcvQPEGREWNP0n29l2F/sgUartMwFKtQyHtGhtmqiHR2bzwCPz+BHz2
hJ1ULYNUMrnRpPSG7vOhnJmaUgGCJLSsrWbnj6T7weT8Vfo5+dprf1L8qyl+jjs5WXf2s5RMrOfV
+goOe3TpF33+jfgPBlINoCCSdNk/0quOxL2M0lbxb+bGtRMuuvg6UvQNk6avn5jPXwHNOilERoti
1apb6agIiJJRUW7Iu3MWtvgmtG9fH+JMlZBPijYfW0WlAUd8k6z/aEd7M4QDg5XSqC5csXNFQv3z
IQRCKaXQyRIvRycEAhJrRnwpW+fz64Pe/s+/bSftMGiZkXodMV/XdJalFeJv+3aSzQdgAeGFOjfX
gs+ewtNKqpdmMMF19fQm2CuD4hrdbW9+I7t2XSvJBVXw59eJBIY/zyXsEAVNvZ94kp/Wm0zt1nKg
yBcepHN/fK5+HypBOEmDDuck9lD5wQHN8dL36oW//XkF1ZyTChpNE+DGIo49ua/HvcBmuJokW6cV
zKthsRg1ot5jQtRfWGZ8ftOhtP15LpXvq5A9ldiLU1ocNGDbZIuVYB9HFyITzh3gpGySmOoLXVdj
endS5Aq9JAKzfwa+Ey2l5uHr1+7Mxgug159nIbB1lwFRtvAoiWXGXSQ/GGlZvFuJHqyscFyCoT76
obmpHX3NSMLD/Lr5+tjnbtjJK09IUi1Gdiqst2ce7jy6ipFK74SJvWayXOW/o1/+SH75iHY4d6CT
Vz8pS7mksZZ4gZ26aHyvQwTDZb7m0bOatajUf/jqnJQBSbETGHxt4o2BADTG0G1JSNqw/WeX6+Tt
l40JT50/Mkxte5XhgyMfWlVp3ILGJUx9AP5xHtLvZFR34Xw+D/TBzHNSC/gWm6Id/MIj7eSGkdAm
UrZ9vqe//oCoyFz5lbHXUZtKJI6vSpMAFulKFNeFMuwZjDUXXrTPPw3/AZkh/jOo4JnnXqNO4zJj
oj63W8WV6VyoHGeqkn1SOXKT/KUJCoenxqUpk23cjt8qn0i0r2/cud9/UihksjswEqaZB1lpw2D1
nS75j5nz/fWfP/frT8oEcCDDAvuRemy+r3hnTMX4ZwXIPqkNiV0xGUfE4w06Kr2olycmI7jOtd7t
S/vX1z9/fpb+86OGJ+TPAqSQrKhg3k09ZjvOMkytfZiD0R1spuR1usFYt5JLBCTC0S5csDPlwD4p
B0qs1JDyuWBkZh4TSM4Jfv2+XE1tMpefi2Xn3I05KQc+smRJAk7uRZJlXtt2tSgCvb7QJNDnv/LZ
dTspB+gzaXpnmfAaea2jnUMO44qijhe11e7wti6r9rrTx9c8e0FrN6r5lgDMxTD8/I30ZpFYZqjS
/V3ZXMtZeyxyUI4HM35UrJ2i7zUgWCDfe4W0SCeBDqC5FMwsf6Rg2rF/4H+q7CfKkTsJzUQ8PJjW
3T/9klsnZaedIpzQ2SC8HPET6QoFAZYV066uZ/CW2QaTRyLYxSKRVPvC6vDERvg/exTNmh+WDyuT
KLcxUIS5zfozu0LBdGsoNtTU8BZ9x1VMf7WzYOWQ0XjFdfj6yT9TF6yTsoOvRwQAdjlkaayNoKKh
SrB6FFx4zM88fqc2MrPQ5zQf3T5Ocdsua3aTk44q4evffvZ6nVSdOOlJIcZEcmT106rPhJgPdgOQ
70FWNoVyD5hkbQwXnvWzB5tP8cPNQTfE5oOJ7REF9qPPwlfyER8q27jVNyiybqss3NSyuR4NXuGv
T/DczTkpS6YPGRCuuHMcupGIjpaJV4XxYNnq3XTh/s/1/5M32Dp5g1E9jFmXN9JRClMyF1he9QOS
7HqJ0/XCl+3MWcwDio8XDpNVB8xelo6hZGjLMLSkRRKh0U2HCw/ZuQOcvDYSBM++rSbpmNUYPVB4
y0XH4DprV//oNpgn74ie+yl8N41rRJOt4NqE2Bb84e7rv/57FvfJLTDnW/PhwcpBgDJBV6Vj0GK9
ke5VpoEZCanO3dCvp/DBaNYxc2/cQ4lWz9vqMf+hEqs8XLg/Zz5F5nxZPxw/VbUIG6IhHetoulZj
osIm2Y2RPuogKJUg39bJ7deneuZhOzUmRq2PrF7mQprYRgplPqFxgVNLMS8sFs89CScvDJrOEt1U
Lx2HYtiahuSW5ps0Xvj1Z2qZqf55nfqkh0vrd9JxjAsDOhDviK1eetXnZ+mzh+DkOw3ehXRYsPtH
4CNe0iGbDSYvMZoUANhANIxyYTl17mafvO8pPkVQWLwr9I3vCNjYA67clXlwg01vIwwlWrTWy9d3
e36/Pzkl4+S9B7gWYIAbeK5KaxFO942xyfNl1atEzEUQZJCQXro154qzcVIC1ElSa8PhxvMlkHpa
4fmPjIOQLK0aRz4FiaNueGe+PrEzj7FxUg/UIPY7+MPSsbSLlawbu/mbCeh+nZWXsHxnHodTWG+n
tI7R2aN01LDDDeRSzwEKrHeKdicwbX19Huf23cbJm6/AgG67mqMMQXk99+yq5pojUGKwcCBheCI+
foG0AD/QhUt39kadfEW7DoljgVD1yIox9LV1TUwdh/yNSu2fRIwivFlL9qVTPFMQjJOCYLY10bI2
h6vHbBm0D0rzVJPo9vX1O/fHTwpCZxvECfmUM7XRbyEauTjmoaBf+Kr9nil+9v6clARcj/i4Dav2
ULr/QNN89CN/wiDZv6ThOnHy9450zYXvZF7a6a7jjLPrM9kFZXjwmXsORraGlKaybp5Iwbk05yBG
9fPX+qSCoN9XYN13jcfM+iVwiscYURCcpN3kK1dguhD11foybufBT+TvhM62oK+2vRXgP0jarSTC
VSFhf0UTuPT9wtXshMY/D1xoSokbtfU34Yfe17fod9b6JxdRPylCTmq2tm6VpHA1YoUsfR0EVbOA
D7DLDFKTwmjXaVgCsnI7OATKKBr6p2iry/FzDqdkod2NdLy6H+Aylnb1FlrVQ9m0qznNTE2T1dDn
ByKTl0JJXDWRdqMGlczOrxy5c6dWfTKZl4SmtkGthTaazdICPSeqTr2+6YV/aSitzSfz2UmeVD+c
u0jxq6KCMDceiaJE5T8kKzWZdZGp7MkSuk7yFAMj9jLHf69T5TZu8y1BON/Bl8F57nF61iyeh0Ou
zRmM8ziu99pOxKx1zJi+H0zJotwi7VrA8z+C+kMK3Zgw1FJ97Y+2Z9SE6uiRhWNY3qETTpbEUTIj
RnPIjtNE/CnBNJOU8FIs9u+gkM9O+qQKh0FX47wsay+Wg3dfKCAro4q8Qn9CHZl6YwXYMtYrZuV8
BSA2Pg5l8GMQ0rTMQhR7BArWeCT0zdDH+3astolRP1idnG+a0VmhL9sQPHJI4vguA7G5CCX5diz1
NQI64Hbm4evH89yNO1n6abFJkpg8lF6Px66Jil9J5+8LI7xJ+CWIksUKsMlDNzx/fbgzH/9ZXvRx
pVcGeu8UWVx6iS4oCbi3CEaDgPaIOxzqENlLDh6+f3ask0KPK5EFnm4KL3SCd8WiL0j2q5RfBXWz
FTr8i7Z4/PpIZz7Hv3NxP6xf6ajjjYks4SWJfhPk6a2T2cc8AME2pv2FG3Xme4xc6o8rV6O3dcSQ
VV5omQdHTX/aU3SbDTXpt9FdT+jnPzuVk5LvNAHdU2WqvGQqnvAXpevRmu4sH2dekAX5ha3suZM5
qeAEn3WWVEnsZ5r2OHbjdYwuuWvsw2QYz9BJvn99MuqZp/t3ufpwY6yYULoJNP8xcr4N+a2TqHAS
hxWsFzcz31vzW6nc08hokltGhlPXuWZWvjYZHjfE2a1+byQ+H683LQcEh7UKMjn+OJTFzgsQxYUl
/NeGrzp2HWrrpQXK/Cp8UlV+f0c+/GYhkEb6TRB4TpDfmKKAwIfb5W5S4umfXX3tpG5JoVMZfcMj
SqQPyX4ZAULRqm6Vq0TBhous4uurf0ZJhLHoz0e2iSbiyUXmHDGdHZsYqa4hNhKRyFICdTTJbyR/
clujwqegYRzHhB1L1n1XXepmnSk22nyFP1zJoWwtBpGScyxVtAPVcBf32aaMk6Wi1rdjgqhnDB8u
nOu5Y50Wm7IMTaWLQi/1PcchNESt15HyWr+EpDpkO9h5i0ndseScEmUpRSaA5GcsQ0s/77FfJhtx
6fE5e9VPFpyRFZe97Ze5J6LgOjE1HJWx/lCqgccwfB3gderLddnEr6inlmH2UBGGOYZ2ewH7da6Z
cMr7EgW4T10vhWfK4kaVk4eu6R6kzJH3zhDELpye/RwWm7Q0EvtRXpSm2KRKSFsVcqIrSOdNlnJE
bjOWtfHCOvlMgT4NJk9sY9DIYcW4WLN3UUKFjO8WP18d5G8QJS6JRM9e+5O6xnM+jXI38snJq/c8
D80dwzzCx+vIQV4vz8rwd/wyz12WLejfNsBzeN0qH2q12lx4u0+ys/7q4f4uhh8eewDFEL0Agntc
1GOBK3oRaZH/zXAIZMySxnLHVLtvtf4BbuxNJ8aHVNjJT5LGygufQ2V+6D8pYafJaplIUJsjJvV8
He82fAYwOaUlkbsZK1dabgkCCUFlpOLa17rHLOoPilKaK3mMfbcko2s95DIb2q9fzTPfGkLj/qgC
VmsqoxJFk2cSFrsqOul5RGhnoExYOIM64mkHoP71oc6e+EnFy6Ysqxs8eZ6j3U2DDdU58ZBYJG29
xBSNvSS+C8ujJnHP7RJKSLxqFfHUpheq0JnH/FQNXQBlKzVlUL3SUvEbAwYvK0zq7TK9JKk983FS
T8pcX0SdAHqsehg7v3d9fxV1w3Eo1xeu3/yefPbgnNSuSenDsZc7Bc8IIxzCEHwYG8irJcYxpd3V
+OGiQ9brKMIwuuZ1EF3orJ1ZKKgnqys9EQkOTlnx/GR6aMtmGzRatiQL+G6OftdH50ErMA2TZh6v
vj7Xc/fqZKGldXAMwGMhzxxCN7RVY15o30WxUiD3lqcLT+S5h/+kIEGBw64TI2kdxHAoImMF+OYB
Bj6QZhp7F2/cmZM5VUAP1tAJpqMDOI5hj9frl90HR18Jf/UDtp6vL9i5l+tU+SxCaYp8KRg8Mg8f
irF7JiLoKbLCra1+l8LmevJvG0nZjzFuXnHnp2/QBd7YAwf/7FqeCqMV8poIIZUHjxXaU2OC40iS
bA1mfoUM7e7iXvrMLTs1zGRSWAa9Uk9eZBW3atfctBFBFMn0rdGTbdleOJlzd+xkbeRIxqiXtTx5
slytm0AjSlxlV9bk+zq58CE6syT6fR8/fIcM2uxZIGTDUxPtgdK+Et1BJQM4lYYnlACE9dx9/WSc
O5eTqqH1GCJsp7a8KsZZOJFhvejb3NjbWlIvC7+4cMnO3Rj1zw/Jf3F2Zs1x8twW/kVUgRgkboEe
3aYdx3Zs31B2BkYhBGL89d9qV51TDq9pqnKVSi5CA0La2lrrWUAnRXUlLefMgKTwLgho+EFVCmSj
9dIgRGkHVvfKpZb6oh///unZlcB7mhFtnDPvU98q6SsUNX6qJq+S0+CV3ZB6ZgcwVVf+adiEvgpZ
2WZ+zHhfTMEfbdNPV+7gpnNFLJ0zeKCZl9vjsIFzOH5vWVftIpC/2ho9PwfmO3TYMgp4jBDmDXGj
V6uIcOaVaW0Ag2e+wzn7z0kU+r10ihfkVLbAnXBM6qkGKlrbIW9VAn73bwWePn83kewuhkp2hkF1
Yxcj+FD8PuHxA5q71wfZR/36xYOZqxsdjVWRWTfsTNiAzfAlg29Q8GLKWH13qmTyYGxE4gM8k3Xq
ZspLqW4CRR8dEX/8Z8oAYpKDPT2OZkMgJkD8StNimA55oOLKBXi1K52jGxsIpTYKAOGTIf8WN827
buuweFTivhXpgaWD66fABqBPrrIgy5zIPoLE8H79HhdKRzJXOrWg9NMSxtlzb3XPvRF1QdvhrFRv
yYapLbfa2kO0zX1LZdhTCCKAykNTr8dndv0HLHxicwk7nTqw1+EJPNuddnbTYgcY1Pe01J+sETum
oVwrY5a+r7maPakggJyAnT07PH8Cc79B19BNd8lgwOBJ89oj+VRsSlO7dB7FN1kTbcPB/F9Z/Jck
ZXOdO/JdWh7nFT0TzUSvFCEkPUMiJrcOkVZtM7P4ZcKGfuApjPwgq0iFktWxMu4VwJdJZW+AYf99
/Zkv/pbLtPrpi49Am5OwzdHzdIGfKURNeszcShqrm4wW+yh13wqCFw86neMmaK2Ot2DtBwjle6eQ
KiN2phMrZ4NLG6i5Rp71Bfjg0qBnO88C4NDq8YCB18MlnTU7nKzhIGXDeBE4BHCGcsvK5+sP4bLs
ffVxz+paTiI4ZUwsIeBnHyURr0D37qe1Wm8Wmvb/W7K5rDtqEd+gYpueZWq9K8Ae0SXQCnabielE
S/XMEgpKSI9wtFreRPFWas+uDTCADjv80KmfFKe+HjJR5RtLKlD/u5LtwbY80HJNkvz1Yg2P59+D
gDhxpCE+tzsjZMbTyvGbG/Ot1fUvTEx7hxq+XWeP15/1wnKtzy6FBBWnts0Mc7Wb75FA85ZV7MZi
xZtO05V5ZOHkCnDgv28H8XMIqo45g5EyOgN2hSajdqxKyL5KGLNtU6u9tD43rrEzxjroG/Hq9tMe
wi5zOEBabgRRc9HeixfD6NZEHAuHJMhs/vtHAZUGcuBksnMHyPNLPgKZOKpqC7IN9yrYPoIYavmt
Km3xLTVtwJ56cT+oSQF9i+mwnNQv3uR+pRN06h2nPw2I2PG5WTmeMKvXxKimnT6CBEeK5gBI3Fvc
Uh8ItyNEfsbGihBslfR/LAOHSoa0po3ev3a2AxBBfGOjwakDxuF1DjRFg81eSxsxwlVW/vyXd07m
qvQsBh+gtoF4QMTNvcNRk6vJ2CdpizO7FeXFLF/y/z4y+JD/frxlMhDaGbiGjfO9KI6PyJ/2deOZ
dTdIedrVSRNEgwswhO73abdl4IRVDdznexLbPuJXbmQK/BFolz4pi35lpv96YiHu5d8/Ta7MMjpb
gjh0FrXk2HBJ9LbyG6Qn/FORjSzuv/9/PsKCgnR599zp9d4V2b7IyL32BIofiJ0bY83l9/X+mHzE
1326jQI0hHKccBkIdyERAlU4Ui8RpGYq3zdtcgKG4FvVrtzTwhE9mae+X0ivSaxJPDSM8po5qHrL
I9YBxs81M3d5r9C+K4BAXcs0X2haEne2GzdKBEIlRe2eezfNd9ISE0DRKVRQEAbw75n5ZvevyhHg
VtBIbCsJMF/P+J/+olJoUttj9n03Ald2/WtZWC+QS/z3W9UTRyfYRjM00PTftZDlhjbGIdJPKdSs
crAAFPppgHMGqWt1wDrYJWAMP5tj+tOMemvf0uYubr4DDXU/Auht68UBp6yrXZqFMT2PO+0ro7MG
SjG5Ntoe6YnZ3ijdm6miDzk5mICN0MLw26zeWtqjXmlBD6I9olE2jZLZ3gXA//fKY7o8jv+u2qDA
zx+T1WQgyNIzAFrtxuXOr7JDXgAYfOAPG2iql/mvop6OcY9ERZ406hhlbhZ0iGRKDECKMyOfbgGL
/l0z+ogwn8xXig1BMrXulsZTvTaev17xCJvNTE3B8sI0GU4GtPYOTLoTqKt3l2hxnnTfK2o+xf3N
8IsC6DFESO+2npWsoehMj0iNRykKUNnKwFqoewmbTUfTJRg4q9ro3PChuHCCzdAAxxR7iqK9tdse
jUJEPrN7oJfANKtStgMQonrB+d+00mlbehazCSuGfZCbJGtANiB7t5JPCAa665N257RyZRuzMFnN
tfRtC0ExZAHNeWLkjgPmM5ak20RND1gkvegRIjQ72J00nTVL2tIXQf4eiKomvSUz3pz1uP0JJt4d
fBSPyZoDaml2YrPZqS9VBnxl3ZzBQvyOsD6wUiYvTn5UUIMCZpnzlxqtfB2c7z67dYGFdp0iiGi/
czW6UdhSXv/elubluSJdNMCuJhoiFnWevcepm5wmQ5RB6sS73tbuGg41WqqDxQYiXrG1ZdPfXb/y
1/tCBEf//XxLwwH8FyEyZ6fs1F6Piht5USK73XeFk7X9lK7lKy896rkaXeDMMjcynJ4h+xeSe/OO
g8OVFHyfoLlT9GTTVtG5qhCc15ZnpDbdiEmH2TS9myDtCcaM7BTVfly/64VRNZeum5YNXYEz4beA
Zg0OJzjQegjx5MqXuLDxQ0T1308VeF0beWYa7oMOZwRiZJ4ZZGR/8VJkt4BSnkFw3dT5iC3wdKPs
6L7FyoweeAaJZr62N1rY8iGW/e9fUcYdGbDRFuehLQ91VfmQUu6KGEg+uBxSIGVZgcMTyGVa56ns
yZ8SidAdZNzXn/FS1UjNvy8vwQN0EFxWn8WQHUAsx87f3btqi6sQGxvNKYL6kZ8TAMYiAghW3j2U
YEQGke0ctQs/UIIrX98libM3qdiu/KqFlY3OJhSBHtBYXxrqRW6Bs66/ORhqTaHgea2PwA3eAtd/
yunbqtZv6QubTTGGAdAHGeWIT1tugJr2RFecqOx3yZQ/r7aEFyb/udZfceJ2XR/158xq75QLVWCG
eGWXvcZ6vL/+6BY+mrnWH+e8WaPqEnI7h510Np7sqtsjZGllvCzcwTxrxrJSnhujoKFj5du0Tm6h
+g0Kgiw4+nT9BpauMCtqqrZB05Bgy4rkFwF64Kh5Q9XuI3gpR7nSZ1l6SJdrfyrnuRAsKYVK4al1
HyRMKtC+3DJ9Oly/haXt91zQT5sUkU2pgKc1/9NExrGnYVLCUhjVd+XzIDcFQbAGeQESL/YsEu/G
0X6hE+jR8qEutAeL1z8nfaWjvTCy55L/1lEUVAwZn2urvneHbNPH6Z5V6kEr3B1IdtlKbbXQQXFm
E0ljVvDfmHpyntz25HDnD7OtJ0TmPSKTDYkpyKpee3sL9c3cBgCXI1jBNu6o59HG0hRiZTP95ZKx
QLh9i+z4Z+RzHrPByVcG/dJwmU0OemNYtGum+CwT/YTPtvQY0rE8R7grY37pHc32O+D4IsqRN26Y
iGGXQxiKyORjkfe3TjyCf70yEhb4FQB//j3si0klTcc6fKzI2Ezhn9GkCOq2O6hK+SWoiJr8Jsvf
yO+4cYffbjLd6kMP/FD8Dus02MNQQ658IJcn98XOZe4W6EAz6SpkHYf5OD60vXse2+QoQScv9Pg2
ccHbz6BBV6BX1/o7shu6fxukc+MA6LNTIdDqDhHxjX7MxhbTzsyzU4JsRrfT8Y0EK3d4Wb6/usPZ
FIOjWtcSgxaFw0BSn5dhyxhSIMHHQrfzW9eigYCw+Gzwtemhi7tdOUxHgAvXloGFETU3FkRJk2k9
Ir1CWPQe01SDxV3z4WdA1tZ4SKKVxWapeLFnxQuBUQkJXg4JL6kLcWP+VBmCgFxyLFQS2E0AfGmW
xIDEISwa6hB00B1zUwv1j69zNudUVgkeQoMI+ZbY0HQ55lMF6vMOfrH0BqGFOK6B9MYN+EDqtZG7
9F7/U5kglqcH9zxU0t1msXzhenJbs0c1Md9+z/nBGnPEkMhjCXOCzwdtjzDGQ5u7f64PrKUXO5uL
2kbP8D3kfdg37k/ECnulm/ypO8NruHpIpUlWbnRhzrNnU9I05ZEuWNyHVs9uNEu7R6rcURhv1+9i
aSM+dwVIF7T3Ljb60B5198IBsVsvAfYeQUUJ4NgVx/EqkohjhKsU5Id0U/MG9i+0cZu82V3/DR96
zy8+0XkgIKi4DUz5VXamk4IS0N4pccuReY+DLujknyKkyiMqx8X+bo9IXw9/gJ7n2K43Gs90fLc7
uqmRhDNMu7o8RbAol933HNi03vo51UAht0hpHm9hcEBYA9KyLkeiQDNbPy9/2OqO4l/xt3zYXr+f
D0XXV/dzGTKfqxrQeLO+S7KzHZFvnZ4AAD3sW4cjSOweYF5wXDlC5bY00YBmNgK3NJBNty2J5aXI
8JOR8sFHG9TbZKQBGjZAkTrBYIcKXDvZPWW0xFE/0GFrJ8qLY2A2RYJ0joRIoqfnykbs9PAbjw9e
D5rVG/ws6NYOOA296VL9sFpbLu125vp7GOXRD+sYCr8RzU0XQFgH6Vq9HyEwqBsCO8mCqRoCB6LR
VAHU/UuNB0RYIpMQ9GZ5GIxnvGpLrB3bf3Tqvnpl8/kzRxoNUgdQKDalV8gDBpgZ3WGbd/mL7KER
+GWmdxiXTPzoWuQfqsazkbnSt4mfJTVktj86EPqRbO5PSE3pkM6U/eB0DPD6vbz4g7P5UiVbIsGn
T38XeQck8iaVYqeyl5IGDfnhElj8+UtafmcUZ/HiFhfG+J74pWBDhR8YOKBNjGkzKAe8XdN3GRoB
yAbi1g4wKKTwWU/IuwYgptuXejBSWFRsHzHHF3WVAnQSwJIjVXe4s8snwMgx0v4MHXoI6UYScPit
/oTYqAM+g3Y85Em0U/1LnNNbFvNdvcWbMJSPNrM/wd6XDsg+0ldmOLKwyZzbFlyeck23MP6spN61
tT/AtqiE6xXmGFjQG+kmGjlvIIiDbLDFQJmQDmVCe0CMn1Z0hx9cmL/EB0J9bT1bar/MXQ7VKGrQ
3Rm/A8kFqhbtD87F3pFX8NBGwzNOoQuPW2QHOe9dhFjAFOZdA3GXJjDviMfyEKW9KVy6Ui4uFPQf
yIlP04nMI4W+7SWISJCNA3Bgl0/3sSjOdsJ9I+/9urZXCuylS80Wm1EyJkBRUqGdmL8jJYAybG+S
wv021PXz1Nj3q0q9hWVt7oiA6kAvJuQohnbB9m2R3prm9Nsd9X9bnefmBYkVrANqX4U9V/us134Y
Jn0azSxwR3bTRu399al+4XnNHQy2JuNqKAcVVpfMS6eBltbmuIa9zRjZFsS6g1rw4fq1LrPxF1PU
3MWQmAyB526hwrgstw53n4uh2Q/xAF1ztXZAsLAdmDsV0qZTAwIcm9BQxRGxdb60itCtUl9IckMc
kEgd5xsByG8spzO8uP92Z7PJ1zXMdsoR2hciuuSxFfVBL7BmyupRqrVGwNKNzQpUBI86oJExpGdo
fDuZxRtxY0Dx6bElGXItLD9l9eQ1PahGzNg4SNFbqYyXmptzG0Le13XFRQS0DU55t206IY/IHnCo
npHXMcEpeZHAGEhS9qAcqQVpb72hmo5uCMHKAeCtDJC4+j4q217ZKyyN2VnhOkHT2XeIWghrOgSI
dURgYyF9nFHfuiM4y13bbC5BRtdf7UKVbM4mFNC4LVg8hjKsSwlAjZW6v3pbJiee9wSOyoxPe9ZY
9hqbauHe5pYDg3V5xmkuQrcYjk2JNEJTz3/VKfLvYPwwPIpdkdDESuG6cHNzewGSi5K2m0gZEmeM
ZICE7RJYu9Y+6bGAx1YrML8hxM6YppXpeWHSnFsIJtboCFM3y1A1yQ1eVJj3Yg/j8NpYXfhKyKwQ
tGwEwvA4E6EcIbcavV7utfLZTfeXwnmQe9O4ZQieRDF9fXQsNJDmPoHWRfCcgtkzdI3iDYnq+x5T
jY1SzyDqJtJy4fN4qIKYmtvrF1x6Y7OZJmOJqkF2ECHODaAAvewjqvbNndqgX6N0LVXTH27xT8s1
/IQN5Cx2GZYJs4CgFI7HFER1jCLqd4QPejs1qdxbhW7/ILLN7gtp/EJcJl95i0vfAPl792FyiVgl
I+ahLM0NYki2EHjuBZAPpqZ7lE6HTK1YyhdWpA/VwKc7RR6qWWjIMAm7Ci5NvwZZNUHqlwuBSWmj
1YkMRUN/vf7mLm/oi9Xvo3b8dC1jQvwZi3qBeqFDJEgVOV6n8TW18cIzm/sGWAxRHBKVytCuJTJP
DEwb3SPRIC40tNtksPbWGqlp4ROemwccxeKURQBfI03P9bS+QcZoUwxIcNHXJHRL7cW5QUDrs7HG
fq4KsWNixwJBk4DgwuVW9hFCj0Zm+ggnzzzFJSBUDIKkH8VFbJc0d92U70jyYtSGZ+OWDczPK6Ny
4cv7KLQ/vb9R11RfEKMKgV05tJb5VnHHr/IW8zGfgtW999JlLo/902Uqc0I2F2JYwhaRb69mXzwh
C7T4bSZJPm1bwvt9Khp7fL4+KBc+gLmzAAUxstDyrIXzaN+qBpDkCW/zu26vlC1Lg2VWtcB91lp1
n7YhRFXSQ1CwrwhU26BMXv/9S8N+NlVMsqAVaJ8t5vvX3jaeMvcOC6gXTd8YohvLjKysW0vPaVZy
ZA6NEbMeqTBq7fIneoU+sry7exPxy2jOPly/mYXFZG4YiDicdE091aHrSoKoowwhTUCRvCE7094g
S7jeNX20NVgDg5NZ7K5fdOENzYXiEqFarq5PKiyn4mhPgJHHTi/9Ji1erl9g4dHNBeKjCexJH/dV
ODnxWe8Q+IWQrhfwmR0vMlfm8YW5dS4Cn9p4SjQzlmEuzeEbchonf0Rg2z8+osudffokk0x1siSp
DEfkPtetvMsm8zA00lyZWZae0OyTR5yogJmMVGFCq12bxkfwwfZKqgfkn11/B0vdAP3y4D7dArUn
Bd20VoWQ4lXCq+L0pQB9xq87LbmZEIq1b9yoCEWaDCg0EVQOlXILEJ+eoAEEL3ZlwyxjG4YNVhon
PiHIdFr5bQuf8FzRPTWDjFLJZagNhoUluMgCpnV/8KyLp85K2t9x5uIMrtcTY+WKC1Ps3OIi2mRk
qKObUANqttTSvV3qPhm0c14nx9WpaekqsynDLsQE5VTehCW8+D767A85nD6k1iGY7rtA1x+vv9ul
0TPboDAkH7fZxJuQmsYpxZ7E7epdnclj3q4Zfxe2gMZcBM4i1pmJVsmwlO3kHAdX6OyF8Ji7niE6
hMhmd45TUohenLF5tMauIFuNMog8evABbBuZ1L1VwidZRw14+71ozM31u/+o7P9bViEH6e+RXSNO
Din2DdKNc9pSdJyljgN4FZXPpLdY+8gd2TFcPotpuUNYyCVHNa716qnXKamPFhWwp6aG1lRH9E8z
OETMuh0RaYhlBCF6JlD7bgZwOcs77SFC/nIRtrX+MDQ1XAM9Mtr4Taops911ZXIxM8UDAfgPApaV
wbrw6Rr/EXwzFD01m2QYKV04QaXxPnTiBpahIoO6MGVvVdRWOz0B4KdkQw+C+9DoW1eOUNZoiC8u
ycYcaIj67Fcsa+OfenrGXCMuNcJblhNMuW1qB0bSZn5uoYJAo+DRyMsmxFpGdwmyYVfe9Nfj3Jjr
v3UhjApBiTJkkxXY1MbuuBygRUXIryNXQV1fryQABf89nIhjlHaWK1jLo/zE8hDnRb+QneZuXA1q
wC4Z2n1mpbDOxO+N9iPR8XNE8r2xG7kjU7emol5oKBtzlTgKdsA7Iq7d1j0Ok2qoASOXtL5elCc2
Ob8Ruegg0DZH9QutVyCSBDmriUSsfeeKbZQq9JINJO15BjTOPk4veYDA1tu2VsyX2MB5lDXv1z/A
pddC/n5gDqgnuW7SPOzM9BuUjIdMMwbPgYjTc2gaXL/IgmPZmKvKIwDl3XwA/IRapuNnJxzrEDdN
vERC1YAU54IWO2mzPXiIZ5oYJyqk8A3BiYeY5u31H7F0p7OJtsXuEAGQaQLD3vijsbNdUTbfh6o7
QKV6/QoLg29uGkwRjxp1DY3RaSPiQHRRnIzOXaPWf70gwXb195uKqj4uqzRFMmVrBbkwd0gDQOZ8
DmlED8NUb61sdC9lyxcz8lxLXsOKCW5GLEJEMqYegGKlr/H6kNR8pRhfGg1zFbiZ8LJy9USEw9RC
noum56YTNfWNaoey/KUSSQxfm71hrO28rFX3omG/LaHuaTm+DE6lVgrDBZenMReBR6CXiyxHNwbA
iEODtcCrlLvN862iu0bW37EJKbwUFpmihxbUQaJT7uyvj5WlpzybqJo4H0x4pUWYR/W2LrN3l0QP
/ZrAZ2Gsz4Xfo8x7M4t7UE+c+rY2knDItVMhjPuhctbwNpfv5qtxMps5GmhiXW7qSNBK6l9Vnt/U
lRv0lyVkIr87kBUKha5nX7vH1S761zssYy7/TrXecdWAfqfVaoCjFvf56Gf2kwA6JtVRPcEOI4xy
ZYVceoaz+cKyMS3nBQaHnjS958R0L9Io9XtOA7rGyVkYBXMdeZwZVWXnaPugBnmnSXyTZGyzagRb
uIO5WHzSedH2DZrRZjRgAcz2FcZZnmtBCdTjPw3juUoc/WcrTSIuQqSf/bLiPvMmoU2B7egr38ll
dvtilM2l35ZgrGEOvpOeI8uil0eVR0hVF7sSGKu2nHarm6yFwTUXgU+JsDOYL0XIDWdnWabhwbIG
WGPx7JTIL4a4p2/4bb/25Bam87naO66ioQf/VKAYdEBArIPcbBEVVG8n/Xc31Gtf6eVr/Or5zTo4
QJZrkuStCJsi3eutfZ9d7uth+NUz9QsYjwduFlhqYcPNqH3b1PXaudPS/c2mhyTtJkezMTLahj7p
gu8akL243jaAG2rI514ZgEv1NZ3t02SvZNTmlQhJkwaR1EMbPoHYtTeDFMfBiV+1wgq0TNYeAOvo
7xtB7LKd5Nz0kMyD6DOPD2t61IUCYK7qlpQhWGioqtAytCOaqru6ntZMnQvT7VzOHcfwjQq7rkI3
yl3fdoVvtvJp1MQl4SN/V6m7x8GFAxWS82ySYkUfvbRWz2XeSKCmWg9EfCiUjRjyg02QsF0Hgt9k
cNOhSYtyriUwiZH70eXVxsnYrr/QLdZ6HwsTwJz47g4UKIaaFijUwVBlWfuusewclc1vV5phHE0b
y3y/PpktzJdz+jt6t27vujhwLrFh1KzoAHHNScvMzerNLF3hsg586uOMUVUSJKhkoaXXptfE4iK2
xckW0RHp5/3bXcwqi2mCCF8nCfY+eqJ5JUhzU6U/Fzk5r7aFF6bKucJbiA4JOemAB+VO52z6kdp+
RO0dhr+v2ewOZ0/PbbrSG1w4zjLmIu/RItKNWlyMxRnKwQknF2MJNVvzA5GyweUrU5IcK8WPPDG+
G2LNOr/0rmYTC0Ldec6Yjj1LFv9k1rQX8N44st2Tnm2uv6qlycuZ1RiIM86Trp8gcYij/E/CB3en
m+m0iTlUtEWnbYwme8/cCLiLwW38SJnswoY9O9lrh6TxwB4o8fQoJqdEjGul6VJPZq4OZ4rkJC4d
lFmRu0HifbZFzjOEXTVQtURBxFVBbNo7B9XsSBU9RqI9pqKCqbvNaYB8GUsrH2ya2F5rDTqC5Iff
tfrFiIbpgqe+mZnYu6R7HLnk7h2Hm+P6w1wYlHMleZ1M5QjKIioFpz5YGjr72EAjvcWnmnox3erI
gRoe13ZJC6Njrh+vVQxCLFRaYcWj8oDoSulTN7JuBUtPFp1+XL+nhfpwzp4HwBkPvo9EiDl4OmWO
nh3MnoijVRbtr+uXWLCoGHOBuECnlqPljoPNvoV62wVhPvZ06gYtDuDr8qaqs5suLyF5dPaw7n83
dW3Po23MHrjq/DzbMutGsfpl5edcCpMvCpa5kLzTI9sYAZMNo/FRcePUmuK2q5CqrN7yJtkxRr6l
07ARaBzV1fSsaHcCCu/6xRfWmjminmZG34rYxsk1CkzEQFw0vntuRTcuCn9XqEeIOVaUB4uPfVYf
OVTrwHgRuJbQGrB1Y9Of2gwxpckRhucgEtYejazUUw1g8giafpnEdK6QvO5bdm76jVI7sHFPox5/
n+z2FSXeWrdmoXKzZxMfjkQdiGMUD2vX9Aajexnd6c4dsJlDUuZ5tcG+YKI15sLyIitjEtG8DMfR
2Ohl+mLbciN4GbRUP0WO8nWr9Q3VB/G0Uiwu3Nlca94mlFd6VZahqZOdSXXlVTY9jrLdxkAq/usq
P5eTg2dYjpwSHrqju01cN7BRFCGDHSGs08q2aGH6sS53+KmQSGnejoCZ8NCBaJtk5o84UoFR17E3
rdENyGUkfvElWpdrf7pGg1MJQpK4DHvku03cL4vIvItzq/1tdkJuhsja6k2b+vCXSN9q6sgfDcTB
Iox0WxuXDEy50SFQ9VJm3o0SzZXeKbQTl3qMt7rrIj0Q/ZrTfel5zAor6Mbbhg1dGkqjehjAuUZ7
5ZiL/J+3h9asrDKRJpzhbEG7VTRHat+F3YyMIEOLYDKXY+zlZAKpAJWwubJ1W5iM5qLkPC9J6ViD
dltACOwTzu46Uk0eesObLgNPtxTHtu1WvoyFhWYuNy5KxKhYwslDrhgLahRTsDnbAGwdrs+sS5XO
fzTExjSkSZrmoZ5VW+oWAIjE8TYuYJq3vun9WaveBX/q6+zU4Im2pEH7aLyBgeiHMtRPU8Xfrv+Q
pRudVVwMVOKa1ywLm8R47TVEpjuw6ZtptbZPW1i//qMrRspCLuI4B2md7WIAVFszbTz0yHZmnfuq
Y0E3grdtvXbDd0duSkK3RqW21+/uAz/7xTc7lx0XrkikLExsMBAWAWxbULphCvBym76WsYE/4Q3K
In1bcoTwwCI0ymRrqwlpge0jnFktBIyeqZR+gGn1Ei+fuJdEE9NDsTa1D5Fgj9d/6MLg/phzPs0t
mp7pWe+wIqyb0heMhrGL3aSjjMCi2UEJzeNr+6GFN/4fiXSSSBypYeS5OrM8pxTPReUe2mhlQC0t
Y3NZNJlg0miMMg8LBS4fQtW6wqeMvjqGmT2NIlGn3ukeEOOuexUdVTC0ZrG5/hQXZr25Whq4ub4q
5JiHWTLdpVlBAxQJT1Hk2D5S6tLd9assrJrmbOarBmMcudXjKmaDPqKMI1+4rDiQEVJMDt9QtaZN
W7rSrFllUrBmOtpiFqqiWwP6PUkL5EwWN/ZQ3Ntd9nb9hhZ2CnNFdG9gd8xBxA8bXW40+jghSGK0
2iAG+AFx14+ZdgldW+mgXJ7SV1/krJoqMt4TAMXysBlosuka0fo8A9Xh+q0sSO2Mub65HlijOlJn
4cAHR4fccmCOn/TknjgDRfivY+xhrGH+lI26n/cayOdFeiMVBXmMkdS5Y47Z2EgrQl7WOCkkodtc
7oa2jVYK3YWQImMu0iwRDEP1wb3scW0GsBrrdpR328QpgNqlReshis71qd68q0nvD+UoB0/LRwCo
x11UQk0Sd9j+joUTaEi6caIEmlzw3PreAieya+1v8CM5KDsM5MNXtPw3F7sxBzDi8LF0xgyj3ibu
saJ1eY4iaYUVUjPAzblldsFvlDOuvMeFL3muG9elUjl3VBbClTL6poYdttK6N7AIRwh1y5XFaWnW
vfz7p1m35GPhsmjCYLGcn7wae7SgdonKNxaHUauqvD7WVkUnlwH+xcCfa8VzxL5wHXTo0Cp2FQJu
YNb/BVf7SZryRpn6OfpByzu9ESeerCFUlkrWuX6863BiY5eyCDUpiQs7hTo5huZrmsO2QhtPwm53
jeMGDdq+wma/TfV4oWo2R0P0sJxTZ6dR8+DyiHg1RUpOksYmtKFAI4x5Xd+6pX1//btdmOnmwvM0
NSOXioyHPev+OLWubos+vRt6J8gQPnhxvqwZ3Rfmn49K4dM7H6vatfUIryGPo2c3dk8uhDz+9btY
WFrnSnMOUUMPjOPl/+5+W3qyT2r9O7wOKwvP0nCd1WruSKQQE/qxQ4VAP3hRDeS76rDGA04ovLHV
NlOX312/lYXHNBdgI9cvHc0c17IoB0cKGoiytlbWmyX91VxzjUBEBBcPHQ8rBfXn2HevaOJDnJ5y
BL7wcym1LQIyEQzXeVrV7ISe8qCLLfjIGwvOTfqqi3itnbqwq5trs8soaUeH6jyEw7Okb3mGQMga
CUCAOzX9DZoNWwmoE8yHuyGPT7pZfbv+gBde5sfG4NM47KdkHMqyR78Ds3hhabfxxA+laC9bx9Kn
MvJz+nD9Uh+l1xdTz8d7+HStMrVTU00WDxmZlAnhowBSojxQQbOn3kkBx2uNjSgsXHNM8oMxjZnH
++axtlsYsqcchYfRV76qEVdGY5gXkuJkihqpyZR9y7COe7HBlOVZWndqDLvwZaIlGwwfE2zv1pR3
kxtrTyLPVNBgBwBU/vBrSFRxys0MKMpk+GmOEpQHxJkFeoEcnOv3vaRnmOtobRtuCzdWeahl9Fuv
zJ8lq091F+HYKwu7ON7rteuVNHoGKzUcavn9X1se+mVd+/TEO0sQ0vyPs+taklNnt09EFVnSLdB5
uid4gsc31HhsCxBBBJGe/ix8bmbzN02VL7d31agB6dMXVqC4LVMVBbLSj4A0bDSngHRUtHJ5LXXM
/o6ovqzR6COEn21056Kk+pUQ+qfS6UNR82fR2rAzFD4Kx8aU0HsbPLs7VkfLSU/cql5yhreR9g9t
mH+QOl1pFi6Nxv5KYXz5PWlmEpJXONWZq3u19QynxxNzRJCQj8KiGzcHOOdxElyCo4wXCmDnZXro
VuciUxS8tslnDURm8jhrSw0HKuzfkxYBy2DPHW4QKGpDPSX16NTBd8HqXgU4LQayWTIL9W/XUsj3
L2kZ70q0iZXamjndMvBoG708jczeW6kufTDFYKRl75o636VtF0AOcJNH5cpGX7g9/5ZiX9587jpF
OzQxHl3p39tSfM8dA1CTMfYNDaZZ3FYvt0/UwgU3R9drzARtN0GTdqgr7RuP7DiIaqfCwEv+vL3C
QuI3h9cD3GpqRoNNlDTmtm20n25Sw/xV7z+hcfZvS0xX3pe3NUR2CoauLS6j9ckKyGpb/B16NK+r
h3+puTPHgJeGKElJHHGxzXgTVi7k0YdzIzrPhCnzqD5NjuSqOpgPJIk2srPealttc5d8M+BSaZCV
HHppUjgHhqPWTmgCvRJgieU31danHgzWvhzfpYneKzXOZt9vda18tplYN91Y2iOzMxFmNYnM1hQY
WKjMHwEwaLPkvU7JSmaycHHOVcIN3JV9rQieimdeQz+b2LgDGNCrowHvOv6xyohfeH/6HCYO/LXZ
lJIBC6rjVubkIF1zDzGdC01hJ1JT68xpujNMcjS0X+uBbHpR/xvIIHL33/3JTQCf0EcWEGBt3yVz
yBn5cB5AiLjaZHFbPzk16kYWQ+ObYkBqKPFs22wtik+9hWurTzHmy+loO17FcVWLi3CpV5O3qe1A
OhbY7A3+bbusAKYJUeVEIlz7lg2CYZ8523pN6OF6KNPnOOyuHaUZZ2gP6JGz4WZ9Supso5n8IdPc
gOQrcex6x0Ofg68JYkBcxuhRjbzdVrK4a3BIqdSeHJj22KaGq6pxT7ZTrt3VS990FnOSlKpSTV2P
rO/9DmLvOyv7FVXjeyuiHIhv9kTdYl+FssKWziGyqKH1dzvcXT8v+hx7XUEnFCIt6PBWJQncOjo7
RAVxBcE94x5N32A17C291NkFbAHbraXAWV6EGF7Kun8ouJ/3kMZmNMFj5cZRmMZu9ZwsLTeLM2BG
ahFMXZKLaTRAjIUF1kjZpoSCWyXhCiYa6CN2Xb/RynBl2yz0NvW5/HZWshS+1/2U1rGAl2YwxiX4
EsVxwikKs/Co4DvahYd2bQR7PZrqcww17Jh7XRUt2udVOplok91IjB8uqAK3d8fCW5yjqF2wMTtb
6UDHZLnY1hIin0Xy2x0gLWPCbiLVC69JQI5Bh2Clil0Kq3NAdTlJSCtmCWTc4n50RL3paBJozng3
jZVlyQp8txz+C+qDWM2doKsSZddTRH0OtCaqBTScY+WK8H0cq/wdQ/wBTUi9CSjEoT1uuakHzY3K
M6u68ggbzZX3fD2vwZzvv2G1y+NCc1tkTo1kv9Gg3MQ2O1LW/loFIS00e9C8/+8SLq8cx3EjAHRU
J/xYdvFBkZ0DS9tChzSIUmXrZ0ZBdmZP7qOOeByCJZsuHzaQ1X8kdlP4pWidu6ZvfUxNSQ7X4i2K
0EqDNBLl7uPtHbf4/aeb58sNU9hDXNkJmlJGWqSe0aOOzDV03KK0hOKHACJ3mziHiNt8K1FPeIlJ
IKpye/GF64XOY1RjOskAhzvMReM9Ze47Fdp9nLsP1tj/XJUcWDq0s9DkDB0csCzQOxjXyX3YuvSh
Vmm6rSJzrZ249CDTFv/yEhloyCWAmuA4iqNrVbo3xEBAwgigBY/Ih6nW99svbOH2mCOyK2BW7RxW
gQA/hJuSSKheVXdtw37CuubgIiNZ7VIsnJD/QWfnnVOLEo2QwkH/Max8DrUnVwwPqxfU0rNM7/LL
O6OVYq7JXe0cm+032Cb3IIlod322i6HYG9bfoC+1sseXVpqV/7TuSo2koXZWtaMOVQZhsohbeqB3
jvMUwygT8xTAWLjka7DQhf0wR2uTEXrdchj5xVH2VmX2z8ogv9rKKLZlMkBKc2U7LH2kWYzJuAWN
q5bHl9Te1MXwJOth8AgmuR5bm/MvLTELD9SoJLaBiCHIQDxDVY+Dq/5wwALhkro2WFtaYxYGZJ9m
TRqDBwK21xgAO0SgN6T9ZqSCD3Xakf3tw7MQB+ZYbOB4aGcSPbmkANAaTa92/eg6waBHa9KGSxnJ
HGLNqzaRlkQ7K4Q2GwFQKs3ys+GIexT9QdiV75GwNrrRX1ZP0cJDzYHXWQn2bGnWyLvSaEdk2nq6
4XpZka25cy+Uz/ocYx0NEtjmAgVQUnSHMStdWDJNsEXnGI56QIBnJxUelA4+AGE7vGT8hNH8mAht
XlVUW4drQKSsDb4W9soccB3JXjkcni8XGoXeGLfQpuQcFiGFs1FrVc/SGtO/f4lMrgG7YxtsGqhh
aTz3TTqYUDADOCMom2lIaJZaTf7tCpxLcFMr61zUksn0PBgARQ9and1JM91BWQ9KaSsRcOmJZoEi
R0qp46ZNLjmvEWcb9lT2xXdLGCdIFd4+XQshb466zsH87xvT/P9AMVTayXDthyyBECNz/dUEfIG7
qs/x1i0G1hqLnPgy2uXFjg0vhwN1i4FkTMsdNw5Zbv3qnWQfDlB3FG1xGFVT7CPbbTdRdYJUpKv9
GDiA4FEJsl7r3keFtFZqu6WzOEs0iASfbcgjfEsXHl0pABCwFGeoQtTu9jteWmCWZgztEMlaBw4K
TmiALPcnQ6CuA3D49p9fkEnW59BqUuljRXW0WGD9FR8NIHKYAYHbutqYXGwpKT2RlOEW1OFAoq6C
PTjER4tT1esrrdOlYDOHSWvETkiTSHEhJhEw8si2Q0JPOXq1jltv4PL21kjJfMh8R15rFG9VEXoy
hnpUjaKTfGotet0UpdntF7KUxM9x1C0dIWsxAPIxVsXWBQudD+QYRo9mCqXJcuP0T84d04zHvu+8
nsZbaWZbs8j2mmhPtW0eMyvz9IF6bf6YoOTv0JQWmlxrDk376kpzaI6/NquYOEmFX0cduG3ZMB6I
3QNMn3ySXWrTQp8ThtI6JNNzDG6ttVUXWlJzRLbqCgC9rSS9mMClSZgeVKc6Eo/2UACRl0awvQBC
G/JWjRehtjwIw8JxI3X2k4AXvs8Lw13BbiyVLnMwNowgq14AWHRJC/jDM/lASST9LHaDxiB7BeNd
B/WXSHVw7TWY8tDwcHtfLJzDORLbMNOiLbMCrUgMJK2kvVOF+ZHA9/L2n1+Y3ejOLCHSW9EJxxHi
MnDEqlor/pg2lGphNz6kbb7hYYpile2ge/p9VPZvmf6GC2oDe0ITvPzNyo9Y2l2zaMYs2OhMZj4X
7hTSa/sNycI/8DY9FiG+rTtme7Ox73oNsD1YG6vMWDt1C3McOOf+9/6No65rUoKMo7df2+Y8lHvA
IKDCmEIH0vDNuH4c4WM84bGVlr7pvRb0mvkJm9bXzExfbj/+QidmDsbmvQHBbIcllxLKYE5nb7XU
CczJS7qkj8aY79EquaxmHAuX5xyT3dkZ5aNCV7CFyUodFSbQXvo+TnpYr0RFjbEA9HJuP9hf0OyV
qDEHZ+tN5lggeiGfc8HqSrgebYah2QJMDcs1EUV3g1s1QRaHQW/L3huHUH8tFDpPBcTFbaEuKZV3
aM8clPnHciA6XYQuVJQFjFAJ7qITgtILB+TiW6SBkzE5bfS2c58RY6Mg6MwhcXXoHKEf0jTKNpRN
clDA0U3cDez5bV9i7s2SQuxhcp56PBnPTW7vmxYSi7bT39nV2iFefBGzNI9Y48jSqkRnn+XbemzV
Q25DbFdAd6YYo19VCoRDWaQ+wzSxs8Yq4A5zghJYnLehdY8WfzXG+hDp9AlU8mfVNNlmgD/rmWus
2Ei32zsOaTzAHS9qug8oGz0k6htXqG8F7b4za9jHlnvvjp3YU2HdAQRw0lGD7gWa7HZowB9A9yPX
esTldoqUcreR3fyAabe1EsYWqFT6HKEZde0wwMg4uTSsv2ikhbh0Xobut7DI2FtZZJXH26q/K9Tw
LsfMOnfwPP1MiahDP4SpCQ1I3D3GOKrSF6Pe7GFtiou6CbVX3ooMdUIKr5PQMo90KH8aofFUQvPG
A+W2+V3oxTchsn7lUZYqr7liOmBw1Zj0aXxpkvYh77fTjQzEwZY1hp+05AdgxIMXif4ApcfbB2kh
p55D7k3VxpmSMXJqB8GfC8ABo3swdoPVqLC0wnQDf6lDVGcDll6gDhmS7KAN7pYAawezjr1D1ixj
lgLP7KZBpdMr6mgodWx5REMMNnRjoOcQNKcc/mL64+13tYD90OcAeyfVElSWWXxRBRTCoAy4i3sA
c0cKJYaBIXjbd65zN2RwdWXwzCyyAShl9DFuL7/QALJnF4qFMzhGsBHEjLlDLTL4jNuvMbHubZk9
wShgFU67AHjV5/h6Al3tnisWXyQbd9kAjKhOPeIWfvdoseQ7IJomVDk54D4C6QKn0QcyyzOr7NoD
3moL7OYbdKRXQv3Cx53D7XXH6AgkGFErx2pLO36JW/2kKetYW5VvrakkLiBfIMfz323qqLjNmQJt
OMq4P7iT+nySvPBWeV2eHBENt1MgG3Q78iaz2F7s+34TOd+1+I/RHbuxPdiO65vk8/bHXqpi5pD3
3BooMLeYfOXRkxnGd2NugSLIt3md7Acg2WzqnKd6xijM5zzUD7ZBL5pccxFdeumzUrszpVlpakgu
bquenSH+niQt1Ipa+tznxtM6sH8hPbNmwSEty0SkJd564pSAkAIkPW4ilt+bY/TKUqCUdYbcFNOC
aep3kFb/tvJ6p9BwJX+Y49PJwOwuySYwMH8cpHwbTOeeYHMpjV+KLHlO9Pqx6uPXalS/27G8zy2Q
q26v/TdcXFt7lpMmo9sBT60BG199GBREf1fBYxhiZBBev8i4IUAqQj7TRWnMkTBkoU09cBDRXInO
dmZuTPrTqMMDjbNNnyoDxBIoWGlKBjUJj2aroVKB68kOa7SXTlMeWGBZAwh3iEzghfUCExvA72qj
uISu/tM2W6SE6iBAbPGkS6p9IZ3UA8gdPrpR67fh0+3nXqg35jD6jkKhqlFGeSlhBulZIT0aTHys
9hCnrXnlrc7h3S4Bx9tiEBO0Bohl6xBVwysuVoLQ0h+fYvKXS0yH4ndU5n15cROnhkmucyBasbIX
F5L0OYh7bIEoNJsBempG/QGF2VMEUbMyGnduaJtenejPNqbrAvColQ24tOAsZcwIdGo6AgE3QNvQ
YmIbA9abkR5EfDhoKQ0gZbNd5fsuRJI5CluFTdaGbVheSNG5PlyGpI/zFcTEhcTatE2trA9XWld/
w8a1PTALW2aa2ro5QnFOy1j2AYm9P002bAazq7YQQUTuLaQ4OjZOiN4DoQ3f788yj4dtE1uJXwJY
1ff6gHlhpvYtY/D4KEeQV8Lfg8iHR3iBhj51dHIn4EHbE/yHBYXMvBfW3hncp1yvgF6Ji5e8y5nP
UhXWHqCv7jbsayOIVfHt9jn6y+q49pSzoImmdRg6dVFeKuHsUKOANl7tSe5exoztSSWUpxG4paO1
E9XulunwkMVEQjmRV7gfuvFN6g2edoxf08r0BbX7TZiLT/GPKeWcd1ZHlW1Aj1SCyzSg4v4hnNdJ
FmCVYbyQB83JLiJ2ktbIW3kxHQviQXZzdLMO8BZR7QU8mIwSPdM1ZtFS72wuSY4pW5v2/SBhhSsO
pByDUBRvIG9j7JZtzKrd6+A+RF0cgKAWpD3aikD9WDivYTPuJIugSm34IXQJeZ9AyeUnpbCEQokp
nm9vhqVe4xxU3xU8HHQBXV/eRz96eKLnzXsGmSHRAScd042h8V0JWQir1byKP0h6VJ/FEAPoT4X/
r2XEHH3vwpoZ/hdQ4Kzj+Ey1V9uQeyTgb6tVxEIYmUPqObQI2trF5cH6B9HdRbWN7tyk46j71qpu
+1Iv7u9L/hLmcyYRgyUUO/WU30GN9R5whtekSn73kP91jOaZZs2mkCDQFt0HCMkr39C8fnX9bSF9
WTatRNyDJ4uHS6ZWZPyDQvkekmW/p04sYf0vMAPBgC53FOmoRKcQOLZ/XHoWMUXvFtAWYeUFhiGw
+Hw1C30b6QD005KoDcdhgj9YjmyhtoPGirclBqgaqKO3l59WuRLJ5vBuy2ozcBbS6mI7bKNccUqL
/NftP20u/e3pZX95qZHTN5XGeXUBgNo4wI4h3Q8hB3H9CYWMXVqhr8YfdDgyNbSeXaX7pOxOaJS/
gsurewXkWDZln9Wg5BeuDzmexK9K+lQK9cj0gLfpObcid1t3/9ir+7snv/xeY9AM7HEO0gATQRi/
CTcIVf2SZkXvSWPYmEJ+rOJQ/xaN1978rJh02hF214QWQJk3w/cBLC7hRVmYbBQj8WnSLg6bqPdp
a1Se1BoY2hRmfrYy+9w2dedJabcgperfMkImikkZdBbLTxoAUF5S0f7JzRvly5hAWNcoDF8YYbYT
aTI8N9VwryS7b2mIOyEmT1ZSpX4h5OjXjIk7zM0BXhRSBVUt6S6GNMqu6jq6zaj54YBksbcFf9GH
Hh7Zt3fK0qmfK39DDxYiMFxIyMTxvWkR0MrbJ1ZZLybu7IhZgMcNj47aa6UeMIizryy7sEHniG7q
KG5reo57stbuKQQzLBf6aRvJP4unjouNDsPvwe5PZSzQXejhiyYjL26SlRHIwjU6R3LD8AmoXLeQ
lzYc9xpvL3I4lAnbhYN4qq3yM6mq3cqTTkfuymbTZwXPMBC3CTNIMNqd9tKORggjNbYl41RGQ/KE
ZnDKg2JFYkH/ETySBm3ZwTAebq++kO3Osd11PGpWH0FrdQDNwIP57wPmqMiE7niG2BbCkqVm+Vv1
bz08wuYIb9e2qibNIDpI9D+OZd1bqXXMLX60G3RMa3Fyk/S1kqm3KnC50GCbEyhqAY6MM6QSEHL1
qgb6lDlwUne1zarhxt8a6toHnJU/lsQoJ5MZlsgKv1CQIkswtA4r8WAzGD1ReqlDaLZr6QYg+ns3
fMq79smtbbJpcPy3A4p3rzLNXZ7aT3khj7jKzKa5oynkqkSH3nvOvVSwcy4fq5z4dZT9Upn7gTQp
XTltC8XnnLYVN21iGxWS0iENv4caP4e68Rk1axLkS99gVlIp0GVa5SooB1bojdvRd1yf95bS4We5
0qhdSIDmXGmrpVZTVDiuo/mauOmvvFa7QVU/y9TxV7Osv1XZ/3xobN7Zh7bbzlA6bDwuWlzTvaZT
8+KEaeapKPqZ8lDexTkwbj5aBX5lZ/UTyzVzJ1NCRy8C2G4L18IITYQs3XUhfpUwk2PFm+9aYTie
TTTzez7E1pGUYtijyioDEyv4BSFuANOcNerS1Y+Bh5he4Zeb1LbwqpwEeqY10x8int67HHifGpi1
dWGlq9ETa8w+uN7KSnOLHC0UnkSAtrIEttOvyXio6vGnGq1vUWNKVJkj3AhL/T1muOOa9p531p1V
6o9SpQfFHFiLwiUO4gHDyjZf+FlzNDK1tB7TmR5uTfDDbQf3LW+HCxel8LTWfIK2CMwcVnVPl97z
dNa+vGfZoonVFHVxiXTyq9eab1G9QY60g0bcdhDj4OumF0Z3Jf8tYbUnYvdYGdumOo+99OxMrGhp
L/2K6Xr98isMlkAkLoNKXFRYj8IpNnFuJ14JRua/ifziY88K7iG3WTrAROJi2sWpK837pI/egPTt
PZWvzBYWPhybrs4vT6FD1NyUHSjDppUrrzLuGMBmWtX/qKvsvRC9r0gV3L4Qr0+m8Tiz61jnAwb/
Pai7GU2h1Oqc8+hB7/kmbtKg0NKTkPSu7NIfxJHvjiQvmJKfXStCnxSHFTi67e3fcT1Dx++Y5aDM
yfMIGyi75JQdGZQ6vTG02BYJKcfBgBgF4WII+rDc8746cIwlvUiqhx4DViC5o33ToLmJxFIDfCcm
uwbesdoYlh7oYvCNzZP4GYYb8R3lWiAadDnH8eX2L78aiwmbEyjy2rEruwI3Esf3HcbWvpGXASaJ
l9HhtreKXl7YE3MeheMORo2JVgafCKDD7BcJ764mv+hxh5Ey1Ps6h73dfqDrKTCeaBYy2wKWCVWs
gLjBvRgIyp56zjzVwWNd/1Mk4ZGGap/B/kir883o5j9X1r16LWPdWQiJ9DAtW3B3L5nDd6MsAsUN
FjDNgkiRHd/TEc63KjfU1L64Q1Np39PG9CI9E57bpdumH94dDS7CKz/naq6InzOLJUlaEVI5EMKd
dEhR92/GYgiQGsrmCO+IAAJaEwnYycZtHH/2VrfP63jbRG8Sk/6s7/ykbHbonK62uq5jaPCDZpGn
gzGUqxlVeulCKj3DlO/QkAGZoY+2RRn/diGX7pmpUW4aHBqfd3BzkE7xBpFQAQjZGoF28WfMolM0
usWQCVAcINrvWD+18Kgw70MpNAyxb458N5HeEW5bw+vuJoWp1XT6L2buSkbyP3r0Yz/qmtunSNyQ
LboxD3HAdLpv60YdnKphXsP735ZkdebbqWZD1IrUnkqiep+VKr6riOlue/CqdmGVUB8SidGD5cLe
YVA6SnmYbMIHKzT2EjnCtmj0ZBsCB2VCFqLKm8Acxg5IpdDadkymm5xBUs+Ly8begxCDln1TQEnW
HoeXSMuzbZX0hQ3T7EL2vsUYQpHqO/g581SazyKGvpzfA+DUBqi0tbMZjtAtSDNgqfVaQqQNfsY7
jKQkjCaikVCPRk56gBmVkeM9l2743VZG9s0GFhSO4HFkvlKzHh7QzTcPhFpgiutEPvQJy1dklRZu
VjqLzxwKWw2UMcKz4PJBy9VJc+KN7U4KTqjWbh+5hRg354JERBc94KbaGabHxh2FydW2p5gvE93e
1mYxeKUolU8T5q7dftOvv7Kh5pyQpCoNHcNMaP7pbuw5+FRtn37iNzywUTsVtr0Vtf6e2fbT6mhq
4UWSWXS1xwobIMVDQniNoZHjNkgcUEAJkNIDarrhygdbuJfmQv7RiDqXRREoIoZ46zkKs05impdv
7IY+rQ+Hl77ZLGijq9x2IhrYWR+dbSWSs+u4h4rQY+v0seeauMIhLHt7fyy9ullENpWB05ma7By5
g5ebXRkMnEBzGIClgBpsZRcuvbhZmHVN06TU0OhZc6DHK7G78zKGl6rtRWH0gOizNnpbWmgWSC1w
TwxFWnq2uc7hVOXw/m7gbvpHtqEBI+5CbqswXUOMLNyuc65Ik2uRlrkJO6eV1SEoRhKSFVApK21P
2jUU5G9/o6X9MIsTYrRcUUYVHFCa8pSz5hibo0fj5MVO2ic6AhSSpmund3pRV07vnClSZOWY6QbW
ov2wHSnfhimPPUtonzSl967ueiYzDpw2iLH6Cdja3arGw1KSNOeQ9GqE4FtbRBAoQ/ODZRBJE14C
C9beYOjcQVI8z3ro7rjCjzRks6vd2oVDMKeLuDlPoRpmw/QImp5F+yQh2gu5hdW/v5D2zEX5Bzc3
+qF2+UUar7YyA8geCI+7/fPEhdHT8EFZHcSoV7E2CyF4ThfhBcvgOZ9q5x6Aalq0MsjRhjMLpLmx
3CGSbBL8H3iiR+wubmm50kJZKnzcWTBRnRsJGN7xi6WG7wQeIJZ1tsccHcim2/V4alRZ1BdW28A2
nhLIavSfrmZC44JvsrA+j+maU+604rVtPAs4QrgpN1XOL1lS616UaC6aOLB9uH0grwPVCBiI/60m
i7aPTKlT7eyoAaWc3LrQjyf1NtQOjsIyKUqobOzuS6pdEmDsV+eASztpVlqSJrZLUA1w08WH0Ol9
mM1/Wnb4bKlHNQlAblelkxdi21zWHw1W1gnDhFZwVQHYDWQUlOJPfdS/3n6H16fshM1pJBQaT3Am
YLCGjhQmuwcD+PCu1B+41l1aFxxivfkRusEAF7fBuIOztJ920BLvwfQoOoCMUwaGJkTfj5NX8DET
BhoT7sPtH3cdKIofN4XiL+0CYXGZFEiMz2gRfIfYPxRPIU6UiWNSxn2Q6ZDk19xUBtCNfnfM1Nne
Xnfh+pozSWB4aoUONtclYm1QZx4ddpLQia3SPo9lt7m9ylK5MaeE2Flp8dbssAxiTkvli8mLLW+A
qyZHR2VAFZiy8BuloKvRPIB6PgABDrTGoEHFdPhY+RXTWbxyRucUkcbicJQeeARSoky8ZIh8NuQn
WAj+NOJy2/DsoSXjhxtrpie6ym+EcWwgOrDa11+4VufEEGZl1LE7GV94+bNxfg3xzyjfdm0UKPsQ
5/vbT3kd4ICdNItEVPIkL2KsYlm/7byGQ7jA+O3bWOl7mNdv8wpYmdraQsY06H+5Nbs3iuYCQMFJ
52YewDDnvukM02Oq3mvwUYcWVWvcjdBDuP37FgLKnESiGSqOKgPkYIv3+7aA4pHwneid6c+lk3lj
B3U/sbK5zaUXPgtesiWwpTI0fPCmy70YRDJvEB+UC/R20gYMyvTDyJ9tqId60Hh6kaLh/qQbXo8o
/esa5T98ZkQ33GsCYA+3TJ4bmQV6y4x96UDHF9IM8oTuQtBVo2cBfe8Vhg50Osd0xCTdGvFz6TFm
6ZhmYNOUNoUJ41igwNXeLW085g7/00iowJRGv1sN90sndU4w0UtgBzRh8IkqvK9DFKIJHN9RcUgF
ceuEdK/McnztjI+UiQKOJtGvRgM3YI2vuXCPziknTMH5pDOwPhATOKP5+G5FqwI7C2nKnGOSdJnW
w5CYX7hr/BFdDnOfTYTTXnZ50MdD7udgumYRlBzXhocLl9rcDsDQTFllPRKUscpeQ7t56ULe+DUo
jLdP00IiOecXUCOvukxvOUyFGChIfMJ2bInSjoBtrxzY6+BxwuaMAofnpcthm3FBU/HctuA2G0O0
7ah8tE15XyJ1tUILpjvkT133z2UM8EWbfk7XZlbDkRiOc8IK1Joy+cJhmCv8UzQHXYAOkfI5fZDo
9iEcAWQerfgbKfN9VgHZovqVR196u/OsKy/hgww0/TmU5M5I6q3Zhbu+MJ7W+4FLW3IWohjrEvAb
DHYu8qDV5JkPyUem6iAGo0kAYmEz59Slxjcn+Xl7xyzE3znpwACmPyo61PqgLFUQ+xWbLGu2TsKU
X43lSzFSABUgsrmh4RomaeGTzRFtfRM5ht5Z9Gw5ufAny1pWsoubQ2WxNtQ2jvTJwMm//XzXcfaE
zbkO4whbHksWqJGN5EkVyTcoabzkbbdvBoNt6wr6Ma5mn9rkN/SxdxiDny0FVRf+cnv9hYedsxvA
GxBDMkqGbqAKzOqTRvwuBQIm0tSO8AoIUrU2tVhaakrqvuSMAENnIZhQ2DuEB1W+Yx9xCTlvZ3ji
mtx1rbvWdlhKnefchYRJzEbDnp1x450lBoFF/7M3K3/4kYrc6xsY/URFgHkp4LPQCfyeJeQAnePH
mg+/i9Q900h8lsDMwqGCZ/EkXPZvDbI5VcyMejOuGhfdJBCDtDIP0hL6HyDrPUzRIK6tx9tfdSGO
z+X8CT5makcaO3PVP1Wa/p2n4zQYuP3Xlz7kLGXrtVRaXFH032ztxIADcKk4SQRSLTMexpA8rOIB
Fq7XOUuCckYzTaIDHA6ZvmmggwYPd81aOXsL8dKaBbOuH0CricbwHKGME3H8LYwj2L3AewsGiys3
3tKXmCVDY5Lmca+G8ExUuZ2M+mhPRi/HZl95iKVSbM47GOIO6Ad41Jxht4GBfsNg6PzaOcaJht1j
SatHcFMzXx9gw90VayrsS2Hrbw775TBnpoCnmOxAFMiqXdiE0u/7MojRdMtI3W36KPpdE11DKprZ
vjZU1cm2qz+NMFMvqf+xbTpnLgxOPA4tcO7nFt0S5iWGIS/liDIcZrKZuxlTId8YZCTylQx9qQM3
hxmHSTbqaZVRqIzG96WVbdpGAsOV7UhsSnQ2s/PEX4/TFjrFyXb1GPylqFwpBeea9yCR56JNErBi
W/iHYWJxYTFstWtzrH2Zqwe0o0/KtX+no/C5Rj/MIhIB2nbNJtFCj7njkY9yU/Nqa7gfqUtDPxJQ
5YYaOjoGoPiDeGMYbNMRqW2gG31oTL4RMvQy0kDrOEVkZo723teNXDkW1xFdcJKczsuX/RO6BlGu
tGCyoGvdjpPuu6QiP7IOHVYv1/IDmLD2BgABCDI0CJDw12rvjDLewyM83rmu7vgkLA/95Acd6ZH5
hkrGgq4a12MZlJTKE6i1ccABqt23Km2PJQCHPswOk0AZyXDM+AhTgP/j7EqW48aV4BcxgiABAryy
V3U3tViybPmC8DbcwRXcvv5l+yTjic0InybGnmkQW1WhKisTLUpJYMdJdiAZOEBvm8eFkMWEirfj
jJb3NhNhVDrQGblCqtFGC1HLbT/IjTtGIIjm4eoTZMEa/0E3vFtJmEjwfXC41Tzbe4P4QmR1IAke
dwAf75uRbfnkrQSYC+kXUwsgLrDIc94iGMsZqImu+YjAsk++o44uSVcM2tIgzt8no/dcp8Em++FY
iOPVq4xlcqyscZvM6qX3nbvbu7S0bIbx91KndVuCYVpnOvGI7lzLO+C0AVqIfvuc7dqUrDGlLo1l
OAHRJETHQCaFbQr5VAaE/XluHruB74H7Vgdguu0NxEfabDuU0/eBo7NmiOhmVqP30tPR27DqaSwo
Gj4msaFqTZp04bPMboM4qduyz4UIiWtdwIHbBFLrO93Xb9ejk/j6aTWXtHQnjOtOXVmMJQq6IbQQ
NmDX/4qi/fP1JBXW9ORa8uj7Pfqe1pzi0nBGor2gEHX3riF8EtGf2p72iSZHIoc9PEYWsDK9xraH
Vfv8JyX2gX02+wj0zKMk14giImRmN+5V/qAvWnRij5AFs6ENJprODjwACcCzU209L/6asfZKNoKs
DgDAEh0dLPnacbQAcPIo22o72/28YRbI2zhtHnJly+01GzmzM+iKE/QA94DTlfZxkL7YSJH8ali+
m2KcsVlVAaAGu6Scnx2qyiCS4M6Envqbzwie3FMVb0BfDfWZqt3lSXJRzAPuZe4OXjz3AbosYHJb
dWxb8dRpgAgcMMLgj6FCmznqQkiRbmwuXm/fw4Xr/qeE8M58QYhBA7mUeiF3UaWzCDh4qvYFAJtj
j3bAti8+3R5n6bAb9z3TbT1T7aExCfjMsM2FtcmvQkMpiek2joHt8pGcuANRX7Ry7T8O/UAl87ch
K1G2zVxSE4zIfqOW9InW8XaVUvDjdRMmUtbph1RGYILAE5w++pUfbah+mt3K2eRozgvmyKt2t1du
qZrzJ/J8t0Vp2wEDImYn1NOsDlE0N1/UiOb7yHeT3Uxls3Ui2CWmg9ETYA56odAOC0SlV47IQpxu
Asy5kyWdIx0nnLrq94D3BZgRLpabvay+aJYqcyZFfzQzBLOgoAidvtnzKZKHgUHQQAVQUEntQ6Gn
rdcgZlcgJtxOLlSpgHO3e/lAc7EHH/waNvLjXfVNmHg3y1hVceKEeUUkOIuc+1w2X9P2rUcBJ1C+
ctc29fpY+8BkmWoezqhA/ZNIErbVpnc3UZsFvaygo1QlL1IqUMigN1N6+7kvQdTC99OYo88xX2Or
XMrcmnjySoOnpqexE9pM7yYlv+KtDnlWiZZVZ5P6FD3oEdgskiSYGv80t8U3z0P5oaMbG3Rgt0/2
0sEy3EQuwRic0soJFZp5kOh5xILvCzRxo6I2rBVDlwa5bsC729MkpfARjpGQORCQoUnhPJfpkO46
zdkZXDn9SnC28FY2+2kaR3hNlGFBE9tG7A8tkjyO19JUH9sy3+yggXRuSSiaEwG5oY+k6c40874I
UFv/20YYAZKq/cSfaANTmUNop+teoin5D9W+MxtWMi8L502YoHwt7HaEkBUL6wgnHrHfhhbJoUF8
yTOxp/F0tBo7CwbffZ3tK2tQvqlAXADU+C7PV2LOj48CANp/HwWg2cjUzx0Le9WcipFtvKwCo1p/
D5t5eyE/th/CFAHIsrkDS+gEao6s+uwhUmz6+W6wUCOgonhi/rAykwWfIHzj6pTQusG7sGDh0Ism
RwqLdvsUhG4b4dU/8JTTz8K69hxk3Rykmv+sdJntqSwmPyAKPRr/Nl3jbuXIRLPRzrGpYLsFb2Ro
4+mIUEWHnobWNo1XMl4fdzlzYcLjJ9U3JckUBnLtTdLU/zUdu1gc7x+Rts/unP9qUv/JinI0DE6b
BjRTQVunUH4tQ8L7c9/En4jlHW/P+uPLKEz8PFBovALeyQm9HvBXkli/yewdwMBz++c/Dp6FCYsv
uyGxZaTcsJnVnfIAcS/G81B9iuufHie/4n4KV5GJHxstYSLZ3WYWhT3UNHTxkA+gBnfy1Px4ex4L
d8GEr/e9MyNTUlKk9vKnput2IxtfbVrtJNM/Vxlbl26CCV1noqsgEtHTcOJg+FPgar12GnoSUGjC
x60YgLi0s2nHhmYrXPIIhscKCs/s9fYsF3bL7LjxfECIQavLQ7/m+7G8CpWBuyVGvrcGOjuQlQdp
ve5tBjn9yvn4OJIWJmbeH9BEZKMXI8xq71PjsTdH+t9RxPsE6v0uoNI7XYtqt2e3cNRNQLyA+JYT
Ww0PVVpUAfP0A7Wb1xT8Ebd/fyF7KkyA+2j5SBiC9DBsub9tAPuXFt1xGA/pzNsmxTUmKHDNe4+Q
w+0hF5yASdfv+QLkgYJAAYeNz4o3uxyGgdj+o1+0K85uadWMtw704v15zDCEmGS/haLXl2taEqUH
vbItS3Mw/PWcAgAjJQbwru9pGRdn5eoNcMYM4ssrYywkPZHA/dtbDi6iwzj1sPcxECfE83aOt9Pt
+OTmvNj05FcBCtkaKpFlPpAXFxZxM9A61My/iArqPu1VhrtFvYeAOta9NIAk7LyOvhU1Ca44om3n
Nd+nsbZ3jPQN2i2GlyZvtkPrBvixAKCp2xu+kDUWJuKb9tCkAss8Lkxbk42nVBcUVQymOw/62xWs
gcuzs2pRpB6Qz80b4h3slKypH/3Jzv1/pC9M9HdR2dDtoxr5yHhoDwNpXxXoUATohtmogyyGN55I
1ZwgZ2UHA2RUjyDS2MC37z3u2Yd51N9EN+7TgQbMLrZlGZ96rFPkpFDa8nsFtpPy82yt4Z4WDJoJ
rMsdCIxSyb2wTrTz2U3QWIDS74l3BBnaqUqau7iYv+sCEiozwBFrx22hoiFM8LrH4w6tBY4IZz2Q
s4Xmm2xGtTnSB6gDXIZM518S2HrkB9W5yg4DnmICOr4TVSv+askWmXoHOdTkUSnSPHQj4R21+ko6
+9VCOwZ4Q3ezJGQT12MTxCJ7VLIiK/ds8XgaoZx7JQKIvR4paTDR6wYN8XxsdkguwJazC9pnj40S
QAg5jyxBAzvyvrfvxYIf4UbwlpZx03i8QuaHZIcMISqp1Bk07p/KevzNQEDwj4gkwZ2/LQlLYlCy
8gKF3dR+5p3qg0xEPyYg6gbuHhSwx8FqjL80K8P26r50omkGAQ7Ymty71gZ0N2PgV2NwyyGvI/cz
mZ0xmIYs2t5ex4UYypRLyO0kqglEYEK7nfSOQbL9rgVRxcqvL90LE/GOFrnZYcJmYTMSMBPWXjD7
DfjM+4cOcOTcbx+sCHI7xIMiZPbs6pmC005NQRKpu9sTXDqhJvA9alTV9JDvDiHKsUFixA4cTU+z
8H5WSDzBGYlNnsofQhfnBljBXpUrIy/4ORP43luuV6OAiQfbAAYcOwdAPIq6B2bBUroFn/9xmOvw
71IE0F+APluKRtjMsl5k6SCn5xySmJ5AV72yhNdL9YETMCHvDEoF4DUf0WuLR3sx+Ecp471oI8Di
nJcRBBUbMnhvWWLv9XDwQCwqThZz1yzbwqUwge9N3cVVX84sTKw63ejeO8hM7lWeHaDo0ZVqQ0X7
ybbyS+/Vhw7OhTD9jRBIOcABJLtkdH6BqXHXFv7KqV5yMobt0f6cI1eCbHA6eCc/cZ+qWe+tq4XV
9KWJi2+UT19X04sLyE5h4uGZrR2ny0oejlH+TCLH34E3cQgsR9XhQEF0nHOQHxasP5cq2fD+G6PR
60jRDDBy6HglloJCh/LSsz+2byWoGneF4ttqcr4wX7Qb2Vc/yUz/y2KomPdu/dWCdz91Q4cGcS+q
dsy11rzF0sIZ5i2JiF2kKfVCCcEUiBe6oMkfwQ9cPMxVtasze0KRtQMtNV/xEh8To3Jh4uCzKw+Q
GGqsXc2C6d7jD+K38gUqF+XWteuX0vnmIfzzQreToKsvvvLRDed+fBJ5OgddMl9ou8qZs3CNTNw7
qgOA4Ps+DePM/gxTcIoU2QE+hK4f6+DO1iFV3glC0WE9jbuZJ8+1nu7xxlhZjIXVN/HvFAIkhBUW
nsuE1QEo5fc6cXCB4t9TmXwpS90HEJoNVs3Gwr01gfCWg2ovRD5Y2PZ2u0V3PMg1LF7v8FC3NxYI
l2hWnyc069y2UkvDXd8z7+ygjCMocYFcLHQQViIqbjfX/pGOFc/zmB7car64ZO1lubSUV2/6biyg
uiUBSQcLrXo88vlq9q5l+jr6lFsOPNnwn1bq2+15LUV2Jsh9rq9QOn8AeVXhf57IG5awHcQpByZA
Iu1NHbSnuMnn1SfHgt8yUeuaMZRsvJKBZcb63aTpW56BIbCc9/+auGGGHdBU1iIBycY5tt0IoKkW
hPMJWAlebq/YwgvWFC+oXJU3qfLHs+gUf4C4uoUKeeogr+Czia5ROy8FFibpMpkRaCNLCi5pv4Go
yDjs0zg+Q9vzIW5T6A0iUnSH6ORUbAuswDEHhe3t+S3kpkzcukfAL9Vw6pwztwxlme2sYTjGrPvs
xXQ97l1YRROdjtpC7k2qGs/2ANoAWI6MBZlrV/81V16D2zNZOtsmSt3yZEJcmrtQz71oNYS96x8c
FR8BfNvGuj5UnYuti++Z/+kfRzTCJTtXkZdI7FpGwN9bgdXGa8593b8k2jrWEUcrTI/klP1AwIl+
e8yPFZO4MJHr9Qw2DH/qHai/dyDuu5t6tkGxJRhVdaibT4UTNVvLIbsMhHwBrcJhelXjN+ZVvyr7
1ziBXBpZcDTxVNUhB+lIMCBC/7eEkgl4L8dMQDVHeudG6fs4RlyR62grWwYz/XR7+gvG0kSxp5Xj
uqocnTNXb/M1qUnUG4V+GWq/myapzoCdPzbTiiLNgvH6ozTxzjKnviQox2cc7f79Cy/om51GIfQy
L0hrreHPlm7+H27sd4PYRQeMWMHYuQHkJiBRdh+z4qlV/Zax6c6myWuSTfeuT7pN4s7bsZ5Wdmtx
ZCN3xlFBq2IWeef2xBqAzIcpBAVwiIbyXUsRHXb0hw+DMAzTGQmZlVEXLIGJMm+YleYtJ+4ZjB5v
kUr22kUAYa09L5Z+/urQ361mVyR2U3t6OqPPu4YrLa9Kih6wKWsqTVev/MHzxUR0e4O0hC+76cw1
TqGk6B1HnVivZOgWTpwJy7bLkcppKuZzPzt3ZAI91JgP+YFniQqGWuq727doIbwxUdm92+ZkRuh0
hi0418r7PCU2DIa6tBriMKT+Uqxpkiy4F5PWPrV1FSuWuWd/3ssYgmNgOB3th5IPiKLX2iSXNt3I
qiDSlcotPeecVHLaSm949YAhQxOaXqm6LQ1gxBgjWjDHAnWuc6SifTZeeUDyUy7Yih9Z2nXjIgo0
yZaT7EByP4wbOYmfTLOfmdPdSatdrS+4Hx9cE53t9xN1PeE654o7x7wsT8j/BwJ0g01KkFGZ90NO
Ty4U9ESkT1Hc7JVFrkXUdsWYLpwEE6ftTzUXqNN4Z6h7vwyd3NvYf+qnERqFOdDiK5H7wlaZSOxC
u5zNaKE4RyM92j0ieA/UYfrX7Yuz9OuGw++LimeRGviZxO4jxN+fB9at9/AtnAMTiqyS2Zt1xJ1z
i8SDW4vXdiAbIJY/9+n29vcvWC8TohvzEnoK5Yyb4lVNQIYSXLc5/TfTboJyo9ydhdVq56zH/ky6
4ahBFDRbKzZraenNSw65mXycyvHMHC/Zg/a6PVtxJbfJOOrj7dVZGsK45gX0eWoQtsO2gzLJB8Q8
qh9k1qwl9pcW37jmPkLdHpDvGeTA/a+i9cGUvhpGLNwus1VMOkU0DQjlLmVb71RJ7zKpXkF4D3xm
VJYbrvm4csEWDqnZeWBDPgvCxxjJd/m2Ey28bOX9qnmMdkZ3/08bYQLX58TL0b83gREm9Z/HyTrE
KKWtmoilGVz//H2MwKcZWgEtfl0XSH11/gMvBwB+sjvIGtyewFIt/g+8790Yc66zZnYxhqscucmL
lxZylzRWYMiHsBo0kb1jkiffyvxNFH7goD/ZU/XnlcEX3Psf5NG7wWWcAUJmt8MlQkJmG5Gwplc9
+l0lfjBEzva5nkI5TgFFFaViEArQEDehw1cyQ/dBdEdH9OPeq8HCfPuDlg7n1SW9+x4L+VSnmuzh
Aske4LYsecdJVVxQSG2fPJkS4P1otXJ0lqLaPzvyfjBXal+oeMTPd7si8Z8q1JGAUcVG33dSg6dG
Tj8Sq9ons32GHt3r7Tku2I4/n/NuWNq0ZQ69X2y4BbADOn835UR+QP9gJQRZ2lPDePS168uq0P3F
1l5oZ3c+1fdybLzAz6IXrcYwdr/800xMkGth+0RUmegvnlDbJmke1OxfQEDzb4fBBLgmruhdmVnT
uYewKuS1xKFF59vOy8nnsps/Z1Yar2zJ0lEwMazAovhlXLfOuQDHbO9sCDqyEFDvC2/cVHay5574
z2mdY1rmYRqtkvpc3cUHTwQT0BoNTZnOyN2dQSyFCyYjkPDxQLryXLoFmMwtJGSpeOINZFyn/tRa
+UqItfA4NpGsQpF4Jr0cwd0W51+5B9Jf0YkSrT/Qioa0EQQBA97H1qcO6o6P2u5m8Y+benV5705/
yuIMuMxRXZKUfRcpYCq+5/d3XZuyAx3pPenKlQTAwj0wueJdtAkQCJWqi0S5oXVaHoAPWm4R1ehd
56scXB3jL9WsFh2v9+ujzXT+nhmXvq/mKSkv/gTGKZBAqXpHi7C5iiLkX7vyhxyHY1GuvP8WrIiJ
bs0niuosulovtl2GeHg7d+5cpYcqAq/G7du9lCUzWeCpje7nvIyqS6qSz6nq7ohtf44bdwtwO7gd
3Serb8Mh4o9eOq1kna+O9f/XEPy2f69hNcyZptVQXRAtJJtWOFu/ABlGgfa+f+OLAD/o30M4YCJN
XY/nF95clYx4EXjI01Ttanfrx8EbN1G7XmTPdQKKXmAttXvULdvmcvZXnNbHDhI0VX9/vVdCg7XU
KX5cF7/rzP8yz00TuGNyZcn8D2yGzdruf3zAwHLz90iqp07qsVhd7FqVOmBuln8Hiu57Ptrzr05G
Ozp16c6muXeOWmggcAty15FvK2hhpU+l9jbUmThIhYdK726fyI9vNHgy/v4kaOr5juy64gKoNbqv
5gOxmm0t2y2kub5NnnwTdvZv8G6QHPw9lpxmJD4sv7jUpNlHbfTVYfUdmctN4pOvt6ezdNgNgxE7
PJ0IUMmXtpZBWUFoF6LeW7uwv6xaiT/poI8ulPFQ4ZkPkBDpYG6R+M3BPsvkfsrjDQRMet+FuNeJ
yEuVMDSkhpADDTAyuCQ2JAZELTlc/8KGnmvcvg7DFxDS5G0e4CY28XBl1HXRVOLpaIP/0mIsiEZ2
/Z/AOXtOyu9j/lqvpYv/hPMfTcOIaWyNuled4DDOaH4FHxrNDykavEDSjs41gUbEPYTyAsdNDz0l
hwStEemUBo1CZxFSpU1zoWssdAtWEbjqvw9GD0WRwuPIgFnjvY3qF6+QUR/+LELBXqkPl+2wT543
rNz4P639H8zdxARDZl346ZjBj3WdPkaVYPeUFMMF4jENEE70npM42fIGJNBOlaN/WOLVy2oyPzYD
12GXtii9Q1DmLpfZb9sSEyjBeHfXNUlebNtMypPvAjkGpkb/MNBctpsYkIazTHVPdqxpQSaROsAA
Fq7GclLQlca0mLbpqOgOkM1pzeB87D+hCf/3wtYcWtipXbaXPuZ7ztQF9x2BUYtAb7rzgXlQ3rVh
rA0gW3z7Ai6YOBNl6EB9tM/nsb1Qn2TbSJU74ZUW5N3Wau8L1trE502jKqKmT9sLidEZOcg3T716
3XwfTS25ayLk7W5PZKEXDNolf6+dZjKufIBlL1diSLA73dUWu7ObCplhPGWcBzzy7sE7g3uTnd2x
lEHD0gPezXh/ZB4PUMRe60/6OLIE3fHfX+Ip3Xa0sptL3lnbYUCVKY+C67AT9zd4vN3pyt6s2rel
0Qx3ONdUTSPqWBcJhmh/rI6a0a1dtwdX431l5yFM+Eba/9QdCVzH33Mbs7LRHvpgLlXGwslycWTm
p8lPn2/v4oI/MIHjqk6bbOiK5pJaFtAg9/nU3omIHe34x+0BllbL8Gm61khoCAxgN+lFWmyXNAGo
4ecEjNhWvQOh6cPqziw0L3ETM97XtBudycJssnKfEqjv9l+4ENu0l4fEOUZptI1aN2zdHv27xAbR
lAUtAD5ueNKvxMgLuRVuEqGDSyOr8xj3b0hDp3mYrtJgn936mPIqpLrY1Nl8l4jiXHnTb7KWflwc
1XBWcYEKA2NRi9ABfdOqfQN/HZjJ3BMb+bfKKi4pzfe174YepCtIdGSCrRzQhRNkws8tv7cpEDbt
xY/yAIoFyNDHD3Et9hGrVkzN0hBGDDbPVQ0Ba1ZdLHRTiCw5O8q/zNR+wAN65eG2EECbINsxRZTL
wK90gYLXi6NIGFfZy+0bsPT1RsglB7R7RaNTX4aqCxJXoXJ64XAzqxSrSxbfiLdK9G+52pdTWKX1
WG/aRkNVgCgi/A1NRd5vqctA7sfKNXu7NKBx2Ia+KJ02z8ZwdFu98+t2r+DR0D+PpjJtFbtVWc+F
4NvE1NpWU0h7zMewRoMYvwqHzKoEjitMmifaCGudunkpxDKxs6Ab8K5K05iTiuLAG9PXweFA7UCa
WJL6PLdDWOfpGIgMgV4yZm+3D8dCFoib0NncAbdSO4sh7GxxAR3NySvH7WAjTZ4PiPFEmPugJUoE
f2yrBjpdcaXWgp/r+fggyDPppFHqpqUidR9CCPaHDzL9ofKPwtJb2tr7po2/6RQg9kKBTkSWpwry
UrfnvOASTIwt9EcdcD2MeWhRiKxBnmwCs3E0gctUnpuiBlSiK9mXpMlfyyl9uD3m4v4aNsQfNQhB
oXYfcuoh7zRulFtvIWi1SSEggeyrZMHc4OloA2DaOiujLlwUz3B+TurESSzcPIx80F5Got8kXfxV
NYwEnpTPGUkeb09vIao0gbOl7KgbW9clBR+sDZnHhkd4MbmHf/t5w8IUTt3GImFF6PvWfmzn7dx3
n4ux/zf7braygNGiRL1fViGoWvcZ5SfA2CFEJ4qf4z/y2HATHmsPOiVt3lVgvn0t+azBlpQga5Bf
Ml4fGI7hagFnwZWY2FdeMqf2FS3DmtvbhnSPsoi//NM+mLhWJ4ckt+SzClNPfAN7C9T48vaUrQJL
F26miWONBQr9yvFVWMnu2LvNY0PtHyAYeJnApJz2EEIoyUm07YohWLgeJnPzNKJ4BmxaFdqDeLaa
ZpdQaJom08Uekv+StazlghMx+ZkhNSb/mLqQjnkHtOxrBSBmw/oumHtn16OqepR2vPu3HTJufJaO
uc4tUoZ9DhCw31Y7UtroIqvVygBLa2ZEEw14vKc0H7BmJUVeKPoETFsdFJIfwZyFh/f29jyWToJx
4yu3tXzmjVWI+G4rqPK3fdaFA8TUIWoICgA5bIf8LWltveKNluZlxBQg9OhUkwLlOfXNFEScHC2r
KQM/5ievbvqLU67xay6MZGJKM6+QPWmnMqTCeWFIJV5PnXambjNYyTrydyHsM0GlILNJaiDqdQhG
HX3npDGAs22uL4Po6VYwvnKHloa5zvJdbWPyyggERkUTZnEP0hc7zCM3KJV9HNmX20dhwbeYZMc5
oAbj3LlN2MUdDfIePKENnr4BRHHWSIeWJnEd+t0krH4GJa/TtWDKPEegMVN9Gm3QjfZzndfiej8+
CHZM9KdLB9AYQREqvCYlAXVAG0mOCEfGv5l2FcRk+H6gOsGfyqcZFTiQW5xcEa8EAksTNMzCUJEJ
0wFaicX2schfgdI6gePifpVaa8HImWDQ1sXyzSVtQyTXftnJf6Kd4dn0aXLiSzqzT2wN/LA0E8Mw
0GLkvYTcWdhE4Ogsd3zw32pq7bvB/u/2eVt6xZtcxnlPkiiOcRqivjhB0/phGsQT2IWmep/7Gswz
hXfHavFf5+hAQM5gMwn9o6doccO/rQRUC93A3ESCTjBGzNGkDf2qafZpdTfz+mjpfq+d4VPUzKep
cMW+ylDXi9JdDgVIKeudlYAL1xrVcXYhNFp1VzrkI7Eu1I57iPJ25T4j0z5K64NKvNeV9VrYe5Ob
WAp3qHqa6BCpLqhPqx0EZ1pQbkTjd+XuayvaiBicG8OG87BOv+Xjfi71a2m/MmS06+Zu9RAuZSHM
PgFXZaQtOZrLZ7SIKf+ITfP3zdzdMWv8NjtQSJfx/GnqmkDZ8zod+4KzMlGv6NpC/tlJ6rBH8RqM
JjuL5xvQ1n6r0GalSfJklen3gTorrmqpMmDiYCd/pshp+VWIf5ZBFvF4n9j8ntZ3XR0FFmH7Dnlz
FC186KL13rek7+egrnwZ4ADB8Hg9iiGedLaO/jVmvljx2UtvHBM4q6VbZqK6xtEuPwjSnpoqfSmS
+8baMXCZKqs8JP2X0RLPt0/eAtqfm/jZsYpoUqd1HbpO6x3lyI/10B8IxKfxKY9YiF3j87d6cvdR
GVd3kzsNl4ywnw5oySnoBmgTyuEhyfZpcRWIqHbTWMjjP36cESlx5EG8FlUF4FFOgxumP1zxvWnR
0+w6IXXRXznW4MKlNQmA+PgPVNhbcNLsfTlfnGzTQxs7v/P0HpqCoWOv1bcXzYphPqd45EwMYx0K
AoLBIC6co29bL1lZflG2Orhjs29r4fz0eQl2QTm/dq4oN+hRCjPWP8YtMoqsGK5ah9N9YTO5I/BV
dt96GysTjwStfx3S6kkdp0+3l3HJuBhxWcksV1pW34Q+SItmofZpGt+5pNjRWnxKtV0Hqz564Rqb
GGC3zawx6gaEMsNwGQbn7HkQz7K7oyXQ9K6yX4menodupRCzNNp1wu9iDvS++D1R8JicdCgUMEQ2
4yHKazxubX1AdeOUOl61vdrWldB9Kddjon9VGutmrDBk5VS7WFJodnmfB4S7A5++IO2UQ/a+2ug4
twM+ozM9tyr/cHsbF9y2yYws/c5Niz5F2tSHzKYnH4ohvS+JOq0a/6X1NGI4YvXKT3hiXVjEoV5n
edZd3UbRlorq26w5HiuZDmRptXjhuSth1dKYRlIHQEzAQvoGMsgSasxZE2jYXzY8i9E9jFYLZOHw
JV3vu1zybyaGWPaOT9HJLy4xiXd5TEAzCn78sj9DB+0hArWA7+rvE/CKpXqLXXc3avHj9v4tzdQw
ZiwukBibR+BMXb3rW1wIzfIHcI6cRuk3Qa7c1ylzPlflmuTvQtT/RzPg3fVw/QpI2gF59imd3iC2
81S4AOL4ay50IUnyx6O8+/lhxuXLwKFymWzrUECVqR134Duvqq/VCE2ujL6AEzQQv3PobEMqFiFL
BkUSms5JcHtBF+ZnQpJFyUubWNq/yKwU+86dokPRakQt7axX7txSnGCCkRMXEFbCpjxs3Oin1cX7
MXZVOPlQVhF8m9J0c9XK7rNm51f6BHWJLXBbNIkPdpKB/x2C1mhNkzn69Fi5tvAfz9szOT6ypq9a
Z0iqkCjnINrDLANZF18ZHx5tmZ5H3RxVruimdqxfEbXioJ2si0+SU2lt58xeCVWur9MPXmMmhNri
LlhxvDmHG4TMS1Owo5pKB8KhDZAACd2kM1UrQy2cNJO9uQH5az9VKg/z3D7wrn+GhOfn22doKeAy
cdSdw90WVA152E21JU7UYXG6qXrFj3pyBjCm5/WBxEXyVKts3lueLfa56FeeKAsm3cRRx6U949EF
oZOqSz9FPhRro1jeQTNeQpbRXQPUL/AKoPftbz8pEhcoK6sswsgGDKMYvEOinJ0vOokSO9l3vMgD
wY44Snh2eKNzEX0BXoMM9PQ5CgeTv0ustt9W1Si3TdGsFREW+Fb4Hxv9zoKUA1rtqxK59SHu9Gdg
giF9iTbEbZeWzxR9O1Zi9XcgzhuCJOe4Zlzx6S6hw9MYVy8DX4NbLMRHJrK60HkGxiHUFbwIuJw5
OwhhnXU2tWjwak8AqVHQBE27lQP38e3lfw7iu0nDmIDfZXKQ5x89qH1OEJPGnXQ9+t9Q8W5T+OzV
q8uTjRadoOQFGC2wQd9LGUL026lWwv6FjzAh2J0/TIlVtHnYe9Hv2Ko+u7zZV84KHHMpSjIh2D1q
b9CiqfKQWPWjY4H3W7fTr2RmB1uKzTDnuwJi4Mjw7xpHXnzWr+CTF+6Tice2C0+TiEQqdMcrG9os
jryoTw7WdpUEccGLm9jrKurnQXSpCou5f04s9DyA5h00Z2AIAwM7mp2zbb4GNFq6ICbeukvsvvYH
twjjHFMBMsbtNrZW28yOj65mB64QilHnR1VNR1W2x5HYR52vdg4vXAz7ao/fHdWh9CM0uMkiHLT6
maIxbVc6tdxRzZqNNfyPs/NqslNXovAvogoQIHiFncMEjyfYLypHghBJgfDr79p+8uGaoWreTvlU
DRsQrVb36m/1JRBBfUUhIxVJxLsjPpsyzgvIpvO2vfMx2ZfU/nmMSNKDdZ7yqthk09qhZulVz2Ia
9ApOCVyKuA4Wj3OjXgPiWHFqlb+jaa2CvnSNWcYGA9uRMKDnkYRanzukvRWKEeCtJCSyVrQmS494
dpgswmJKgbSvr+4El5JJAveow2wnqK82Tl4N8AGLoECHrOf98LOwa8/F2T200eAw9EhhRvUpBRRv
yvKX0p+imPHsXoX5SuK0wAECm/O/a8fLLT8SYOvDmKptz3A+wRCShqNLXkfVBvfZPt0eZE3l1m/F
1lLt93yS6SH1LeucWT2igwUfTJjNOtui1HVMpn5T28N+tGGajBaD05+izsGE0biB1vCVtTfFWhcH
XG1ptjZcvCCQw8Dqf+/Cl7XdT62prtgsoxgIyz2p/KPjxmOZBFaAWh2sD8I3W4wH8IiTVFVHrTuU
M4m3c8r81/svbSEOBHNteC2Z1JphsftDDQCPZQ65+aNZG0FLKgb1RtUrdm98cjEMrLGzYPK2Zx1d
GQ3693cQzNXjjkoDOGc24kpT5zO6PPvIqh81C3e2f3z/Dv+9LIO5alxElIheOuJauj2m/Nw9xtS/
yyHawALv2oxv719loSwdzJXgurXkhDFGGMtV2n7InQxWK0S0dyEZnWQ0dYTkKK82keqTzGH5Oe/y
NIaBD6TKbXWXtzi6+E69e//X/DurDeZ7sCUiFJF5Sq5ZVT2TSeAYUajX9//20sKd78CamapBGXG6
hkBLxmPdJLwIPo2VTlgV7sI0/Un78AB46u+bp1NIKGzWebS1bX0qtHdtm/Tw/i9ZerOzOG3CCq2Y
SZXXoZC/UFo/4Kv9GhZtQqG6Xm1pLKS4wZxaPVQl0HIclympG260QIwunYTw6huyjk9DaXbM8C31
VELt/Kn24BPb8LPbDXdccLJF3N25bgU6v3Osi/FD55ZgTq/WedSWqJOW+GyLO2RYMN7o1Lf3n+vC
wQWjVv8NTbJo4JgIH90rg9wHE4lJCsaqBKb2u2vpo+eHSaODr1yJlbPK0gXnCvaql9Gg7Ka6cuaC
gkj3We0+1H26t6bHsEVW4kNagDitgpi7brnyDBdiz1zGboRhHRRWFRrX7Z536A6wCcalZZ3tI+Zl
yftPc2GVzuXHeTXZtGYNv7a92KILl2QFENN2f4Iz9PmDWXcwB1jrURchtZ3iWrUZOJwtmilF4YK4
shJRlu7ilu3/la9ZKG1pTiFarW9JqZnqO4+TxB+t59SRx2oNgbJQFAnmimMorfJG0j6/Ftw+R32k
37SHZFDCXvPgpsOZGqgXWQAnWJ4fWJr/6O3aeYimCd6JmTPFfTiV6KSb45g26mGUxUqsue3K/1+S
CP4//edN1HpiQu+q2xaEgVHU3w/abDjNjzAbJZuqxhL92JKZBTZUdwelJye/AisZp9UGrcxTR/1E
c6D4gjVC0MItzeXQPivGNIeNJ7beZzugxc1P8aybfJ8xMsUWPv2usMX+Y7c0S0YjzI1VbNT5NcWI
x8RQB/EsF9UP9rXvnCNEK2zl2S2YDAThLHhlMi0Dn0/5Fabn6KY1gHJOXS72lbQSX36D0jawi3zD
hvZopMBnODKwehtzUh6GjVp1ssfgWwd3q5Uf9O/zcDBXQCtWhrBrTvMrJpsKpz2ZesjQgw3kypNd
OBEH8ykVnXkYnQVp5xqwp3zMd53pYbvW/+aT2ad5kcdRoW9076MewrvMrBTXlxJHeosUf0UEG8Mi
wPGFNara6XcxTEk0+V+an6pDEXqA42t3yl2+9ZRzMbQsY5+7G4698v3l9O+jMgja/724VUbl6Apc
3AxQFSOGHysKi2rnc+R+EpG1afVwtVizImJfSu7mwyy+yoIB/dHmCn/3Y2CR4WzQwp6a6msdsric
9ClX5H7qThg7B9wRFi9I3cu9zPvbIMHT+/e8+MRnZ+aCq6Fhg2yuZcjv/czdymba9gOWb9nLK2Ym
3rjnJYH2tkVbbyPunwM3elhtiS1sAXMRPLYXAMv8qL76zu8xzIaYBF0el3I4AsfWrkHxlz6XWaDg
1ASVgXfU9Rb7eSZ27ejd8TW131IyN8c8ox+qGDB76dUvxQF2Zo9FxDcK1ubSYlsKqu84Tvd+1SeG
w7k45DuZscRGF9XtxksaRl8YCYsYnYDVzthCFjJXsY+yHxopAvwiZu4bXwNZ3j07pk7QYX5/4Sw8
0rl4nepSUxeObPC29J+Z7O5yPjytut0vLIu5RD2tZFpjgMG6WPDFS5pQRrt2stC8RodrFKPcpZo9
vn8jS9/h/2nSLaPrHJDYS9WjI2vvAyTejvuA/yrIiBYtetvW89g+oUceY9bE8UyS+isFwIXtcq5L
b8jQNmhQWhdayk0Aa4Pa+XJrKBK/SbymPNU/37/JpfUw+8qZh8QlzEu8LZyiutE7UmJOWYCPYe0j
uP2lf+Qyc9050E/MyLRNr7mWdux5k4hvnab3f/5CFzSYi81blGdNUOTpVbcu34he7LPhbsp1t5Ug
jGeiaOMxNXcRz+M2l88G3e6YVe1KPWHpKBHM4odr9fZgQrwm5rjPQYkxZsv+FEXbYEwhcXlrtXPF
efiTtXYIXToOz+XpXI4mdHRvXQpCxm9NWlifcvyEOIMvXIzi/0udBup3M4qnNudi03W/spT+8gEw
jCkr6bbuht+T52cr6cDCxz5XsjuDcdJBagtKmuabzNKHtPS2q1/gwuKcq9dd3adCNRlebk3MvW7h
oamtEMqEKnIRJqtgu7KKFtboXMue5fgIBMGFWvdESNP8ED1BScxT2QaEhOEIdvWn3p9QpoM/s4wh
M3qtHAkAsS3KDalGGkdE7N7/MUu/5fYw/sp0AkB5KqUkos7gwIS0kEPMm2nz/h9feqK39/jXH8+8
yORW1loXZ2i2MKd+KHm3xwwITPpW6rJLX+Rc4j5atHfgl5RehzpEcZ3euyhrR0/wsRn58NI0zmHI
URJ22oM9ifNq4W0hYM5xzRmrfdE0uGyuyjid9Gfuo+gcWeVblzWbpnfrmN7SpY89R/e/z1F7gGb6
ac8unIsjT4O9nwELSOrDsDZFufSm5pHFHWSOuG+BTMU2ICpvypGJ2GvVWYXVyg639PXODi+eUjkb
INy65JNnnSdivjl5pg6qysKVcsTCXcz17YEwUos2Y5dJ1/iU0ufAG5FQui9sGFZi8MJNzLXtjZdJ
pyWEXcqhOlq9dZwKeQ0H/rEIN0cllyIMppyhZQkt5yVn/nOl7Avvp5UH9Efj8Y/tca5ob2iVcX37
+Rihee1cW79WIY1t14HNUA97AXbb8v1YQmEDq0ios/qHQFYb4QMEa5cOvC1qGefAxWwJNDIwxHW7
DfJ2sZLNLeRbc4ZyZnoYGURVeh078MD6ErB6cDqafnxlbr9fbUYufL1zRbzdjwMGy5E0evZ4IjT4
bcLs3NI+DrX8Oti/RrWyWpY20DkWWWaUKJPCPHuqioc+yNHArY8erB2bFMf3p4xD/enr6WVq9qao
du4QJeNkfe9StsssubLhLMT4uUJ+9GUAl7SIXcDKT+oe9U7t4ut+Pzb9OZb+a0nNQkfZ+h5YzLcg
X5coN5atOtRUH4wK9Z3sVB8mpsHJslGl/5ajKrNvYYcXV1Vt4obDv6IEHEjazb3xm+DeURzH3a57
rlp4coshcuC6CnMGr3O/sTr43KBTVBiAIDsNLF6k0gfXQWshhr2Nl6R5qOMoZbDqajCz87P2c7Lr
c2ZtaE34j6qQOYfFdtM+6qKCDKISgUoB0SH6d475kTeJ41FmaroRpsQ8hM06sivTECqk0NbfsrCZ
djiYw0+xF+IeGG1Lxx13VIiuVtCh43jjagsOFVFavExDWG0zZYtrHXgT2GKum4gxrM9jB22EX9rw
28xussce7aZeVl+zMkUzKncm0A91nsC62WysLBTHHOXPk/QKlHoUPkl3LLv7qRrFW9pHaxrJpag2
C80S1BO/9QJ2cVp7z8LyafCxea0WcP9gTP+xRuYjBR6RgUKRIb3WxSvqRe6m62WK+Vr7jmsNwInE
dlD1samgfMvz4rXlOO6kuhxjRsspgT0a3laXfxMSfkIk0jFpMPoFGouz0Vb0mNpsD3zSqapLAGLq
NdukpeRiLrTxyAixdNu6mC3N4WDK4G8OzR4HOz1vv2flZ1CLjjdHwEibZjc1KJhma2OtS5FjPtrg
lcibXNYhGy3CnWTVxki5ZxrGRujoOiEMiJspjszXkOhT5IHmjtQnfAyDLHHJ95VPG+nFv97aLUr/
nb5h1qVxq9IGsH+CAYZ5tgu1twbyko38xYK86P3LLOza8xkG0J4w9OI0NqQhKAeX7sVDlSeT3V5E
h/evsHS2no8t9J3btoPPpmtTZ5ch1byOMccFv09TPzW+99NEDIl1F8YONxsIRuLA6Kc2yqCgEkTd
Qdz2MWvMYD6owJjt2SkKbFfVqmPLIPEJfbLHwT82UbojsrXgB6pWjvVLVbX5lELW5AKueArO0rZ9
chz/KNL+EPD+ocQJOZPjwc+cx2hgP1PZbT3Ajf9gsdYclRd2czJLW42KRDAVrg0fy5TGivaJA0kW
VDAktr3O3pNw1aJuwQoSopX/rlWhPBZ6vW1fYUxXUtacejf74qcMzE+UbO+rykNgiZLO8Qnm30X5
asheF3uFfdBu6VMBOy3w4+BzTqM4a8bgvm4MnPxYuXfNyyReLB0gHEMFyDDJNjVJa04Y8UELCmn4
Go51IS2ZC+pGuwMuw0a4odBE+EwnSAnuhgnOIuGwtfvup7X2yS19EHM1XToxUagGPmLGnzYEQFkv
T4+8OjvTnT34mJmJHlJwvGTdHEKiDh4DpylFgzKXK0fDhXGQ4M+L/Cu4lHVkympK7WttQtABXKdt
Ys8iBy5VtLVIcUUi/9Mpy1+lLaqYTzVsa6PmU3RLDGX/i8J9q6cGGl6iMCtJf5VZZUdx5JQ8Dpmn
NoOlbECu0/GH32Qfm3FGhfm/q6wZCFhkdjRdq7Ea9iSrijgK+u4gUm/tzLykAJrz2CsTRSMdnOkq
ddDHXc/3tgtGqoQGgYK05B+5ukyZGhPHG4OY2rU+8L4rEjCodvY0uWCxVSEW+zEHeM6FOyc2jxhK
72GvtYteet8h57SJUWdJyvDBpo8Vin4DcIJKf1qJt/9eyWTumUtHbVP0n/ozpjrGp8bBMHBctCEO
GV3itvKlntK3krsWxsDcMu5qgkaOBx5rhDfbDHm55TX5XYkQNsi6d5/H0mWnyU5Xmfu3CPT/OxuZ
twe73G8gKeiHsxV24BsOdoNGkn0pwvTZxXIBACCSsYAbwyaTim44uadqZ9qRrWTk/97yyJyU5Hhe
o5kOzVl1t6pLkH3vuwpW8/KxXiMH/TulI/NWISBINiADrTkPffCQdR7dgrditsDLr1mNLbzkefOv
18Sh0vD+zMjOt/SwAZ7umHEYyZWQ/gbM/uI0a8YYC3cz7wP6npflqcrVucCdYmZOBdtssN7yEtDu
99fsv7tuZN7yqxlURCD+mbOwy7tC5V8ZsKuC5C/KIndDN4TgJ7Az6VZajEsP77Yy/gp/mJLUFS+m
/twH6RTXPQfylT1EZftzUN7GePyQ9d0q+Xhhvc97fHZoC1VS2DwNTmUSUkv7wfHpvQQHRu1cKr6M
lNZJG/jgaVRZYd2coHGecsPd+w/335kAobeT6V93G9moWoddY85dV73e4Ey5dwcwLDwuaPRmRT/f
v8pCt5jMu3iTIaqDIw78OoKc8wOsgJO6hYwrGiDUt6t4lMBMwz9wx+22OAbDWI5H3w8/VLwg/zdf
QpoQJ1Bin4xX7Lqhu09ZepBZvq9ZfQ3N2nz20kKdZzp1FknTu/YJWqEsgx+vLJ7HSJ10GX2zbeep
lP7BMLqyTy+cgci8qYiDquk5VPVnWWNexavI5zabTpK9qmyKAys7Vx348UO6G2361tftz96p1qon
C2Fy3j5U3gQFys1N2YOp4TfmPeIFP1CttjYQxRhZ/VSAk+HBgics5b4jRGNgCqWTJOgxUmUVSDnt
IcZ0wJpRxEIUmjcbw3DKixqez+eoI9jMDJzNZSm2Tb9GS1664dmJi7q1iNhgFee+kScCPVVb0v0t
3YRy5f1vZGH1zLuMg+Vy5jtRcTa6uEYdeyllm3R01zks0X3+IisMRn1MWEXmbcWprY1bUDGdBGk2
dkOe6qA7gEHzFGVPVrmSbCzd0Sy2tKGwuzGwqjOYFfGYywdoX09CQToBrfaVZeW1KoMXs6biWghl
8wYjzHiywPWNczLwTmWUf0Wx9mY2g6OAku3KW1o4uJF5oxGKZMEgDpxOkyde5FAcB6GiBIXnLknb
Q4e5x8HKtn5VJ5gBbdG3yY5wc/oEM4c1QcbCljHvNfouawardcxZFmqTdYWX1AUg7pKivgBifyHe
TDUmtm36uJjqozWML8xp1to6t5f3jwRt3ngEsKwPKGl7RB3IQH32MtaoiavyHIFPThVkahoS7oB2
z2kv4YtxK1ZFFxniH83ax7jwtc+7jZayRuYHoj9PeRjrDEJjD3BmZsBQev9bXFhK84ajQQIo4Bar
z9Rz2O1kecTe/yxqu0S7MRN7LqeVb2TpSrd//2v/FbouhW10j0kManaibkQsm1tKI53y6NQKKpto
jZm+9NhmmY2epqw3aSrPPRKniri/Gz4ehBO9vv/Qljb5OTpL+JpbmM7VZ1+3baKsXQHdTqJog4pt
icNyZo0JDYIvjfXDc6sk74uPnc/JvNfYVDnGx1Vhzj64rROHu2EXOHvBikPAnJ/ai74MayM0C+t/
3l/0qhxT6jZR5zwfdJLaXZW01UoytiAjIHPv14GmtuKBdE4BecuE9zuCfaEy9aX1imsYaOxsKoCH
EzhUw9qJayFIz81gg0BYhtdTB7CB8pOq0sUWDPM7jkFghvBxKpvK2WWoyySuVvBVXVkrS2txVte2
aqvSU5j2OOdNBx0BcojOOU+ytN+MbmVdexejNX5G5BaM2hdMWhUAbw+YuKl+UJGW+wbq1y8Mi/lj
X/y8Qen5GF8XwpZng74ICk/BK7OhQs/6DQ8lTAXWls/C9z7vUnbGuO0wYZNy6Z1PvqPg+PWm6mGT
X/2hZLz/eJeuMosqPMhRto1of1aVh2GrSHqxMD6Pfcv/RqmH6qKpV1LBhePSvG9JxsgA2TDWZ0nB
AVEYqd0av77rGXLBiYB0DdYryZyV6bKl7Xfeh2RVYPscrd5z6BxRfto1QzvFQtyl2AQo93cdCPSp
FPtS5lGM+cVzY9DEDh135QcsrNt5g5LqugKUFXQOt1CHjphj29X3I11D/i6kmfOuZDtFII4E1XCG
IB0u2n6BojPcTrdAmNebSoZrDtpLC+SWW/y17TgyFxhOakcwZJsnGAqpCdPuedrHUrQ/dP75/WW4
9LBmByIMlRZuneXDWcBd8ozsrDuQotbXQfbeSiBZemCzOKI8qso+q8nZtrM73ZtTM7ibmrXXaO2V
LDyqeYesKRD86rQeT5jVAHQ/LZt0U9N2+Ko5kvIxHzZtkT2//8AW7mbeWsp415GqCoeTcoV1LJrc
2UDspC52XdNtuP3YRWbBwR5RhPfabjgVgQoP8MkO78EErDelGqsnNEDVB69zu8m/1pisBhwORd2f
RvguP5RDYT+lmJDv4dVdTA/oO2IO9GN3dFt/f10p7GVDtMz6k0zt/pwP/iBii9vkUuQ93fm58dfK
8wvRbt4kcl3SRaLHPdVyN3hDuNVpwV/D0vXPLXPsTyBU5N87Vm8+dmPkvzcWWeAPRnwkcE6tIAAO
uQh2k8u7m0eDG8QWDAxX8vqlG5sFhCIaRIeZCH1yUZON7bHfBoO9gy2EhdmPcF/z7GgPK8L2hRRq
3hFSdRrWvse9k6o9GJcUbusDui9t0nxw5c2CAg8L1frAgJ9k0JaxbQXnsQlQwguT6INlz3m/oax5
pLtytE8VRrX1uYoQA+oMyuBzU6Tuy/uvfyE3mzccrFSG3KRdexLROev7n1UocJwagxIStvR16DEy
Sy0nsdIf71/v9r3842w3Z0HB/MMjBXgAp1T3Uh2JxVmcwRmW4Azn5mZlUS/d1Swu5JjzcX2um9ON
URGPw+cerdW8sR8xffRigSqWafql4ox/LDrMPWKp0+ErCqAnMllfXJBO6gFzRmV/9lxqgICyULF7
//n9IQX96wHeVvxfgaiSnimcHLfmqDaux2+ZcyHmC/xEL1N5E97u0ub76PtXRI96nDZtDsGu/MS9
Poble1wHzzJtDu2QnoPm9f2ftLB7zelQGnkQLBC75qRYuPW1iwae3hnmfHLo8AMFkvevsrBvubPo
ASsXI4rGd06SuNP4UPHK6KSEFRFaEE1h36hxw6pmYOlis6yiAN2jy8qMnAasymoTuqgzaGmJ3aQG
R23BplsDE/35/f96n7NA0lmiYcKd1ImRx1R+gr3S7R3yLCnJncse6LhrMVRme+6GAdCfpSSZxAho
4K6hRQJKaKKmdoun3KKNlil3Y/d85SNaiKH/h4qKZMYZCcRpwsRBNqaXzqu/fehlzglRkASFrG8R
BUrb87dAKrjJmAn97AZ8OI7Z1D++f52FaDPnLdHSdJl2zXgqYOu0q1OFr14R9zBx3/70/iUWlsqc
s5RSvIPR6aCwEIWskqjg6A1TZ/yF87N1ZxVyLddZupfbv//14XPijdDh++TUa4o5NBsjjD3YsNS9
nzDEmq18ZksVlj+igb8u48FZjJkAIxllKpPQCvIkh+4ThyyMNaSg69LUPQEbhtKHr+CWaYNQtuYD
t5Ag/DmQ/XVp1pI+9frMPZXSoYl2AxjmdDC+qEgKlVcRXibMVKDeXwEd8/7LW3qms6DCbLA9TdC5
WOIdmgWih7sXA0AIgjwQw3bvX2RphcyCSVtqXcOjhpw6HhWvcI9KNxqWjgcJ44UNpq7WuopL15lF
ktChmL2g8JCviffgFeM9H8zdoMFfKCyx1vf1F8Q2ZI5gCF3bJmPh16e0acVn1yr2tadfMkXAr2ts
O3Ecq77o1KPHhk6noe6SUVbTBaoSMe2MCtIXS/X8WMCAL6EM8DuRdzUkIFmeqEj+9Ae0bdxKasBI
aQf0pvPIOqBNsrZ8ZuNtJrIb002g7QpD2q5/Ql8eknvzgw7+/Zhi4gf+zuEDaoT8vrTLdFP403Dn
Qf15ojnMxrLMOpbae8q76L7wzCPOc68D8KTbAQwrqvwAViu4LLTSVv8ZK43vVGCnGG9HiZR3URuX
XfPIR4w0lOlt4sbKzNHRYucHBOsnH88DKmwADfsaBkhsOJCy6+vYKmvrZ+/mNMb/MadekhNw6C4m
rXqybzIYpzpAKt7KlfcFTrP3UcvYfSqarZ1K8+WmT2o8FWxwrCJbX6qzE3ZvoCJCTazLe6syctdD
MfiZdvXwbYi8bR3YZ1HxfWuzhgLEnOt05xT+sQxzmJGBMm9YUsPHYvAszHw4pCJl7DK/OpgRZRxo
6PNUXyJdn50GJr22U+EAz9jet6SzC/zW3Nk0T6JmBDPWVI+d5z4YnzyY0O93UwpZ836iAwSwKoLf
CLOwYRa9ToIiKl8LUOc3ubL2jm8PD9y0j25g3TURCCKiLp4niODBuLKqEZJK64At+HODI0gCA7yL
X+b+Bhk2HzewtH/wMKebdKPvJvh2x4PyC4D9eBZePKyXbeGMF4tAXNensFhMGUtCvP3WIj7dtDwY
9gx1wAOkZHs6VHRnlxCmVOD9QTwMU2V3qrRzpAJYl89lWeQ8cb3CSVhu48DSW24A5HYOyTjKDeeQ
SNi4S+a1pxCSu1gR6WNwflQX0EfvaixGFzKubRhBxbAPO5KPsZA9jFbNeNAquPRp9dyrce/wUFfb
2ogk8KKg/CRTpS+jb8MEmWHuOfCBCKQR9nzHU4AbeezsV0wlqrWfHRd+c3ahfSy0IhKJHwoOKFsY
7qmfJkHY7nIv3bf+hO4eFPyAJ+GBNvp3xMNxIyi0ebSj+qgnYm+gBIbSP/hzDJgCO9H2r8mbHpUK
y+4hSqlEzV126V3oDBd38Md9hDq7yIO7EFbGU+yMw3WsLBan9thO54Kj6VDFRhlySgeIwD2tU77p
QhzUJxlc/L7WoKaOXLz2TqvwELw+KbUTjU8EPG0fhxD3mdX6C/XqIyeBfcl5k77JFlY9GjPArVU0
hwk5d0ezTRE5xwDVnyQazA6D4u49apDOtvUBSPV4gVcwjvswT9tja6NXBJchLAt79EAoTIdHzjJr
B5TNSXECC/L+O01NeOcU7o353+HLHqdmepvyEkrJPM/9feGULhT1NotNm52ETYLfRMgRROfUq+4r
OO4GSeDTfNq1JicXHx6kKTRPOPOaMrv6MFgNN0YTsOwmQ0ELLKFVr0Yk9mPxNcsoxnCILhMfFl2/
HFaho214+5LnNj84suq2WWDnF2jgXso8yDjIuUbcexb1dy4aFL7w8W1EBqfRKUii2htiZTmwcWoJ
wgzzDryj34BjcF4iy29OkUJv++ZP2G6skeIrCHJYw1Tc2Pc+7+A/349WbNfNTZZIO8vahkD0Pmdl
AxtHiV0sxG6Jn5B2eBfZkG7H3K4ucizvWR2xa0j7+xudqqncFqAiAM+Mm4KZnffi0iAcOJN0vzhB
c6ign8cCs+5T+PPtGM0+ZygkJeHQkKQGRFHFfktZ7LYWPmfWTj8b+M3suCT8yUxIFkJM8b05VtQ/
FbYXvHWVtuAXgnpn0msVRV/LqNY/LE+GmBEgVfuZdfpXKLR1Ru0TirgRrzL1QfNJLWvCiK9NNq2i
0ydetdNOiQyjcVYlUFwKO/PDeB3feSZwNqElztApqi0bvfKrM6oRyDeDDN5uAIycunaTRV11aIbu
QUGYeg+8TBATTyGdtztUeGKvDqIk5NHXXur0YMOh57VE+6c+GcszY6J0pC5FbyIKhpr60kmruhDu
TScj4Ah94jIEbr0L1De0Eirg59X0IJjnf47IoOJOwdiJ+a3Y1MYXcSWH9E7oTGObDsdENk13iEwT
7idepxcDloLxne7U0inbOlnrPXBqC4AWjXu0IvsoMxCciS81TUaRPgQ9jap48nTfb9yCZLuADr9B
hAro2bLLvP1K0XRI+NCle7+hSSui7rPJSufVxiuF6E/89hpPJLXX+M3zSL1Jb0IUu8kmLFz6VprI
pnFr2+FdK6ZDYznjATai9X4I8n7fFtNENpbHv+GwFAj0UUAvJCX5nbkq/FR3XZOoMv9JbAlMlcic
+k2PlY1afZS+mU6JbZuRYAOEBXEOY52BEoKcpgSFVSt023LPBkLNMfeWhnpZM+EhTqqQHAfufkab
wzmmUWR+jwPNnmnbjPdWIby9qnzIVeHb6mwj18frEiord5UX3hfKTA+ePWUJetgnBLSb7qt0Qm/X
yJIWp6qVskjgbwsjO2jQOmxZNVgLIHui2y8aIAvTbICb4yQK/YjBrOBzXRh5Campnmk0wY3BJ+kL
R8kDCYLGyM0Osqfx4OZiqE/cqXlsOwRmwzBo9JNCZxViUFHWcd9Yw8kCdRb97czaCAZsKWutHQlG
sulrD57jORzCLMDVeV8+e5L1O/goP4Jtj6pQVnaQSGMnRV43Dk9E4woc/IbYzttnhkQsqcu2ehjT
Am9OUGulH7RQcJhzuiyBY4eUaPho+1YuJ0PY7nWa/xQt7TbUASw+9g0ewfvp+/84O7MeOXWuC/8i
JAM2wy1Qc1WPSXenb6wMb4wZzDyYX/+taumTEk5TSLk5OomUqgKMh73XetbCMXgOyOmZ04Jdbg9H
jmbic9Lbnd6kacrylWP2Ukd2TsfMKpvW2tPjsfTzSyqRMZ6O2EJVVc4jcECrEH3nHIEKvAsoHFLP
KXf+d/vSPqpu/y0+OPNqHAztlfQSOSG2yTvg/Ir8F6PHzo65P/oyry7YVLvbouMHx6+z9zFF0q1X
RoqkoeMOWHQS97EkY2ThWWANhZjXYyxIzG8FJXuGrXvIaveLYfosSBMqw773il2eIU6nRzD8yvP5
/AznzBHvvp7aWPoFroHq97yvUZynvxuPPdy+R0sff/37Pw6lijreIEw1XQqSfoezuLPj79XoHm5/
+udD2fnwTP3x6RmZspJZ8XSRNvePmrUs8IayDBGVzI8ZFvdO+SuVwwUxnzOv0ymEm5VNAx/MWMcb
1b4NcM3JJAlkLO+yQe947m/xrESA6eYssFj4ay2Nxa+enbMJJPJCWu50iStY6CYA3jam8QVd75Oa
uruhrX4bcOls4QkJ1BAHtmk/EexUVuS2C2+YM4e6t4U/1N7UTBcIh/B28VNncx2Vwu6ebL71SboV
ow9PIMmMC/O8NYb0R//us9drdiIfDNMtXfinLkMqsggryzfgjOoAJ2gTme7qWYIWG4DLDABWrTZ5
GgeqQHq6xNoZObT7KrW/5abeJRq65wJSLIjdjj1xzxNJvnA6mcFQI7HOAFP8UUjj2W6Gk69VjkNM
CZFD57wgYAqQO68hj15tAFuiM0ALkcg0ITxDHVKrUZukJHYexaYKkEaI/zTT2m2/Pt1PLn8+saUt
4kurCjxFxInuY3/6mo4sRAcwGOiJFcMT883jpJtnyyffrgkfq1yYhRY++vV/v7SGIlzHGYBitM7v
sdEu7ydbvk7wW241bd6ljAkQqs2jmxfbCSqoynksOcEerFnpGX8Mrc+u/bqa/PFiF8yjOSZvfcED
ughPHGVONor2wdSC/Gez+yE/ymZD4gKHKjRaevcrwsu/G5nY1GgoXe8SarwGUmLIz6b/nzWs6Zg+
b404ZNbvE2mCMm41jhfE9AQ5xXmQV8WpBKt02xtiN0njxWTWk82Gr7enuEW70fWX/HErhDm2BSA9
5OIgAc6VmP0p50cJU4LM+pDAqBITCiNE7mCP7L3m03gWSRkiX+Uaj3P7RyzMs/OCs7DquOlRnkJ0
0S9SVxu3q15ToHZSp3zU/bi5/S3X4fXJQ5+Xm43Y8EFNwQxrmOm5hTSshfIbfRdr5SqW5tF5sVmj
mlD7aAVfpFt4R3iD+0BOyE5wuu9TTLc0N0u4jVl3boCl2I6sidzxCfEnr7evb8mX+vH3fzxKRsve
YZ62LtWYVThbJhscL6Ir4hf2K09Cmq2xH6uw5qPKYcvkR2KwqG/rdxlXKapdxtPKD7nWTj+707PX
q7Rrx4CMygL7ttzpgdwx7V6kSaO6ck4FMY5GIfB0KcENwkDzwL+6/c0Lr8+8Rj1Bk62hL7EuRIvj
CM8QbPs43bj5c5v/HlIQtMR3H4kBK5vDD3HYJxdKrnPrH3cc1jLbUnE7XkCkCylD6dMX6jEZ0p+J
iqcIadA/akvs3bL6MZQjPbSTdd+5fVgLzw1l1uSBU7HniTrAoFivqSh3gtGNRbNxb2plb4iFPFgx
5k3g2vxLURg/Suw4IQKnQocDFEEpPOHAHVVWc7CzQ672ft7lu9qfIg1k8jdJGwCnCUCmni6QKpqE
zZUd6SPql4DM7zlexFo7KpwpclGqcNdSIBZeaDIrqvOm6onhc8QujO6dBuost8HlTum+l+XRWkMs
f96RcObkb+I4Euh42zonprjS6kd3ZyH6m3n2bkh8ECxXXuzPS/dsDv5ucf5tWKmtM+BVm6HRoHY7
QYEorFVmzcKry+ZU7oZKsH782D47xVX2FaNwswP4b9fE7CFxve3U6MfaGZ+uMT6mwUCORLCW0SZv
hcovjjBWttOfvz9sTuWuLKmw/zesMzg9CAfckKQPQTS+Es7K8YDMc5QL/ulgwOYE7iKBiBbWYOuM
0g2UYeTRt6YA/aXd7Zng8xHI5vhtU6M6PPbaRJ1Lv+DUe1KUbgBgP5V4dkZGV1Qziw9uNtU1kPdn
qRTO/49BpD9Flb4UcjdU23i8N+KLg7jD/D41voIXx0v0KNb8Dp8vaMyfbRbGWDqFw2LnjM4cwgvN
YVdXyS/Ey60smAs7czZHUAOIgh5cIp1z0ddhzHqQCeO7RiVhMt7DVMEbFPD7x1qsnIGWntls1ijN
2BynKXHORvOKd3lq0nPaAYhP42sHcOVlXryo2bZ/5CbgFibuGmv9dwz4bnMd3szS5yzLLoRYCES0
hy1D62isETV0ezwudG7RT/t7qcj9yUJNr8TDancjwD4YIcR4wS2svYvRv1d2H7VgfOv0beULr2vQ
f9cmHIz+/kLgTmJd4zU4uxVQgQiD8TBpXIttIzx+79Idn60qO4/1kKHWdYC3nnn/Rvpj/2FPaxSX
jFa451GqnUrsPky8eO0BLszGc+R0GidFYwrBzlVPnyGLe0a1KXJ8uemBKb59764v72e37vrC/bGs
+75wchx/2Vn2zv96D4duatcrE9PiQJjNGKrwK8e0fIb+DD44h3y0F2gIT7sM7sfSxZZfpCAr2e14
cJBxHDDbW6nMLd25+Xzhm0WcwiF1lrkfQjRz9ixjyyr7OZErb/DC+jE3bxvdhMxCg7LzSOJoqoE/
KeK9708nFKtJmJnJd5MgLWdNHbkwYcy92kOpfFAytHM2y+HniExMBBm+qmxEnEYeab6yUi3AW9nc
rz1lqVnpvmfnvJXbzMIGDfJzP0Z7aDtlbzkB/eqxHqqnnl0GkDklP5bNax336OexLPBddCqwK13Z
cy5M+nNrt+16tjP4GW4xGoF1MNWBV/zbsJ87uR0BJUSS4aOxsxrA1ClIoFaDfxaGxtzEjci8ukDP
gJ1Rt6YAGdpN0JhwngSDyTEnwilXdnURMYmYkbgpD5bjlk+W4Z4It4Am4K0P6m/dJ0nUqrHdDFWh
w9JPrFCYbg5KC+R1t1/+pQVi7sNk2TjFXWlN5yaHyyCGUmJEF3Qg+jsak19QMdg5lANj2N+tBtsv
DOS5G9OwS8ugTkzOmhePqkzPnSOeOU5pbaEPquhWFvSFZ+DMpp4qK5IR3pnxXOMEP1nh+Dil1Z02
jYe2mUKDTSigrol3Fm/jbLZJrK6qK8RWnC34A3lmHUfUM3D8RCGjfU6EeUHeHlocOYqq0EqVa1yd
hVv5wUL7Y+62el52bjp5QPO5G57luxI5uWL4MfT5BlndEq3SnJAA8uOw4uI0gY6WDO031/U3Pe1+
E3+8NLX9dHssLf2Y2UKC1PjWiBGheDZjhYqmvktNdyss+z1r0wd7jSGwsFzNLfxI2rYqB0EB5155
NErlmN2RHsq929ewUCdlc+t+l2fo8ArmnQmKojnPwdtSjtxpBM6E6YT4PagCdsrKtzi/TlExUhQX
rOGQNg2SSKDEsZEkabhxgBQW6zgQ85sqqggOwSe7GNWddoFfqxiIrqIGOosOiIo3yv6MRRASdLtl
xzTxsodKDNUhmcivsm4fcrgjHg1qDC8cwEQ0F9vxyecZ3OXKfUIaThI5aKitzAcfiu5PdgP/Mfzm
o4PuIlJOW+x84fsce7WxhguO3lASgMOYbvz4YtrPnnqw7R8G8C/GGAOfcCzR8oe1q5788Grxsipy
BCcxxwEEZ6rE3ou8igZ0zOFYj5DN2qCzv/LIrnvZz37ybCftGmiu0wE/2Rc/mPpqtkVgFsa+NL8h
Z13jUDemCtlPT6DWmHwrx/thOBi2flLkZfRf3RrsHPdeiS+xSAEXotD5bX2YOKfytc+7cPTjDS5E
e2OYVGSldPPR6PjsN8/25V081qkGVvCcJlmIm5sndx72prH35FX7YnjFL3djM2inbFt1PCDojXhG
E5h1GlLP2SJBS1bjnVTQ7gCVgT/62thkxbjy+5bmszlDglug5tSW7Z6TNsXnc743DLZp0coHdeHQ
iA8JSPKU5T9Xhc5LL/bsMXrgCzqq9Owz2gFQDymkALaJs7KRWNgNzukRUlpFW+vuqtxKIqAGvuZl
cU61CSHP4fYwXFpurn//x1RMmCzL0oTUC4s3gjfb+IUyiLGKaYwc1DdSLn53eNCVgfLk7W9cKMGy
OQairmuY2LxqOve5Fl+T3j3ktcMPMpn+lw0VsGOjhIajZxpkI55uOwpNDfrUQZlAo3X7Nyzc1zmY
3kKqtHZhtT5rSflOIJGyzJ1sZ7ZgdPSQma1d6sLgmHvgSzEOpjGZCF/OnmtXhZCRBIhRCdOC71Cl
YdkuSbdKmTt+Pc2iBgGBjvYfb1/kQgcFJJa/n62XmpOCyMM/F1ULoR2aSGZopt9xnr2WO+p8X3e/
sNwKqkPNnlrvksVpVGogE+H7HreYbEImgQEZ0ehcuyMLd34O72ZTW5gpafnZE+QNJtv4MPZwF7ls
d62aorbwG3tNGVaioVt08iNHDEdKyIP+UHdWVF0yCgBsK/w1pODS0YFdf+ofr0BTupD9IBX0PBVf
cDv64u66ZvROtrky/Icy3eCYMjBEq8eQcPXFl4mTLbIisEEWdwlmXtwr03+6/dCWjp5zf76ANUVr
bvhnIx9P0i2jnj9mIBhT+pqaDWQlF1NMEcvdwMXMevtLP1iRn8zrc2u+YVbC5ooi07p/7yYRmUpB
iSAjNSRBE7+6Vo8KzysEx+EVmpY6P4sOskdg9jDh1+ztCuzHWNYIVe3fMaub6dt1DcJNQQUK2Ta4
BJzAMNSn3ttdcczXdUJNga1HwF/v1y9kYTab+/6zHDJEtyT83Fs9NJ0PSHQf8LoRqR4gvN10WL1X
k8g/5BGf3TTr73HTM8jgFGv4eaQAG1ZPtX7jPdTveJWN3oCk2givG4+pzzYjMhTyzA1xk/Da59B9
1PpC4nc8zV5A42n1x8a7dF0ctc41UhFF6yT/ufJwr5v5z37nbIUCQZLWMdQRZ+x1kn4MBL1jCYHg
7dcVE1s2ZWC6d8kw3Ff+uNEJIKLgLTWIzSjRSK03V4Q09hzX1wLZ9Xja10AIzCHCdQ8OWhx4xFo/
ESzxGRLXMQAo9PJV557xWty+gqVZdLbrULDYso43OOiNwTAp+avOOFm5OwtH9TlSwI39GEPVr4Ha
K15zSz7WHEavVVLkwk+fkwRsBD/mFvo6p06ir9cIdqhSa62uvfBg57TzuL0W6CtWnAQ32zA16sBK
L9ZVmEsJarG2vI8dd0PHQ1zEB2QkuBtm/GTZWhzP560dYKr/Hv9CQ6xGyzo/IUH764RGM7U7qP+M
A9Td5kZ62oVEY2UILE2Lc6RAJuBTNnKTHLFMg423MUV1cvO7AhlWDt8y094DvAbngdqvptcs7Sbn
GIHMF6kWBBp+mxpbbK9N49DTqtpYEPyT/lg17Y+2GvxNl8BNdHuoLxxG52iBJm2cBMGn5tEvTUgz
q3NSmDuVFqdCqdDsyMqEv7QHmzPNlZ76vsC0fkoz6e5o4Yalme9H7NGrKdl1hQPaZfItTt5Tu02B
7pPGqUrdNW/x4tOcTUlObTulbQKwAV1gMDlxMOZsJ4cuqABPsLP2XF1Lx3tRGuv5gUvDdTaLaCkd
4WIveWIpS8Mhi8mpGWRyqhpAjUsE1T+MtIPVc5iSFfnO9UX4ZOKdQwncNMu7ATf6hMaqHr4notkn
Wfvi8Or77dGycElzEkGuYp4Vou5PPpG/q7I+UZhKRlfeox19cqoO6YArc83SN13H6x97pEm4iW0W
Mj3p7IVWUY7SyGTRV9hVLp7uXrRcc0d9+Ms/u2mzWUUWzgB3mkGOvuc9Gf7Jl+0hTRBdB5a7O6Qo
VdAN4rEvrsc3KvtR5slOx3DvNO3DUJS/G7jfQiayLqItqSOfP0ocL8sJcmuK/HfxBCAqNm9ZaMgi
xozlGBBsjlDeZ9bWbpuHQq1hIhZWljk0m5v2mCl9fZVzF17wcrhCll5Xd9ILK8sccmDjRFRy1yfH
uNPPPjW+ul268rCXxu11vfnjYdstUcXkcnLEviHoSXuEiOqagpj4amWaW5DNsjnbOvUbqG04bs6U
85A5WNdRdqRPMrHP9o+WgAgcQSS/mciOWiJI3xJQ6dvSDnwPTHFTRQ46gA5kehb7qTa9C4HFV1fQ
0GN7nucRW9uNL0zHcwiC0ZW1lcGPdTJc50fC6h03iy92EouQkTqJBrJWwFp6v2aTU5YNqms9iIBj
fUddAdU3PDEg5Ak+bmRt7VeHzcKznSMRVM+LBrN/deqdbttU/r4ZH4lOT51n/dusN+chJFhAPIQx
9SdvMDfInz72KCxUEMPS6t9UYrD9/D1AB4YKgvIB52XMeNS++x3ZgxB7rDTIltb9uR46tcaxVboB
y7apIzi4Q2k9AwqdhWqq38qJbrBCP8S4ulWs5MI4m9MPEuD/mDN45EgY5BsTh72Lb2Bo2BPC7nQN
AvXtBWNBScjmamk5wG3IakqOLYO14U3VYAsNgGNve/nqIQsUufOB1eBe7gvz1cGcNf1bRBKba6dR
+vVzD6bxI0JDtjzOv9DUvBCreUvXkM1LN3F2Hitq2mM7gWsjIOQbzTfktL5Z0nh1M/+wqmdamNXn
QuhRpI3PGmzIkqR8r+3ypyfjn1e+9u0HtDAPfDAr/ph6Acuy+swEBBcnLsa3XayDoTtb9s86k9t+
jW+2NMLnYIKa8yKpOB4GZN33qTJAwBRh52xUs9XDVgzboXo1cRK8fVFLhai5dhQzW6eUheENj4Fr
RmkF5rWO4uqAxElQNWwRQimlPblr7DYcy+IO/fzAT19K9q0e3ZCKHzYjGz5moeu5p2INS7VQLZiL
TRNpOdwQuXmsxZPr3rd9tyN2FnXFcMfS8R3OwLOVJmuEk4XhOVeeyrZHooOAysnO1eGKjFUwwr4p
Nd5749PtG734XK+j9o/hk7qGlXHPik+ZGYdNCox/VUS8UfcjcWlEbO8ATtHvyoeo067HlTrjwpIy
5x2oojbTQU/e0Rzql3Jir405RflAoIsmK0yFpa+Y7Ug82KTqyebO0XALunWpHaNLYzjRMAH7h9jx
fwMNsI/j0h/3rxUDYu5cbEty9TK09cEH7dAW+hUvxe0ntHQhs4MPR4RSUjUYBE7+y9dACvY5fJFi
A8Pp7S9YGmWzjYSLRmanyqY4WZgJHwXPv/ECunSEVTzAGfs+rOk6F7afc4YBJyNok5MrT7nf/uBG
/XUy6YoEZmGKnZvTyh4xoQb8wSeM5gfXIGjkKP5aOSuHpqWPv965P55xnsiCov8sTwjALgDf1Yfy
egJFOufKI1i6Nddn/8cXiDY3gFFojaOt5aslihPNuv3tp7uwPJDZ+10gVRDOw8E4ltp7T+GTR92x
+dlliJiNYZxXI9kTFO9vf9nCUCLX6/vjOpB/QVNRJNYR54yDSFykhGvYzrw9VCL+vdW2K9+z8E7M
/RSNgfyv2OtjEG+bO0EGNIarR8iG75OmXKtwLz2T2d6g4yOjLi3FSVnxGHWlgmxGTCuz01IHYS6l
9vy2K6wWCMUWpva2GbJXBrN2m4Jh7/3Qw8EU9RjmCCiLexSSgAqzHVZGja2LB1hr7LAUBk6HPAMf
HmbmEqjq209wwcWDlKK/HyGku1Y5QRZ1Snrneaj0N+ry51T2W3pNER3p4xDnwF+n8aazhuecDLtY
tuHqYePzV43ORdlFykwwoI30VI31s/S8u4mJiPZrMSCfD1A6F2Sj2I6uvFlnJ26wd9oVetfCaRiO
GXAYXrwh/O32bVy6jNmMQRoPtCo4Fo65HOCvK1qzj1iduHDpwsy68qw+fwvAp/j7UWUGz7N8VAA6
VUCoEPjLtaOaAAKcMF9r9i5dyGz68NCmph6i4k7ToN+zJL9I3R5I/OP2bfp8O0X92XyRGhacrLnd
n8Qooj6rTlZcbqlbhde0xI47Gx/eh/Xq7NLTt/++YXFem4qKpj7FVv2rSzIP5lm8hJEe6Itfkhdt
JMZ38JnTDRVeuW+RqhxmBTLJBp3kYSvKfKvc9ly6IwlBH8T5VEuQvG/fi6UfN5tvbJ4YFVCq5Ji4
aVBm3YVA+GolYwDj5kM1DCtr2dKgmW0nLI2eXQ2n/THO1aYlX2P/m0KCk7SzlQVnoVJL/dkMMlHX
GboUi0BqiS9Z7D7nyFlGNACgDTS34ejQW26pn1ai/+fC+u7GXnT7Di5c2lyL7aNhNWkDRFruiKiZ
YMpn8aOhIPYmazLNz1dTOldfa4BkGB2wGfO6KRiSCzblOkHGIoGW5sewlttrL4yFudIaSKRkHIdM
nTLZ5ZHTg9LdZPWrXVC9FRnYCpTrKiBC/hBVAYBGRtHiQOTmXlgAAYDGcq4tdS/bMouAebgmUGnn
+2AM8B+7+nuHpLXQsJ1qayHVhEdJX4PgJL06TPvY+T7WLTokZh0rdB5VGwLDgoYfola+DlesjGFb
5deGDE1kEYZyaWGdbI1Q2qlha6e/hWlhHmaVW6OryqzMTlcH28aU3h68IrTb9A4LshPSHJ311DNg
4zUGf2XwLEx0c/25HXdG62OqO6JtCJfV9R003DqI86fbg/OjofzfKjX1ZjNpMlHdQqpdnCQQtk1o
sewibPEDAICfAEl27j5BuBP4GYbrgdfeu2iF1dVLD1bshknknojYveSjhiwNyIW3mqPfYQICYZrq
nnjspU5VChCeqC61bkKSp9lTqdiT4eHRZL34ylowp63MM5MAfAD2ZYiNi52Z5ATteB6loG7EoidR
mtjOTpiwF/iyeAY+LLkTsfNAjGs4e42sxtqudQR/NAaG2Wf1RtnUfLFFB+8SEpRhuGD1pbb8ZJPL
Zjy4GeoecdwfQTH4eftGLryCcy1QU+vYQii9dyQZYjrNqb7nhv0O1EEfZlJt40GTwIzJw+1vWxiK
c9mP8vzRBRQackW735cFevQqRzs0r+DmZhbyK4F8szyn2puyVyungaWhOFsVkbfFfB778uQk7h38
caHTur9WC9QLjTw6V/PXvW24EsL9I2g5RXeO0++5/QqimM0OPD5PHgl04kaUXlYdTQs3cS7o77xq
GO0eJSrIBNCB7dtnRH2EMX9FuSSWP2nq7m4/rYWyEZ1r+rGPI7UpXHWSiIq8ZiCX9RefTzs3A/qm
cr+bGbCUwzHlPWKJrUA6AD6U9lcgjEJd8RhsV/ldQAnbIQiFcX9rQ32VglJ4++ctPNi5yF8lI5de
j7Ah1EtN/mY2wdh8u/3RH+W+T6aXucp/aEiTVsjlOCW8/sLhcwkRb+zs27R5I8hqAuHhOI1WF7TY
BEHBAV140UJzwb17YVm/EyzMBTXukwRL9WikEUFAccCFESXaWdFwL2QS07lXwOClI5RAk6j2j071
S/NmYzj3ELhgWBRX4s/wpVDn3oPuH65PcUKTLijNYwpzXc5gEOD44/hiNYixHvWxMrMXmG+PVhcf
bt/D6/v12S2c7afj2BpsUkvr6Hf8W9L737x0fL390QtvwDwODpwNws2xUzhVJdhCk+xg196mTbNh
Z5loTMFW/Zq4xVPhr9nWly5mNokYxEDcBnfYkQ78rTKKZxMVntsXs7DPmivHNXh0puto7zhw894e
+4eEuu9+k9ZBlZr/1FCkc1nu1JbeNKKoc8R8i0zKSaURK+pvmnFzn9fWWkrK0qXMdsPKRja7gWF5
guA9CwzCk6CwuBek3fSwGmu09CWzDXEea1ol8C4cazr2CHVi2ARL5z6Z3Cmss3/LnKfz6DZdQFbd
xaZ3bCdA/HJ0B/ck99c88Qt1ATq3z9gKNBks8IiwyXZ+2UMgD4DKUDUhJQfSuk1Ql0Nw9eyl3Adf
AvRk/P+qO3Bp0Z9tnrzWzCoPCQdHi9aHzvR2vLCHTcbzMSrAXKi2xdqBd+FN/Y+ZpjSNdIyJc0yg
PAxoDpy3WVn6i1slv0GmxFE+YSF4GoiRTuX77Rfqo8H/ycwzjzizp6mySZy5xyuzlr1MYMpuqem6
z0PmkwBdjHtlIC44a4scPEpxaFV80FYOJGXF0weqEFgSNqZ+9rIBMY/C3NdJbe6TESHaSQ2+Smml
zaNTJUNEppoGYFRwHVCGWHWeZcgSTZrhybU4gbHBc8Gt5MBb5n66A7PGDzujkAc/RppjOsr+BYbl
6PZlL5xy5mJjKJe6voCZ7jj4nh91Mrb3PZBB4Qg293Fsy3eFLf/KrnHB0Q1F+t9n/67TppCdSUEU
QyimTPIXl7QjAux75w451SKwpH40beeJYh7eNMAvb4fS08cmtt2AWvxJuxUPKkXW3qiFWWGu2xIV
ZFK5m+qjZ1b30+Sjc2/Qk99f5FrrduH+zhVbnQ8XajIJffSxATAghw6oeX1rXP6mrlwKbfy4/SAX
9jVzK41poL1y3bUeO1PVB2yQN5NXjaFwVtUfS98wm6dbi8lRjh07mtMwbr0G3WZXucbGzeJmpSS7
9BWzWRrGcJP2VcqOzM7LO8Sy25e0vKKaVF0/3r5PC2AROhf3E3NK22RQznESxWRu7UpbZlRQD1Tm
slYokGSIOCtgmwu0zYpngYMujdqRWcA8m0U3hVZT106Qg2oKbzQasFbN6MHB4edVslF8SVNYARDB
hdTVyvdahHMXTwPpnkmhnHM2xTDHwa4ZuBJhAXXXEKDuButBJqDaO4C275MWNKIka4YvGdguB4C7
sAUjQjknd8y/TgkVmyIu0l3eC10j4dXuzR3YV3pX2Yb6mtmFAQgOM/YyFk7guRXdw3eGJTWTzauw
EnOl8LnQtAR/8u+XuSCwAyh474/Szv2nckxeqnioQoVWL0hLowgRq9TDmzFCH0hgLcsCh1rl2rcv
jJS53t6ue+RGO6lzdCzpIT6tj6Pa6HFbrezdmuA4wfwtN2zCYhEXfsiUxfeZ39R7aFt9PGAfnYVL
I3WyVnG7lgg/WT7mWnynEdWA4FbzyLNqQyRYzzRLNgWoSFFVyAmI6wZtcPhEzEEERuEbm8Kuq+9c
rozrBW0W/ah5/NH3iXWTVMov0Ww1wHs6iCp9GgvIe+MaNNx2cmhQGPxZ5eRVNsK55L0cIq76h5pY
F0QGgkuMYk4jpwNAL85PzLivosM/Sq34f1TnDJnk/aXKvD06A07Ih/pYd/Q0gMZ/hB975XiyNFvO
ppi48ceh8brh6AyI4DTFDvjiO0oAjK0Ttk2EXHta1w/87Gldn+IfN0sBJwlMK5+ODmztltHjZJp3
j81QoMVfvvAXYiPkvsxVt6OgHjNWbG/PPgsXyGYXCLIsQh7aHCem8kVUowqH1AMODF6iIPetbjP0
jVj5Ktv56Kh8dpWz6XSCSSCTloSAA8ma0NnFaJvKOiyIbYDB7scw8zxNQ+80vyROrWDgJVMyTiCi
J4NB8kB6FuPwwaeYHMsALj2VOA8CKcB9FtaNiXcubME5wkF6wjg30xBdj4y+wFitcwr/EVTYv0VX
+WLEphTF2rvESZn4CStriuLwKPrKxjEYZFd1Z8kh24DbbO2EpszYNKQgdzjWdHKfIxPV28S2b761
vKp3KJ1D36GhIBdK49SGChtBOTJm0YD49yMkFJhl/BZJkvvK8Ng5S+zu0ZSEQ0kxSTQSOp7GW+mb
v0EOnH7xHjLPDPGLAO767St3R35XiMz5lvtjd1/Fimxj15m2w8Tz5LduNMKXs9HJ+D3yaNu33POI
sYsLlsEQ0zW1NIMGK1h+dKlMjCC1sbHwJVKlmpwkQT4Zfih02ntR3bF847Z2dZamjH/Joirh0Mme
y3SiZx/XgM0tzLchIiF45BhpEqZJlyN4AuTdwKord1vicT4QSZz+zgdxH1EVTLH7jAl+b3BX7rMu
N42gk6YFbVrGG4R/jFb5jHhIp0BNFRHkSY0uoiscK7Jz6ytIleQnp9ZvRyMFo0xkjX2mJwqAxDIi
Q2NCSQJwXRblJY4VNW27LTBgTbrxpMHlHlnq8Mf0TfkCsq+FOTmLR3mqYwzr/RBPFrn3odjlu7gf
qmGf1Hy0v1ZFWbkbo1D4951m4xjCxocaau86OTDZjnnAAyjwK1UCR/uhHIQHQ+FgInskkMBhJC9c
eIN1cpsUsoyNCaJf0oaGArvkbHr4pyipF3041YI8yFwQtJIcZW25KBBp2HcD7YwIjd8Cu3ko6uN7
NXb1VmK8nzNdD9vOLhtAFcCyRD6gRGG1sUAnV1mOKAQ39TKyZU3lkq1CN9hBIuuIaOmozCecmgOU
eosSMHSj8y6s4lX8oqrKIfeFZ06tE3CskSRUsUrBh+u7KjN2qDQCvx9KNSC+y6Gqy7aWbkBu/D+O
zqw7TlyNor+ItQCBEK9UUYNnO24nzgvLcRwQkxjE+Ovv9n3r7iQdVxUlfcM5Z/sOPq8PouT1/uRk
LYIrDVm0+wXfpVqgIBk84X3iMzifMbfNc3vn+24t7tat6/Sn3nNP33l65Lc2vCfhM1kF+DI3Pozw
VOiwlScxkq53WdpsUAciJBF+JZ1bm/Awj1us7jMy3XOS6HNBOPkeivZRGf7AcW+MQxQYG2mbPQNP
icQJt4FcTkXfBfoL2OKIlbgI5jl/7AQP4llN8yxvjOlKsrjARrBY73I8C/eWdKL5qVJTnpaDky2U
+Xk/R8kYL4v8WQshuvd+C6vumQVWqFNNkvb0GExeJy47IM71X+kXzvyMtV33d+zjnfxKKD2PrFeU
cKKtLDr7JeKhFPfKLSv7DtRiRRQhQu38lzdBZxciQCOwc2tXCjTJ0dJlb/ypdnrqIAiQyL0IR7UP
OnLH6VzaTU5p0IzkVtRRsE4o5Hiub6OpcaK09+XW/ZRMm0L6t7rgOZ4aNz531RT397vILdktZdn0
v9xd+c39FnRj7kG17t0JWIO0Ql6j0tr275AR598e4GX437n7obnUK/7b2w6tt3eRRUwxi/1irffr
GjczM9SK20ofrbsG36frRBDIz3aXxp66qe/Enc9ptIWp0SYrb7Bq1tnPmUlD9V8j21j6SdsuWUAn
Vu999gC9QzbXlddUPg8Yl0yaxdC0rmWbhfV7m21jdFMQ33LSQ8EMsV74/cd2302WSqS3/XPmm9Gl
AfYqn27Bm7cFmXc7u/XFjUu9tqc9VmN7t9V8MA+ODLS1ZPRMjTxzEWFc8WKNkQBWwtJ+RQTsyItv
Ot9NNAzpPBkHOQzHbqxq7+8+zM50brzYrmUyDNG8JbIInWOO999pWMaYfvowPmvjp7YGooUPH95w
7lDUu31+M3qSAdpYx6W7J7tnuKDisNHZn5zMdecl6j34fW0vi/UcYAlUdx7rGvVZGt/z/rOV77Sn
kkiF7JfwBtIZmyjoLW0sD+m/mfoiuhYs7nuXhZbvBX8C17fwOvfAwc3SzmubhGy3+69onmfkZWIm
0gX7poY6YjSOhPvKunK9W3pBN5CwSlLVx2SnLIZGUY/FOxYYb8YXES1j9p/adAarIlt8efKjbc3v
tDCNA0d988Li2PiBuK2tszjnapj68HZhZq0/kOr5LBu8ZfbK8ZhpP15aUvgYFX+S2ULHzV/UVBiN
+XKMG1gkRCILvBp/cKMU51hY3Wkf5zIpx3ku5787Eqfqo2zD0n5YwlWjJCRAcvtPGXQrr8LMS/U1
1RoxDappR07hSWrBkCe1tvOIGCk4ZZ/90nHH4kKqSKGWA2Id21+mol9FfuliQly+GhT4XA86FEGW
bruh3U5ULbtwTeTe6FAeo0K7IdWI3znzna96nSVtnAURt22WjQzY5WCHEONbvOGcPxaiDU1wjibI
g++jdpc1PC97r6HJbQGD6d/ARnpyKOQ091PabJkbTIna2nyWOBs8ByOU9TSUlVqZscIgLmXuHTU1
m9PeIJeaxLM/g2xdDmKNZf9RUmN2XSIqMECowawgeyfQXt3sSa3wod6E64zQ7ahm20aE6CMTxJLb
OlVXJU4jQNuAhNmqS+S03vwvdDsZneHtON25oH0mg3KXA0rxqCkpmFZN6KEmxz7K8jrZmlm2qSzn
fTvXcqn8dycr2jFdJxX8YzDael9RM4uKcFqv4g0M/ENtseT6zhq6iay8MjgTaZSr2zj33fUyOqGC
RxPuHpCfrmhR6C1LU50yGjP3v1ZU+Z7K2Mm+QTw+kep32+jM3qdqfPcSBF5QnlXI/Z3mrR5DAB7z
XuX3BBZ7/r1Zt3WsDxm8DDbx/ZI9wSRu1Q+vmef+Y1zFdnW+k6TzZZKHupu+7Qs6tyBaumb4jbIS
tTAvGfradajipY+ToiX4OlVClbFN2LfF7XWhsuTU0KWeknjFYKFCL277hKpqCdrzVlnff/F2ueZg
AiK3X28aaXT57Hhj6N0Goe9TrvHV9TZziEQbF39yR/TDRenoBuCBuQJocBtO2Ni8L13sTHjYYIgd
y2jz1TX0RjaZbTy2+MMdBjn6T7Vl+Ej2uXCKGypruOV24OaClFQ1/kvW7W51na3iAZTQGZiYMxa1
zZlovZ6fREHKmC58fmv1vAPRuQnGRv9dW81lWGb7JTfh8i+KxgKSwDK3c/ckZNZOd1FXbOWjQIcD
V2pdh/jHJrZuu4B2bDTGoroIxW1Ui207kfMwmq8Y8FV4YtPlqvdgiqblR8jYS/3I8mbIPkt+Vuqd
KoKs8TuzkQNaZ232Qj7uTVwaw2Citi6vzJVtUhAAfqvFGOAwl8M4r98qC5ewJuNir7kq5MSncjW9
apDgYuPwqzkaOSvWqnzM5JQ7VJREQfbS6Q46bhBRpLNi+/4aIk6cPRzlzeD8mEyvuyX1Ygqg7gLm
iGl6pLiqbZSpuDgMcesIirM9jP5m7aIEJIK5I2tXzkuor99UI5P4y7xCpQjKH1HZ4HjkFbY7qL3S
BFoRaTW5zX2ghrYrQACopodpWNXGSyZJ8gj3M7nvIx+ck5f7PbzoYjKHstu2hP/uoE6rw4J+lAuC
44/Nbcb+Mx9hRYmNILa/YbY5zxIU0mlo3Gi8bSnT7c6J5g/7N1bEyV95aj2wmGUnlyuGdzOQgdBs
7gP0TAUPPYvDOL+TUiHGQnJi1JTyP64vJJWrFfpMFy/rfR97XY8/L9uiY41c1X2mUNBuCrZoww7i
kLcTvQBpofhtBzmp5yHuiuUMJSW7C5QdURmH+ZmSK686zM1VTH6upix53CkDm7Tzea5MOkAdH3v4
Kybseirq74FW4c3OvZ7KfsYaWNrozwKP6G2RvvqiOeUwO8VbYyQ8nWydjh26yL+bZM4BlTw/2dH1
t+yAGYdEiAOHj5i3tFzwQfbnYGI+0F9BjBm4uEUPCeoYTKJZXosOMJY99o2wfY6Jd1dCn4Jp8Ken
MB4Z0ZEi5rzrHngSY1U6A3UQW6sr9UZnrOztRK5Eaw7o2DZ0I6VDUDMaBaaNQXgEdGbbZLWxvS9W
4X6MCH+KDvK9U/qwLmYQL1HSlFh8fvUe4UtHR6ztVCXVvmRMXdalJAvKZlSyU1IGbu2n4Gyy7rfS
nVrSim9E+KJ4EaQC9tES1t/ienss4bOAzhgV48bGkfMOiMgWnk+729XzhxGh55035WdogqPVGZw3
DtlGDvSuTrWle+GVkBDiwV+DMMGnmk9nWRVhcb+tgxCXZYrVRIZjm7dFYvOGJca4s+0Mf4xhWQ13
TRsQxnj1qe/fx8wVSTRUhuuRGQELrLo60AF1XqqWKfwmHQr/OFTu+o5Y0zmTXBU8ttPmOEdn5d+Z
Noqvvon87mTLvrznWZG3Aegg7+jZzTnYuRPXRmzzK0gA82OKcIIkAYJn2jW/CmzisaDZEld4kYlf
ZRCsNz35P1+iHMVyNPVSEaxAIuSax/JZzbRYlCREe3q0hWfNSZuRm0FexLhUT6MYOOHXbBc32jTD
Ld+u0TsQvUPEVh/v10q5oMzsbqm+wQiHrqVAWQdShjbVHLCuDOeym0nrCPfxMoowO0eAzm5KzQGl
vNkcusaE957HwMYrupKCDeGYAu52SzKMm0Yj4oG+LquD8sWCaXY053kOuvdxHjm0TO0fyyzCw5dx
7DpNGyVCLT/BIVW0ZQGFk6Xl3uvRTYuSM2OCTnGoLKmEygQxM28GHiQhvYlitjxyWOQ5KLKUtSwk
VuYX2clW7kDHZOyVIOxPixqMqjGnYWsifh5tqpVAmDHj/c99bzw04BBuCfr06QJIget76f3X1Rwf
gXbm99pgZOuDQT7JoSv/K0WZXZt8yG5K1QPYi8nsFE4vDw1B1NC1xE4hKnFeoOOgbCri3rks2k7H
rS8p6aRs7e9pK1XSZXGJ2cuLXiEgMq2XIj+pzG8uVUcRmJTNiq40dJrslq6a2g7/zbmfrbz1o9h0
ScjRcM7ZSxEfI4Qt0jULVHPbTuH6B747BTDNbfDUV0bT/kdr91WFvXsZA2d7CbB3n9FSEJAj2503
DZLQMSfOCxN0332286JuJynHH/na+Tz5vmazIMnkL3gYTn2Yr3CuO8b2Zd6keyx40AckuLUetv2w
xXY5NU4PMsNFLPOV141+LGOR/zJLJRN/dpomFVCf3uo2Q+VZoW2TN9o11Uk3Vk5HL6jbH2Ged89d
UIcfmdfpf3O+Ok/DIinMsG//txvHEfdCquJxHtrsCrsrdpKV2IpjDcsPHWk1mbNmI/JhOQf7i9wZ
cx3x12bnMszW5RB0tVscdp1tlyz28iIlmZ5wjsitSu/YGYOtVI3zNjA6gkxyrLi+0mzPNu99bFbu
5USD/771gmi3b35ol+g2DmdHkznWOGNKt07O5bjHxYPYo/xeeLL6Hp1GNUOkZvt03a15l2tPPrQT
1TufHS0ibeXMPIF70kltpIYfBMYbkQyTGOt/mS6r7kA+sXrIS3+Vx5zt8ncS+D4+5R4lpt3LCeyA
X3+HQas+f2A11FUPO+VvnlY2yB8DP27j456TzMhPT31xUFz1H1KCzME+Zk7IJ4d/Ge72nZnnQpCp
EkWUkPQXhweeDhZJtWum8uD7OngUeObXA8GKbgfYKayBaw3OAuIOLtFAAF4cq8M0Rl1z7EUp+msd
cfulTSN6Ar998uQc1YTPhd+P8t4ZrPoLt7ItDrIaKGg9oirf3S6IeIrx47upD4zn+9VONPi12uxv
arzxZ7bH2ZfpBxEmnnJgTsoloDQupnb2b6aVLvOwzfE88WUZ3V/aLNMDh4L3MbAH+hrYQz0tatri
xHUBY6bOstv7ZYnlzVLkxaesbfiHki362boNQX1cIrNzuy2F+Vdk1G+J3wVbecypkx7mfSxIUlpF
fOvlo89hbkf/pbJUb5BrvotSwnryW58KpDj0ZeuPp2wd9/ZEGtVsrtIzDUql7xFIxF/GksO3gHRN
3TDUqPuiPgi/NtFPKKlBfczDCemtj1n0/9oK8nNs6FZ5kxBQVO1P4xpxsqmA8+9p36fM+bVS1d2E
A8GpFSg2edzdlYkr5pIqZsWz2B9+V4J/cYNVhZgmszx+3lk/Xph40JtxKLoZgyFVm7veum5/iNrN
uURZz3lRmF76P4u8ix93fzWvxtN04Htks+EQRAWzD9tn407+Rr2O/Y9aBvunteV0WV01BqmzNe2L
IHT+t2Oa6GwGZfXt1AvKv7APqvGyLVq/yV0TkO3Szz4TsZt/lXtVVxeon/t0GFZGeyfZYAFONr9u
3mtUuY/xOLcPXYSOLs1CUwwpMws5H1p6kPwmZyo/XfgT8Y2P6KY9w4SW5TGQA8ENO3w0nB7KHbpU
SpSwEFCigp4D3YU92iEQz/Gy8YHy/y56krva/dFt0OSS6e3M2WmF7Ac/LjCqvV1AVX7ocByRPG01
+wzZB+rsBgPqOZoTivBgXNDFzpq4UoazeXEs/A2+oRZrbm70XvNNrVg3+1fet1ymIQmAV03u7c3S
Ws+9+rx1H84E2+JQU5jcx4JgxFPmduN2jarKBNc2DlABT2auniKpITRP1Q6dPeFmk/2V4UFRpUPE
gOxCWMWMaHpq1G1WrKhj/T7iGmrlPHuP1F6bpUuYbXFQ8+pqWrhyZjvXi+/714clGV9ym1c/A+0W
3XNsvcJ5jjbP3w4U6GY9O2OX21MFwfJpmtvyo7I7jXSoN8aZUPgqdite4H1iBKACESocc8zwXd8e
3GEQ030AjNzS084gzXSvo8eudOY/g520uISVgVnlOQxW3GXu6oQPrP4I51Ico30qSRhVG8vXVlIZ
DDRm5qRiUAMDFocoqTTRRUA+QZQ4nZLnjW37lR1IU36KbnBf5iFv6IWGDB6mOzX9U1QI98oI8qmo
F/Ho5e5+49F2Q2faDEu6wc/gfOq2KcQZoiMewxbC73sX11uZkEs6Xxtpy+Dga9gku78UtMx7E6Zu
Pw4U+GYBu1kGdOnL2hKUuoa5e3Yir/vZd6MfH6l6B4Oa2kzdmVjqiisZYqRJuspXqWFQCTjIeGX0
MgdFd0/ofGmTkcryO0OpsS9FS6wLp8uCeNKr97+FmGJC04oYQVDnz4NNQSe2iBt6jn6mvIrqItTt
mFM/ORRrIEnw3SSWoObiuMrdzPBK4ri8VNJVIFUDNu2nKiiaBRKd1PFhyd3wKMdFsvPY5GaglzKx
IeXoO/pUBG38ECpnPTiB0p+rqKqZHkO786l0B0Oq1LBS84BzOUm/jcvEiYVg0tx1uYvQ3TT2urfd
1h9bsxUqqeuZ5O+mRwaW1kyfrtEk5CNz6/BY1gIsbhbwnEB6foNezryKfBmZEHCTNW+5Y0eYNGtc
U+rBqh0OqwlKxISsG79fCiSkZImnvE8Wjwh/0ba7CypYEMAWhjhhCaHFJTHR9Bdjw55ljocXAq23
3yBLw/AYNSwQDgsg0D2dtOYk8BVJ409FvgIx3veKBK+sq16cCsjzQ6/qdaNZX3LgLKwmtjTMnJXp
aBO2HaJXprgHvnhRm4xdpp2EVdr2YvJ+m47M9LkH/In5X2I7t8OEldfRRx4XVftvFx2pe7SXTAvc
Dvpujawpv80GQZB22wbtnJSAdvenXuZZdR6MAyEpyC2JgTS4T9mUZ0UqW+x2R40UDA94FFdoE7M+
f0FBhLJ+I9zllc3a8NV50aZSaqnyEpL8fuae52bK++amYS62ngRd4/dmYS4e9cIzlQz5Voe3Rb8U
482mIwltrmTOcJnyuFnTutzqD/h0WZqbTP9aAjm/i8bb/m40NjcM4HnqyPx7XWvPF5SqCnlFlfXB
40Rrc+WrhZJgg1pM0saAVY3upo7EDQhrZ3z1TGDlWTam7lC2x3o7sBxYHtqglM0tC6w2/r2tO5CZ
eaD65sAYmi8E49vnsBd+flrc2Xstc7Zjue7JT+UuuZ2ImvxLwxOO53WHTM2Qw25fVg48BblaPZM2
hKaxGJbwxJrMbHehZPA34+J+VeTlwfsGakpKNUlVY4CX2N8Kaore/o3NOs73ecaOMG0lCX9VIP0r
6ODhzi5EXRWu2rsDY7kCWiHYVv/Yo368Gj5oBqTGowWNRi44qjmNx3cNBsYOjEsxRWCfPEfN6v8F
526cZHZYzlhdzv/minkxRz1x7SbX2dtW92vE4zVG5pg7w8zBs/T2PnRW/a8JYopgUgCjEMx0wJYl
yvVy39m2J/nDqurH6hQsObEL/rdytXEZj6T6he0asAjuVXsD6tB72Rxh/raF46Zz5xuSAtmVlZwx
HHSCylAQzJ4K381v9m5qT4vgr/dcW5xGbZj5xRWXTMOSh5RjVZwYC3eYm6JZE/fKZO2lqmI6sXzX
rN4HN7vvtKHknavVfsxl1R+zIQy5VZyaEEPl76dMExHIziqHzD7HZOZE7fwWrRMIaDtwhuBFje6X
JuouYiPskt0Oul06MPbdLM0ObR0ODAGyXLyPNRZZbPn5M8oBdbSgOo9rFy4/JweykM/K+aWPnPqx
CSt9YMxpLkWUAQrpBSJMV2EuZhrmnadscGERMUDgLszPwKgrvkE6oy1ReeQfmgY5z9DsEKGGDXOI
XIoPz+vbW+bfAOUYHz8MjWIPkVH3HjxWWxd/ZAbgDrm+n0TrJ4xEvxM07XgfrkMA57aGm4UzE5hB
A+vA3cKjLzD3hGsUXhqTrZfAYxnbttt2R7OxIcyvHcjzjr6UsoZuXxt1sk6znxH313cW3EVKhOxn
i6PqwB/FJtQNmU4mU3lLshkNZyle46eqDN23RRv/yGLSfWSoWz9Acvc+edjFcQ8KA7V6zrLjaly2
HDmZTkYUiGHbPUuzai4/RM7MUDRufhm1VxyjfB85xR3nAy1SxkBTf8CQaM5yydRpVmvz/VwEfyOE
+FOR7oLx4LGUUf1cRNqemEizFs3W9Sigsp8ju0UOyIf5zzQ7jGbKab/2JvhLwf1FZrl8wXG7HYlx
dh/Wkp3Vwpz+1c3d6Mza1z9qKF1XFQ/Ow7j0H7IzXVr1BduVHE9JMLLaowWBI8d9HrwyWSA6sxoq
onyy4oTKruci38ovP7DmwhxSPteDfR2jWr/Vrgzqw0QNcO6LMUv2rKqwkFv14pHKB5uDeQRk9Rhy
MNorn1Qe0OibjVzkVt5nhCqH93MOjzs6NPQrxUbaIxFF1XBAyUIU5xLOC4ThYi247BHGH3tI5Md+
Jb1odfS7X+Ie+YB4LdbqxovcVgZpHhnnMBV70cDnshMXYSUd9jFP/Va6+V0zjb5wTpsEn8ZUytoc
OjXNYzj/nBG9thfKNjDGjFJLw7JqGwIY5+McfIYVhOhHt1ijPjUwdoZ/ehM70YLrUmGFL8ai9+/3
eFf2Q+neNTe83WX9GfooCVhzD13x6PeVFHf70FTHIJ8b/+cmvL2/8SuvYd0o7FL0LzFmc9jy5exx
S7p17y3/xdNQ9F/KWWS/JW2nveFdTfwC1QZJmUtiUecUhynAbHcONi/+PdmaGjqIVP7A+rPy0mFu
s//748rUj6x9LZaJrAXkZYOTZnNfAgFf/IjSMrB2oZNsLT7xJOyMX3xsfRWw88ogR9QPOs/6NxpK
kBhJzXHTgJfbtzd3xef0HGu1FCcy4zz3ENd9d89QxUfOUGVV9292Mtu+dmW4tS8eNuLhEGsu/vU4
RAtB8Jova3lnxq5Hj+iRv0rfyRorAKUXt+1jay2WwxWgIVV3tTGwPtSLN7BqINjStDdxLILtDnlp
lv+yjtnUI9WWq9+2Jdy7ZJ+CbnnTbc/D5ONIpWwT2+K/s3hV3lPFkCX/Vyjb/psifHSpMIht9XEO
XUU3a5gwXM0weeLApGl3nih9bJ6OqnBe44WnBB9iUBUk1NOSRhX0+D7EpZU7E+4/Za1mbmzDeYVx
rgo1rT9swXLmqEdUT04SGZStXhoaS37kSbqZO/3zlg5oYco+z3wzbuoin5JR4lE+cO9bMAeZ50y/
qtBpl6+YkZLyk80Z1qGlHiMMdj30XOvMlLmeNMu/ce3yn6J02IjjGRfKuTZdMarmWJI82N7UPpKj
b3dpbDPC7MMGFPqwDNt1HJyxMcdobFT9MK7DGp+jolRdf10iL6csypXcfwfz1OQHYuQagwhtYtN0
bJo4Wv4rGG2J53Vyt64/rmM0ySyxczhQ/kpvDx8cTZ3L0tpHoeEGvENzgplmWLrEcfL1bvREJJpb
elK63aT1ySH8G25hGBIgPUu9I/8pDCMLcpii3AwnrADMwCY3l/V9zz6s/mSB1e4/Rw6s8F/pWZfF
pNT1ogkYUU4YNNQKEVo5dlsVr52gyUYrL9092bb0ToV1LOrU3XOYNpwbPsy8vnKe0MBd2tb4+y83
n8m2FqNVunphWbAt5kG5ftS4R7Xrfv8jvVyuHzXZ3ETwrJus/6xMBCboIELkxalTeu27w+iHe3+f
7yywMW1LPK8r44HmvOdzLF66XVCaoneyoDbHFhmzu/MSEqtKJO7JgqTsH/P+Kkr59tVqPiq7DWBd
GZPdeyGtmTlxl0YkC2RTSH+yCc4J3umm7v7wZS6De9f6mnS7RSwgcbDb8e2velEcZm9U+AFt/C8v
XP0xU/+slj1XEeLlqwTygvzcBflev2Ry5Lre3WZ44jCR5ZXlVhP+qJSessfFrWd773TuvN0QOGZP
HolZYJNahDcljxu1ydyrv0VcVvinRdnzFc0pKygZe+u8NZzZICXtXE+pblqvPiJLEqknXZjRWcBA
5yPMd9n9RvHl/+3FukPInFigMtZeFNQBltT0HKw2xDmTA4Irz8T1i+p07DTJKmEQEfTg+sM9o8b6
V4HIZnoEJ848kMVo1N8XRit92gTf37SLWQInYlr3DphI4Ufh22LsItLYc9cR2ey6P27GLLtJZmy6
+6Esmb8+OahewhMrZrKqS7GFGwXJ2t/2fj+thwygSHEhrBJvkltsTgUTg3ScwPjrS0+oSvDTXaS7
fritQpu/TTTkDEfn7W31vXmgOCZJ8H32YnO28K2JepLRNSYG9MREcK8OflWHNlG+y1eJQQZRYJ2O
mGDHvgwPMfcYKBXI2Gz29yKyl5YHwH/NKojvdC5ODbymrJ/GQPXycaTapWgp7LSyLSybm6rS0X6V
uK6vo9nlZxjD40oRbLi/wCrNP3I+2fGAEH67Y8otUYNG7vAyoBGI/kpm83+yjG/LBUjI0h79MGAy
GLmUgteI7Xtwgyhhfg50QHJV07QqS6bQnR+Wyimr27IqDNWGaKaPoIvF+uCucfebXd76t8kiIq/i
LitQeU9BwFYvr440A617WOJsVgc8jwUBA0EYXRgz8o8TlTCrJj4ssFq7A0qhViTJ5c18hjq3lsde
L4wh3O8vsvFjtiFbN/wuFrtjc2Kdzl0xdxhGVeBX335Q81WzKPxrFlwVP/Yg7H9vDpr057Ku+ux2
GCpnuHU3ZwbszYZ8SBFO7t0xbseGwmQRRQvJlpzDQ6sZopywXJXOi0TfQaT/Xg1/WMl964y/x/U4
dlczMdEHIM7KDsDykLGJyUtxWPS3izjcRGwS5SlRcaGGbvbIABcHFT6svhr/ebbIvbRAykKx5cYT
DNU23Brv7HSD4/9yTWb6N75V0ZJ4zcaAa+ndqn6MGWMPCR9cE32NcVf90Z7pPZ6hfSpO0b508hYN
GVe1HvGuyLjqo8PueP4FgVI5JlPBYMGOpnuepd8z3ByQKuin3DdB/sKgSr4wgq1yGJP0FO5UzvBH
rfOMCROVuCc5HzC8TyNnvzPVzkvO2fUcZGseHaJoDlUq16JCdhr1TqBvFwzV9c8q6FqOy7xwwstC
AxZdyGHN3VMEytg9ofDS0zF3FyQqzabwsIR5j8Ynqkt3+9Hzq+tA6IoJOJeioFXbmOp5IG1C5Hnv
vxKDELTrufabXRwrzHNPuTVunAaokniuQI5jk9vijfHs4scIV5JwNpF5LLaqyH7XkFHCOwZCc6YO
sstUkDBE2vtU9DIK71VOafzYVMtwbYwWAUvooedcmsp4vLFqW15xT8P9cUJ/LDCVN2wdDCvOc7NN
+TVqOOkv8zaNS8LYVGoWHJxDt9027v7td3JF9cNwKyFqb7E2ICTvGFT+CvfJBOkSdwE/xrzMAzl1
mlchdRNf5ZS1P3AnRK9uLOOffs+TfLDe4jr/trWDTmDDNvvyrRh+K3eOzGllg0UsddateVrvjI4P
QMA6+elz9pGGMsWEXbyoRYZ7OjfF2L9Btf8fZ+e1G7mSbNEvIpD05Gt5Ly+1+oWQa3qbdMmvv6v6
qaduVws4wAAz52CgqqKJjNixDX7lGW4fwWdBm+G+TJXdEwFqZHuNVudeErUBByVtuF9ZYCt2DF3n
zoRmJRLg2FWSp77Lijq6teoiEze9Dg/1kAWtRoYAjBZOzkKdKo22CnZ2kqanuo3YqcD8RGGUR1m2
tF0tOrsqtxM5LkIPzccC3ty21FsnvC3yJpoPTAmzimEa+ant+JumgN/ZF1r9w0Tj7s8y7E9uKh0T
gFubqkhWYdKWr0wmIQSA2qLrKgFximOaZ022LMpBEfqepEk0F541UsQKww9mcB4NapQXTa+O0ss5
tGXih6HLG7eZlCK8y/ukwRvDLaNk20QZSSls+atxNikTeEn1pn0/Om0M99qA4LeO6P6RarqBmuC+
gFU+MJH45bJujP6E+sU+hlVQb336BYgW+H2Y9zBaRmvBsCXl85QZ0Cvdwcmzx7gKRLGMwxHGDuzZ
MXlxiki1cLeq3o4P0PUSoOC+boNfLA+S9pWxxzF00uaFslZ0+5M2p87kP7Qi94ip9su2H3A69RJO
pIxzmeJsmL4D7ZFdVrXu4T71JThzXrJw1DqeWkLl27aad7GmDxsCC423okh8vkFsQDZsvAo+0Tye
SJ1dKspbRnbi2Jo3A7ZbArucoXdux9xJs03dkPL1YyRld3hmSdXWYJ9cwTydRbbrT+FMAOOy1EVt
1K5VX+jBpvSniXW4l7bxCycI/qbxAIN1XZxxEOwsktADXg1xtNwzB5B+ncME1j/qAargxrWS4tcA
15qTRB/1casXUQSyYEMcOkRd7Zh70xkk/XCQMnV+8PJbahmRZugtcbpnhrWy3OhXeZAUzrPlFw1+
BDQCgzMvHKSrvE0DiFESVPna9BwmPX8AjTr5EEl9rr0RT7zUYWO+IycAI/CMtk/xz498jNdlGIGx
6KmwlnZljcYT+t1Wt9YDkhTjR9Mk8YB1AFTbfVAbef44aQkcKcx8nGHPgg3+eCrsJv3M2s5Dtis5
cn8YsgLkx8qttl6cDD4CEKlp9UuVZrQBM4ivdKlx69rTCqQ8aHd12qpPGec4Q82oAbzfLuxiCAJJ
EEZbSCmZ9sh2HzKkAmgb7lyv0sqNldqJuTJCl2+oWwMQF1y0IZkrSFtbLpgc3lE78Y4VgK+soiuO
9qcyjVxrzlMpzRuc3hQ/wICDUnXzMHPSN93jN83DshPjMwP6sJRtIYaQHYY7aQtriKt6XERdQ9us
dUH4lONohH5fb1wzXIBj+/HczMrKhSWPxUX7AIjT5WCcZZWhvgltdZPqTf6iND27F/AFttjp2Wtz
KPN90yNimJX44OyLRhirOJ58Z45vRX/PUzYeC1dotwE4bL8NkiAhNDnBTGVWRL5PGBHE0GUCEYl2
vnTDccH/zk4q6asXiTAOtUWqFy48C4F7ZJA6akP16ae1D2nmKa7JIk3j2vxgiDPju4mXGauLrFei
XTQdk8yRuoBGhN7sMOKsHv9ioLQSTsA6wtGxTjVId1br2195bjn1k2uo3jhkUTax5q9xHP5CAQqy
3NvF9AkuMZqbxvF8foK0mWYWllOWH9QAIW4C1mTwDAvDheniWx36aNsxh+yjaEvXOkMVZuMsWbN5
yiFvHuDcEAMOOXSuuR7iI0ve+Dbh0tXPcuz9FB5hoRcQncAmUmNpGRpaLDPLoQYawgvsadYIPxCv
pskeKqTT6TwP3IpqRwR8mEF7mWN1J4q5DEUA/MtNhT83Vyb0xoPf1Y0NbRH4kDRuiwDh7WjRHnEV
vUPelGVw1BszC5ZDMYbPZldEbwhyABityB7cRdMoG8DMtyyve2b/ZRX72teizzCNnKeJoY4HSw/t
hPNRQA0uJnA2gkTlLJv6yYWM7Pkbb4jtrxRyMrO6lE8GmolqlUsXGxpEqf1XGFX+KnImWW1U7Fsw
pIooPXZ1153qsu1yYo6U19wXU5dqsA3iMPJnQVQ10bL3i/RDY3sqT0UUenJpWb5aO6424PNcZuRL
JWd6N41KHq5UEMew9oVWzJ3R8T4h+Fj3dVDFh6h0WT15kcFIwZdlyz9NrVo1nQHXA3mCqB5ZmNHu
aaErgD9xlU5mYdabwaYrqzw4mdokzjK7tjBh8opS044WnoDFaznI+KYoClfNOuXYjzYpRibDkfCS
AyZXo3McJKjwV5i6CGymAkO45syfYTPC8m5nASXmKyOxJ/YA2jgdNTgMtDBkPm2ktIPbbILT9pAz
Kd1aVj+wvEXQtAhsOU4HI4lTd+WxX/zJ2dfqc6MYIxXPIJhOL6K1/XOkTQPl1VNmD8baxWdRKUL4
jj77Vfp1wYsVNF9OKPBT833gcq0fopdokMUjyxI2RnZgbDrWax91bE8P42g7B6OQ07uKk2yFK2hy
cIXrvDkEaJ5hX5hdcZN84A9VFfPMsNWuD+3xoMGIkvOuoWyxVGt+5DDJmQmqzj3lSPIOQem4M51T
GUlYCjbpGm316seOxh4jm55hj403E2ufbaa5iLbygGBsjPTsvTaW8UnPekaSKdAo6PhUWESzTIYL
tTfsVrVuoISOtPYnhB7tZohiVptQ4PYo+mp/iZKo+ISTIuZIFYBJ5aA9etHQ3JeqGt+wI0QHg0rg
dnRHXJOgPbfmWD+IvmavItymW8P6DXde3zTbUjOgtWop3QE2uWKp2/0HAyEyCBklB+g4yG+MUT+E
xDu/wtisMM8afQaTMYcNEQRtuZ1CW2yMoVBHt7OTN7vPy5cyhM2ocUc+oj4ufxWZg4pgbLXHEbrG
vR8FwyHtx25rsX0/mGZCRpUytS0oC53NwGs2S4lJOHpO6h/C/kylkoGeQeHS0deRmEvfUzUL15aE
yfl6EbKFEGrJsorDHCYslTMeITv4CUshRNY2C+rOqe6xVhl7uDeehjsRPpx3hgGzzB40UkTbePiR
9zlYF6hC5C9U30QbGY0t8wiW8/MmodvuTSteVG5upPNOwPabjYYU9D5AixyCPnvptmo6yFduHR6l
RjSL0wRlNhep/iZTV9sSsBLsAm90X0fNIuci9+wj4HP7rhKtY1sukudBd4G7u8E4gGyTBdpP3R4F
QrEIfOyHQmzadlWnxQstCcdn9lHFIfHEOGtpqM6yL31tMjVg/zmuUKa8uRAbN+3k9xumCPPNq6t2
Lye7vAOtAfYyJTRLPJ7nWuUSYBb0wtq0ZqytISWmcMKFvxpRv53Tl6aPSUfik6DCfXHaonkPe0O/
YyeJ0nRgQ1RpWb8mXqt15jWPEbTPplvQnBpyrgp3eub5hS1Ql95TwGIhXRi9CH8pXOmXILAMCywL
TzrvHFuzLhDtLPFFcZQqtfW5bVo6cnO7HtmJinyn4IczwSSjcaQdEbuKTRNnzqixbKMeLXChx6cL
gNN+jlRDZlbdhfGsAHZCozwAdBgTnjdGB/uCcVY9tFpXeSTYqezFcyzgL7CPpe9KSEoufdktZBzG
aSY0basqP9+UJssXj2SZd04kNv956KQLxE7dh0Mc7w+I8RK0GSdl27PSYxViSOhL5ZR3OaYkiyiq
8h+yGJCU+grPiFnUWt5JZQhSkTJlUDmMNj1VqQl3BkbPOrOTZNflAY1TQBQ9yxectOLKwgawH5q1
BuidL3O2So9jb2ILqpAXwYLXMlY7g4e7X2W+MAv8LLC8Q/DZdhyOnYMO37D1go2QYxpzfYDVuklU
Azsy6gxWf8hlFwOH58JhmIO30eVrK1H2mwEb6iQh8S8Mr2CvzW11OEWGJltEgMJzxMI4VlTt+Cxg
9+BdRq51h2rIare2GGHx1pLRKNKKeDWwhkZQDNDr7hCimXfl4DR34TSpTa3n+BaaTdRBJ6n1X2ky
5fgG+AIida5B+PItmn/YMLX/VQNphTN11lzNdTNu94bVpccwt1t3z1YN659MAlxv4AYraCWQOpIZ
wrYimA302Ruz77xjHTXBEhSOPX5TYcVL3tk7giI2eFBw2qWQdfsUIH7TX9CQ+3ejrtiQh3XcZcmM
HgvxFSqAbuXmrb7NGzgSaO26lepDxDZRnQfdvMdwaVdnIb7UpV8W405HFK7ol/QCL+lRb4BWqunW
dgzmAsya+oXrZNMLbWkwzyPcGdepN2o/w9KRXzQV9kY5Vrma7Ews0S2Uj8bk6Y+T2etfVYlswO68
gHNpYtcymFn4M2p6I4JXYVgHRoV2qZsJ/E4GaZvcLyRTIB8DzpA+I+KOVfcAANRqP1sfFRTInps+
1UNubfM21t5SMn2KjUJ6ukfVU+5ZW8fbQdTN0Q61AnadX9aHVOt5NshFOkWK3+bbozzwRoEFYGAZ
IR6Rgz8Ddhh/WU4sl0whNt9J4HFJBlyM1NdmIQJt8gFLo4AAEcs4oaEo1sw4FUKQWq1awyeUUwv7
KlriolU+9GUdDLMk63ijErM8qbgo34tYK24139E2tltPjzW0G4R3oADTvPW7KkFkkAAROY6/Mro0
u5umwVzpw2Tf2tDovhyEISjHJ3FmwabppsUvZdkB+N/iBRcf0kANz2cuwolZqnxyXav/kUV0HwhZ
ps9Gl7B0277s4NdORbYDu1BzExOXnQbx+u6s7kJvoPFQzM9hDcdR5qgYWmP6iIRp3rtwXLeB6eW3
iTF172ZjDiaseSctqfZgvFAsgbfMoUhBXwnSlTPX1CmEltsFK2sM+hMUKmzXcIkiLtuSCSgiW2kH
SkrolU9ej1hxyUmjbsKWMNilrAr9wREcEynCwvexs+B0jD4bwJNABJO8xYEOwK8r6Ll+XWq/SEnN
l1bTZdNXrGX6SrZW5914vQ6ho9Wy7tCEEN53ZFiJZymDqV1GtqjhXrWVm2yjkOV+CRoXtinpFQnk
hziJMioaTLn8YSwKX19KFZVHKJrak1GB/q38ghzvFXOa1hGvqzBTRcVhf1ZR4JRrVSNRmEUe5/eM
OKVcPKe64+jrps+BsFTGTcDJoO8n5qCsKJDDjp0W7KTqRwbBimMgQZBj64GaYwQ+1AfoTaoA32nQ
scwwmuttxBYRoajIM1yF2kczk4mz8azkatrW3mquqo2fOZvQeZsFen/PIei2j8PgMY1PpTFYdy5x
uOMsrTXe3EJ45t5Vv3m92HvdwLnxskMeaBkuTDTSiTzZsk7GlmByfVphkQAXd2xiy1toVd1r5cq0
iU2G/WskIMSuqCr+r2GpOrFQkSuGV1jR5z1NHCYaw3xVevhJ4M5xIGW6N58LgHz/kaVYWlIZs1S9
VBHQV3ysHGmyTC5q4o9EjruaWstJMTOzD0vtIzYVxjBvpqGGlObDhu7vR6K4NVQOsA7yQFgVgeS2
JZsj+wvPg+af200IgceF9jSzw6KZ9lXnm8X91EB5uhGOgHU7R+c1Nbemh/Ml9FLb9h9FIQhLHnur
Gw+1Vqk3G7vFsyV7mXarMmLB5M+aAB4RDbVrOz1AEKoB1OJts2CLXd4FMB/Qa1Ri/OmMHsT4MyJg
zllcxPfk2zU/WNDUO26hfPDtFC9BTbNgybu29V6zaPwZohbYdbUFPVof0M6XoHAc3Kwq3nldQCQb
LELSJmpuIr0lpcSG2mV7Dbv/oXWgsYMFvBZmWzAn+tlRRZX3yKngrwG1OJjilLPXIIZ1gjDIjAD4
uGBwtl6dTJggdgNGTuA6kz5Pmg46ApBXPs88Bq1F7GrEe6Ul+TIZHGIpk8yeJcQLWAuoH8ZtmoX2
vm36cgelqLyHw/yuV36MXiqRr7SNyUoaTrJUIa+Gb+X6g/Cq9tZP0+xx7IjylSi27Tn0TXF0Ghfh
s5CyJ1ZAmD7utlof9ot60jhpWBiVK71TKM2nOkx/WH5QD89DELvV2k8iMc4LQbVf2noTcuxZutVD
j7OQ3XsDxNIFpwZ53GM5FtE6sqnEdORxU62cZORg7QOIYkjHwRY0HfycyBlj0DesP7077keCb9no
6T4RoZ6JI0ILn3qRZl5Ufka4LASrGMsM5wRZI1dzHM6b/OgWY5ysjGiq67XNxpDKMLraMUM2ACkG
zeBPh8zwY44N05s04B8RcqqbtyKoR/pLp+Q+gaqZ/iv+NqwDDZgN1aoG/TD3o489ytYJ0KFsHdur
CSxsCvk2wHCOt2haMg1l0Vjij42Q0cdnJIEk5sJlynaFUw1v9eD27LnZUVsgEbgnzsxGIDcCn23S
TZ8XlAV229K4nfA77W4dL0zadWMbyn10oRkdjFZV8VIpHBg2tUTjvylll7ZzOAVtvgzt0JiWmTLi
/N4AVWDoBt2Fuc42vfyR5mRIHOoCje+ij5KOPtoudYyGYF8x5NALVAeFEL/euIJtxDIFRZiPQz72
t4Vw+ZZpUmnFogrKyV5Vrt1X8BdSOc1Q7hgMN0nn/AI+4kjhiHGfO6OSm3aM058ebB4bstPYU7Ud
fys4W+xgBuHS6VD+pXZwdHs47a+18JFNQKSR3b20hZEcGkLowEs7xBlzttC9vFURq9U4j/UHaaEc
WiAfVesW7UoDM7DwqpkRQCaYiRTBz7IctdydG2NYGHA3QTxWgDSaR+CDC7e+DwU7OGg7Y3ID/b/6
6chKJ5+rsjpaIdzUxtmAsp6VRdhQaWSPhzHNQD89FlMS/kxSOVAe3cKKQ6gXDvYjelwh+UVSMR6i
JHN/qCGy7HlauSLedmQGLRNjLLSDVaWpXLdn64c11DZ8kLGTC8e1PjaG9qXVZp/MZRw2Z2IEjnIf
GS/bIGdOD3g4VzqulG+a7VeQBvFBKdJ75Qc5r1LXpui8u8CKrM8+Tur8V5u7rFZDBzebrUIxTosS
jLiSRE0W9QvfaApYT57XQKWfoiwOz/a+YfkTyaiL2XrhFnZ17xcisqK5xfjU7zJrGNw1EspOohwp
JQBtPLjNBp13cY8Tin/fVHr/2A7VaCwbbkq+4Dwe86PW5t2wBzNJ7grSyl6m3lHZHLR7iAlDz4dg
lbEX2JSVVe3jIoUPz9gfAuPjebEbee7mUVp7z3HbQPW3aFg/YiNQwc4s6S5eE5xYHCjpho2pQajU
m4J/V8/tZpBvsGzxruo7Wsw9e4XAXYuYR25ZwxE8hqkev42oQB5MTVkvLb0Pm0l4BhQlO4qtXYea
Xc2aqsPvBU+rxnvIRDjUD0lQEtV8hptyztHK8/cBou6ll3TIijz48OMScyto1Oz12/tyFPrKaCdx
UqjBj7ItbVbwWthWa4mVDIZTQC1PbI4TmIFpGKzObBaINwmcCeYzO57nnd1tk0C3u9kwGPA7RFb8
DDO2zLOp94a3zrKTh6gbs69xTCUreh4QIEOaoAUFLN8A3QQrwkzTAmFrUD13+ECtezdy9nmAct/y
De3khxw7XYV0Cbf5YYDTqIlylfOXT37rucY6m1p5khgCoY2TgXsYHegKiW/IZBkFdJfzVKTpo99p
+o/Cz01MS41O3zLJJgzrYTIuBzMsxSIMJrua23CpOSLYmkCXAGBbW4FpL3xPZ5FZKZe0ch/2/2yq
ch0VSt5qwYy8hRgYj7jsWSpRhTeYLR1sa1JbG8UX64ramtYBo8cMG9X+rXYrQuqrtPWHbecrstpo
P1d2kxQ3EFFwQIFfQORSMhaHusmGU5an504hiE5FmQQwGVrzyc01Pd0loOLrvquEdvLa2l+bia8t
Gtu/U8LSdxbmJ8cA11d/xyxcfbYqzjZuMkrntqgDXx7xKXsKGV+WiWuUi1qNmPqAZlOZbHZqwI7T
Hd/CPiqDgaAi2mFV5EOLRxMbYzww8h2CQYv+tLC3kkGvvclw90AthMdniCbcg4AZxFH+pTWu3Jdj
ne5Q+hD66ATIqlIZfsDZa394cdFAuEIdjY5b4uXgYD842TihzfQeUHoZTg1iQtOM0gPPe7vOsFFY
ZlknmRcQ6p0ng9ZaWkPXoLNzoJcuAsskyYK7juWLil6wB7Dnjll95kaln9oCRzMqDArPqM/XhT/Z
j10s5Ec+es3tgPp928Sp+cDKt8SXlKEy5FXQITd4LvtzT6/WpgYoBjADs4zsgppWA5mZM0NOrvam
HAd6Djq3Ge+YbgEXWlYLk40lIKBgDrhUlSngqzNFR0h83i7v65F/xptumiOiK57HWq+WAcYZh6iy
vDcC0OU7CVzioJyzGYijoJ8gJN6go9Jh2pT4bkgHTwbXsMITazXnnpO1X+Q6yCoeBPYDU4p2cDKy
Hms9ytqFxd0vdjCv9J1j4bXPy4+XQ4kuEE1a2fnPBcRmfT5yJscHK8uqt7rBJLiKPC6rnXTGMrTa
ZJNHQbhPg440qiluh00fxsU2qKtuEYSt8U57oB5FYEQ8LSQFNkBVYY2Rue+shkEhhEsSf2MkUA5E
FWS0XFFSvkq7hizN7gfaExTONagpr2Mg3EqxQxJ9uPHKtH70Gn14zuHszdAPaViPVfbSHg0eTHbL
3EA4CtWslz3tj0SlOdEK3mNRZx88vcaYLhyMmp5Lo6iSom1Us7wVxYlWroXwYwMEBBMU3ixq6o3K
ZHG0Iz9YtlbQ7scEgzVolcHOqjXxRFQseyklNDjj5dmEayZr8VnVjHdDBglfd/TonkM9vXGcqF6E
hlM9i7TLNp6B5NUcGiIxjZEaUIHzrpO69RdgaemOwsa6xoni4tWE49Av23xysAuk6wigNdGQn99V
M+1fha7sl0F22kobreTI1IRKVe+ypWvCewtLr8clC3uazxSt7ft0rrfKNdIbZjVdLbw4H496VyKC
66Y2WaLQ1xEdlMxpWBhhljioOdbAcL62mYH3j1r5mJ4nqNtjrJ7fk6Q0qkPCoRYhAxnsWp6cAW5z
NsOtiY551miuHZxERNMGet76bncPuy22EpriKgf3TLAgwf7OjHwvh2SHTROkE6gY+a3DnM4mjXiL
lsKaO9UkT8DezBeMLm2e3nAOIyudlU4Gue04Mfgm2mrC2yH8UjmxyitvgmZ0r8HtKb/+7Yt5xSn/
t1nvH36cqnRMVA+muWPyhpbVlHheh4NnPP37z/8OtfyLE6Z19jT/4+83kAedPq2tXTRSkGPD2fry
ZBbDzO/eeGfaBU9bxLSl32mJ+KX73d4mATAzo0/65G/MTa/9xgv361hauptlhb7zhwR3Q2StK5m1
36Wq6VcMaK0LP15TC1PEIKhXk8J/KiNxhP5Fk6526Knvg3ra50730ZbFXabGBdktxZx17/SNH+/5
Q/52fc82vX9c3zTNnRj3RWOnaak516J2p0MPpzzd859/38Mrjr/WRZgCRgi5O6jK2PGQv1ZOe++I
fskufvbvP3/t7lx4pboVNnCG1MZdmXvmDTvZeovXQrf491+/4mhvnv/9H9cHWgXCPbbiO8bt5May
7trJPZgJib05zgej+mpCLVuQtzus//2BV66WefHAeybWTK0u+11AJMmShby9HNzpp4DI842/7JVb
/js364+fhEJGT8M40nfwYD8ltA8ABYW3QZ++fRs5cOWmmBfPtFb/tpJtjJ3VOT9jR67LMvtvVuO/
YwD++Poq4LSFuGdgFAaNIIkRGnBrZuV3sdbXbsDF4+oMIk8MAzFFmQfvXRA8YCa6canN3zyvV5yE
TfN/nyhNz9syZc7enSNZLMkGKbU+wQmep1j8wDiu/+Zzrt0C438/J9QCcNImNXah7G6ARl5ok79x
YT4/i38pGuaFGXJDGxUxmVe7QgmvW5RjZxDoYLhPRef2K8f0DGvm+NMvORb9Nyn31+7KxVtu4Rlr
W2VT7Rw9/dXbEVRtYa+FEX9TB6/cFePiPR/rrmFpF5OMg1NI0MMvhN2AZQG9xxK34+W/X+5rQSDG
xdt9pubQYxbVjoy6vZe3CyeRcz1mr99PM69NUMMk6yqAblEARGTpCukCgmapv/37C1y5jMbFUWaa
KHwN9ng7KCSYKusQIXt3obFY/6a4XKmXxsWLjxjDS2xxNtYQ6Q3uvtu4Co840CyHstxJERH1hRG/
Zd/++/dceRKN8+/8oxjkdYX1R2xX/GnmUP2OSwlkHG6HQm7STn+oc+ubsnPNNv93MNMfH8U622p8
0+12bdLfeskDDKe5WepbczhWvrbWzBUrcrDm//b6Ghdlojbbqeac73eF0S4J0X2VbvtNPNC1h+Ci
MhgDIq7EEM0+Z8WmWe1utL1b1pCv/74n1/78RXVA5OwjyQ27fR6W7s2AICqTbnEHEeDff//K+fU7
xOuPG+GnfgoUGBOya467qoq2LPDBPXwoo99kyF1ryfSLaoC4IAftVN3eQds2D0o9Xcb01EuffU8A
dGfn3srxWCFKL5iTlj3cZ7724kTV8t8/8XdI/V8q7O/k4z9+Ixv0WNjMiXtsQZ0DIjyAEuZBPdiO
XhushrFzV4ijy4XCh24GvZN9eYJ0OW2HA7z/u9DBSgip2B1Kt5dvvtO51P7tO13UDhRHlUHqS79v
UcouR3P4AIzgiXfG05Tc6ToiZhIxZrFeofh2k/96KS4qSpnAW0PzQcxt+ZFg4fJY12NHY+RuIKOs
x5qJetiOtfGMDXe2gARBP5Bty7QN8VUP0jPY+SkZZr9pCK+V8N8ZOX/cmhHf2F7z9W4Pj09fpYUd
3pGosszTSs6DokbqDJi5HaYedUUf/+jCh0puK+k8YoKnffMKXHnFfk9Lf3wHrJLlqOklfmMKYA8u
rNzBKNBXnosA79+3+9pHXNQfUiYqpxsDeMn4sOyyRkYLaaLQdC1WBP/tIy7qkN+IEoc8bdjbvfA5
kVS/Mewi2esy+K7XvVa19YtilOOyD9sEPnLllj8RsBRL31O4s5kCYNOL32G6wI5YehPJffU3Z+CV
AvX7u/xxd8zaZhdgcekQBpUL6TbszeKu2ZPUAOdEtP1/61nERZVyeS9glNgDTwEmQhnUnuc0zr9c
De86gRPrylRd883jcOVcFxeNi+5bFRnaXEcSzPK+mTu4j7ke/Yq4xxgUluKafJZ/PxbX3jBxUWjk
4MYWWiy1j9xtp0tEQNODkOmpGcRnXdj4shrNUuuMfVu7L5EpN3FG09bE4Tdv1++m7y+VTlyUHCzN
xFiD1u77vPmcnAQ92wGzinWVdHsUCZsWX0q73shA+wqaX2ebB1Fjdh5Cg03z9jHLxleR6/ei1bbw
TI9hkyxEiVNUrnxsWCa0OFDONF6ojs3BiK5mPAGkfBMweO2RF+c3+o/Hz/fpjHHPG/aTgeQShnKh
OftQCDiSPtwc94eoypvEiNmwd9bXN/fs/M7+7ZJdTE2Z1muyxoRjn2jRL7qLiOzv6YbEiJWaQOS2
vYlSaTSxtDTPnunWArPp78Knrp2W4qJW9YYVNWbMh0NdE+NHQeiNad0T5YbbebmCH0LSdCkUhAt8
ZcSzq+yVLI9dGtx9G/X+u6D87QJcFLMEryiWGma/B1I/eOjs28fYN1+Ib9iEQuLsGSwCz3hLOkSz
mrS+u9nX3suL+obva9V6EHL2aBHqvZ+nmE4FMLicEDPHGDNy5L+vMbjlPHUdgpNVejtiL5wl7Cwn
L9gLp1nqE17pgVuEOy2TP7FrzI9RJL/p0K8UQ3ExuEklhrRAKY5dJ2L6FocPsorKrR+iRm++GQ7/
PgWY/kUhLPQwcXCrIHmoxNOyygmYJ4LIH8xnIxzujSHeBa1z95+edPN3Zs8frxc4JCJ+LHX3ZWha
i8HPbxSO4JOm7c0R6rCodP2ljhp16yFE3rmYiXqQWVryUr6rj3+f7E3/oj7SdmDyNPCCl0PGxh+m
NATSZytHqJwZ6FH6N1dr3jRlzqKI7CW2G2hrqxJoj6L076vw98cOUdv/1hjYtIDWwhj2mLUvkDM8
l1O5LF2xqQPCZ4S+5wrs7MD+9e+P+/tDhLvM/34c7HcrK8XU7ku0KNCrso3KvXuctjE+fv33R/y9
3zH9iwIWBb4Pv8CWe2wWv8wh3blR+KTXxje9jn6+Of+/Ppj+RY3ya7w6YZXoe6M45Xq6YR6eNw7a
RL1fwAWch7mxxDImDYZ1A7qvgnfpmdAayDlQ2Cq2L913k+W1X3pRqYjCwDWliMc9DunzrpTvSojP
Nvrmfb8yO5Hu9L/3yiQh0YRQOez9KFt31moq3T3/hcvbTCumnTGuFP/GDo9duUWt/u+7d+2VuKgy
bY4fSMtqfq9ZqjwZVdFv0hbJ/L//+pV7513Ul4qQKBcHkH4fk/RVeMk91JVt39WbynFOXvTNb7jy
TnkXLVYHlxsPaHChaSLc2ZmaI2w7aAZ5re1CnDM3tQXrAJZcMZ8075ufduXcMr2LYqKn+D3UPrfL
w8JomrIJGKP86nPraGnTvVfnqwqnyRkMFIcZJ3hoYvubOnblOfQuaog6R2akjUX7b/f3WqK9qdwk
6Sub/fumXf1lF0Xj/5g7s+a2sWRb/5WKekcdzMON0x1xQFKUKMqybMvTC0K2ZczzjF9/P7iq2+QW
DnHL/XIjqivKTUvJPeXOnblyLbmp6PfJIVKJW41+cSV+5dthtQ36uZJUWLfQCj7KjX0/IJZCU1AX
HSaVt+yK9flcL5x3e96pJ9dENfQDXN95ewtZkXLvqTp817OeSdzE32XEBraqYr02mz7chLAiAIbi
dm4B0j6MahS9glrmL33c//o6/B//OX/9p836n//Nn7/mxUi4GzTCH//5Lk/557/nn/n33zn/iX/u
n/NXT+lzLf6ls5/h9/5ld/vUPJ39YZeB2Bkf2udqfPNct0nz4/fzDee/+f/64W/PP37Lu7F4/sfv
X/M2a+bf5od59vtfH918+8fvOK7/Ov3tf300f/1//P4//Aa/ffrtKfv2m/tUfWm/PQk/+/xUN//4
XTKVP9C3gqXDsFQuLXPOIfbP//rIobBi8CH4X8eeS1cILjTBP35XrD8s1YZU29Qt3ZSduU5T5+2P
j8w/YHHWVAdyB8OBk8H8/V/f8myVfq7ab1mbvs7DrKkZ1Oy6fm4gw7BNEAcW/1LsOXNmCO6aWjxg
uagat0mXWm/DAdB6Q2cJUiX5JH/RCgddeqOLSQrJCk2uk51CctnPEOG44wGlgqh+gK3OuxnDSf9g
21pN62czIGsQNvL0Be7fZO/Rnp651pDZK9v/R6Hn7NvbqiI7tmrLusGMiO9vSZ48eQTEQ8OxMT4B
+FXfxqYBj+7gQDxD32/1HnAkXGuJF9IxkyITE9KvQUIL3glH1m+qgWYxV7JsyARgBdZpP6RS+egH
yi5GQuOVBbvZ67bR+o9aReHfpbEAhr0hnK6s3EO3xkoqpBdSKfs40d0s3/vJrMQEcGx8AG4RHGna
iW8cBFlDXmU0j7rNiNpEDaJnTUz+3M+xkEwFVD+KyiqS4RbrvEqrd2li5sNWVwwPkDsk4u0gS7C/
yObfygj8aUpl3/Isl2kzFO9g1A10BUDAsDVB9oGwL+RDLXnSRnWQ5bZAhO39NvszIP5b/uUu/Frl
df69Eb3HmcO5756hIK6ef7t7KurfruiRfGo42uLP/H/oceYg54LLod+kekrCM0cz/8ifnkYxnD84
CwBcOM6OATL/X45GUdQ/HFVRddyIY+qnfkbiZ3SVH9VNxaE/0rG4oP9yNDQm/mHpMo3ihj0fLY1y
0t/wNHN88fOo2pZMq63O+Zd1aEZ5hws3lp/mVuMEtDtadCTTk4/2xab/mBfbLN6dTMtfPu7Up51H
OC8tCTfz5Hs6vaC018e24iJL44egi92JrslXVUkIZ7iX7Z0/G17aEyKNQZl8ZBWx11j3aO7ddMkW
+o9fMGLoGqfbUVkRRwhBC12PDKkclaMMxC1CzDj9Ws0Uv2gVXB7NuR/5czQGLgT6OBZ9vl7OIovU
qsKBhjb1mEGOW4bFxoY9Py5WotAFK1x7um5ZVBgs2rDPrSSI7xh5mutHf+j6d80IlBQxUQtIf62t
xJ7zxhI2HqYsUKK8GdnKgikL0nT46ir9WM6AWYvc1Xag7XUFvbOwCSxdgY5F0RRZ5z49H1AHLktR
aGA9Zn0ZbrUOjKPfw2Va2MXd2NX6yir9KD2KozJ4nEOtrKu6LpZaO9uXSu5F/WjqcqtuwLenj3kP
CzlqboMfMpsa6ajQqDoYZ/tOhqHMr55aehbjbZ07tYEomkEfHYJGVbLp0DJ9aqO+8K8Uo4GHaEJT
6F0Oq/4mhKPoe0DVgR76TO0++aGltq+7sXeuI/DrBjJDfLgyPCGq/rELLS4zWn9sS9HxaufTCUWT
DJ9eqx81qO13jVK+0mGj2QaSrV/Lk4XMjnSf6u3nwmumQ1KjjVZWtvb3irE/voVj2vhTWZ4byMT6
LwRUpdl0TLKqScpWHWRXp+cysqExIOt/JckllDANCGX5JqimtSO/NAngnDkiqoPEJv86nwSdjIfX
AEc80nkC5a5fjA+Z8qaGomGnN01yDCO0i2253JI6v4FITbs3rMFcq1LOL+rznWbLsu2o3AQq1KEi
dqEBD0o/aGscVSUuP8JJ4F3Llv2pg0DvOlTVfjcmMnwZ49TuEZgrUNsNlet6SKSby47pxTnmTuMK
s2SUIVTLEiPVQnPQZLJziarpaO5HxxreTkbvrTgmIa/NmmPGkC1cE1E5rahCJoWqX023fCvdVj4N
d9NhsIpvTgzRMFE8StlB4fYQ/LPdwjv/7d8foaHIXJK4EccS0WADheC+8ifpFnhQBQ9Cb36+bOCF
k5rH9tOALlwiIw0scqz20q2qPqTQX1SbljYcY8UVzg71bMPwpoFwkzhR10wFx3u+bfPEUlqHhurb
pqNVSwmNt7oENU6lRtso8uJr8uTBypW/MLAzk+q5Sch7q7SOLefWuk/KT4r6aMePtfZ4efZe3FnC
uISd0ceBDw2t6VDt+NxnT4Zy0yd/Rrlnj+jT0GVhHARvqirLhsLkWcICyZpZwxQUBkdJgjHTtzc8
vzaD/9Bp3dXlwSycpjNLwiL1dZQp6hQEx1bx4OO09204fLhsYmEfzJGoyT3P40QWwTql3akDXRrB
sS/aYN9N5Y0d+zVckiYg9mK8q4HYr9wbS6PisrdN3CbXoiWMqkvGtoGUAJOoqZVj/6kyrdeXR7Vm
QthqSJOM0Blgopo7IedcvVsYayHlixDW0GgityBlQOaJ+FswokwezRUIXKDY/eD53QGpu5HrvGEb
ZM6tXb5tbG3F8S1tPcuweB7ICrkHU7hs4CYuVTjtg6Ov3smoOrHrpP4hRIXkF+bvpx1xi9ObGkFM
2QdHM672eq9Ahjimw4qRF4+Nef6IKx2FN48tm/NRPkmPyYlHIpEC9lG5R8s2hzp7TO67aNwDepfI
XVwe0uJqnVibp/bEGowgFh3uY3BM/XSvtulBqeRvaYA8qaNtvUhxqxo4QG+tOD2hgPzjqjobpRDZ
QqHfSVATsBWDN5SI97UDcWd5gO0gUNWPHY0dsY9Il1K5YdtCmXIbJLBdXae1twmlz311l4Zf+053
J7+583uIG/NdZMZXUDHskZzbD3mzRUEU7qNrvxp/wdOdrtC8gidz1sgWtCEQmh0LesAVYgqmEGZa
uD7Sp8urs+SGTi0JG7s3kLcz6MCESPChkotX5QR/WPUBjLJKibpeyY2o89EUbj/LsmyZJJ0pq/b8
oD4dWEfbG4hqLTh2NCFO9jX5DKf+rEyVO43tJ62z3/k8SIfyo4SEI8pfycOseU9Fbwvx8bbNDlFH
6gjwF1o9tnXlG2sZ64Vr7OwLCjMPwDmQK/Rsj3TTOlcyAeYrEkV0dk4w01ye+iVfacsEAqQp5zSd
cDBCeTCVolWCI4SQ1bYlaeW2up7eXLay5LlOrQgzPnZwpzTGwDGgkbut7noITUb9kMIUetnQ4nBU
lc1kqDwIxHg8SmoUQgbOWyy/g01826nTioWltaET/S8L5EzON08oR1NfdQwFWg3oYSrXrh5+JY6x
WAtV1tAOkVURPU9n6gjEbiI5qTz4o3ady+VGAoV+ebIWh0KOEJYGwyY4E4aSh0WmFWjTHuetL3Xv
i+lzX6y8TRZtmFTkeZ2YqiIWblUzR+8qMoNjlN15k7ahmzqCUObyQF4+w7hM7BMrwi7WtIkRlgEc
ripaMGmDvk9tzjwfnl/swki9o9XxYxEip+4bn4x6bsDXqmHlWyx5sdMvIWxyJMk0lFYZ6jTUklsm
OtRlA61xdHgiOiT5O5mOr1+xacm8wMlcOLKYXYcURYbvgCW8ScfO7XIEDuHQ09X78c3lKV48wSeG
Zp96chkYg9lWnTW7pK51Je3JIC/EJTWN/cqI1gwJIXw0v1o6eF2PufMWbWB3sFtYx5ClX4PWLu5M
i17OH29VnobnI+Juc7SeRMoxkx79yNpV46MUrgUAi6OxFZ5YKDtRChf2BL1INDRKUXiM1O9I7EDM
8Mqxk60Op8Hl9RH64/6MNGybJLExZwHIJZ8PZ2jpMa7qMDx2mumW9MXZ6b7s77IvMAi5WXY9bOjt
npytnF3Vcz1lZdkWZhMKYohIqKTpFrmQc/Nxn0Qh3PMM1HmkGTvg/bXmSpbe/Wc2hK1BI2STDQY2
TBpDiYKtgzmGO3SlR+AgZb2Xkm+Sre4uT6zOFxeCBVuBapoqlmyTdRBcS2upPYGqHx5tr39AnGOr
yIA2LttYnDzCYMw4Ogz8wlb0rLaR6iwNj6heXPE0ljTUJ71yZYssjuTEivDyak0pgrQ2g83Ug3bO
gi6ILN3lgSyZIAtFkcvkf9xd57sgL7tggPAnPE72XUsPO/zZKxYWDhQPVbLrkLY41EqEPeB0QeI3
WR0eK/l9qN5Ryn8TqHcQmK8kFpeWBNcAXbetKQon+HwkoebVcJPDCh6Zz3r6Ruofm2QtzFt4lFBs
+WlDODN5TfUjSnT6yYOpPfgx+oPw2CNgGRaHtLA+0PsfP8h2+dBHSJpdXqm18QnzCMFFKSGEFR5r
+7XTvY+MT0inXDYhwHd/uKSz8Qm7YbJDZYBaITxKt7Vi7o1r6Akhp/H8yNWeU7CylrLX297l6WWl
a5O7tFFOJ3eegJMLq1G1vg16DWa4NnHHbFcaH8JUdp346+VRLtohfLYQpmHIlhCr6wWU4XJgEER9
RD6n7+DMfifLb37BCIUeQ4H7HDPCTOaDDrZ7vhQ161qP9+FGsW6TtS2xOJITI8KMmZkCLynKLsds
dOBrqMM3ZqWObl3RFxwOuv0LJ1kzHWIX7l6wLoI5C4W0tFRxrKjSujVoULM5JFAKh+raVlgIzKgQ
OKAG6dok6SS410GHxryyuDcqBSCd8qBGPdIQ7VZHJiNt14C4Sz7w1JrgORA99MoWWnOU07bWh1QC
mJ48KHAv6Yig3raR5hbDYw/dJsQVfgxd5qivzOyiX6GKJms8IFSaLc+3fjYUsYfyMtGwT75ApXiy
aaHtgiS807eVgkhDUmrTthrjfp8jxbiyWRddy4l5wbUAdFQaZZ5uyYGONLQQY3tcTcP+iGfEexls
w1yuhsRDNYRFndLAluS2mh00uELpvuxmINVdlH4Mud6c6oP1qOQ3REVb6mkrj5r5TL+wrciaAv6E
yo8hbN1WNkmKBW14fD/mtRtAnZh0sBXHt9agwZb3C+80Wz8xNx/cE1eWR5GP5Abm5CFxDQs9w+cp
en/Zwywt2qkNIVD1dWmw1AEbRXfI86ewfRiNlVlbOoanJgRPaUtBUJbdbGKrq3cItZbStT0+18rK
9l+ME2FkYHUcDr0q4mw82B41e2T/14hoEhIjXfDGL+Qt0PtvbVAcZUQwN/D3wJO4gnZaNq3OmBto
6ImAhKUq+kRT8vlKTwtfuzGnmdith7+Nnjh7byEu5iJJWO3J7ylHDfqjvZlCw3Z5KRfvXd41VAJt
ioKWiCONpAQCHkVm/OpDbo75VdyWW9rRvqVhdaexALDR38xpQ62Qdwj0ImISZvJKiWlxQ518CSGn
B/gS0VTgVPDr3KEBBMXAw2qxbPEc6rpp2db88hET1bZRx13S5ARQFeT6sIiaNwY6qjtoUI2buGiR
nB3HW9ko9K+Xp3hxK+tEhbSd20Tswn1s9nqadwmGG+QvDkqHcjLtjxubNgeUVFGJC8thXMmhLS8r
TI88QvDq8o+05okbaIuxg1K3xK0bEuIHj6ggq9oubxCpk7YO+cjWfu/FcCTChUlWadd9ujzopYsN
1BpJU2sO78XW9b6xvdbs5ldKBA1go28pT60c3cVNc2JC2DR2FJpm1fNEkfP3U1FuJvlOM8uV0Hdx
1/w0Iqa9qiCQVSvAiJQWH4lOI8SXrRbZ8vChC78mycpeWQqr2Jw2OE4DmR4x+pg8T69GBxEJ6NIn
KKmS5EC2GSLyy6uzuCXh29IgaKUIL4KCOmWyS5h32R2o+ADj2lgGWl0ZjYfr525xSJYK4ILKF3lD
IcBQaB4aE6QTjtFgb8JQ3TT590JFj321/3pxQ8AWK6ssGC5dOGgOcmgIauPKoV9yB+9bMEIOfWUb
t1PibW4cu9hQbAuBsurmxiPCMrPuqh+/XZ7atS8xf35y8LIGga5Q4eBF0VNQhZsmPEzhl8s2Fjcl
WaI5CQAAT2wqTu0ikIFwhEeH8MywrwcEhwKU2RCoK668acXa8oh+WhOuKZiDJ6OseKfTSwmP2Tat
FbcIHi4PadFfnAxJDCkyPYnDhLVrYBYzvc9+8Usn+cSCEFFYGvAmWFXDY9ZuGvONn8IcH0xXSTds
nPcoa6x4px+L8CLuO7EnuKd2sKIKMm9ybJEHV+l9HJduVN/n4c1cCmrDQwGjrGvIbyBZ3htauw3y
xvXZkfEa5GdlbkWnEptKH4XIvB6DBAEi68FDne3y6i1uEWDKwGwAWJGXOt/00yQ5gZWMeMmw/V63
SGdOpvExG6Bzv2xo0ZmcGBJOV9nDLpeYTOqAchVamAmSdkGawsHy9/gi/sxH6CeWhF2veJUORg5L
2WRcl2p+oHQDzAFdg6fLQ1pcnRNDws63MzRfNDo7jtHkw4dgPschGi2Xbaytj7D3Rz3tkXnGxmQ9
poG2y+ovSpzu/jMjwoYHI2xpgcw2s1mU2PsO4mA1iFtefwPRWZ24wraF9ZcjHa79gY2WKuhkZJMr
pd9HhHOacGWjLc/YT0PC8ms+KmO6z4xZJVyq2rM92jupslfWZfEetom9gc7S8fAjiju5LIqmt/JR
JfgefMMCxaVZ0LIrqBUpxo4eA+XW9pVoxTEtj+ynTeGsoggAfNTAZts9QWG4Y8cVQ7FiZPGGAuUI
xNkkxBAdQiH7AS/7iVdF/j1ONMhQr/XwuZNpYrwaMvnm7+88Q+XCB/oO0bi4K7ImQjF0cMj1B5m8
h4Zah8466vd1nCcrpoSOzD/9AgVE3QAAT3JZRMNBy121OphIIEmoZjmKa3NpxcmuDvJ9DnN6czU/
Ivu43iFZsrWmB8Nq3yLecqhlFG0khOmmZtxfHv/SqYAFVQNoRg8RoOhz96va3eTkMd8pDAf4Uj8r
2XdEZV2ITy7bWXJVBhhvRCGR/3vRx9tHyMNDxh8dE//N6H+nCHb59y/tmtPfL7jCKECXw5bS6Jij
GJKarqagKOV/KMZ2Q1chnQXby/YWX+Bgu4FnKopMpUAwGMSGXkJ8yYDQib5CNpgG1BiBmmjIrWu/
QJCxThx/UyJo5Rb+kH4cHTC6l7/E0nmc8W1Aw0g70nh/vniaFUMbbTJoxacBHSHn4iCZ7y/bWFo4
0zYUZ+4kwc3Mn5/4mRixu2ZS8+iYJeljzWvfBR5W/IIzwyWb9LKplgy2+NxIGZbjmI+otJV1pm9a
Oeg2MmigbVcUX2v4AjeJYw6/4GcoyZo2oQfdMGLBjbxwNUKWER1H+c6vHzsjQV7kk+KlmzS9GxHK
vTyP81qIMR19f+ATeM3osti1MbM6DeSJkFiLrPeF5qrtp0i9HrLrcPBeK8Vr3p8ru2PRoqmrKpTL
CtHVvHtOVi7X5BCtcjM6dvWOmCe3M94tY7NBTpqUqYWY0fCxNOyry+P8wRh1PlAdqRrOBLreczJR
yEvXRpEWweBTqPhqIca6LdNbBeLwL94zGZpB2TjIeox7vd/QidDFh4l21AB4CyLGKzP+cufyRXjT
OaC3mW8xPdUDJkwKvwyOznhEHUXJVjbQQmoYA7THmDaDnSHO5xM8BnKp0QEBCKjnydGE2+laQmjc
HEuQ1I/98Dxmxaavyg2k1a/G1lwZ30uXh3kqk4riUD6EAevcfFlYNOxPdXDkrnH9GNU6KvKdUm0a
+JI/UVdcsfcy4qAFjDgC/62QjjaE4SZWkVX0lwbH0qo3Yfe5LoYNSo+JeRWk0cq1tGTLoOXImqvh
XM1C1j0ppDTIfWAgWlfs1PTt9E6yJqDQLu3il/frSx9Kv6sCMhRYGgAoEQLltIEFRTIBgKSjOUYQ
lUBMu0b2+PIo6sBPgSWpEHrOvvp8qVKlkcIpJRXUhJRH0sdyiDbO02g+Sdmz+gGR3stjWtgZmKPD
eMZaz3Xlc3NVqg5GTeP2Ed4OqiLSVvM+6N6VGt/YuUNA9e2yuaWDcGZPPbcngUgJs5pnvmImV4WH
KEth3CCGureV7r0Gbtgfvk/NZ+kmCRt3LaOxkK+cJ/fnaIXJrVB/6m3E4I5SgGCqDc3RhLABpKF1
eIiQEnNaA6Er+9rrmytVzrcFmk68AVZOx0JAwNeYC0T0Ksk6q3w+CTTo2LkxZ1ZMZ7hRGxVBhs9j
9H5Mwn2d1BtN+4TyvNtpa3fnwgbm+EMISH56jisFu14KBQ18Drg5EyFFBxLEqqXOvbaFF5ISwOgB
O84NCeQXxT1MujY0xgS0+zR+k/eBDIf/uInRAQl0hX5q99G4MfdICmaSm9crxc4Fd4CbJflugeFm
Q4tRKjNejn5I1sr6qsCtnkTvqurZiV5H0deVvTx7FuH6OjMlxFS21eq21GOq7J+i8Tk3XoVp7pr+
G2vaIxTp2Vf5KtHhfD4u2BSzLPpkKWhpYjOPa7d+FRjXYX4befvhS1O9CeBy4B/dIYO2/4XBUkIi
60LSk0e2MK++VzHdA0cnSI569yyXT/FzLWsbP27RgXqn24itSWuP/ZdPDtCJtP6ylHRI8hg4PyiQ
XFYtYhS8XCvUce2Nh0JZTlVD/atR/H9toVnAqp1bEmJXGyki1Z/zaOnUogD+Tqo/ZJW648mlOfTM
IomCSLp8GxTBa1VN94HzxhuHvw3w4TvMOCU6UTinP9zGSRQ2IIIXyfNoO0mCBVeCjN9D0hQNSZTn
VpZzyRXwJoHdA3gFu1iY2dGrpyBVxpBWWmSzteY6Ke6RMYWeBk2M2NXt94pOd63lbS093c1VQjWJ
0SWadpXqPV7+MgtXHuP++V2EuTfVLtLanLpcRsqwyBDKdp5ixERMJJQnZN6jIES64stlo2sTMH9+
MtkObVnzcx4frMSPTmFve3Tc7f75spXFoUHSQV8WMDpeLedW6sI0aCJxOK6Tcl3Ze611tk1jbm29
eo7s7aRrm6iVry8bXYhmeRpR3qHzi1BTrPjmqJwh1KiQe0lok0CRStqkGnw5l60snc1TK8JlouaS
b5c9yRcVMdkmUK/b8gGOKtgDV56Vi4YUIjs6k6mei8yH6WB0yJlJbA8SaTvgfMU+N6zvOgfwSql9
eyXKW5w9gmUYVOgBIt9zvmTNZNh9met0UUFAX08PY77G2784oLnzkPDYoOND2HpxW4OklPDh6HVv
NONOkfOd5B9Ws4tLcYY6V8P+ZWj+Iid7vB0htxpmQ0pgHK002KGIuImG7oYqwRY+f9MN0aaUnegr
aYdPv7A9TmwL22NA26dq5nvYnK6j6apMXhc50rr+uLINF5eLdxUpKerAuiHYsQt6BT2DzhniqQ3N
Olo67S6PZCFEpreCTsT58WTyqDmfRS2p+oRWkR+0LFuKpB6Rsql8TJrwqqDcbA0rV+28/OIVTy+H
wrrxL0t8jGtJGfN/0zkQNai5A4m9RqLp8pDWTAgbY5QQiaONMzyOzZuoG7Y1WjDquNaKvrjPTwYi
LI2GQrgq5XQC9N9zhmBZD7RzTMXT5bHMv+XSdAmBSUGwC+MAYxmgFo2TclcOt/HwaojaTbFG+Lw2
ImErpE5GQRhY+bEt6jsbOZQ8eB7KD2pUvbk8qEVD8KiQZQUzBD/P+Z5rUUhWGpnTg4T5Vi/fK6N2
V8vbwa9WAoHFnXBiSLiggHFVhj8/N2ulIDZX5hegY3yGNNpYuZUW14n+VGBQztwpKtzyVVooThaz
TvACbEbtEFMlfNcg7OvqefD98vQtHtkTW/OoTxyfAnB0mCJwIZZeT/d95sn7dLTvG0t5rmor3Gfp
+MWUp3zl5C6uGqw3Nv6IXKvIQKnUaqoHLSAES27ynYX6NIqw3tsMETwX9eFh5RQvuj6HdAQq7DPm
RxhlPckjUiyYS5CIdI085rKnx3B3eS6XdgiZa5u3KvRA/Mf5XE4I/llFkfwJ9eMMN9rDuhdfMyIc
rDC2U4QI2YaxcmiMih7YOzNf4wdZmq+5cYJMHykcAqPzkXhFCTbfIddRW1r5VulK1MukKF95gC7U
bnRAvT/NCMsS+a3ejMjIHhXHya+zqNTA2iWfkypKr5LEiUAVo+nlV1O7G5zW3HlqLG87D+7lzDTN
XYf8nIs8nHaNkpdD8Dv5B6hjVltX5jhG9JunX3PezCdnZEDl7E8QUKVuchNt9LrZDT5EFZpxbaNd
6d1qTrzhtdes5riWVxvQlqZbNi1iwgwppZc4TkhFC0rJbGePV9nj5T275GvI1P3bgDA2DeF7LZzI
MhHw3AIxtHeVnu0so0tJ7wT3+hSunPzFUGuOT20Fpz1nes9nsx8p2fkj0bBRFM6uaKUcLWL0PyS0
2Hdwg8cuWnDZJrN51BVNXnyqjHwty7w4rXgCoi79h1c4/w5J1KOr6KncTspneiedqHKD+MvlmV3y
rGTrac8EZGzZhnCGMh8mENWLKQJaW1k9lFq9lXj5Z59BLPj1Snn8R/bxxR49sSbMquLkppxp+J5Q
la8sbyOPI5Hy+EARaNc1xZVUfUbhnaCs3SHVd3N5qIvuwoDLhWws3AYiW6aDHm+Q6fikrNtX9mb4
FffNWv379wuD87qRsyHx+wcv3Spq7k7hWnA8u80X83diQjgH0jBJo9VzQ+hlfxWr4ZWq3NZjex3J
73LtvTG4q8Hr4sk7sTh/fuJVGqOPJG1iUJH+NRlQS3aCeAvj07Yeg+dIubq8RIs7/sSacDelsqTa
/cRuRNz2iDbN/XxptH71C4kZ7nTdhBkCIhyRvd5T7A5pKfwVtbEyQk/x8CsdIdwaJIVN9DEhzRNZ
drgY4rZCefg4BVvMvMvsbVm/G9ZYJxaPFC8lAOFzGpjA4XyBWmAUSSCT6EoQDmggfI7Sd5MJYLdB
dMLSXVvroVMISFGE7R5G67Xk8NKSkcijeqvh+PUXog1mqYd5z2veUL8nIJ0oorSYvrwvFrwUv52l
ImqhriZ6Y01DYyPLMVJ1lNS02i3afRJpW5IW2zzIobBe8RULBw2DvNVAo3ADiEESsJHR8hSq0kDg
NpGHKp/MjapCIzg67w0jPLTyobHWyrbz8RWON0hXuvIB1ENkKgY0lWRWZWuWKJ075O5MU3pXh/Fd
I5UerKJW8vefCjgrIO0AQuEtMYTESK7HQ6Kj6jvjMhJKlIVy19sPlxduwX2c2RDePUaU0QTgRdGx
oUA56t4htkY3GO769n0V2tvLxhZ3yVyngC2NYohYpfR6YjjN76KjPv2o46eNWxp6cKV6coI2Q/8k
lT6UtoP5fNnuwhEAT/vTrnCHNrqdTLZUREep2ej+nWw/1WuEIksmGJaJKyFx8eIlkvPGkp2kj45O
b9/5cJCTMe+Gla6OhQuSFwGcZ3QAkGqUhXHUZtfKyH5HR0sFpfOcW2sd5Ev7m+YCGl6dGT8u+t1B
qQ0aJK3oOEeJUDSEVyYIzMx7c3k9ljbdqRnhlqy1zOPhBvohTKCvSa5U+0a9DlGf16OPly0t7bhT
S8LtSNqt1KqRAaH/IXVV5iay/HEwSop9ipvZu0T7+y2NOuxtP6dw/kYn93GmU0WQZT06as6TYd2Z
4a4rA5dGm/9sYLN/PDHjWGNTEy1GR1+50XuYk6T8OCd74vdxWblJUa3428X9/XNYYqkk6jSjgdOf
/T1RpbW8elPPHI9t+v3yuJauS+aPQiKNS6TjRCDeFBtOnEkeyJgMhJaVflI19Ubuq1dR3nwtu6tO
fq6ejYCU4IQYxK/MKsgGMKjQoQE6OJ/Vyusqr9YkkGo2IL+6yLamktGGHyVuYdGsNsHh9PXygBd3
6IlJIR8E0Rai2ikme0W5T1pikQxyxggmj7q+QW1tF/j5L/j8Gb/xr1EKbgS+zqzo1Dg+xma0KQLT
v6pSLXfzXpHcKkiu076LV0wubh+iufmhDpeNWFcsJghjqxlErCY7pFTRagaDZ64UEhaN0IM9N0fR
4ytyow1SXdCoQhlGb5/AbAbt42rZcnG1eHbO/U8QJpnC6U6KIIIUlxdf2KubeKS5TP7iFbw6gTWq
16q3EgEsn4YTe8Ixj6U8yLISe0UYPfhl707FwZ7ulPCqU+sdKvIu4kVx8qlYe18vzuVPw2JbnSOV
MkQOGglr5SbT6VE07R3F/9eXN/+yFaCF85XJeROm025Sr0ZGHewN+XArP1RIeLX6/rKRpVsTqkZ5
7lTi6hQb56Hvs8IGhetjZCjHuEpuO917umxiaRwzoI5kK7QnMGif+w1TDXqyLpiIwciP2ZPuPMLK
9ws2IFCip4Bv/KJYnRlp3hphSMTbHCQ6/dKxciOy75etLEUA4I3/bUU5H4ntd3DVmD5+vnrItGk3
NDDLpQeEd1culB+tgmIsfWpJ8LXmkHiwjTdclIFf3UiJkboDQLLrpg2GXRUW1dbXGutBlmBULPXU
fB2pyUPd95+s3gpcyZ+Gfa74oVvodr4NxrB05Ql5zCGQoVWu7A+26dNmn9NZX2u+c1NGIf19YRLs
raFpjw3Qfag7eQh1fr3GsrK4HYhvZ5g89X4RM+IVGlQ05J+PUxRtrKTZEbmH1tpl9QM99GIGaa/l
/UqLM9i/87XSvIn3mA/M2UiugDsfHG3c2Ho694GYOxREHtXkrarPqGdQXtVDYEbvlajcdOZrLfvS
RsF26vObun8FL3JqPwCqv5LVR19SN0a2a5JXEjxnLpv66vIOW0rXanMQC0kxpXJiivOvnUYwTMgB
0bhZ3EZ9+hB2oHun/MYIUMgbp+MYBXcN6khuVgaO2wXQKOftvqxrNPLCrWpphzFUd145yivednHZ
Tr6YcIpjzURa1ACyjeblZogKNzzUund9efhrRubPTwO3IXK0RAOzXSM2Ib0vh+fMXsmeLDo8OpNB
a890RWLDZFmOJfulIjYc3kROtJHlFXe36CRODAhjCGrUNKUQA32yhfqU7aWi6OG/vzxTS68E9cTK
/C1OZiqPujyrIx7bg32TdYd+OMDpkLyK1mRBl+70UzvCG6FSbIfNhCNSjVeWtB1AX0MIWkkOdYNv
7MDLo1pKXIMHhhgA2BEHQFyddrKRPSjZZYRCmjpteov+2SEF8PSmRiKwUm555HfS2oNhdgYvnMWJ
WWHNcg+p2KknYVIFOxsaS52A1i2mYaMgQVJrzsYcFLdVyjVs/eIqntgVVjHsQzuJ5ySG5t3LIJ8Y
mEJDnOHsKiLqy3O7aIsO67mJZyZnFC6vsabTZDRYyc46JE3subFCV37SIdIZkvBdo/+dp+zFlJ6Y
E26wyDLCTq/YoI7/RF0JooHHPF259RcjQBohoDYE24nWg+DknSrVjXygN0H1BnOjFMFhsjfK9OTR
cZ3C4uI3+yKV3kOam1XR46/M579ti/dYNpVpN/TYRmLQG2skT+sNSCC3sJ+d8FeyXScDVYXFCzqp
yguLng+JVxDPkiTft8BmH7J4Sn8Bl4tGB1xKc8cTlVbhCtKVIK/ynkTUbWGUG7WAcVheE/1a3Iwn
NoTbZGphF0x7BUcvt27T2JsxfTIRge2hpafcd3mlFrfiibH58xNfyXEYc4i0o2NqFR8UKdx5hvVN
dsztZTPLzovuZzhVYBmQRbk2sy39JqhoSSu0yh2N5L7wjNsiPXR5fiPF06siOxTOJv2yYnZe+xcn
zZ4J32YKUeAM58MbWjmz0gmzpVdv88japMUjHFtN924oElfrclejBLifyjXM3eJVSpWABDPvypfK
VQQw0YTKBqoKqbWxUGm76T253l8e35oVYXieQp9zpc5W4KvdSFYxbr0Y93XZyuIeAQky06SiXSBW
EkF9tslQcfFYcNa2O2cmm55WavGLkcGJDWEf6iXdDenAI0WLAnXOzRubKZG55MZgM9CT9B8OSbhc
GvJsplkzJM072P2Tso3jtZbX5RFBpEWlmeyuOR/zk5MVt4MRaCMmZORMtO8GRGXNuyhLf2ELzIl4
8HTUtBEyOzczojAX9j13SdJMQBVuxkDf/f3lP7UgbDLVj7RYVWteC9bXvAbx4N2X5Wp0s7SVQYyC
ogIjA/eycF1J4SAlUs91X9UHOpEHf2tH8ZbS7lbnNTZuhuT/kvZlzW3rSre/iFWch1cOkixLju3E
TuIXVgabA0hwHn/9XfCpcyLBuEQlX+39liq3ADYaje7Va5218qCo7Y4mjyW9o3Er8QlR3MWIG5pD
oCEFUQ77hRcfbCHrCJUXfDATDg4Ge/CPDWY02FZIMztcLfL0D/t6YY93+cLrvb6EPaV0bzC7HhhD
fVaqRfJuEI3SYHTPMDGlDM4h9Lyu19UkRVaUMx4Ow1iHrXP2psWvmyOKamACHEGkmLp+ifebQUNl
Bj35l0GmPcBWwkfhy1/A+WiWq/VIF/wClz4PrbVbSy9wcxknr9CDLtbJ+WlFMjI7PazY1i5zfFeV
YBxkq+DufqNeW8AM2D62d5j+xx05KVTig+I1AJMG2gwLRQ7OB0d9VCzS44nrxsbPNLHdIK21NfwX
x/tjhHO8HKwMNGaDuSgIZY1+dK1ffUwlbiferT9GuAhLrI4a08py3Kw+xIkb1rN2kCLOhVbeUWKg
ZwQfAnuiXZxZd2zyylWR+1V2A9aPARR63QhySwhql7vtXROGBwzVM+EOwNdd7hjVGmRTkxymUs2O
nG/KQvy5OlhTEpn/tHcAXMGZmTwfT+lbpJWFstbKetRqQJMXBjvvSknRW3Q/MVTXf41wh9Iwe8iP
qsj8PD2zfW2doDY3Lc7OMEsKbjBDhsgV7p/FZApRvmETAtefKnPcFnJgKlzbVjQUIPs8wARNulM0
0obUM9EyyaZSUpkRDS4bmJT+n1XuWjHTsl77Fu2ntWuPercGtqbuFw3UVhWN1tG7cZYx1H+Yo7eb
M+83pkPuHCs52fn9SvKjoTwwtBJjlNl2JqHfYgYW/QbgTzW+fg0oABS9PRdpN6pvxNm3ZhK46Jj+
36xwi7eKrlusxsONpuKth06p92Qvsiq50I+AM3jXpsQYLGdkSqAhj0yXnCrdDcH+GKugXvOWYB0l
Dives/8agmjZtQPFFSaTFkXJ32vlZDSPqtP7EBn8l+j4v/UAlnJtBo9INe9GrKf25lBPvINtkrCQ
Ugwzd/9wJ16Y4W4rs8sVBnwBO0Ks79CQvcfYvJdnwdCf2cAgZj7+4foCrST4HsBWgFFW7voqY5Kr
CsF5T9W7+VErsaZ/cLdLC9zlVU9T2qwqwlY6fU7X12U8D5msdi1yAkyPMME8jOOg3Xv9dfSqJi7I
rpGM0vyQVuYBc9a5JRNRF30cYDMxf4zEnZE7XFtRFKdLBpKTU9YtPnioIwIEALoZmkIDpVl9aGxv
n1RRcLSYiiWbxXUsky374h4zMO1rrHFPMP8zZD4dlvh3smZO4DajG9QepAX0WPuXiAxcF/RI2DgO
uMqvjcZz4bnjVJKTaX6r6Q6X6V55ttIga+v99vKE+3lhifMMa6LtTJOWnOJx2rEZ1DTete4I+grE
PK+ZkoNqyLxRbBPPL0yiYUCfJ8EZm0mvjHUip6EBZhqN2Wpf90Zxs3oEmlRkViM83qOM5Lakii6s
dYC25n+WuYi4VPFcU9CLnpZ2wYivlgBRvJyHQYO0YAB0WOrrUHJq859AdkvuO9HxQHLCapgghsLg
+vUnpQVGY/XKIlA5IF9nuiw35kK+ZYudSIKxcJGYu/NAtAJJYmAhry0tTepWRYZM1ZjqqIqRcqfB
SKqd9bMz7Nuxfi4nL+zc39uOJDonF1Z5Cgl9id2xNJG6Vto57W9prQBp/HlOjgBqSrZSdK9dmuLu
gXLSQYbJugglICMdIG1Ne+6yBE3Bp+01vYud8lfBpSXuKlCwJpUwdFZb+TQroiYDwGguXwFwIzEq
VM64I2rhmwv6kPH0bSj3+Xysph9rNd5NsqPKjuKHHwMcDRP/Zv1B7pYdnKR00gqlW7utQ+hbzWW9
216vyEehNPI/C9zGZmiNgUwGFsA5Gg7EibCx0oeB2D8xB4g2IXLND0NMauwgp8xm5NCptS8wkV6p
GCZCzhnH4bSOfmXMut8Pw61SyEa2hU56YZo7hG6rZRCPx0uhLXYa4ncy+17Zgjy+DyZbSs3DPsjH
D/Znodxd5TqlhVQeeXXqPQG/GthJtus7Au1CXd135n6aQWjpqZ/6XJHc90JXwbAlOqcGZFU/AITj
3NETi0G7kh9u/JYkkoMhPIEXf58LMXUGVRrSAhEH/Zu6bT85dG+lVQR2aMlCxIaYlCXQnui8cxdh
vhBvLhZU3E29iuZihWCdtl/pTgEef9v3ha6BDAyMUYwtjsd7WGaOzJKh7/pSDVgjF+rbUda5UWNY
YSsbARGetAtrnCOmRkfQoMQGKt45doH8AJe+/bK9Iv6ahfo8MOoQ1LUYTgbjJtf3QFHYBaQAsKLa
eSv1MXCLMVifwWXvlyXoH1bvL8Pyf+wxeh8VTEmwem1v6Wa3T3QHTkfg7u4OEH+IdwWDDN/M7927
Hby/WSkGY4Im+5IXGVmSdShagN6NUQhBljocnNzvdSXa3j2hFSAHUO4BcBEcD5wVk0z92FM8nrri
bA2v0JLaJevrthHe6d6XcmGE/YiLpSxN2TTDWiPPA8fT0ryhm9qZ92sZ0qkNt03xIYE3xQUjVF2a
uZuxHoCqQxcMXbLXGTvzl9GON8B9FtqRDO+zCgnOZHzVUui12RjOa80bp6iDVDVv3HiGaBs4KbYX
xocI3i47Bhd7GGMccU4oFgbhst+9A6LebP692srtqkJ5Z9vWh4Tg3Rimw0y031wMcHE+3uKF4CQu
jI19ZKYPKuS37HtaIkP/RBFqIQIPKJ8DMFNtnxP1W1LiOlMmlMhljF1C97z4IdxVbdWePpkTfghQ
hAG0pXSwEdXrfnu5Qp/ByD5LWnWQg3Gf1IP4+ZSMcE8tgSR3mfppIWs/Cr/ehQnu6y3ruNjKCK9J
uvSuRUUfame71DF/l51MY0q4ZRemuEsrBiHFNLLVZN2bWmOEMH2tZcJwYhuWycQXbRMi5tfOCEkC
bVInvBZblQau8tq6lZ/97YziuxMChfZfI9y3R3eirAect5O7Piige1HH87jINL+EoenCCHd7TCUE
bDIoVZ10tAQAva2VLxomndaxCqrk+7afiXcN04EgbcWjl1cr1dVxSfoWTtBCMbdpn2rMULUyClGh
EUZxgf9x/Xwo4GfAQKf1QE5OF08+tabx4M5VvOtr4klircwU+/eLkDRVhabF0AE7xfQZFH7h1Dws
RAZVER7Od6VbcC6id88ZAd8cHWKQxZy61nmaVvdVgXDj9nf5QEL27mmeDvYEKAACIcClX3hv2GbZ
LQQYhGTwSTreaWZ5S8siTPphl5X9fY9jCu6hs1KToBkxipxkUZelITGS02THkretcGMvfg/bk4uN
1TUyxqk9szVD43l66KzXmjxvL1oQkVDXRwoO2h8XNWcu6LV0xDoH+AkdhsOsuvne1iE5mxaYoprU
UtJd/9ADxBZfmeMCYK171ZjM+IxlPe0o3pnZ9FNb1SdXncCeBUHp4oY4N0pn+EZZRhTzC5lMWUeQ
KAJSCOgHptJQvOOR/MocmzZdRqQ6mHZW0Ue2FND4qmuU6uQ+nx9SGTuLwHWvDHKfkdipunjtSiAh
YDj+3DhLZMbUldxeggh2ZYU7IJ1RFiY1saylenPzsN5p1n6yIRpPom2P+UDI+P4NLzaQudSFWyLP
GPK+wjdchsfUfoAibTgY5/VArHuCs2JWftyeexrOwyhJfv4/ptFHQWteBaCBO6GmWrgq6QxcavZn
gts5qXcOOIPJnmgZ5r2WwKris7s8zrZ+hwxQYl5wHrHFoCpG1wmcqHznjc65ulCik9M6liHpj4BW
+ErxuL29gsQSo3FAQjEAAryTu7fdumAUhahKZG8YyWgfYvO2gMBFsZ50ZHulbLJQF3rnH3sfuvJd
lbTqCCRZWu4w5Aq+2UP6MBThMH1SwUFQpJj4fun0LwstfK2KEhN8KL8161NcBNQKAYSs50j7pOw1
TRIrpL+Mu/jBJqD1xMJO2BiV0n3je7zHVZYdQEb5uf4C4Pywdx+0NFI8X22CosYMcqSq9xQkywfq
J9+9m+0vI9wpaH8xYRMVg7vc74FuRu+NDN9Xm2+z/VK5r9t/X3iCwbePcq8OzD1fe1dA66YhVuD1
P2u36fScgUEvDRPrDfpYn7ZNfWhHvp9hNF0ZuzeGuvkmTK0nWq9neC1rmk+UrxPoBMxnvV/9pe0Q
er/ohhYWpnNyqwRw+x2dP6XWrmmHUEH6b9sv8/2//CC8bkFDgTouMCLXQSXDD01nDz8IY8/euLfr
kNxVNcRX9ZeBPhbFbeMASu+GtN5n5pMe1sPLah7SIkdJS8a2KvzQqAtipB6EKyCtuP4tjpqSdcnQ
P5rtKrCs714muXSFZ/zCAHcLrq2hUW+GJ8Xd8+Au+6mZbwz3aDW/WtP9PhvPBTirtzdYGLsuTHJh
RcvhB/UIk7R4MrNjko9+VsjwNR+Kne9uhZlHdHLA/QMCvuudQ8ystLxEO5nWeRUBCWZHBJR2YMZN
cdd6UPmKM4hjJOpMwsxU4v2oZaPkIhRuLkazITGKIWDb5o5paU/NlKZoaGb1D+MrvCjCu5VC36Az
IG7mPGzvqzCbwDkCKZ+N0TxeMnpUDQwBxVjxYlqfEK3CGepY3XSwRnok97Pa/y2g8z9b/Mcgd1Bi
tUpbY0Y9aOzPyYoHhJRsWLiBDMRiYYaUaY5ef0SS1ZpF3IxAYY8AH/GjHAKtC+hPm0QxOMcVS5bb
iw2CIYAV02yc9GuDeZ3joWTg7Dto+hW1CUUujMzkRZSUSpBbIWTgUuAStj/cB1z6+0bieQQkDRYK
9Yhrq02fo/afoL+e9pgCaUotw+B+bYeDXsT7cpg9v18hMKoUQEVYXn7QnaV9XLzkbwcV2e/QwFUL
cDAmXVBNvP4dBoXUNBnwO0owmfpJoH/dXuj7e5IrVV0Z4A5lYiiTBp0zlKr2Rlj+SKJpr30rD84u
/dWr/v4LCD3WaDlZ+/TRAvWF30TkLofyoN99KiQob2GAuFwslztCPLIrQM5KmGaXvdcqNdKMt9Ga
dmX70A4vWgyyYEmwFSaNlza5Dz2vo0JjDRt8XjAF/e0MSdtljWgWTnjPISyk7P/tPRfdIBowDnh6
o5YEhMD1N51irzdnFfS3GJXx0+ZNt79vG/jAPvwfr/ljgTukVasYNqjx0FUO0t18M4Q9CaDGme2y
Y3bwIgMTI362ZJJ1ScwCQH+9sH5Rh9btMHldj35u0h/6FM236jB+p9V4M/efoLOQzM8JfUogdbeq
atTZkoAr/pzQmEfR3UPI4Ad7zabDFYMyxsnu61cy0tp3Fm1XgPBY6edPhVPsIcNsgQBYSQ5doh91
qh8km8+ukA8nCnmaa6BJA1gG51FLXsx10qH2r2jpM81BpJIjNq4gzbUxQ92qgarPvkXbYMiV3Wz+
S7yE5sb/zHPehfltbICLKwDcMoEZ10FjNb7+W0vNAPTaahsaTh5uL1mUPlya5NxNy3OrmWt2qQ4/
KIi8KhTiEvVvyafenRoB2dN0yINrfPqQ0b5SFy3G3N8KkLo6Rsju2+mbkbyo1am0GmACW0mNRRiR
0DXEVDXQA0hrufBLiEestFMRkRzQoxvf+tkLSf4tK+NwBRYaT9l4Wh/KcZLcP6IQ8c6Fgo67gdlq
zq6TjnqzOA5KwcT23RlZrey5ymIp76VAf6DeAlIj9Ki4szpO2tIRBUGo9s6ghMDs8PMwN/6cvG37
BvP2LTt8wpXqfaokKM5Tcw6LPs4CNh8aWPqAawU3LN4TREbMKEq7Ltemc3ForVvVrVFDXcnObZ7n
3271MoR6O0HEWsaMI/pSSA/ACoUGPspG3D4m4JYAPBWgoaF6U+LGty1J61J0uPDuwX9A+XlQAr9e
DLR7WsyNo4y+fs67s4KRg6yXQTDfR90+fCXAIhnzA2iueNhrrtIk8QoUL/qsBwITbdhwyaoeiNdR
CTrF0A7LlCjRTDMwTI/FEDpTD0p5q7F83W3rlwKUGsQDsjKJ4yB1JpYtLW00VyC6izulDLwiMSRn
RLQxSIqQE+JXa6i7XG8MGYwUyGMFqVE/B6S7cV3oi8iYv4RGWArGtOZR+eVCm+JZ5piRpjitGMUv
8dR9Mfv77RMi8iBcWDiDuoqcwOBOSDbEwEGmWXEqUPHXxjdayeiZRecBr3hEElCKwUW5G2nuutqE
YhAsIIVW8PYoOyCE7DPC9QC1sHqShE3hpl3Y464gk+L96qIkdEr0Bwx47sZqCqS1adGikPljWgS9
HxPF/+vPn1qjRXWnK4C7ALUXQUjR1shS58jD9M1Q5Qezqw5//6UuTXJfyhqVDmPbbXGqkx+oU4eq
KwPlCPOXSxOcU3tqYfUtGMGBBxydPZSi9SBT0+nWa5pkT/GyC9qqX/e1CjoRJatRfDHgLmVaaA9N
D9y65IyJfPPy5xjXm1yshTI4Flac4rVHXOJLGdrYAeIjj4OimYm4wy525ksX9WKQ45uNU/Wgha0e
cP3EoZaf7VN1UqwglsBXRW6JlBAsmADmgn2Re170thsX5VgXJ2uEauWDNgDiqDxtu4joWnUgKYve
AaYwPkhIktRq21hj36/ygpGCtM+4GTQvlJ4x4b7h0mG0L2hW8NFvaA2IpUN/+IQjEqwzFGLUl9x6
Sal1jNMqBCtYlBJZ7UvonrgmINiIvAHqblxeAukhRak1pzjpXeGrk/VQ0SnICvNYGV+mcY2M5Wvp
kMDJ0SdNpzD2QA62vcGifAKYauBd8HzCgAsXkHENjbG2xmzd6Qp2k3ny7ZXmQT+7x8WhkdLRcNui
INCA1lIF/SMYDSBsxUWz1ZyqSp8BQG6VNWiKW6cOR/PTspLALl4y2XUvWB9IQ3DbMHkPG2w71+ch
pkMD9i98VwyY6uQrnX+1P+rqDsxn26sS2XEYIAqCahrYYLhVEUqcMSvt4jTRWzMGV5b1aem6Jwsc
M7au/dg2JiqnILGA1ifgQ0xygzvlxMtcZ2TWOqfU/XXU6rDulhqI9dxDe9v7UnglODAKBxqBHoTO
1RSkTKRolf32DxEcTxvHE8p1ANEhzeFW3dRaq2pDWZ4UaOON9a91CF1koxCF2bYjOJ0gi2Y0hkDQ
oSHFeWmvVYTOc12eWhNFzqn3O/emuQENhbb6pvlKiSydF37OPwb5d+9UdaCT0ZhB0BpWETrs61e1
P2pFtL0wUW/AhtcgxGEsCC1S7g7EWWcsctjBLj/QzAfm8T42wz4NXN0vHhOUGr6u+/nNBoF8cCjy
UNYLEH7BC/vcBVlj6HrOLNjPbbwd1M9KDe4Lb/T7XDbEITr3Lvp4qPRjxR+Uv4xEmxwKbc5TFUeK
mu9IrlPfstPdVHmMhr1EzVqXHRR2oXLXIdgwUIpnsgYQB+ECrE6VNHHjvjw5kD+/mzsVsqA2wBNe
DKqWqajqwK1JuYsL17obkrXe6+5Mn2ZC09DLpzWqDQ2P7+1vLrg3IfAKOCjj+P2o6WdOMdXdmJQn
mowlxmKLIchSBCRn1GVwHpEbI0l9D36AcvAoq5bUbZ7mXnFy1le7XY4Q6pxCPOb2I/hqtlclwq/h
DgFrsWYBwOaZnCfXmpFpY0bLk9a2092YOnEUY+4a2MM0iSxdyw4VrdwoAyIgWLQJmA/cEhEIQ+qo
mNou0iY6AgqhTrfzSiF70/01uQwyW0iIIkKDYBmwFv4u6A1agqG8LdF9rao9qWpjb0Hhe0cqu4hW
y8zuzTiWUQ+LDhib62VoUsRrvvQALUUDWs9NCdX14S5xjPtl+dbaoJ5XgfLf/gTMmXlnx13uAMvM
BP487lbQoDuXTBTOXrdHy34oKtkRFqwFLFEYkNKYMBmSpevLlBqJ268JPnFtPY7ZoxJjtkULGvOw
vQ6B1zI5X1Bq4ns58IJrM32WoJCiLfhOkDeY3LvCXX1rVvxF72+a+de2McGmQcYHWR2awAZYLjm3
1WjpJXaq4TTST3l/Lqn6918F5GXgGED2gV4rj0CbO0oKMHQiwle1GxEDtJl91zt/fxPDCkB1Onvz
ostyvWfg5qTWGMPKC5B0XuknuV/IRKpF3+XSBvf5bVpnUBpmKwFaCCUuEpU06IADKP7+wXu1GPZD
Lh4xC9x4KQYYGtAyMOY10OYnFDAlH0a2HC55UbtxKeMKVpRhP9fHNvFN92atgqySNGJkhrjsJdbt
RplMGJqW/aoGxlv9Mi2hLTudIk/G2QSHGzIklCXYv1/s2ggeN2g6ueXJM9Gpb/FIjNBF0yW7JooB
FiLAO10HlCy4xXTlDAWdNa9Oahf/8OL7OHV2E3EPSSEbShLck4DloJqKZwJYaHgq/N5oM6NZTXyf
unFuW7PrwFphlofMTIxoOwgIFsWUg1lkY5IPPCCiad05pYpXnlylCJfmqS7fjC73x1ZSfBQ9+NDs
hWodOhkG6P25I2SVtHZIrZcnVnd8VMznwf7ZrpDOU/1JuXWD1Qim/l7pw+31iQrvoI8DG72BoU+s
kYty6Ryz7MIoT2rVH5aUROb46NHpdsKcoj0n58pqUcG6dWxFYlm0s8B3A7yO8AdWdf3aKZPBi9HC
glOyF25vGn5SfYdUB6gjt1cotOMg+mH0S4NQOneYa6W150bDF0ya3J+gHAxCmfZMZXg8kU9C/QFD
Q4jkH6+mpAM0ux4yeir0t2Y6e/OLlkqihdgEoxqD2oSFQYDrHQPjX9yrTklPs/JCnZcUuLCpeNje
LUGoYIoEuPAgh4M2OOeGaTm7aW5X78uw0Ebsyn/5HBcGuAhe1erc2nlDIX1wBsJ7XSGw056l3RDR
V2cdLJwpgFAg7XW9V3Wi1TQ3anqCID0wu4YT4oUWywKRyApqCJBGM4Ab+KD4R9VlbG0tpydtvK3d
zDfJzzH5llXftj+K0AzKvKjBo6oMrNj1YpRFV9tmGOgJ6OE9lJAS7JneB14jieAfKFWRB4Md7X+G
3oPFxUWxOIS0SjXCwwbPN9w+gsFdQbIHJI3dCJbVNcqmxi+sL3kBUv81sU9u5x3XufehLOx9+etl
A87znh4Dx4RE7HrZ1qrVS5+ic0bpizl+j+1Hxb7PrP22FcGpurLCxYekHqZKo2hkF9509CKLLCDH
ViXBThRmQceF8Qng2eGVvJ4sJsv0zDHRvQLiolocf9pjLxtVDeLiaFn7FZwrukEl44XCpaFpwyIf
UFE65zc5lPuaXAcYOYOYd934uXKv9ZKLS+CbjH8BVQoN9Ago+XAfyekcBwQFjDVgCccpCZaq2jER
4JjIaBjYz+VeMVemuPjntYCnNy5MLerZzsfbrOiRzNyg5hUo9DXt6CHRom3nECRoVybZ6i8ORGxQ
tZt7YP/d+akJaXULvlC/s9ZQW2RckrLVcd4OrjGIbjowVVtR/Lw01X1u39LhpbXvG/I99mqZS7IQ
yG8nCszodMIzIJDEXcA4FHG7aADEr91Drup+q6T+UjcRtI3DJU19M/OnKtAdPBjKxv37FgGmjP8Y
5/odeKOWml7jW+r0bQKfn2Y82MPv7Y8nyqmujHC+6fSplbouWyHqZ5Dv+wF1bidBMct3U99T/UXx
abFvLEcSR9nf3dpZzlHxSE6WiWJx2liFYz2Eid1I9o9FpS0TnGMu/Ronagy8RJcG0x4ARDvowu5G
1uCXrYRzSkezgRNLNHKajru/VaHBZYOvg3wJL2AoOfANBkxQdlXsYZdQo9VPsstDdJdd/nmPqxVU
nT1qMeu0FzfLk7kvX8ujFxSfgWD51EbHSgmWyLvpA1lhTbxj/1sVrzuSl0NXTyYqiUrfdnddEndR
rCnOjcS12a//+P3/mOEOb+l1RVuUWB1w4n4fzn7hgxTZLyIZna4oLDH8rgW9DdTi+MFnhaq9lhBQ
iMRnNHyU21QBBCBE+x/Vl2B7UTJT3E2MNo1B2wGmQNXiG94UJKkbai2jXP7W9TdkeARroOSoymyy
f78I8Iq6tG3XwGaFXnY77QBq89t8x7T2qHc7qK+ecrO9SqGD/NlQvoaV6KmCuGhildqe9HsM6m7/
fVG5FTBoJBp4iIBMjH/wgPq1i2mM6RzHCLzTY31Ljkrk/Kz2nf/LaPz+UT2YuyzctipKNS6Ncvvo
0kkZRgdGIbcQPfaSNYmuYXAkoHTJhDEwB339lfQML2fF9AA21L9r1RkiHQe7fMLjp8jvt9chSmcu
LXE+GDuppqU5sC7QfKuy2f/ZILaaMvJAodddrIfbLTywRlwNMbuY5mCa6mC2btfuNiFQmtEwt8Vw
FrKi1ke/Qy2T5fd43+EtyhMgUT3JXMUC+qUD4GGnadPD1KoyNxD0H5kVRuoMoULgbLh3l70UzWwU
RYH22AxdQmWXjwHILPY6dLK65NcyYAp2zm7H51gmBPLxy8EyyujvxVRA2Lk9RX5tDy4F9mbUPH+n
o2Ni5GEqqT9KjPBM5nZXZ8ingWww9fNUQFAEJEDGU2xKzAhmYK8Wwzf/ijlTi1UHsKdo1EOVfMuH
Go9LCNICVtr2X/XmSUPVxJtPy5e83I/UAf5Bqw+LUkvGv4Reg4oeevIqZq0+zMEprWFDAbw42eWd
geajtT5tHziJAX7wzSi9tm6KCjgOp/Fj+pLL5j4FTy/sJSMHYRBP1ha/Dh7ENYaydbCXemoeSGft
6u6equeR3uegUGrpsZhVP1lyyc3yMUODWYY7R9kdNycfhhfLYxnIDLNFhCdY+1tX7susjHrVDaXY
ReEu2ih4ADLCjh937OZco2ScmTGoMDjKPR7TkuV8DPBYDmu+YFCNqVZyCXseW3q6prBAUhsZNNiQ
MQdZVbIShMwMW+jFfYwCGmCezEwJiBUjTOjoebGGf1oMQ64y0k2UIK+tQBxDt4Z4RQ+phBrM9IBx
SiWRVOsEQ9agyYbLWay6CegHv2MF2p6mSrCUO7P0MfTgdXg23uXD3tRfrM4IIO8YpAsBP0kCqLrk
XAlDyKV5bicJgMdZXOJggekHb/S70v6sZ2AYUs9KofnlGCo16FKGFze3ol5vDk6V+qWCeRNbSunx
8fpmhOGo2KOCxbgmuevb7So3Bk0boua+aX8lWYtx8tcck+XyTf+YF1+b4u7vOSmgDN9g1XlL93Gz
S5O7JSO7agLdURZWbulrU0B//X0Mu1wfF2Hq2O7HZSkLVph1zKdqlN3d7A9cZ/tsVS6mHJD94A7n
VtW0aqWqK9CBKkSpXFCkZY+g10rMg72fnxQZkZcocoEjEfHew9gZxp+vT0exqjU1F1jLkjHdaTXY
N+JFWWC4Izf24BT+OGBA33GKcHsfJYZ5bI3TGtRyExguWb/jkExhof2arb1FPqdAgW4bY/7/YU//
rJIPmW6r17kNGbfTlP12y3O8SP6+KFW42EUeTg5JtSbpSpaPVK5vmU+JlUDSDbyhdLe9EHGggQY1
w2ej/8CjFxyw1zjqPBanBVXEqX8rk/6uTs/dr0o56sYvxdjrRhypWR2MxtGWYXWFHw1CXOBxQCUc
VaNrb2GovXIYELENzLImNyimaI9d2AfN9Lq9TmEUuTDERZExV8yaWEB8tvPraAb2KadRN0C5RjZe
JTPEnba8XOZh7bGi/Hu6A+//EmYYQpE8aUQXHcAYKJuikek5vEi93jh5bdRYzVy+YIw96840fdve
MKEHomnJIPW4gHiaBrdK59ordWT8keKXgRbIUhzhRl0YYEfs4rIeAZYhsw4D9Y0WjhiazAJVkn++
j8d8OKYXNrirWoEc9lwZsFEdbf/J9MkRQO3jvRfVh1cI1AaxP/hd1Aa/KV63QeAG34xdE72ZB0Xy
S4Qf7OKHcH4OImMIkS/4IYZ1k/d36rRTm8/bH+z9jbK1WM7FQX3V5l0FG+1Jx/zybXNLfqS/jLdu
9qFlGNW7MbBav35UPruHJhwkdATvzDpb5jnHH4ibltoK80Pk7OD3weqXR5ASlHWw3pq+4jtBtQNi
LvHz5zpq/QwHow21T9lO29Mf67P+s/ypRdqNjn/Z3hlhkAEEh9EAAMLAcwEMJTieB8VAsP5hhBYg
jyftYN842eH/ZobbADtXEz1pYIYUxzI9G9NbC6oYejCa30DV/ksEuFgTd82uc+uuMQOWW3Pi97E/
gjJ3MiTtGaHXOpjCh06PBT4lzmvN2CsUd4ARJ33C2J5vK89dO+62t01QaEd+cmGF81utxNh2rgOt
DikzPxvCIT4Y5mmyvo/OC1qvDVSrQItHAFtNZU0hYZDzVFdDb80EepJ7+RhVTDMlxifLtGHeJ6th
+gsoV0OtbBvqN64hAwALhm+xWLTg8Rp+v2+5qGe6ST+Bkhdvc3MNhwaTRH4RkiG0jPNUDz6yz6BF
sm89kATNGwIUhSnxHOFpuPgFXEzUQJKWKAN+gRpM1teW4DzSfXEEeMORsrqK9/fPajkH8ux0wksi
RkhawVGSvs7ksxKDAyR/3vYhUYoLog+NkfowPAh/GiCzoEAEojxZ39LmpnLCzvlKs+XeSj7pfR/p
jbLbNigYyAe9K25FVqYCKzDPUDHrFniSihQAFK81j90EyvHe6PMoG8cJdGKkBD+Uve7wxM9uhqVK
IwzvKQev74ZPE6mNQKvG+jj1sfKl8uIfEBYb0C5HxdpqFvA0YK7UpyB2iMZywHwRHdwjSVsTGKXZ
O7ta5t0CxprcbK9J9LGgfgW6IoCa9Q9MkUVSKR0gpMVJcbsdqrF+3WdBr5Kodf+eyQS7B5Wp9xkf
vHJ17u63sonYYHs9Wbic9DZKaOMrquQbCWs3DBnJpnwMMEJyXsGGAuMuRWCZfw0vmK0HaXsTzcgw
wSnbSUKlcPP+2OJ5pSAhbGZEx6lCYZ42R6s6WtqNaslKe6IXKiCyyMnwnmN61dcbp5qr7SQMV78m
0PlepyUJa3f8btI1CzzQeOdkAE90WwSmWYKQclyibR8RlmgvfsCHddZjj7kQoMxryOT6mH/5ogfe
1/FnMvrKFEIBatue6AYCtZHLJNvxFflai+42ZpWoWG9ZHIBAXXaQ7Ny2IPYSYKhBAIOxWvQUr7c0
M+26ayYFMQrSMe5+ve3LXWGeU+PB/UqoP37ftidKexlk+7/muNsun4sMeG6ERDTpf7fFE2T39ole
R3aZh30vScqYO/A5GabcMNMDRhb7A8nB3Pd16zn4WoYSMA7qX0U33+XujeXmn4BS/TpXluTQCZeH
MVn024BtQsZ7vZtL7DRjl47liZR9mDS39oDxMoyAoPuXEslNJnQOAI4wagR6DvW9iHXxgmgHoi8a
AQa+atpdo9SRWnnHqpbd2eIl/THDOYizoipV5gMzgwmhKt2P4DkBsijU4/WYrW4v8XnhGWOIJTY0
6LCW1fUeqmkMrk8HU0J69Tz3hxwEli1tD2YCvLoatLTao3mVNt/6zpSYFuUGl5bZjl/sqF6kaKHa
VXkak7CzilAtQyuZ932nHOF2AfRRtg+D6AtCHE9HdxgJkf5enLiwpxVKrjcmRie07oHaWUCzc1bJ
KJBF3+/SCLed9swEFWO4SeFA5QVyUXkVTkPgkf1QyjB9wgXh+jQxq4dJA35aRbPbyhxSC4hfuzSD
UVtosCqgv4Qwl2xZQlM2BHnfaTA/0L85a6c5AyRXTpUx2re5ti5hpbo3OgD7kjPNHJyPIhhjYBOI
eAmgUXvtFZWx/D/Szqy3bSTYwr+IAPflldRmyXZix84keSGyct93/vr70Rd3IlGECM8dBJiHACl1
s7q6uurUOfo45C4oXzO3habfNP5nEQqyaE11b2lJOD1rwReIWsqloTyN/YbJpuR+iI4ZhLri3Zru
++JSzizMfKFu0tocFIDSfoU00rYtncS9S9eq90vH6Hwd0zrP3DqMxBZqSNYRaDthjDZd+yyqdvFq
uunWbNqX24dobU3T359Z82GEb4wJ0M5TsN+OgcKgZINOaG74OwQ9m81tcwuLww8kurMM9yI8MDOn
hx1ySSp3SuX39jAeO/0HJJdyfUyLxyRaCRALa6PoD34TIB2l6zkJk5U1Wd41U0AqDkN1zzy4r7tO
a25vr2nB8ejkcPuDr3yLRpdbGDH+4KWgyu5FpqE10ymaoyasHdiFOHRhZLZxNBd6TZmmAaJ025QO
klZQbacFlCsrUXzJEH02HeI36PvgJLlcjTJo42BFnFc6h76nboX+my7EdqN/A2284g1LHwiQLYBv
mnsApmeuLstDIoSuwBCKtHejbZgdIXhclWtbszLbOiPXIqkasZJIRy2FVsiWi6dwLdlcAL9MfRKG
OmXCD0Olk+ufnaRGKOBKKaP0PpFp6iovpknFqlG59Y3s3qrUe6X6IwA4E+lle6r5JxLVvb93aWn4
0klJ15oAS5URuGTAW0AuNJEuyJe/p06HOlUZYKQftfV7H+EpYKRC+SBlnu17H9XYUaxN037xrNR2
Y+n37UPxRiczi/uYB5cL+Jh5bG0WLFWhHnqvAtCdRsE+d49dd1cIp9IXaPm1T9w6O68aqM9UTok4
tqOlr51YoB7wgEZ8m5404bdr7Jpo3zWPKZjeTjq2yu+UooYgnwJ5n9R35hrPzwJFDnQOE9iAyUgR
TPFsy8pEFBp/rIDuG5s4oHeie4fYUh0GfHzH+JVodu4NW0EaHUNobX5VK9pZ8Bh1D1If2tVo7Hmu
fuiqtRfvtFdXeykr9PMZy4YqauZaYq+3vHkBaQty5m17kuR9rhb1Stt44eSbIvV6RtmVadBj+vsz
B/Z6tfStPACQFh9FiI2V77yXLOPjWgt8Yb4cnD+Fs+kdM/Fvzww1klupWgnbgvXJ746t/9NIv6YQ
42RK6MTipuzGU195H6zvYfm7Tn77QfupkUubu88QowOj6StPgYUAMTVCGEkGPMRY1+z3dLiCAZR8
4uOPnDpu/jSjvB9D47nL18L4kikYHpmHpWWmsAmXe9y6wegWk5ZBEkQb07+TtdDO+tCx0jXUxLIl
HjYM7PBJr0ir1DEw1RzY/5fa2nfFY65/GdaAT0tdAxg7/xqZJXe0cIW0awpg/khuxq7lCPEPwUwd
zdMejf5XtQ81qglDuzOV+pOP8r3vHmql3XnUg/mcIMGE+/r9QDqEtqapVlpb09jK7HOGgoli2Agg
cCy/SO4u6I56/rVfG19bOJMXVmZnMhVzrWZGkJGAfX5YccjpF87Ou8k4ODmsPo2vz0fkNamtxtoF
YltXRwZBk6NmnUrz9Od2iF7IWwhzTH/zSGQ6d16/HqBXorcPAR19QHPMbbBctvv8H2xwHVoKdU6Q
1rOkXC9B+qNXQ41cftHG+8RjCnhtnGDJ06fp0v+zMbtpBjFO3KLEBsVdAJOqE0Y7zjrsl9bm9mqW
vvmkLAVZH5cD8h2Xp5dA0ea6Dxg0yB7VAP5xb419ZyE/Rm77r4WZV7kW+P0kwcIwHsQeQJW1gwWK
sQEGIzRtZTmLG8dYNnQtDLUyR3O5HKUv2bgWmFDwrAXbQaWYevS3t7dsyZVhGeDfn6rdEPxe2gDV
U6KViA3pi2H+KJ6N5rXwmPhcyVoX9+3MzKy0aaQ8PY1mQtp9E0B72roLG7z4IhrP1VqWsFAWI0dA
+GjC3YD5nLlbJqeeOabgttO4+mCo1SfLEx9jnf6LGeovkiDumd1ngCXpV87rwue6MDzLlpEHzNG5
JOLIXr+pVJn6PvK8umarYrkSgJbWSBorTxoEQLnnlWJPHQ1PaOE3HckZR+nO6n7lHxCVkF4VsXJi
Xd7d9pKllICuwb8G568OailNFNekBG5WSB81o/Z2oZJGj15fJ9ukbMJdGcu13UQS0xMuGlAKqBPH
6svBCSACs7s2aHcDBfsXRDIDnQFFLc12MiSRO0TH+pWG/FKR7eLnzk8O5KuK6UHAaibKJHfoF8HH
0IV11z0Fll3RuwkTb9P0g21q73/UWlPowaEBZV3JQ0RMJkayz05pvARrabBb6Ycp0l7VhZXYLU/B
eXYNTepBpEQmbKxXgtpumhZGLpOsKBUUw8XWDGu718wNZKkHpTopyclDi46eoFOZ6T70bcnYpcXP
NDjUrrUR872lO1lP+RiS8qG2Qyv/ojRrJ3/pnXP2K6/YOeuh8mI3a5hHSbZt9ZWKmT0MH1ql2QmQ
5AIE/8fvxi9peYeQtdJEH2977kLgAdOO8iDwIzi858AxecyFwo9Is+KJOexJd9Flzh2pHWzPVTbA
Wv+f9maeF+ddJIwd36QO7pkxspVOvfOsu7xO7Jbmn/CfzIHGgyGdHv7bo/fsTRAIvtlHBpsLRakt
mK+CUtm60dkCoh+C/NJ41cqd9IYvv3K6N+KTaTyfe/3ywsgJZqk2IC6jdXR924iRxDCwfaU+loK+
yaHbU9LDkL6WYXmIO3EXuJM49fiaDO6dKz0n432uKJAihx/qbJdZO08xP9/+5EtxWKGsxDVNkwJt
rctfaOqFZ5QBYzRy24LPEBjsl416l8vDVh+VYWXcbikUs/XT9pNqg0G5tObnRiNnyCXcR1m2VWMF
KS8OOzNlivexqDS7quTfY6ofbq9xITecvjkAZQpnUy/h0mpdp7AxgRCGOOlFMFJ77A/G+OW2jcV9
ZGx3mu8CGz8vmGRiwTx+Qf5phN/rWp8mGiaq0mBNoWHJDg8BKOEmnAhgwcu1uIlX/i+JrBwec2uw
RcVz0mane2vlrOkfmrvuuaFZEiLIlZJ6Oolo5Te7pPBeevMJBZNWrfd96W6Vytvf3sGF5ApOK4B8
zKpPAPyZbwBuydr6Df3rvvae+pCqD2Lr5KZxTOQ1urtFW7Cw0hGHaAnysstdzMSu9WqJcQwzUOF4
75ptBl1pbj3WUXBAuWuNr3jxjqUI8a/BmQuWbh0PiQ6eOkh+jcIu9tVXSfyBYsMma5zeexpDdeNy
zGEj/g+7qtOCnOgoEDGZvVnS2GqrvmFESk03iF0rzuBvkrWnxBJ01uL1RTGHmTv4SmffDipmrQpV
oJ6lYXmHVphg8VUxboyxUWkvmcI+1d34lEaFd9L1ot+GZvvkS571KShk7UGCG2El9C6debRzp3Is
kCoGRy6/cGW0vlXEHVj5ihkL649ZPvXeWma5+Flp103FLP7HwNullaI29LZRJBBEavfYIUiY9cZG
a5Oj5On8v97LAXLtgnrUmqeoHne3v+3ytsOmM81fEE3nQ6XpqKRG3xk8FLwY5TdXbjfFgNS5mPs8
HruidQh9taNGqbsJm95k5qlPnVrn4do2uXAvjkgL3/5Ni/sOho0ak04NfP6qFJMe/XptwpE1sR2F
hj0O36JmjeV66fzyZU0JwsFJ7G92fk0rrZqsm0hHq2IzAv7YimFu2W7QhPuiSR6r5On2spYMUuTC
jyYaV27yyw9t6ZAVty3zeFWoPyTdV0lk9PlBHcujHkR3t21NP34eec9tzZxqtHS3H6dBq8qfhGFl
V9h6g2qsXIqLvosuJFhG3v+8mqeb5iwbylQz7jwUuu9Dq8h3ENaEW9833R2ccCi5Dl1/0MRm2Cq9
lG71eLQkO03d8n4wE31/e8FLV800EoVQGF0nvuflL1GyctBb5rDv1TGHh7cFcOhBjL1rvah3YsWv
kTCwXrqgbleCxNJlShoIARazsAavkEvDqVf4auiy063yp6Rgb6kPVRNuzP+Aeab+ZWGG2oR+pQSR
y1HVqy4LBDJEkmOq0YE+QbGpB2/tQb+4JCptOlBDEZbIWbwfWi6BKudm0xTgvWX9EClI/0Z/eP6v
RJ+lk06xFCjSJE9F1L/cPDVX3a6aBhaS8pkhfTtA5UtOhv8QTxBuUmD+xTOoNV9aYaQcotiWHmtG
lv7Ac+G1VnzjMFqea9/2wqWdI0ekli2/QfJmR1zOfMvTTBqs4RTOC9vIHvv4p+avPLcXt+3MzOx0
D2PaBrEJxSMdXDn443Waba113ReXMnUBaP4gNDCfPALoH9Vv+EWrfPLdfAPtnoGunJ98v71li2v5
a2f+XqRZl5ZmyvUXVOUkZO0j/pFHK9FhKRzyZKeNO9Gga3OWOgJTHnGREA4lBaqkZOPibLfXsbxf
f01Mf38WCrtBSIU6BYSZu/vUNTeq/JFBQvE/gMh5GPw1M/Nlk/yvlEtWEoO0kF4b6650f99eydpm
zUJpX5ZN5jFRdi/5pi0UheOJxkrQXP7of1cxO/cuyBRBLSZqbMmAy7H0NybDZvDG/5cAY5HccOXq
jDzONT5An1ue4WKoUaOdIn9XIuZjzD+3N2zp09MehN8MRkfKHtOGnn36TPdTL+qARHEcLeNbpQk2
4z6bPqxX3HjalvmtPrGO8fi1QErPw2Wg54M7WhAE6mSG8VPQfme+PkNpxBf+KXtvK/XvTlnAgYOI
AjjHnys8QhGB8jA6DmfUM+IxfBzNyhY9sPxydNeVX9+7jQyuweoPqZ4yYcBnfhf1BYQjKXiBKkXo
8s+Q3efdNw+urNtmrjMFKJ0pVUz8whJfaxY8hVgeR7mkQCXvgy3Ovc23khOvnKHrL4UR0nnGINCw
UefMImJmJJZVghjp4PfQxY0pJruyzbngBmiPdIcbBJXl4XB7aQv52ERXDZMjHLMG1ePZudKUbugS
n1I81LVhsNeUP0rnhjbgNkeAAidSI7sPMicah3vRffeZxjaFR041W8vU9uUpCGKRKlBMp4bL9S5X
oInuekZH187A9WG7NDOLs2oW1KqZT4/RorLDZFdT89elZ93c3d7LKZBenrVLO7NAq2uFlI4MYd+b
XbKNCuC33UOn1E4/vHTimkzodTycjE1qhzgMucMs45KKMQyFzifjSj/E8QepqmFBWGGgm28cRQq0
2RSd6xzPgO/p8vuMMg+eFsneezX8VIsbRfkWBsfw9fauzf3+0gg0BZdGgFPofi4g/ml534HWKEh/
yvo27H9LXncQFPiO+zWytqshoDebOkk/KddE2jr7UiTfftkpaKQ1/UunfRSUcmOVpc2E7k4ZQ5sc
t7f90si3WqYYjl87SVpsczOtjnlibG+vf3GTKRJOwWXi7JwdAlcIpaiu+C1BEqCWGTxkSej0kAtE
5hpqZH5Nvy37zNTsIORD10RNRMslFP19RcOjkqSV+2Z+Bt5MAK2kIIMYFMz+l19zsHK/03t0IpXq
QWacRk8Su9BHJw5CW9A/3966RWOwkQKfgBoEvMKlMQsop1DnGCsr/3OvH2u13AlesxeiOxNiyJVb
YH7i3pY2vaYI0JR25rcA7f+2jiysCcmTi3rLxD0Cr+/tJS1+IgvJDZAXLGtejiy7vIo0I5jUuoRv
WsgFCmesvzKVsORysGcwdIcyDioKMz/w/YAHjgJppjimBMQH2ttQgHo+aMi1qdSlTeORTTaFJi1S
P7OTVlmjm4eT7pt6lFwn/Zb9c3u/llzg/N+fZQCdliCo2IGeMaSNOCp7EMwbMx6OuZhtuzjc3ba2
vBokkckBACnOC46U9lDTaohVvajbCTz8Cgo+bbpWJ74aiZlcjT7/v3ZmpwhmWk+IJDW8p/QTZZXt
i7VjVP8UDMtLbrKTmAfr898VdB+317foGBBMTckA5aY52Q6VpiSvfWJR2jJSVzl+8Y+f/IrHNSXM
JS8nnfo/O2/rP0t/y1bIam3q/abQ+QUf4Jq/vY7F76RQHOVyJLzPG2BmRAZfBWE08QfnUbm1GK+0
1iiwF13vzMjMtVs/iwK54KhG6caNfvlW/EmK9MpuBOYKxZXBs7dc6Dy5eHOJM2szR3eTtOsaGL7v
y2GXCqnta5UdeY70Na/2eiYDdjE/xOInSmaO1z35NQ3lqrjLre3oy5vA+4Y2cNLcGaZjSU4VP4Me
aUSDXnShPd/e+6X7nNIMRVgmQQE/z7YlSFFiqVT2PgVcIHyTdWGr1b+EzrAF4Q66LW8Nor74sc8M
znbG7CoV8jDkdMXS3dQwrYZ1ZKfDO5Gdb/t/ZmWWCxm+aUDrhZW6+Z16CGhFByiTtXBDO3lzewcX
TweNW4YmKUFdpXaKPwRCPxCeW8P9aYHWrNbEMZa37K+F6Recnb/Q7aXaLOiAd3m2zUsm3xQUcMMa
CNPtpSwGFIZWGAGl2InEyKUhP6nMoJJR5bTCb/Sgnag7dm7jhCun44ou9O3rnNmZ3WhiFnSeJnDN
JPGxR2Y2bU/w1Jldsc/LdjtANBH/8OVXWLidoT9ZXf5ghN5TnVeHdICdIat+3l73Ymw4+z2zQ1AW
4ElrnQ3uN4YfHjrN+MRwr10Uzd5DB2UlbC9+Th0BQoaGgcTOk64IOK8utBlHzkKcuziW7Wh3+coB
mI7RVQCCSY4GiEEKNK8kpEpudQjoTRq/3Rcq2E9KUO2y8F7PNk2h70IjWOONvIKlTF8VnQggsMzb
8jienewx4p2st5j0TPQThAMdLrf4IhiNozHYmGUbVW0c6gtp4+jG19tfcMlzJ+UzlREbfVJ1uvTc
rLMYrIgBNHvCR2Fs76ys3vZIOqVis1KavW3p6gGkq0IllCJfTxqLI3IVO5qGnaV95OWy4idrlma1
ZnMI6RzqWLLi+qRYw4fYqx+EpHHEgJbH7f1b8sm/+weh5OX+WVGUBL4A/XuADHUnfCvNj326Ughe
XA8sTZM2kjiRVs5sSIafJckE5On2quqfvOohYnoxHlcRNUvnGaz9v5Zmr22tFARPnLjY+8F01KCn
hmZsLXcjlMlGqvRfXjc8xH25t5Lk4xDKTmKkT0acffTDcSuN4qH6XjXxaxQC2/bAm0nGPuq+gqk6
DGJloejT3/lCPdrM9/AEFNfSuuWDBK0A46y0LaF6v9yoLqVR2wT8/LQbX0NNsZtgXw4/JRM9Og3h
4ujUaOqjlpgn36ttUVJW4vPih0JWA4QsCRmQu0v7TdbkHVJ5HKbEjfZSaOp3bZYon5VRKh5LIX/v
HONb4ID6bBLMQizYml07IE77kHEanC+uqo0qNvquTpOaoFis6thP9Yl5XERihkonfBCyMWcKa/VB
USC3YuTD/dgKaGIYyN1mcf6JkZ6jaA6vlKm3utvulKRaQZYtJQrnpmdeWft1nw8F/N6xZGWMuLYM
Hbbye0dq3zaTEhPYPN7YQNAvP548+uGEbCPwU1jlJDf1gwjbxu1wseQhVAxQOmBwiBGdmYeOrkg+
MnHqlml9Rxv6DkDgIWqaygZeu1LWWto2RuUmuRz6bvpcnTWLlKowUup0ghx9MnrTkTNEgW6vZyn8
nduYeaBcCyncK9N66LUG/UM9ppvVnHRx06bUCmgppDbmzIhZAFHSpvopIge72PuW54LjB80uBABx
ezmLW3ZmafZ5mGZsGs01saT8MaHBE9s/tw0s7teZgZmT5YWK4oTHfiF2QTnOjgLYcdZSmLX9muUT
jW+ELhqH3BfCgxJTJCofmKuRxTVOv8XFgG2H8oEOEpD6yxOjdVldi1PBmUZoRge0HF7HNcadxS9y
ZmOWn7ieGQ0xctP3qfDaVvDE+Gs0CIu7hegg2G86K1co6baq49JMGDsoomxbVvW+Vp6KqN56+tor
4YrtlBDDW4cOFVVQBrrm73XoJbwitYDIalXQ2bJPQicIUbeRtBYASCN70an1XNHxkbrdqG79RRnc
hyYOy5PWguHKRCHZGlpnl6agv98xL37azDENoe/DAT6he5FZ9a4/1jFIeXOlaba8ARoa7VPVjw76
9LXPHmQCiqFN3wjhvSh5Gy9TD6H32gl2oXh25n4uB2iojoLR2qqXO4FOfQE1H9H25TWtuQXPhWWA
ZwSZBuNAc/qEwJBaJNOpMhilsKuFrRXJjpK9vvusXxiZpW0Dwx9q2GJkoLQVKMM2QDG9NsTDbTML
/otwoqJyNwGzIb243NPY71FT1kH5C6GxadKpw7oRcGUlWdu1JUuWTL2DUjT5zVyhz020qtQFLPE7
toXgb/wm30nGSevWMrnpN8+SDdUCIs/QAuxlIG0u1+QxUVMLNe9pKuLBRq7VI9q7mT0K1VeKYZnT
Brm3vb2NSy5xbnIWaKxcT2pNohoxZKGdu8NzrIYbL5Q2t80s7iE63jI4JVq68zQqKiWPKZmBr9XJ
nd22fnMo2oPffNC0eI2BbXFJzGLQqEZ6gOrE5S66Q2cWXkh8VofX+jDpYa14+EJwRgmdBBS4NNpQ
c94+KW3jRqs9IBe+noI2lzWnt8q19/HCMi6szBxcjPNClFI0Acp01ze9HRE26z5beZ4uWuGrMHmG
FDiY3svNYh6/kKQRdJIrUVYcn4GYm3WxkslOfjvzaxAXf43MlgLvTZCYHhzMRWZ027GLPoldqW38
kOmTQM3ibQ1j3iYcw5UX5PLiqHWD/pYZKp5l0KHfNGNrUWUXpT7YiEW1zequ2xjN+x9ArO+vnVl8
jwXLC/SWTUzz8GCln33mP6ysd4x2JegtBAgMTSqhE/0TGJbLr9WVBUPLJZg/GEQOblITJNRHOZZB
R0sSuhT+3e1ju7iBzL+qsFtNPLgze4rVlL5RgmWsE3nHw3gjNH+q2Fhxj6X6HkBvRrZAzlMTndPx
x7kPsWnFsjoENmmNQLkZx1sjEh98KbKHxn3szB9daHzxatepx6OvtwiRAwV+saStUOWvZrq28oWA
dfGTZivXLF9zqZ9AblduW55EUXqY7rG2CVaeK4uf9O/a58AQiArNYWgrYJxMKLjqQao6yl2Zg5h2
0qzxQS+VCgB2a8AyeKpfa0H7clWztSA5s0GoPzdJHN4VneRDpaTKjpAk6ZOZm2j5KF67HcMI2Kok
f1c7NXwq2tT68h+8S0dRFUwfomJzeTo9keIsHKeRVE1+EUQkQHND3KSRt3L5vCWY8/gjQdwwkUki
ZjpHwZijXI+WwB4jK9DZFMMaAo+WIh6TP5WyuxPDau+qzb5llMEV92r0J6EJHH2K4qfeX3H2pSN1
9lvmDG7KyDhxL+NYYcWrDliC32fb7L3QctbJ8/ffFSuzWiATq3I2pHxnMfpHyGxVtVt1r2hf17rm
S1iLC0OzbC/rE5/afEEj04Z0py73v/PKGZi6i+3hk5Hbjbv5466E9aWzeb64WVhXlSqpFJNwIebK
NqELkISVUySvNDhXHsaL5wW4wwQKIOxeEY7VoW55gsjXaosnAxE3ZwpIo3aUwjsZrgbhk2BsI8i7
20+3j8ZSj5gHw1/Ds33NlY77NOgmoJ27E9oj00SjAhHGTq/fGoKwptptsUbyv+icZ1ZnO5s3ZYyu
V0N4CHVbaCvbddGxXXsPLVqBQGaaDWfqfe6cMO8PVTviM/GYbbzKtK3uVVjjvluKq4x28/JEk5Wm
xiyAt1WJuHDEmW+kb75S7iNeOhXqoYLdx2uiDFcwu+m4aZMO6oSogr5r9rWgGEqEVgV/barNtpal
O1AyB2/c1fonS7xzu3brFVut+BaucWwsbSXSObzlZLT6QGFcJgQB+btnBFVy7+aPnUfrrWOed83I
0lZOFhg3ZfbmavxGK6VErwyYtUpD/9V04kuVt7s+kV9y8FvAB1dS0qtskbAFegv8LP0oGGBmKenQ
U2kWQq8/GbFDy1IQpZ1P/ltJJ09R917Vr1wPS/ZYGpeMKNP8mr/vzKSOw77ru5PcWNnP1AhKh5Dn
bXx6e7s21b5PdLGHLKxGZ+WQT1H44l5ipSgMTBOXkEzAanj59cSCoZxS7LpT3ejhx0Tzo+c+0v8J
1NE6pFH0QYTbvKlF+V5Jw/beh3jvzlLSNW34q8/LryC2wT04HRfe1Je/oksR1KsFvz8ljUI99lua
anZsFXsrP4k0+m+v+Sp2834G+ARlC+hhGm+zVLlstSj3IoOP2z8qbbiNVO0BQMwhSPUVN7q+9ScQ
FFgFYGo8Oq/qdHHq+dFgYKr+oh67B8ExnODVe40e1I/ho3AsX7Mf1Y/h+d3rwygVW2osVIivrndh
7BG0MvvTAN5vQKPVMqOtLER24q8hVBa2kqCD6B53E4d//s4dxsqEuq8eTn3U2lZxjGvfziXU0z/f
XtL0SWZeCtMXTDsT384E+7v0DyPJdGkIm+Ekh/94xZdwDXtxHT35UOAWKXlMLExX0dOitZYokTmc
sjLYCcZnBLMc8GtOiNS5GacbPyXLzw1nlL90url//+oAmE8JKBUeHvWXq1PEZoyzwOpPPPZlp/YS
4KDo5K0kEgvfiokwCoAUO6lJzFPdupeCMoLv7VSJ2lavxacyEB+yqgzROFu7jRbiGQPI1MVwDeZH
9em3nFUbZXlMx6Ly2E49bzd1qxfo3HawL2dy8iMwAvE+43McSKLE7e29vLqNwJlTFOdhAXwO5Pf0
y84s+6MRILWk9ac8bm1fqid3LPSVx/aiEYbQiFpUXzjXl0ZERcikWPaHkxi5NvKgDkZk+b0p5rQS
C2g0VwIJxPxFOki1qERNMJya+HcU1TZa3WQpzhox5kLopShG1019QyHMK0mZDM1XU4jDKdZ/GsJO
oysWx0cV0WyzXYORTI48O8YcremZpTJFC9bsct/gxqzdoA7GE42FfZJ7L+2YHAflD/LSjiw7Uvna
6GvjIkvfStGAodJaBBMzn+Dou1Qo+CmEYD20XfUJZYYNtZKVw7W0i4TbicwZOXX4zC9XZoE58rPA
GE45AJlI2OaV8jse8scmN05dnG5vO/lCOJzaiiJinRCa88a6tJaJKrMi5Tie0qApf5tJ3LQ2uDzz
/RcJozT6RLhHvOAKuzRT9bGehao2nAK/Uje5bhEzoBD70EZE+0yq5RWG/aWogXQgs2TTMAAtgkt7
Sq12lmso40lKk4OYnxRf+NmWdmlEO4bud5UWrGQ/C/5ILjBV5aZ5ImgFLw1WYQN1uuqLp1Grt740
btMICJXyWa/2ibzt1Q3dqRWTC1EYk7BAqMwvEqJmJusmrIQkxKRf+LvaQuOuhyH2t1Ks7OWCQxoT
FQzNHlj2eIVcLm0YDYpYeiOe3ErKbXcI1W9ZBl0w1GjmXojV+IMIyeH+tl8ufMCpDTJRr0GmjmfO
jOpaUKWGPJ6C/smsmh3UCJHEHKir8WxEPjA93La3tJnn9mYOk/MGV7UUh0FWJtmO7rberwqcLG3k
uQ15tqYhNks3U8dTq90Z8VNXd1tL3uvxQ17HK9u3EKpAQUz9HZDZsOvM7i7o0Yw0G5LhBI5qj1LH
1krabdm5K2Q1C7vGE4poOMHesDbbtbovoJ1V8+E09FJoBy4MEuI2bNpTna/1NpdMwUKC0Ck4XRLu
mRcmUVSi2Jlyh+VOVEevgpqItlbJG1PzVrL6pc07NzU7WJkxyEojYSrWnqVIsrlZ3HElIC74Ang9
2nDotU4AxZkNjeebWIf9gOZBZkvqB/Vn04KHMGCcXXkQLkR4QjsNAwIFutbqzOsSVsDIHKHXzRVb
AGEqj79vn53r8g5PRpIzpA24tCb846VjC7UvS70qsRgvf8qCj653MOuXXLwru2DbFj4cP8dIfLlt
dekrMRRF7MPvCLizexKfHJPEl7lSmDS0hWA8KEoU2J7XPP0HQyptCr4X3ATzsxQqoeJ1BqvDHTy3
2IQopmhWuL1tZXkTYdp5e7xiZ3ZkTb2D40HgO+VZuBmEP5H7vdsFH1KnuWuFx2ENJbMQYGm5kN/i
GdOtPDNXexTkDCEeTyAcNp4IWDWxhYi5SvlYDsPRV4SVBS4c4EkNnLQJUpJrZVFXzEY/rnLk3XoN
MG6WvQY+gAkXjMUuH+WfK9s5vfNnCaIFwo1BW3RF+Xqz9Vmy5xtNX42nolC7o2J0zIbSNXSMqOsO
OSNT9qBCCs5wtnmKgl45KGKQftCNWIenYbDqU5SsKjEuHEVa7yRBwJ5VyoWzoyhLozAgMUWy1fgi
OaoVOm2Rr43qLxwMrOBBEE5MjePZaaR8nHpe0Yyn7ig+Db/WSCAWMh2msylCAn4DyTUv0iEq7ali
Bmez5Br70mWu6NmMf8YGI9NuLDLnUUd3Sp+tnPaFeAlBGRkIbDa8Zua9O6EhlOjGwNbpve1W6aYd
npOUq6BCGW38seI80701d54za/M2Vlc2spqkLb56NL4Un/vATnfmZvhiNk52J69ZW9xRajr8IcgQ
SS/Dp9sX+HDFjpZGfcpl8cAE4aFw9Zeh+cm4rOa+MtX0oFRwRW2K/FSIW7kL7wuGgy3PSbTnRPTF
Q4AG1+1dWDqwlC4NsJTcG0S/y5/lj/rIRC1+pCjPiNCHXWir42OYrC3/erORfGfggvsJLnZErC/t
eGapAIAlEundq2p9MujZF/FDVv7RpPpzGKiOaX1w9aPgvv8NiWHadSrrg/NSnHzu7IHvJWMTGVrB
V65+FBaqoqS3Zuvo2u/ym6/ZfrUGHL3+0IA4SGC4JSHyuZowGUS9j6OiJMkU00diJA3Yhi+Y3zcy
4xbdXZhLCBFr7yWIgdQPsxOCZEoE6EpfrrOzxi41akKhHv+DRG9tfRqDlXB7fZtM8BRiLQrnU5di
tpVlAz2Z7GMiS7fDEGyGTrFV67M1jMAvs537bpzvtCQSDoYbKXJdURmjDF0Jmko4EGNZPmQqnV9e
MP43KQ9WCjTX7fw3U5A2UEyG+vzqmTWMas9VMp7yn2mR7hMB0Um1uocnzK4LH7kWnpReyoCVD4v9
Y1cXT3BS6sgtZI3X0u7vHDWWVp5+S46Ew5qcF0B4/Hf5RSOKSZKfcJdKyVdmTuxh19ATlQ+Vd19T
aHx3Psy7liMKCn2CvcxLpqNXmHqoi+PJzR474Q8Dis1aE+36Zrw0MVsQ7ZfSjVSJTe7+accfyvvf
QwwDMZVDC5JJP3nOCVknup4W01sZBPpOUxSOnt98FozgvYNHOAudToImJUtG5GexrG4YyY68gDc5
6GZ934AzucvLR+RC9afb0fn6Qry0NOU/Z8FrhMRZUwosyb5sh1Kzs6xgw+zRafB8VNRWHG7pfJ+v
a3YXqFQPpaHFWigcf8u14ymONmxzYX97UdepC4uiWgONFaqStAAvF1UOWqLV5uQGabhx43yT0/7r
hzXGx+tG+PSZGJChbjJ1VNRZROxzrSSHobogEDJ0yLsV1FT9IbV7v9h0/q/UKj9JfY76prdXIBiH
5Pn2Qq94CaeYfP4LZg7P2U1d0hmugjrcCX51P0VNy7OOQ7TjFROL9WfIv2G73cjxNoKXQ1yDnC7u
Nfon7POkxjN/gbpNpXZtzR6I+aMJ1iDT7oU1ScFFGzCSkUZQhaMNevk9NaGN87ql4qF339PxmZmn
1QL6UuTgO4JmwF/ouszOQSemcMmqFlnKpj2Ur7c/03UKxFc6+8dnbp+ocuWNJv94LRyj7Bmp+1Fn
XnN728riUQaSRomNHIiCwOUuyR7tyjxwyW3Lg5s5mnDqMjssnabb3Ta0dG3wfuWbT/O6QHIvDYmD
4Up1jiH6Og+CP36I3eg3s/2fFfnguu0LtNdIEGQr9cMlJ6DMwbEmgkz9okuroRC3USdG/0Pal+3G
jUPbfpEAiRr5KqlmT7Lj2MmL4CSOZlEjNXz9XfI5p1NFC0UktxE00Ai6tkhubu5xLfVUZa2XNrcK
uS/RH/8PSzsTIuyhqaboozFT9TRy+rWKgFY78i2gCYCOSzwnI5vGtrcFkyGvrdlFxHFL5XJhOyCC
vU+mFsn6oYa9b75Y9oNV965u3GNn0xTxQvNyfZFrO4mxLZRXUNpD2VkwGiSvJigrpNFufG2V6KSM
7Q0otQ7Xxaxp/bkYYVEljbu6jiv1lJQbk3tFekpL5LO/XpeypoxoFPiYosBbKdrgiGbg19Ib9QTO
Je0OHMbWtOWbUPHLXRRLzO3qxi3hKiqj6HsXO1qm2rDqgeD5MglyxzGgxNIXiufl+opW942CdQSt
B6i+isNntC/rFqMR6slJwD+Xuly/t1Fp45kk67q2GsDVAIQH6aKFx+jyQjWhHqVNy+HMwEgYcelq
2DAt/fH3qzmXIihbU+pF3ceDehqCvn3X7Fdl2oGS4R+ELGEvsodA6BVNX4L2TZ6DleY0keM07TrV
C/td0ks2bM3AQsFQl8HMHoqgy4ae+UoKTr+aJl3F5OhdiTUYfQtEaY+C8VhemVwszWXuQFvAlEEY
AouHAo2QeCpHggTXqPDTPMNl7sYsBWd6Mz5d37jPGBuoyQBTeXk2oAnAJLtcE75dbdIp5Ke6ONX2
61BuQ3YqqxuHfFO0r03th+lxejcehnRXlKcEUB/5dOM8Jcox3jMMJmVu6Bk/9N5vc8krs5LJvPw0
YbvVqW3piCnSE3vjh9x/nHfT9pt6Y367vgVrPtTFFiz38exY04wCiTKGnA5IBfPtEKWuznybbkr9
ELcu/TZkgaHv42epPflwXD4f8p/dF17SDEevDxyiG3ZI1IMe7sA0GEUuAeVguy/SFyPxtFcltt0p
3IaFl3xhykO1BVRNA3JF+jhbyLZGN9l+NjaEvndk11jgvb+N8D8zl2zj5/Sxityyq/eg0y0dDG/P
bigDsP+AtLi2DEFXHXvgjc4pP7WYe0+OTQrWUc0lw3OnWW6GSottuynyTX28nQcvnt7ZbVuwbaQ8
JukuQwd5yg7O+GpW8cE4mdGrVj+UpW8aYF2sDEzE+fmceWbvls5zqvxuh8hNgCqRSt7+jwrktWUs
T82ZIljxaNN6jIaTUT6gOAhwylm3XJD5LeAzs8s99hz/LNzmYIf+DHvZl252bzLAFALw65SjRybe
J/ad4mXRy+T4nB46HgNR+StTvdo6dfdJMB6iI9kYQHij/Qab5uJYmqNWPIF04kEZPTLdG4FDgyJ9
zpS7Ud1V7vA0fq01N8nu+R1QqhkBmQoGBgFNeE8LH2g3NJZsxErvEW4eOpsAyAT8TAx6X25ENTlK
OyLlcAJiFlr+pqLdWE09H4qaRZ4zluSUMsCgR7p1D7D94UsBLGdvHCfZoPkHot/liRCg6mKqFFXB
ZbxDuB9azuueD8lwmqEu6MH0NJN/4ch3I7PqzU13ct5rG6S9aKQAAdAmp9ZGVw8UQOgmddNB34ym
OyHH0rlKnnj5kG2AMbZfkr15nLm16ta94nW73mr2zpLZx5ysU5y61tqrlsR9la5F2FTSM1JXNEZf
o3KcwAv5au4VXAt2r5+ibDNGDnpwN+O4p72fgNy2iJEtRmmSHTLtPr3XbddQ9skm4TuWeSHxOfvF
tvERCUZbD1jv4rlwZUR9nz0RbD+6z+DsoNiCx+hSD+KK8UG3iuH03Tg86A9/bXcvf13YkESPEVTm
+PWwm3EWzbYgu85B3zrzlmqGot1RPm9AVPGt12/aKkLQFMtytx+D7580DNM1NqYLoWri++ekTaoW
fTqgo2S6V1TlAXhgLhviB5aZxzKZgQrfoHkZZoyhYDARX629MMx3jNDH3pmfYj79RP7uNgY8s5vz
9pbX4R5Vm8cwKnCoXqLpfoTZRWVLR21fzsOm07e6c7L7x6FEO7RteZEiub+rx4ZOMIxNEoqmHOFB
q1SdFwC+Hk5NWqAHMvVZwVHs2ISoeVw/w4/A5NP2nYkSNKRqNAMces0A38F6bIB5a43oWWFWAFSQ
Z91M/LxU0Pdt+6o+3fIhf+VZ5ZePXfyet50LtJk9d1S319+G5qiDg4+Y444Ue8lXfvaloGlLh8EC
ZeugL/1Sj8OIO6yN5+EU5Ym9nRS+LUut9YsICMHAo04BeR7eoWccNj8zNr1iAjDe4CmYNSbq1nmp
eTOoJXDx+n5bo6FkawCGAjTHJcAnxrLcJLXjwkoWyLPMFkLGztq2xOgery/jE9sZIBjhpKEDDw4h
6DlFOCIMPgCRg7bDiQH00SYAfeyBE6ow82DMfNeaB8fZjdOboXg0vq1punWoW2rD1tGmQwVPZsje
CKhCrn/V5/iLoLsGRTwUQTBTKLKgYkJOW7Z2OA1O+FjSXccCLTK2fVvs0ZZa81M8d9vrIleOEyIx
B7qUJuGyksvjHGvMG9NMhcis8eb0CPjIf1kUiKwBh41XBQ33lxKqzh6ULkf3ewkHII53HbmzSe61
fJej5twf2STpy17uiXCP0FP5R6CgoRiRLE3GIHAYN6ATcDBCYO4mc8NlN3blbcd5Iae8wDSgKif2
YjdUGYd8xOZp9j5l6R4+1q15By7C9mfzlefhNtIkRmKx45/X9keiEAGGuRMWcwSJSbpvPfYT/eaH
XtbuuCoELssCrYzedkfQiT4yMqC+a8MJqMduMX2nobJNikc95oe++M5lhYBVrT8TJyhIaRRzxWKs
KT8Mt6rlOfftQUnd8thKFGPFlgMy8s+6BMWYiDHV2QRBPH0mrIA3+stWbgDSJblTK9EW9OJMkBBt
9W1uFbYDG6m/Frv+PfxWePpvA/Odbispbqyr4Jko4X0CtHiHGXKISh+aB111lQ14r3xr2xzxgNiS
qyzbQOGFmpF3rewRwiaveMQY/3APFInr9mglgrzcO8GTSXXUFuxm2bv7+IF3bveDv/R+fFS3/QEN
bf2LRN5yYz7dqLMNFAKVLDablsGXOHVbDAfUz8VO36k3sascwAuNVorr4j7niS5WJ9btynqkzABN
DWoMe97ftSN0UdYksPa2nauf2LyQ8L6jiYr7CzKjOvGKfRm75ezPJ1J60Aswq5yUnbNVXd/mm/i7
5JatLhE6h1oOGsExBHxp75UxKUslhPnFNMIxb2HpR5DwyAYJ1/XkTIygizQtikRRcJmj06z77L1j
/ohMA9/yYUvjyJtqWP54A3wrT+ICyRYoaKitEC1NlyfTyMDHuYvNnTNPEj1ZmS2CoiCjjGoYgKYw
BH25i1XRR2nHCcKF8mDs0hv9xHLX8tL7pnOt3mUH8GVxVwmMv2YHg2eEQBUzYwu2/gJIcim5A7pK
BvwQqCiyIZzM+/6VmmxjlycnG4D6iqmj6hsw07zBkAH6f/Sci5dxAbDBhOMyXSLGqPnctVUXmnje
6jgw8l1rvdg53xnlzazemzpAZ6MfjeEaKdCwyK2WJL4Rnfp2NzRfpuXj6DcVdJPG/u9BYrEpwChA
4QXzQ+gHEqxEmDAOiNgcgyfJYzX8Vubv0/D1umn4DOJzIeNTk1hKkrhD3814Sm9Maw9svW1+iu8s
d9wDbiqwntzhoO+uy1xTZXTIY3oNM15IjwovoqqUdlRpWNY0vrXkbmQ7ww6ui1hzJs5FLJ9wlgiy
dU7qHhNYp/DZ8OZ959K78RjLXLE1H+JciqC0JkClEHxkI0zek00z10qV3QymTsPaNeqh7fZSMDBt
XSQYOqHrCxe54IqRaihKoEqMJ4BlbNg+2qC8YN/Vt+aRes2eH8ej/ZD8mLfWLrrXD9c3dVmOeE9Q
M/lPtmAd7KJ0zHkuMVO246ieYDrvaD1fF/F58H5RR1T9lw4iAmAdQUaBBJBmtJDR+Oi33juHZNft
s53tVTvjUdkWW0dSEliU7dOizgQKfmChZsbYVRA4eKMrQz5a3bGzHxc0vdWLwU67AjtWDBhxr++1
8Ues8DucoOROfXQfXVuHoPHgGZ3CkWMdytO2fqy+tJvoDRhLB+46h3mfHGs/O1qH+jDu8j15Te/s
b+HddGofJK7h6t1GWw1gVQBvimm9y4tH0tDoSIYVm0D3vssV09WqUvZMLWfyaa2gOUP0CFGqWL52
0I9Y6cuZ0W3y3D0ZR2cDwOl9ctPctYeebyU6uTzq18QJT6+eWqDgLStMOf5u9/Spw83Tt8lGO1X7
4WF4je/ytyfkfyUP/qrunC1SMP5ZOYPPnC6KCbj+YYN2Sa+ov2S9JIknEfMRVZxZykIdy55ZEMOd
vdI88fl+Nu4mWWZ+Lc2Etoz/jkxsVAPQO+Z7bAYx9b4ofGdXHazadUsfbBu+dmyfDHcGgOKDCaoi
PeBH7ej8/+2n6NtMEQO0Wl9jP61XddzFMVimmxEwtpJwZfUGfEC4YgACDSfLhp9tKKZFVcrabjzV
8w5NpKhjT7KB1FWbdSZC8EILGwC8IRL8p5Gm6E6907CVEp1f7OxnnV+AaP9nFYLOs6Ti6eRgFUUw
1G75zSRuXt6W/BFdc++WiqlRdMxLhJKlXn1NqKDyFhijtLzDupA9j1z9x3wzvTm7Zg8UvK19q/6E
w2v9TPdH/RvCCaVyZRANK+1geH3+21h0mV+endH1Y0bbBh8w3YNu6dh61i+jctsByRwXk+9vvQzd
87q2ICN2KXFqG64mFfYZkBCg/k2STdtJXrh18wVV1Gwbl4wKR1lEimU0JsyXg4kO62sRPdUPwBp2
pTX81bQAbvF/koTzU8N6aMMWVyz7OhyBhrslh2of7isPOCX/ZJThfIGLFK17yPJdblzYzrFq9T0M
CvHvde7OzNVfh7v5hUaudWMfh19W74U/mY9It4w8yfVYfYHOpAuXPArj0lBsaGpaeCBxYb8pUn6H
6D0jLrKMzlP9qy2lxZzVQAVgPf+tWbj3SVORmqPlB33qqGzS6AYEXXp7SO9HXfWcvHGdKSjpIcpf
YusHjWOXZttwOCTdzywqX6LyOR35XTfp+0k2RLSc7Kebe/Zlgo7VAN9iRrWcRvNiEAU4SZvZdsnP
MgmifOFhk5iK1Uj1fCsEVWMJMLlnjUPVwK9e+xpe5do7oAyP5xKVHrfc31SFn3yhB8nJrxrGPysV
cylaaKTzHGKlaX3IH5opwijdi9VsI/6l0X7V+XeuweVygk7aa7DuG5+JFmxFr1AMSqU4fjUIb62g
9YDm7lWbwXfc2h+PjUsklmP1nTkTuOzF2VPWgcc8CQd1PEUO0/xaGTGVGCq6JHWz6oGcSRE88IRo
+UTSActK9w1xNcQWNDsa0kh32Z4rOioWCs2JZVnUL6YWyBEHwr8V6n2vGW4aunplLWV5ptzrE5eo
6qL618QKhgo+j6FOOZYH3KTMo3fh1tlPnVu/XFfMtYcEM9mgR0FRxcJgyeVZFWETp3k3jyc2JZ41
7jjooQcZDMyqEIyrYHgPCFeQdClkVDRWpq2OyJ0caaV5dRcQUzYcIxMiWLmYAU4F/OwIcfWvUe+4
qnXoysfru7Wm2ebZQgR7lVYGj1oCGU74FKY/FBC9XRewZhDPBQjHMTQD5iQ0CEB/lTN5Pbh3qo1V
HzAoMoKYUkZlvboe5K4w4IgiOIYWLw8mrVqt1xjEVQfFk0FDrB7I2Y8LBzLGZpqxHj+e7VESfFUk
EchqCmoZFvq/jxcOY8lGjmON3ye3hRuM9yPoidw6SN+0IPrSeb/xH9vrp7NqSs9FisfjOM7Q2Roi
yOQZOEBozAuPnV17fWH6TguEqPYdcGfl9FTVDVoEVaCrNr07Rd8k37FsnWAcMIayLBxJPopZ78tz
a8LI6FLbwIXKk8L2uKlXb46TxMeUTHm0MXLTmtxkUNFUpuVq8RTGlQH0ilTTxkPW2HTPMaec+yAZ
VjPAshXO0TTL8aYzaR+hTayS9fGvfe8yU4rTgq35NAPlpE6udMOi1i3GhMu+UH6yus53JALhaxmC
AdyeddkwyKrQxdqAVQpDTmLBcySjmgDxHREVfybDG20PdWUg7vlVGU/Xz2NF05c5ckQASIOj7WL5
+7MHj4ObJR9ySMpG3fCNOrb2KWmYh8CASrR+ZVHA7lp4x7GfGKkSTj7SK6U3VHTVgvtFrTPMc87g
AfZD5Xayii/Xl7XyBKHZFc0kSJUsYwyCtk+0McLWCNF4z9UXZF7RakXvlpE8nd2p6ewDSCO4LnHl
TceIFagAF9QJnYrA2ByVIoy3ayomGWi0LeaM+g7I7Q49IOBa8Jvs/kHcspFIKGNsVozt49Ip2VCi
e5gCMlNHkUTpjF2mOu+g6pU9TysHh7mkZZZFxwj7J9TVxCnAqTbk2slgIcCDGy8eZy/DJLtlzF+a
TlZyWjs7DUB6aBjBqBDm9C9Vsq5i2+rQ0A4spXmbTPuubaifpMrGiexja5evtaW9//1uLgAv2En0
lQMg9FIktyNVDQtHPWW/9UL/XXQ16CZ+ggn59z/IwZGh6UTDLLyY6+2Sxgajba+dyuy5NDIPg+qd
5rZtLYnWVm41TAciX4J5iaUb8nI9GqnNMus4gBZZ/GrTajvMpg/4U4kSrhXgMT2M8VpgNuiISoWj
Ym3WWmhI0k5EqebANIvOLxCFbbVRGzcO5fZmGrv23aGpAphcHh246chQH1e0c6EIXsCwwC8FS325
1p5kY5SgVnhy0J7aZXybO9XWiaLbjpJNnP26foJrEf+FOMGyaEbMDNBXaCc7Vb0KRcnKrn1j/AET
SvNsZ+EBsozIG0trG4OI9O+dLEgHzj9aHNHbaAgB0ThpYV0Cj/XENObaIZ68OdwN1EG79G1V7XLV
+JUrlWQIduVC4r0G1s0ydwNCHkGoA5zeFruvnYoy/gJG3fKl5PpBUb8wM9/qViXpOl07UBN9jQCw
gEBTvP+OVsYh5WjYBbCTX6ZoLg+rm6TOtkUbgVDVDCUJ/LXlwXHFlO9CMqSKKLYkm4nKrIKcotib
VVRC0Q4Y1bc8AnJ0c5OigeW6Cq2uDzQqGAsDEDuqsJcK201TbzHUnE9s7t0F+JjemHmyL9CVXRAZ
ONfKs4SJnP+Eicluax5Gp7Zbcuo5Zn+4VmOgCUFtkSTxQ8dlfIqC3XEA6IP5ayQUMV26TI0LmgJO
+BzQq6UeNEbnxem9jezQMH69vn/CeX0IAaoJXiLMCy4Hdrl/qNzqdmg0euAMbzYN5qF1o+QmCw8A
leJM9a9LE07rf6XBiYCBATDRx4z8mYOktk3NbTLqQTYnijukyYb0ebsxEtuvUECfOy5JQQgn9j8C
MT+NP6BSRDv75fLoODagStb0AG11aR80aNQv82MEKMHrCxMCqP+VA8uJ5OUSPgt2UwfDXc5g1oMm
1XtvKW25eqT1u+tS1lfzR4qg7FUymGnCiR7EqJ6a7W4Bkxyj2gX383VBa6qHGU3EFuAnMj9tW94W
dZpSXQ8MRfUKNJcnzHSBnXFdyvpy/kghl4cToY8TjxyWAxjp7ZDdYYTEtbTGlc72ypYjKLkSY+iS
GRAE7cPQxmNcf3VsiaFd0wAgfC43FfgGWNTlYuZpTsxOx0Vq0UKMvG7C7zMjl2H1rV1XPM1IWKNg
h5lHQZ8Z7Yele84IevrkRPemyvgjBTh/RfhTpOjAISLjeLh+TGuXFlP08LOQ/scLIqxMr6s+5SrV
g7JpNk7zHiqPM4oZmBzzQUG0vS5sTSfOhS0fc2YhnHBs87RSoBPktkq+GdUhbrzQlIBxrC3JAbWf
jXZwGFeRUkjhAE+yWGIEAMD5ao6bGRMl5AbAH/uOyPCq1mQts3UI0W1wu4pHpud1ApKrwQjiLwn/
buEFjPRfRcc3aSXZuxUVhOotgN0oaiPYXa7B2d4RI5oMZ0ytIArn5oAmX0yX5GACv35CK+tZrByi
L7QWwdQJt7ZpHK3pAVYdRGVPgHNjBlxrPNSAAZ6GXJiZRK/XBa6oBEaiQYYLgEo0eYnDSOZsZFaW
FnZQ4fb5Cuj/PLs2T5g5x0zYJIMzWJWGSjOqQkChI+IT1WVDy1gLaVNnxoWHPB9on0YzH3tvJLPz
AwCWsS55PVZuNeY8AVWBR3FpQRTset8n+mTMeKWU+lYHJMaMob7ykJbOHQvRPBc1EkVZsYfgZwJc
OyJRTMuKA8Z1gemoojX1IAROkMXeinj05lGWVFzdyTMpwptY6t1c1wx2A+14Okc7JRzsgaHU9g+v
1cVyhO1L1TEzU0BHBJoxo5FYY2/WgBSgHdbSwbg15bdxVMgiwcajlHZ5xWp9iFmfRsDs7cadMQfK
lDzUEceYQA6GgTuqY4CPuTV4cRqHnybzXh98JfLieD8XQPura13i/y5rO8sALo4HsUEaAVwmtPgB
+/nyg0pSNGpYhXowU8Ro4e8pJ15yB8iYOQyqtgCvyxDt//4+IqBAVIEUHqZQhHMda0Yyq6jMIAf8
jQ0iSZ49FdN7jJLldUEraorR/QWCHK4G+rmEtbXlZKsd+CqCSblz0DUKDEhLEo2t6OiFCMFkpvNU
oSDRWUE8z8nOKa1DpmYcM8+56cLaMMmKViw02HYcQLTZJjKEIjZjxIc4JQ4gnwlLohOdqsLVy5BJ
LPTavn0gSy8dTgthxKVOOBN4vTqemUHUpfDmgRzQJMAQloXPK3dBRw0ESof7AHMpiGktOPETmCCC
2NikNoYv0bE9g1anN55V0EJf14UVPYcw+NeImuH5iEoHEL0eCMGNGSCa3bGo8waAuDc/yum5zeOt
Cmqd7Os/SAQ0AhoEAE6I3ofLXQTze8QNBolTRJ71OM6OfaE/t01nozkcDNJ2nsQHPimKPwPp1b8u
fOVF0EGuDDgDvLOWoQp6WU5ZFCYpMwPL2Jrhm+4rntrvh/6Yymap1m4AhsaQk8dRgvJdWGYNNylU
lQ63WdHdgnwf+9jNw9bLaHB9SavqgpYmzIkhAATg4+V+WnQYkeIMzQCDVZtOfe/0N7t57ABOM8hq
tWuiYDNQhdF1GwQGguGgLYC1YKKsAD1at3Pkjp5FJQckZusWw7uQt/4nQzihzrHTXMtKK3D4tE2H
+jmyABXQvLOy8KouBsH4uGuj8CFNZCZ/7cRQQUUKfEnpIoy+3Mi+HIeI0dkKCgucJLNu+2QIPbOj
946W/L5+aGKl62OZ58IE9eiipJnLdLICi4Qs2aGSoqobEDBXNzbX6E9tHixARibWA834kWMo6lZp
++z7xBVnG2sOkjIhdDzy2ozQl+vftroPhgkcT4p/w72+3Ic0HjTkY3IrCGv2c+q+kwgAAVHxvQil
XL3LTwmvLBIwgLkFSt4Chi3obhrW9f88EyCIc4GeqWh+WNr7rlO8WXPjsnZ71r53Y7El2tv1Va49
GaAxRYYbVSVAFQqrNJJysgDqZAWYXd/lg+SpWNvD818XnHkzNBXNyvHrwJwAbkrm5fMuf76+guUm
iJuHfKeq4SZietUSou/OmdvJAYpu4LC7CAPcIzn+S/SNrcFlR3gKa/lpBsPMu7xUmR2ExYlhLeBr
v76ItY0CWhLAxxYkUzyql8qWTGNka3VtB028YBlN0R4EG1KAmbWtwkvjQJ9NjPzZy9+fRXCTFbKs
nUYLiapdjMGuJynL2KrdOhchqPIEIgNn5BChKtHOdtCFRJNN6ACzIt2QOvKaUT0kzeABQ/Tv0z2A
aVrCYBCP4RIJ/sKQh0hcLHaLhZsmpb7W2i7IfEnPJbZ57fE8EySmaWnOlYz3BDYLM88lB2bEjaIh
Iac0rlpoLtUlScbVUwP+NVLDMA+gb7o8tV5vJkerqBVUlemie3cbOSGag0tJlCgRI9axtW7Wh3SG
mLixnfui1YY9CLp+gqdb4mutmRygPqIJH2EVILUEk6OAu7BG8tkOOjtyiy71hkaG7bN2nTB+jP5g
ZGBAJSPYnWnGxGQzR7AJSuWRoQWLUVCQ1O2kvD8rkqBuuLIAd8fhiO2rUzXGqNUpVmCrXwf423Nz
AjQN+DUlrv2Kz3EhR1CCsBvnvkixohzwMM4jxvjc3i58mwST3f+9JvyRhTZjwQOgQx8O5aJwaqe7
BKNWTuo5xv6vLd4C+oFo5QNhUowi5inmVE3xNMBQGD7TywrQlnPjac3Uug2xZT3jK1oHXDXAwgKR
F66NmEKnneaEDkHipe5+oofLK7Wn6wtauT8XAoQTSiMAaYUGBCTatyy/a3UMmEaH6zJWtY2i6o10
Ffx2sa04K7qorabSDszuoJm/0ZSRVEGL9oXrYpZPFZ5ULOWPGMGIG1zXlKbHUnIrCTdmAzxC4G1w
t2Ra4rXt9Naz3jzUFqNPcV5JzJ1YtV18QgNRMxhc0BGCWStB/cB/HIeY43ICE+0ShE/7kgPR+xkR
pwsgvn0cP5HirTcfudFLLpnYYf9JtGCaSK3Uc2JDtA6Zmt4dm2beaXHm27BSP0ugJUfhuIl0Y1/S
/L4Nc4kbsL52gkYKjQAwBt2Sl7Z+yEAMVfMMDboAJOrH6AjeqCOSIICpucFs6YlY8SmtKmC1OeyR
Za/Xz33tjuCRWbCaMQ0DMMxL6XVuZJzhtQkIbwHumpPMS1RV5u6uvJ8oBVK0wkCFkalYTN2ZFzLP
LGdF3TgBPEN3bL4B62k7GI8pcHmGZDv0v68vai3GQGEBGHTwEZcBCuFimhiQUsZQdYAb4o/jU+b4
jAHAcV+p4R5Es35nNf7sfFH4+FzVbkNjIGvJCitr5hvhHBgvQXez7O3lmqu2h7Z2BQ1uo24bqnve
eI7i57J2nDUxgLNCQR4pBfTHCL5whuYxO5qQolcGazNQvkevzKaPNpVlHSIisRJrxgjzNwjqIdFC
X+/lmuy+BtXrYFhBPlYAgSlRj8xb3TwUpLK2BBxdktu5ZmCRQ7BRmkKHH8qGl/KmSYmULNERmFIM
96hmpbvI6QM1LZXRcq2ubEEvRf4abWkir4IDrEeTcqxs4h1ammxABAxMc+voJk4syTsojhV92Bzz
TJhw5c0OpL0tPNoAdIWAVxim3NpXJgNqnQIaJh/ojNzltdH6epSwjTYWG5OkGCfpyBcWMhUoBmza
DnpMvCG0tQf0h9abMa/1I6Kicq9MKQblExnGxpqlWLYGlU2AelgiRUiMgq3aAK08qNn0DOCZA3ZL
8g6si4BjBUZPOApiISiL63JyECsHSW69V1r9fVIn2UzX2n1ZuiAWxN+FNke4LyTK2rHrTOy9OXh5
qO2cvj+NTuhFWgNQnvjvZgk+jho57SVIQQEN4Z6gwXlWJAD2soK5GLRbU18w7iY67AwwK/7Ix5EH
103fmh4jbEX3KXQYzSvC8mg/tRancE5jwAyZEzr0Wua2AEek5fa6pLXDwn0B0D8WBpdOUOJCQePq
wBY3mNvJdqK4lpZVy5BCVtcDp14HqixCB/HlqFpMSVjV4mKVwy4jDPiHgOmrEIXlskma1QWdiVoe
sbNHyjGTRBstlCHRUMz9BCSOrlNYsumLNZMGZxSA4CaxUPIQXB2ytFtEoNMKaFgRV7G61o3tmQNY
K5SFRDJRwgkNQ85RVV2cembthsJy3D7BVFo+zhI/eC0FAK4wtPmjhoVGbJHzMsS8YGYZKYKv8iHl
vxW78618l4/bxM6AN5htaPIQyWAyVlUD+XvU2+G36mL0OmnAoaMphJoVOxa98dA47MGIAfdptY//
oOvwJhYogKVTWFCNuA6HiefI1ahGfqfHKAmqfzld/WEoEB0vQAMLsatYse3yyGpoMdoBr7vDQJtt
GkZfq1i9AXXEj+urWTOBZ6JEbzsfnKyeHYjKjPZoWu+J/kL6erv0X0s5dNYOaSEDwZ8F9kzE0oaf
wJGkcexgYJsIMMcFsI03uawhXyZF0PRZUzGTDscz0IhbzY/V6CN/XbHt9X1bk4LGTgvdrEAJ+QQJ
gzVqlVbA4pG+uEmSI4l0dxprT0Fv1l9LQlEKFg8YK0vUt3zJmSmKnNlRtCUeqsDG4CHoegV9zMbp
isJ1aC0L/lf0AR4k8oPI4kEDxWxTSCN90puYBmOb7MqZwgPBaXqTwrwx698LPcwlHtCKqTUxiA5t
15ECB9ng5fpKdPPV/choYFr5e50UQGcaFRkzyEpIi/ZU+INYEVD9HEEp2qIxi2HoaND0HsmBsQvN
AGTlXLvVd1Ztrp/Yiq018c+CWgiUIvgulysqNHgVTtLTQEvnylVTErmtlXypDHN3XdDaYSGRZiCu
WMrl4vsR0rieY72hQaq9t+WRNsrWgrCcEc/WX67LWl0U4D4XYcCYEmmT4ZJXGNWYaBD1j2hyK7Xb
TAaAvnKnljjtPxHLcs80PUvjBJwQHPtGDQ+Fkm0EFGQ1Kv1kiCWXam3nEAwt8QvyqnCxL0WRMSnq
ocZquP2Dp/qRPTeYUJ6X+SZZQW1N9dCngvqyhjLSpwn3vGEW5ahmBTwBw6QX15u79Oh0AF5GRen6
Ga3lD4Dq/0eWEJNNmdNEU6NiB3OvOM4/0MFJH5NDwt2NAmQuGcTQ2oH9EQd8/MtdHKKJMQWUnoEN
dJP2ROqb8cVSf11f1Pr+Lei5aEJBvZpcCsE4g9I6k0GDYfjeJl8147mg/tD2Lo3uiZH5o4y4YFU3
gC/2fwIFg8TNwXQiMlN0hEWuYwFVTHvN5gem3vC6lRi/tVtlgbFrMX94SD4g3c5UnnFVm1Amo6jE
B+3whbOHoe686xu4dkpwzZdLC2ROVBAuN3C2xqktAL0ZADvN08rAZKMfGr+l/O1ra7ExygJvFjiZ
n8pLJSanOq2Foodxl/loJq0eaaMWtyUpd/+wIgwdINRAuQz1sssVgbuxKWcjhN7pXzHI5bLkEbmV
+B8qL4uBQA0B8TcKjMKjURkdG6jahEET+pnp9dQt7C/XVyJCZi2uHmSAkG7pqVxGjS6XUhSdgdlJ
NcSosplusbvtwdG61muMMvWA/FzeaHn6QojTbJBLm70B0LHHktnlri805T6dNO4bczzvilhXNzrP
0Julq9MtiQEf02Eme3P9gxfvVsgNfzRyIJkF1nJ0MV5+bw2kxrGzaRh0s3obNtFDqdyU4VPO+c5E
aWqi367LW7uMS+PI/8kTLFqYxhHjwE8O0GJPgTGNMnUbvUUyUpS1qOV8XaJvqirYL80MwyA2yS8a
amAYSgu/QeYErS1Ax9cQuoTbtM3cxpDlBdYuDhrQluIesq+fLo4z59mUYXYrSIY3wA+6SvfDqWS5
jjUrAHBniEFMgayKoGg20J31pEvDoJhswGIrQ7bTMv1bVxsAFFUsGbjYyrlh7GmZZgGhCeg/ls85
M2zaQGjYxTA6pvlIkt91z5dbaoG4rJRxEq88EIjGlh4NqCPmy4VXiFbz/yPty5YkxZVtvwgz5uEV
iJGcgqrKyq4XrEYQYhBiEPD1d5H7nNsZCm5gta+17e5t1m3lIeFyudyXrwVUMCuUC4XooVmDfrKc
Am14mIZlGDkwaRLM9datvvLNUPME+6G3vANxtV+vL6ncYiqYs5yDCegwP1NSf8sp12xgWh7zLAuy
G8u7ttFwZcyVyVQuudAPA4ZLkkrfe3R3/4TdWlmggigaL6rlkIeSti/VGgy4MziGjvOVZqZvQGRU
N/96gOHayk0sTTQPSJ7kYlciSMw6zLb0yW4dfLGAtq+FUXWIzUgel6gLLFFUyaUAtaHxlogsVLrH
cnj5b7brXzOL439w7F6oZWKQGueoUnhEPHM+a0l1rCtvi1r49ghdL0gKtWRsTdJDgO/igK2nDbPQ
OniH8S9nMnEBodOENizqNYYDsLa0bSVpkYAMureMaJWJG6jq3gGiKgd1IzU2sp2V/HSZt4YtbYE6
oTh0vXncGLtSYwxe0O3L/lmdhsAyHyZRBkqxt+lLoX9OhbIvvHoDHbJyzy6W7YVB3loQntJnw8uF
tczCZtbtDy3/wg2/cqC+UO6ZfdCNeM72bQOEHXGfk5eK71VlB/UMb3xWM/pmJu5nXm5Nq92GLfwi
bIZqAB+JQTwpgkARyDIIavwY6vpWgYid2MFQn3H5jF/0PgvS8L7fLn/c9cUNYAwKCJgew7wITvr1
1qO4yDtk2AkojxAU+aBkYV4zcyPXXAkmS5q+qHngMQ/pymsrQlFTkPW32OYJ4YrukBL6zdZU4crO
YQwFdwtyOwt5mbRztUOoUBQE/LkZ914bFMMrBpmXRJBN4TT9LJ1f9/duJTuAugPq2wDrgq0fsN3r
ZUFFyeyqjisXp25HvmsUDTwFCkZlwJ8yd+MPe+C57mPeo/ysoDHVBw3gux2mxTvv74EMiwN7Dq5w
yJsDgX39U6x2aBS3spSLVlpozjfN99EctgYOZSrpJSqAgQQXAp7G6JvevOymYfSm2sCC3cLX9fJk
OlBMQiZkTG7gdfuiAhXco2vQZ4ws7HsF81p/Dx7ET1iQvIB1gXVffhpZlWOnaOwqF6Gfc/4Vimtu
G0C/4/6nXXPYj1ak7WR8olbiOcpFYW+t+2JAXZXNGzZuc2asZKkEIUFBx0o+FL3ScY2nNI1ROiHF
4eCIL3kdTp/qvx95RHFmoWxZyB9QhJfcdAZdgZi1Mo3z9ADwcEjZozfnQU//+ftN+2hHujOc1u7b
zi7SOMsBfJuac7PM7rGN22Ll/rtajRSyydy0qWVj2/J8RnPkXA/HxLL9KgMVzdYnWnV4R/dwuE2A
nm1V8oNmbFivuW0az/U/hbED8WauuUdD0V4s85SxIsz5i1U0/nhp9ebUj80W/k4mjXs/ch9/gfTx
bAg+srTt0viV2D6QCIZvi7C89BFx/IwGjKB0FPAkeAjKZuN2XNtp3MpLfQDE6jesAY1eLAJ1Qxov
envTLm//R+JwnDZOwtppA/89njooi+LpKz3cZ3A/gJDBSOOCPzO2c/tDJjZ8cyUNBGn3vyake04o
ll4ns5nGSxFRMbhvG09OkR02x37XbiEwyAB17CxwJTmX8UA47WSEZ3H3MpFzS36PPOpYE5D0e8+f
E5VsgYOWRFy6wRFF/q9B+Z1TzZCD5mqXxZVt+8P8u1FyaAhigclChvBQa5mvg4q9yFv//nFfi1/L
fK6NUjwK6O9Z3YeUd+m7Qlkehilne+paSJO+CrSRJxM9vUe336InW/uEH+1JXlJ3Je5Np81irwfj
ynSZaeIvTLVbgxzv05byjiIlQhUJtzr+j/QoaUA1MbaVyGKdHq3pK2ujzP4p3NrnzgMgZ0iF6/RR
hyhlFWvzt7H61Cr7phwOpPkvzsXHHyKt2CGZigEWPYv5EBXpt1Z/zcYN91k7eovUu41aEy5UWV20
8PJxznQjixn8pEv0QAURZTdsdavWfAU9MRd0GZgfwbjwdXoy9rqRe3ZKoMEVavW3kTWvWnnM487p
vlP3833HXHOUj8aks+5mJqeiczOk72CZHM2Iai8Z9/W22/3/GZJvh1ID8qh1spgQGrLpt1ZUgdlq
KJzoG5bk/cMEGu7vZcoABR9oT8lXa4fTbCS5uDTVzsvVfauFrAF7kxFm885LNq7YmweZbE66Y3sN
hKFkogLKEibyu0CvQi37MTs/UzvWbS10p18T2VtkAwkjXzjADBkqOGMwnIOqJcQCrr1EZxaxrMRQ
LzNv9oUCwUrTFTEflTIAUdGpI+qf+x9wzSBeW6gRLd1ajFZdGyw1zgeblhqQs5Bcq+xjob46HW47
iwQD2ZL9W7OGxxaKbOhXYaRD+oi6qJ1GGEy7jJRUgdU6P5JK3SfcfeuH6UJSc+tRIN9Fi5zmMsiq
4z0AqI0MGHBLVrcMIxCXWaWBM1gPlTG/qkp9Rl07SIv+xWiSXde4G7WQ5TN9jJ+SWRk8MBFwYk8U
ZpFY/PGQpHhq+3r/w22ZkEJ0Ds4LPDMz1H+pfi6Lbo+G58aRkyPjAn8AEB0FdhwjcAFIX4uzNGO9
Q9LYS8v97HgHXBdHwr/eX8jtJ7q2svjMh0vUtD0yJAVyc3UsoLxZB5XhBaX2qSgoZIDRqfMe0Yj8
dN/o1tKWaPPBKGgbE33oYNToMdOaAgla77xG2zjNywZduwGWBgwoSBCBmUQr49rKRM2ZjRasmFXr
G7wJnFYEmCYt8i1Y1pYlyRsSb6oUOlVpDJFTVBdGdQd9FrrVVl/dNUgM2Qs3EorX0nqEVfVjy2DF
goxS5YHXpQk37+ObmgLcDoXKBd2DY4vKv2SlUZjqmiNyYTE6gNWnit86GD4uXtp9RbP3mWeK6bkQ
nBGX+15xe6ZgGU6MtBXVMNDzXX+vqqggYtJ7+F6ZXiK5yUH7mpvO/r6VlV1ElQJZI3INsE/I1Wu7
MtM2wW0We3p1AoeC32npidrP962seMSVleXff/DwVMl0Cg6yLNZcd5dVX5h9zjq2V5qNUf6bB+Ly
ufB+xwMRpSeUnZblfjA0Giw3zBKJjZF8pz2kXjI3tKoLG/80/Klsv/Wq5k/WSYwYy4BaZvm3xCjv
9lEQBooFm4oxt2v7ANMDCJtWBLekFmaQPq3GL9MnIPS3su+177ZMACw3MzitLOmM6Wnptl6Gl0Se
zIdqgLTBoBwd8+XvvxsGERe1VGB/8Pa8Xs4I7KBbZCOJNYuA2cUJ9OS5VYF/3tIwWHMQdAXweAGb
AOaapRDY2RV3enciseUeIEJ4QszIVEiGj8lG6XPtVIFPFFV00J2hBy6vKG1SWkEvIU6M7Bvkeamv
qSkN72/bTcKGEr0K8BxcEbsHL5S+DkgKoBZeMRqX/ZdyuvQOuPa17lSYe5fWe8A/grnJfTxhtoaC
3jta11F+wWHjLxsCmMuJvv5iej+pbmoYeaw4k29BSnF2D6qNofTnUZmPjUMODgt6EplOu1e7JuTF
G8+39EtuNxkAwkUnAqAdALlktihOkoQpJKFxfaniLeKamxIMNheD76hOoBf/7pbXS6xMwZTcSYs4
LTHLcPIgjp3EY98/kIEePXVHgb8jTw5lBzc7QP3m2cuONdMviDgbznR7CDHxiW4wXt34yOa7nuGH
aMNNAnKdYSrjqfhpsF/ASTZiI6KtmYAnAeYHlKmF/un1YokOhQIPGPSYvzX9s/b41+g07Cb4f/41
IEXMLCusGvzEZZxYlq80EfO1CQn3Y45C/f1TsboUMOtiIg4XKVRnr5cy5UlX9qIpY9GPJ5Ec7bp6
KkzldN/KbSRxl61COg/cCcDN0rXJ5463vamVcTbZZxP9Db34AVWRl3L6dd/QSmoASzhjS2UCj2i5
4OIQpqZTouPTFG1AwEzav3UViFboue7bQIMAkm0iiUy2UHFrB+DKsPR6n1PbnZQchm0WZ6Lxh/oL
Mc9sNA9FyQI6KCHDP2gAhXsDF08//UHqaqNc6MX3t0B+Bi++A+o0NL9BTbCwGV9/UZBSAcQ922Xc
DL2f5qmfis+1ONkIPaazkFBveNCqvff8H+BkQHqlhYNZ23VQFMF506YvJuvAY16wiqPUOtonYWh5
MGtVsc9rczjeX+kSNqWwivcHAjraS0gxZDh5UQ/KCCYd0Aaa/dku8BJwQlcNiWt+HZVxw9haEAcX
mIeLcCl5gdzpel+bwuIQVJ8rnJQSyQpgJ89mzkjYsyTMFcGCsiPd3irNLsQknHKoXad4gHIOP2l1
mR3TbqKhO1bFxrDP2vajOYtzhYgBKiYpVAgMPlZTwxDSverBTKwvpV2cjCI5TSx5aqpnngO+eH/f
V30dvLWAFi0NLnSkr7fCgq742BO7ih3taXzLxGEwEN7H5oDGb5Mehibz6+HFds661voLSIa+Fme2
xUi4cqGhjYfho4XBD5gqydHrBricNKlqqNtjoG02GnenQdxq4zpZC13QdYf+BprAuFOkrKHTzFLH
26mO3QPaQa+FE6obX3AtBH+0IB0gw5q4PquwkCEFIfqvbL6YGybenVM6KigcYe4Hgx5Ai1uLF324
FFvR6QLlnSqeVc9Hd8ZU3pKdLn6aBxeaJRULzeSoZ6ovqh23z0XxHRxpIkpAb1v+meq36gn0DPO4
E91B4MVl6fteRZflvlut7AO2WMMBQ4kLQCtpHzqlB2mvhulcO58OU7fIAIBzNONbddabWWVESHSj
Mc8KdjZ3Eb683oy5tHqtMocKT3uz9B3mgnddDYAI3/XWWf3ByCtDd5xZAU1CZRO8sOJQV9aXf//h
U3jVPIsqQ11cBV+V+zSLJ0U7U/L9v9jM5bXjoSaKBplUtYPCIJ0AcERYSBQ8dKjfQYsgz7ZePLI8
pfu+l8s7HC+EZTBZOh5qBTl3JUMoSOdjy6Delj4PqP23nj8DbiXyR84O+Szwgq0Dz40rsgcGETRo
AcQkfeKe8y+EPKfjvhsDjfU+NBoOlfugJfysiI1W3Uq8wMsI1WHQ3SBDlLlFSSfAPaU7VVzUoIGy
XMxE9oxugYLWPi+wYCAk8ha9HhlkwLxxHgfbrOJGfE9H9UDA2FzPfub+uf+Bb4ti6IkvNJ+YcgIX
mjwXrWoFdWlX1HHjfPIAeCXtHzehwQQgmvdDFBeR2Bvnc+W6vbIoRf187Io8Q+sjdsEn11RhA91k
Rv/oTRkOCtkwtnpIQesEdDeA1wBCSg6sZZAomE1Rx9MU5DXUmNlr7bx4bRty3gUpsV9pf+KDiZqF
eWnIRm1k7bGIjGIhRcL9AvC8HCMKIO5QhkEuVzO/EqOvkuwxcYd94ygvgk3fqjr1zX74XI4thN3b
eePaWXNWnCpUwUFnhhRHCtjZRJIhA0wyrtRE2bddU32dWkXdKCWsWFkYaQHSxnsJl6l0ej07K/Ki
oSwem9bZCXceT2XOtY3UacVVURVB8oSX/TLEJu1lq9iN5wwmi3vzrUifoK18SFTtqBFt7zEncASQ
EMNfgiYRlwCTA6oRAFNceTLTHG9qm0M5qYlL2rmBrdVGMAzmFu3oypGAAXgHmHJQrHtXQPoQy4s5
q1JFaZsYBCmf1WJH0uHopCIg9u9NpMHK9XhlS7o3mJm7TY3qQGxNaD/OZpS109nyxIbn334sOD1U
2xcEEQoFMqjRqkqVtE3FY9Xc9/1oHE29Mfd8zM95zp50wr91narvHTfbGt28zWRhGaS3S6oFXL8M
wSlwECbIk/F4Ks91jieS94RKkJLT0PBiNdma+Lndz8UcEAjLwC1q78vZ+PDt+KADeebYPC7tsB0i
pX4CaGYjiq1sJn4xwGsoSKCbJY9dc9jWvKLqYk00EQBwz277jZIIBJJ7tPi+1WRnbKY3t2faWzwe
9Tqg8pHsSZFDcKFDCiHvsGXM2k8i1wOlB0Dz/vWzsnuYwjeW4UNUWVCquN69weZVoRV2H3Pnp2Jd
Kqv2y/ztvo213cPoDQRAFv5l3NnXNjxBG+Iwq49zQwtVoiBRpdl5aIvgDIWUP5SlABttSQ6tVKuB
S/fMhc0FBQT879oq9IbsltKui63SeK47D2hF4+QNqY/mT5NZDzMhPqX5W0+z0E5IOORPedFuBOaV
OsbyKxYR1KXVi9fN9a8oIRKdJ33dxVBGCO1xh4vS74tdO/1jGk+aovp1PQQNZgLub7ms2YZ87tru
8k0+nAqFuo0QY9PF/R/hhq7pUyVmIO2ZQ+spe4XSTbYb0Z0yfK8KnK1nysqte2VdVigq09nCpQvr
KlG/8+GXEIc0Nf1Ra3eI4lN7BJkWOHBCE5fu/YXfRvKlj6SBDREgw0VQ93rdI8qbTj5wWK5+WdZJ
FyfK0NHs/bltd/dNvVcgrx9j17b0a1sgA6UULwB42MLJdGDJc2e+VgI0BhDBADP01Cg++/GPIZ6r
NkVF46H0fqIJycVu3HCzrVVLT2hzQl+/TYcu1rPhZHlgg4CMvPW91N2HySQbxlbeCsu6UQpHWMJ+
yo9QiDA4IDksu5jZhf7LNYR6Rr3Im6Dxq/I//dwLHpAp6eYdBblD77tJrmqQw+NVvTcH0e/mJC/Z
S9OhRZWWlvmjrXJW+GQsnE91WekMxAxUWLvZ1snFzLnehqCop8pBUwtWHrLa6tXT2Nq5EblKlT0T
Q1RbjPGylu/7AUIpBrVAKKmgKKNef9y29+ioWxM+rq/u6sN4zJ+No3NMzuoOGo6QgfBFf7CjT/UP
O4WScOhs1KZX49fHHyB5MuHGyK1q7uLujeV7008v+q6k0Tj+nNVj3vS+c+JNSLWNhPX23YOPa+iA
pWA2AcMCslMzkdM+w7p70hcBs5PE7/WqPI5OMnx1yiSNN07RspE3p+iDQdl3aVVzDzRDcT42UPpp
jjpwOI5+ok4ddqg6luNrac4B5MTvG165X9HiwNAB/o4Kq0zehHMK6S1N72JS6kZAUyp8a5jT/X0r
K/crChQIRKjtIWWW71fF6ninOkUfN2XUkX8S/bdubGR6K2U8PDA+2JDuGCdJHTWFllFsW2/qEDfF
eeA7saubBwHKgjYCEKb9Yvt9pLePvPmeAoB9f5Gr8f7jL5Bum0oXc9oL2iNLP2dp/8hbI6T8d0Yx
E73rItfoIi76zx3d4mpY+4io/8Bdl5l58CRdn1KWtbqn8KaPldlVP9U50hdMBiRf7q9v1QpKCqjE
o0mEeum1FXDUpA3TeR9bVq2eCp03JwuTxBvwxJWnMqp6SGBBAAFEJtor12YSPuQJo0YfY3Zvb353
D3ZQB5BofzWC7qkyN/xfXw6WfPA+mpP2LjOGrmdE72NBMHJrkZGCNXbsv5nCzsKZ5f0D48r8jFFC
jOwbWhUZdoI6kOb2AQh7yG6e0y5ETUN9wvh2jg526Z6KsRr2ajaLfatgDtfUk+a1oV7xVKsz6NVT
sjVCdJtgAei/4NXRPQAy4IaLf8LTx2yJO8SlwrJfRlNkQSW49lKLVHuYW5ZgDtsowGwArQYQ8LC5
O2tgk/1530Nujjl+BZ5Z76PSYNqTX1u94QztlBcC8HHjRMBLwrP01HVbbEk3jriYgRuiRgdRPfzj
2kOUbAJQS+8FTrpVvKVuZ4/gdRGYdbi/nJtL4N0Oysvge16KU1JMNpSKpmLiIm7QhQ4Lo/xTDWAE
NIsJKlWkDu9bW908kNr9r7Vl1R9yVT13rSpFwhTbXpUEnl0ou7kAyztHoeRvw/H7wtBmWqaMMTIr
bWBFGz4mTStitBz8Rk/ORTmEDpk3Lu/17/SvGekSbQD6yQ3wZsWZa33GaHty1gcv24j7q9sGAgAQ
CetLui9FJaL2gpFswLbl/FBBwtJu+Fm42u7+11n1hX/NyCCt3jOpO2CsNO70391wFhASHvJPjT5u
2NlYjixs6NCZWYqFT+NiUtlBNyNve9/u9I2wt0S1q6iHOhLOEMqRQPdg+FAKssyjOqHJKGI1b7J/
aicBo2nGk8EXqj3sTGDEw4ToUwhpsa0qwsoKQZeF7h6oKABfkl/0BYOKgVMWY9wrbeAWeAjafKdh
avr+B1tbIQhUESmgbgFmteVnfDhOmUawa1o9opi1Y2ast1CoLkYt4BmW1ruAiZdbkzsrPrJQ52OS
E3ANJM3SpuqsBYegPo9AjRil3/Aecp9q/ptkNWYzxm463l/hljnp5nK5YQy5LcZYCLH3nLn1O/AH
+Cwpx9BK3I17eeUwY8AdDoPqCGZ2b+BTnc4rI1PHuCrKo6kOBzS3/hY+Cqf8aEI6ymavC/DF6WNs
F1/NVoSt8kjN70myJY+z6oH/LuX9Mv3gGhXvgcrWjTGmxVeIkuw02kCHZNoITNKGodSiY04GGRlK
SoDxyw3ADK9C6piNHlXMoXvVSsCKkXVzeN8J1q2gYQIW6KVfvjjJh7WotE16h3I9QlN0POjE/mNX
pNy4COU6yn/WgsrYYgHsNLJnjzSf+w7fJ6qhN8V83uXzS6Xy6cVsWbvLao3uk9Lapczl8L+WPih1
Ifx8zOddNoK9OQPT+5mps+1DsnkM7m+BnPn/z69bVFIWkQ7gO6/3wCUjpgd0oUdZNmNiR/f1zDtQ
2zsJrQrLIkos8ESTPmr5RXUPVeP46fzKy4Oro+7kbJyT5ZB/iKzvPwZYrYX7BhLmKPZd/xhFUfNS
Qecd+hBB3373ytzn9SGZJt+mG6bWvr0NzAAqapgEvqmqZagvtbWuaFGrWP2RwteCgo5sw4/ftb3k
FWFOHjhD+BhaH1IkLSrOyqFP4WJloR/rWTePIsmGozVie4lbqfFsdnlYu+nXOsF3tjKhHoTRn8yE
fgaNXX/qXSSdfIJ4k9Y1zR4CdxCAEIMRmPiT/ZwnGLivuBK6XaGjxgu22zbRip3r1kroGbN9HCxI
HlRVo4WdUF4tg5anbNASbKv61vajuQcQN9vddyvpAnn/kMB4aZiMACz1hqS1cWo6iNnUowbcM8fe
VZPIZIz+NLP2H1EO7hEaom44Ftz4818YxkscYo7AONzI9GXUM+ou9fRoVuw9T9hTlVV71vJnR52O
Rjqd62KLs37Nk0AfBzpVAH0hYiBlugrp+ZiZhRFlKONCy+s8ttNWd0l+Hr9vKGbOMJgCGBd6CHI6
COI4FPoNyBpXh6ndN4fstf3Hm32S+OKX/YNuCQPKtaMbg9Kq0NnRej2BwdwY/bTcaT8U6hff7U+U
+Mb39CU1wj7xtwgh182ilqJBMR7LlbNrk1FH49AfjkTyMmRh8Uwf7YfB3Ku9rz2BuuO1f+HdxjUg
47n+s1bgPxB1HFD9yhS/bWWOo4opvKjt+yCdH3MS1mJnqV/dHCXu3K8936hfc1Xxi/zPJmpuNQSD
SxM654CLA1Em1QnHOoEkt0j0SFFcUFDlJub0QY06B6ablqeyBjH4oNrzbna19idPlWbfpE59rlMT
4Hmv+VQpWurbWgeQBan4Q8vHT/cPlXTn/2d/MA8FkhOU8xDHrsMy8RS0ZBTUSjXmznFdtv1ONzrr
UBtiqw60FjiW0av/mELB69oUkCoV4LSpEc3GziYZIJonT0f9sKhPSAoe9K2Ho1wxkdYG+sdrg4JO
Ntcp1tab7Dw1w+NUqnuhNE8gS9rnvA6YHmlGsVfsKQCYM+DV9/ubu7piNKmW9zjkCmV1bxTHB7Rf
iRGZLQDnXdO+MVUNdWf+xmyKJ8ycHipCNxL8NZ9Duw4bjQ4vGvEyqMFWk1FJc1eNiHGmo3tIrDQw
J/3Jm391X1PoexihMT6mDouAngln/JDGEYcJva/t47fiXjjvuISRg0DKWmaVSVIvqbK50CKnLPfE
+py0StSAyIXsiuFpArxMZ+pZZc+pfeQA1VbJS+p+U5N04+pYST6QdaJHi28AsrSbR4+TtoVhCi1K
6id8aYSfZDfNCXBMv6lHtmKO9ABZ/A7WXMxFob3tgbDz2u8gENcIluha5Kbct7RxX1bTwWX0q7At
Hz0nI2EhgQpfoff+aEWOk4ZVmV5G3r6Qqtsp01ZhaO2KWWoAEFdAMox2hfQCGyY7K2vF0SKuNq+z
/iUzMTBelJ+8AWz5E+heRxQ8vHQ8dcZXvdpCn6/t/lL9QhhEvQiecL0fPbXt3huRjw2Ksi+ns9bS
XSUKH/Pq2hYuekkjpaQMtaL/tYWC7LUtg9eZCx4aLdLa8/TaVb4wfe+r/WB3Z7LZRF5JDxaKIkyJ
4W8Ljv/aWI5P7xaM6pFpQA5lmAIP5LLZr0vOP9fo8gk7fbS7KZgAROMYUEguExRS7oeYtZ8AksJl
vFAFNEWGx3p2n1Oz93DAUO8LlcpGicwptvoUcjX43aXR7UJZEcUxpClS7NbNkWC4heDRNiQHLQUG
2/ps8Daweb1zjOxcg9thSMKhoye1qfxkjJp+3jPG/mSTdvAQgQpBwPzwq4Yg2DiXJ41lQBCrJ4j5
bhy/26C7JFEOWCkBi8AzQIr6hcmgGklbPep4L/Dq2jXpF9LtWuOkJiFJnd/3P8CKOeSiIHJCXRdT
VPI8v2HnisZHPLJYOniBmMBnxK0jt+qADJAp7fiEC1xsNSBXkilEU5Aao8xr4avLmanmZRVCnaaD
DcHbVfaPMgE03Qs9K3/sAZN3XvP5Z9H8MtOdthRdaLeFgPx//IJF/xGzMVC6lfYZhCieIpRJj0Yi
cgw81KecJQ+9ChFk90ep/cmU/FMqrJOjtL9RM8M9XwXDOBzub//teV/2wcWDBCA6ULNIsWXMiipd
GGsi+0tpObvMhAJ0ue8Bh+k969jQC6AM9y2uBNNrk1KIqXidlkOJB5Cl9H1IqNHsnXk2Yr3Lxc6d
oDpm5mb1qzUxBMkLowi6kri+0rMtrfTF0HWsu/4h0j1T565NENT1yFNyZT8WWfMyeXOxN/mgXu4v
eiUAwBZYMYBUxPHHF78OdbaSt0MNNHfEM3Ofm0BU2yZ5hYxgNViB0j4T0JMbfj2OO5bUIGF/KhR/
fu3swE6ey3Hvjj+Bspg0gDxRtqU+5Fu2PsvtrXv9C6XdSNOMopuq61FaJ7/MjPhQEgJT424a/SQZ
z6z4hLm2PVG/Ju6pLB+Q/qXaE8E7q9+qictdJ0TL658iXbczBwXjjM2MeuAeP0GgVlODwTiJ4Vg0
QclCnm9UCGX2vv9YBKAeQ29IccCYd/15wL/kgXTW1SPVaIUvxLMt/Fk8cOb6uaWddPdXk7OjBqQC
eqBVt+fa5wkkLV0GDchmP6VRTwM33fhV76qcsoPi56D4u1RhQKVx/asanTW1wvB8hrxT8VmfSLur
0mEM1Wl+5ImhPM9WThYSXifOhxbT/l6l7tJOu2iJA1Y10/7H6TsReontBk2dFSHx3OGYee13/EeR
h2fzCyQo3rTOoefOKapLTfXyqUezOxyBaQvMuZxOQ99q/0XQWcSqllQSuGy5ULpc+fYwKO8lEDH4
qA9Ol1rzoFll1kpQu/aL4aUgpaxVzfPBNuH+/RWHvHKZvF+kSm9awaZbdroBrqjIHsyw4ei/2r7L
CJRwfWWyfUhjbHUNZDTT4mCA8wAmjW+Jfvp7fPhQT7UdxUlAtmxEpd1D53dQ+adxcOuwJ0X2E1R0
04NhDlPuk5ZWR/TBwcc1Gw8p1TgQG2QCnDv1vgvWaQB1N8Vvr4bSZFU02YPSJFt8FSuRAFc/qjaL
Rh6mxqSbiY5pkTfaYETgWjw0pj74WdPrYQ99hkAnyVZn/jYFQ2sZ3g09aFAGIMu+9vJqHLS87wYz
Uro33SR+vUV+tHLHIWCAnhEobszeeVI4Af0KN9NCmFEC+oi8bsIGbRrDvkB8cOEuORbUb7/ej/fL
HymdXFD3gnXdwbQHJn2lNdVlPTisy81oRgv/WBpq/lj0HOyGmasFap/nO9bbbH/f6FrcxFWOVgdS
KUCMZFoYG0GsMwtiRXyu30BueGqM7HNCvOPc98/NEKUpRL1ncjaTbiNUrWRxeKcCRos3Igoecplo
9CqvsQbXjDyue6cOhOE7yL+DURtSvXtCgW33Mf3wm1cp34glSwyUdnq5Vhc9FOSleCpfe0/i2L0L
fkUrKgbPp3UJX33l08b1veKiywgPGKeQEGM6XcqSgGRCIQp9jIhycKKl4KXxPaXZGu1a20SgK9Fy
WTQ3QLNzvZSxVADoniwrUrshEqYRONn3MTllabZjU4JS7aaU0rI58ubhTYm6Gt6WQBBL6xqgnt13
zLWiMQ3TeGmyIO6oPjTnuwmNzIB/+1NulU9XjgYyIIxhugaGjBBorleJW6HtWV3akUe+VOVepQcC
PospLYOKjhs9hjVbKF2CRBuTG54hy17rY5P2aCLZkdPrB2KjJddoGLBSDkZV+l729vfn7z2/g0YU
itHQkrheWq+1jdKZmhN1yiNom61uV5FDXUOpVaeXoXcfPDMs6y3tx1u3AY8qdhQTMMs01XsJ98PV
whuXZNaUOFGZiF1aaUMwWHgveDZEDEcR2kaZBx4ft2Q2b8/EO583TgVcB0Nc0sEDhcdc473qRjqn
055p+ZHTfEuQdqVDeG1FqrVPCthSarNyo77J3oyU+rMGhhIlDxO33httEkJS9UV8NQBy97KoTRR/
yH4NOdmxLSLXW1/CL0FMR+agapiGWD7Dh212lCZX1D51I9aou5I8ouTNpt7XvQxtyI2qxO0NfG1L
avYlXtsMNu6KqMryF6hn4Rlu74zimRXzVtBZuTQWWyivIiHCqKctrasYhdlYnLuRtmypMpDvBKqF
YO9jNOxTTgMgSPVzWtrANwDw8Wg3VHy9f3DWXOmd8AD20WmVqyMjradkEK0bKRn4AtWuE77BTPNw
38rqSoGhAKAN7grAoeRLrUhNda56N0rzTyNjflZafmE8l6BaHdXykCcNIp8b5uTnfcNrXxNFHxTT
UG+AlNfiWR88R3eGsWcpdrhuyuY0i3G8WKn66GSj+mjYQj39vTlQt7i4DcE1hgvl2hxVIL840Nl9
vxEV5VnwbyTD40XbKqKsfbaPhqQI4I1GPTXN5EYDuBvwZMbolX9/KVsWpC8GkcSpFyUsqGb0f0j7
rh3JdWTbLxIgb15l0qqyy3S1qRehTZW8JWW//i7WwTmTYgpJ9NzBYLA3apAhksFg2LVU59ucCFRi
y3QyNjLkH/ES3UCkT+il1yUq22cgzLjR3+Gp/6Ite8A7GaKs2q0PyubigXeEUSo87XwtpSpzo5x6
yT479c+ocuFJ97FfzIFXTe5o/NsML4INOGEYx4T/qcsoNHPmI7U7bFph2ucyx3C6XkedB4JTQ2Ck
bj0vkCWheA9gCVR3MeK01rOBmv3UdcQ6V9JrPcnebNdeMQuWIhLCKXOTg6lSTql1ztTEJYPsNsrD
/7cQXpG1vrIjQPSdqyL21OaCETUfwLP3dXljJXC1EAEyYHXMW3LenaMgdFfnRD7PaXwAlOI5bXOv
1Tv/vpgNlUYUBVODBK4MjFR2pa6MTaeOo5FiHv9spqnvxPWXJg5zHWBJ+velAOQzmQTdmBvWTYPP
CnQJvIksk7sWOFdLucBiy+fG2pvGV8urtc51RBmard0DDwqmG+E1oh+ffcXVsio5nvq5XOQzfOfh
YKeFn0uVtUsmUa1nSxDaXmwWzAAy4+aZjyVZpir2D93ub53ZelXiPA7dKLA8m2JQUkX3CwzvTd4V
BU8TMNIQo2FMNbEekuylN17/XRXw7nzms6ALvHefNLnc6A6Rz2VL3bnbVcMQDM37UH0HO5yoOs0e
sXUoAdJ1Rs0LUArGbMYWfH1ACIps1EHlc3yh0QNta781TSTrTr0g1Nx4EzA9g+ogMzvIp3CaALLD
Rc4sKp8l87cefQAn+v6uiX6fe62JouZ6MuL3l/li17/+u9+Hn8USQnDbP72Uq43SJiUrzHYAPand
EhhNoE7kTne4v4gt9UJ+C9R4wCpHfYOzza1RJl2TKfI5r98LrfWAMQZmNoFfs3nkV0I42xwZioR2
HhUrGVJABw9foMexkfzS5DfMBwhcgS0zc70izkarJI7zgcrymQ5kr6m/qql3czP3DRG965YBhYkG
JxKbwweI8FqRtRm9ogOO7gys+tqNyLdpecb8rGbuSlHuYlPVYGXwKiC5CwiHtaiIxghciQNbzVCZ
FiDJi5oZtnbNQEc0uEzYpC7f9q0bo7IgxJfPmCj8pVL9WQaZgpa5RZzv7mvcpiRYaLw9aE6CDViv
JZGMxUpQ+Dyb2q7UXaNFOAp8I9EE6tbpMOuMcjww+FGYWoux82FMSng+Z6N33P5ClUBCjlgZLPAK
JShWC3zprXuEajh6PxFbA7qXs2pNmie1hhTC2YrAhYdKNf4/QS2iu9jotPls6MVrA9cQ/QXco11m
aCMyrJRV+NuHKp7OaW7MblbZO2qcTKd3aRq7CkakaB2Hk1z4kYj6fGtfgUULcBqAg8Nn5AxGpMZO
2im5cp4pdfX+W20/OjlEzfvO9Ovi6b6yiKRxyrKYjYnRoRIdpmXidnoTkFgeQV7q2vFukeagpVot
8Fa3jBVSMqBSYJkZtLKtFUeu8qJTQFB0bqK9Dmg5exz2qvOedYU36NPvf18futkRUEMf0EPEXWy5
zfIBgx3yGRgoaFd2zj1yMHY8+1nrogfTNdJCYB43lweaR4AUYvQBceZ6eWYWa8pUQ1FVNAarQIQY
KjB8lAdkneFkiromtq4FWnZhIfEQw5vlzs82swWlQqKcG/BBmCc1ejAyARjXRpkY7sSVDO6ml0ta
O0aOOhVoC1z0e+H66R61v46K4s86yJCqA+phQ/qHijAvtvaS+X7wZwyMlfIvNF7UXiWYcmNpvAXg
AXX8ZzQlD2QlcDcFZnNrJ4FEAU5TuOwsMFyfm5IMWj/HkGUCQD3KjW9V23iUlALt3xZjIDkIsGQG
fbgWgycIeChKj6Jf/aT1mNbL3bEQYYpuPQFQBlQq0dWMhCDb1yvPBnnIVkIdRjmPceuB/jGWZrez
H5dJEBNuPJs6zgWsqUjGa4h013IqsyGSzmKBqcgXd0K57qDWRESUsLEaZiZYsggZI53P2iy6Mk91
Nclnuy+nINZ0EmiL4g7x5Md2Iwks4sYBIbZBchFgWIzUktP2eqwNLRnhS+nZS2Y9LORZyBK1LYJB
ZcAIoszAXdoIAVMf9XihAUjigPbafKhmMoD0hwjORySIW8tkk7xpsdiz2XwAr7dJnmZD4KRvikAl
hqGksoFe7sHEPJSipmwt81K59nzC++VWIs6mTT0DuhVDScUF4fWslFIpTcZEOWtKBKLH2dGPqJp+
v/9UbKoZwnRUDGAGADO1VuYR8y1GrjTKudBH6jeRkXuSbkQHuiTkb+qgtfa+vC27yrxNQFYDROh2
/mAhzmjUfaWc5aXtj+C5W3zdaDMPqR4ZuSIpCay0NMDd2kLRhwxjFYraALtsFHVAba2c5ZtlZMZA
GcOrPHVS+DxSBpejztxYfSBO9G2ofFPqnwVLZs4LF5sidLDR1oGgywbC+XqPVQwfzoD/VM7LrsPU
8olqh6Rw9/lXuIxUoJkbjwew6FlHGcv2waavZWF6zRmsEbLQ+eUazSGa4WCA3ddqmp2uv95f2YYf
xToK0L0IqH0MXnILazBGPMkEZ1mX57I6SzZacs23pW98W/vW2wIbtS0NxS1YdxW9gezvV/ZdQcm6
TTosrcMLXAYAfySe/rftfEUEorelGnik/k8SZ+EpzWD8S0gaQFZs/W7Kt9EYPbMSnNWWFbkSwzu9
xeikwKSF00Ts78Bq8uTkF2i+7x8R+1Re965lcFY3noA9C0pF6INr7+tm31vBhS5e/3csBKvZ0jy4
nADjA1gnLhV3PItjt0NeT3AltEb1bbJUgW6l3REuau9VZRN/AcWW6JW8WR56JOFtoncWvTQoI3Pq
ToAJamXogTiry+KqUXwc4+EH7XeT4xwHvXHT5e+YJ9/u7+nNuSHNxMwyfAy0zKFJf62IcpfqQzeo
0lkq6y9Se8zk8tkxiMgDvTEbTAx6YVnnCAs4+ZABcDiSo0fSuShbX3G+mn/Bq9NiTgqjd/GuT9vj
VAmSqRsrw1OAQi4GljBWw8frVb5gqEGXkzBHCxKjyRsW1xkFKikSwj05M4z/0OZqEqbyMUkDcAho
9o9/PqHVOriti0D4q5UGRCQmAX/cx4gbLCJeuHmeWaB8tVec6kmtg6BunJPQPFW77p/fDPw6mkpw
m5ByZtN6ax0b0gI/b+EkxuqCnL5rfHesn8W0i6cTrT9iMIDbw7+rNcvbM04nFJqRgFqLbE29ATXd
koCvGN3PTgfEYcubBoGZuLGtbGHIK7G5Eny4zNnWMU5QCqJmEsLH9iQ5R88HcZXyNA8f93Xgxh6t
BfFhlFzZpkRACBcCeAXB7/cyDSNzj8FDTxZ1eN1qNDJBDAQIiSes6ebRjSQNSJZGGaa4Ni0qeEXs
pv/8WuCHr4VwxzMQHQmSBUKkBDhVDiRIZFeW/3w5IQXTsMyttW+RcaPZyIYh08twsX8BwM2rilOV
CE7mtquCLeVKCLcUOiQ50oVaGVoxGqbKMRhKy++a/MdsDw9OBhjrMepctdeDZEYXotZhxLBpQ/Qp
elPXYBhJlL7YOkCTxb86A+fBuN9a9ZOE1tNQpWnoJGFjWChT7VvRSLtABs9KpC+zniVKkoaT89bJ
jsfucNuL8tQiKdx7r+eJU5MOK+nMV4M0Lhi4erVz718tkRDOgo8VmZuUCQHHUgqyGWWmvpHGgjju
E4Vt5bswChi0SqDHB5cLucH1qRA1TWvwkpchGQo3t5PDHMVurgPW2LP7/EHum6AGGAWQAUKl/g44
V63odgMp0a+de3nxDuU5yEQ/qmnjLt3o39+EW0OG+BxlZ3wh8ucaf56OnIwN+rjqsNEJWoctKd/1
ill6Keg9g1nr0/19ebfvzVoed7JgZYmV3ErqELyovr4QwH38f0rgjjUv+mShY16HUx57pvmeiuKF
W29tvQTuWR7kaE4MA0tAPXPoO7fLIEd6V8ynrjZ9pEUDcxI8pKJd415pgIQipGyKOtRqw1eMh8GS
Bbu2cRlWesD+fhWWOGPd1X2U1WGv7KfFOS/GychFUNebQiyEj0D8Re7J4o5mNtIkLqamBuIjIhEU
bn8MDWxIVHXv/65l7P1HiI4Lh6r6ejV5KtcYcG3rsEwA84mZ+VS/YDpM1Ay1cXlQDoJzg0wQSMf4
uWWFoI9bwuhwWIJvzPLsHyPBrKUITH5LCpwMwBww9j6bD/EJLZw+hVcT5lJQNvIToJk/gIaGnnVR
M8qGmuFkMDYH9B/UMPhB2WrEIPJgVnXoLFV9jsxE3Tkp+Xb/bDaUgJU7FeQQ4Byh8WV9NiBZsRu9
1Oswk2NynMC5/luaxsylSN+JTPzW1l3L4hRutHMVqWHISpdXue2OhvFzwpusVyJIytu2OASNyNiy
NAy8whssTjrMyJwMJm6oJe0KeATekvf7pus8TSv8QQZlaht/KRLzSOjj/Q3dsEcr0dyGIqlUMmQI
3CpUxV3ovuoXcEWTOqDFXyfrXEsqwj6dRdWuzc0FLjMG1eEsgv5hfZBKHhEl7+o6JO5kPxWymyQH
azjeX9ymtvxHCB+lAiACWCIDbrIMjOCoee0zkAhX1iCqbG2pPlIlSOtjNBj5fW4T0ScKLpN+hlbS
RD9pdT35c9FO7v3V3HrzLIUG8BA2GgIaWPb3Kyur2p2R61HcwHtCXVAqz5PVX5AJ+5NirNV1dFUQ
fW/uHoZBoI/ghANC0FqeVvd6Bcj/OrTTugryeakDqejsXS0nItCyrQ0EviErwjBcL94Wkrw3zE7L
m9Bpoz1RCcZeI6NHj8z9HdxaEdqKYDzQgooZCV7peqXEF9RNSOzH2QTjJyIhUg7BfSkbi0HygLV+
oU8K9p07J5oWNkh+aBPq8h44zpDwX/hdSIzAJQQiPCBd+KcwoZlUJN3QhnnaPNp1ca6T5V1Xk3ej
0v75aQfcBYZoEBkA9ATV27US9EWZV4qTlmGW/ZLq74gKdOvp/n7dnspaBOfjMl63fqizMkSxbxpS
F0MWSvV6X8atmYMMzDsgUYtGU6jAehlLApqKzoSMYmiPkQmA9Nd2fLDjZ63Yy8CnkQWaxrZl7bev
5XHbBlRhlM1UyHOQr5AfZi+vXkf7KIsoG7f2Dt4QWPGQU0cqhv392ibk+A8y+GXYgMmmis1zkT7o
AGe4v3u3UuAOAfgO+TAgwUDQWoqd1bEpVVMZTpMeTPPzoFe+MJl0e0QQYmsoZmvwiuBFrIW0LYxn
ayK4H9vFqyfL1UfMGgwfaTJ5GLas96QuBOu6fYTWIjm7TWeVWv2ASD8zJE8Zv1no0oNCjKK0/eb+
AWkUqVKke9COsF4aGotSc5JVyBn1oMSElAOkAWEP7cZq0HnAEE0/YSp42PK5wSOUm1YZqk3hWZGC
qKxE0kB+ER7VrYWDlb6SxNnReSnlhhqQ5PTf0+nBGUVcfbcC0JEFNgE4B6jHoRVzvWGqLSlIKM3R
uS0PVU52cypqz7vdLDaOxJo/4Xuh+ZN73IBrrykNqZ2z1HdBLn2LywXD3dWJobPfvzy3aDasFwvN
S8BuwUASwr/1YuZFaQDo2EZoo/hbUd+Rv6HgAcz+yFVnV1rUwyCdMOws2fPvBpmEhoZxd9RoGhii
AZpbPUQ+C/DOaNtiren8pF6TOf2iDQvgzmZ7DBtrKIJlRJmgc+TyIFg128C1BQSwHMPJQoEYrZYO
ZzOSLkPva04j1ELovrHfaZIFGq0Pk6SeprJ4NCsZmXziDsVvgBa/1mommDzbWCw2ndUoHDSp3iAb
joBaI4hypHOjDb6qhWn8WsWiXNOtnUeAiAFxuEd481EFXJ/tVAM/eKTIsLZ6tHPMyYV1jGdnNydv
vfbr/pZuLAiKikII6x8wETKuZdlG12rNEKchMBt/F9ZbpTzllfHtvpCNmwcDgqcSbyRGOXmQw5aU
NG+NPA7Tqe39BWBnwDzRRX0qG9sGPF+8x6hiQjV4W68WfbvMSE6j2+4BqCwXjVwy/UkpB5Cu/r6/
IOY9rPUQUS8q3KBUUzD1qHHehVoC6z+JJCTq7MEvE3JEcjrSyA4MwV7RfLSmILl/e0qQh6F6dkq4
YTwhSp/AZV4SJwXH5XzQkyU0GunsAEjj/rL4HWTZaaQnMLXNwLnwj2tlSPVpsdK8R5IzLYdzS6QW
JaSy2sm1BN8ZuKFeht34xyuF0TskXjBhgL4f/C9P2VpmcaEjCs1CUp0k5ZWVlOjH/XXx+gcRmIVl
7KUMofGmsEii1KrUPM3DxMJ4Tj3FL7FRisa0bzfPQLABrCEouooCJjvDK68pHe0MtIM0DyO0sNno
rYgsNZiH8U8NxMIMFKn318SrBFsTGooAH4ZmKQvL4sSBdVQ2gOMWWgQpWiDJZ5ht+XlfBu89fcoA
aaCDnBJjD+T0wertNOucKQ/BHO7NDVpy6l/m9AgsA3fqv5adO3Rv/y4Rk714S+B2InjjMplLqaZl
Y+cFUPSVP12fLo+gzh2/2DDsfku67JhE5ryf2pHs85aIELn4a83Wi1cFiE5IXwAxhFuvPAGktpOz
ItQd4Fdk1D40vfGD2qPfj9NeW05Cp2drh9EjaLI9xqCvxT1oU0f1FIQpRWgvIGzBxK/mRSPd6XJr
uYWUZ55RaHVQdnIEhqmBCO77jReBBSMOR28yzBhyeXz3rNRLvT0ZRRUuvQ1nNW27vaEUg6eDLsa3
yNjsZdq0Qa42/UFpAPPtxlPmHKtp6jW3Mqs5ABv18FzTqDinZVc/FyBQEySTNi4v5vNBigYXl/WE
cbZ2iA0Q32hKEYLpJg8KSe/eCkPqBHmJG9ymz61ghJIAMEEvJT+JBBixylZaG6zFr3XzkX1Bv2O9
N78CiDF6yFWvAWfAuyYd7qv7hs1gbfVoeoQ7gyvGXWJHA3XeouD4G+WjG96Tiyqdypfs9b6UDbVe
SeHcUr236hL1niLMq3MM5ygHo7r1FXhYrVG4sgjmx+Texv/ZyP+sibvChkatuMm0IqSlMXmj2sXA
rjHkICq0JYgJjf37q9swhOgVAfwHri5AX3jnYojznOH/FOFcA60R7/2p1AXP79YxYVlAemK4Kfi1
ta01irwnuEFFWPcNyFPlzHlAUJScKqWwHmu1WNymE3maW4eGJhUYQ7jVDPt+LRMZpJTmJfSxjx7n
AIyyrrL8SdqP7P3+9m1YIODrI++DiEVH/oqTM9tJK1sdwnAySBgqBePYM8j8yEMTVW0wj5JxRLo1
ucy19Btds6LS2KZ0hgTLYmYgjHDKIuWYTgcsThm2U75LihF49O1Pq0V/dhcMUveykOStygUas6Wh
cK6Rf3SQKsMIyHprR31s0cdqIvMQ5S6rfU7JU9S92MH9nd1STLzQqMXAmQfMJvv7lUNQpQa1RjDY
hQU9EYDRaPFDIyr5b2kmRic/C7mYOORx3kbN6MdZZjJS1zqgeQGUBVbnjiJ6ys9RlWuPl91q0Eaj
FYzFJeieXi8GZD766JRNFc7NYwoSwCqWPUBwZ+RJk125At5evSt79BS8dRF1peZL7fiR5ASdGbsj
+CyTSEOTNbUwGJ1+IeMPJTmA4/XULKLIeGvXrz+U7djVrvcNPn/ISBVqANFFwRrc6LslLwVne6tC
CGaA+8ToLZH/44fx5b6dxzlHn5g6vObPGmLuRSkOgCYXPUu3y0FynoFYoscVaCe8GaBtj27GRq7C
qaxdBZhNkvK77TNXXmqPYYIYI/qJaPKq5C+2LCHOz9GdurhDb+wS6e99hd5wF8CbggZXPJLIEN8E
i9WIYbDZjNCP0+36KoguhbOny9+0PMFB2CV0PJSLCsxsUMxNfxsjfWq1zpvNjzHd3f+SmxYGXNvV
l3BWazHbRlJBnhSalq/PATqevvTBsBt2xTF5tE/DUXuuBzcfXFLsmvqy5C7mL+5/w02Bjf8G7llt
NPSDAJsaKWb/xxgkXh64/Q96EV29zyaZ9dVbr5WzkWlHJamkDmxk0AfKbgjpUQ+Ur86uPuGtO+VP
6Wk5D2d6sIJHoMfupD1Qg/e4W/v4y8ehfOlcjEUdhn3tVwHQhneWwJzevlT4PsQ7uAssfjM5O9dO
XdYCCLUK2zzvdrm24P7bVucpRd/vZSPTApKYUVBVVHQEG7cQklmOREXMYPEhl7YUmalmWRXmi+TS
Zt/2Xle4hB7vn/SWGKA3oamezX0h4bk2KaUEt0Ce2iqUjaJA5APWCL1+6ECalYrSMVt7aSL6AC0W
AlaQCa5FObDlttPAek0dwPoMNIv2Q6hFZyCpoR+n/WnkIgPDPp7XLuY9MaxczCrw0xCLXcxooUqq
sAA/m9zupPHdwsKytwhD7JGCgfICKLFxaCiHUTDyfTOzwG7QlWw+Y4NhyIiiK7YKu+WPk+yJggR2
/LNoKdiE3LZ+6qc/9bCLe0FEIZTLWY8IPG15VkOuY5s7a3T8kjzWyVE5OdAjkGUvPfAf57ca3CD3
NWnLmoMQByVJVslDmnh9vJlaL9Uwd7gqUpd5SV5lKMQjZ6SQWlRj29IklGcZDApcK7C5r0Ul+jxi
YFKvwtQAzK+TJNK+B0qOa0XjsqsdmgWZafWAI6xawXX5dBl5lboS7XA5xbFslwJ97FUYm4an5fqr
Y77Rcac42W7Q6VGhoFXUgwU4my/O7CO+HKdTqn6fuuIhMrv9TB+RqD+oj2aLKPP+AdyM5DKVu/42
7ugtPdUs4I7g6J2TavlEOcQJxlQYltcunh+dYELMgufLEbwWn0Wz201hk22AoQChCyd4NGnrtBU2
pXxGIuX4BRjo0Tez9t47V/GQWXGpVwSq27jff4LtxMt9jJl4jZfu4h3759yHPxVEAjeGKcHNRyF3
hGw6a4o2OMtGO2o6Uj7CgFb7Pq29ev6ylLu6qPaJ22aO2y0imLjbG4BJQXYI6FRFyo+vloPLZVJ7
oLeFWbEYrtXF58iRY1dK2sP9k7412teCkLJf63/WaUTVc4q2vsE+R7n1PQacV6fbXicLNlG/2UQm
ibUpM4BbDMCtJYGiaEQWBY0aTp/8Rnap94aiTASP7IbirqVw+kN6s0+oOaCzy3LgBFJPbd6dtvUQ
0XlzvbiJAVq0HuQGUgBaBeI2hi7IzW0eHbLeDNsdk12fX3jlWRv6uEgT21HLeUWitlMeZPX1/qHd
Gi0sErPHsFcaMgj8S5u2NqkieazD8cmip9ZrDHdJvOhHngjswG3ctBbEzvRqLbbaVpmFfvyQOhiL
96VmP5g746vcCa79ppzP+84y3FjRWs6ca3qb9TL2jBq4Td+V7MUhvZd2JxtAuPc3b1Pjr2Sx87ta
UxLR1m5iyKJAB9KCWUm8uA2EyZBbm4GtuxLDPuNKTNZ3kh7ZE5q7LC82XYxOo/8pDkY/psGk7u6v
SbR/XDRnx3ZXlrNSh2b6YScZEpPPBfJ/kikEuhEti3ua5z4vq6ZQ0dbV15jmqh4ya+pcVZ1cFd3O
Q7WLZuXLrMWCySDRAtlnXe0mGcGXVZhYYLfoD0WkH0DE7hvjATkK19IEnd/ba4TRtSyWY+fha4ky
xeifNiBs+ojSv4ZKXaN0oYxKmXrW46SMApXcXt1/BHLHVy1o+5hbbKpi/M4il9itR46R/sV8vq8m
29YR8Kr/uzLu9MwBrlUC4LowS8P+myHZX2cajNnb3A37ZTw48NudvD8iTseIlEBHP8dQ1q8ouxH/
Ec6dIfB5CwUxeBOidb1y04bkrmTkyOR3aLt0Y3P+YSkzihXowbSCLHcAZqm16ffINDPfLLPqZFMJ
EJ8SkLwF28KenpsvM4G8iCgJWQSdu6tl7AxSNKLbrryk59aTLFd6zR/7F7V0l8f/Rhab2WaUUmhI
4EydoZXESWc8D4m9T/UfWu1q0eSZL2T0qPxTteHjNPv/SqaDNB6yU2w8cn17nAKvCDFgi+hulo0g
cn4M7YsKDmjtWRpf4+V9agUvFFsFv6NAeUNzNVKHGB/jnuFGUUg0lDCyS1M9Jo7zQJU5uL+qrVuK
+hd6O1jO+QY7YpQLABhWNnTZOlCYgbE8J/3ojfJjGRVuQt9aXVCCvRkcAjovxCF0BwTeZ0DG7aOd
arFit/ZFag8mTQ9SG5jRczE/YyYydfZAmqqyj0gDubBbvOu9N4vAbm/KL/wXcJaiVaap0ObOviQF
4q4dIf1xSDElbOwswx3Gp8W49Mt7gzRqWR+nVBAFfwJlXB8rxLOuDvSAIwS2b1re7L4YJMDe2hcV
Xa9ap+76cnnR6wQNyy+Z9gVIKCrKGNkfWn4Y2tdsPM5/FpRSjMIn2U85nb0JNRWNuJ1quChOIlP3
l/4sXyZLoBs3KbjPD8VNNtA/jaoYX6LvdSkGrzqxL9B1DFTFJdhlutK3q+7BmEsg7ecMpK+kXgKw
/cprosO8+B3YAhTRnvE34fNLkBMBwCZmhVFYX+vMEOPRaEbFvowYEbaqU1F/v38PbsL0/5GAX8b1
Rl8Hj26SxFrdmMSwL9TGi+w7B4k+YdQEBKF5+9SYGFgi57QTJCWYl3SjCYBQ+F+hnCKOfYoGn0q3
L0711XB+j2bkUk30YrC9uRECbE2WuUfIwEP4QUuGBmyV9iUGoTLeANBtYACh3YE36LWiGNwYwIOK
YWtNdS1ryg426boHOcPoPxgHTPTfOe0/Oqqfew39B+onEmmYIlyfJoFDXCoUp4l+WaXdR48SoNcd
TysFLzXv4TM56MUAQSimIFDX4raX0DbT2xzbm5fElZPGV/NzTw4VaCQBT56MX+/r0NZpXovjlgXP
cY5Ip9kXO32g6q8mfTCEzHKiJXHPPwLopscQon3Jeo8iS283OwWcAGobWCGcufsLYi82rzlAhUC1
HuVioCWwW3nlL9oqSJsxPuJcykFyc+Wr1ptuI/3oVZFC3LhUnyd1JYlt7ZUkfWyMOq8q50LU5nth
PKcgRKswsEQipMzIGQyRVvuL9O5i+VQS+I2bZg5BButrQd0faD1r4UoN/DxM4jsXda8v+zx/LKzn
Kuo9Tf2SAxiuQa6yf6bOqdG+SrGfZa9anrv94d/3mhk4Bcx1yFjw06v6rGspMYhzGcbco33ssckt
u4s9Ygscc6b1/Kmi+PnZZIvSCp8VqWo1BUey5FwitfKNOJxLYMNlRyV9ssdv9xe1dSP+IwpZ5vXO
VhkFcNkQR5dSPqExytV1zyK26Pxu7wTsGmMUZJiBmHrjrnkdpdksZVCetHhpDb8qPKP/oZDOrdOH
eDwWtqukR7R6WVLjRi1QJg+YugSEPpUOliDCur0xyDWhS4+l0/GQ8H5pMVoFxRiUcyka+WettD9A
69kDfmTcFRoRtejfFIXwIsOEshkNBej5GCxfb6/cKinVRwUnqYDlDPm8br9YBwPBvp2ih6rYyS5w
8f71SCETUxtoIgICtcpD9o85pgImmkUXSltG79SriTeKXEQ+lPhc2JUQ7rknVJ3lFOxmF1J8ZNmz
s6sqd94v5hG5e0mT/WoRQfZu6BCjq0OnLQZ40CTFbSW6w2Y5MmG7E+05U6OfdWpeuljfgwkAHUtE
EryAtxeDNeGAZxiA+Zi54t/kQW8SdHtmzkUuTnReTu0ReH8C52JTPa6FcEaVaNZid1riXHQDtTwt
rIsDQT5Ppeq+yp4mUDJGf2epEdz5DU8Ka2Ot4g6AktDtwR1ehfeY5AvuAFAv0BR9ihx0dmIqpjv2
GPTurN2YDPsuTv3RFjzAG6HFWjT3YDllTcHM0TmXDojIU/76NKmucpj8pHejbF/59l+HFq497CxM
ghki6eydWBtWJh3zEcBixbp5O4R0P1z7hO23gtpHNb5n/Y48aOqhWvCaLR4mqbQ4fiWLLtAmTd2Q
rLNRAEzVGXip2d+vnk/TaGiXVng8aOo+f008xa29P5Zn+rYPzEG08wwHKYjdt8XFv3qpt++e/fns
+KNbefPBy+3dfSOxdZuuv4dTgawttSFm32O+GhgYwWummsGAIQtF/amLatafE8D8vmNmET1Z6BqB
8eX0PE5JX5s2xWWyxyBKERClxr6Vf4yRs+u6xLO7XQTUHQSdXofu2Gl2J+3BmlCnLw2gJ6e+3P+V
u50Furwh/lOTvfWvbYXMnqGTAYkDFUVPxFLr8wHRUh6byeJcKtN8TKQENL9d/Hx/z2+fdchAewhy
E8iI3KCB10pByTjjMXAwiwoSGSz0maAvoUVsqwoU7oaK7HNBGKhEvZDh2t1MMZtybcexgYtGNC9X
jogI45G6NiiWiVqhkNy4oJZjvDzS5Erq5NkmgKuWp2TKA2JjMsr+Gs+zwBHYeHzRUwn8D0wVYgaL
T0DpBXgRrTTCc6jtTOMcDZGnqMeUUMHqRXK4twJQHGRpZThQUq8/kLQ6OIkKPiw4UYJMgUgQu2ZX
1zrtEkPJOgiap8BwXFruk8QrBc8Es4k3t+dq17iIIlXqsnEI3lpzyH/ZCfjnJ0pe7+vm5lN0dTR8
7gxFfz1fGqxkidBz7Dn6PobevP6xMh8V99na3Zd3Q5X5qZ+Ya0GOFlP2wKpc75wBPLFCmcvoguzo
i+w5bvJ18lWPuF+PkwtwYhc8A27hhtbpMlxe/t6XvnUTwe+D28impYBqthZe6JMeAz09ulhGgmHt
ETBfrlZ9l4nqJoOgW3TLkbiWxVlaSmZFGsoK7ti4t/S3tnxqRTiZW8Yc7h4aC5kBu5n+SklURA7F
cpLpxVJ9J1PcfjpH2lHRQHIrODk+H8kODpNIkMSSZJgPXu+d2VZK0iwkuoAnPoRz4lmF5UuJ9G6m
VdDZaqiOfzoRxIRAKD/dSFOaNubcRJd+rlylTQ6mcwa6j9s4lUuXonRny/ESjOILDNamXGDDGQpG
U4HVwbkrEa5EnXfo42t8/UQbXHB3mb1I8cnJEMWXm4pyJYt7JDEJ35SZjI2Nq48m/2oDdFESWJLN
W47u5/9bD7NnV/aqjEgs6awv0QBiG/r0jl2gaxgoe8vyh2wJ6tgQbOBG3gDqciWRM8Ua+r+dWoVE
M5q+DPRBzywX41guZjrj+rlBThn0BaYSTiN4gNXkcP+ibySSmXiguqNNGw3F/AwHGOiaZS4h3s7Q
dqqYwVz+bpRfWvzkNC9KeXCo5sqaW+SnfNb86vm++E078x/pn8dxtd3LkhXz2NDoMkqK28o1xi2t
gzX65QPiZMGbt/VKoDyA/2qGxiZm1kebdXqVKzHCviLxM8sXkSht3gR0hQF+BVhROv8+zDAERm/A
jAEJgngWJf6UGqCBAdM5CEemH7T2dENEIbuR+MHxsZ9meC8Mj2W9KDK2AGMpFWhPSr263CPLm0uH
afGLBvJaDOPs0IKfxm8pGuJ2We217fdeEZXtb0p6nzbv6jM4JZbl2srNEZ+R96BvLt3efFmaIA7m
nbGf/Lb2ItaNKyED7U+SQIe2jDvrJkGygoHFGZxsYqfxVKcw7nN2oPlPlNtcDf0cRecSxatRsL2v
sps3Bs33QOVlvjD4NtdbniVWlY0yDhrTm95klq8DGEYdT49Mr65CSlNP1hAqynnQoBYj68eqF7yY
mytmiPOYdUAxj++gqZo5k6UFxh4wAZ6S7Zxm35jnqPVVNbRF+JL/j7Qr23FcR5ZfRED78kpJ3pey
XUtXvQhd3V3aF2qXvv6GaubO2LSuhT4XgwPMnAEqTSqZTGZGRkxF3VF1+X+NcXmIITV1q4qjseGl
balX7CtvDl4yGQSvjUi3e2rEA5QvCUI70g23KOxI+ojl+lCIb4GbgBXAWyU+FDlrYPHy1E67Odme
yY86EseA3g1TZRgPvf0BIAQvYz/R3UOI2mWsWIPHbBXPq6xFwS2B2sqijj+NfJ9CRlYCJpi8Pvaq
qehxZZ+/v0PUITAwo7kHUjhxicdmF5+Z1QuLXG0uAh7/wRz8ZfLMAlI5UtoB7ohn5+2SeyEMSSOZ
ODettkyigyr9Goq3wt0KWbx0lRahS7ej2BKrT+aFThVFe6Df5k7TVMUBOS5SB3AAoJPCBTCpwsSc
AM1XhE3o5PYXv14bDDQARoPSXA4OiobqZUyZHB6g63B5vOt3gueIW+gJiDjFoDrAQA13J0hGy0rE
dHIId8HPYdEtMkpQbsEHYJZ5iJbGOnBI4kjtIrXYau7dMpVtYFxURAEbDIN493KfAG3qsogkhYxu
r8WR7QcQjTk3TnQ0IV3huNLfgg6+14vyioypBPD58/WdzgVnZRRL5FDqglUxKME2tO73DZpLhrvU
8y/BbC2wb8xs88RHxjr/a3YMaFfXvJiIYD/LsM1ZfOnEJ6mOFpFuWARYzlhbkM5C3lrahR/MeddE
FdYAD5oioT2JaWm+mA2aS18e8hp3vhSgpkKTliaDUxm0j2i1rRWJginx8WJHh+UeozAJbR6QRAEh
wD+dAhy1zihgsieMmrIVgmNd9tRtDcT0Y0sT14CBnA3yKqCwAx0BFzSrrG61ECQdhyYz1gaqFEaw
TRJjZWiBJcpvejvbppiIUrBoYsIGMwQo2nPfMQ+7kvWKhDBN0AZBY6nHIIdLO20dGOBLc08SRmx6
Ejti5tEaMw066GMUVHCQVduh9CP1LpL3Is9lAFPXB8ikIFCAEIJ3nsGfIw9Kv3IakkMT++/wajXF
P7tQRuDCm09MadnXS69cSuB4ZdmcPOdEEntjnfsOquh5dVn75KC7Q0LLMoWU5UHLKWvUDKNl9j/4
6hjNRzHOBACF7/IHcSG1BsZ5Dnq3CP0Qbp3Uq14OkGZECY1zn6IqP/csmsidwT6GmRV0FsaCGff0
SitMPuN7EuA9+gAov9pOj2a1yNxj6uY0g5CGUaJu5ttpmW0ldkyTbdbNXJGT7g6cFNIqjDbrfNtG
jtq4JkFKDp22NFi10Flg62gZ4zQX8m9pFh86kfgYALeAo2CE+dwNypbaQOIOFZ9DHmmCbeZo4ARE
TO1Gz5R/EqdATwMw9MiSgjLTbYCsOsH1Iq+ELdQqLPjyivhCtwZBMbAqcbb3TALK2ThTN23m95Yv
anMX8eTuoteBpwsauGiQ3f4C0vtxX/sCObjwXDNG1cBHy2pbm1Buqt79+O2xF09efbCGGUyQSYPP
ggslgwnNBjfB1yyTrRtGdvmlaJZaqUcINulqBOpjKsx1G6cO6rVNLsmLBEGrZRE2QcWgYZIyd+qG
dvGnO3MFTO3ltwioiAQcX5RbW1s0TQUJIHIoNPc9Zdkij5XQLgYaf5TA5FZzoNgpe2iGo/OOtycu
O65HnUWiVCcRvl2tW2EVLMmxXIq1ZAnsuZvjFJqKBNe2OD+JgkBws9FP2m6gQc1QbJo5DFMX6LUF
LpyyFOMmVd6Tw6tfSY5mlQFxCOQhHzvg1FUGsARuCxQ4UanjTpxWaJWYmEi9NLDPdMbK654Nd52z
iIoiwwXi+KfHBieXBRQacJfobKDncHvAVCULyxG0cEgH0w6JaVVuc4hlYSn4i8eWpgLXSHo48vTi
ccgLlLBazKU0QZKXq6+ttkv1H7779djE5I17bYM7SiyGNxYo3B5cULW5Tvk6GCs9srCFKYVqsPzH
/GPMteRm1sWPv3VGFbtDA5um9BXXX4Z5zJv3mXVNJYxX6+LDoCYTFFI0uLeMGCTE21GPUj4I7gr1
4uKP9zYUczJrUwdKQcMHJGvQIlLlMWhd5cYma6ugNgTvqMetYA8yFA+HNK1nQtJUXxn5L+YkVRQM
wDLC3eBJAG2oIs8BzrEZ9S10GClG4J3ceX/JrWghrOYsTvn7tcHx/79aFyvd3BVlQFpYai4T0WnM
z6YQrUqck5aZXJqGnYPAJ8AzQEHdWjJyvzKMQEOr1qxtiKEuguEn22T6IW0DJESbqNj75mLAJQNy
Oadwd1r4ngznGc+ZulyufwUX9NXMxzSkrwOClfypvb27qX4U5gueH1aYdbRJHGFBNLvLDl1gudIO
v4TUuyGaQ7xObbuGsTlpzA0BUOQOZgxou9ZKnXsQZAOaFoCBhns2mGAxmSNynaqZoC70H1P8taN5
g5GAZhUQl95zoA0CNUdjk2rhKmTqsTVB+CadIzDMdYa4V5VzUc9gbKZOjjZ2x/DtoSHNP2bLMC/V
NMX7pwS5J/Gp381Eg4lPOvKiYfxwxJjhgr11rEbTM90YUu9YmqElBR4CAu686MNneNKVs0ngxKcD
tZAuIGYDegFSpVtzcS6WXi3H/jH5UjaDTY7x2tgkTrTvzllA3Yu3NuyQ5nMzQ6NH3DxYoeKLbQRy
CJgvpPecx3h9HMqs0f0jODE62R5RB0pJFcy6BKAnXLB2BmA2Y+87M7wODNCqa6sM9kRokxTmhy/F
lPRHs3yFtpddpJsinCl73H1HrFBHcQ/rG+ff+THiWqy8rHUV79iUscNSZQXe/zg6MVN5cYn9OA7c
fcTRFnBDQEUB6Q3CsduPmLD837aAwgJUZskyQBN1spzFjMwZ4gK60SW1F0aGdwThDWtlSDRn6L5J
lEXP/2BFeG7BIUccMq9sb6BCVeDF4B27RrbDCCI2ylM4mOtM+nxs6D6gjHuHI4AxbPQz8N683bsY
fPJ+2vr+UUsORRs6YtjbKHLYSpJtOjnYxjGwbRJtoEIKHxGyj9m1Tvnm9S/gNnXkC87qLvKPwF+A
7WZNmk2pBWtDSeyojMZBVVv0/jxe9tSHBLU82J0Be0JTgcvedTkvY9lMfFBopXaV/sAom6W569ne
5rQd6B0BRw6UEY/gaUo3q9Uu949KvBK8P5AHoVn07JszF+HUYcPz/D9muCgWMq/xtQpmGq938qCm
aqRSiL9ZJROgGT3jnPfvSPgMnq1jARukZ2jr3fpMznI1wSsM5qreEhHD3sMA5Iv+wTMaR33pyY8o
FO3HX+weHzgaBTMn3g54wt4hSNO+Z1XcI1JnjrIkq/YU7vy1Xx7kJeTzHtu6e9uNpjDgizo1Rn1R
Ib9dH8urpvPF1j8SBUMqOw8HYe8GL0Ra+nOO+K3kxt8EY/lBltFURBbMfTqPqEbTQxXpuP3xodPS
OR5FejTp78XiuF4sEnpcHOnZOa89Ss/n0F78efaA0kM6aT//cZ6eP54Ob38q2tDdoaebg/V+cJ4G
6+A7v79Or+b6tO2tlU5rutmJ1vvqcvq90tcn63KynM3MB5r0wauFcLlYnOV4HI0L8Q7KU0WLlULB
VPH4w4wb/2izuGsTvC2B3GQdbHghch+t1pDoeXNJwR1zD24RUG6NI4nQFMa4JvdsLKEwXERejdtS
DamW/WyUgPoR0Hf9LyJsBiWwpKRbNrmDuhxroZdaWJrXW0L0XGjntM6tlmQYCJNtYL6Wj3dgDIb3
O/Dfn8a5JkZggLciBQLXRrTTnzM1x8n9hbYhnstQhcX47a3ja6SLg1Ac/CNY+LQIg3z5TKCaMgAx
e0i/jQkebuxbA3UbKU2bmThZMdRmG4ZQ5fcFsx9v0kTUxeDO2IAATw1yVC66a1kEeLtrIKk70yfV
mmNImfKPm7/P12PcAPW8avz7emgNfkKNVHT06oiGARjO/uT6syHaWvBKkvgAsqtOsaHFHuVrQfzy
MeXr/hOoKDpm10vmvlxT1Sozemxs0yTK0chVcS277Qy7wlTgRw8CnYhxdnbsT99+Pr9JmwBNLlzV
YDuQWEKhZhtaoXySIwoWMyuckwy+hyiP67qyyB3FVpf1WHRhcfgFODJ9Nuznz+MTJL6s0vpBKMjk
8G+rzdvu3eks57dhbejPlTzHH34/e8n9DO7YtcZQRb7s+kc52glGh4eJRAcUMsd+E4s1YMP3Sh/a
sQ7ymtrYirK/7CogXKGL+7sSM0sFxbn07nvPbYdBzWUT2jV4LUM/sBAlEIFmku+JC+xm17hjFiZt
20C5AA7KtkYu2CGghLVQoMb8lsWMumbmPD5xE8H/xuB4Iq/eF5AMLYVEwf6gxYeRY9cuha3p+jbJ
ZlxwIlmEIcgxoONkAH/C3QByC2U4v4bGVi+8swaQzNSWxR5Hyk5kzdLVd3X48Xhp9z378dvD30EG
Mwpyalw0UbQiDYssDo5y8UM0ENnFqkGHUVpKJLOIa64J8OMm6dZa8KIQYtXV0yABGNS2q8e/ZCJ4
YswLAveQoxhnljgnLINCKDMPa+900YdaUe+CGiEv6WMrk5/yygrnO1Uq9GlVesGxCT+UZagua/+1
Sp2yuDy2M/UlwdeMzcUcC+QXuXwhqPEmqeo+PFYDprwOmbdxmzSiZfOZJj41MW9q4d3z2ObUubi2
yXmPq7kBSQhsmsgfMfTqKI5X7zNftWJtBoQ9ZQoIW8zmiQZY3/jJII31AV6IWXgEDU7TL0BQBqQm
U54g505my0KTYRIqTOgToq0DjAG3sKZpRNOtK1hLBIcoPgW9JHqD7TNYY1xP3AcNs1hDC+1E/AUD
xqLAZJQZPHchtrxtD6z50xL5V/Kp7MrSKrqfkkFB/1Cj0dgh+QnLta+tdHEXVOtQ+giVvyXhQMaF
OikoKiRk3Xg6cPEj0IZ6ICELj8FQLdEIA5ANhKGJyKxqroM/dYrADjsqfmKOHsij21DlVkEUEzMO
j1LwGwXmcK5MP+XXYMAf0XnfZTLu75cs6FUzwqcwkZiSZliHw57FOwYGGmAS26rFJNWcYtt4Jrms
EAMi0N9GFWQsynH3cqiXtZsNTXhMNYwMyeAFDzcojM6cnsmdu7LC3cUKXkToCbXYOQ28W0ll/Eal
Ppq5SSa378oIF+SwaakmmjXIrbOvLtmrpi2mr4Kx8rUI1O7v4dz09VSuqANYOMI5APvnlbbFFmor
0PTGyfFsP9rFQkh1BRSm6Zzw21RcvTbELazq1BL8tTAk6RdBLR1Rx/1/DPRykSr24zA3aQptKORN
YwmVxypiSrgLyFDiNFWFLTVns0ajl1hm8RqSP49NTT3LJTTWsHFQFkAFlQvjQmTqmRbhrSR56lPS
Q1agECiKSCc36p3IHWxZpepgGeQlCOZw3BPfDrZ1vNGQE4z6DLdHWYmVNiYSbDfyOc9XqUoVhHRt
+XiJE7t5Y4WLTZrXEROVfP9YG2JGcyBPIQQhd2DZHLRzpKwfW7vvrIxkFVgOZC7Qpgeu+XZRvRQo
MSrrwbEOJQGscDGzhVjvrSxPa8cT4thR23ZYdiLLaZHr7lYvg3Dva7q7wGhVijZnlr324DRfQuMp
mPGsidMJQU0U/xGjx/cVF2hKzRNdpMJIv0wPXJjqHmX13xXklroEo+Cya4tl9aGU4s/HmzIR3yCO
NY46oGiHehO3JxoJ9VzpcJm2Xf4cRckF8uhUhurAYzNT7xsZr9NxZgU1Gchw3O69KpVeFepRfIRG
TL/sE5PReoAWpOodCEAEUuUh4csolH9rZJ45mbE/sUwZPOMjswci0t28XwOi7oQlTXwswpRGICZ6
H9o5uev7LrIm3BgZ3f06VR90nVRmHR9BZM56mlCF0PSQMBr+zOzyTVr4M6uaOD8wiBlXzFoqIPrk
ro1QSAPXxTzMsSiMyIGzCHsw1ZuAzKU+WKdK9uQpif6XWSzKk0AfYqIWfODILfh+vK+B8jAA7cWx
lRrgeJe6d1ABQmOavgzlmarJXQ19NIbxFQ3xVsJgB0/vLxNfGyoZxjzhPa+7BcCtFFpkyLCgVn00
dbsR3+vCbhMBCjWiFWkzTTneb0b7KkRuR8Lrkeybi8Gd5ppdWrjxUQb5EqrZHWAikfpPjIzsK/iM
IPrmwRsJmh/QjvGSY6GWVFNBhQoO5SCc+W6TS7mywt2S3pAgN4iC5Nijf9Ni/7KRu6Ofo/i8e9SN
W4Z/AD0fHx/4fLenoFPaMmwrMT5GkbgojY5QP33BgJPirsSNLoITOl2LibFQSEV9szxAklOZ09C6
G4f9/hGQcwGuEIMkMo8GF8WCNLWBLQWC0bAr1+4c2aosoN8p2Vx+//5Kji2QHY+DHH8cR6MmDgTS
05Fygu8go63qQbIBzpJV/lkYNih0wj/dhRg7GajoHxubPBrQuoL+lIbiPa6z233WI8kX5GJc4nAs
69xukF6h6Dc2yWMUJcqoWwdmRxneJAOLVxAfSMDN/fhHTK5YwrMZxKdoDvI1A2jHuKxw/eQo4A6x
jBbXqof0yOl1zB67eenSOOuC1WOjd1NC2GfItODhh6o+Jov5JgmYIAa3NWBVBRsLcT+yYSV12Xss
WWYLbg9tE7d2IZ5l81NQE5v2VYihRVxq6kzF5G71Yxsd4Cf0uZBSoMtw+wVAFenGPrCqJ0MmgiO4
gqXVHpQl+8FDgUptMCaUlMvHix9P6fV7BPxsSMlG7VygsQFW4EI+UX2wsMpmcMqq3rdLXxKBq5eG
mYvl3rlGM+C5w30JQbU7GI9SjIRcCsyAuKVq/1Q5s+ReXKRVsNBy0BS0b6za+kFzMMNDwA5VXM3E
xLtK8PdCr34BH3mBaFPbyghOWgymmtgm/baJdqqSv6MbVjciRXsx7hKrlH51GGrAXO+mzkF2ptFK
2hN3hfGaOa2yuyFmKNih7ICbFvmZDnQ2d+TygTR6UuODt4mYrYMsbJdRLIob2cWANvMKmQ5hKQLU
KlY0alVtH+VZZVdlIC2EIkyeFN8YZ3Wrqt0MlTiAlNKNLZKX6P7i8rbzpHr1VeWT1HlCmRmEju+j
GPbYgfjMfiSowe9HfxFBAyIWnNP6acriXourfS26tZNC09FucAMtwy707ARqNHNZ96TBUSvPAGcV
wILcfaAOIB8nFav2PtpXaXI2qrOE7Kgpzk3RUb35KFpxTdJ26b6V69bf1uonwtfg6zNv7O+60PXR
GVcOHhCQcUBYB0OT3A8BG2ZqtFlZ7SHItfbETdW+yalV2DUDVa4XOAoDpZ+7NRudMojhDM2T5zvu
U1x/emqzyL19qmirrHjH7KGPf+Fhjqcpj/2rRsRl28/cJXe+9v1rVRQckGOBueU72bxKJjuoC6dV
3FV7lHQ2XUbNWlnHkk77uLaM6tmLavDG/9EwdILy8EZOB6esVFuR7ERbQ6gsgdK7mhz8UrXS4YDx
jovad5jCnQPrfr94+V3FrMI3QAuJPS9RIhRFJUh6XO9jPYH0SNGq+SkVy1KwpMGvgaHyhECx4wI8
qbT2dH8r9TEk8Vhn1FQI0Ok2MDIL2kKlkIJnlgNGTbVaMTYhc7vUqZNCPIRRjRlP5oYpUFHESH4N
oQf4eu7V4S/G1NajolHke0gzhB9+NKqlqVIRdraSVsawSOUIFL5If+bI2MYIdLdy1Ltw22MmBzOU
t+FfUQLQTqmoOpaKQnM3sNXmKxU/Kr8HmcjOmJuUGA/mnTlwqSiY0URJ7ztkXzmEOPS15ukwB7iW
y+Cp9oLiWz+ODndrgvAoLkKM5426oCh63q5JE7uhEvyM7L3A3SexC+8rNro6bCOyB5863k6u+PbY
5F18gEl0FEVkn6CFwGP01qQ/eHKBji7Za+EGvd51W+07PBED5eWxHf7mxF0t44OMK9OBdFC5l65Y
e00TwXMOkUWNmdhyvwbUgzAThnwMQRUv+Ns11J3JdK3HS4gMBY2NYlWwjZoYTpP3M8kPn8WP1/K1
Ja5BmuRtWpSx5h0GY7AkMgiUtNVvUhlPj3frzts4O1ywjEsGzScBr/NBqXdINO089baql2AUOPwV
F3Ptg/HmvHFuBDgkkSPZH7K7O2XdPlci6MZhA/Mdkpl959rgVlFf8DZoxMXjld27+K2p8f+/OkeN
nMm1X8OUH7ub9iwzx633UfKBDA/Zw4xzzxnjMgYiZrqCtiW2MQ02xoAsHTyXeaJiqBpYsHKgIDF9
vLyJD3e9k3yFUvOg8zE0sKgklyBCh8Rw7QH0Bxi+9b2vx7Ym3P7GFueMjVYTJcpN7wCN6TZoLaXZ
pXhp9NrMZTjh9Dd2OGfsglJvlBh2huwd6AAryqSFOKfgele+wdG6scIFIuTSHTgVYKUl0FQ13ho3
eU1daSs9xyem2MQLzlKKGTh1qO1Wm+GAvI9Ot8a5wDtkuSkXoguv1F/M9k+f/OVb5XtxI/AXg4XI
XL8fzFder2Wu2yYD8Q6xCeqGTlSDS61JreWJRb5oGFSyWN3NVZGnvhtIBYBqANwSvKVcWGwSMvRt
UPmHNhZaGgLZvkn0PsWVLMyZmgogKJ+MyR0qKEjTb0+1phUBHgWlf6gguQARDIwx2kkG6WmK+Ur1
KS4TrwC/JMu6JRtY7biC18xxCE4ch/G1pAPWhNoHRu9vf0MCsVbZ64Po4LVt8EMOTOD1a7d1xK4i
ENAtyplG6F1RFR8VrOcmMFWY+kHvgVt0psfm0JlVdOia1JIkF9yPKG0WneUVrRMN0TJ0XavWgoME
0rXHR3/aNkB1mPJApgDU0e1iWdkr6qCK0QH8xvFraGbCspdZusXvjKwO6G9wRYjEYSb5UYltazOW
eTN34URwRRqPaiSq5qOCJbf8Ss9DiXRydMjMhiWLbhjUS9kUwAEZpp+xhQ/F+tiSU5YGkJSK/LkJ
nin7uCY1YaRgwWQl970r3U2Jlg7hQehlZdmGLF6qddm8CJKHIRS8z7eCT6qlriXS3JjNhKth+AU9
3THjBqEWd7LYIPRiVNfJoSpF75iBwW1pVoVrp5mxaAqmLB9/7SlzePXicIHbAHI33E73YS2VesHS
gzdA/LnCczZLaoshFGO+SJxxLS5qQI0Y4+aQzQQWBeZAAnzrWSjpIRQnYXAWPe0pNALHi34Svfv9
eElcwB2toIGHv49sQ4OKNnd3JWrCzMgzwzNR1TfiVgejDTT62Aa3bf+ygbQQqu1A5MHO7Uogeokk
qiPhuUhCkHpvk3ZjmJ1dNM//wA5KUeYYdcDkPzrqVXAnqD+keRRH5yqM7c7zFxidV1y21oOZ5GJy
064McelM13kYUIF82lmoPt30ZSheHi9k5u8rnFs3YP3Shj6LzqYefZoCoaZWz1yEfH36Xx/lv2vg
yaVztc9QUk2iM7re+6KxfPxH3PoLrbWEdadBd4spq3TGp/lweWeVO0EuxJaJTLAy7aNb9H/cJ2Ud
7eqd+za8P97CidMDH/iPL/AiSsCmNVqpwBc6o1wIGGiiGMgDmbzQzTg3d+P+e0UjweUoUYz/eet0
I8E7Zj6L6BzGlmQZIZVaWqDntUuXw1zvgm/d3hnjtq/x1TREuzA658Yx+dkeMD9eMjs27ZSqm8rq
9umyp/ZfUrTdWeUikRcovdQSFp1rJd/1A1vlicRoVLvrx9+Mu0i+7Yw0pBBSAMceEC63W+myXPNz
VzdOMThSRg1VN1dRvtQ2fXWqkvdAnGseTJ0zqPkaaIkCeYeM6dZgEAapG9eeeZLbi2hseuiMPF7R
pAEsBAEJQ0pIyG4NSEJTapLXmKfS3CnGcfDmPGJqywygxTGYruG64BuDtVp1caG7LurgEgj6jsg0
aVAmC1RnafeiMGGGpEocv8HVC/X7G6H+C6I1zGWOMim3KxLzdJAl5pMTalpJD34bxa6D16J9zZt+
DcL2jtl1fTGzhdG/CgHN0LkH260K4dkwm4mS90ccNUEAFQElxx2G5Ov2p2RZE2Us78gJJV5LLjon
AVoehfjHn5DvAWDFGkBvSGdF/DdIrHK3SkyYDi2M0DtvP/tz+EPVNsNS7RwUvn8prlXmOHGPLd5H
FKBORwIjQASwKr7CpSt9qvhqHJy1SrEjxBI2LNOn+MsPxIWXLoI5AoWJoAxWbHBEoOQAbBeqarcb
qROh69IImUYmq1bpJ0vFfDN/qb6tilYtxptB9/cDSIgfL3PKLDjGkTViDAY6LjqXFoS6nGVa3QTn
ElMytmZAdDFB1dlx5aI9hwlL17rZdtTMW38dBUx8MaN0Lne99yEIkWKGEGC6cVyAnwwHRSm63eUQ
nPOgNyyZ6Dg+VUbWuQritcfrvT85mGod0yx06vRR/oPb5aZvG1EI07N+8Uq66Dbhufy7IUy46q0J
7kPKterGaTOaEKlBnApY8VKlqXEahhji5CtDFp3Hi7r31XGoCIn3OOKGvJg7HI0XJEYgxOm5kGzQ
W2IkOZV3nomijtWgHKzNoS7m7HHhR1ZTUFaj33pWDDsRIPiYO5LqDNEGd4MRP0vnx8ubuHBv1sf3
st04H4IogD0iot3wUwNSp976Qwqs7SrJLDA5N8G6AhWiXCiWfwJNYDInbMC3AMevCsTqiIhCgg74
6ujDV2ltUsZCE+GRddYYnvG7oj805Kfr7cX6Ocm2df6rzD9NjIh8deKpygwnzUTQa6DT2wXbKMto
7CWboRAWM1sz4c8jVdE41YxqMkpGtz+rLuIowP2An5WgKLTTjF3yDopRywfT6ad3KRNaLNV9uy4X
0m52TmvCD2Ac44EQaAEKhwcFhlUsotQcZmexBv/0YNcI/ssODRQ32rF4r88crPsXDD4Bni54VKDp
jkrO7VrTug61Qibp2VfS5+gsGUiDkhcvj5b/YFOBdERvFU8/LG1MKK6+dVkWVR9KcXZuq58KQNCm
u4WmJB0S5/0LCiFfaEfExnOp7vQAg8Hhls28bHjZYvQlEQgBo8BAApi37kAFfS0LgVYKypk5+S47
xGvlpJ2kTbj2NsZ6OGGw+9w+q0t3odiFZa61mXjCoz3v7HNepRpdxxLgWc4puIKa8hKwgHqNnQPM
6jVPOqZiNACfQYesNXM6wPwMzp1t7kIqci/tEMGVs2Sl63wRbZJltU1X1QoqVNtuFSy9NdhWV95R
XUsn+SlaZAtpJS3jZT5zVdxfjeNXAOuFgqROArKC87eWCYNPPOyCJu6V/KcibfBoorKwVslSzs6V
umi7WVo9Cb51k9qNVM9IpATMawN+yL86mZbnHQuYelap9JUDhAjCXm+X7Lwnl2bHv6UPRB8cUy8Q
BRgJyQEm4AF0Qm9oZS0R7fwjPnofSmrVGIU85ns81YbQFmbSuLtoJYMaAyxjAHeiBAuGoNuDFaFs
FnlxZJ4lE/xQ65hsmWL1lAA8/LdHeLRkQDxlvIzHFd5aKhtWFnUWm+dm1Wybt/TC9tK7u2h3xio6
hsvS8XfpH3AxPDY7ub4rq9y5ifoYzHIurPb+l3si7VcHbW0U3fxiLu6Pf+nGTbj1cackqQuv7Ers
ZF7YbvbmgZRvxSBmfi6EXadYZv8q+R/Ab8BdV3VCo1ScWerdmwdPbUDakPrjwYMLkTscbi5AtVju
3HOt0mAlbyPAFpZQ9Hi8oRPLvLEynparSCzGbp60Q+ueE7p4++syCLcE7uFp1BkRhB5/vD70EAA/
PrdPLjBrVMIne7yM++fLaEpHKFcBS8B1za2DxaHUkVZ2z8IJ83nkFzSLLu67sIbjh+CseTOfZkVQ
725L0BCIgOONXWYMB/CtbLcXPKVG5+FCVt42aOxua0JSfpMsLvVK+Cz2xiF7U231r4MmzMIfIFo4
Nk8Fvg2gtgwgG8X3L4mywGultNqQyoVVyrRw2GKuwTjhheADB/PXN3Oi/J05XvkHKwyQPKWBf0l3
9VJPKMg6yqObUGGmUHe/md+ZH96dUFcfEeq3fohR4zQYSBTh0YBB399Zc+mBGO2rWbbm0eduzjUo
R8EbPKKTcO0jMN8aKjJXY17pxxcPjYOl9gdTFv6b/0ZwG+yChf9H/d3NgNvutpCzyLlmJ2FwzDC9
+CL+SnPavEFjoNxhXKz5y+EvYDhul8YdN6XtmAcWkvgCtp+Oqme9HPWsHx+0u3jB2eDCfi81mCPG
FXNpnkwHiejjv35/jLk/P5q/creuUgwWyvjz/nN2KK3Q1g+Rtqp/2ImtEmSCmBmdC1LjL37kEFyg
b1zZ9coBJlvns30BrFSz1ZNjVBvX+n1y5ZlAdZfRcwscL7irBZpCM+jFuEDgegxAe54gUjXOQO/N
J+UvxTy+/cFEpMCQq4TmCj/WI0q1ycRSwrfKKDhtCUosv3rgyVYEaOg5Su77bUR3CkYkFWQBEtRK
bxcGQe5oaL2ovRjEDzFz05a2xHRhJvrd3f9QnMYEBDrboy2TD/O+gKZu66fKBdyijeqoeBRuq+xp
UE6PHfHezWEHzz3cJiPFIo+MUtQ+jkPoC130aCdC1asmVmC8P7Zx/wgYF3NlhHP2JBkUxtpOufyI
fsIdgrO/iN/SV+1X8zN6e2zr/sHzbQsDraPW7SiFdft5UqD2MPE4KJdq0UUfykfaUDysTYyquk9R
tFbzDjIZ2zaxNNS8xZMkgaXjtSzWpgqAHi13GJd6/Ismv+TIWf/vH8Qdu1YdMNwWi8qFvSa9k+Uh
DZVdG6PZKK8fW/qeQbg94dhnUDJhrmQsOfKlTTkf6lKIVOWyba0fEJ9dfSjOAPIX3w4gx/ZePv/8
+dXTS03lmXB2H/lvDXOXmse0FPNusnIxXiJwG9jhT289K4IyHqz/e3VQtr79soKSYhJpkGBkn1/y
9ae7jpbmhqzNZegEi8dbeV8oGt3oP1uJ5vCtMXQAUJ5F1ntpipWAwtBRB1EYXYI5Ithp1HtqoARj
k7l9nD4pV2a54BJngzkIITYyepWfJUuxAkc86XuyR0F1xi/vEhFuhdwlauYsFkNEhYvNTuvmlcyU
WPhxBgTl2x3kLlBd7OqocuH30ilhVijZ/lOf2PVgeWC0LHEqExu6Tr+G3sG8+MzXG78O5yq4DEYQ
A8ZWUMvi/DGXSYuerq9eih2h+tbdVY57hJ8sy22//P/Z4tsWgIgkTFNd5SIsu11o018gkCmcbNc9
zRiaOGTXi+KLVqUfDAoJdITqS/G8kCtw4wvvylO6Le3aNiiE7F98x8wpeSpnB4/uk0mU5/67oTxS
omGd3Ctg4r0UvuNt3acnOizJh7ocvmQLQiOzBufWyjkn800vigpsqkqHheA0q/8h7bqa40Z67S9i
FXN47SY5WXEky35hyZbFnDN//T1U3VpzevhN165fdh/kIgZopEYDB9amIjEnxl6/mQOxaMkVo6Jp
kY9pOQjqc0+jXfZQnnxAndgVBKrQ7iXYt99qTla5EgwuKDLRCQtyKswWQTHNTU6Og8Ox6fkHX+g9
JjlwJcSSKIwkzBjGl14LrcyDMkSq/hwYgEguvvkJz6qvnPBMwcBC2dk5zhH2kkJoJel8QzSeizfx
03CxjcpwhJoArwKpuIPlGLxM+UoTMKUDREPcy1CnAJwKw1IVYjlQqEj+uQbE0LnKUSqsYNw0C4zI
NSt0OqB9WX3qrIDnjK8c5EwZuR7w6lAoxozFJauBEvrdlA7+2ch3Jm66JVLXvv3gWPUctS6PbKaC
0jAQ7HHNZdNJz/ODIorAn1YGrhJi91xImhqNBxu1nna6EdvJBtCYHK+1JlU0L+JFErUErFZhjlFB
Y00DMEn/jIYhOuknvJrRIotIHmyk6JcCBNXbbF7pPR7LUd+Z659wxzrb/NQoSlApoxycx73o+Ht/
Jzk9p9R9XWSdaUD7UYBEzwEm4S/PKxUGtCZ2anAOdup+OA4HfVcfVTdyeM3q16GNocRIz1PK0YhV
LThXrrAVttHR3JenahvTwsE06GO4k/YRAFI5Mvw6FEZVLhhknGIsRiF2K4Fsvw8ewq1Kswfp8Xt0
V+5MV+DkklxpMtqfBcBXEXI9OMd3mMoh6vNEIctTuc23t1WDyxbjE0tZ9L3YA1vC1twYLmB9PnDh
2UuOuA1OAiexW1XEhZLMRr+4lvapqQRJBrbCu3vpW/aeuzx+5tzi+pQkpIzwWvAbTO6RKRaQ6kQl
OIu0d/S9vx22ygYrOHiOkR0GNtG5b+KlDO018833St9R9AeOBhqEz7kzuTLFNjlbO3QH3Y53E8VK
G5LboduTdvvKObBrlzWjKuABbQaBndfoXMqwzQFQ7BVy9KX+/pOGl5Tk09ioh4j+JSXmtNRBqvyk
A6XG7nYT8dzC+aY49YGL43AdOC9ZmtVmoRZBn4feNLOk4Np096N7+OWatnYa3eDJ/46HMV4Y5YmQ
iWrYDTcJRQN6IzyVQA2ndVsbFVXp35sxGMN+CxFIx9hYojGEwiRVS+xViM4oa+J53ZbuzHvJCUj5
rD7dPix5PvZLxb8kxSh+Hk5Ggpab6Fw61TFxS5rYPzoAkqbb0Bm2WNE2Psj35n25w5gIQEXHp+HX
R5kR3swN73ew8GtRinhbNvgd/T7ZSbCM5mg+4v1LpKOTub7jb8IdduW+xTs0eN9Zm3mCPnaNHVep
Zu28IRCdCUiBWZrIMPFDCruxazLVVHhqvv36HpHqVG1C13M8J/rXDV3zfkX0UM9dwBgl1xmTiVM5
77QemtW56G5QjgGdDliGbNrifXls3vc0eixO5Tep4ESna8d6SZexoDTJ5mIW6Prv6l46zCDhVOSo
2LVrvaTBKDNgkUP0WX1ZjUAm8lO3vefU5YWINT0G/siM84ymbGSzl75AkEPARzQqTEY7YoZ51D48
LCLjGMv8EVY3lkSY8IqtC0XVjiAibtS9txH3/debfO2GaLBoN96m3lQAlpgcLJB2czt3+y2vXLTm
8/Cug5qfivnLK4yc0Wp8JUzq5Kxn86b6jsQxx3/P58EyuaTA6ETSRkBok6vk3JkxGYu71MwAbecI
MVG6J6XJOUJdiYjzpkQsd4Xmz3D58uXJRbIRtbWmxudaeRxazMWg1c7x+ydBOaoAXJ23BXupuMtb
eVNpblSPJFNbO68eh+KoB4Bqyt3bx7ymSrhBAEoBvwuPdYwqVXLawhRliNgrWhv11clOkyR24q56
v03punIEu8cz+Hwxw9QK7OSS934yzVzvi/TcftZ30iGlR39X/pJeopPEK0SsKQ66X3Uk83A1V+Bx
RRw1RROW6XnCRlCZjrlf/Fb7NgSSZSDkv40GiwPswGimIwCe67dRHkadJr7Xn3SpyWW0slkRLjq1
kPyqNb0tNxxRrNnW8vcxogj1aPT9sknPcX4YsvFoeQBrmdQdRrZtOfnIERNUDXCG2B6qvAQYQlf6
x9s/YVVC2HWPXlbsi7maodbEUMBYWpKeC1PbW0P3LNSAWPzXNCxkX+jqARQmLo9zirFIWYoUqwVQ
B07PpligaTWSfWrlncXR4OsaybwRUgSAD5aAAZCFnS/GXAYGWqY0O1d2Z0+2hHTW3Om2ihZ1a48H
7y0PB/P6aWymiA4SLDtFdwcGZi4Zy6RUFWQpy841KVH/9B2LPjjvxWZrPPASzJVzAinsS0CpcAbQ
mv++kKFmYESw8XL0gNEHXn11XXKLjzN8WN5gZGNVZGevbvt7S6jkN22MqkehaFsazCdLJLEDArQ8
GAV0sqglYCSjMVbBwmLUBDaNmUoJrYtk7gUHphBvBdX1WwlWaqEpAuUatImhR5/5hY1njH5hGt0Z
g64m+kuCCtOu5fRYYvFA5PZoh7Ke+g4AnuGzEFikbAN7rM/AOadjt/E9WxEcS0GfQ3mseADKX+p7
GTvw21DFwms5ehEttjFdnETAJAsVAEnLbelLbuH9bEW46OjJD3rqTdsxq51YK0lquKEQ7rwOfVsS
kNZKApTd9G2w3hoBwCokT1xdc4J0mwSfQODozXuzVR3867Y6zZjwHZrMpwJ7aag+NiQvHAEVLRGP
esWboLq1diqL2ha9XxkWnwd34e+021TxTz16s3pSox3+tlVfh0zN0mc0D2ykwxgAO/wHJ9pEnaT1
5xTdCATY7bojtonoqlH4Wavl4HSy+dG1Ag9F8wsRj5E3iqHYFjqXg1DXY2K1FHqYeRNNNAMO3zxt
2A2im/u7PHsa8ycxfFAMEnqv1vAaCsiXA1JYklPcKz/1nSzs06P4jGXtkWnS6G4YaeFTTboPanRy
7tSDarqabkunMTRsaXg0sHDCCR9kyzWihhQVGU65vulCWiov1m/Zsm8L9LrdFukAesJh4yb2agEn
4dLGM63uDa8S+rMYB2jwbUml3lvqtgb4s7oJplNbFkTHkspHjeqAAnjWjVM5I7hEG/MO+DtBzGuU
V67vBZe/iLkoDZU6xGPg9ecO+6Ilty/duHyILQosQVpY6WbUj6Nv41UkP+o7PXjvXr2AVMID9oin
zZvQ2QZWtQPg9C48jYEDuDM5BYgLwqoN4HDF2wIBEppDx+bg203Ai/7zreVCUdBeD7ggCYkGBq4x
D3Upz7iPi2GSh/isEdsbnXHAzdV5Hon2EHDuMlfZE0OJuT/FshGqRdbH58gTtN0AMD1aTYNp95LO
2+BwdbOYSaGvCuMnKNzABi6ZKj2zS8ppis8xsY3R7SjaZKqR8O7IV/FmJqPBn2GRDMroX5qxiDe1
2UYJOrBBxkJHPTKklsomcLxuq/xXzZg9IrgOHJOBNziDvcFg/WSRGnKdn+tqELaZr+YyLcTQizdS
qecazUcDszxJo1abKWnbCrvUk9CkfTzGFelKEb1PwhSaBc1kUxtp5o1DhG0tRo/eL+w+jTZR23b+
XSgIQUAGjOxIgCHz5OeyUCyopoYGd5rqI5CEinYaMyoGMZa8WZVnoSAV6P17YgkRxrqnLFDolAnd
D4BOlQIVK4D4ObeFcR2GIXPM6ANdDBMN2PbMBDlRrbI+taTkPLjNrrxT7HoTuCGe6KK7d3WbDIQ3
xHydwDAUmSu43rXd1PnI+hu3OJ5CZZ/2NNzBwU1uQwXbe+L2F19lvHOoxLQvAL3hu/H/S/Vtxyou
FDRE4Z5x17h97aK7uEfpz607p8le1UP9gc0BKfJgjnBnY2c0DYUl3B7RuQkEF5URrlSY3iiFaXqu
HYOo+1NA9V3jjGeOE5+Dzy0yjEQTIxjTpkU+3dL05fvzJ6+h7LraDQEu+WCiX20VQeIXIID96ocG
u3EUJyL037c0MmSYWCQa3VRgkRT4cACfCjdjkrsADRkcB7CmgRfsMBFGCyevtlIcC5pgXLDkuj5R
dybxqbGPCG/A7fruObOFuw4e/tB3oumM9+wq0axCZSZn906zk3/XNulesb7328dtfbvKjhhCjLoF
wxQBVitMz28lmQ4+iZzU5aja9XPETAOXNjhpFNah1Ze2hBwJjztjDhruPcS2O8bH50duXXbNYpdU
GIuNzLLETBmooOwgEVfaYr4TrSUv2PP5ybmMrgkNzRhoAcVFBxPUjDIMkgk0v9DPzti++JYPFIC2
Ptlub5/MSgBFdQ8jLgDhw8ALC4eXV5ZSqkqLmxTxfij32a4jYrOhNQdPZtVQl3RmuS4iaIvUVxAy
0HmbPGKdiH9uErJ/Nnlj4GtCW9JhVDpPlAFwlKDjPcq0pvo9HlQcjqpd5YHQtCUNRpvVMmjbQm+y
88HTCOa6PoaMVwpZSdYuSDB+TagNlATaGuJKdvJGpFjS/EOhz7yn11karH9ecjJLc3Eq4tQoWiiB
k2in793qOA8p7ozqSc3Ic/DCK56uRYMlNUahJQm7K8YaTGEa4T0OCf3kHMws+BvsWEyKm6BYqFc6
bu7NTrUj3t6zVe+8+P3sNFCRAVTSVPB5fY91GZqjk7uKbj9GqpDy222zXHXNS1qMnzEq3e+qoMzO
I0XCSdK9QEs7xW63kXDrgmvJwJIWY5vWIHZd3lXzuSARcOWIYMuvK9gcbeOYJlu0iXp9EKoJytbY
w3MHd1bR0PY5KnDdAHhpnGxtJE+GsR9jCK78jFx199s67DCUqTnx87gFeBauVq+3j4rHFpPj9JGg
+cUIgnb49Ds97rc8ljhmw+L6AtVX9BQRBN5UKm3VX8AQ2t1mgUeBcQN9UQrtJMIwzdNhcgeCyzbP
9jlxhg1mgepPSazh8Hugc5Sbytnjik44EXM1B/ijyZigu/RnY4stEUbdzZo80u5YkvGjd/dbkwq7
j9si4ziDK8Ceyp/UtFJgNHZAI+vx6LyIIumJ+q0G9i/lTblw4uf1TUGpfUkUZtfm2pqJ3uDiPbWT
fUF5IlxLcJYiZJyBL2Pxg198OQONdLZJK3eytW0FJC3SUJpQjhxvRzpM8VwemV+bal4Bqetsx+SH
cohs3T6+AGCf4xdux2yM9V6Sabwy6psR8kPZUN3VO5FsOYzc9qIAKr6kIPbiIIcVdA8X1ebZfAgO
1KEmb/CeqwizLS9CdlbUTS8A/uMsfhJSuxOlAS4GHGldw4tceFGgJV9S6TJFykYdaRRQFPeeSdEB
fB/QkKqke89wPzU+26OwyRzehW7dE829iqhUYQiAEWLsV4OP6gS8t1PZp5oA4PP19jmtO6I/FBj5
pVrYi2KeZGfpOX8SaLPHWlk32twmwmODEZ9Uaj1wf0EEOo1SvLtVHv6OAJNKifoQomoCAulEsAiK
mL+il9sU/oei/SMoth3DajEuM44gcepNW6fTnaNkzp6OvB7lWRbXSdsfOrODWCi0h12TqpnFGWoE
4mtkm/cvicOxTc6ZX207BV6GWjbQqp5aRMCE2+DsixOHyP9I2f4wwnjOqOi0sTIiuBjX3KTofxZI
vKnt6C7Z8sxzzv5uyYxxmklfpUra4GoYHQ+to7mmQjr6fTpldMuriq07zj9cMY5TKpuuj7QQr3r7
t5DozxxWrrt+vjzNn+8zFp9ZdShVLc5GqvcGkWRb0oh0J9zh7YakbkUcLKe1n57i3yE1BiIju+I4
hHVFV1A8njH45l0Olwooa51WBO38mEhkOuwkbHZFsxHQwygv1s0acHVsC0qMW8C0Z5tgo3Z2ln+X
Pq1Q0sH+Q/swnAq65STba+XT+Tn2H64YD2GkWZKGHbgaMfbi0/74Tp1ku/98VZClyBzdX714/SHG
QhagNtajHAxiWNT9TEv3tita9aaLrzMewiyt3IODyM6vP6aAPKW/nm9/f9U9oBQ6Qy7MxXfmWEp0
BQMBAumvPdh2uh1fopQgs7pNZP7I1dkviDDnURRlVUgD8hxzg0C6ecHMx99RYKGWKwEjSIGPFDt4
m4gK1Wo24paTHq4e9B8u2EU2StH+f9b7tHnkaOzqKS8+zdx45TFEH2cNAcmv/Ubby0Tdcs6ZR0G5
NPSiKawYw61wZeita5xn7+kvWWDcsocuN/TIgEDy0NHedrhX6HVftRAS442BkNaPgQFVBdDO08+c
PvS2eKwohw+OrrLPXYlVAWpKBZXx8e2n9Y4M8+OvjIF1uYElNBIwXKGq52kbb465y1ufvhq2FoJi
bHocmzTX8IR0Tnb+i0hCbrl59d6yIMDYs5kXQpnM9yR181rZysEMZp8R2rxHQQ4jrGs11H6K4hJm
Ud75JD5nlHczXzlstBtp8wY19K6go/DSKtLSw4WiUXKkLbiZ53R0SebzNGotObqgMrO5yPIKjJRb
+A+eNh3F/SmRXbwb8FQz8tL7FRu/oDP/fUFHystsEGducP/fzQIbebq7ciAampvQQg/gHKwIYOQV
q0oWoMUux03clRO0sw4lx5Gv1bAuSDDCmsYCaCsCSHg/Wqd/vS/c+qVwRFt6pfFHQDjWvhL+Lqgx
IrOKXJqaQs/Pb97JFUuqAkEDG4Rp9fu20fPoMCZZyWbfJPVMBz3mA1HuqHfHu3jxaDBWiRgiaHoH
yY1U33iPqDTa6J2vSHm+zct8yEw0X8qMrTTHjdEb8UwH6Mkk77jFhBXvokkmLsBoDEU7ncjIymp6
SRImyCp87Z2amLtwRxTki3zzXytkXZBiROYJPfDbZJDSMAVr4NLiBhR7rDoSOCMRv/EKPqsn9Iez
rwi3MNA6Uto4mjnTiOUKtKN3sfvJCS/r3mZBhMkYZdUf2nYAkZhEu8PoTHeok7xwciEuFSZjGbXG
MgIRVEpH3ZziQ0n9F+nzZfzGIcQTGZO3DMUUz4vrZ5G179JWf3ayH5+39fm62wrYLPOSRAxqAu1c
YZ+C817qq95Q5yuyd4rvit24T++8zdmzw1N4QivE8fvwOh5zG30Qzm3aX99mjOmCNuNRfbQri4MO
2mlAk4/KDu26cDq7Cjap46vbtjrkJSb5q37f2WgFrwe7U6joYFMuZle/5+mMFRIeMKahfqZ7wyn3
ipvkxKxIejJP8j5Wif+7jLEphqQ/K4WoI4ne+mPm2763bf2UKqcktYi0Fd89cyMkqOGaMQ2Gd3Qd
htW5mTZd5kTJrtFJ53PeRVeCL1AtgJwPaFv0cbJ+pMsyAIBXEm6/kl0cJo28hLZ9W7w8EowtdAau
torVzzVxmbr68f2ZN3ixlpVecMEYgiLI+ig3YnbOK/JWOjJVfDLvaP72yJvtXfNWF6QYW2gbNTf1
CtzUTrQrEvoGNEQs40ro/O5i7FJObFzx8xfk1Mt0wgpkYOanIHcQf6MVSvp++2zWXMjF9xnVV001
aSZ0jJ6ne7zyG+joCmhGtq/5Vn66TWolMbqgxOQUJToXFF8CpXEj01O9MX9t/44Ak0aosVZFij7N
j0gi/ak/VBwGVrzgBQNMSBykOs+yCKaC0vBOdaqEvG8/OcfNs5X5NyyCU9mHct/GUOQQM3fu2Dqj
suXVm24fBLoGL2lUsVfpuQEa7ecp36h28epxMBZvSwrg3JcUYmVqTE/ESXgvOenOvUVoblNOjOWx
wdi8V+qdZJZg49ChUP/S/1tMMnS+/HGMVxM4iVQPSiniNSUnp5BE9pPlxLxJDB4LjHEDRT/zh3pE
3QfbATH1WNodpxN25a5wwQVj3p6Q6b2UzO4j3KNP2JV5beccB6Kzr05DHNYydimhSegg7k/zqwmg
tAb3xbd5s6+3bUNn1wmJqNFPWHwF+yuJSaiPToRyy/XvK69oFxJjrLzIAXMdNziTN9ytZER5g5ZH
43XPSalu+3WszLk0EYyg5UqmgpnzriG8SwhHUmyKi3CvWlGCj4ud7U4k/R2empJbTOZI6kszFr4q
T1O17gP4w54q7o95rlIn4UPEu+5ynMnXk/uCjKcageblUDCNuK74TD9yh+N0VynMq3ywzAArGq7u
OroJfIROgZEY6KbKJ6I9kv6DkwWt9VZjLuMPFebE60yZQt+SYShbg9h1si1RfXAboOsCMDvHIm7s
pttgSy/JkVhgjdRm22AUv/326byL93teHXXV9fz5NayKIBcPsaQZPMck/1Ha39FfzZHqqhIuKDBB
IJfz3C89UGgaYlHh4dDDXG9H/FXvtiDBhAAMQxaZnIHEK45NB5XcI7cp8Jhgsr0Ij0OC2kDHk8p2
Q2IeA50UlKMaHP37eklZaHjSBqXc9yCikaAjNW4e1r2LsZj8fJsZHh0mGKitWYdlA3GN9Ec1uRaG
IqijvdwmwpMYk+ZVgxnWOk7lfKiOLnoT7eq14pSneLo7/30hr7DrhzjvQcK4d7tDtOV5Np5azSwu
vl/rRm6VNc4Dg8aD3QBc+Pm2jHgEGFdgZRPeteH/z9Pzm/bUuty+6lXX/Mcwvi7bCw7UaAjidIao
B/b+ziJv2IhH8KyZ7H33Nieco/gaFFwQagcFA70CCGW/cnIPSw8/ODYucbT2C7twQaIW2lZvJZx2
6TS25IpUw7tSRgU8NIeYKe0qajw6FXn+4DXDczSZXS2vqUE7z0DOQpTsOiLf9j3RPm7Lj8eceqlq
2KFUjEUJGtGud8zXX9LG2Ey//86/fL2ALySIzdJWkRkg0lOs6zQcW6Lfq7u/JMLYveKVYwLYFdh9
+QoHdpfuMHRFee05a6/KyyjKThsiwDZjNyucPVgbjMN2dNecy7fYVX8e1C2PHLt1HI/XuAUsDIlx
BVHtdX1XQ/neuqOkO+HxdMYU4kM8YLp42CuvlA6DDT6l2PnE9Oh/rGwsfgDjKqLWTzQAAcxKePK3
/l59NsmzYZv/5cb2hwz7dKt2Q58Fc7B+EzeH8atJBZOE+c/b2r5ep1mQYXICLLHPitLD6Q0IDeiD
+3j3aLbh2NTa68Xy0L4ysYW+YxlqNhoBZIZe0t7B+iLPtFFGxMNSIJ8iUsB78LBjuJwxiULohQaG
4yBAu8lIHpF31NFCd4vlJ38pQsZjBFirOaohRIhbafoSbr69Z9R44FXUOL6PfZNLRMEzUkn7avkd
iL/rHPHpLxlhHAbGKYdUG0DilG5dN/rIapcmb7eJrLKBQca5swZbztkRXjO0yqHKTWQKAHX+ngM8
Tt+G/8XxLWgwFlrEoS5ICWhg8xE2vVJpr76NB14RdTVQ/KFyFdFLTcODtT7nbtF35RF9+HOzr8Hh
Zf02vyDDGKhuAn3CQP52tkcaPFhEpQ2R9s3d9va5fHW0MBV3DI3/czBsUMfmBtNvctCJi43hGD88
MqOOEeoAQ3O3v6vPh2gnuOa+JgZuRAWAejFRzbmCr5dyFz+CsdkcWKF6Ec7MyvnBf8QCIf0ZMeRb
QIRNavNiybqLWJBjLHcKPAy8jlCUw0nGtKwtdXOTjLzhsbWa/C3oMGl+mOY9Nj0b89UOLxPkrbP9
/fT5efsEOZbFrnKt0i4JfRFEMIZWvh7knuBmhGGU21RmH3BLTdhMf7ACD+DNaMkB0BDpsYrmP+X6
C2HNfC5ixZilwVh2syLqRLUx3Pzxdxww3iGUG4w39fj+gFmQu4zb1iDflhAbuDEEPo6xBgl9PdO6
P30n3NH3yOGhIaxNNiwtlm28CnoZVTGsd4YD6nYyvZ8Iun6x7o3b/8/RLDZ6d4Pu5Z4PjlIC4Gfa
kuDxtcWQsHAfPBS7Stx0eBXG2I5xvn1SHA/Lzr4LZp/Nz9DzLdx6Fu67M/ACXD2wOSq9yh5AOuZe
PzSZs3LE/FkF/2rB6bSvzSHevcQ214uveoAFjVlplkrdh7HQ96Bx0DfZUdxL9kBGhb7/t3umifld
4FUCOopFPwBsVhz6YZjjrF6TMwCXX30SAjMFoen24azeMxeEGJ+md2lbl2I0EzKwzwXTgbw243UF
X5Bg8hFscp6kZIrnNiQJ2eno1PT3QBHL7YDwqsyruragxfi1oRlG7NiC3LqY3gHVDzeI0LZ4OcN6
xFmQYZybNZlTYUQg8zbZ0/FBv2+PjzmnzLcuN2ztxBQ/tBnrCi6Vre6mEYsgsrnVoXPz9/4deSmt
7TEnqivbXJWbM5CrkPCHnDHr/kK36wjrwgSxyHGZndzxFSiF5GGi3pvkcCLcuvQWlJhcqLQyq4s0
UBKxEfs+sFXsZUrBEE8ZVnV7QYexVqxcbQUFqyPPNlYvCIhzAueNf5UTAx0aWAgyj6izj/xtr3Zx
n1ZQN6BJ6nTOO+ZyM7+TfS1eLwkxIss8b9BTr5nNNL4LsTGrq+zm+HMgpS3/gkbUx/Lc0P9yUEuq
jABFofHUaYQAFTK9pbhXNgCZ71AT4hGaP8Tq3pIQkzAOUicMY9rmZwN1weS7SmvylJHJqe6KPadE
uGpWS1pMtphEop81Jc6scZHBjY40W5Vb2wW8BW9pxZo7WtJivKs2tlBCHcfWzWi5W0xy5Dbg+u3b
Plziacf894XpGrViYbE3yBR475xRh4Freo9NFVD5jjYOtpD5cINcWDgeWcbZokdWMhqrnh3U5FY7
gBza6rvqoHe5cZK74Yf0qvP3268Z9VKkjOuNE7Qvx8AzhCVMOWlfR8dwDdd6698D6uOhzDCpqDnp
A3fUiKs4jD8OO2UwtQrsVpAyBthocQCEDLBjiw0XjGJWwv9tEFebVZQ00eVEnRXHlWfk9KMrHXWa
ag4Zn3nas5bU/JHo1WIVXLMjocGYDJQ0+ZAdn/zq7XbnHXjXp7UAs6TDeJO+L/pGT0AHKEQ/Uydw
fzdOdidjiQQ3p+axxPgTa4oLv89BanJVPP9jwRAetjN0PXKTm/lLtw6K8SaaoMpiUOKgDDMiWt+5
ivJ7VB8tPD5mol0hr65svdv2zcZq38ui+9ew1aijYmGq+oWjBrRnRikTIwyroB7nDkIDb0IKgqlT
4Maf0ds+Zt3s/qHzFQkXLgYZtyb47Red+kfvSk62+Q/9o4DNBEIWANRNDDgxrAimKjSJMcx6iNnH
+cyEk/bO32K4pofY+WrgrV6UMRbGeBC/t4TaB9Yt0ApE6mbQjgdt8xK7H7cltuovlnQYfjSpHoPO
AB3g6P/Cql0S7kbX2kh4fPZtXq//1wGwirigxh7QEKpq6smghqXC5Odw+DW97nloSfKaW1oSYdKQ
yeurMpjdUo8VdSlRfuE6Z+sjAZaRff802S5urw/+TlWd4TPa7q0db1vL6jPF8hcwTiQJRTntRPyC
qdtr+eHl8OjftUQkd/0OaZfJ0fq1CLekxvgRb2pjQ5hATQPqAAoZ7VvzfltL1uxqSYHxH4M6DlBS
BBX/Hb11XUCN3W0C1zuX4SGWFJgcxJBHsdFq8FDZ8gxqM9kZ+sANou1S8nbyH0OakN59UH17eHHs
931GP3lecu1qvvwJTH7SCoY1+dqccgFvIEYhVyafPGx3Hg0mGTHCFLtc5lSrfd0VTuO8+zaPjdW6
5pIPxnOUddaMpvalDga2n57RRex4dodukxfxYD3cPjgeQ4z7CBJRytPZfSj37kxmoCMePm7TmL9x
w2mwxe/Gz716bBAnUQiS31WSYnUbdivYt6lwdJx9y5bHSQ6HEFR6qB3AnaeA3n3eJsFjhHELmTrU
piBAWHaIZJfEdKIxOqZ4fYWr/gB4kaYO6EJVY6/kVlRIed6J+fmH4k67+EHd3mZjDZ0BoKj/EGAv
4YWAZc5hOYGPLHBcfa/TASAQEZFzUiGq32UV5a5LW3XqC5qMU4+UxI+MEnEXiPA0JzqGtefsVrc7
Krq0vP9bHpmzksu8qOIUQkT+rlIBSxHll8SNqX7u6HvgCDtxHnDtNhwtXI+QANeXZdiworDK3vWF
ArBNCWWHTWdH32saiCQ/76OB+/6xln4C2vYfSoxEBRXOaFRASZOh8Y2rkdOQ29OmlbnjRDxSjDB7
Q88HKZDnCOVGdnw67gGhz3+FnT9z5SgWHDGBEHC+oZkqOLM63qJcjN3PKlF/SQ7tJ5enHzxaTEhE
QpsVUQKWJrcD4ngUAFJOofX9Y4gRFV6NaPVNe3lWTHisey1LgaSJUR8gMClOerQqFAKazXwrQcvg
Id/iuYwGm9uGvuqvFvJkIiJQWYdc7EBVMTd1/Vq0D2az0V7E5EVs3VQkt6mtvj6iXIl9X8BcRnGc
EWlcGKIgxgpuKfc7F+12/ek4oHvsv7zYLskwssQKvALQhup8N7dIqxLpUPzQf/LseLaea138wwwj
u7gBdLzkgxn09JUkeJuHQY8eMV6Bbnhbbuun9IcSk1O0WPk71RYuPaKTOr8TcpyvkLwck3s4cyKw
uFpVVtH65Xw4dnI8ZTYQ9hHpFYdnVuux6w8zM7MLMoFnqIIegEz2YLuD3Tr1S7kTn4f3nkS0sltO
+Xr+1TdOiX0/ExKsnMg9WPHblJHirkB3Z8bFmPry2VdUVOwwB9rpvGZ6do8LpiQB4KNBCY2bofQk
9y206Wsb0nirbANXPqMzf9c9JY7HU8JVzVjQZTw82h9UvUhAt8KLxo/y5aF8eLyte6vyW1BgHHuB
LsZIq0Hh4J0wfEjh1zknxOOB8ekjlt7juQwUsHUl3fp3gwd4uPu+3vr9f5neRYn8zzkxDkjLKn8s
RdDCAJ8tPYkk2zzypg1n73KpCwDxVjEjLmG9lnE1caeqfpPkltqe7R0vzM4/79anL4/79sFeZ8OX
P5M5WG1qx8CflBaIKrWbnnqX8h5ceYJgDrYHBHTvqxDEz6cHXl8q79vMQepDk+qtgW+nlLsnbOV+
dSkaNn74ltACTLs9K/ZTbQOuxzn6CL7PH8+vt89gZWbgkhITQwp4QqGbRRSTHVCLe3KAw3jWbeLS
56dsc/hhw94c28HoocPpCPx6iL6lTExU8TBRGVcdFODk/uhfwhfTSelvgE+f7O7+KbCx7n1Ht+Gz
Q1v7eXuX2h71XWv3cVsCvHNkgg62xkZiV+FHuE+ojXLi5nWouZQuE2razhzF0cTHB/KbZ+UrZbXl
x6+m7MxW02rf19rza+wId+mm+JkQYLhHL7bA26B22+zZcbu/ETj2XV5GKlnypkqTZ4E/cI6S9ysZ
cy+F2vPCErr811+eKS+iaze1iuXNrgrY0bzGztsKqLOwjaMgpmE/4ldrhBBOVXylTnmpI4x5Z3Ha
hNasI0C/f6otR85fHpOnxkVJ2T5+HFvgho6Ho/LaaNQ4BT+DgUTHiAfF/9Vr978N/Wqurpe80TBn
G8Mya6qQGFsX3eNc165Jti3dt5eRbLbO51+qA2PZo2FknSBCsAOhnE8rPFVjDHso0PgZ6/g2LmVx
SeLHfLN37o8jeaL2Y0uO23f68dwe6Maesd32SmSXvDyW8xOYOvdtm7xet4SNrX9SBv0rNV8oeBhI
GOeYwM/hR0vwwh3Z7snbVUQmzm9sAbhNDXv2bqYR+pdrW5DrZWsy+gRqWZKdbZHdYAs/Y/IR48m0
3gpkV7kYK0xJXhJVteO7ExpktJ3g7AL3sPs/0q5ruXFkyf7QIgLevBYsSZAURcq+IKSWBO89vn4P
dO/dpkpYInY2enomJnpGiazKyspKc86I9DbvE+H9KB2em0xv+d1lAKg/2HJTcy8R1iel6RemMzmt
/VzbR5U1hT/yiQO7my2CwtfWXAF8eiRQSQjyyWFbAtmCqHvuHqggxA/Qlpps2oQ0d/IXhy7KDeAX
8B9MRrgbwNQJ6i87cZ++hAglevVQGdy5zozorvNA4XGfuUVj5o+KlesNPpf5o75J0XdHRJSR3hYs
cIvWeu56SC6lNge+j/1dPuOlfe7ZTWPZhfWpEQkTrhtUzHR2W5r7HkLD2BmMqEVNGykN6Z01p91w
LEl3PqpmoCORDSYyWQ+MwopU8rwpCQimcZvl+nBED6/FNGRjSTYsVUt1PEd1wAYL5M21HWBB3Ct2
aJqKiYz0Xjv5uyJDGeOkblMT0J69VaB0nrxLYNCbyGgMnK59Kjt+IzZESlHxPdwFRj6QjRzOfVPy
Dgm6UwN6zd4zPiRMZ6ik7HX3jX1P7e1TuTuUhvR45DuzI2fQp2VGCrwnYcMYJ29bPCgXqSBAXAWk
MUiDTAahsQ3AYQ51DfnQ9cbosOam3T7k72mtS3Zg6GoL3JjQUg64+8xGVwogeWGuDS0asBGQCcQT
snfexiycc08EYOJmXx+9wR+dj4f+SRIICbaGvB036j0GLrbolnVI9Sn3xN7KMP6JIc1eJxkiD12E
6/oDiqaLIhCrAnVF9Kno2iY6oNXlSMxzRRKzNGIDSF8dOI6fOr0Dj9M2Nr5aDjBQTkU2W2GvT6dD
aLGEu68eAnjACwJf7Ed3OGzwP1s9KQYsGjJXHb7F8HWsviN/HCR0BukqfihWgtGfAyN7n2wL6OwZ
/pUzdymxwLX0xKDY/+GZ+XsPiOsEzbki6Y2wMLXEPDhPevIp2sd8d2h1aApACQUlYTsEP8qlsLU7
jtslpDXih0/cciMs3/VcgMcW+w8MihKxIB+sw5PamRRrayfbnNxrH35Ggq/QGJ8960G5A2V18dCi
5rrNMXJs4KCxZDCRr3eIYG83TGZ4PqwyMFs926PgbevSx1usAz1WuJ9hf7atUdc6cRKCpf2DTCiz
OSQNGY/1LjGrmBBnY5YAidcMzEz7Jn/HIN6JjwVxRt3D2nzBVwGPlDS7h4/n9PiYWsMp2EdvRjZY
k8PiMLTJfitD/9sObemalQBkJCqiIGLIl3afchApDBN6HXpwBQtHfyCv4WFuyEiMJiXqUbZmGHht
g63ahuj7XrmOVuVTMRU31UKViFoH+Egu1bldeLlYIfD0Wwu9Q3f5pkDkLNxpcKPZfuUF8a0bdbn/
0J2KuuQ0iNhMhexyJK8XDSgGoe4RZCmd24u80NyDCYSrRZ4vxKtLg2V9BePgTHd5NkJzD9Qb4VA+
47BIoPNV1mtcv7NrP8VRbzBfbZJJrrCnRUGeXrjHiOw4CwdgTa2F+A9qCaBUEXhBBkTdT7X4ogv4
zvP7i0ZQ7c9YCx4So/T5HXrdI+BhlXerCHILFYBZt78yqaWMy6hNfRUygeyeBbgGwe0SWl/9im5r
IcpP1W5v/9rPoj55EHI+6gpEKMb9ylf+Tv/8jH2ojQ78mqtA5zYH4BqJTekgAbi/J/mKGH5NDhWL
A4IsZ+oEcp4tAKoRsj8y+uv+4pu46ogDsqXHncmS86Ozhq+4YGE/gjvqne3Hdcml8+sFxay118ta
JEwPQCnqUPTM/Hx53HWWFRiXCH0kGXm6IACx7oljbiR7+xgQHVDxH6O+9Y21dpnvHnDKA/3QjwrG
PZFPymaAfs+Gsb//OB6dkrwgtLR2OUlNNFFaFuw813fdzjNANQX8N58YE4qj+pd9GnTzbG7F3RlX
A7kLjfsvXNab7afzeWBxQz0JZL8PEII5qnnbor8nSW98N12HY7SuBmADomDOOnrGfrM3enzqqyU5
NZ4NGFZLLYG4YDDMj2sV/JXT9P0euPKl0cSBjHpO+6S6uWZu4u9S3I8DRY9eyX2QDeX8mDAuPtlv
5pW2dfP9gpaYgCBMy4zWMD5CvAVH5HTmaE0ydIRWMsHTaSW3+w3jf2uRf/qg/xIKOWFiHh8D3gVj
83z/5J/EzbO9Nzalrt41xHRsnZzxT0zOoK1ANk18oG47Z5BsAibDWbPWlcNIV6CYQFHlbt50ICqu
XcWzLrSuGtL/AshSMTLx6yoJRj9tUpDm4sFScQiD+mfVwZgoY9S7tV1e8mbXsih/LAXoKwOkXQev
GZqd88cj53kvbx+RpeACVNV/NaJ88+iFaTzIEhCe9H18/57qyRumGVYR4BcgAHAbXsmhfLOWqHWu
SZCj4MHXm6/CewVKEKDdZgAuZ9CSD5ZTYj58VdZtBddWkXLNbR2hwpt8ryJr+q8K7p6z0pO1prg1
MerPGCOItHEKC6hnJB4RUuL9SWEUCU7gbXUWMz0Y1AGHKK99kxb+FCQFSpx7g4oYbc9heAv3QeUw
eHEGaA6q8IpIDd/qHWWTfM4IC+XKYV+qKFxLp846VwjFGJaz9Pb+vt5k5sdt9RZTrtcCKKMfk7ri
agECuNRKRyNXTN7TX/wNW5va4+gZ2Lo14qL/RSbwIRVe4cB1Tu0dO3kxM2o41HsN8ETyNkJivDEn
U88e/pF2fyVR9ygDttZWiKCd4T1Gk1EbeLzGRuuw2DBmJTO5mAKap3P/rRZ9+QFCPKu6EGoVhkR6
cE5yxNuwmFQChL8CVCKyotzSpXQt72fl6r9icZj8lINyycvkSAdb51GIDbb++bacpacYPMlfvein
mBfUnhjiOYRESu6IhtBZjFns0ErB71IQdCV7D3EF3vXbCDV0+VAqZM2pLIX3P76BOgcB2F/qYN7I
EQmj2Gwc1eXMc/n+/15U6jx4EcNgOh2bOIJDB/MjoNKxHtTDP5jkn93z30WlroGI50utG78VmlHs
UgAt9BbYtexVjebT9PsK/SuJughCWRXHZIBGM1+oBuisDuPpmJ47zNNzHmKlCHmKEAOVq5LXDJS6
CjKWqTSNm8+5BejKO9lgbB8SubvbBrp8FfxVkHInkRhkTODj6ZdiZiS2E2Auv4Wr3UT8bGK31pHy
Ja2gaqBcwo6Jpx4ZVXD+6gAQRoGxQGCr6Z4VAmrU7uA9t8me2fjH2lnr51vZSrrxImHqlPdE3K2j
Xj+0LTBjZL8w5MDsvK//85oC31YWeR6BF0Buqa1L+7GocgbKdtZzDZCwCpMH57W7dTn/cSWF2jm5
1abJBxv45VEjgR4PZABiq09qg0eTTGKGln8e31elLmzkD92ojRTTRBBTEWbZWd8xJd6qnIlcpLVd
Zd5Y2LArUb9mfWqPD/1yPnspYTEbK5m8cV5rwRXWhFD3ACfLpe8D5BHDFdoue8mQJ2sc0SxP2v10
StR5hBn9bnqBQCV3vqoT77jw3hnZPiBHahgYQTWAXmOwjrbaZL8Uhf5YAPruyNMxy+Ydxlqzql7q
Gnp53j337rPYPRXoACSyMxJmM3qoot024aU7Q+LQDKqJGJ4B/TslO5NYP44i+IVRxyyg57pvxWp4
+D3hTnmFH0Koiyntox79oBBSmulBO4jH9sHfypvSlszwFGOmd74TD5np7Aakwr9aNGR9ZScGKXQy
YtBiLXmx9Lz48T3U/aXF0lDWCr6nsva8yYrEHszu0KBBa228fHV9qSssZZSilWuIMry5DhMDA/nh
rL2svZgW3PsPjaj7i0W/bSIFELN/97d3KkymJ7J521YWj9CVqVDujm9LthRHyCjuPLcyReuEN/xK
KL+mB+XsYpmLfLZB9nUf3YXmH8au8AT7J3fuj9WinBvGePioYqFJadZmbrYmmrBxvafrhMpLYfy1
KLqhPfG5QcLF218wo0yUnbDzUXI75FbzUOzX9FpKevwQRjk5bUIvtMhg9bgj98zCkew3CqqfnGFh
2PBV3I57f5sYMvyJ8dJu9OxNcnKd0V1TEAlcm0f0crMN9gLqUCiCmZ512Drdy20rWkp//fhI2uME
HV8k84qoA4YVnkIBxS/MOiu9lXdOINutQHLBCCsbmPERdwxHMkl6MOkVqyep6UUoHqFxfizMKDCi
aVsVp7q02eK88pnzZ9zwWQrlsyKspNw0KDuwureVnvzd8F35tE12B4BgJyI6Fuj9owQgSmg9rghf
PmqyImDIQgR7DbWRgyyPUh5gI0e9f3tGrbInDQrmmRFu+32ior436cVEzPAiHnFztfjTmPQ7zSiM
lS+ZJf1aBnDAyghzVP4XXSbLM4LPgFkSgXHUIVHOoQyO6u1nubkbnBCjTC+ovZ0jIu4wBWesDTUt
e+q/xR+W8tSZUHla0OFZJbR6/Ani0XSDQ3pe0XLR61xJoZy0Hxcyl/lYblavPhg9fkFWfg0Xd/km
uBJCuegEkFC8GkEIIolHGUM6IV6D/YUlp9tbtpANua6X0WjWLVuylVhADjCH7/mzgBegc1vCslO7
UoXy0lOVqmkzmycute74+ZI4ubESW68uF+WjBQmjvVUGGSOYMzin2HXb+kOP7DUehMWj9leX7++4
Son7QYea2beFwbqHDXMvWx1yVLdXbNnpSYogykiQicjR4phdSQlFNszaIu6RNgW2iPeoxbqwQ68I
wmrVShz9ZX6P8ejOEpElkB4r+2PFxJeDzKsvoGxcDBK/mYSgvzwPGQGUoL/tdho6F+axuoiwu2yv
HoBDCeblzF59TSw60yvhlO2PmiAyQwzhQ4sh7U1GPNcknWmuOO2ltlb0PyuyJIL4VNNESskwCloh
kKoeZ0xEp0IXYk8BpqEPGbjY9qEjbksiTUbz1EakvoBFcFeUcFtsBLBI+Sk+4+9OsdY1tuhdrj6K
Uh6lHmWSkw5xEzibklgXLw8A/K+fbpvY8oFROQEDLpwocN9cNFcmBq6ZLExAIHIZtxMqSS/6w2qh
YV6+X5eBimuAZWVMG9BU5x5IEYbAG2ZNsmf5dSeekqO8Ge6HlGTg6n09rTXSLuUTJIzEC9hO5IFE
hdrQHPPrEuMl/SX8ih9n3tk5sxzqrvX054Aqjk+UPXea0HdzDuwiIitLOt/xtL4AFUUdQuVlSRCo
iHfM2XyI2LSHKx0xX1FdYhOYlS4L8tbBPq9NKnOzE7gljnKrYc4VoRqXPeBmwA1RHqwBEP4euq90
xpbW4NC+a32/pPHgVZAUBceFxu7xs6ovMxX2UhmDFV2aVPcVXYa0xDF19+VlQjCYv7CYiP5YWdYl
M+KvJFPRTeNNXh52df8vWHx0VLlzZgMUuB+8xZMSGb6VK3HpBF4LpEJOfxS8nGmhauCRveAmREoI
azVrTn7Jy8FUNUFRZquRKXPp4mlKKgCIo5tNJQLoAMtMr8VTWoDDmH0bVEtmNB2jdroGrKf84CUv
KeOMylsU8KQrtjmH9sas64icO1yAYX525QMXZv0ktFj//UDKwGo+D4ViPk04SooVb33i7z89QGa8
+DrrJOU67OdSMHItkbrF5SjrBNXHygtAviu3SQ2vXAtzFyLjPcvy5jDtNRSEAr1DjA88ilVU26X4
lYdPZDVZ1iRZoT4gCBlBGSN8gAS8Svdew1DBoB+Y1Tzusqf6K0id87xX7lftq3FqZht7BLI7hqKe
YyKampWdOWCXb0VYgnF443eF3mYk2mp3zX4tx7VUhcP2/o+u9KtB6PguZkt8wm7GM+82/We5L56y
3WSnmzdMkYLe3jEj04ls77CWSFoKo3hRljFdySn8L0DcKfH4JClGPKnLOWuGXr/VfpaF4XCY75UM
ai9FNUEPXg4Z++Yui/U5l7JF4GI/IC9J0ELDGGspj+UT81ckXa7yuLLox37qUYiWdileYXOzrHkH
wPZgzxjcpnxfLfwtXjpXIinv6HlxMXoRLlljpjWrT2DsBuYYRo1hNetgMIvSJAEkqZIsaqJKrSk7
JR1YSkRc6RsrZPXMAPyRfOzd5jXajivJncXXHHLl/xFGXzlemwI/pYawRwW5FtSGOdA38QAmStYi
wcWs+bUoahXlMImBVcv3F89uPgAgFRx4ZVPnFn6VZoBy3PAg2RPSjn27UmlZKnGCPfevltRto7XJ
KPcpRDeWQo4RbzYNQZ9EcmrQk4Gu8LUgaTHyuxY47/GV60mzMo3BVzLnmCIOKUY4OMCsEQati//k
5pbkmdBPUBVepkLZGG+yMdWkOQAElAnaqeY3xKD/4Q0nMNf7ChYfmggURB5vMPyWKOsUYplhgEAD
rzIIaARWW6abCFvF01FOwYFMujbXGqNIFYCQdl4ZlqRJKq4CEaLayqbX8s2XwCjcn9vLIMxif4VO
GLlVZ5Zkjf9u+btacHaKmZzr4+GS4Mkm6lz7PPLbRCBD2xMtyC0VmDLJKwsAVg6TNep9NP1pY1IK
pwQlouRZetMS9LRL5XvCnfiM8OMTUndmXe1z4SvlSz1BWyb/HhckZtEYTuJMlyt7rDeAalDklYr8
ouMGQA6ibGBCabQuuRSxSi9EwwWUg5H82Z2zHLCkb/FZeLi9asub+VcSXZgrFc6veB6Soo0G+G9M
Yvjv47CNwYWF3XsNAztCVqvfrIhdKLBKqM79R8HvccSrzZqjNR/gZANGHTn02KFOJ+jbZjXTvxTp
zLTJaNXQwM+qULFVNAgTy6CGfAlBZDod6ru1XNj3a4O2umsJ1GFQBSaPMT4zXJQc/aqMR+TRHM0q
wzhIuJ3cQSPdJjsWoi4988EmCWyvwFwLyFlC0g4O4NlqnRcMVgC1aL9nkU+LYK2TPhYb1beZLUgg
O/mQqEZbONrqU2opNoZPFFhB5NBRJdFOUejZOC1wkVZG+rXvGF3eFOBbMfXis9uvh31LVn0tjnKJ
Uyb2FSP2sw+eX277SwZIMMV8musiqvl1RtJ0NcmxZAHXMqkcz+hJQ41O9R686cgjHoEGloPfRd6k
AO9wYyM3EPs50hokz2LgeS2WeiJnRZuG0wSxObCsgQdxBIQCXBERe0T3ojFHRqzTo6Gx3OW7yoj2
uYkq50p6ackjzkkX9IDJCujDKdvMpdZL1Zqd2wveE0MxJ/0tsdfmLRZzWFdS6FxdFuER55dCj6Nc
kvcjQ1BC0UHV15DmHLvRTinXRiwWA8BrkVQckTd8AogoKDaa4ud0MaxXo3NFw7/rbNGJ/wTmirda
iseu5VHnZGAyFp2ckLcvwK8UFvrndIhB9I2CzPw++1hLfy69xSUgOXEcDiYLYu6fsUPDxEU6dgjJ
xM5LjEDBC3UIm0RnJsA33tZt2Ub+iqKex/3osTzXqkh528JzLZFSMRQMaTEA8+WtSVyRtnjdSIA4
FBWAR6toofmpmd/IoReI0MxAaFvf51vPwPVyL++i1f7A5UX8K4ry/W03MlwfISwawbY5bMaSeAa6
C1BCy0yjPjMbNA2sGcrSw/ZaPerEseU0hGhwnh+2rN4efPNPa0xonchWy/fibAP0xXMlin4EVWVf
C4wAUUkKu2h0TgyMRNY59GFN27g1iiwxk48h3ed5qLet0Zj99BypE+mBQZZtBXGv9UbvIUO4DeuN
5PswZb1qLa/VtddWuyT5zpPNLvnTBM91sdeCjwkAJpkzxlYAjDHfzPHyqjzJ7cUjWx+iwfGSFTrT
xbclOi0VTtEkUQBK0E9rQeJYVROgMF+ed6+srOfo6DT1k2Z8FRifM1ablL6jDnpNr+VR2+exQl53
gjcAm3tEF6QG7JFHlPaMzf3mXtHvzKcXZSS6pCfOtrGBTwLqZP+IWYSP22fyO+j69R3o/UCbHS9I
ikh9Rx6D7jZT+/Hy/IycxQQAVeD6TQ5aFQaMjRCXmG8Rugk6+1zohf0FZnHUInen219Bn1W0jAOK
9PsrgF0y9/z9XH1hKkU+Sr3cbdpntgHVTeW1ROGKHa8F2zwFiW1YG6IGmo7wXq3vg9GrVtwFFTD8
+gJq/zW/DJtQZHK3FS2l2cYxLupYrkmspLvOF42JsW/rTPmMfwtUBUFgFXTu07l0EaCUrOxBZTFx
WjTEBanjqbx+Wwh1cr+FCCyoR0VMmAH8igqDhinL1KGLcneQPoRh5+W+PsmICVd0oR/2/5IzKyID
f0ZExfrn/rGdH0zx2OSu5ieGyj9reoI0Jyfhga/xNv/e5ecmCMlt5eg3/rdUyIPFIP6Bl6dslx3F
omImMXf9R4bZRm6NAfYLK1tplhmCPeLtVX54oVWWdjnqg2jUrbXyBbNdXp2ef3+BKGoYUER2UaVu
a3ZCoRUPzNzttxjL1hCVaESwwIuYE4uPCKZo38Ln8um21CVTxZSFrHCCMnNPUVe2AG7EnlOCwk0E
AAUmxxBIY0mR62lo88K+8NeYEZbkaaKGNnTUCWBM1OamfS11jC8Urjo0D3n1IObhPkueswIj14zm
DHWz4g6WjoYm46kjyRjw4kRqVbkC3AhaHpQuX6ndoefHdpP0yjapRs65vZQ0OOz3BgJwUp5DBBaH
hBYVI22MKcASFQjB8p1mAyo8pwJlImf5NfHsDPP46tbfNZvYEXXPqYK9n7isMZi9G4hrBk09VX99
DbXSXDXFmZpEpSvkLzkT6Z76HHn7yFPsWmasopS2UdaQrny4vQqLB+l6FcSfx7cW1ckbJcgdBrAJ
pUaXqjqjEW94wB5zsa6WjKH5z35icffdqMv5sfIb3PQrx2nhNHEsy6J+iXFqFBhnu7h6qXdy5GUF
aOjcGPFCpOyjCuSiqBgLEsbw8xXuCrojdF5sjkVPC7qrRVbgaCY6zVcaAMIVpQtyZpzcx8btDAlN
+bkzD4S+vnPgncYoPnDa//Ur1j87wKqOBmd6xMfVzCIqH8wRCUyWCGtJxNnwKM8yv5XB3qGCwxs5
/Z9rEY9dOtYD1kIE/oJWtxqZwpdJGu5qZcK8BEOKac8ABaGPkQSQEqcplZUFWtgNQQEQOfBBFLDU
05WTWEyyFKxttdv29/NR90k1bgLuGGVrRZoFB4NzDv+CAi8nqHQPaigG7NSnXe326qFhBkNI9jWL
bkw0dw1OE2xuW/vCnQhpMnC0RFHi+e/39JWVRUqP2etuql3A8PM2+GtSkq4BJ9EpWXDWQBEW7fYo
OcHEFMpHS3UexHVaBG7iv/JJZ8SOqupa0hoJr5CwNLqiOHjcyjme77sfNjMLndN4yEIhnUdnS0OA
52pS0wcuG7OxOXV85jJjgLRAV8X7LOWBssILsd4K9bGOp3AlOfzLXtB2gJYLHq1iEsjIv8/b1boG
iSej/3AK3DFJI7fHUJMeA5Ld1Eql2vq9L5N4bNOVsG32TJTKEgvfLfCiJrHolvt5TKKhQFUoEwI3
59Hv6HEvQ91VK275l3lyuN2R2mBhMDBS+r71xLodeAUygsDMJJONiaJZniUmr36xch8trOEPUfOf
X62hEKvqpILKxIWpnEMBeC7jndTdM6V4x2X3t8/BmqxZ7StZOd+mrQAuYjfriF+c+Wf/w+u2arOy
ektHQWKBMAujQASBBNFPOV0LKDQp42AX0VPVyroYHBRA6ez82Eh2aTM5Q/F5WzO6AjOfvh8iqfvM
5ztGSKXZKorhnhPYHXqf9HCQANXf6Krf6mHYWK03nNgBlCmKPomfaRzbt79icX2v9KZMs6ubSpEY
6J2jTbq2YifdK8zdGgXT/FN+HQBkHlD35eYefkrVro6mYuRhMXUwkiSd9FA5TfG0ton8ihhKmTFu
sgwtTjDM2ubzyg7RgqsJjM2FQCXec62R5ffVRMCleXsRfznreSev1KP8aM6nPaN5kBvwn4E6mdMg
6khUp1Wz4r1+P0G/JSm8BnBzhVUlSkNtYv0mm8LQjVVkHMJCDAGGM4Q6KjNnLuJCPY2zF64Y/+QN
GsWFXCv0McjQl5rLK3f/ks6cJCks7kReEL7n7K8OZlwFQzaW0Dnmi60UmhinMrV+IsyKnCXfCSxk
Cc9PNHSxdOqv1cpQrnM1cKW4qO0255+UXiyN2xu45DyvhVAeLUpzLhJGCcpUMQCW9PxPIca6z0U6
G2Iqq2jX0vCLqycDq1DCIDye17MlX61eW8dCOPDQSmPv4vFFAzSUIusNf76t1+8nL+yFB1eLzKMQ
CuYz6vGpSj7q5lofunmHtKnNNbIeRduOxcjKeQLOFq8zdzwaEG+LXVpOkOGhnqWKeNbTVuqLYZZJ
1QArZZ1gsMJcV94rT2cxaAfUtNuyluzjWhZ19vo28OIwhSwuL/Q+xe9iJcRck0AZh+8N/DiMkKBx
EcrVgNJqV/J6yxKQAhZn9gvc3j+tQUWwxyeA23BDpGSZlUhyyffywt8fTpla0o2ROs4mgKYbfZBf
JQnAAfXr7V1YvD+vpVD3Jwiog0zuZhUqMj19gy6gZdiU1xCJ1rSZl/Lq4LB8JTEsg80I/AexRc6E
LQmoGszb6qxtCOVmE09LslEcQ3eKgSDRnlLx/7njlNVi8jNXoxzL5fE+QI5ONZf8o3Pxd9spqxWq
poEOUKFFvWlEqbQJVyByl3wYkDwQciq40xFW/9wKhgMsI69iK0pO0Ut+NLNINbX6tSxWdmPRnczZ
M1aWBZkTKVU6qavFMs1wxFVxI0XhoyYca+EedxNe99y+i0fn9vYvXrPo5PgfifMXXVnZxIulVPiQ
CBIFZFXEhBTnZDcaEkYedRm17Fy/LXHRrK8EUmvZs6MSyUhZuZzy4MepWVb7Xl4TQjfTfkecyCEo
MtoMwAkvU2YdV1mNziY2dPmTLAP3n02I+OCbmGYy4136Kp1EYK/2l+hN2QKdcFNG1iob4ZKieAax
oJhDPkOkEWbqkkkHvpZDN8GU/GkC1Idc7jRvOxUnKRHdUXiskcU6Mn/8oCCKYNxe5tlS6Dj0Wjq1
ADXGC/pRUOAL6zehU/WwYXW23Kv9Z4py2G1ZSz4EaXO8NVnwOWg0dC46bAIpA9oCjriskRwMpAb6
leQVjZaloBakotkdty2VgZE8ARFAIYSuLIaOpqEdblzLrC6dc3SVq/OGIVEgzp9wdRiypm4lRVLh
2lmWiLnlP8vj4zCspFNnC6e3BjUtcJSIsqSqKnWB9KoQ8o3vQYpqgIsA4aXViK3eoDOkR41yBGxl
sAZ3tHhrXQulVIsFHHNRhtB0fEXdpvdYUtnSk8x9yv5oyW2w8brH22axpKeM9lNeQe815uao67jx
Yk72Ii10EXUxSOb65uSqd2Vq/SPl5vykDDgDds5T/9y3WPLUfIbacJVhwFPITjJdGUMiIx/PBKdg
EEgUAvNgLT/6jflC7yQGiFRkyjj89T1ldGUveV2Xct7gkAm4dULwgJI2BcOOBCQtXy/9w/jEcMfS
K7e8dxpFnX9PN11pVZ+RfFEEaeUUfpd9f33Nd/0KjXCySBfYGVVL6oHBeo/mcBYfs5P6PlntvX/q
7+UNqmgOFsaI3e5UgZLqHQWK29tNtzt/+1z5Sj51lYSqMmmMAPlJTry9ZEh/hjuMlJL+hPGm8JWz
JzQnMiZqx513wMzmLtskjvxw+ysWje7qI6jrha/rOmRL2DnfP5QyYyJDRyoMq6YOr1jAGCQJJotv
i1y6tHFbA3QUJA/AHqWsr/DBjc5HUeQmk7CVeb1V2n2Hpp9As/y79P22sCW/fi2MCqe0sNeCGSHA
HbehE53B4MRYa25w8S0lY8hU0YA1hJlXKgwJubZl8jaJ3A7NaVIq65LcfGEek4yisC3i8m4OSwUt
3vveS1j7K+u5fKxQQJQ0wNKj8kB5+rzwK6+uYuiowz8C1DsysnP0PDVAbu7vKt8Kj6yuveRn5oV5
6dfa9pe1Bzo62uKAnYWk9E9vovAtB3ZA5Ezl07AJY6AwxehvevbuPFJmzx+393MxAEPpELCjIE4F
Gw71IgrqImYGv47cqhkctj/1e/VP2IJgDQCJ/UNT6ZLx0K4kVxYPCQxVgLlyMihHKQ2Rdi5mznO3
fVOc9iHW82MS6vVuDQVh8WRcyaF0Q59TVnRRH7mS9KhNqNapRqa5ovjGbLpqWPE/i1fc/Ab/j1b8
T61kHkYbZpDWGF9IS108o3WnAwqWqynU2QJ+eVoFpwM1CxS76WpCOjUa0MCwfnmagBDPKkUiYWjG
CVVT3nSPg2AnMckfa2XPo0zqrSXAl8IU+Uo8dTwzZuo9zK5GrjW8Czbo3Vd8zLJ5/FWPcuSxApIF
jJhHLr8XAcMigz0r2yvKBS+eQkaf2Iq4/2Xj/sqjfHY0qD0Xoy3CzWrhM4oUOyvSTaPeebmse9LG
Gw6+QPhk7bG1sot0Sa/jwHQqpxArWLG7XRtVWb4O/+4SPf2TZ2Hk1SVWsbMA5PLWWOiP5zb1I/OM
7jPb3wYJSVgy/vFelNcZWn0/WolE+NK+7WDWtKROBd91xYTZvsj145CwzGvXHatyLSeyFJtj1EhE
yQnDmYjQfx49JgrgMuejNxn+9kUBDri0a54AQL2rTuG5NKMVpRYdy5U8yrGAuIlV/XCM3Di3U/E0
oQak1fdCv5fGY86vxpfzj/t13q/EUWsoMVWH+hrEGRNPALuQnkR7KozSVWJdKu6qfiVnslgwuV5P
6olQtFrEij7Ws9dTczwhkNjW7seko1XcrDdr+DuL5/1KPeptkAtyhzviW1rh8rqI0c/uS9K/bhvi
ote6kkJdq0Kr+KNaDZGbOurdaIhgMrwt4HfbBB6A16tGxUYSK2VZIEBC+zbsEIvvh11qApcEzUex
1diYNLTH+zgjt8XSrYP/inuvFKPc8ZRmeBYHsA7R5jo9fhWBC1IbaFVDX0K81cy6IOVlNALjibFZ
R3gJ9NLOHXaHVIQjYS7IA4xes2JBaweScuFTjy7CRMWWemIKOZJS4WnSrjUKLElBzIKuiO84iS5w
10WAzqeAidwwAbicVyDDsHLQFxcXXVUaZptQtATmyU/PghQP6hOhhqfdf5N2ZTty48ryh64ASRS1
vGqprat6cW9uvwhtu619oXbp62+wD864ihaK8BzD8MMMUCmSSTKZGRG5GRTEf8ZhRKOQ4WeO5h/T
Y3RTHh1kclqv2bXHetv9qtBqpHgiaLjc74GEvY1+1Ftpaofvd/E8OP8o4cIiXCEtn/BRyl2z0QHf
bz2QSoP4nXo1pBev+9fqYXBmTeTpzHpStzle0rhIDPRiTIBq+1ECDFq6OZCoin/dnCgO9unO5+aE
s3XRUb40Cwyuh0L0uJu+/tSgH9v68d34Tu7UoPu+vDZBcaBbbRfe1bi20hPCHd0dd9G2e7bdaads
C8B2JN+17mz/eIJYSErypCehiu/y1ZNyp+wN9CuBCk2Ruw1aOD8lu+wwv5Bd+Y5H38G8AT7GeojR
oKL+MCF2iGfoU/SDeOq9ekzd8FbWQFUUC/hj2oQju10KCj4QVokArfTC+F/Le1uQRT18ZJI1Wn00
nK8Rn6uzxIMd1TkzUhhTDyAloKvH5qvmGm4agEdzfdrXwodzS8KpTWkEGAbff7nx0ef3pP5VyFKV
q+f2uQ3h3O4VNTUymzs4Ts0YNJIBCOd4M2/QAt7LIIqZbl9+XR/W6hvz3KZwaFekUajTwmZkz5u6
B8GvBNQszLddNO/qcDkofbtLxu5hyvo724nR9ibc1Dk6JC3zFn2bg0izn5f+Do17JF/GR3vlcBFx
O9Pcp04LxvHRecwAgJsDsuuDAgqhXBpsCKCC/bU8yHSlVmPw8/kQjrR+HFk8LlhndZt8QcsmL3kw
/AJNMDpJrLgWbJwZEqvphGqhqfYY3hjQ43JjuM42Rauh+OH6NK76raNBQJHaOvK5wnjarFVnpYiy
Y5Y0fqNtC6vy0klyO33ePn+s1W8rn7N6tg/B0WlppcTZUWv2SfpLm+KdZe8cvJqmebifktqNTcfT
B2g4lr03kHEXa14Rzl4HiFu+FE+jYrll320hiLFZ6g5FPrCYmBJEaRN0Frlz1OYUsvzRyUJ3aFlw
fZJWXA3IOwMxk22g4iTmAWptBKoXylFHowYVpwNPl8SeHj2Xo2Q11twLJEzkdABKB7ZeLBEU3WRM
U2YBCtexXWXnd22zSbLAUbd69tyD5DBEnp7L8g8rToDQwbKJY9qQNPojPpnzBi+8NjlGAL81Q7wh
JqLnarm/Po0SM2K+ao6MrO3R4e+Yd4d4SP1Zi71OzSWH/poVQBhRFERDWRuQycszHwvZa6mBxFsL
/wl69UNaql1xByAkf1vgX3DmzUxxqs5oUUjNl/JmrOihsKdN08wvS69urk8ZD9uEjQPdImhCAU6E
zL3DP+XMVNgsbJl1VIX1PMiGxLdnDeK50+L3aTCZbb4dYluS9OIn+p8moQwMvS8gE0Xlx2QcUjxe
MX/jFJT65DbZGKS96eZOuQPeQZKNWl0tiAD815oQRWlWO1laBSyCMfqd+Z6F30NZRCQbEI9Sz+YQ
WE677RU9OXbWMm3DyHJ8pXAGjxbTR48WAG5qGLIk/6pNAhQ0Am9IDlDBCbW4aRUlR6lPQ3O5+LTp
rS1bNqWsorhySaAu9tuM4IltbdR6VKF2yhr9SznGGy0KPaVTdtOiBaxW0LQkPSiTrC/96gYwkMAA
7d60Uda5nNFcL8BqaynAEOn4Y6LL1tFjf8zyystAY/kXOwAZbqCVcPqC63lpy+RiGAycyGMC1RKP
AC1LuIQk24S15JZa3WtnloRRKYY5k7ZEXQYUKi16biJXJ0co/HaQark+plXvOLMkeCRoCV3Va6if
crJWGbTJwS69MHtGE8LrhlZ315khIdhWgbky7IwbStVtWh26JQsKJkFDrUXZtn1mRXD2kQ2Oki1Y
otjot4lON9V7PGxNqPiTb3mxLS2U00zo+LRQNm8kU8l/+4/TynQcB9qsYESIjz7TSBWTMhQhyPKx
RA+TjGMi+33BKSwStt0w4vej5BdVv0nvkrXfdzTIPNkWV7H+Q3vLbi1n7grcVjV7L2KyHCbdGSR7
aG2/nhsRkgMdLfKK1unnHgLeKwMDKDXu7f7X33sbKIEcXIgExB/lMGPuxsTUsuTYOKcs+2h0WWfe
tX2DBKIFCVuO1v/UET47yWdqt2UO2YAjcldmM2/VSHFxOrhacVBS6QNjdWnOrAmhcZxZfWhnQOCk
8ThChCOsOh8t4EGjyTt0XuvRFbRQs+6pStuHxWoGTjcab/u+pP6oFa0/luOznS25ZDEln0WFA9Fe
msqKR459SiLFGw3V2GSNKmvKsXZygDyn8h4BwAWJsVrTsrkbTAbAJpk8HIXyxVy7u84tCDtr6Mup
63pYAGb5scqzjTKFbqJD/7vfD4bh1rpx6BLJcbHiQbxzIar+BHkyoEQvbxOtizVemsfNZaItzZDd
tG193/eqp3WcKxRHkmzMyjRe2BNOessuJsYY7MGP3BgUDys6zexf3McXVoRjPo5zPFA0WKmdkzGd
8v5Xnpx6U/IiXR0LTllQKvnM2cIpAhUuApk2xDSlHe5ymu5BILP/3rkdTYdukqWrxAY/9WJ9rh9H
awnBix8TJr8H8M3MDNxLbdqnmzJK9i0kze/brgrmNNHcJCshq2VVv7IhgwyHyYA7I9Hr3JBl3069
jKotcvV56gvfY5kOAZ8Ez8jLwf2fGdEE/SlwG0dOflOa7KBG73UWviZJtnFi0zVrJOAJqJuLm0LM
CBkX1843VaZvrSy7yY3xTU3N79cnaXVDABGm44UBatln/ufsSCWR06FlBuZIUfxkCegNQz8L4sey
VJzMjnCYpiGrO3VGcBXX1WHI9Z26DC6L6V6rtJsmrST7fOXGQzDwz7DEF7uaQ2dr7IE4sicXMLsh
9MPwwFrJ40VmRVjQ1rIgQhJjQdEBJLz/mlkvIZEcIOsmIHTChcQ4+vRiQ/yfltIunBrMm54iNTsd
Rj8nX8nwcN0LZFb46p15AYutOBtyWEksF/2+AWzPAukptXJxYU3wpgSDFaQfUSwBAnpG2i9AnzHb
RquMiVrenE0yeBc/hYSA8MKKcEoBJ2OXhq7wIORg2Wjj05JtuNy36NVFQ+p1iST6XXfs36MSHJtY
bYp8QIKiPO1uUrN+zvJvdX6vmi1Q3I3E4a4OTgf55XKdCq0xkIsFqikluqtZ6P2QQxH2a1/dZTpa
48rSUasnPgV9nhMkQc0U5hLJIgupIYxtrD3ck+3bmD5fdzyDb5E/lgscOy50Cj67JXjeYNhT1TCM
yOmiJEgLi/mRHVfezDLFnYcyfepLlbpGn6FdecqyTWSzrxNpIQGmJGgNX7ehh+gFQv4d+zVPAFlF
cUy8JRmg1Eg7x1um8Z3mLVoNaOVLHM8QtyvS8AbgVtttYwJRl2wOgd5YkvnF6evQG7QovlvGSPOr
CqzTmqFvQcmGJkBSpPKMyZyOWgzJCEMtrUCLRsUtjcaEVAMhm+uTsz79v+dGmP7YZtlSp1F6rOPR
r+PBVyKJ867uexDHAG4CE08VWXg4dSBNGANBptIHLTqSeZerg0tlUddaWhP3y287fKRn54vZ51Za
qbBjHgonQFNHhXqhgVj5kPxQ9qSSTNzqSXNmjg/7zFy1pKhEWHCq+N7tJbqDsikTHFalRqeHGn67
AmLUuGsOy9v1VZcZEFbdHLrGrGbMVZSGQUOemxHN4/X7KX353+wIB1eZE1J3DHbC/NA1WxuI4Pak
6pINLhmNKJ3aV72qFQTTFT73t/Z98jRJKvirR+LvtRYixv+zlKHKGZCeKMNqiduq4Mnu4u9jFziy
CVs96c8sCeEksAtEXwpY0vINaKS9HeBdBLqlKmNTr+/7f3aLI4TzekQg/K3DkIW67AR5w/iEzeNe
X/7V0aCUAY1JDTIJYjAKwb8eq8+Xv/niAGClmD12pe1aH6ZMsmJ1PPy5jj/Ic4gxTKtEZVVOJYAf
6hbhr0ugu89kOLLV8UDCj8MfgDcU2wjkUDNQEsrSoz36BMS/srXcwkJn9PrATEm4tOpzSH4iaw0p
VbxWLs8Xh4VhUVVICrVFkCbBNGyAwKvQ5jEOahnGafUsO7PFN9jZWYZ0/Aj5QNiyGxfItFhyA8h+
XjjO9GUoQmMEhLnvkRVqMwOtIqNQcgisOsDZGIQjTWGkaCwVYyin245+0OpQJ7EkNFpdfwiOGJzZ
CkVYPtCzeYpQYsCrFYkhZNzjBZTDXHObPHYr9TjmkvVfvc90HcI7BoDBOqJzwVjdK/2CsOWoo1gS
zMNya41M3UZtqfnR3CceyGknw54Nf+6n2p1srZac3mtTyku2IAwD7oMk/OUXpLTlogUVpnT5mUZP
07/giKJFxe/fF24H047rMmsAt2ZR55eZ6VrldyaV1l0bBahnnJMIEUdspctREAatlpigIliPN7nK
mIds9bHr7qc+dyEo7JZW4lkVECxY0Kx4SHt7M9LOnei9lcikXle/BUB6E2/0z2Pk8lv6KjXDKca3
aLpt+MgJMa/K87uhlT2FVw1xkRVA9tF6WtSlQufuULfzGXyfRf9YwtIJSKL0foJ9F1w/4/kiicE1
OsASXXUI5J7Fum5SdVNcWz0IZ1X2PNT9sZ7vSnUfL9Bnb79WoDIuhWQbrh2NmEENOSIbiHkRlUGn
PpuadsJLMos2xa5xSjdOvTnSvXCO3FAmf7AWXpybE9w0LrpKbzQN+bXE2mtO8ZTXBUAGGnMbNdn/
i9n8PTQRkTHoFRQBBgzNrl5A13fjsXFLZ3GnL0R/IPHiqzL+wRrFAuIjeByh+gVpGlXY5WXHknRJ
QM8spw3VspsKakn5F1ubAtsp3Dz14xszuWOJrP3j2q2AbgiQOwYuhKsEXO6FEt1jB9NAYiNmSfQL
+fjOU8ZK+xdn2LkV/jY8O7LV1Flwu2F0dEh3NcETJ90sXb25vmxrLnJuRQjbityZ1T6HFUufv+mt
iyDuAFkyLzFkMJe1jQ02DoSvEH8gzSfcpS2cI0bDLIRUSBfs2qL4DqKy6iXx9C9qANC3wrMN/E4E
Nqbg9hOziyHkbwRzsbugWKC0m7dM1htj1Qt+WxGRAPocWZBPRcJGIR8G3uSQhZEEoaspUSBPIFwC
vIsNDaFLF+hKkB9Jh8oURUNCoP3RgeRZVW5ZhF6KN0730UOV9ifY8HT+mkally9eUe319v66i6zF
DjY4keCagjILlO7lV5BF6TuL1SABZ/tkjDZxtWfJ7WDOGxLL6Llr7gjaIU5IiPdBvERYOsVqmq5u
gOgYwmI7tN5bkUdeMpiSmV07h8/MiGsXa3ZRWyrHVTxDwt+EevhP9S1M7zIZyYd/r3jHnBsSNvE0
EMqGHrdZ9qt5gyk0ev6yKIEZ+jJ6wdr2QpkZpxI6K/BL+nKV7KTloRDO+rvmEQJyfw97cc5/XXh0
NcAY5CHFrxfAuCzq0aJfswb1GvrWhLvr7rY2EIj3UeSnEazi+XU5kEIpoLLGGdrl1HwxGf0SV92O
Kh//wgoqDaDMUYoOZMLCzDF+tYMA0LHoUi6nb4yP1jxI3Gy1xoKaL9BWKvozoYXA5Vj6MVPbKQe4
ZmoCxjswsN6nzlNm2l5ROm4+75xia8ZbqJy4JTkoqrW5Psy1/YTGBSb+EoBERM2JTG1SfZgxmVaT
9iCJO5sa2Cw/K8rGjZQo/uv0D9KuYKN/cvjBahNmdemVsKgdPGW6iXlDB6FHNu544oTWknDjz4HB
Ei4uOCU610GA7HJml96xItaAdoUHYAKFGcjMqEkTTCAEhsb2+iT+6ZGXtgSPXFqtb+sUtooXM3cX
LKMusbA+GoTXnH4OjVRh8xa2UpctxfMsG4H2TDWS7sqqaNG6IXFc28rs/9GesJ0Xgk3RDj1wIQoY
Ls4vUv7CDpMqnqxPHJLjEKPCc1DsntE1LKoGY8brXKnfgV29L9v8VonQuuL6Aq1gbHToYwDfAjIo
lL4/L9KzWCks7cIuI4xHy9F4JYo9q1BdE28TFqUI4zvXdNJd3oJa0r739b6rreD6F6wt4PkHCBtd
QWMgc1nwIEydZ42eMuVEglEG1VsJeDFMvIpQ/wWnGP16Lp1eLVtDafGoPuZJ0DW1ixJoPKZ+xAqc
LKAAGbzjWukaLKB/X+y4MC3GvFVE7BANz/GiBhcv3wK8ocmSLWJXBpzFKGvriNq4aK8FEc/L4aGj
YaHWU4dJ7JWANjv7rQYPHpUOCIP48fxjmn1GBw+63QQr2mcQGwsPaaG/Xl/LFVT/5XcIu8PM65E1
Lb4je/loPfPQ+PT4PXyLN/WLc2Ab5WDeF4/Wk6zbxuryno9feO8zNmszLeFE0UtUBqXhcZxH7ar7
Wj+oXQDOWSnLc67kajBW5IMgesFFYcVWzKpTVGNYYudEZQcWPtqqTi4w1gHHwpnhoR+YS/ojGnVL
5nhtw5zbFc5vs+mGpdAwx5WrVO7dYG5j37hnz0BjItrrvjDbNSM3Rv/r1/m7xDb3o8ugDGOGlCTy
YSYUWsS2vXWSQYZDwWlrKGiz0Pxw+jiI42mrO9Omj6tT2pX3ebLRtQEDz7/RcpaFhdbaF5iI6iGN
AGyvKDXS1GhrlcYq8kfzeKs2oH857XfEWK+sVU7tYLxJRszv3T9GzPtaQQYB1FqxHVS/FGxxsgXy
AGrlA+l+SJQxQrd1+wt9tlOvVV+baU+h6YreVJLZXl1onu0Awx33gKiG01gMRe1eRwnzDr5c3hH0
hZMUOVZn88yE4EsW4pgwtDSc/rFvF5lbNtCfMl0l6T0mAwv++eqD75zZ4sM9u2kKcyHRbBlIbvf2
j84x3ERTvlxfrT/fDDCBnocEiBOsl5irn8tmQLILzrEgKiSdEqD4VA3QVdM+EuVkK71byW6WtYua
YIVMC60mDeyJy1ERc5nVeDERTVFsf/MbNJ40vfevj2t1mc6M8P9/NnVpU9VQ1rfwYC6cKkgdMwoG
R3WXNkvd2upit2FFLLG56n1ginzqYiDpJtzLTWrj/ihoepz0l1KNXTt7saZvFUCIfz82CDTjiUVM
qBSJCo4JhONqvcEGmzASHyjN4YjOUehXvQyJp4/ZT6g9aBKbq2c3L0xDB43HHn/EwGE8oG8f7uTR
vGGv03xvxiAkJJFHSvT7yQ82eygsyV5bm1ADGECI6sNN4J2Xi5iV6TCgrzKKx5BjUrwwRQpauTcq
TXJBrDnLuR3BWZbMnGhuws4wNd/V6rHN4q3zCvHKzayEjnt99Qx8tHg8QmQXeE6eDkYAcjkottRV
pnRJdrReNcgryHTDuZNd+3nhfCK1rk/lWGRHtnwbo9CtoYBfK4+9ctC72Junj+ujWdvM56MRlqhG
9ATwawk62UjdanywIdUmFflcO6TOjQjr0zpdzNAWGcDAwYFO1X045r42PdDJd+wgiwD5kgLpeVr1
2jQKe7lUumlqSpiMqm3Z7NLoBaK67oAcs9K8du1Wo1/TxXi4Ppmr/n7mGkLIXUPaciq6PEPiA3pc
2hcwclxNu1uQy7luaIW/ipIZGlpZ6NeIjLaYQO9bPQu7pcogG7dtTOiOdbkbjQ6aj/Tx3awk24Sa
wTRWXpPtBzXcaMUSVI8UUmGLWt2oaLt0/YPW3AiSkDYepSBYoZZ7uSkmLe+oQpvsOKsny3jGE1FK
H1ib3M+UIkppOrJTQiLdUBwjmXKaHZGTcLXhF1e6jlrT1TXZ7K65K0ppSIChmw3eFsIOV/XSUdhi
ZscKEo7xPhq0m66MbnLO+0YvqyV7GhoJIHjtUEF9ALkJJHAhdy28IgaLzGpLjOzYELQLxZtUCkBb
YYtz+VseKgCEhuNYOFiaxgnHhKEoaEd3YNt7qXLiLFG05Sq+LTdaDXYVQWkCL1I1aMdNb/51eRz2
ETd8dgfgpL9LF2GxMtUFfxRmvV1u4lp5Lp3w7xObl0aEHWjEyRxBHw+vwrDc8H6xjTV5cv3XNXc/
G8vnZXsWnUQtczqb4CGUt/o+mh6Qm9zJ/XDVCkCWXJAcjBYxtqtrZ7Q54ueYLiBqlBoAuKzU3hWn
l8k7rV06SCWBLAuRZE60u1yb2ulR+LQR+dRK7o25s40d1NoNyA67OIW2fRupaBAQ310/NFZ3NJTW
IeMJd6SqYDVKKEpUKg8Pmv2sWDcM5I8ey8X+1fB48wbIUapQDNIvh0ewXE3JhwfQ/S4l1g4aWjTF
4yYhm6Ka0Y9AFm6tLt2ZRWE/q6DNxhVFjMyyeU/Ytp/RsoVKwqvVVbPwwADZHE03RMIWbRgJuwH+
kZlfwZ1pNzTca+MLq3H5NJK6zuoBxStLBBlqG8fi5RR2cd4UKPsgpWON3X1U6MpdVbA+uO4RqyOy
AZ3HsxPOKKaEqVlZQGkhtuqRZeT1j3l0b/sWGjrX7awuz5kdwSHU1sqS2QaJXg/eVFdyF666NUgk
XIYU15QIoxto1FcstpHXRh9nlEi9bjLQJuu+KiThhtiE+jMHBq1fgrI9p/+Yopdh1y46Hi1Hux3t
NzTypP4cTo4H7Ex8CDlZNV0ipA2i5ZiyVPcgrBG7htGbN/WgBMi9m76aF8aOTdpzrGhoglTq+aZ2
0nyvzQRc+bBe/LZJ29ekm+gGOhWqayfIkFZL/mUomtG1sh6pmFiv74YU3xFNvYaGJXWym/Ix8SoT
kDu1QpNioH+y7VAV8U2EX3ZJCnAUOh6ZkqnnJ4YY9fHeUTxlY/ESxqWXQuSZ2RVdsuOkZI9zZzwi
lWE+5BnJfVZH8VusNFRicvVeBcIZMA08rtC6SLhymsiszYRMiEtmt/E1iKJ4zqv2ZL1mH+qP4qdm
+WnjAUF33YPXR/qPVbEomRRapqJld3as/cppD5P1FjUfCon2I32+bmlt50Pk3QGlEkUUCCpczmlG
wfduK8ypwQA4bNTsqQmZbBLXwnWUjT+lACAMIcaPyHE1Wq/MGQhR+m7qXjOnuVcBT3KmLXN2RTm6
Knrf9snT9bGt1Nxwr53ZFRYvwa8qg4O4K66U2kWD6udFS9hdTUP1ppii8iEqIzSMLsbZH22q7ENd
+1pGGvGnuaj3gAzIup2svtPPvkjUtbOBgmMK6GHooeTWR+t7pG30H8O76vaVb7cSL1o7qlB/Q99N
1IDxRheGr7St1vUxjEUpKHvNPi9A/i2CHnN9faLXDQHxgyQAShFizSqJjTlzcOoe0WpHRfVB6zrX
eo8/rltZ3RTALELuA+2v0A7y0lXbuYX6Z4NzyHK/Q1DOO+Tb6wbWN/uZBeHimPumH0oAs1DdI+hB
89DtoGKyI8HP2J19xbehH/Q/WhTO+JxaWTqMA0SUrR9NgCRfbvRvStnttHgH6DRSl7N9okPlEvQH
sHJ3KGWdf9YuZY4E/e+sCodqHvV0nvisQrzCh5zqPtsmT7HMQz7Tyn+c3Wdm+J19FlPPCivCtIWZ
CaeoS9F5Eb2vtokbfUOK3920RxC2Ev8VecAAZQCf7aO7IXj+WAIZ1G9tvEi6oSCNgAa0DWG8Axkg
WKKHuFXZ4qVQzWmgJl6zl9kIitbEy6ySbI61aAQhMJJkUILHq1OIrZAmTAytSHPQkNERw1GTnyBY
3haZLE22aociTgC2G/R48XacG8AIADCBnfZhqg+GvYe86nV3XTHBZYUxayZPB4hZRqtd8pxVI/pj
BvQ1v4llirsrO1xDBE/R0RakeNxGl06CkldfJ9WU87yHAdTAjg3oEenp4d8vyYUdYUlaY7BK0xny
Y1H/AsYacghSNPrKkQg4CRj4GAiYwGLD3CjJMlsx5/xY59ZmHtDz2gTn4kOKsF5dEtPh4GZUu02R
5B5HjqLmvZkfR21L29OYBgDi/ItVPzMhnLuRndtTk8IEkCtteYAJaOBfN7FWtecYL8BidC4fJZIs
kOPtlLwHBifc0ptwk25wXbudN+9+PsvyP2tRwYUt4ZRHGn0gcQtbafpsjQcyQhUcIFGHVK4a+6Xp
Q7q6qYIx/0LyH7IUBll1jLORCid+EvWlwvhIldh1fti5O99Et8NRfV42SNF6+c13bdf5000XJJve
7x9TdAhnfvXcb9Hz+GbeGLsmQCEh4cKtj1Cak57UK8HaxfQIB2RpNjUp+PS8aL4aTO6y12HN8ky3
8UL/tbpXIfPy4rhxcN0HVj35bGKEzY+mO0taIz475mO4bWgwqvrWXjbXjayeMGdGhJ0/9ehfbdYw
QusnhNeF8kWdXjVvdiQO/YmmEu67i1nkH3J2302JXRmUj0bze5fd9gdtY+9Nj+D9UHmxl+61XXZb
bxbfujF95mm339pDs4+hyLclPqTTfdU3NpBw8/pH9P7SN/mDht608W52Tcw8cTM/2cg1Mfnail/N
S4089Yz7Ucwi1k44M50DWdFHvNnNi3999tdgDYDy4dJFmpFCAljYenGo9lauoJlCDUI/cZdiE2Zg
HncvbR5EzK1z1zKLu8KS3Ftre+7crLDndFNpc5pgWFZqbboJZJds0o+a2b+bQyzrWLoSYGCM6KbN
s/dc0P1y5U24cUQoxpjp5j5tt8iyaWW0yXcO3bSWJGRd82e8TZHUQ4SBZhHC2WwkYUhrzkttm8ZL
1fIGue2grR4SdYKO9d9npDhf4R9jwuoVOTo3hANg2ySeb6nVnqL+zbQGP2mYq2rZZjRkzcRWFw6d
oiGZwbERtnAm2BFyfnUJ0lXaAto31wyiyyb4SmVjaG4KbsjuuoOu20NClqJZBQD9wq51UkiROQPo
SpG2/7ZPU8RrUy17DXNvEzcZUhgopqBOi0SScAapyRTpLWck1dqLWtebAWkbPXnU2dfY2I/9PtJj
Nwf118o+mLErmtfrY1w7Z8/NC2Ocy2Re8rBGD4XQBGy3QvYqXB4j1ny5boe/Lv8cJirgPO2MbI+w
6WpoH0VA1oL6Rd4Mld6QtNs1xaNuvzPtPk+LYOhkMhPrQ/ttUth6EdDCAIAANQW+ROtDYu3D6IDx
K0wmGdvatkMp4p+xCX4ZkUJZtAJLOKfNtjMdv56Hh86uY4+YzFXQY+D6XK6dy+f2BJdZEiUEKYz7
JZSMEuNLb/+8bkA2c4JTqGPvaCE3UD/RPvbq6tGgkkNY5g/83Dy7EVkKisbA4Hdlj/ZkOeRge9xy
6j2E90iWo6/SLwKM1/Vhra6TBooJtrKKbqHCOs3Ibio6AQi5vp8QxUReNu4y4nb1+3U7q9OHBCHS
wXgZ/aFiGDI1CxcOYUtb6/scDpkXauFpmmSSnat+QPCe4CJunJN8OYeU5dQuOw5Xm57NfqfQx38x
DshLqIaNngtou335+0ncV0iJAW80QmqqoECuAFeqDjLZgbUCN5hRv+1wXznzhVCdM8UcUdtQNJgK
N0UGpUmQ938hDbcdLR2wGWZ4eWO/gV3VuWV7TzOguvXpWGAxI7Bjr4977dzXcRgjq6xz1LUwbqJM
bM5GXiFDrpDukc5fMteWNQJat4LoEw3MIMMn9gFS0FNYoQtGDWRwW3/v8CQ0xnsjk8Seq84Iabn/
mhEOiyIyxw6ySigcQTERDY6zCXygXIZbFKxAhsQAJZO/0zmmGzmTyyXEHhgzB/WpE01CLwzLEt2F
ks3gRDLIjPhe+48llIyQ8sMutkWnL5slwnVh6afa7DQkw7pvQ1cnbl+aNep70b1m1I7PFA1i1pYW
+ZnGFnRqQ6u2ZWGg/HWzf91ZhE34+T2IYXF1w4Eh0iPM71IrwwjheHKqAcNtig8Svlw3IKKf/2MB
4O5POgPOLgEMgdbDjQ2qATm1hpqmrtaTdmuzMN1VxjyHrtrqzUsCMmPpU/T+AwmBNrnu9y3vgt6C
IjsF0CyYFC/WaRV7uRqXqef0XfEm+U7hqci/01CBlNI1ZGPhbsJx5DCwZtPJJCerbg03z3Jr22fN
cFNFDvNnhxCPLo3jEgJEisbs7yCDzxI2krCnPj8BUC2KZJENVKkIZx0pxAfHpjdOqf1O+kOEekLp
FJsi1CXlbOH6+jQEXAXg9lDFQ/2Se8XZkTWHAHumfWuc+nouA2No0W3HUvAorvNqS9U6DWoG+qKS
d/F2mIispYqYm/6PfVxiFuAjkBkUfSJS6rTRhsk4VQm9QbtTN1XT+7lrd5Oa3KDvqT+QvZG8J9D2
YGChRlTz6+J+WGTQzZV9j3oCOtfqJl6JeOVczoMVgrmMx4hxspx8g0RG4VpOcgM9t6frzrW2sKh6
WthiGrDKVHhsOBCMBGGppicnLTynXbazmgfjEIHbI7G0OqIzS0KgqieNXUUoLJ5AY/NzdBkqkkOr
SiIEIRL5XD6K2qUBN+XRsHBoNHUd0ghl1hM12sSn4zR6E52fM2uwQVkyTW/WpDp6awMDCwaQIwpw
ObrBXS6VUYYtInabnqYRD4lxtiYffHpjAzUbGc92ZbXAncOLBlEDR9gKt0EeQwgd/xinqK7vTafw
llg90uYnQ9eM637Br+KzZwWfSNAawXgB1JWD44SJRPU5dirG6Cmn5kGxDqAH+rFaukz7TpqPUt9c
N/fJNPnDHt4qeMNAlhCmLyeRAL9b991MTwVd1N4fIjrrcHlt3mr9MqEtONoy3kSVk321i1Jz3A6w
0q2llGntzQar2t2ItPYt05yE0xmGbPFySgBWtEM0uHIL2sU/Db2AjOBoQZzSVSJQKmfo5QHvnVrJ
9+ujEfOs/5k9B9huBF8oEogy6SRE0gPdYulJnT2dIa0HRa9cybZ19DbZqpdqjV+rd32mAZuBGlvd
S1ZPzAB9fgAEN4gF6zi0xVehQZjW2I1JT1aUekYVfoGkilu3ryROb7tXSz0UPRK/3SaPAa+QDH7l
uuK4Ac6IxeihKHG5lBPLkLJZLHrSp/dkoZ7ehN+y9t4xTK9OJrRMTj1TBzLKarfXLa/cHTznhdIM
+hWguiTcHUXWWlNKmXkKhy5zwykaAggyKLsSiNUdmFBVYDc2gI5KPUWQj59IcN3+ykGAuqzNGfDo
k6yKgScjy4L4atBPfd8QP5qq3KepU3ssIbIn+OdYhP3CGa6g7aILBL8wLyc5jBdK5hjRWrqkAVEM
P3XeWBLeZaB8hATKP22QVb07RsPGbJ4iRPfKsJvLXU1v6+gjn7cO4ORaOLkc15fHtku0jdV5Tkr2
1ydFrMVzV4TEEk8sQaYfCDzxS6Ekgf+ak5OhvYUs8Vnr/ASo2Lf1Y6sVfl8Pm2YiO3T+kJwp4vMH
lnF2cWET5AeBvfi8689iiXCpFDtF4ISINtrpJNqG4Q6r9tWuQVnNXQiCqyzfGRndWqTzw34XJ90u
hLRFQ+NdHptfrs8EH+jlkvHPQTCPWx0fJZbdEiTgijifzRMkmkbbV25v9fm1knVHXLWCvQTCgIHX
geiEjZUtNG5UEwzgqIIyvZIcsrRB1RXKZ5sI7c498Gj++mpHIg+qCVCiAen5/0m7ruXGdST6Rawi
wfwKBgVbdJI9tl9QM2MPM5jj1++ht7auBanEmru7e/f6SU0A3UCH06dxzqfKOKmJVTIWm4eimYcN
a1jpJoTkNO+nZHt9E89tHM2mSBnKMgi8AAwTvIhaLg10smkGvAjbKTMVQ5EbZ8iLYB5V3wo7p85Q
WQJlz3Wx5w8vxKqAVy7eLyx8Mf1vqlRGeqSBDNU4SPw41ffR+DsLDw2uketiLq7umxjh1SUSzyY5
tIyDmoAJuCk/lVmhKu/ukkEL0KB0H4WGO0groOK1xQkWCsPleQcX4IB3Nd2O5sHcW2t96hfUcil1
IJJB3WNJbZ9uYB91dWUamXmowB+4IZERoq5dVrsMjEsumpVbzyqbNQ6u8wt5ObV/hAqn1qLBCkSy
oXnoMZbexejgmWp98RpWrPWuH9yFWw6iUNNE3AwIEFzQ0/Xxlk36AHLnA7d/olrwaNpb3EyYjSNv
OblJ630fbaNyTV8uLvCbVHIqtSp7DA1ZrAGXuWzL8HV7Gs4rsd9yNMK9haXpFobBo18V/fKnQkrF
AEt1rhsHI3eVeYvW5+t7d3kR//y+oPRGqRmgqsHvI8SjWXsMlRdMzfs/hQg6TrK64VK3WNaouLVp
UJbot6Xm/oulgExlwYKh9U1Z7PvbNRHaiSEZhY3L1w5DD5z1itPl/ANQtb/silzeNmBc0E4LVCEu
bdHJCvtyrIgUmYdEz9KtoSSVg4HUin99PZeOnixjuECWp2BipJCwsyq5TkE0YB4GrhQ7a1BKF9ma
tZk757EGuBh1tMkicEOwoQoKlhqzbkSstQ5czhuvzivZyWyw3I4SQJnI8c10KKpfWWSuFeEvCQbv
M3BKy4OM4TGnx5WbxjRJ8mgd2DBPVDNyw8dUhdw1Q1CPj4mZbZWWNBsdvOze9Y39QloIRqUj5AZU
aWHTQM78VLSqDmiOlAagzsrjLL9EbeTn8bCd0R7D43fMqPRSZavpktfr+37J65hADaOQlAAgazfF
NrKaPSbhbEDGtTcbBcmINQjFxU+Eii0u20L88QWc/q7MeZaUZizB7tss+RzCojx2kszguLHqTpMw
o8iqVIz5w72xKY0ZvXYG3FCrAiUCUwDji9TOr9ARdweKO9mpE816TuzBcELDqNxOkX6NIIp6jGVp
WNHaC68ocsygmkHwg7jcFG7Fsis11CxxK5qz4iST7srcLfofkbybi99tda+sQXcumAk8ErhAhgb9
hUGcHuYUT3Y5MW4eJl0C7WtmvrM2X2t4FYfWLSYPeBu6jkCDBjuxhHvSrPqiaCpmHLKpOhS2l5s3
MTm0eZTTdKahHfnz9Mtgnxww1Dy6C/tgAr9daAQqKwOFD35sDTcNwiFwFw5ebR07a1uR26LBcHcv
jWIQuxprHQ9fmGNBz7EpaAJDZwrmj4pQB0krGzCEG9JBnhV0gvGsZk+KUdvHuDXa3BlTFaPkOrPP
3STXYOAaiezQaSs+/em0uAeoQzWU2VfkMc5pFFXFGwP7PGaEEiYD2mhmfGdog6TQyExJ65JcqoJI
z9vf46zPoMIe0lh1lXTWfiedrUcuUWMuOw388MbtY9bXblq0XeZJepovpNZJlztqnaSyG/HJfter
xrSoLuXVgVl2iVaoEPU7DDXXs85rSzJnbmRPzR4+I3u0ykx51aKUIQXRYBwrLfRU6XCXMUwL7DIl
TRye5jY4ZwftRzirgP7bo14/t1EOwvC6b/iPzGwRqoVNESJo0e2OZkpYpm45gHi5YEQKHcmO8Tg2
+dR07jQMWbg30PiGQbo1krSe3mH61iYPa6PcNW3Tvcu9pBAPrbaFtjH0qXpHc4j5ZoR9zn1sEQsd
s+MzRsAW6J7CaEOil16mlvxJ7tR6DW//xQrzXRsWrB4oUQmI1WSUM8QOPameVUkK8yzAPOmFIyYN
QRzAGksvHUISZcQUG2RS0YFfjOh1NnR0RdjZvSkRC/SGsz2BcJBxR54t4qugISrRwqgMH3adhS95
XjQr3EqizwoKUPTogM4OLzpSFmIFIsYopHZuJCT2YrncFEpr75RyTFy76NlNPJDWY5H8t47yf4Xa
C2kwZiygqn96l8i1EstFHxuHKd12L4A3uXPhKY3fxn+brlgkYboiHnfENSinCvdJLUdEIWqJmMZW
KYuMF7vqdsgL/WV0oeCstSVuQnvNF1XV6YJyjNMp5Rx9W0SCweouYYZjDRtVbVacr7Ok1yIJVwye
E8SiAGoK937GMf+171v9MCUfY9PcqUm1GfrbmOe07fW70VI3Mn9oU/snSJ9W/EvxzYFs4KzQQ7To
ClYqyNYre5ZmBs+PTe0mIolfq2Dj5PreBE+WEuOfGgQ6K6m25YROzelUqKArqh4aaQb49UGNfkbZ
sxQ5gF+tyBC982Vh0H5sK+bs4A9BRmaD1CnBy3foKgz3bRO3lhoQAo0r+3fmbUCOiSFdOkwOvVia
IWwg6J6ZQmrFOigFtzZZY8nBAFC3I4UEzRtdS1xACjFsdKyaXRJZ82tjNKVv9TbGnJDuZsoH5TAx
eEpZrZf+pLfqQTKMhEptmuw09FndMJ0bPlOiNcaLr5qQcAwmALXQOKDD4DAJsUU8d4WqNQk7xFlI
1XQGxayUP/eh7MsM3JubSruxa7RsmA0NmXQ7TLXHy4lyuXPK3NWlJ3MIwd0OfugocxJr7fvOstFI
/yJNCNJdfBrQEyLcqq3TUEY+nR0U5TPCISaVD/B66mlV6HJ59uoByTAVb5vS3BZgSrju6orO0SLd
wCWDohoSN+g7P7V/0nIceJOxQ97rNi1iSaYRM96uC7m4RrALoXaw2KClC2oqKZFZ1qEOP2Oo/mD4
POj2yZZ9SsxRpUPMmqMeDr6OPqAEgzjCRD5el39uJWCsB18nOt5RqYWjdrrIqCAo/sCVPVgap6Gc
+3KUoOkv/WtjPBUjXNmqwaLQ6ic0nccTbfWNVH4osbki5CyXgRMjIE9caGOBIIXTeboYDK3XwpTZ
0qG20g0ZetrnYOwE/ADck32J8fWYcWKh1T0D7v76Nn4FyKemhAYOlJ0QCIKUTxNb2PKklXrCkzBg
yqYuTVfSzC2k68Y9A4/6xMCjruq/MrV/AkXqfZdrv8Gq1LYaXLRxT7iBBPZ9nDnWWq/rmfO97An2
Hs49/oXwXtiTCCny1KhyYMgbTx0Cs0mBQYuDqvAzAFlMOkm9G/LHnJRUz/zWTigpHrWkcfrecpV8
q9Q57ZLnpPBs+7ED/VTCvXLcJkmPPHTtxOXearQVuM35m4RwAUEmXsUFavTljX0L4Iq+TTC3ocQ3
S/4k2yC4sFD66uLCKxLTsWRsXWkBRldbKyZ//i4tgvEMo/8YYkUfJooSgLJJGwZ2TILBHOhkVgHR
DC/No911jTkX9VXnRfc2QYr/rB0nU8xQyaI+DSpmWW5rJn6jKbMX8vepXkO1X5CFFYG3HETHSyZY
CPMyZC6UXJuzoCoBS0B9bxtytketz9H0/PH6us7PDsDtb7KEfKJJsrJSFC0L5gkYVcNig1tMk2tr
jeXzyHpNJG32IzmNd8CRNdvrwi8uFBROaFJH9HxGCFsxqBMyF2COxCSe0DeKW0xdcu1urYp1wWPT
YVC4ZUDkBECYWGVGNrvOQV6aB4jNnC7UaFE/l9ofJB68GZXerKdDtKm45OqFueKWnj9L4K1cXDY4
uYipRYy8ao0gmmnDPMCXtU9ZpSk3uZ6qD9d3UswwIeABzBkxD3o2FXTkCtdGNTNmmWOaB3rP4v2I
Cp0T9WYJQNFIMD8tktXnHHnEkI51zfy/l71McIX9oZkbtbDTazxjhcxHqckDlmPsSOLJWpU6kZQ4
/YCMAVEfSrV8/RciwSWtAgwB9IxYcauUjoBYQ82DsC2ceIbOqhszecU++2nTOmn/cl3eeYS2jPlF
XyWIkUA1I26vRaaCq6OeB7xPVJCN5UMUSm5ZjAO/r8ciIRs7xYDSLdBGqfVxXfYlBcJEAfTQ4XBB
iS/cBu2EOT9NM+fBjJl7dJ5aVE9Vjbt/LwV1NZgGwn34Fss98e0OJ1JaAJMk50Ha8hx3m6zc2aUy
raQjL7hPwK5oePLBgQFqGxFmGOaDnKctywNUFsExHTntsJmyfotmfQdEjb6kh16LlpjcepJYd8is
Nc/mghO98AqDgQGc54i4RW2VTZQYbH3Kgzgk6BAzktavzDyQzfwn0TvmdyNogNPCxHU0tszh2vzT
rNptUsuTz5rG2PA2O4JHM3dSBGN0wSg6YUs6z1RzzY9Rev37lwfoGKTgEajLUHjhhq7mmqP7EB/c
2pJvpPEdpgh1TX1fs2jFkC+9BRhTBDMGzx2gmYIOVLKd2pW2bE3tG8q+2YRePOwTvuFe8ZejW63l
wgLeB0EC8Nzg6xQcWcwSIJ0s93lAOpa+WJ3N3CLTx3vw2WjQPJ2saN4lC0a0DBtGSy0Au0LsZHaq
zY0cViRnn7adUmB/cjzmwx4EAc51UxJ7Av+7NhD0INJELGuLzKtGZPJKmyXsYyyVD2kfDTckVOSt
Htr5bZQAk9C3ReHIuVR7di7hls467gIknmwSoy58Vc3tW3j6iYOmOdUxh7h3s7CWHvIw7GiqNNZ2
slvTbZpIvwn1Kt2gfHsXYu69pyW83AyJGu5ldQDdVlv1n5oVTQhPi8wpZLT2lEgI7ibSINAtTMtH
Vo9t0d/arrztl14kpOCW/rBlYJQ4K6rPgGdFSpEHnTR/wvk/RjIDv1rqw4YcrQmdSQam9/rOX/In
MLFRI8hooSdczI/nksVIDSa5ILYxXFWZ6CzdahE/mO3bdUHn2oQbDPcxYk30CEB/T2/LtG1jiQ94
Dwo4TXLr50rmtrg80tm8y/v5eF3auV3iUQdpCUGaDmkLscedzYgpbaPkgWr87s0txgWleU3r4Y8W
ZjegAHrUtOfrEsnyZp/GRxCJWccAPwAjC8aa0wWGYxsPslKXgR71Bc6tm9qCplJsf7RRgSpAoUBt
HKbadeEg59AOdGgy6U6NxuKHnBb6MzEr9BqYfTl3aEoy1I6Wcqru5paTt6Jj5ZMd6dXPECiS3pXz
PAR7kF7q740xMl8DgHNlQZcODG1nQN184VXE560PeQVc3MADqXVmXsoU+XDg1KZjilGpepescXVc
OjJEcaj1YQvxH+G6GaOwSRF6FQBTGLvpUBuHkE9+tkwFYvLWVlO/w9/XD+3c4nBpAheqAaqF4Wwq
OT2zqTfIYE0hDzB2kpa2z413EOzsAUtoosizEUxfl3fBq4ZAzEfFtByE0uj3PhVo5SQGVb+dB5Es
tahFVA17zQHQ34doAnkGuYjVO7maWk8R0OYGfDTQDNGxL6LKjfQRmOfr33Nx/QuZgYUdQF+j4IfO
c2Yjz19xPClp6mgJqoQR78H+0qccJUS7eAi1PAcYTVpjGV0eK9FakJNFtILxCIsffLoRHaokspzC
QK1Rc3vM2EnTjRrJfx1mY5vxbqIQha3Du3IqhSljNzZs4sGgbAd0EWfJY49Sz1DMDiaebIDI8pDW
+EtQBkRBKAbEgHoHUCgx4URszEeWpxl3z6AjS3KH6HjF87y0eSr6DZCRBX0ecpuny6p4aLPQLnhQ
o+W0gO+XHrLV0v8l+1cXtPYyjQ9QVWHvIpMpYH3KeRCCJiRFj0UlPY7siQGJFM6P1/Xw/BVCGw0e
Puwb1Bo+++mC2nCs1GlUsWVq5s29Bge3A3Hv7JF+jcHjQgoN2TOkXTAFBBk02OGprCqeatC1VkWQ
SsUNC5/k8lnWqBbGFJ4b/zlZ741de9fXtxyIqO1Apy2ageFqwMGeysx70gANWUBmPjD0QOuzmwxy
teKMXl7a0ny3FFtk+OynYjBUqkEHUVMESlQ6KcDN/X3EK4xTO/KtKZduaek0XfMgLikjaCtgwmg+
wXMrXGm92qYmWNqKQDNvSkxV0/e1vJaNuHRPfZchvA3I4/A+6u0iaBJ040W7udzwiYY9BZLB6dYy
ipc0/7u05Wu+BXbNbNSmWodlYOuZ16XE4WZJ1fIlaTB7R10beXpJNwCvAVgI49PwNgjGjMbTJJEw
4SnQdYBFkhZ+nhVaaxW4CxaG3j6QKYIoBbGkmL3NRqVqZ56WQWhwNMXNploB+t6RzTTm8ZZnmrpi
0heWhTUhOiZINyBbJlzwM0j20LfelYFUlJEfou5N45j85dwxxA2oRwE+vMQNGHwnGvNoWXEyWX0d
aCNhd31nLGBFyXSvm++F4rixTO8Ex4wO3xUjOU41QgKoPS2qsQ54iqzscCzHCFybR60eEOCW9xkq
z6067ZZ/R8nsqcZSaGw3oVbTIu99pPJdFmkrabIvINnJrYIsI7I5yPfho5YxiqdfhbizXwbXGEFv
duNbNqVx4mA0D+pxw6QV27ZSY9npUBZIXDVOJbdPdGOjqWihc5Uur3Q6YlLAzxTYiJ/txMi+D6uW
UGhh3ThTMmkPGChYo0ehtiOPyUNhelobDaNT1Q3gmpNeYaZRj0mdH1JHtNCXWNIaDgqfw2fSWePo
ZwYbuseCG+2wrcsabcdVlTYNNQebxF5o9kvmEmPd8Gc4gfhLKclqt8Vy5Z3tEVJsSHdD6YEnO90j
ktrlYJeRAS+2UncGSO2YnCPr3QzyjgPV6Jhza040jqKG0KYOVTRwyjPocDAPzSqqtekM5w4gXu2l
GwmQGwDrkDY5/Z6kihCLAnUT4JjAM5mpuyJvXdXeKJnqmiTcZ7Piz2j2wpzqh3lgKw7R2WX9JR7J
LoSXQMTqgsrEPFMsEJAYwdCEPq8MBXFK7ESsiJ3rJnN2Yy+CkDWAai6VN5E1sqqSLunn0ggKiwMM
k9MpqxFB5LRufWVqbwe2YqMrAkXCSLuyVcC8CiNApwftFBRzyoPZlC7IXhYeCcl+ub7AiyeJvPES
OiDLhF7g05OMMeS7HWRYH4DhvYebqrgBz9mfuUNfB5oJtJDGxawdmwodCz3H4PpyGIyNpMvVvzhT
oLZxqLgLl0zK6YfkeaT1aTEBTFaDasfegIMEybqV87ykOEgQIJmGajUiBsG1gIOWG+2I7W0BbGxQ
4URNHPc+vb6pa1KEPc1tpGxCxiGl2bdIapp8s8rCcK4oUH0kwlEoXAYcEMFf0cwsAlxPUwOGllH0
AhJly9JdWWeOmr0osbWil2etLvBoATtH3RSdQLAGMfERyW3Maz3RArhQuQMc8FyiMQ4k5Hn8QNL7
SXuTyYuMFLWscadF3qruJ9+Y5UOooX0oW3sxLy3/2+eIIVFrhKMaNvgcVb3VGHi1jNvWfmmJPyY3
A1+psZx7pIApwekAjAAailKHoDbQ/TQxdckM8lY2bseUm+DZBhwS0zpsH2jTOiB5iLcAT8pDr5eT
U5ks8a8r1Zkngm+wEPyh7omFA1l1ah8EpBpAhppmkOF9RKULA/9e/14CKgB4g4FF01BVOpVgge0X
A2obKyhlSXNSGDt4h0t5xQQvnBxSFICXIh8DsnTxSm2Kpitm7HVQdIOPOasAAN9K8UHbkThzEab/
9bWCjAgqKABuAOqmWoLP3cdSSnopxbZZ8l4nSKFzfUTDoqH9tdGjyoeYDP//NYNKuL84SUuFRI0Z
yFN/w5s2Rn0+flCYvWKJZy7wUk38Jkc0fNKgUAFq7CAdZmplEYLaF4CRvVXmwwtPwyIJkBMUH/DX
V0nnWwARQ8WtXpnMgONS8K2uUakchhmGC5aTyzIm7fp2ZlsMo9bdgY2S33Vcx/XDLe+6Yp7xKODy
wdx5XD6glFyccMFxlZMWANeQGUEzSXRIWyfPXyLi8Vw7MrSbVhtzBnP0eJfo/KkcxyPqgwvgNUur
lS85y+59kUlpyyuFr8E7cmoiRojhXkND7AAxCurJCm92VWYO20nlqQfHu0fzKVP8qg3NHZuIsru+
EZfEL+MQcQEALo80w6n4yADtDsi/7UAabN1FqtEtTbiBPDFvVdnezbJEDQxLlPSVZZ+Fkl+4KlyB
SGwuCDTh/mvqQtYT0JYF3c8qpUCgsBuQpecrGaeLq8Oe/k+K8GzGMP4YjGt2ID/ITn/fPfeJgzrJ
Z7VWp1lM8dSbXmBi/whartpviq2MpNXyGYLAFIlU4Uv2ef2YzrcLxQGEwUhgAGILAMDp7yd4mNHu
oXeBNt2x+FVHUjKePy2+Y/pK8HS+ZRryc+g+BfRNxbsk6CObQCbfzfUYzHbhKBgjhmH0jsR+IMVa
DRpyn5JjyGsp7vMbCEIX5BYGDYDDXWxqmQY1GvSQjIGiPwIvBu/jYGb33JhWXooL24hYeJGF0g5Y
9IXFNZ3cYISZOQYVui/bSqGdxdGmD2i+8gT67/frh/Z1iZxqxTIzGIlOJDxRnxbL7fYYsRSliino
Xdymb1ZFRwt3uFNptNNoaoDSsaebt+en7ke9kfbZO1D47Sb2MaCr/Bw/y4dyz521yO9cVfFRUCTQ
oiDPd5ZWKUO5a9iQTAEalG4HIDpKadqEnP+LrUbuEv08GiolZ/HcaCW1hNLkFDQNuteH+ygCdp/T
tnbKv6cOWOL978KEF6yz0IBhjHwKzDmCejpyUbu2HB7ULP/DtZ91c9tL5W1RbmNpZZmXdhNOx8Kh
scD/xDZiWZK1nqXtFETGLjalHWZvGkAgXVekS2r7XYhg/TMv0EMsV1OA7O3G1DDJeJhuutsw8mZp
7dwumCLQ1/gf8mFL37fgso3oa7TNtJ4DNQHoNX5TG+LI8i9TXXE6LnjA4M2AF4BxVkBrASZyeqVh
Pk8VcqObA6lGe4S5sV7lFv1sbgEf320zj2crfts5YASsZd8lCm9dOpAUHCGQaHazb2nFY3c/V9Ry
kI8qFHcsbker3PKRkn5F8lcQKFwEwCWA1xGdhgtHtnCA6MXpYpkMc/D6eoipf3i4Kej7XUzvbJrT
isb0MLpw8WnkVE7o7VIvXf6gkf/rV0UbqlD0Snn3jz9uj8WrY9Hee2P0GczzlNB6gwB6E3nIa9PY
JfRhC3NzTffJo4+b29v9n4ebiP75+HNdI7/6G6+tSHhZa9sazWbAisBMTO/8m5veJ94EnvjGsf3m
MN8A5nJne+zWcO335rbd6LoT37UPznage0Df6ValK4/95fP9tsvCI5yk9WgY4fJNd4znXl1ucqSy
fOT2jfRn/QBYXjM/rrkYy48KG2Ej1bg0tS7D00X/LU2kYaqUTA6SBDnxWPLSMl15ksVRwwg0MOIT
HbPgwIYCo6f11FTQZgoSQb2QAwU00L/AR43/JqACzuiP558RlWmgPa6c74Vr4ETkcu99c2jyWOvn
wYZITX0znHSbuZLT0tw5vi4K+w4eDtr4+auKLQ6cP1ag7oDXo4bXUeLKPvg5DFATI2Dx34Y1erkL
HsrJpwmXvTIlaWwq+DQ5Uz1dKhH26QmNa3CGgj/Ya6Y4UBvwpmjyyjV8cU8AS17GZaHtQ0RPKaj6
Y4ZNLQdm3933xZbnu8b6lWIsw/XNP18g2mzRWw4KLVyP5CuK+rb3gF3WU52ESiD3btPe2mVP8zJQ
JXcivcMV1TObj+sSL1zG6GXGEAIDXfMoeYsUFfmsZa2SGkoAdjZtzmnSKA5J/gwZOLz4jdHt037Y
hXF+vyJ3uXJPrWfpoUaPDrLQCN7FyQSq3lmIm3Ul4LeStZ01BQn5yRun3z3GIXC35U+VwT1lbRD7
+YO6iIX/A8AYinNiaS7JOtzVnaUESYPII71Jpfe2b2l8F0srGZDz3MSpJMHj7EvSKslo4izbhHY/
5fBI5BdepS7mNHVrqIXLxwgsHLwhoJbQwXZqtXJvtrGeYF3N5M13mJtIwRnD9IHWiUJLzkCF9RHi
mb1+ipfWiP1aaDuRfkFYfSo1tsG9pmucBJaJnk7bj9p7U3HAc9fFPyV5ZUMvrREqitq7DLAIOHKE
m6mWY4yotgoS5OjAHDAapKEamiory8vxklYHqU9pNq1RTZ7b/tLvv7AWITGq4gk/XWMJRs5pTjIS
VPIBONMubTw+HcNuWPEnL+wl5CzLg0eEqrFwuVUsU+PKqEkwlo1jFT8jxaRJXAJ9hwvf1vfZ2hir
r7SuYIInEoXTy/jYz7rZ4PSKlIJtNyoKyvtXAGsk1anGatNLrtbYDolMikwf2Hht9Iq4Bf5sx9+N
Xt0we9PmdKgaJ4WaNbG54aGxyYjp6CqaXNagpRc1AChPXBcLsSS07vQsiiQnndFVJCglP2HIHiS1
y30A0pXKDzHGlplo818bDHIhdwUWGLiqyJHgqgQ06lRqNCklUC099C7SP1iYOaMde7LqloiR5Q8E
r9RGy2Rntnv0B2yvW9i5k4F2V+g7kFEIKMHScSpb0eth7uqOwCm3dFAINaD/Z1nqX5dy4d3RZSBb
MIsHIB1QW5xKGepqtvKIQRMS/sTGOahm1SnizpUMDmoEGcepIhveeNfFXtrZhVQdKTlAIHGcwuqM
qB5qCZnyoOh/g5p0gIRJcjOdqvCKLRpzqn42EnH/hdiFb+rLzIAYEpzyqK9I2dQS6g/o0Z5qv5Em
dzRyao07Q3kt0/LZkHwS34JucsVTvXSc3yULznOBForUTEM9KMaqRv//AM+lldfGN106TjwDYArB
hEgVeOXT41SzWOUJi/QgYajAp2jcb/9M1U4qNCfse294qJK1mQOXTBNwl4U9EJO40E4lBHXyrKNK
DJMNwobKXjs9EfDOVslmKJ5lTLsZwJ2srPgQ55uJ4BHO3JKOX/hmhc2cwIIgzVY6BxlJVK/rYmPX
SBhpdl1bLkkBFgWu0UL2eGaBU6TNahGVc0Bm+PdTrBBEkIaxYoEXpRCkTFBcQH+H6PnVTE55WlVz
YEgYgGFhHAC0UY1XbpPzt2xpIPpHiqD4RW4bALsgTur7bLw14zDxppjBuyeWtLOZNqzs3QV5eDeR
cgJKBC2JImB2tGeSsTRVApaoxnuh25Ov9BbcA51FNQWqKHGvH9Z5UgZ+7Bez6X89WuEiAzOPXSMs
g9MFmAyaLFgboeESPI5SUbX9X3s/Ji5MBGjoBoeZieWgiI9Aikq9GdS5TM0JUfuIuDx51MPP2cJo
g831tZ1v5qk4warHShpyG9hwQBwTR88mBwbnNPpzvTLR48KtfCpouV6+RSEElSetDWUT8LXid1Zm
t1GczLQjlJgRxdBeSdIX6ujuTmNvg7rG5LN4HadeCaQv9RBQWSDUEol8TKs07BR+bpCjf/5jCnfG
W5l9piCNvL6d5xaHLqWl+Qvt1+jFEnUza+KoklhqBXMd/srRH4OHjuUrL9y5PkIIWj2/eNEXNNbp
ViqFOY5WkVuBneWxA2Av1oRaM1qD2uHfrOebKMGbM3JuGSWIqFA+tjg1MSLFi0dwUf+LXfsmRVDC
IZyTvpiwIIvlPqYz0blYo4m7pADf90xQP15bDe9DHExuulwquZMDCdCZR8vIwMuUPF9f0CWr+iZN
LAcudECFwbBtip41vt2xzg3n9mmyw9u0nuYVfbhQGIBCoGYNngqkBc/oZrW5qeNeraxgmrhLwI/I
2ubQ2IonJ5Y793u77TZpX+800jnyPsVE0LhTNkrRvdsJey0f0978tFNG1XmjKgh+UCqMUuUuVzEU
krkmKM+gBZsJzTiY4dKnPVzSx+sbdn48ix4TpKPgWOBFFN6QuY7BNw80HTgsxxnYWbztxG1HV2M7
rllrd+yF1B6mTsCPQUoEcfsZtbg2ZqWto+kDzvePxN6iAz0vnhoUJ6Ma5LhxNzlsbP+o0n2UE9rl
0l8TQqCreCEHhlMDVwMFnVMLbqQFci6VatCDbdZFjRzTuhJ5DRt2wX1CxwVmCiPFh6YguOGnYsJK
ktCjFxtBpZYYbeFqkoeYz3whflMfhzse1Svh5rneow4GNjkM4AUCBCmYU4F2gY6vkNWASPWKjBRM
9aPMkXSS0zepsvsVt/esEwjFIOCw0J6Ngi+cQNHjxsrTOusVckypezj0u4r+2h13tHJpSd8C3XG2
kvuwciGe7akoVNhTCQZikwJCo13ruvG+/rPf3nxctwZxG0UZyyvz7a0cQRKO6fKQ4b7/WHHWzlRf
/O3lcfn220prxinL8Nv+YdzdhbuE7p0t81bEnHHZiGIETeglwhpMJiHHl8NXSn+ku83v+1vqBNun
rbuyX1/wpu/PuyhNeKZaNte1uRzKjfuq+O+H4fFu9/h740mboHXGzdZZU4OvHsFrEoUnawIVRlot
2+geFL/eze575Ox2O1puPcpRUVGd54Q+/bF3K0s986PEpQoP2axhog0YsiC4d/sfM5R82K6uTsyj
ngoB9+GpkjDjf6u7weRS6vpHOm53ift4//vH5DuO9PbhXtf4yycIjjwwKKOXHFDWU4lWMwIlYEjk
+Nq6B7+hd4+R+7j5TT08Rw6j+wf3RfJXZF5c5TeZgil308AZSxg58p08b4Lp9s2igVe4zd3eGejT
k0yfti/XZZ4h3L929ptMwbTjbBhV+AM4vmh3KHsHdLwfyr74gLJsQ/fhYa08f/m++iZQsHcgw7Hp
s02OAyirUE1xt8z5WKMvXX7kzBq+CRGsHWMIBwuvHTlqjnzPHv/fTRPMG2hjnqB7mhxLF9qYzl5/
HH9Nye0222yfnfr5IXPWRC72e21Fgn2rQy7FLfjVjpMDzsZufv3tOOjW3T1s905d+g+r2ih6QKJi
CHad2l0dEaCLjq7xsf3zsgbMOkOoCb8v4rbNeao1OYbi3Rwk2mA0aOFs3oi7j+jWXVOHM6ogUZgQ
MS9sW3o/w5pTOjiHnB7u7u6Ou0dj93l/Tx3v50+I3Q/U/Vgbw3b53flHE03hHomkqFExoAnLfB3d
Q+T4u909vbXoW+g4zseKlpwxNojrFG4QpemaUZdxaNHtjfv+DlY4OtJ747hpJ+psHz7CX6tbu3Jp
iSWuulaLogd4/Hhz46NU3j9lLiZ/ugTDm/5MdLjZpk/o2HKTzeqjsGLkpnCTYHaNmiFNR46t/3I4
RPeHdOv/h7R3bW5UWbqEfxERgLh+rQKE7paFbNlfCLvdBnEVd8Gvn4Xfd56WyhzVzJnesU+cHR2h
pKoys7LyspYTkMWzYs3X+nxNUeOzSup+7R/7TI5lsNW1II61HJihsvfpgcWd1JzMBPcQGe+inOsy
ycarZ2NdLccZ0OjwRGzbXh6+uZHKdPh1o5+MX9ENdBBmHTRm9V7tTZo/WYHlcmKE/2AEiBLxxgDi
JFvTGs6RFM2keIYVvTuJNUApF0+4S5cgQKF7d7/nNbv/oNr8dpf/JDIXgFTVV6kfJa6SxXu7QIc9
Aq92g76MPQ/x8T+ECv9kMedVnpvgKtWQlZIX612yPOcZnuXPnNDEPh72+y/Odv6a//r/rPyfQObM
fAWsuoUWwTVbn83zbiApnvOkQDULjTQLIi/IGhzZH+fT0j0E6I4Bqep+fHq4w1NMcEdx3j3TV9O/
z2FuChOMiVJcYf1W7PYdSRfpwUpOj23uP+jp/wj5MZqbZwLQh/10BE/z8ti9vKqlQ9zj0n1peF02
nMX8qPKNHAPAx/WQYzHqZ+xRJHGJygktfzL2D3TzR59uRFyUElORaTjzXqydFtmdtVxaHXHbjnAU
ZTo2R+/O/2937CxmmmThgCnAmYc6Jf45dTbeWFJnWZx7h3s6yn203GZZHYEQD+YmHMKD39g+cYMD
uJjJiiPqP1zl/9bEeP3LNZEx7zgq/+YkUqD8USwL7Wai/Z4ek1Xg7VE2J5Qm2zd6iHi+eVzIo7Nj
/ErXGKkvVufR9E7Ou7PwfnzZnBAbz9Yj7jv8w9OX6Xvu34oZ/9LqAcZ2R5kNfdGWlWJtlwhXhKfV
F3rhHpvZf7h7/sliXEveA1I2vkA3V6uebhyBOM5ijiZeGw/IJR7Kj8XxjI3xHF3RFX1kQpoVAjhl
X7+437wV8VSTTX2i3NzIgTiuSCXdctPZFfUuKwwlZgrPd3BlMWEmWtiQLpRGy944GtK4FP7XETze
G4p3n/6CL6l97aL9nNKpp9p88/5JPPL0+vbWWR94gHNOibssJqo0+ywNgaaFY5IQ4hl4G9KzlVCL
E1f99N4/MC6WkKYxwyQTfy6S0+ayeP8UCN74COiIbs+JQT6isSkUM3RoAt1z7rDJmA6wlSNlIKj1
2AYxdQZ/jBz5DA+Eyh721orz+6Mm/1raze+PfuXG52uz6yyt+gSBuYkXiEqyGk0V/YJ3UmMe5JEY
xjkq8MG+Oi7jBcGwvtna4+P6sc1OP9xulsK4wNYAdG9sYimA8HbgJDYO8CZWxtmKvWgTzi/WlVMB
50pkHCAKkH6Qpdl4OPK8tk7oD43JleJF4/Kul+nA8WZ1jAM8N8Arjc105pVOaY0ndV2XiXU8uPtv
XlZVGnfq0Wkx7s8YgPGnKNjJBnIsJ7S0tQ3z3fMWxVG+n5TMjfKNPeoDmFRmXnSxKu/w3ZHgk6MU
HMVjK/vqJdO7SwoRLxuFFscWLWq0MByuNx/t5MGW/biq26XERWdEAeT089VJm7+nS9RCsq3rFrxN
mw6e/mkC23hhGmWa+ypOZ7PBqMDFRlTRkWJsP3ceb970pXsjiXEOmAssQPYFSYV9snaOcyXP2epP
QmxEuHT1krsceZNP9ht5jJcYKjC2txds4gzt+SekNxfPzzp9qsnT+s0FUjNa7R9LnL5BbiQyPiMu
BgBEJpB4ftGE+ZXarrs3vfQ1Jv/d3XgjinEWeRIEUYXxaTgLRLw6weoW82dlrMLYdAmPwbm1fnWv
/7zGbgQyHqPI/XMvgEzRE+fa+2qzcxY1GbbVH+p+7/f/xU6CpRAjs+AAQr0O83L3F0nrm75aKjXC
mTR2B0cnyh6tjK28rMHZ9so5tt+O414YE890Zau0UlzAqlcnpK+Q2FnM5+YeNRP84dyQE5noe2FM
pswU2iIt81EYUpxkWIMpNrQWxN5WzVgS4on77XzvxTFBTVEpJUYAIK4q1zWmU+RlgemDwtI36zOV
PfWKNwzl3M88mYyhB0rWx9G5nHmmtE6BFKpIpBMPBW/gmbuVjIGH2TkdgX8QsJ3wMupMOo4NOMvM
PrguGHh4W/nb+d9vJWPdUiSYUgd+VeQ4N6JGsg9xDUN7rIs8VWTMOivbc9BlDXxkZzmnkCpPoGqo
KX0sZeL6v18KY8w9EIrRnI2ldHQlYqLfRuNHSvud0mB2GQEHb+tGLbu/z+7lMSGAbgA6R6ggz5rt
NqUXC2TYIB/G9VIczWNfQf2ABtxS/jmi9G955Oj1hA+8WwY7Zn1BiDFoBU4n7glmwEQYMCKnP6fW
Astp+MzDZRoP+8Guse8fASj3A3pbcTW/nD9Cp3vi4ldwzmXGeAd05lTSpcGC+v1pFXlKZ6FZNnm5
ILGw4mj2RHh7v3mMVxDUs54OBmS9bCyBbIi/aCmeWIeO8FLmE8W3e1GMY9BDuQZuPTYOuI5RTZqn
EHJ42aCJ/OS9FMYfhGmu1LkBKS+bU/Py3tsmGS7Lxiq18eF4sKlG3hJCtsLbarMSdpuVRYvdODnn
Wv+v9yU7v6ad804/X0fFP2ukmf+NFzMEVi6/D4OnMYzniMXEaIA4PnoO1AS7aKFTU6eZRixqccyN
4wvZ5sFGioKqDlrkKMnKwvSUse7/xAeea+IYmcJEGkMlKbOuG9VSJRvLmJvk/X3nkTmAl0lIXjiO
d9S8BybNDhpngOiORRHndLoGtkrKtQW4yQsVbHXfhht+3WM0qkfymGijkvNSDnPs4cbahcVyjWqq
Ti3pybQaXgJvokBwZw8sYpRYyJWYjDuJS8V/R8idE2e3QFknWJwXa/QGcW9L3j2mMD5Fb/w6KDos
z4I73m1IuukWlBv68lSEcSdBVRh+PUBKQ7tl2hMkveqUEOGozuEpUWjgxdqcSENhPEvV92bSzqAl
w+7F2IMryW24qaCJh9/9cTGhRhnmtd911RjQn6wBGa+r5c83cWg/Vnne5jEOY8gwO9CZo5dMybDK
OL/Oc/UKE1mkFzCOty1Wkb4AKdZYni+0MhYYmcsd8403wMOTxoLGZhXG6tXyZ88AUv1iOvLX2Ert
Vi6v4MxTbZV5lERGArS/GURZGwS3kuWIm8op3nCT8ZKCMsdJsG2RTV+ewWsFURp6Bk5a+TOZvEOV
qyILwMYfysy+zguY7zf3OcRzGiz5QpFp1ay/4D6ZocyxwfQ5+rnOeBGlG902501LqEyOFHRlVrbh
OGPO/cIik8pZ3MTpeJUlta0M1BNoYljqwHsNcU+ScR+Sj5C0KSGnHw0ttPD8ShzkLBFicVY0kWq7
s2l27lCqhj6dXS8zdOy8bEywQjyr2+EdybYApTduwm2ixHcvjnEhcnvFa3Z8gKEpYnP5NMgYzK24
Ve7R3T24xNipTYzApGBxhJiOvpz0nWPJdtfYKEYNtu3WvFFKXpSvMi6llPM+1sYn84sqIb5fDRci
zjtqXSU7Ll1KIuK6umXQx36S54/ZoasgUdK2l8fNDFty8SkVSWx9Bw4vOp52yMCKwvQ76gBsk2Gc
X6Oyi3sEx2AsFImwVyrKC6pG5/T7xP7JYJxXa4IeAPCRo/NaXV9tpDjIN6+O8ouxDeNbIyrP/yyE
iW0KIy2vgw8hp7ELtKKLlKLpaIuOo2U2d//L98s/ccxbSY+7GXCHEAWsNqdNuqGVRQ9II3K2bnQG
j3aOiWg0LZtpQ4FFvVxE4gfcAHTclEe/zzgjwLIasVTi92PysgE/8XaLN5jL7dCaNtl/mzX+/U0C
u8jbq3+9/ihA9WE6w2rj4A+aTOsvk2ZbYHd3a9q7uM0Mh37z5kD+wz39TzzjmHo99ZWygXhn56AD
2m4sbnaZd1BMXHMGumyoqOMKT7ig0Yi88zw0vQVzG03waCtdfpvWN0c5ph0u5jUwfAnzBQj6/bYK
sdLVtT7gSRSSaB1vkzfxr7JrFpkd58Q/RC63f3EiFAWCGCCRTG1kGjKZZQLS1gz8dhC93q8GG7nt
4C2I6wvEX0TU+IYzaLwNs3fPphwAbFOSgRTVlxzknYm9BqIFeKjAFwxUYbZLGX1ikioIsuhdqn00
Mp1mtpG/Pva/E0HQ2EICsCTRFEFxwpr32e9FkJzL3jX2AOGPaRSF4+F/oe3AYUEEhlsBMYt5G7Yj
xlAxYSAXpYywPianZIGs/XtQ0l2CGmOw3S2k1bNA55m7ftUIGMEJVio7zbpab+1jOz9wlGlyweBa
Atw3ZosxdHuvS3Eun9WsuaB5OETKYFZYasWDvpyKR1RMg48EdOCrAtnCvYwkBTd7UAeI7mp6AilA
SEyddBewwBMkapfooQekuLbl8ZBM6IsKyOIRbnMG4H72Bg8MOVCaUoZYZUby1gVxAG24EfqoEYwr
BeWBilY/ANGJBtt2VF/bJChyEx5gV7y3r/5aWC6/ZxFRn6zHqjll9neSmEshVjGqdwkhqXRWAJLw
TDuWrNhyVw1wr0rnsbSp5wAmRIAEj2MDbI3OxD8glwPwO247XBEx2RSZ3cpkCJAYmaFL5rmlCiYt
KgB+ba4aaedHlLgsjmpOZfbRsQJwVgwc44zYA+yD67VUfAEh81Lefl7dGuwVLgJ0XQRSET07GbWG
Xec+XvhE+Q7YICNoMpCdMd3068mlivXQi8AOBR0WxtOaTqPiOq5o9HyZm9oa42mNTuSUcMROBEvY
awNjxwBQxrQ4s99iF6cC2EhMD4lxu13Ji2IREvl1z/PlP/iLjMKOU+8qzhTIRKDdu7fGVIi0DEwk
EGT1PbWKD3HsLyhfErLTFgGaKgWSfrT4f7ONFNLX6Iw60WwpAqDMNXRM/PPu0KlI++6DGPcQSSao
8wTZ9Co72G4S57ys6HvgCgSovAlpt5Gdh2TP60wcf/XRNjD77XehrwaYVfaSMzGf4zUM6cBRpYkY
+2ZhGAK832mpUa5iArxWr2+tLLTOyeq6UhZn9YWjOhNh1p0cJs4GSV5VSQHkrKJFY/cmCDYdc6uQ
yqN2kll0VpBllHPusXF//vP+gfDpfnERMFKDBlhnHmQOttmQVrRy/6O+oo9U9TgrfHxYQBy+F5YF
saoUF23UWXnZfcysriKRk1JVI9vljNraKbe4aVqeUMbfhl0iRANIIT2rXAj2lW4zGnB8+oQxmkBI
BXMTcDxnwKRhdlGoKiHJO9/0ZtaMgFBxnV6tYT7Q4Cjs6kX7qs6rY4SXpwpSzE0QUy1zABcboEC3
GJ4v7wmYBoDz4wXq3P/7eM9/r94UMUWKUAVuQgOA7P2Wi/U1SPMw9L2hsDSA/unpIldMIrVoE04S
R9c4W/FbnyAPY/vA9wd1EMCn7uVdM1Gu8yL2vZNoe14IoGhy4l3W2nhk90p7L4TxfRpaPk1wdPje
y2n313FWBl0h1+VIloQhZDefbxxrtcEYwm6BmdbADXdPb8ulHW4/ttvtbJk+4TW+j9Cdt1yeHbpc
HugHL3nzU8579Injudy8mYLzEGi+ik+00GH/+Wkie95aOdqZNwXx5tslmqaG5VKig+2iVSCgPKaj
ifsPe/TDGYzbH7E24xiHc6DKIAP2UQ0cnLYlqju43dulJ4mb74Q3Xg/L5JH8E8c+ZlLDVOKhNH1P
MS400k4qjzliIvy8WxDLuxUUszrvWkgonWwBhLH3AnA2xbKgJg23wduFXF9KKruPzUf+7ZR/8PYB
Iw2qxN80VefiYlyzPFPGqdgcMIsKBUao80zm6DtaQ52O6JjhKc9EcxViCMSiaIJHbyfieUZ5qsSP
qnOneHhUSBYaStGeU1j+bvvRkdwGFy1iucPH45X+dKoyGnsnlLFcLQt9SakhtLRgNRXBWNL5r28t
nM1p9WVaX1+5a3WtW+QwG2Ag0z1wmcwL2b88/o6pc777Dsa4DUFqwX+D71CQCHLyZWKd98Hef1qQ
/pTZ2qvyKXiPRU74yDuJjK0Cykjto6JRvOxM3i8zoi3KwOFFwb9zNfdnythjEMlVkqsQYpm7d+3v
85CQ6xxFtP3jtfwOVu7EsL1WYZXp11JuFc+Yh7vnp9lS+HosgKec7LRJf77ovmhCwrAT32skgmYW
JgoWc4Csr6/L7pQQeuw4YfXEBAWWpc2AvgnOTXAwju7nxp2CHzkXhqTH7mFUHDMMge1VG48I47Dg
6nmu0zlV6UEEiC2gyb73swVn0ZPbeiOfsUgBlF1hql5H40jRgDhWcZyCegheNouYPr2OM9bb4yFc
hjay5pwznUiO3q+eMU1EaNk5irH69nT+0JawzKuLhks4dfvpdZ0vtgBqCHltCFOu727PGUPEWx9/
Pe75OIBqOTvV9RaagDm4Z9220VSy/O4/xx0PLItbxZq0lpv9Zkxy1lca0hmQjXaMAKXAl+SwIMPe
ttOnD2UdIQVNzf+mH+J+nxkbBXlZqw86Trmynczy4PzmClow33SePk+8iSEJKThAiyCjAoKte33W
zHOUBYaEE4X5fEqrxTwhawAR2KhHnC0w61ocBf6d37gXyITe+TnQa9BIj/fY5h2lQOjQs2E9a9Yc
LabyGLNSJCC41Z5J13qzTsZuc7QroLkfYtFfsrk4krJItvL6S/dW++R9HHriFUSmAq+7nWUsVR/S
XDevkNjQleXELsAy3esraIyf/6J7aF6j0vRxBDRXjF02F3t1py8MO7GVLcfhT5vPzdIZo5XrUJXC
FB8So+Nl47SLq08wGDI/r9fr2fJClrmFziLx/6AOO32F3ohmLLeItFRSY4gu7Bf0s2GuIp+XPQJe
0R2xyB+r1mgUv+KGG2GMqSr+rL22lTiuM3pqM6/JqaqTUrRjbafFnOfqRPbsXo8ZE5WFGTgaL6O0
gbYZ/KB4eFtWaHPcj1VRjtXwNpLlUlRDFRRfPpjRUCZyJKC8o8KGiZ5xngeIIRw3PzEidbc2Q7p3
CkZplCBvh9MzNsUSKC+EzDFNhGE2jB1TgIZZOudamyit3Etk3FAexjGo4SFRRQHp3ZnHC/excvAc
HQufVA11aoAaQUER21Fd4MFubXu7xHMHkQ8v2Tl9T/5TRYPxNueZWs7UDMfVWsayIjK1vJ/44Mmw
5sI8cVNHsATrwtGS6eDkRizjckIzjWQphtiUrDYbDJMgHnIWhkXIH7LuLDz1lm7gfLm8YRyeizEY
F5MAQi/pR+K+l9MKIYnjSPAw+VGwyfzP2sarcnkQrIwmNKI8XeXcJyzEYlQnVad0EJ2T8EmjEsHE
Ai6TNdok7Q+bHpDq2xucyhHXHBlXk/ZGhFw2hIrjSBXO1kvp82LuO/OtjK4qjurylsi4miiME1Np
4GpWK62jJQrEYyX6vxmPuDPCXyx3amnEIdh2vfAtPMhfGmqowltHVnueov60Pz5w1Sya8NWUBA2I
bdCXcK3u4i1mqzfNS7mWrM9FQa81eX7G/bjeyhjF32oE4fza1ucgtijPI/JH/Pn/tsNs2iwKOmlo
RnuVbYngOElM52tM7Ya28vxY1ERr0v0mM/FPnYH59wrqV3hyYLeIH87iSgg5U6jr8TrHjOb+m2ci
v6ut9yIZb9Si3ysRMxVvlouT7NR6Ky7Qz+BSwTKtbnUA7k5gmW/CuuIVIX46JR+dM+OQoihQy6TG
YuOSWIAIp7VgPTtITjbzwifo70Xf8lgPQpcs7GhlrQ7ugb69vSI0GejbFi1Gj3d/ol38fisYRxUq
RRleRNwC2qawPwW8XBbSvLUpsicN+XosjBcBspURQ7xUYV9h3+PvnDQ2Em4OsLAW57mUEvnP2ziu
qK+RzLBc+oF8MBzl4w8Yd/fR7jNeSgvjJusjBZfq558440RbE51F91vJeKVqls+6oMPZRjBbAnw2
e/thP17ABCjgrYxfJFnXAcC84gDPpwYrpyDxQJKnkGKsREDZENx8zRyPsPo5InZhuiLJjhzTGXfo
1w4CV10TUWAHSRcTCIl+E5wjQLd6q2ytfip/gBrFkTD5nr+RwAQ+ZT+r0RMACXG4l9N121i9QFWB
vDzeyekb60YO43bAla6HswG6KFLUH+350+urRMfmS8SqvEB8WjVuhDEOJ63zXB6fW15tkvKyM77b
9CiB4OsKEnUP7FRoqBU56jga7qOTYjyNafRtVknYx/P3qUpecmHZGJyjmg4hb5bFOI8yjCpfSg1U
cgmYbja7Eb/i+XgcQZI4x8XTO+bdJF7rAFxb2MDVObOGlWINhmVxo1Se7jH+ARyiUQIOiTFcPGHW
6CqS5PNqAx7jbH13rgkwoxduP+K0TB0ZFZDlKCCYvX9aiJGJq0gJVcxsWckOjhAX0Xe3wiPG/eIW
/Efj+a0U/yOMHdwq1VbIuzhS8aqwNlZiIDNoEArsCq6kySvW/CeJcRSF0UtyEJxVvC4wiGSS/MTF
cZx+cd7IYFxFX5qgD5P9nxTGexsSNE/MZbIEOFEy5+jfVNFGAtHj/z4mdoQrH2rJ6H3IMt2NNUNf
liMvrnb6tm14o+Kzacv9J4pxFmgJyQpRFuABcUhjaep9t2nsywJsYY73/Pw8N+nFXs/Xb816CxSL
5fc3EAK5cybTL9CbFTMO5Gr6IcBuoZimk41T5P7CaRbyitdEOIE1iivtRg7jROKz0jSRH8AAVq1V
4CJDDhkoHdkK+SDUjpb0kNH93uIBbU1HPjdyGZcidW3iz3qs7+W0OelOsxn22+OoPpT7OpryXmOb
Dyh/RAX8ucyJtk1bzPwuUb1qiXJoTrQe6RHh5bxQTgi0EGx+razH19v4i6yhy8AqBoYjcqPKjzrf
ZOUDsbiUZTpTPUUDtZh6JldeG8/ol1gJ4CZGlyDqb4CCZ9RDzQI/18VxTeQikZLQD+kv7w6bDHdu
hTC60TZhIhhtrmI+nVjv1Ue8FelplX5vTmf0SSHVY/Xr/wP42yk3eSuWUQ1lhDe/DKPYTW2F53Hw
v8LUs+/VpLLmAIOya7qEUn49PrTJLMmtXOb+UfJmABNDOjpNHev9AUsCpuTaPgLXjheUTCnlrTD2
4smNui7Ti+oNDYhqt6m/HD7CZG5aPESKSUv7J+lX0FpXIGmT5XE7T+iFnr3G62V7BPogb0WTabpb
Qcyl06axGjajoBiVICAIO8inA913/oQpBtlR+VhG4w/+ZyNAHx/+/sbMIsWolWY8sJgAiRBd3vT7
i49Cwd1AJlYtQWqXVHiwQkxpnYy5jnK3jjauyyp8DiJiWbyd/Bn6fLQwxmMNUdCoMxkSkas/bVSk
qk+CKxZkMC3tD7XclxGrtl/i3/kek7bH49Ie6GuWoCmbAt6G9z2TV/3tyTLeZjYrri1IvuGske5N
7Xx+fW5td9ZxnwVTJwrySOA2oQKEBgPmREvgwTXXtIMgISMb8yQDTtYJUB848Ix9KvC7lcQcqtIK
hhk1kDQcED4LCdWJ6bTwNGgDhTsdE9kEysRxMVNWfyuVOVhT7lNwyV5VLzJJH1vpXKyROhueUO8Z
0bBkZH+/ePWW8TdZZVJAjovGZBW47mynU9tgfrTsVdU7nSTALeVoeCQS+FpV07q44HTyia0iE7un
jZv6wAvt55xF8z6AOdRW8REmyorqoR/T/0gvjuy1rhjSIP1QRIr+2hyTBH0xn505kicvsNulM4cc
lVdBuCZYOvgJihdUaMU3k67XDVLPCDWIPn+lIvoiw/0Q8U56Koy8Fc2cNBKygZaEEH35I9vX0lPk
hYZW98ZHH1xnyW/Gm2lS0V/F6BZPljlmyji7PqXg+thVjEOXdIlt9RfNDAsfQh2JaIB67TYv+XOw
DxNyPHavIeqaX4/lTQC+mXib/ZPHLDhNMc/R6JC3ii6Iz0OJalZLfAwCXl7Rzoz8d++sl2D2WqtA
Ls3tcN5j9Mud/ReTbSZaDmVFkTXVHKOw+1sh6MR4BO/TvQRzS6JCQn3fOeqyHmsrvdt97vfKQNC4
w7OzCdu+k8uED2mphz6m23Q8x4FLDdCME8hnJe9zgK09KwvF+5MB+Xc5vC/rjSssvnXurBjvC5iY
oqhlwPvJ+ILAVV8xhvyJmdb9y0lZnlbV8itwepdz6FNpnHEyQFfRjYW0FDte0YMfvUlBA+x18dPZ
ky0UdPpV6oxpnH21Cufq22Mt+3noMc7sTiCzxD7JzkHSCtAy9HZLKQ3p7mqdXbG1hWO6+Fge/O1h
aZPw5ae+hKYBtAzUAKyOMUPA+ZTx0mM+BTRhOmaGMJs58h3e61mV68bV7CrBMwInvqZEAeHPZynM
y/OTijkl6bLsZm/5oBO1+05zJ272ERhAzSs5ixdykT+Ky0aNShLBBSZAAnXjaN2dSZrtWoO214WQ
NFQ2vFLYhoNdAPb3b8rrF516Vt8u4acuchNA9Ze8ry9aKXjSofqe1QvZDAH525gbX7Ive2FR+LRt
vMf7NhUm3gllwsR+0KTOSAvBE0SrROzkRF+CZKsrUPmC/4EYOyptRO8IRney53VjTj2r74Qzd1ES
pnqYgHHNyxo0Gx/iRLSCJ2323F+svCjJRXiWM07ae2IAACbyT1FYyIhiZhQK6NoFT5VpUTm+QSWZ
mM3fdvUJyODZ36JcNH988kdXyaDAJxZgJn2851Mh7N0nMM55SARMvsnY85lMI5n+fd6NpcmLfRVs
jJGCj8J9LPB3WQlWgbkk8APJM0xfse12RmOIglhefS8wqLPJt5eDYkeOrpME9cKtTVsbHT003XGM
8kdj74ySkcsoV3kxIjWUIbeSFvVruQrG1pLnis5cJFIsbyOioJY4ZF45cy+znHkwjxA+R+HikNim
hubNbJ7Q2dPj3fidgP75KkzbYCMAzsS6SVXMwfbuy75XvJhnYlQxaT9RfPosUqs0D4LYEFBgcWT+
SgEyMhn3ZLS1n4XKDI3W+p/ZytyrdHnkQV79LindC/mV0cyBHYrJO99Dkix1cenp5LS6WG1oa0/x
HMM2xpPu22pPRMACObiBUeT7BoyEzCMQ/a3h45egtV7WJBAt4z/uvbFZ9G0iZxqWO/NR8N997kZA
6aiyMh8TNsvwytG039l3RiCzv2KhlmHaqr53LV3QvWEq5avZ6JvBLrfb1IPLds7IDsouR+7vOOte
Lsu1kbXgxsaO+94q/l6d4m1OUjvMSPzuO6/xeWyWQ5fB+Hoxn/aHZH/Yc/Rq9JC/LOzfRuuMhRlJ
nkizyvC9XCViRWqR1LawT58Q1cBhPxb2e35kXCzmVRUQEmqSzjZyNEFj1qISCt5Kmfv76Clb+3ZP
Ihs9TVRZAiYcfaYgxQjmA+aB3tJ2rM9jluvw/fg7fsc5zHcwMSUY1Yw8lwQfcALzuCC5bstrGltn
6+x8R3ZdkO+VZj+W+XuQlpHJaLQRCqCyMwLBs5IciLLXtZP88ZxzTLzFhnTvyox8aI4rr5b96951
E1v/+OitjyOiXF5kO6oye+Q6aI8xZSqN7wnm9jCDIqj8HpEOZkdeAiQBB6/dhad0q9B4acy7TSeR
ZWJXeEoqrrms36NlSZeFRCzeVNvv+xubcvspTCain11LwW/wKVXiqvXrdSR6XnWHQCLRFdP2wuLx
IUjj0pilg94c08PquHYMOty7lYvR1aAfgpUjTmm28KP2FUQXqEmFKBB9PRb268UGJuLxttRHUmLk
qRlZqainualBydSa9sCny1aCgVmorek9lvM70fkjCBOSoLab4VQZQfU5aspCjxCQECt9bt7bGOlV
bad+f8hWYrdHFyl/nQsm8DuLdC+WbRpsYz1HyjMWkF+1YuylEpF14WgOgnYexdKU4zBlFbRQM/yP
jADk/tzia2fmUQ5Z7djbsW9dZ+Z2x/jdG/0FQTMPqL/sg/Ka71CvQlvNJ8ymWzWU1188dfXffcjs
/kNyo9CbPMOHFBpRtpG51Hxbpldj3+h/apo25NJxeA1+Zw/Hfb5ZO2Ou8aUXr0MMkS+rzdW6fDnO
+/tmtVq5F6DZVbsMVqzRXf/XqwrSHO3Uk8asQPGG6znjJ2knLQjlNAWM6yg1/bi5mzeGJOUxCjCq
4CWB3VyAX7USg92lJqHpNObcSKh23Z7fzCvt2nllOhxV//UkHvcCVwjSpWiawPzx/faDT1EJm6aD
E9WJv8kwo3SmQWR1jgxM36985AThQZxPLhhiQdU7Unz/uJSbBWeREMd5owteLu1abK2YZ7wYYCK2
M1WwsYKAHvkNVWO8oHTxg2vfNOFRBgusqdA0Wszi/UU4aQrAbzNHoKmtAQ7AD16y2RuYnQeKDe4v
S1VeqZE9mD4n2py0N8yT6zNMlgOS4Mfl3Cwa9MhlfkZPx3EQ9mG9uBZ7pTter68VsnsXauRULl7k
viaz6tTKVjTodgsm3peo+9B12mJGWQ9yazYQECcLHT2bZzrkTqdt9JnVosfwXPNeRL/yc+MJmSqY
lDGbKgO84V4xAv3iK8m5DY4zR/fBhZCcFB0BY52RoSFKTo2ZnZXzIqA9nmjpUxJwQoqfgJS9WQCo
oGqKKgMggu051OsurZJCDY9phhrekwEEfgtxXLboPmrF6j4GIE9b1ctw2UjFW30BUIYGZHn9M88p
WleiIrJUJwVKgWOAa3g25jYVOxc+hufimJpUCoioPSsmOdttb4uqneqOOKPS3F+bBjWda7zQXi8D
HbbnReMTTKBLppUvQ83xMaH+5SMR4dUbn4JyKErJTCDN2Qo/OnB/+V+PTXTSXZkzEzzymGGCVjOx
VVg1vir6WngUIhruChKdZGosQ5pYDhDhKQzIstGPmJGnnWIlbmzZl+dl7HzoH66+UK3aMd0O3PMc
G5u4JHXUyoBiMr7ZgGXCOO5UDhU96BXY2LCRLuQ80MtTo4tELQO3KDbt5pxSISH5wchB+uyq/qG8
kva51mij8Kzrt0vBt8CNmQiDkcVnw+AeVa5s6KPzscZk8mXRS1bygRMu/qqR08dXcom9EjzdkiWo
yzEO6kgF2uEeJYXgbMuJIyxMlYJ4WWpfO4EXHf52Rkgw4w9sCXELqtH3lpReoiLOu/R8DBfCKXRy
/6mKXPG7wtN76xfkgqHqnMTCn+FvGr9H4saMMCwguvL/dRO0ie9QoEIYrwYt2YyJl/PrVSvrrjwf
k/7JPMB81HV6RJmh6fdCcwaKj1P+1ZCBHyzRmBcHveXcuxMvMwDNoMIijdccmNGYjTgL4GSXQiE6
FmgwaGk10Fyn+d/Kf81toV91BRBF1i0pmy3CVaF8vuZOEdidQfLPYBerG19A2OdU0S56rkuqcpIQ
Y1B372/uv27UsRsPXV7DapiNX1djXDek0RkXE1zwsDHzZ18kbW09tuuJB7KOGwEVgRmYlEdkl3uB
RTk0fT2E6TGS1xfwYXyIvt1EViGu8o3vO3AxZ08s/xdn37XcOLJs+0WIgDevsAStKJEy/YKQukWY
gvfA198FzbkzZBGHODOxe8/s2B3BRFVlZaVZuXLFCXpwziJjLHR/CcFwn+DEvGhWmIh5WFTAONoN
9NIyYluBpOfGSTHt5sn7AMQL1tXs3ho3PrNLk+BnLuqNPEoFEjmvey+CvJS9aHjugJx8vKv3/sy0
IBG+OzwpWaLbRvok5RRfS9Mz5qb4GAh86b7+D91pk1dE6cqNFEpXOA9dlbJfpudWdZtjvxHseqOt
kaz2y1VmihumWbg7ky7QAgUNY9pRtOHRzUq9xsB71IwgBNnZKy91YPf1a5ttH+/cTOgILtErGZQr
mIXTbNwCMnL3veZ1NtrIJ8ZhN+WAqtRjWXOnJCK4grlWREnRqP3ztMTn67bOzvAlmsFCtisF73hl
ca/MYifh3Fldy6KuWd4WUSyNVXZWfncl7I7OboJgS6JXpj7I71VjVK0dZ9bjBc7kWeF4wr+VNWAm
kW6jVhg1hZBqoZKfg9ZoRzgQyjtJ3ZaxMXY4ELZtZSbEYp+ESxGPOvLZNTn5zYo5+tqWkX6FXKTz
nF74KxVwrE6XIpNPjDhdKcp7zbw2lTtWllq5bYhsy3qAZ4IWvQF+YmRkzYu3lCu91z7kKPF4TdcK
7jQdD+ep0AZh1xXnIDQl6VeW7sRmIRC5t74QgRwCMggyj4h7ckevrG+cVh7jaWNxBtu33vcvJWAG
4TPbSavBTY/y8+PjuS85aCoI3gQZ7FLwG5C5uBUHNJwwsGxVnJEMbRtd4YzWDUonaPayW5nlM/cs
oTFbIwT+5h+5cJilyzYZutsLjQ/AbdaQvYO/QtNeRFHSJVzYY709wHagRPOR/gdyuNPbnVcZ2lOz
ykXz8arvOb2mVV8JpayI0ncs0JsQuutP/PnL/ope4tGMNxwYZ9Y1Gjtsy1AckJy8SK4RtavH4ueO
WJuiCdx7zB2jL31etZ7AdXVxlkYz9/SuVx3SA1WsaWb6GdaGVLHGY4k/TMx3uyzzWDQYTTjwBt4e
c6wJtVc0A2Y0mUJvZ6grpimnc7ylXorXBlRFha5ZKWN4rBmnFhfaTaZ3ojE+A2ejh5tBNlJU3j6L
CDlcfjDhmcVoNSoxNCgwytgYfaN66r/T3OgBGWncHOy3odGMuz5YlclK/uIro2VWRW7liE0WmbPu
Zw8gkJxI57AwBSRttBJxPR+qYyuV50DQ2To24vItSgy/sEsyGEL3K8wc1nvVApt8DNJzL5pi9yJ8
o8gkSSDtN1INDG62oFpasopQ3qkAuC7dFjAq3mQRiqIUpqy03gyUTcOZmWbj/5SQz358SOr9Y3C7
CkoruSLOZVaSyzNa2kPNVAA4UnYCWLnGbXUZv4CWQAnIc9JvzAL3P0bVjSKbUxxvMBR1VUUGGdc8
6wzmIJtRvepSRxufYnYrMlaW26VnBM+ScMielF/hs5BbofDmd5goicLyYPkH8XftWUq2xYxE761n
NqUjyGtZOyoI6r6LyCkTkwlfieZU5EA4e2RWHrF5ySj3GWLufD9EuUXawhADfXTQKBHgV4I1I+mR
bAgQv60Kiy1trjWG7in4agKz0HikcvDnqQP2NZAWtvO+t5NSiuk9vLKkYV0JcqmK5ZlfR+6OeT80
TlLoMXJpDmuCvDPQZbi2+vidY2QvolcrdUontJfiQ2k6NurucTKaBuBdggiF+4kGrr6jaJkAxGRq
eRYO3UX5ne2Lfe0GNgcSCP+UbO0Us2YOgzHaZO/ryk5yoj0mqCI9f471NwNslxhJxGIGGXoNWeMV
s3zPK8nh7fAQLUSPMylI9eZLJwW9+tKhzARSMUp5ZpXKSKvL1K4tv6TPkoNTJXawJG9O4a93hkov
F3kvCKWPneEOpV2hXjNNrB1BC6Kage25ns3txUOM2cXNggWeKdPcrJQuRwopKyewGdCNI3n1N630
PH6Iu041qkqXm49xcOF3ZGZE1pkE1eBfHl91fubVu95pgbrqHZE9qD92WlvxRugbPZLOQAO9+7gJ
emijJmcKbrZJDenDM6p1ZmUbwZ3AKY+/43/RTRlksmgGAzEfdQISKqFdkkzfsSk+5WNl9JvULEeb
lxF9bnBd2GneY+zmqd5c2Lf8qS/MAomWff2HjQztt7JKkkSX1oWTtVZEdE9nKl0rDAbMRo09aQ05
dCeGc7px6xm1mZjt3uf15is6tjAia2J6ysKaZtx3nK0iAFMANAWv/JSir7SY64ZYS5SwOg+dGfRw
Hi9yphlqGq8afsuyhREVzL5U/nXUDKnwoZBTUDUkX6gTVdk2kULJgy6LlhfrzWvfB7ryK9j47Yu8
xOg6U22apClIU6sImpUf23e1xkLkAclhouocILtTfQc1b8v1rszeAAwS89UY/ZbaUK8FJ8TEgsZI
Y37Bo5i9ulcfQOXioqAJOjYj1VkkbgyQKNxutyauWm36BSsxk/a7XStlleQxLQNBxVrZ9Y45RKfR
Zj8PoA6SjWRVT61syPjVU9u+8daAyidxEavpsZEatfWZ64V9id0VJifgqTJ8eymqmokIbg6CukDo
GBSGRJw+jrhcvkoiUZf758e39AcDQ78gCtKLCAjQm3J3S+VURtqz9n80Oqo+CukUSyvpkBDwrypn
edgUjcPktgImIQaIiV1RI09r1f1HD17EwWHDw+MPmsnYwIkEjA+UwioSnj9B37X6qX48tDJOX8ET
3gT73u7g98FrqjEDlNmOGOEjsYaqAcSjM95TbEh/4nW6BOCc00GElmBlBOsmPGkqtARaWc4LqYYO
grO/KWwveB2z314FgIHXL8Qpc7LQR6soyjQuWKRzl0VOSNfJQX0GHrv+DUeGQYYbyULUH5D5Xthe
fsZjUCdkKkAqCpxaKgYMlKrts7Goz0K3Ubl39cKAc1hRQP6jE98RpMpQfauoyJonC+mVuXiQuxZN
3WtOzpM8TPP6XP7mvoggGMJgipKR1SrIo0Kj0hvRzF5kyen3lRgaKVAGWblRlwLtmRIwEGFXW0Bd
+iztMgw1ruozJgu7p+hFgpn7UJwXFcnig2LyC1ds1qBey6PucSvmfs5ykOexawwbJPyuwIzZPELF
5Vh3rtoYHNFZzlDalXLS2gVrOut5aZww4e5/HhDqxDVh9DKmbupzk6Cgkm9y0RILw+t3eS1ZpRYZ
FYc2gEL35NOCrk2/TNuWa8nUgQ9pI3MVWozOUdXpTQqnWEmMZLR8FpXAb1KZY/2ZFr+T4aVqNrzm
+sNbUhv9x+PPuGeAmUqB8JAF2BSWFX4cpiuLQrigl2IFGzDACX4CC7po8qlR7IZI1875r4u6P0qo
4YQ2Z5wlN9moVmQ1erWSXH7pCkwrvtsRlNlEZIIn1srpdl59SkDCRigymPSW/Bp2bWEhzahOmZGh
wzDN8ZPJNkR0lcAI37mD2plZvnq8GT/e390XqLyEBIGK112hzoSfxq7zVVKduffMkp46JARrPtZF
1mLDDeIUQJwqB3jhqreHDbhFHC9GST76rhFtrcsSdbDwHQN3d4FvSL2hhA7gg213fPyVcxYROb2/
P5K6oblX8FokYZvKTB8KI8TrmmyKHGVa34DX+FjYDGoP+oECPZpTWKgrnfeVuATzTasST6ABgixZ
d0f0CyDQNId3chrcwELqb6FeNXszrkRSetAoKQF7VVWda4JsIgLXwNunkRkpC8HATAHxdm1TsHCl
cGUTZZg9/rM2DVQj+bZBW5xgImtvoS/CBXPpVgDRWWyloJR+vK+zhzghen9a2kEMeSs6TuNWyZu2
Oqtr7tD5sVGOkBI1h1hZeECnx/hOp68kUf4xN3a5FgeQVKcgku9SRrL9qnh7vJyZMs60lf+shzoz
X4i4VgSZ2hkptTPzJV+iYpUCwyFs5VRnMzfYVd5CMnHGAwRXvchxMqdJPOZy3G5h04W+qLQS6Knr
wIpgG0n+IQkLOvITkFLbdyOFMgmN16shSLKqc7ceDNFqvouJCzs3m1Vh1Wb85G+Erx5JOc5g7dYI
8U/B6NzWYt0efbD9nrwsIeRnVAdaA0LfqVqmogfvdt1aKSFzGzHVOe7eQgWjtttji7bU0BYQQ3dt
/1+2+UocpT9dGMTFyHjVuUi/mwzDVdSvnIQL12H2LEU0BE3HKWNAye2a4IFHY43RvOdGM4h3SQR0
U5AlQPCcEA7zwwX0LiLBL1FHmXN9wwxR1Jx9z/JFTMytQXa+1FY2qzCA/aCdC+UXXqXfEKaURQae
YnMuzdjtTc4UvwNwkI5oSy3RJmmpbmgkrnogLkLG4Bks46A3NIQDoBWWuOLNUr88vpszyB9A/JHn
Z5FqQJWXzoNpnadqRZY1Zy7VC6c4c19sY/qWZlR2jRyXYiApjYZjkQWNhyltN2i8UmzR2LRoDOv1
YhMvPfRzGnz9QdRpK2TUmlRMm7PCPYeykcUbpluHJDTVSPdFXwccDekMO1F1XujW4zvvyBi28SoP
C6Zx7gHAACMNbXEogMh3gUzP9aXatmVz3iQotIM7zG0P40p5Hg4DuqGRXI+tRG+3Zr7mduXCMz5j
l29kT9p69fh4QqG2hMWp9Ciqj9yu7rOFt3vSZ9p0YWTSBKPC9BJFoWzyMIpVnoxNcxYSAM36XZ1v
vGYVV0+iZy+o2GQErkVpEw4HPYyocQDFh/9xu5iw5VSlEf3u7Hdm/Q44EyBZDoAVKcgfd2jkHLY+
2GhUozNXKCw+Fn6Xd0L9QUTfBpBJ0zgjhUatjn0mjnlctKcsct9HXLH6yzuA7LvbZguvAa24P5Jk
VAkxlAU5IHrKZxs3XhZHfHNqYp3vknXesbsgwiSxoD5Ggwvk7MLG0kryl0AQNE6wGTTvUSZLDlk+
qku1OTE88sHoG2zFasG+z4qYcOMovQOTQ4NyMEo8TokWtqc4QaWXD9D88i+N+88i0HwI+JGkoRBO
hXiyFjBpEpbtiRtlm9GeCoHovl8srOOu7DCJAYQERzP1ObKacKuDjdxw7TiJKU3ZKbeqo67Vdfeq
rv0VZ6YmYylWiJk2hcsZmpO5+b5xgxWvd7B3CwpJPzTTlwAtJ7IiymJg/aYWzI1qNcJZak8otIQr
RFQq6Aj0hMG4pE3Artgtn7nNV7apUP3496JVDXkZDLFAYgbfQW0CG0dqqZH+JKOSEFrDLsN0+Gjf
PBPxRapOYuO2/E7mn6TUivZg2luQT5scrFwFtgrpUQGPOGYXUeK1PCiirOhPYRgYBQPco3pGNaoS
3UpZiFyF6Txvbc4kS0BjB3AcwIdS5612ItP5fgNZCqvjadWio9juRBTrGPQ0w56j+qW0iRkhgpMV
JxEDo63/eJUlC6U+lG9BtSb5a1dtYvS6CxvCOVlqeZGe14bMrQHDfeHqtZxZHAHasRCX3p57k3n7
+dRJSaXXMaWCraoVl0cPLKej4uc/E+0SE10T9Fgz4l//RTs4gGpFgCmgoJRihoHokSBo+xNRzbpa
VZbQbPJNu+ZFK3/LuJcBPEma25K99NEAHfhfpGPKDIJreCIa7bii179W2LHuT035LPaNUaL/ePB0
XGfdA+xR4HQ+X6VqiTyMy0QWlxlZ98qp/cJ3TBt7qzcaeqHxJMJKwNsUKR2VgZhBYNmzJzYnjJHz
YgJfc0gXjMAUfdxIAYIDQGsw/rPoE0EV8vYmFBnPDD1ask+xSnQh3g2D3bFPXGQ93tS7Xl3cNshB
Df5HDqz4rRyokUdC/PWpP2gvWalX696tDJSDT95WZfTS19t1st1+dO6wCdYht2Db717EH/EKHl4A
qaaU6a34VmkxWS+DeGnr97uws/Lwo+VQTuQmQO64sNq78uHPakV4sbCvkggE5624oZF7RCMQx+Wn
glspxapKrUTAHKZIDyvFqMd8FWCIcpXku6hpPsOi+sT8KyManGLJzM+eMHCTsgxFQiBP7bwwkjTj
pm/pS5AX97EzRruSeSLC4qqnTaR1CfBIQebRZwfzTm3yKBUiCqchd5IqSxyO6UlMDZV5Tp75qb4f
IIYpB9NvDj3D6QAxmYQkCy773DGjEQnYGR65CtAJ3O67rHq50uUxd4q7y6g5dXzkG4hkwT4fn6SC
XXB77rKS0zljX1U0hWDOgHz3jGVDSnpPYUE0CD4U/XWDCTa/Dgf35Lagpt6+NSbA3vpLgCbK1fH1
8ZWaO9dr2dRuJ0LFa34w3dx+31Sv5aYA6L8encdS7vB5P0tUJcDa4NxNNabbLW2iJOxqJeVOO6wN
7JCigzgH4+10OzMckP07DgFDtHvidGKNOtjszoKFP59T1/2gXxYphO4C178+CD4UWH1w1DQ6qlW8
KC5kjz2ZLSiVM+P0a/fr/X1HjNFo7M4pzHhfOpvVy8t+fwTb1tvj/bgrPEziYcMwlVRTMfrwrmu2
Axi5JxV3UiqrOiega4jl0hCQf4/SAuMOBZ2HB3lsx49ESdfaQhX5Ls/5l/gfzw1kbXccXMnQ+nAt
S+4kIKUZA95drsogBl7pqLW/+i5Bo/K55yWrljCskJhCdyqSaRLa412YbAZ90yfuWB7WTRABDLhV
CgVtSSQQe+7Ey3YWW0WHqvZn/soTu+3OIZyZx+J+SvK0PEDxYcTQQolqHmXDykZSq5xw3EnO9oTD
FFRn7DW8xnvMh687dACM0kqIzd6zNc+s8nP0KmLinUycXj4JiS77W1kyegwfikaLbQ3Mh0vKL2C7
Yjfrd2OV6kNi5UuD/+5qRtNZwbnEYcEiIX7nb3dp6Gswe5S4OvAVgvdxE6IoJq44MGy9XMCE+HiP
ZoyvgkogcMnIgXN3BCrAvZGYwUzak/AOZDo4qL8f//7Mkd/8PnUEo+wXqRDW4FD/g/SHhF5dt92o
krN6LObOM59qqP8sg/ZHNJRWonbAMn4hBjEHs1m4vwvbRANrEmXwi4LB73OmZ2o77uPx598V6nDm
N99PnXktDS0rt/j9iR9SwX+7vbhuXT0IjWxB1swDcCOKCiw0ocuVXIMob/cVWtIuOj5ey9JWTQ7q
VeYnDz1JGKbf5y+BjVr9Yp/NkoDp768EhANpGmlSKaKjH00ftyrajcxmi777y8Q7sMwKt6DEP5St
VxJHL0g7YNdEjB+qMOVN0w+cjggM4JDfwNJZg93vV5clENWMU3JzTpPKXwlFi6JQJgmWieEVssF8
rtTnP49Pau5Rgo1BegnpQURMdIxJGLki/TQ8a8fu0hfOyNat3jxFGCK36RaqXjMX9EYUpRVRGPaK
mA4Y5fZBNoolhjq/WSJaXZJBKYbWIlsRCJDBFkZl6MG+Wdqw6YGiHhQV0RUCAnS+ICan7k4QK2zN
xNykekDUGQANOKCoHfQlOXfR89RCdiWH2i1MguBFBs/oyUfZWvx0fVdwyBMgtPsllofplx6tiNoz
huRemYZYEdj4vYVQdPY8rlZB+YAIkKSMRPjtpNKBje22i/mgpX2i7oiYSWVeTfOUTpjr+gzouGgL
6CtIn5cu44wFuDmQ6bJeXUYZsPZyDCBo4z/bX8QQrM5ccI5m7vuNiOkTrkT4EroVIgbc/vJ65288
s7U6l114Jmds/7UMGmAVgR1VjkCFeAqfGyd+1cylsZyzAuBig2oIPrZCu7lK5PMegFVwJ3TO9AF8
fmyxln6eCpAxsyjPxAQ/X12ip8wZB4xGfyxhzvsC9uyfFVAvsepxfO3BAEwN+5kOrXru9e+15rys
4oUDX1oMZUyUIUvbHpnOkykhe9IY2WlhKbO3AwNmUXlEP8hdkiYmSdA2HPjsweGa6aH+XZn84ly3
mdd4Sn7/LYQ6kjodijbuICQwc0v712nEyRBe/Tp1GqxSSMXQ4NczRMq8YYNuR8KQqiUv+K7AD//r
Rg51Fn4UtqRKwe9uYirw8TV1JZtbcd0iGfKsHblaD2XYu1HoYLSwnsl3STAR/pQ75sKxz5rdKxmU
Scd5sFkYYS2vr0jLA/kBfwWzvGtf57fH43EJqnqH7aP3btLzK8OlyWHt9XjdT+HK3SnPxvkFM5I2
73tze748XtqsibxaGWXuszEvu5BocC2PsS262xEcbkvLWdo9ytKLAckitcZqIrfSw+36cny8hjlX
/0bVKDs/oC0ZY3RxPLuNv0/d0+m5Bt+DviBmXtE0kJ+BGpIHDv/2UEaipmUtSdNk0hTdkd9ojDln
Syx7c0I4CWU1PPJglaPRdS1YRiI1C0Csa6jOYHGIjMACoJcLfsScobwWQ1+aHB1mQ4OJCKoTrhCr
O/4C8HhOr64FUDfGq3yFqUcIAArmUpz599/Reli6lnPW+FoIdU28rKuHnoUQNsY8xkoXjpkrH7i1
b1ar7D+889eyqIsSFeA6knvI4h1u660yd8mdnz8S1AAV1MKAvKCsPniPwOrcY77HqKGPVBfdaIRP
tHBT5tQLxBcSMojI4Gg/7XlXhqWW24iUniAgAnoXzPIt3SAbY+QGcqKwYhuMRX39LxKRc1GBPUf6
nc73j6w/1BnGKpxCPdvp/jrrnX7d7o0VkIdHyfzD2I3RH5ZO624GxmRBwdTzt1hKNYbMizwmUgXM
ojAlVo9eUrS+gd3OvBzB73a5oPMQ/6lWKrCpEjjNlrzbn2wsHQVcfwClLyxmorZKhg/ATo82nsDX
19okO8XSn56en7n9yyWwAuuy+vN4v/np+b6TO0FU0DU7dZ1QNzttvS5h82h6DiEZvZXJWQZnbg5q
5vXesDgct3eKUK8DhlhfXPVcNPcDUvkf6dS1l1o+jGoe0l9fIX1jc8TwXNn1nY812uRewHkbmqmz
BHCb9TWuxVKnjakWXC1XEOuBFkz9k64xsHSa4PJ4b2cvz9XWUkfah7nI+iWksLJ5mFhIex1hJBcs
OLGzOYTr1VDvpVLVDRO3kFOtwYmY6bvuudlJsQls1fHPgg0V5x7na2HUq0ZqUjNSDGHibkqUdbEu
rLwn7fkLDGO/Oit680y461PHd48Vt5tEfsq4iYM5N8IcQ5xqnXlKv0EB6psvl/X584xSw8LDK02u
4p1Oo/6KMjAKPJJMmcba62SJqN1fLt77e+wqSFIpuupMfKD9ajqKk+uKTwMHCDprkMTSf/8mICvH
GOBylVs14JaVGVkq1H+9+nOZElq+nRqX3Llc/izavHnjg+Q/IA0SEB00CEfg/TgbEiSBKos/5tse
w3BOmRPYwVvp2pVT6b7r/U4dwViHB/ArmpmJlm33sbLO1SfQc/bPR1BaFPVJRsYYHyEc4q2AZtb4
JdmRs7YrIM23g03xtEStONmWu3MCSAE1R3S7IUS69ZCKTimFvBiR0s3b3JiIoQw4UvnCNZx19wRO
YOGDYRwV6ABvxeSdmqGJr8DkqHc0v7qj24mAZ5gAV1kLmjfriF+LogwL3zGCnCiZeAJEbXSlt9QN
DK5wtF8XJQIIk9dBs3NRbd+UF6iP5vyna8GUrWlVELIKYy6eym1o4fYZMhoGlgzaPRAOc6LwSPEA
p2kssFBUjFZWUQjskTKe8qrQpeEtql+GyClEyXnrY0CTuVIX06WS1czS0C6E+jcAePg3Dd1Ne3GI
2rplTxtNsirH+w3aoOywxNA98xLdSKHsWizWecsjbjtF0sX/ZBqjxZSX0Y77P8OfGnQVSrBYZbp/
enHbp14UsBZLEq9QN44kbawICEdPOcaNeLFga+NrFaDWjnY7PzXytnwB2LoSDU86B7y9cN/vF3wr
nVpwXhdNX7Rcd2Jbc0T3Q1ELtpeFei66eS0asrIqCb8BJdOC3PsHBHJVCVRmAtgYWZFyOLp4aNRB
zQBLGuy4XTNKpY/ZCNRmbolkHwyXUrMjH/Rh/UaSMLNDU54B5XXqzPDaP3Wz8J7NuAL4HJAATh3F
wLH+vCVXHq7o+7xCtLI/Kb8r8TiWx2JcZcyv9iK3oF14wRvarJboIWfMxK1Qag9CEX4vJwKaxbC1
pXKVVTZ6228LBcMpo9UwvDM1aIJcNeu+MnOIDh0HWkIm1Mf0cxB3dXpeOJPpQbw1xLffQ1lItmi7
ENrfn8bCHNKNQvAwZpacotnz6HNPg85HmbmIk/rxLe/FgqQG9AlIMdGtl2PcZQXXdv2JXfO+oYjP
StU7Pi85Vf4rUj8ExS7kZB/F4OR/0dCP2Ge7vHLJ6ArtToiNpHjquU6vg5MwOLJ4UMNiwbWa1v3o
A6lzagO0tFUsEIBRJ7znGhM4YRNsmJQfF27jXSMwkLFQw3+2gjoBhQwBAzrP/uSXr8R7UcD3jCwo
+vBJbjPySUHz4GAKgD1hC5J1WRi8t2Oq54g7lvELx9us/7GgE3PWSQGMDw0TKIajYe321ZTCMVcF
n+tPWhyqvZUmOTF8kYif2qCOdioV3zWw4YdSKjyL5foNEwEliTL2ZxeryUISkjoHtE4CtQEIPf4x
NeD/OKVXl1TBE5AGmRBthbgdzJCRj02YtrraXB4verJ5V+f9lxx1apkCXhnPHPWKcoLmjWDII9ss
8bRNNIAnU0h6ySxIgipw05VOCb4PN+MLk+HKJWzrpE330iVUAxUR3c/0lCYyJMTzQcq8bbfaFyDM
j9dGPaM/a/sfH4iTBeUnELzawyjgiSckY7SN48EqldoNwTHdgRksyU985WTyAhZ07syu5VG+gtb7
4D1mIE8RUEBjiJHlgH/nb49XRb0md6uibmiWV1wKkvRoy8s9TkgDJkQ7yHW9brV8FZGnx9LmTggI
SBXpfHjKIG29vRMTDdoQ4c+2FEfAnhO/N4SeG83HUmg3669FweNB5hDvEghib8XkWZbUMctG20LK
bJFdMZlZ8uBk6pxRTs0hjk10OJlVtNQMMHmntAJOntb/lzv9/ZWK5HkgwH/FkcHqaq1TJ5WtgfE0
X1rg7DZeyaGumRQTjs8KrK/r9eFlaS7mrOJd/TrlVjFal8JbxK/zFdJ8zCfrs5aKF+3xIc1KEcFE
AjcGTWX04MEulyIMcWNwWbXc6XiQy4CJt8sX3NJZ9b6SQl8iTQqAaPbJVuJewZBo1CDt6mLWyobv
Sjg/XtGsLICQYHoAXQYFxO3pM2wFM1uyZAsuFEkXJOLpAglZky/9CPPhMethyEnlPBY6t42Y7DAZ
XDBZczRk2089DmoWki0nftcNGH/REyaShbBsVgiSiRNfJrB/LGUkPCw3ydWUbHuR27cSu/drad8P
2vPjtcxtICB1oA9EfAQ+Z+qw2iRpB54UZKsMNik/FXGb+iYvCSb5lw0vPwbiWhK1oK5lNZHhcwIV
190g0ItowR+Z3TFJmaJyQZv0+1YX/E7om7yGgIJNLLV32EExNX9BuefMDagx/xYyeSBX5kaOMfWG
bTKyzSvLI1bmr5XUGZc4eWeXgicVvZI8GiZphI3QigBSsx0Ov7TYYh8lqRHgNX989HNLQdMnfBO0
zU7o/9ulkDHzNMyiI9sSPZb9TvMMTTwS3noshfYSf879Wgx1RVnA6ypFCOMtW4K3KW5H8KKP3Ac3
ZCyiKE/2TCZJYrOQq8DqvUY1mlrJjUxkGpDneeskG3JDUIbUicSOsepS1nQ/7H2zFcYWhAKtaA2D
MJ4ef/XcAVx9NA05Lbk8l1FeINuu3SIXAvQ6Jy+8y3O+jYTzBWJz6lym2TvrNor8tqyjrS9v0I5Y
iOGBr1odcCQ9bb47oVw4iNklcTAmaDIBDoiljrtgfXS7cl20TbQ6MttaYjdCmaKrpoykBQM591ai
vve3KOrIy1KMerQUR9sK7WXDf3jEwFCL3Bg6ODFBmnrwEYA1XDntWwwa5CpRjAB88NoSn8Ts5biS
MtnNq3teCoM/Ir+CJfCpqRKMIEAbkNZ8jnLz8h9UDWqAYiseFbxjt5IqtOPkA9NG2zr8lJTj6B+7
eOEtmV0MOq9FvFaIjOQ7o9UUQ1zDBZQi0JCJugImfpApLrrPc6EIBgr+LYd6TEStIgw/whdLGsGS
8tAQmQINb4NR9aoRDIAUoJDQBwsbOOt6SgBqI+JDHhpkzLc7OIS+VA0dnKdByo0gPnQl5/gg/2y7
lZyGIMr4zfuKoVbNkirO6jniEhBPIcgDuudWcJ7xUS8AWrCNo8govIuGeQT/QTmuJEyX+koNEX+L
ZVAhuOu9c9evPQ4s+c3rYxmzhghUXgqGBU1YaOrUglCWOzlCCKemIOcyPEYXOLCO2tFgAPr+WNac
uwFw+N+yqB2rupYMIQNZJFftMev0Xjx4vqOIJdg744XNmz0eDXQDaPucuHwphyCQx3Dw0TOzVX2W
BXdg+pRl8UKUT3fL/zxv+GnEPBN3/l3dRgF7f1eXEdn60lFTK91Dt1m4BkfPJ8NbdfYqvkSiwcZv
XmlFA3INgi5ANTHfpgOxL2ae/Pv9xbgYXIap51ugA2ZARMahjxOybdkU6Y8j3yIXp2GKaHLses14
LGzuRZnG1gko5kvwHan9zTyAg0MWviMaG1DpLrRdstjHPmdSpoutoGlQA36VugADp+Venw1k29TM
GvTMupDEVl6yOmmRuFfhOAgJ+OUk0GM9Xtyc8qD/AwyKaKXFbATKZtYyqbmCRfqG7dKXFGfWYfbI
YxFzl+FaBHXxSCPKDePJEKEidS2+cEDVC6WdFkALKMLCYS0Jo25egmwZx0jSlI6ySZdvS18XytD2
xX7biksss3Mm5Xpl1KkxTc9VIEybrvlwkEBmLYeiHneJpXj7CpTOMb/oZs4qI1o+p3lvyNTTXbwY
QVYGPFC926RCnkNPhyQDhzyTwJdkA555S2UMVdCR5ktBvdNwGga2gGDNzIaM/xKTWin0MCiSXIcb
2vzGUOTqKRlIGFlSN4R2PsaYiuGV3bevlUhrKpXHnoJeCT1dboj31MSc6uFyt2W4Y0i8lHufXxuo
CFiMdEGn8PS+X70C6PYlpMknGxMjP4S+SvApc0uZvFkhIhp9kdcGRv3/kXZdu5HryvaLBCiHV6UO
7nYYjz0zfhEm2BKVc/r6u+iDO6OmeZs4vnsDez8Y6FKRxSqywlosRUMUr7G8IJ13kqLMVVdAqDau
rP+8bvLcUwWiS3QY0NfNexvtRpNCyku8ODI8AqeI3BBrXYJqNkyBF6TrweaE4O+xWoBHpG0il+uV
2uvQ2iDwOjWtO0x+VAQriLQVwfHl6gJcHkz46pqMAHApJZm7srMsuD90Mjne8PX6SnG3wwJMM8ho
TahBS2GblUptJyOdjV83nKcsvbWSFkWD5+syuBpsZDAOXNalSi8JXszdVBiHqColtyF251+XwvZG
/ydEYreBJ0iLhmxqcO2laDVW+mZewyV3v9tnNGCj42/dtwRT5l8M9EmlnjzsjKfrknk+z1Ihlw4+
6MhQX67hvCzJYuYmAhQplqCLh87LrXI9SONaAV0HkBNG6QTXZfL2bSuT/n2zb8ogl2nX67A9IH2t
cn0ukLruWhEAFV81MI+ApgZ1hveZ8K0Y0nXtNFnZCVy5fmSjFJoCo1Au751BdotWMIbDtiO8b6EF
MCCEQxg7mCAutSrlaQQm5QhbBy3SeJtofnMES7spHQdz13/fi7geeauIjC5llUR9E0X0S3nWXMZx
3iNp0FT3uakiJWoEUiqiA+EtIoA9UdIFRRXuS4yUmmilUYwS9spY/Cx2l65wS+dmlItTXZWCCwVX
JbBZK5hxsGmx5FKlaiV4Sq5adorS0UdOoZ8sdxDN5XA12ghhbi0S6JqRbVFxXapmUEW0bk7CVUM7
XGT72vDw35u6jdF7lBYoHRwbljCOno5NAhsc5datpoeZtKgICxJu/GX7J4SxPIARZpNcQkgGeKF0
jXZkRC+jTAROSiSGeYU7Wl71jYRj24NZMdll0lnEfiiSwASlsViXLm5pSslI0Sdh4PLa7YglwCTg
ufTNnrCJqyU25lhrsFy2AZKLoXPb9RM1MnrBQtIKVQR4n0s7NqbIqCKLHprUdC3nV5pmfpmJ8Ku4
q4XeBhkdNEC1YAGYlLLpHU2CHob8VrbnmAyA8fzUkdwIYbakJoCusgFFciLd4uL2XSyNuBzCu4zY
/4Sww1NZTaYmoZ7aVo7Nzzy6UXLwQF8/iVwZFkgdkIcAhpzMXhYiHWG7iHD5Tb5pw1up7abk1OiC
nRdJYTyYstgkSaYETlk5A5cf9Ei5fT+OAq/Cl4K2AlvFkw9t3Jf21Y54wappmp86o9yryTHrnVAD
lGP18/qa0c1lL4mgIf0rh7HjGAiWFoC089OKISHV8eS6wxMFsIPoeiPar3wE073owiXSjXnxVQO6
/fqsQC78JXWehlsLsH6A9ruuGNse9B6skdDHpQDIJMCDYayhBwK8ZGAtTuV6v9rqftZUIAcewDWi
9XivyG6nv9br1wYdXI2mB9el8w6ug7oYoCSRIEdd9nL7dLRlpYUzox2h3qEI07RnizxfF8FN+CHn
pqtIuYAZjYV+MTNgYzspqn61HiWeKuc7nSy31tgFRf5FW+4G4HOXOXADOhGAEedhi54+BFiklUCf
wjZbTJWs5UMM57dWPyR0EqOjMD/2sofy9tt1JTmmAgJPIH7gaoL7FlurxdRossxzk59SkG0h9acD
Uj7P9qUoI8eXA01s25QpCdTlfgHFFESYSpufbF16mvXu5zhZh3LBEAOeowLL5NgGdPoni37L5tIa
y1VTZGWfn6z+aJAAWiWjwEdxLkAXIpjrgtpkxlJZUGdsEAALAgoAVUvv2zx7yOZ87zSFIK/CCbgY
NlGBN0XrjujXvdSp0LSmq3TYopx8W63BtUVlTY6fuhDAaJTbeafNPe6Nq4QLY9Coyy4GVOp9XCWh
2XY7XYR2z9cIqWXMNqJeYDICawyAKblKLyqx+Sqpxj3whr9+wrgpoi3QjChCMuOhZme1pHmBTj3Y
QP7U/U3s7ONaEBS5ejhAcpdRHDDQP3S5M3MnR40kw8GXc7EfbSNM5v/+soUQ9U8C/YKNPWPux4ka
kuPsJKaL2k0fifrAuSdmI4E5ncjNa8WyQoKposkTfqb9g2LqJ44lqkImBmlQgoIZX6phpJZSoZs/
PxXWTf0LWHdRcH27eTuxFcBoYU71ogMXDC36lRuBWEjUbc07IrTjD/1nKAkqLNCG3MqjjjIxFJDH
2tWN2FsXZ5+rGKBYMGU2PSiL/Gioyf66WjzXuRXLHJR56fOprMv8lERnuXuVMF2CnPQai8pMvHiH
d+M//ZiYOiMFlZoq9Etzm5yiUpW8vp9yfzTIfW7c5YtytxDnpZx0E8X0qBC8/nlBbyueuSbHyjjo
ag3xbXS35l9H8DSv7rDUwWJUXhcJpPFXFQUFZGxQtmGnQ8nYJXmtQZqeucnauaruS5SuRdTUzZWD
1nxIMDXwKjBWj5eykugOdg89FutwNKpjmR+dTGD61LSZWyZtA6XwXe+JGmbrJEtP23hFGIeIaHqA
JsJStUgEsz05CFqsmN4UdH1A/Mmsbxay7nYpigv8BfurCguWlFmOFMs2QmsGRNAsKCZwH4fA5Lx+
qLjaoIEXNx68Y5GOvnRGco0mwqYd81NvP9mx7cMdTbWoR5rrkGhGEH2zgLB5RwDbOG5lkdoI09Rw
SJJU+kWDYoiUGrVg7+n5/7D3769XYECiLk1V3UhZ+lKtlBpSOsX0sfmRfN8ox7YYfVURiOIphFCE
Go6FaRdg/1+KKqSptIpeyU9OXbW+Y+Wyh/z3Irjr8PYGozQgm8WgGjwCE1GlVQWPV7TAD5F8drXo
x6qCCMKRRVVvnqXh9YJjiVoHCgWMnHrs7crINVg0+n122eTaYJywBO9MrjJ01I5WI+g1+3LJcqVq
+1hVcTJxDRmfO9kHXdh1W+YZAMbT/lcEC2uyaDk4mlTsSqEcazokMZ7NeAdML8/JRLlMngVotPMC
uEwYS2NB63KNZM1qjAWYLeMQDy+adr6uDVcC8qTYe4ydAKWVWTBVwps5wV1EkzJXqhe3/ERzHWBh
/0lgnv5FPc6G9v487n52WXEswfKXP8VWLgjc3IC6FaReqpLEFlH1Eqqg2TGKj0vqaw/GE/LMyxjq
i9+KiLV5traVxxh0OmjO1NJrHF062sfRPhSW4OXDOzQ6CFnxMMWkG/ASL3Wys2EZMhOPKzXSdiBc
cLMuCdf+JQL+7XVD4EpSVPT8KzifQJe/lNQUVWsBVhzayM9Vcw82XyRMUAMrROSJvGUDYjfAVTHF
AE4PRlDi9BHAV+f392JHtAOMIROGNZ5Zb4UwfgBeIKvTHk4tNg1kDY5dbwrWi6sGEE1pXRUvHhYe
INWHaBxGSJiAaNWjJtkZr7IheIuIhDBxE1MvQP4qsFY6KXxneKMH1Jkm//rWi6QwV95JH+OsI5BS
l3Hl56NtebPdgEghBeD/dVF03dnoSQniUdMHrCWSLoyVLXqZDDb88/jdfMsfyxVcs1Lqdu03UbGJ
56Z1DDMpaN/BqCabAsnlyJHKNS1OTruamCtspz9dXNtuksjSw1KWP0dzUAU2wT1DsGkd0N+Y22FL
T0o8ASUDUEsIpRFKn7PXZsD2KEffnF6vryNPkgFKQtgf5jaRmLtcRyIlUlOVeXFSjFNXl36dPGC0
EEzLAjQUnmmgtQupenAyfOQ/nKe2Hp24LE5DEDXer9b+hOltf5/K39ym6nKU7LaAHjJ4r6sT2q7j
8f76UvFMbiuCOUOY05rL2iggIvk2TzfZz2oCYWrrDdorSgOecFKC53oMSomjY8Ab+CBMvFNQEio1
uylwZhd3NXV3+ERvH26DNFWKzhjcRJigoHZtN8fAgzxlTeQOWROU5nfyowXriFV5RSYCPucGVjT+
0BYczBR8BAxecfOsiwryou6+K5KHCiWCWO5v0tSU3Dn/FZdvE2jzolWwdTwr3wpmlrIdI1UpOgju
knYnAeFtIWMYFQ+5qDGYZ+YmOByQ3AbCvMGCcPfEMMrFgZlLw86qjtGw+0zJE104/0Qwlg5ok3Xu
ME91el8s4i3DcYzfrpu6SA3G1M1GS+NZhmEo3cOUBjk5WyKqXJEIxvGYeRI5rQ0RWCnMSWCl9Or4
GS1odwwy5dqHYVzNSBMbM43FSdXiNdSQbPRazXozFiUOrkviuQa8E5EuQKRA6ZO5JaRxWSvlCEn2
3E+YyVBGPOQMdBRjDBsIHVLcn4fIbPZr0ysv66iKCvvcxfwnn20HqnNipoYFV2HKL9ivKHv63H7Z
FmqIwGE0P5zdPpZyWsfEEbJrz668tlo9oCRcX0fuOd0IYc6pZE8IwRaGbUk87eJ49qfxgdjqfT19
4j6E3qy/2jBX/DwCIcxSGPBEZUAn0JB5sTrBlZt3caCYj5ioptQybF99nhm60hhRcdISkK205w7Q
26UsuYEg9NF7LnsVQoyg5VDKAPAhJVaujtVJ2rsukurqjZs82l/H5CyMSDyNtpKYS5cBhKHSHnVE
QDX2k/Ipat70fAz7LnLrUfQKo3v9QS2Ao6B1BONnH7hqJnR8A3UBwrK3Kgcgc6feaP49yG3Bf5K/
mP8tayeti6rWRh6j3FiQkSgpTEJbh5M1mqBxaytQsQO7HWSJC8YH0FE87yYHRLNZmEzqsR+M7446
e01mCjwXd6GR4QArvCUD9Yd5EcrROA1qmpSnQT5OiRYOXeRZ5U1vPEaTfrh+5jiy8Pqg80pIqWEV
GL2JMS82JlfJSaod865ZZNPV4qJwpQkDWVZXVL6+Alf/ulCWlZuuNgbxMV+Ga4CCDWYOoFFYPdHi
lpww3OJFz5URFqY7O26j3i11EzgaAfHLOZdGV87BJYCMsvJNqYagT960cgivfw3H7eBjaKKXYjao
bPOVOTnSYIw1OalOH5ah0YFZWNoR8KF9Rg7NJiFEIIQz963SMBK5VAeCeY20CTF107m6TuYA81jT
HmNuIn4vunXMEULuWqb/4oKPmajLS7EkdRN8Q49FHjCpvmZR6Q+zofrXteIEnwspjNNWLZ1YWgop
GiafyzZMSFiaucBKuULAGkO7lzD1yBZxAC/fJTqAOk99W+4s9b6opQNQc65rwrWDjRB6VLaPiKLE
894eUUTBbGj6NdJeE7fSBGGBK4TaP177SMew2eVMKtZasaDJqGrHTA5eVwBdtpkgufj+Oviw9xsx
jAshi7GoK9AUT3GWeJlyzMw7oku72li8qdcfbZS/1PhBKZ8W+eB0pud0sx81na+rtz0e023gzCcr
/bmAZsvet9oeZ/kkZd2hmlL0xt8ZB3TPBkMtBVF3tkU3N55PQiMpJWFEowj6cC43YlSnpkoUjZwA
GtJKN80h+zG+1p/oIsOp/yuFTVkWlRqPvQ4puILibudlGd5YAAq6blRcXZCnsNGQgoICm+adCwVV
Ziql1LwIBZ519eL7qP+mW18/IcgCkR9m9/FslKnhbaxXmS1p6AeUAA20U9/ndvyn7Ynqr1Eh7Yx4
QQa7Rhi5LpN3LBGi/spkTsyaSFPeDVAOIcMzi5+zciSDIFbwDgym6TFChbwlYIzZUNHPExLxJD2h
+OP2xbmzflXWLg6va/KO0sQeGMwrIQIgD4dEKaOKkua1GhcQ0wT6bjxJe2AtlH50qO8rb9qVoFl1
KdVQ5eVuESZhFvx4+gaynePTGBj7+L71OhAjHqxd6eH0eNkh859LF/zUu/wwvgq+FTt57VOZzOe4
DElErCQ9EcDw5t2vRNtdF8BrEtO2i8EcQAm01LkaYTE0ENegHheac+8CSixXm2AGr5AN7nYD3IG+
ZVVuKRpwZznL3m8HG/HvU+MbU46mLC71AQqqD9Z3i7jD6nYvaL/Mnuy78Wf0vf853wJJM3lAyu+6
5ryQiZTI+9Q7Sr9s9jrW21FO8woYL02MefS8rP0EHK6CY8PCZf1HQXTn2whlGERhoW7NqGwQsNv0
BMQTI32JJhJYZrqvKSCp3hEXZMwA1rsvF7+f8y/6tEcN0szGEBOecQIuGmHRg+elkFX4+0HMIXOK
GYDFMSaaLTB3tZh7mIGTqlqeHiH3NAuCOV99Cl2BkwaYKJNxVUaSFHIylDCvbvHqKPNXkKhm0ffE
BpHxWTuXv2a1crUxVMc0nM/KF3kJgdpVIWMzilq0uJpvvoU59026SHFlYsdN07fW3xNAyZZqX5lu
nYmq17xZF0w9AhULFV9gxbHYIDkqjY4xYco+kh/K1MbMTu9myllqjtFihVFM3Kj3LedrDcTDer/o
iatOoyATy716bz+Cua+ZNUE1QMFIOV7w080Ir+Wt3Tl2SeXGX/s3BwTcL6m7YODha/dVNPvHCxhb
4YydJeh/0QsNw/9LXPiz+YKSldeJGB2od/rgH5E91zDUg0VmL4sOaZdmXqFhe8hx8VXVY1cep+KX
rJ3G8SdaOz4RoTCHgl5Ti2ZH2KyfsdalUxrYVnQuNgSVSXR9kgp5H1FnAi+DquFdSMm3ge73gVwn
TutIQgteeiqzERTKXxrF8mg1LyJAGx0xxAEvjUfil+tOkTfgo6F3CpcYipuNJ8Xl1aLQstQqEoy7
zrUTNmvurXkYtX+m1lVOWeqcnRVE6esxFVyVWRzg/7hJys1r0nsaqiGXchU5qbV8UtOTo/5O1RmF
xCowDOJO1U2ZgB470dHLtbh9bLr5urom6fZ4YwkyEbz7B6zo70cwzmqOSpJ2BgAEZOsbOu68CTAF
GPk8pJbAjHhmCxNCmxo6RRXs8aW22lwY9qDGGbT17T5cf/a5G48e+W3jLAreB7w4h5ICJmfQF+eA
u/FSljKbhbSuJp46xHit6nbyEsDdCcIc/WD2HFqIoRiyQxIDc2iXQrpsWgvEFJiNEajzQ9IE2s8q
OQ22O4iKwTwvvhXF+BU0wKFOW0MU4KKflVP+WKNr1P3EMdgK0S710atkzbIJQizVfxkmtwbTvZeu
wJL0MBWbPFwXx109G1VhQC+p4DNnpFlpZad2DGkg9TwsOi0/u/NDPIP1eB3dqBOYOc8zW8DDp9Na
OOrsa8iySUp7hOA0J414ZROdnTx/i9pIFPx5WwWIZAeDezT2s3efxYxjJ5OBN9Jr7d5QRr8obtZ+
NzSektzkoL1vSpeYt6rznBpuO4W5bO670UvWr7Ei6lniHQPbAUYB/sFNjC3uztUkt0C/AuaZVmcH
2+rTgMSdIjhsvIONQ4YOWkDEYuqC8SBltWpLPevpaR2jXZJLQUnQrp90vjMTty+PXTM+pFYtCPS8
DcWwjwrEB9wr8J9LawUUDoY/UAQ5JaPtAe3BqjNfGGp5C7gVQv++uakrSqUrE3roT2v7UK/PerIK
Dt07Ty7rRLYSmBgQrUjYGBUWL3HuKnPwIwzqG0V1lAEqUVqrW8T0WV0M0jEp7tLsLOHGmhlu2mS7
uugnjLjpLl75wZQTtHFat+kUxPka6toOPKlg4Nr3amgR0bw8z8i3X81seba0Eoan6ZZnp6UK4tkG
HvILyb0+E7k+/j5bALGmoQOn6nILABJhZJWDIAkkAPQrEVdCSjFXwuveiLvRaJZH1QS3AAw0XEpZ
gZ8wZhGkJK2NRnPiSZmgSMvVYyOB2WipU9Z57rFklYJG1cn07ORUlaL2JL4UCz1wyMPiocfoMcR6
XgwdToU1W/6I0g/NYc3L7vpq8Xy3o/yTwuhSkKhJAD4ArKP1rEaG70yvKPqNbY7LqF/KsQArnVrT
hzOiYiAanXcasviMtVXTMuuFA6wQUt4in1fM2XkAyiY69WLBceQuH9qqkL4GRwtK3JdmQNooK7to
/g8U5YIbgzM9qYoI2ZWrz0YKow+oNdbKosiuyVAH+bA82COtoh7XTvTe57lmmmKksN2o2X/A4TWz
trcibFRuEriTymsMz8i/Y1Sj1rNAGQNkSK+bBtczbCRS09l4TFJasZQQHKSuGv1IVcPFaWLXHuN9
1YMeIRKVWrimaKCzDM2T6L34sGNVVjTZCg2zsnUwvdwa+9nsDmWZ1W6Tx8SfYE+7fE5FjxWuqWwE
M5uYAAlzJiXivElHzIezqr9i0Ooz9mjScQCAhtCxRmY10TQXrRHQciNH26EjNEMWpTMFNzHulgE5
jFIZUxAsxmfEUdJhVgw+AwVQd9DSw/zNGVdElWrnZIPg0szSVtBHD4iCUK6hgBh0vvlSJb2Mxq6X
4AftmriJsu6BV+ngpTWiIp67AO1PzvKxcIMhz3eWGVjNl+sGyjl86BRFCzc0xQuaTb4lsSYpRp5n
yE0h/a7F9fcmaby6miwviivBJYUrDMlWTGAhaS3bTPCyhnbOMwmQL5O8lP7c5qNX9YXm2wBOC3Ah
FQE3ceXZaE+moB+olrP+K7ONyZh6QCDMGgZcR+VYLJ0nr2WgkuT39YXkHAB0WpsA1dNwqbbZjHLR
2Got4/ChXI7pgTifkVbCcLyv11EqMBqRKMapdEuVJhKgc05KhAwAGVxlBuuCIppX4SVmYZnwJRRS
F8izzJmeYlIvKC9gttb8QlwgiPvZ1+wgu9Fddaq9MTSOklcdRKwqnPN3IZX+feMycS1IpUKmNykv
Ad/Nq7XL/OtbRc8UE0DfadFxKcCsq/N+Cd1IkPJlLAbQluPxMwJ+RrZDTOX/uC6DE2oQ0jAdDA5T
oDWxr+FkikurNjA5qTfJ7AIF5EaOs2CtAq1TgooUPwAd1Utv14XyDAOdITpgODAxj7rz5dItU55W
lWbjHoq5rKx9yZHHl0T7wwkxKG5hAg1ZGgxMsM24hdlaaY8H1KmPOy9zKHb/F+OYWJ4sPQnRb3nG
gI5fOAsgH2loXbjUqFgGU5JXCKvK58IxQvKipZE7gecLDX2fWDxMAaFjnuKwfkB5q+tWBrwI9Eor
zY0jSd6hCavw6nZZBAbI1WojinmsSWuON06NA0zQFCD3L9P0ZbHvWuRJmloUmHnGjsETOFtktVC8
YLJ5w1gPeTFBLSf+Mpro9Kx0QVTm5SkRuijaJ3iQMHLAuPU0mxJr0hBDMEXsxk6DO++CfprFy3LJ
Jd26I8UfA8lvR/7ETCzFWsRTXrcx3MsavCaZ2RSnGB6uNbf7MTYenvTXrYIXQjSAAoGAiDZVfEhK
WlOSIqMGXKwl/5oPs1tV1ZGkTkBEZXDe4d1KYrztmJBlSE3AzsR9W3sKAZFUGs2qZxu5LLA/kSjG
xWqrnc5VBRySJnmri7exfbF1QVMTf93gyHF0kZw3mYPbmoWTVxa0kfXUq6TCQ4NsWcUhGQ7XN4iv
C5rG6IsYE7+sfTd1vrY1dJnmYKz2OS4vgsQ0X5V/EhhVbK2OO3CpA7Vl8X6hZyi6+cx0CzqS/olg
LrbROjRDTOGTIvVHUrvt+HMVBT3ROjE+B1AqZQIsQ2AH1Ac9NJzA2V/fCJ5TA0AdBSm3EF5ZR2PW
S+IsBGgfYJVoh9qNmnMWHSb74c91OTyHtpXDbEerZUOalZAzgkgA+KpSWuz+ewkAxUaCxUF2FG7t
MujYkeFU1gzkrFbx0Q+zaM/Xf/+9SZO9gGwFMBc4p54kNcoorAKI+jSw5gVV5aFAF++t9XEib2t5
SFF+L9ZgArFc/a0HRvPqNfnLUjjgRUvjQ+0DX1gSAYDwbATA0xgbxX0PbV6M4ssi9W1n47ssG4i0
0uscPwibcXnbh2oWCmgAGUGsZdzc1GizNVoOYl8JUkWMHeiG4LzyCs64ef0TwagRxWrhVFKMueEi
3cfqeUknz5x9dOrfRSm6zzWw2Cloepybrz3IyprHrAKBurWrlMzXki8GuWlrUV8L79ZEe1pgVugC
wGPr0qYWrR6zccA3xVZ1Vs3HZPmjpM2NWmq3raYfQNgialOnWn4wMrS30HcPnTVjFjqXV3UEoCPw
Iqp7RWnC2voz0Ix0cWMWT9cNmtd/ptNmeJwWzYT1MDeAOlqrqlaBnmWfzWN5kvf2WfP70LgZ96pv
PGReEZiP5Nzfrb8AU+jrYNNcfAltPb2n+0Vo7WTXFM2o8+rv249i6++zVChmnOGjIhWHSE/3uHZ7
o6PviWzvsqXze4BQ6sN5XnTPJuSh7OZ7u7e/odM3vL4+wk9hfBYqI+Dg0xFCpLtiL+2z2+IYhcq3
aA/cyVO6Gw7k8bpEurns5mPXMZCJqXagJTMC9Sir1ZnGrAHTrMnkqvO3sQZsuCB7wLPqrRgmbhWw
dFVKsMTz+Kg2HqkCBOFsD//UCyTxqtI6ihuAlkbeDvck6rs2jzal1UcttVDDHBr90THaP07c3+i5
0YM9+qut+1kWlGhriFrLV1pTENt4jhFPezxE8KJTEBUuhXeDVKgNMH5PmbaLVstr+iScK1FXOu/E
ojUbrQxohESKklnNWFs0o0nR0wdX4ZppI6Ebs8QwLUYk6lH/nXSSoFTFFYh6LYC7YSmYPLtUC5mp
vp9NrGlysA8GCQuvfShFaQTu2m2EMGunqFMMoGYdXYOo1YyAIWycF9UWnDBeVMGo4V9NGOtYkxEN
2KZBTqEr2Pp3aAb2KG1/mvGjQ91ZWU1/eglyv3CzG22X1uhQ0/3+JL92D+X9eqN818L0oHt4Ld4D
DWGnzE89Odqi1hONbsi1b2EimyO3eOw4+BYn8eOb5E/iGd+NEF1TqITnQXTUTkqIwFaG0ynpb+Yd
eoqye/2m+DEH1V30u7jrb7MQRIRPDpoN/Osuh3ur2S4UdRabEzomqxwlMawJ7i0AKiz8QRAD1S5Y
iFcg6X2sfzi9a8OgveVADrN0O/3pA9J78t4SPApEhs3EI0tdVLJSwy6QosqfiZ8eEsFQEc/D/tMW
cfZSW0mu+wQsVDBrfzibYXsWLOd1i0YN7vL3iZFXsiFhq+UgiL3rW3V9eTAvcPnbpR5NlUF3CrfK
35W/erIvYv66fuoNFh/EkbIIFzx8vmneyMVxMveKLSghilaI/n1jb5K5DlNO25Gl8Ygz6naKiDVC
tE4fvEqUoIJD1yl3Rw24oGBP+JMBvQf5jes7wit8A3D9fx0YfNWlMgrCXjzaEOVH1a3qvaHR9kfq
Z7dq8DW+mZ5I474Co1ENs3v1ZsFrepd9H5/yvWhqV7SmjINJ5UjXM7SEnFb7XM24pSWiyzm12//b
heHycKnoqoBTvhkQDnT0W2tu5ivP/Q4VzDtpcq27cnd9XUVmyDiCCWxqWpsjcJencP42COoZ3OrN
ZtfY5INmJl0bU2X6P8ut5M2P2S5HJgqEs179iMcd2bf17VSdF9FVgZub30pm3IOatNWiNFCscmvf
wX9O6ejGe/VHd2gO0865xSjbBMI4gZ3S9bqye++t5Jszp48JRkMjmOkKbGTbrUjYGe7ol8ubZj8m
g8BYRNKY+0ljzZIEwGdyan1MbX4f99kh9hQvCf5fRsJ2O8yJpM9EpY5E8pukDjMtDxpTEC+4uoA9
BDNAKPRhjOLS7nNrcGok3qALQndyRDeZFiSzV3xbbkSwaXyz3MhijKNNysSMU6ybLKETZVZdZ1Xd
ebZ2o4N2mXYBScp3pXKTvHggg4VG6Hxn2sbONovR7TNRAzjXp2y+hok29qwm/WIjFFhkTL11tr7o
tSbstqa/8sEyN1IYW7H0ZYpkapnROffX0NrLoXayT7hukHAMRQPt3MiwkcbEHnvRZtDLY4UBdlNg
5uNgTX5tfeZSuxHChJ9qyhRnlukZL5VgaZ6WQhJYvmhrmKgz6EbfFA4kOOVLMd1Usqjjgv9s2+jA
BBRMISXGNECCpD2ngx5E6WFJh7DIAvSSkOmoJKNfgfLBRsbw+qkWHTgm0FS5mcodNYjijRyLXR0o
N9KTjszP4bqc/+O0vfc40vZa1ie2ZG5nJx7QjapmwP8tB8NUPTJkA/HquSgV35arxcCDLlsmF+TP
00Oq2CAUblYL9PSk0ur9oCol2UVlYWIaticIh06piaDUqMIfT8i/72ROSDKiyouECTxQFOoz7uNt
7Qaxej9PghXhXo3xmqSMJRgX+pAJVlbV1Og8UZtFHiZs3GgJo6nxR+lVsPTcQ7+RxDg6eSSaHS8x
urW73EtNjM0451T6On/pMcn4pIOgwoRHA9mWpjxeF83VESTbho6nOsBSGbs2OieXSq0AZaNauCTV
FHe0ncCMtCP2WXRf5+7cRhhjytoqV+MwY2olIevLMsXawSpnWl5LZK8ZMSq1gN8stJdWlBDmniHw
5YLbFmVsTOBfBi2wn7ZGUqBNuI9+OciOkuluUU/xFLbxXYpuIjSlXF9WrqYbgfSDNveL3FCkKBkh
cOmmHdCO0a90OwMNJ1FQRTIMP1mP1wVSH/rhUNgYs0CzD+as2H1cGzB/oLUHh/ct1crjonTPpoJ5
oOtSuOECvKqaDoxjCsp3qVZFQKxnz116Ci1w6s07cF6luhuLcAy5lVg0a9ANw6Q9SL4v5UzoF1ys
CtqUQDRYMbmo/q7IbpFyV2nvMZjqVg1aaUU9qe9zcuwignoG9oHBV5TgGPXIkFQjCFPoBN98Wvbm
MdlN5/hl+mJN7vBQPJgHROFfquSuN/W+fFjCCunf4bEZ3PYJqfed6DXFdcnbD2LWoZ9SO4vpBy2e
FTpBFlhetWtv0jB70sPsTvuRPqzCUEf957VVYIJpki/aFEUQKkP/9P5X5LeBtFs95fS7uBc9bHgW
tdWQ8T8WkG6sVnpf8jJ8xXCZWwbXbfadIPCaPszhXzvdIGSCCBSbbh2wNN86nXdCpvVGvW+/NPva
G/ZwQqFyjH7Eh/Y4HORv1z+Bb88bw2LdQQHmWHPAJ+QHw9d32bF3WzfCq1f0BOC5881ysg+5qFWj
InMgCDA+bf9Q10fgYIMw7Pm6QjxvsxXDxCs0Fq5gO4N7Q6JcdjVP1G6qCcyCvYuM8draZgk9tLtm
PwQzijCRV//Qj651W93qhzhYj/NOezS8KVx8sstLVw/KX2m43i7+fJucpm/4/1F1s1/JvvQMwc2A
N+OFJsO/noIdc0nXNEEOE9+3lM8tGv/OulcnLslBueSR29KXrV+Rc2PimXJ94bn30K1gxkXNXWwW
wNGCi/ImT3ZTz7rRXdsvDqprCw4OL4ZtRTHOZy3HpihqakuBcWjvkRYIaMZToJDIlBhvE+u9Bq4l
SDnPf+6zw+x27hiMsKlX0GwcnLtCkOsQacU4nFHpl4YkkNf7ZuCEg0/1ErFCiI4h43J0ubaJM0LI
qrjS7XrMIOP6ur03tF7xamyzkgHcH6iBaWSMbyIrXQMu3auOamD6xnN9Jx+G0RvP5e38XMF9D39+
ggLm+hdwdcRQJy3Lom1JY8zDWYmcWititNM+YCbWmV867ckaBOkGriMAfArGCzEWCySVy5vAgkGn
OCp6NJ4bblMOHujZUsdfY0/IKM0PthgQAPUrbhxoqbwUVQFJsiw0TAlojxbQ7+1wwuSLTZ5nRQlH
W/VQgnUHzF5Ygw6cIQzPnY3iZwEEkuvryi2yYmAP05sYoANVK30sbO6OqVyYcxpBZaX3pvpPbIZN
HYxglfhO5JcWUErmOrtOWgSFcVq1o6gvkgejACJL9HDjjqdQbKlL+XDuuW3MtDu91r0h+60vs6sD
K7Kc/oe0a1uO21a2X8QqXkHwlZy7RrZlWYrlF5YdyyRBEryB168/i97nxDMQzqCiXankIU6mCaDR
aDRWr3UYf5VsN0KKdDxa02kKfmqGrlxtcI+tjYPAmsqMzyZNPbdOgSK36RAirk7VSwbKBPQiGe6h
6s2dKPd4hF6b+5E2RsJ9MEUTLnMdruooOi2t9VR+s8WAOIAuGBiiQbFxPREcCmpeXay9aDmnYdEa
j30VPGYCenoBWiq3rGBpOAL9DYqt/EUzFesResu4dMTmom5bo0bHBYTINmlrfXGdlyE5o8fluDD3
Q9eDMa1MttWv9B0qAi6wvnjBBd7cA8nm9bBR5Ugq0aMvB9Ivgt5n9DzWHycdW6NqctcGFrpy4WLH
SV7Oq6wlggQ4XdrhLsn4ya57jKz50qQ2bkvi+9JaX0EQ9/fteVV52KVZqXgQdwv6ixaYtfcCjQlJ
XW6NmIex39yLuddsZdXZBtA+PDkAXS3Q9NczORPHqMWCmczrXxATrNBvq1WOUp1n4D0C1eq6Z235
atu5RZoaKHjBM5Kocl6Q9bkV3+RsO/dgB6osTdhXVuxByI63dtR/0SkghUnTbqr/tObUHl5Gu+9J
A/L/pgt5+xAc+sLY1SlemdA1bQZ4QcgOjY3CrVi2tKbf69TUPJ4ppxidNCBegeoBkCLXU9wbZuEa
KdbTcdvQsJ5yBx25vq7/Tpl2gc3HQyEIxIi4X1+bGWdW2zk1sCfA6+Ice5GHZu6jL3LYDGwL0hW3
jjIe4e3ntrsqhwe+lZVNFzj132/VF2dBvCxemQoGFbyBrnoL3kQ2Y6xxU+XowDjhQVIIfgTE/fXo
bEvYhVP3QKdnWXVHuelEudOl2yA22VEsttih/unczTX+VUVfnLEhdz2q7ZpalIrkA+grIG1X6B5w
8lIuKNqBBQYqjudh/pTkmzYbQ6gmho538P1ttWw9w7mHUFSzdJuEpy+2e4jdewNFiGrVshbJ4d9P
/uXnSJ4ObWyvRcMNoKY+O/QgfVmmJ27ofEsVCMGDiRZ2sDWgZ14K9JAS5uPY4JQpO3/rB9/mqb2r
fDQHE5A4dskH327CptKxKL+1CqzKKuSx4nNWIuXrJS/jYjJZkoJbHc+0SxSAOvE7M7ZVGc1fXF1h
5a0XXxuT/Gs226WmFkCDNTM/O00QUtHc22On8WPNmGS5gLKlFQXdQXGOvbBaQkimo1AdF1GCriLQ
Yf37rtKrUcnQ8GYw4tI0MSoCGdeiu6+tB+L/vO2Cb5NsdLVBNgbMKRZZZeCvl6knvjmmy6quyA7m
9+5b0CdhNb/+d0ak5REdOPALB0ZKB3it8bNV5hEA/NEcvGOBCOg6EWTQPPeG27jBcOphVeVaVQMI
Lns09IbX0fJOvuHt6tKOirLU2FTNIAjYkM+jlRT/kGIKMHQ+WHWgveQzMyzAjEYB3h/YptM9jKqc
/NKQFC0cMtqjXXZQTkMNPzdPVfYTQj2a0SiNgFdmlR5HQ5t8Nwi8BVRwqxE7TTFZr8LeBzrJEoWN
lYsPqQT+CRV4KSB1Du3x4gTBaAg97XhzmoM8LBdPc7Ip1gXcKmv/GshC8MboXns2WDGLGQL05ZmP
xgOZKkjV0Mj3XpjuiXP9oetE2oUhdMCi9I92aRkcGA+054YflBDmm9bhNL4Oofs2p4QF3FbWBhGc
1YG0f2gsWjbW1m/i8XwE0XTSRmAfb4IEqAINlEC1OP/YWqfuetqmGYRqDCwSZ14EW7BmC9fdaLHt
aiOYLBzDwInKV/ukSK0hrkHO3BFfgAKyKnYGKObObjfoGAyVpnAKeSshBiCx659fJDiMm9ywh4Kf
M3MvRLlqY2Wt7ohVGYFQAEROPeRRYLi4NpKh3O8Izvg5yR5WsRJLiBDUFNHtMKq0AvIuUFxBsxgI
8msrblKSFAcbP2+M7vDDyo/v+HkQ/QbQkAM3twwDHyC3A0LcigN4sYWwM8Qi3sE9j1fOCxPSzhc+
c+ecYQTjsnWXr2AEo/2vd4wCEGTwgXnoRTOlKJkzwzRrByayeokgZRmWLom0yjGq4AJGoFUiBNJe
EJC6XgrGLSQ4KAj8likbMyc07AfPe/FZ9p41X1nMTUQAMONKW58UaNnqEouvdCmBuy7KwL/fnjFV
dFn1gv7XhNzZ7g9d4xa5zdfGR8996hxvv2QkNIHdMwydvptq4tZZW+nf0UEjR+XCpy1uTwE/gwTh
yNDyhv1o4TqZLsPu9rBUYfnSkrTxe8uol6Qn/GyFL7pbk24U659fBJWMlIub1j4/Q5EXEpa4yXTl
PTQRb49AsTAAOsKFUawDX5F8W2EWp0FaG1BbQ0PT1B8tfljM7FAW4PHRkTEpRnRlS9o25kwoRG9g
azy5c7YBPKM7F5bOm1VWcI7hHohzGZ2w0ry1dmdUxgAhEFOgB6ExQMsjmr8XgME2vlnqJFQVJWzE
ygtz0qCWmaW5TyAKYn7r0i7sus9d2e7cJA4hkec2X7zpJ+jrgVdF0ZGi9LUnxqYbz4GTRAgjG3M+
GLoZUMTwq0+SAkeZVHjUWaVQ0uGu5+g//5jqejAUjg8TPnI4lNhMnLDXzrkUrRMstIbAB9CUefLZ
ap9u+6V6DH8MSOdQVQzemK4GfL8LmXPk7acx2P13NqTsrfFbZ+6MFspI9HFInkYah9hit20oCuGr
f/wZyDrQi21s9e7AkgVpiO2RPrKtTDzSLqAb4k1JNFWN+IiW1mqXEyvdLkUOzkzDtHYZ5OiPYkJn
AEttL+r5kH++/WG6FZS2SVIm1M/XCab0kc8/jeHHf/f70r7ITDG7MSSOANdetoHX3fVpfr5tQukj
KBuulW0odclls8XoctKbyIgmsR8eDev0cPv3lVNE16IcaNxATyEt3TDlIAzK8ftWaoZ2epo63U7V
WZAWYXCAaI/njJ+rvoUoOgRrdBcH5RwhmweQZL0GyVmwg+MpIcYCsR/2PZtOJv/W8cPtaVo/Urqb
oNr2x4Q0iBV9yecWJnrwxJcAIoCF4nGmneaupZoroNjQ07jKOOBp5XojuWY3sKbHBSXrv4OmAeLr
GgOqqbow4EoJ9hz3o2VmuMwFkG43xv6+JOY9S/Jft6dLZ0bKTzuSJ2wkMOMOfij8eys1In9z24Zm
ruR3iXl0HWNabAwlASEN/WLTn7cNqNYcgELi4paApmw5A+ZD7wHv9/viax+swH4lxofaT8DMtPx7
uXgwnIA9C5qWEM9En/L1ulvc9SH4h7F09fM0EMCldUxW63koO/ClBWlFjNoLJj/FYOKl+cX9HFKg
47Fqui+++3XK7xc/1VlUrs/FmOzrMUFqeOl9ex0TaLmgnlnoXpwV1fB11tC6aAMUCYZNaVMCpmM1
zuiX5yEphk1rpa+B3W6WvHNCh0SQ7gUj1IYt3tfKnI9mrGsBVKWV4IAAuycqVqCYWifg4tTjc72A
GA+9kktRo3yZpqdmcE8+f15Gd9+aE9dcYdQT+seeFKqTpcb9ieCUHbwnVr8Og+YoUPr7xXik6ezs
fqnIqvS0s3+5X180v64MCZhwG5UdcDzKVHheD5ZMVKzK8wROeoDkZ/OuqHQ+p1yStTqBB1Hw3su6
PxBiy0jlJ/xczuxHU6C0nExb0h0KCLnrKr6Krn+4HwAV/sq6igRICtZW3iejyFARGYsh3ccuOM2H
OVkOC52HyPIMaGvmHnmkoHYLU6diO9Y1DyARfhmoIaK2XtxoSJJkYwUsOOSxKGgEcGgWBf2ku8Mp
Jx88aKh6oYfnDWKiJHXbNyLHPWvwwu6VmT1m5t+XPSBpAOrBdVZwVEoZ+VRUrt+WHJlEEkfWEkQV
bE3s+R1B+cKKNOmB6J0S8sn8XCcbMe4z98PSPtG/bxtRT9d/hkJQupPCMQPcYoZGN18hOyLYZeOj
YBoTys32v+NYTUjx2CQMKhTrbEEibqpP3L2vwXCmK0noBiLFYAd1UCNJYaXpf8z109B+6HVs+DoT
0iXGY4bjj+M6EPsBbzmBdVqW7TuWA7RpaxM+HtBlSmeXA2BM05afYxp/cNDjGfoGdN9R/9rcNqRc
FFDqoesfNeI33IRJ7DSLwXGdHN0WYhig7EytkJB4W02atH51U/k4Xq/u4HyBrCHq99dnh8kEdKcF
Yocv8BgN0fRxQ+Ofxvz3SNkhLb/Pvu7tWHV6XFqUtmdB53Gpu5KfKUQC8+A51uqP6cYkbU061GNb
GrBgjNOhHT41NQR1yAk8hWHXnl2xzdnL7fVShfvf0cbzg1VAWZrFImGgTwuwTycT9xegj6KCbvg3
N/5y247KL1BkR4Ud7JzWGwd0xmrx6wYOuNBDzT4Wd/2yy3ONEdUCeXA6qJYAG4S/rl1iLktW9ouL
yOa/OqwNAVe4PQrVTkUBjALFg4oGSFOuDXS9RUADjsNxSnn54hdNGxHoLqCPEwI4t00pcNTgIUcT
NnBxeARDK8e1Ld8RsTAWRAVvAZC7eui4uUtYtjXtc21aD0sBXLX3WlLdZVM1xlV3kwSovUN3cP3z
i5ysYZWPBrAR+6qZtzVLoyB7Zf++hQNDQisKABirqLqcrUMaaUSL4QTWIq8gj22dTDtncqZTLYZY
V1pR5O1IcAnks1G3BruZFF7rrO3HhM4r4iMGa2T20Umn3WCLzdLsJ/8UVxNSDXMMhfNkTyTyg+GB
DH3I72nQoLXSKkM7yPAUHetakRV74urDVne+mGkyDsLMgwGcoFbwkgZDmNUNJDLYgfmaWKnAcGO+
L+ZAWlQxcz/1eqBN8n7ecTNs0lO2PPU0CB3no+Uc4vpMpmJDIGuTMxw/2ea2N6uHCoEQENtgA8n0
nZU3mEWMSgnO6g7KNb/s3MQN7WgXX2/bUTgvxvnHjrRB8V44QyvPA4ZonOOPYizLo5dBJmfgOv54
pSUChQTAWVA1kXviqbcY3liD8tRJ+MbzvqVpG1YT2d0ejwKBhoW7MCNFgaEhMWTPwGsG2gfHD8DK
Qcxw4fFusYYf+eAiBjTbXLT3Q+J+MKtx5wdi79pTHYKPdUuTPjJHHVOHcujYugjjAM1CUfnab1tC
lsYfsaGyQYT2MQbUTycsoziWEPKAEfICEKYjb7k2sRQGWuVBW36uTIqGfN5uCm96Im3zUJr980Qn
Hb2i0iCA3UiO1pc6mdN5Qq9jipsbmPCMv9LK25hLWL30+bjJp1+3l1QZji4sSVsReg94xWtgaZ6/
2NYXg+WhBZU0QlHsn3fGqDkTVZVlB1U3/I2iCGQHpSjD8oClDTNAXMdMsIY0Jdt69ZhuCsdMIoiX
xeBUy8XGSuMJ2l7FcORD0hzcmlvhkuY/4lpMwOTWVHO+KZ0ocDARFMhbsN9erzAd7WnwTHwWlJ/w
zhw2Sxva/ePtudYZked67nvwc8cwEiIbdM+jjntDEddAZYrt74NHVSEYS4uhZhYYGhnQ+xt3fujX
SlpSP6R4s9zeHsw6I1LCC1tgKEalZE2wpVSNx6BLmmrENo8739pWHNK++3TbhAKViIs/YDXA2KJW
CzPXq8KqYTB9jgkTS3PktAxj6LsxEgZdHnEbWJ/mucqfl7IKG1K82COLkmmCIFoRjlYV8RnPVkL3
TYpFvPom6QbW2B4e6igIy4Lc+bpky6EAaMIts6hxwnF6LG0I70CkZhAf2raDM5vfmV19Q9N0lLuZ
JplQhImrb5HikoiZPZtgeT8DTojmhKHwgY2d65Pf1xB6XIxyN5XLuL+9KsqFB/0EqjEIuODRvF4U
nqX1KEYsCpCTHXqvOtw+LHM53rainOYLK9I0m8lU0x7CPxAY3Afs46pAED/fNqHKaV1AU/4ZiTR9
Y4YWbFpj+koQCSCnspF7me0vmvyKTRq1IHpPfedgNDoVVOU2tdHjAalyYGNkIo+8t1veA4V1ds09
KU/p8F08mV2kGZ16nf5YkdaprtJmWdylOBuZZwOGMYltUWT5oa0h27TJBmu580nQ/sVG1h7rHmRa
qG7lW8NowJBigHKesq4PKxbHmvRP92HS0hZdlfKxYsW52w6f/j2BOULGxdxKa0oAFo4RBAHbNHnY
ec1mnl4zXZe0bgHXEV6kyqMLjHZL4Th9koCgzA/7+RdYKsCzp2Nc0FmSjgyTiyDlBoC1y7QDD+ly
GJZD6/zrDvbrOVs/4mI4AsJrPXrxi/PUn5qk3pD4SItc44/KWIULHHQiXDxNygSfed+sdK6YM8Hi
yOt3CJes+xEU4HT+ftvzlf71x5IM17JLsWDxcZZDNvu09J9ZRt4TnC4sSFuLJKjbzzaCE3jKP1jD
p4o83R7CmrO+OVwvDEhbJCkHxgTDZFmjh+h6KtGKVfqfQOm7JiYJGi5m3Q1CvT5AwkM9DqhQudJO
Kitm6Qx86zKU3X7p4uShK+N9EsRhiWCFLL5nmlEqY7yHWzCeQNZWJGkaK4RBOARuE437kgd3HYFS
lxbkryAVhHdfWJHmciF0nsoJRKYgYj+7U1SxzbhK44HIBQynPFzcLjSW7rFHAjrSFn1leReCHroO
B9Rxg7LbQtYoHL0kcttp4wCSJbwN72PUWvpH3+JVeHvtFRk5vnd9vnfQV/NG63eYhhUNhO/N0NdM
unkzpn87zqkwv4p74uuuwso1gJIv2M9RiwDT+vXezwTDUPo1H6ftvYljaS96O2rcMdAwheoMrX9+
EWQGfzJFWSFvAnQg8vwHH408VqLr0lbu/YvhSKEstZGcFQTDyc0DoPS9JvdRvVC6YAFF4gNFBOj7
SKMwOiDPWItRNPxkNTyy+DFHb6wo8QTzhWdkk4jto89190H1sAIXsBGAaN9wxVRFWXfIO/OzbT+4
fnLvD4HmUFZ6HYps/2dBKlUUvj+hFwFnQA8quMnxQxstr1lyZ9RNEUJZbXJ1ifS6u9/EuAuL0r19
5hChndfWlCI1DjVJIY45bP2eI7NPwi4NDmQ8MsvcLGnxV9foKsC3Z/QN+SZz7QJtZBhvS/jRFuUB
vCa397Hy6P5nfG/oN1vWIfWbML5mdKBInnyimftRuCR0ma43QTcYKcT1aT8F+TqVGd5r7nXXVt2v
SylVbwhzKSZMVQPih8PtSVJvKLRTELz7r1TT0hkwZEY1Ljk+vWr6qGXDfqjIJp2XI1+sr2C2GiM8
pD62Qf+Ytin03XSofuXgAkBz0I6Fjkq5rk1HwzestTEG6hxdaKNd5TNv2unH7WGqAJeoXwMdsYob
YJRS3AjstHQKxoszKp8ROPzCqbQ2i4dbY2JHVX0HCJ2YWeie3PFLhpbNfDB3cZEeBETFAejaganx
2DJrNzXZeUzJ99ufp5qEy6+TomYtwPeRTfg6kGCFSUfBqv9824IqoYHez6osBI4wNNBcR3+n9528
htDGGVR3SdttGRRNh3EOzQOyA9znhwN32ea2TVVGc2lTCmk5obwy/HXOk+9scKME2mtl/SXGdObd
r9u2lH4MqRL0OqxyUG/K+oNbtMy3kD75znMJAGHZBMcqmV7ywYsWTu5dSAO2yXZKvW9ZXumSt99o
dzmYXppfV/jidKXQ8yrBY1ac0UfmQnthj6d7tKs1+6Ex74X4DA1ByKcDuNveNXgh4mOKLn8UDzZ9
ukn7dgcQ5y5A7rXES+RyQ3O4qM5+a23MgMQOcBXyI46VijEtPUyOBeKm7EP5Je802YXyLm9BS8rH
6CiQItILf54Tp60C3HarpoiKOI2G7rPlQawoMT931IraON7SLoqNQZOuqR4z8Az7x7IUwayii+3B
NhF8xwVaRXOYjh+4eJ3q12Z6dZwlNDkQZs2dgbTSit1tpwsu/8/Y0d1n+uiDwFv39eKbdkKrwW9x
dpt15DcPFeUrIDca5iVabGDWg/IEqvs2GzTRW7nDUAFyib+qD8p1cVF64zAkIyY9ts+lh76Yzon6
qgXrfLdvMl0To9KNLsxJTg4AB4Rk0wkZQ/I5H5u9kT4E2r4S3ZikSL2AHAEixT3KJg4E/5rgvrW+
W+WpDOqjlZfb22FDaQw9WGgpRN0ZTCvXK0ersUGXHHzHboMoG7etxyJmfqtRyFsyzRmksyXNXjU0
lLdrPSjjW9bhPtf9mI2wx+2HuI2OOlOV/ICj6Z+BSbNY5xPOlNVYWg47wweRvb0D3DcqsBduT6E6
8l6Ykg4vJxvMxDRsFBbIj7Kt7nL7LvaMbcJAEef/QOo6gOmCNue6HjQZntIfXTAyQEYZibnc4LoY
pCUBR9C1aBqJ8VebNdGoo0FXnpy4ndl4lnbRnS8NjxZBZYkeM2mldE+TU8fKDbgPJhLvxPAFpcRQ
WKamVqNcvQubqytdnCY+0GWQRYPNoD2W9jfuosvaKffU8z/fXjylIUwdMAVQfLJ+R7YLQ2h6o3wQ
DY7oAprK1TyAaxMozE1nJkEo+kpz51AuGBTm8GixPj9TabulImkbMeIcKpIytOynIWtDoisO/s7l
3pzFq347sCXIad90pplsqESNqDgGxUbQrj/GPp5jvdqKyp6GHSmeWmZW4fI364p9DTjFYO3SMj8s
yaaaqe5pSznH0G8BhQU44JEkXC9mK8yi7wN4adt/aLpyCWnVh667bB2GJOD2eqom2AZrMYI0pJmA
2ri2lXhx1ce2iywIiFOYGoanQbvj10Alz++lEWlAoEYRXTZ56P5P603LTyUwXbeHoQqVlxakzNEa
2WiLlGAFqyKy+5/Q0iWpEwq889pa4n7V+kD2yIT2Id4dAaW9nrM5wE07QfoG8AnkpDk71dN87NIP
To/dcHtcyuVZ+WMcaEg5uI1cm6oBIUESQIszZI+jFsriHdBVuhZAnRFpk5W+mMuUYPK84IkPXZhl
26LU6SrojEiHmRtbo585PngthhM1rIjwewNCXLenS+loF9MlrQzP0QxUt5guc4zoodEx8K9e9MaP
AXSHLi5IdAJZWn7pGfOCBZ2FA2m+oLwatUv+1PfuabLNfVfVfydpoBmR0rFXhlUPV20IsEojGuzB
yB3cRc9Z1pw9AmiNc8xqvBwC6Ywi5zumjwA+DI02dDp5kiPUjhs3ncjRnG8KnMWmP+4pc2rNWaX0
hJW9Bc2g6HeSfXooHZ4aU4m+wTzgEbMbN3JJb+E8HnWMqcqdCjoyBLjf3dpSxWoyGFSjTLQoBqO7
q93nNk12Uw9mKfbh9sypx/SPIZn+TACx6scV2tzqPoCUI9gfx6e811EKa4Yjs000osOdaWnKs+dD
ELekP1r6KS2abUl0QnKqjQRqIUDsUF/03jTQ53NVQLssKSFMugBxRVxw26EzQedwKu+GsDuoIMDX
gkYV6R5UDI7b9wSnzzgPd7OBI7ZO6te0tz67LV7Gy/jx9jKpJnDVvArWVnegjCUHp2OZJI2JLtqm
bSNOX5mN6onR7fj4cNuQCjWDQf2xJIW70kcbwmh25ZmBaCey5xSI6aDzHjqXkl1i0jyq51Yc3SQf
0IcRvPYkTqLeMQ1w7wQQZm9I1JVOsr/9WbrxS9HEyFg2TBP2Q+08+/SnZX7Hc15a6hTuVbuBgvEe
mxxUFbgmXZ9a9sjLFOBExJG83hJxWk+TUeg4hVTReBWbA/0V8VYM97UVUlDqTDYaAu2qg9RUv0n6
6psvmlNnG1vWoyad6cS4VPOHPYFuAY8CCiVL7LVeIjjeEUs0Ui5OmA6fwJAZWX1hhlOvC5M6W9LR
D0CZoN7aLga0zVeebfuCbRIUBOJ42dz2CtUuRJkPXfkA7NiWDNpB5lSZxuyVZ8eezsyzzjHYraxO
7IuC7Ooi12BgVPcjYMkosLs+uAzlbNuFrF9dCoCgoWxahqQnH7rpq9MHd6l35wAChP/rFExEE6EV
VJ1oewJPKEH/kw/aEWnvu2lBJiNFm62XoqqUioc46z5yFAlK6uwdDxXbhUMpm92bzXhHljjMxu4d
4ScIgMhGSQ2EnXK4s2eWzbaPPtxgbk5j4/9VMieq8+HgN7rXIaX3oHIN0DKWFpCv680BnwSdoYfu
Br7M5ykYP/gABw6zd0+1ubfCFF5jwBdEAc7HtV46ZLngJAhmAM0pf6btAiHgadNwH3iBp9t+qjS0
StCviHYIj8phxao93vhYwca6By39J17+4vPJIP6/v3R6JjoNQCQCcQ8U/6/nzutojrIYuihcwzwm
gDWWZrd/T8v0lRWpCtm4U9rRAZ0TNcpWzH/IvCRkWn1JRZC8siJFEWcRaZ2uXQDDYHwcgMkkxqNt
QJIPJWWRbWJfRLcXSbXPYHGl9Ql+nwHSKtXzOHpZvXbw+KQPC1JEQf5AvOeZ4ESvt1VbhVUyhI35
VwKaOTToHG9/gOLw8eAcKOmjbr3yAl+vXhVwYxgrE/scgidQOsdF4z3kP1c2pOtmR/AyYvewUbp1
iKdxh7ohCI7fMRC88buoAuDMkfEdWVHgLbIGmQ2zf/kcpYj2gQU6uifVnrJNEJhQPI3jiVyarX5p
zKGpiuq8ZG6172co0Mel81qbzUcwarWak0ZpDSoVYDnACyLMXa9Nz9zJC3KK3pBkOba2CJOmeeyd
dMN5r7nLKA41D4QYCLVAx6BDVHJ80wNpY+Ym1TkNntoYwhhHRu788eDouL1V/rZy8qJagxJSILei
NKZd1yQ2+Jk01ZbH4oT68H0+OJ//vTdcmpHCxcRIgAfZvDp3C25Ke78Mg1FD977uTOl6izbqPyOR
psym3cQ9h1XncYB4yPCrb3R0yeq5AnsZ+EpXrPzqHxfVw75LzcrvMQjSPMMACZ7M4dfteVJkF2sv
+D8mJIf2J0GXDJ2wZwsNyGE2D20YiAXwhG2eTXf+5G6Mpr4zSvJ8264q40fNFz1CIGUFTFSGy9Uc
yaHwPZBsVK2zD+qy3kNnpoc8MaTcS5Mi9CLR2k+T7T2Pjo8W5NqPcs6cLWW+e8TTJ4vMegZp5e0P
U+05tGKD8xgftfa5Xs953Y7pGKBqe7abee8FPi4jy2527qtFB+VRob/BdAwOvDWtwxG9Lv/F8k7W
0OFCgK1gMe8402a35EenoVt/DCIKzVc8pY5ZcADTT5R8CoS3iyGhNlfZp5FOkd0+ElcHllK5NIgJ
fHSAgB4A1dTrL2pnsEckWVWdeeM1IW3dJErdeNCceSq3vrQibZx2HO1qcOBz09RBq6RsvchOwQRJ
47ne3V5N5fGK8xVNhGDeR4ud5N9OVdmZtfAKxaBffmOB29/8WmfrIyW45plzV1uHCXKhHEDvwD+S
ZnpHCAc2D6phaMHGFVoK4XVSMlLytsLT5Wm2T+W3rq5DzR5WzSfudT6uImheAn/29arNI29K0TdY
tc7YZMV+aeNNOmmuIToj0qJ5UwnqCB8DqQBvQ/5Foalle+8xgmIDjiLQdqKYfz2SwIw7p/AnGEkf
UBOImvaeD+M7lgR4GIBA8dqE+ZIS8GAslwopT42G/K4K/eK+Htir7aEjsXhPugCEFNjMcbmmeDC4
Hk/HQEMnRAPl0bbbM278mO2/rTK7w+a97eeK4xsnhIv2eMQskIg714ZmZmbgXRIVWHJEHAa1sTNE
cqI+rhZs3HjlX7fNKZzhytwaRy4ily/iEnWwrjpTiAHF1XcrxztT1fz7OIGO3N8PTRSJnQyfjaey
MdPYhF8DE8xFt08OmZdrTnEVvAHKnbjzYX1cdEyuY70YS2ym8Oiprs+dQfdj4H5Kk6e6z+4J2leX
DsJO1XdAaSPO2rCLyz3AI1CVExrHVwRePKeBRfY3iygAHtcfgUYKXmR9V59pVR+rtj1xHfWuwkPQ
4IeaOKCdazSSthZeLfqiZ0V9ble5k/hD6u4TkMs7ZQr5U93RphgOitVIK/BO5vjQ3Lgejk8STv1i
rlEasZxlA+9vvnlpiivbbT9UDQqv6tBsQ38WQGdSUBrdHjT2s414EYhiVzY2P5KRs93AXSuMa/T5
0SV1NW6pGBxycbwwYXQgzqbSpi7x7jcOIGk7e0W9zZfejTpmv6P1HVPnYqnW9kiQ9lzPoLCoZwRT
UKMDI6B7URv5KUsD4+RWU6fZAYpJXFeJ2Gtbie/JPLm8NXsUdfFekuE/2E3e4Jzcps9CshBnx3kW
hH4lnE+3V041iTCIKpqPxyHwqV6PbxJBb5Qxb85F3H430hWiHsT72zYUUQqgezS8o1KHzkeZDjGL
PbOdUrc5p909BfVGG9RgrtAxYamsoEZGfwMsgZKSfD33YsYrn7VnB+y5/vKEJ+FWJ0KrsyFtXpZM
duewvD0XlRPtG/T/WbkG66FaECAHcKtFthRAEul6QcQw2x0dsxanIjvQpX0t2XuauEE9hZ4wwOSw
JvIl0xGW1/ZO3aKTmewT39hYTbLt+/hwe91X37m+mGEQq+IBNg+aNGXf4lXbLWDyxCWdJOfW/Uas
NmxLEQ6ZjnBTZ0meNFYXON3TCq0Xjz57KWP02JGPufFye0Bv1wYDQhzA0uCy9mZtOuYTMTsDTvcf
1gyxVk0U1f28nKOC1ynpkRGdjdzfeP6G52Tz3w1ASrnchmRJ2mMA47aL+uPtH3+7OXBVAd890isc
OmDLvfZcABZmURN8fhvv/YCHQjzTVBMjlTZQq0XVAEKob7DuZsNRGE58rED7AN0uUBeb9tPtYahW
ATHkHxPSWebZbZc0E4HX0jnkwzMI6G4beOusYG9CwF23BQ5MeVu43EznwrWqc95NbZgSsz+3Vo1X
+bpm0WSMi+ac/J1SXO/Da4PS7qinEW1JoKI5t0NE531db7onqPe0yc44ZfzeGjSOoBug5McJ5+5k
4r3yTKrYiajbxMepNF64CWCq05atJmKuTvt2eGCBQPuVvwrWX/tdGRsp750FwzOcccMFWq1c5AHW
2G7t4WfjiM1kVQaUnUdNfFvn7a1hAFxMpFce2sevDQ/xkvlOjFsSYDtlvSt5soEmQNylUZY/3PYZ
1RjX94OVUx0NVDLbOVrHWM9tJFiB355LsN/51SmGdgMtd3bMwor6ISSlb9t8uxHQXQhKIZwSOLSh
kXY9vCqvHCQ5Znd2nFexUmxroNSK6bv6fWn6uM38MXfw++OUofDwIQ5Z8rHKwpxqJk/hjzjoMG3I
QIAVk6kgVorOwFnsDkn9z7H4AF/w0JNXagtJygGtZkCujTzHlQJgWXaev0xxd06Jd6h98KJ86Y0q
WprhVHiad8F1ciTfwxEOQ0gUcFeSYejVjNuzbWYCZ2sWVqC1caF6G7/c9gClEeiQrHXPletFSqna
ylgS6sJIgvmq2PPQ74ru+bYNhWdTemFDSqkMC5xSfVIIEMqYES3YqQG4dYJMxJyZ27R+dcY8nISd
vce56ao3iVwLO0tyvnZwYzLPpQD7yGfOHyDPpDGgdDrcZh38PCp5svpSQSs001WdOJvNp2KKUaOZ
NohIE6Ssbk+gYpvifRjCZSCBXYW15JHwxnTmcerPGSgcthDuGo6dyALdIbI6r+RwwNXgzoqXbyCg
5FNLGCKNg97tIYe7REVQPFcpvR+gmznmIiTl+Hnuy8/uwk9etif5yaLPZPh2e6RvXQWwK8B7Vjba
VcNTCkg4H/GySZwB3Ckx36ZAFuyYYaMqDKHisLXzYpsmeJqHtMnRm+byeNv62wX9H87OazdyLNna
T0SA3tySaWQoqaSyXTdEWXrv+fT/t/UfnFYy8yShxgzmYhqtSG4TO8xaK7BO4dBgqAW1pPXt7irC
wq62Bx/CnTc4i5vJR553tzI3UrJzN3JqaPWZymAXQRhYg58mN0V2GKvDCLUnfJDMrT0V9/d0T+m0
83DRbUSrmCD91MO3cdDYrTmMPlPI6xQR74yZ61ph7wuEc714QcHScfLAA33euNUUKgdJbsvj9XUV
Rs5+BGwaEl6yEfqGpz8iVnIz6TjBfr4EuylEQSKZXKnR330fRV0WdA8XhabhugA9BUExGyNyjDZT
PT+0oaBK+lH1/oGiIndHAJSpESQ/hjhFb6pYLb2TzEobVAWNWr6vtH55iCS4TtqQ/egsVLnNWW5v
9Gz+CBBd2whIXitxp2uJTCvsHCTmAIVb64+slmGxp9JSfAPhollnGNbyqcoest9jwix0Z3mZ1cSV
By/oDwYTyl/4Q8c5+DT8LfSPaXArm7G3pcF2fm1sQWNGZRFeIpV/canfLEiuFgaM4kj146mt9nMj
N9azUyRD7RmRUULMq+jobLjEC0QlxPUQ8hGECbZ63R4eejUbumxhnJHFnGmoZ7nTQ2+0XURNXb12
dmVm7ecl2Tfm+90xTVtmhkA9pBAGS+/0e0Mlyco2UxRfyyWm4KWm4bdxV3+6fmkurCpgIJBcpA9o
m65rRXXWDODfQ1a1iJVbeTAbyS2h47m9RqI9IkWw4ZTObylvGPEgIDKhPbqug9XJMtlWNavMOa1V
JPtMtLR+Zo3R5A/JVMb2xkm+kLPQ/XJe9cLo8J+1/8qGvkZStoovm7u89nSLaW5upe2Qz2fAm/OY
Q8OZ3u3hT22uQhE5CYxmtEvlVQyjGj/0u5L5p2iQX9+782eMsBcwAWEPNYSz4c9pTXZIpU/xrVwf
Gm8xOiX3srIpyFuytC498LrMDbGZK7sLowUKWi4h3Xj9R5w/MvwI5bWmjwbEma4zg8tsaZIGfoSk
qEdqTPZuQvPsoCSNdWss8WHs9XjjWl6yKWJwMS6XB2SNoEYof5mQ11P8abb92YweZjqAbqk5DaM+
ZD90ko2PvLTSoDVo+FnA55C4O72LmaS1eoeWoV8U468ogqyI2qSaA7FEdvKmSFJPKlu3TpuN03vh
svAKcP15XYHBrPG6ShOpTTzh80AJSnt7GrsfpZo7Xpe0w7zxiF/wBAh48IjD/wG5u1ZHd/KcQJNp
Bmg8hS/dAI09rfe9iRYRscn1MyNe4tXrQlYDgYAGjXhKxf6+ceXpKFXNgCAckwD06EdtNsNBlRp5
Y/EuW6FQDKiTe7/G5YVGXC4KHsgHVx27+Vz1N2k1biHFL20RVRH+EMeCxqBY1jffMo5dOWZWovl2
li++rPV/9SjsvBok5YZXuWxJUIWB3tIaWa1axU1LkzTT/CAzfk6j8XE2ukdpCP5c35yLZnj1CT4I
0dFMO/0g2tG0T7NcA2ijIuAzhc5RVEtuqlpeNopw4glbnQO+xeR5JQznYRepwpu1WyLZkNrQVNGE
z+4ARnla/bVuZC8fPmiSdOS/7/40OnJ4DQXWkqWvP61mKnbUA8T3++mfYslcB3KbuiUbc37s6EJz
4kBgUru07NX6yXoWGwiEm4go61DUq/mfxJzSDYd00QiIKxotYpSBvXJIDETnPE8hRvS2l3d1XdL2
GxmbHf8XQ4iDc8kNuklrSozTp1VZGLUpxDVrTy1y4p5wKbrf790Ztp9+KaNOcOvw/k5Pgrw0esKQ
T5OBqG0u71vHGuqbYSYEcvuiVpKX95vj3Mn04uiMkFifmuu7oEHTLbL8zGp6d7CGj3pk35jvl+oA
d/P/gw/BFtVWZpa+HhGhji0/kmpfWEGE7d3lGwesJ5U1pvUASljL+zhZbpaZFFr+0MWfSVoCunzW
7zqzt5h458+DMIRq7WuREqd9umR6Qvs3sFOLpuL3NpU+lYw4yvVDrGwVCC4ZMuhn8zLoTJtaT0ht
xl4OqggJZ7N0vHBEoTeE1i6j7Ly1PdctnY36HIFoyr3M9iCbtVe775pd7cYeNUx76209D1gIVP73
m5jOeLp4UVc7JKRY0oIHpWwe0WKqpPZRCWuS1I1q6OWvwikwag+57nUuPtZc46Vm/dQkjrwiVKND
U8Ufyrws7gu73bi4FxwR4DIxjBUULbXr1Zf1CLf3uTwSNUR05l1JCb9YIJ1/Xb+vF62IThlxJhHY
mnUdp6oRFGqtokyUVLVbaGpzVAj+3v30IRP/Cttm+YgtV2e8rpQurHIE4jsry3aJA20nkxhwX5vK
tP8PXwQFBOkVeCBg7U9PRBmrSjG2HZGdHg8eGsED+h+WvdHRuLhur8OfcQ84cPHP3zywyO4uth0N
SF0kufMCwzI5mEVk765/y9npRrkXpw2BzZIpIK4RltKIEF+I6JHf56HbBPoLA+N2rcZzbukftbLd
WLqzYBxzIKKIGvj38UYrr6pHDIBsyqbzs+xg1Dff5/QY3CDjMer7OHtvUIwtkmPGCECGICJaPeZG
uXTTHHQ96mySm+HrnMLxcuZObnmIs50CrC90kB2wo68E3tOdCiaQo4mi9kyeHr6gtp9TMJO2pg6/
+s6TgEtYEfEwqjME4OsD3qtzVYZ9u/iN0AT2TG3OQhQuBv1nhkx6t2OUSqE9TpI9ZPdJkvQvjhbZ
zjEdzMx6KINSN8CQavbiEltF/a7VJ/O31lVGtQ8MK/5uo839qQxkpXaBuoA6ntpef9TGMe13taTU
L3lTpMwEqErnSzlF2t9yLutfRqcuT1lip5+KVG2es26W9lkY5AnJulZ9HBC6psbGYOlyVy39+JJQ
IH4a82TpoI04Ur8fqFX/Uosy/ZnPQfwpCaKscI2iKp+DdNEzr1oM80ED0h/tgUNH3GdEWb5Fqcqj
EgyjTIMlGueDurSDcwR0mhmHfCjT+JNeFlHpapkzPzR6I+mHKFYlyM6G9tMMErlzI3A08oNSx9nz
kDNs4rGIJXLwRZ5R1YvqgG5Hlo/Sp1CO02+LNZTfR6u1bhO5nr9xo9LMlWnHlZ5WNPaPIsngsrZ5
OSg7KSgzWOhD338MKZPIh8nWEmWXG0qdeF1XkNBkUdfmbt2r5ud20aZ+3xZJGbi4GudHFDO+7aaf
5sShRLdIz4OcwAbv47ord04bKUxCqROEMhfmf/4TF2G53Pasnekaw6h1t/MU5ltS368J5Orw0c6n
mGmSQwte0ekRj9UkatVxGn1GPhfMjJgHcma9NMfoIC/OmO2CxJJf+gZlKDfPnPhjV3ZWzIJohe4O
fclWKLUztJ42K/mPoMomgExpogLsTlh0QymahFWhlLdTmVM27DPZNuCZmnFuAa+xugfCFzkHEw/5
yQs0QkwPZV75gVJovmcYVv0L9FlT7xxl6f5IjClJd8VgI7NsjyC69kqqRvdj5QQfrTjPpRs4Znl/
sNqhmY6d0/TzToOyUrgAs6yXqR1leQerMMz2w7TMZegaLfPT3L7WrNgrGupSG6Hg2cPPrRYsFt59
agbEtafrm8xDFRUm9e/RrARFwtSiw1D/kbKtGUXnCEvwz1CcYIfRkKJDucpEbakYJsRHKYEnofKC
qszkOoyNOMxJJe+LHG2euJ9AtdSFzaxNCU/RB5Z0KC0gxqS34X7U62RLUeyCB7VFU4WHiMQL1MXp
5zP9JDU7PZ98EpWZp0dCVcs0/773qYPNy/Iy141u5llVfur7tuxjffFJnw+w19Db7u761syRLvvj
IOL1fnPULElQqEKLuTyn37Qs5qCXSyj7JYjXp1406q2Kw5sD7CeiWyxPiyd54309P0c8QYI3BBgS
kaz1I5HZrTW2k7Qg55o4e6ae5De8t/2d0eolhUxjS7tEvKGnfkHYY8uI+MmS1lDnoZ1KNjWS/SiJ
LS8M9erBGaRhZ8yDtBEPnRUcoPfQUpGBXUFWghd1up7WqFEjVBPZl41gvjXM4ofa2eNxih0eG5Cn
j4WpdF6mSPXh+kZeuDICyk2hlhceMtuaUylLRRyWqrZAkag9p1b3sj3cjL3z3AvVJ5QE1enT0KWe
kLco28mNxdCiKkier/+O181bLTbQMwIZRGGhA69PFGii1hm6QvF1QjpvKAmvXGs0BzeZinof0Rje
91VjerjKyZuXuPKcZGgPedyn/CtT6Obj8KeOLd3rla64z3tZepDlZfmMStF4QKij2dHGzhgkPTk3
RR1VH4u57ty5mIMDmo31ox2W3cfrH3V+8zWoewTSMNKpKppi199EuXIVq1ULHdHXpvmxUuuvHUoe
7nUbFw4pRH5Q5TJ7B5ZldROrmSlIRDSTv8ByelDVKdhxnuOflto7G3XLc1NidqRBBqyYEEDWqUGu
DXEZaZXql2mtu47RzTeIIOWePnXTxn24ZEqUkERJUWBE1ytXmGUyET34jrE3R68NjuOWZsx5tM6S
8d4D/OFZZSjG6eZQhYtYVkfzGzmu79WunffyYJgvRa6190QEpmDAd54xmaHnLPOwpUd/ThjiocI7
GkTvzE04E/JsHJpLWqBpvjLRq0TBM3DQ005/Srq+c+Z9a1dHfWndSh4PQyhmcNxePzmXf4BDkQ4P
wOeuSX82/Honp/QFcjXf9VO4T/vJy+SasS3LF0X+XKOUWlgaohf2kzy2oFq3MqYL2ywa89wP2uNi
YOjpHtQ99udBwe2VOWBmBT4w5Rxb96IgAEp7/XsvbLiIDig8iOtCW+rUGNQ+hOD1TvZzGYFLQvQF
Aa9B1w9W2o5fRikO9q06pIfCSnJPW5xyf93++fNFHUwM4Xaojzpno9HsaJICTpPsD63i3BtzPOw5
5S0xrZl9Lwqp3PA+4ntOPSr2DKFTxoQ0UuhV2BUokrzUtDrooCbmDfLqxV0Y2NnBDtXhQ5YG+aMU
jPqTXVr1hjM/706rrC/rTAMXvuFZNKJmgT3aA5+aqZEXlM7znMxfSkRRk370jMR5jsroU5sA+tC3
UEkXvhrTYgCCLR609Usah3o02RJfXcuFCAq8YPinTHzdTN3Kqry43Sjd/x/f+q9BccbfOHktDqh2
9Rh06tGV6n9SOz0gUvBkVxL61C1kiviuqOvCHS1lw/aF6wMEAjgE30noIK8Sl4WeC7OtqD6ZuZ3v
1DRUvDQfaKwORrph6vwpg7HEtAnOrcBAr6evz3Ec9VpdqP5hcbcEVc4lnZGMePPH128YogTmRMav
+lOJeHPlFkzPsFH6XYLstxy3j0y520lpfVvV8cu4RHv15zgOXxOn3SNXuQ8YORcx1mtJ/qpMNgzH
LbjShYsLeIcqEqATyhTaykvZlA2rBISeb2iI4ZqlF9ffk4I+ZLPlokR+srqyJ5ZWZwlpc5gqI5as
aF9Ju8RyJXSk7j+/2xGdWBHf++bE0nQ05dqgNJqifikPD53ZHQIDzMHWGPqLC0dHEA8vVFXWAQNi
DE47BY0KXdR5HJvvSVcxzdVwDeW9pWUOEA+oIhgfEJ3X8gVGMk0CsKL6WZLtCvNHWZk3mjbuoRls
JD6X7gGpJbkcOjmypq2cqhNY1mDooeYbSVfchFb+mThiSwz4wssMeoDvsVg3PmfdBlJSyUSDPgVi
w/AQRmn04y2Im3BxQfMwSCg2lr1pTu1NA2Lllv5xv58JQx9G2+k+00AfNpb3/KMh0AtPLma6CYHd
0wPTRZI+RE0q+22rokTZLu1RrYd0d/1YnnszBgKC+RFUNwA46/c5Bb2kaWykz8iW28UMENvub0Nz
I7I8fx8IYHGVGkw3qhKGuIJvDj+KilIqR4vCTOZ2zxiNQ10ZAil3P8vTj6BWn7Vpw3We3wK6yHQO
BXOQ0HtN+8x1Z3QGaJI+o7mXZ6Vqh11aBOadbYLPk0ZzevcRJYsidBNgQyYBrHX4JQo+drk0hHWd
WtxHpdkiixghJX19u84PBfxfEI0UxWiQnyVsoGhKPZYn3S9z3dh1etoexzJ8/30DbkGYbog753Au
Trcrk5p0iFqsILhlMLORik7Z5/bGkp0fPaw42MBHUVlYszsXKy+CqdN0356CGgK9pPzk7jvPddtq
++vLdu7iOcZYo8SHqtcZh6jNlSVOssTwpapLjkaV82LJhXyTZ6p2nJNh/hJJ/dbrfen7NLJ83CRV
dkR7T1dxCqwgL8rO8ONGH3Jk6pMEXCIVZt3V2zLcUg88PxoAEkEn4vNxkiQ3p+bKYu6rZawNf8lr
w7OHpT/0bScdrq/kpY+ivCnUAqkXAEM/teKgz8W4UtVAs6Zwy+XJScMbJVE3vNKl/SJ7hx/AVQJH
v+ojoiPUGQw1Mf3YjkFFD3p2a2baeGMHZXTjdDQDQEy/G7vDrWXdiN3pKCG4sPq0UjenASi6gbps
NezsKJruyRArd1acbuM8XohfhS2QJ3yd4K+uNkubjbTRA8fwa4jUxzKfpfsMXt4NXMbe760mvC2y
qL+ZJVPz9FFN7vNpVrZEgS68eHRrEe5lqIHgIturUDaehlAeggI4h1yQFUx3nR7u9eIfxG9NxLEQ
7nZDk84FNPKP1mbScOEoUZ2hXkyZWkBXxD9/8yhUjSOHwSIbKJ9aMcPUommnR3PkEntXG+t90RS5
Nv07wInkKKemwokpKX1vAygxI1u+NzT0QT4kc5ypriMNk7YxL+L8KtoErMDZmDWMMvgayZRnWVSj
mWb6UhkEn5rMav9UUyBvPHHnHyWsEB0AnqXbLq8iynYxJbyrbCK+bzc/1MHRDplGu8uN07bfuJAX
v4g4D5YTyuNUdU8XsLQkI8ukzPKdLhobl7rhWB7GEvmNjUfhoiG6+jRz0acxrdUlVGrbKNqBneKx
Lr5kgZXfyJJcbegxnCPaBThG9AWENARXcPU9bULDp0QCwjdCp/yGPBGY6qSVnpqxGe760ZDvw2lR
7opJmvcJUgiHNJHzY5vn/UutZLd6kmSenAbZ3krq4GhLg/5d7tLua1LN1ZMVjeZuaLr0t0VrcSMC
uLDr6KehpspWCLkH4Trf3BprbEj94zYA5hsGXhlSTjVz46ORzRtbfsFHcTk5XUKc0qCusIq6e2ui
A2uogd/xfCmuIkfRN5O3OttTN4l/1aWQfY76ethp5hAVBzsdyy9Daihbn3yuSI/ADlEjbwEUGVKN
lbcsM7RV5SSy/cBOkl2VyNOnRoqcbmeH6QFwS3AzMPFzl+aEdc0oNftuDh7j3GmeUHtKH7LU/qI3
qAFlOP73AtjFHDXqiBRnhTz9WpJfVvrB6frQRirFnD+ZIW3JMg+r54Viy8bVOH8UyeZAxQEeEnN6
1vT6rhdVrqJKH0Yn98z8l4aGbIN8c1k5iGG827kA+6XogCY1cTv/e3rMZi1se6O08ofSfhQ0HWVh
0sD398YSouVAdZAqOn5qXQzmU+iupWr6sBR0ZvNJ+a0rw+KZ4eYQxbNsAHU++pPoAXFvznX9NaS1
tSgss4eAx/QpS2NReo0sBu0YyR1XZ9iIks6qngKIYqCJzwoSLa05rpFs5WVPd/2hyGX940yZZTfo
PUNRovHPEnQG6BRQ+EqkOS+qPBUb1oWPPCloYJ3AnUI3/oHuxOph6Oug05puKB+GNNQfkmJZ9kyK
nI5t1P1JpSh+KiO58ZDkUj5e39CzEyoMi+kURBO8Fevendaj0bzkTvkw1YLJpmlhhcBcEISKO6v0
iw750jV/kmp6N40EwzgoKs3kekLP+vS0xhII+EKJqod+YVwDZEh5z3GKXTsbu42Lce4WhS2gbQBg
8cDAjk5tJUaBTraWVw9GPQa7oqkcKCOEaUqpKB8AMUd/7SHR74JuSjLXCmP1g+JMxc31lX7Ny9d7
zONOQQQdHsgeq/s52mEElKGqHhalMT9CYERO1JgEesHSWAD4Yck4FwdZLvuPudEjfxVn6fw8l13m
Lk5q3nWSYR26wPmpAuA9LM58mGD7eEHaVT+u/9azF0ssmOB20nihBLb23lU8GE4VN9VDGiT6PlPt
x4Io+1gVtvbzuqWz4AFLgsrOw6iJQbCrthxtn1RBlr18WBwl3tUMFEdNfMo3/PC5MxG3S0gs2IYq
2oCnByC226COzVqjAxp06a4eCpXqb2Pmz10rJyOzHDpji0N0voZgoTUgtwSwoqyxitTJxeeMW20y
anYJl49FnU6Ri3iPVD9VU5lsMd3OzcGqA+ZG6KrbtrMm/xq9Ni4IStl+OvYArSy6tvaD7IAKd2M5
Ctt3ozUE/IwbxV9weMXWta5Kb9pamm3LD9VUi13GlyfDASHlKNyIzC99GI03QaKkqnyGiuHILE1a
xLY/AfHzkDVHiR6oWPpxDCKmGb73OAK4fWNMHNc3oRoVvMgoBmKDHnyPS0ZVuuaU2O/29qRugPgo
CYG+Qdfx1IoNdH3JBwkodj2oR21pkNDnFEGm06PEHUeLYMHo9NJtNDPdABmdO3zCUCpeNGIEkmKN
N2+DZG5GI3IQNZl21RDcx1MMOqD9tAzKsZY+vXs9GfBrmhAhmTdzVqsMu7kcEyJEv6+z2XJnQ84k
r7PNdGvMyNkpYZQZOQ6DGABhipLR6ZLqdq2Qg1QlLMH0JrZ4r9VekfaOutU32zK0eqnN2taCwkCQ
MzOHnVr8Lcdnq4o33oozr8jXkCHC4xcipByT068JgrmNYqEnUpod1Pay/FTIfb5R4b1o5BVuReGc
cSmrs95EUiYFNgo6/RADZDTCPn6UkWwp3nunxMcg68jeCDmrM8/kZJSMHBtx0TAObsfciT36yu2G
lfW55lXnTBPGAOqSaeSu3G3U5XbTkxrdm7NXKanX94kbQOu15uMU3l4/1eszgC1gepCDXkerwu07
3Z7RnC2jMgLjPpM/2N3k1Tur63bXbZyFC69GIOODOKAAAozk1MgMmYZKhWPey4kpgWGNki+LbhVf
BlKiu3p2wm8duerdAkbvGGpL7NlwHL/KvRk+m1OTHXuJmYzoxbZ3RZXBq8z1X2XpaMxCSfRwa5zr
On4VP9YABWLCtkYkZp3ikt8Fic3Q0XvYA9X+YByV/fAw/HN9SV5909sICisUuQlL0E1k+dclgEpb
5sbOM/secF/uBXpR3ipI8Hn0fJojHcFpV8xNve+m2t4ldpw+mm07HaXOLEJKgn1wV6p2vQ+sMnq0
2jZ4sKS4/NTIZfeS5YI6Mo/ScVmiINmh/CTvug56LjT93mj3ugW+240UEL0b1YF1bMJHwW4WHGAw
n9RNVw4FcHW+TItp3yMFQGJ4VNT2Vuq/p9Q3ri/flqFV/FnJM7gOKAr3w3IPtMHTRs3N46d0+PIf
7PCMCraHiAxWt2NRi66LmZl6bxkzY+7NvVPE3yu93k+Ldbhu6sKlJz3819TK689mX8p5ZNv3iBd+
CJDEtupDNz90huyq6rjhL7eMrTZKstK+V6HW36d8Vrhj+tfLTaf9h01yeBBhDJMpUKY6vfVq1sca
tDnnPhuY5jEyxOG2hQJ/Y8/9o27NysZeib1Y3SjEEcQcV7aK6GplTh60KFBKzI2NM7mpWfS7Ro23
pDBeaSonZug9COC4glwAB32NX0qpeSWOVUf+qMZV7TEpIqj2Q9QNX9twsJihZY3qjxY6Db50zqLJ
m9q57z15UrvZS0un/9TbchHtGiYuhC51dQ3VjrlMdc3Vwnn5OZh59mwWsqLti1RXA8KnUFN+yVWj
gdCf+2a0dzR9SGdjNay3umJnzg8KtMXjJlySQIauLlau6dNiJIZ0D4S//jwgwHUjK56UHIN243Sc
ZbLEAkS4Ko3S18BxrcNUtSb8fLsPfZshnIf6ESrVz7nZ3eVPWyKaZ3LwmGL4ALUXB/SyEME7PYnK
3MeBpUyh7yRgcgb7GUT/jd4YEdOFJSaAfh9qhkcyjUBv868L/1fCddf7YT9LW9jNs5t3+lOsVZKY
U65RyngM/U66y+WE0K4+ZurRGm0XsfbjO33KqzGUtAxA4s4ZZBs6+GxE3Rz6cfY11qT9MP8dok/M
a78fpm/XTZ3FEcKUaFzBZUZ2fg1fkBi1Dhx9CZGbr3dqcDfBc5i3hBKFW1rdPVH14Hkh/xUh5ek+
OkY5qAwtiP0mtx/64EugpEdmY7NVG5nFGTyJE4MlwcumkEQcsHKQg+MEQZRPgMgU6d6wynGvkWd0
tVZ+HGttPqZTOe0zhUlFZqikH6bIbg9zhFTJGNnDET6O+iyPwNZLhdC6JnL5EBDWP/WF9lIOjvUC
QJmBK9e34PV5XS0PHF/iX0hbYgtWx1wP4I7EY5z4EdQb/VYJ/cm4pd+bf3DulHRn/Gh/B8HuEDwX
f/jN142Lv31umwwa/8vmrKupZhFErUJjAt4dNTcP9e7luVRcJzlOo1tvgFPOWod8nmAz/481JIlO
D8IcA2GvNazVye8orJnCOO/URT9CpTxYqGXV8z0iyrviK740s5aNb71onuYwTAC6gXSKV+Zr6D/N
LBsJcy0YGF/DKmQy0V1nDC5UJfjBE8+C8cEw/gmbr32r76IEhN719b7gRyCo//sTVlehVNLUSA2T
9Z5/hAk8184NpN3QyZ62hbS68CaQUgngNH0+keafLnY0WXpFnp34wXwz1n+nYHHD4XsOy1ENPxvp
1sC680sOrZuVFR0AIoe19sdYaEjlq33kK7E/2KbX2PGuABNu5D+vL+GFFwhLqlDiobVDNWa1hnYQ
h8g1lsy4Phiu6tUPmVt7EYo8u3bjwJ57R6pmwBaoxQMCoX9yuoRojMh2qWsRFS1VMC7cXPqcbxk5
kxfiwaYLRJjKJlGkW7dkE6Vd6CCGMUK4kx/cmd6Lqe/DnbRrdsnGy3Jpk96aEsfzTXEpyQq4oRmm
6vKPJHnhc+Hcd82PjQ0Sy3LqVMQIHN3GqRFzMXL31IqZzG1cFm3sq8f6Rfsm72HjuY11eK5/Zsip
fSg+Xzd4aZve2lttU1rPhpr02CuV1suqXcbgaWXeKm+eu8rTr1rdp9SY20RqsRIv+3h/AOOk7Jtn
54++UW28EPaAryfNxCOjbAJB9XT5JCvUrMA0YrgoXy0t/yCH5bG0ohe7SQ/V4ngxg0ka/ZsTVpNr
d83TMkt/hbiB1N9cX9cLDpMMisSQ1BpYAp9/+ktqwujKyvPEt56UJ/OL/dvc/Sp38k3jhfznurFL
R/OtLbHJb47mMs2VI+BWCCreVerrGPum7t1x2pK8unRauM9ECCQcJLvCb74xlMV1hLbFmPimlHjF
GLu9MblhsqFLc9Z+FrcaqgQFf4b0iszj1IyAA4RFuyQ+Defn5IN5ByY0f8lfhk+KX3vBrkwLd77p
NzzWpVUELInsBJB+RAFWOxbppRQtup74ody7ErEKdGeXGs2gb4RaF72WwPshkgVsDL2s0++zyOMV
jmnsfzMO5uwu9+MH2JL79pYEaMNrXTyHb22tPH61JJOSSdgaPcd13O+t+5UowSUB8caNB1os0Np3
vTW18l1tI6sd1eHYb/fG/j/9cYBTr3ouNNVW3yErgxqFARyHNuk+lEo+uiJU2r3/IoHJ/V8jqy8g
O1TMZWoIJxmtYVbdU6WVbuo8h429cQYurhVVfAQvZMytyyyqXk+Ok/aJn1h54jZS8iRL41aX5+Jz
D/iKoAL9RMr4qyM91WXVNBn3dVaH6dhECs+ksxi7BoAw7Qn71yxpMj1TI9t3xeTsg9HZEsM/j9qI
WoH4IRXBVSaHOT3rpPMT6scyfjA2op3k2PcNNPR9JGt/57YydpNObnF9Fy95KQfvAUOYWasgaU5N
omrWTEEqLnLiHCnWLDckv6mXMH1448RfcBlEN8AcwPPBxV63wc1K7uuxCFNUQv+WrB8hgZY2niDS
vvuTTgytNhKx/77SEynxDTXbg1G/C0bDRxBjf93MhXda5JrQXxBUExTI05ULYekPeZymfjw69b4K
inB058X5aSZ569GMjNzEDhSXKcRjCMt/3IRAXdi6kx+w2rpFipmRXpep3yryN1WSj71sPGWzdBPI
5uhOtv6YmNrXOqxv5p6py7Q4wU8mdeblCeqgU5bLLoJ52u76slz6VdTY0PShzQ13d/WrihIsHuoO
qR81hmtNyT5bXqzK2KhQXjpMtNvoOlNTpki0ymXrRIt6MGzi29uHuv4RaU+KGt84FGre/zmvIwrR
2qE8tB4ZGVOHimUn43O0Zq/o0IOtn2397paOCT2OQgzH6dXK2mH3mjUGbZ76/d4EAxEVn5X2TwnH
+vP1rxFncvXq0KFC/wjpIJR81l8zaoOTjM2S+ZLqFF4zVCUp6bi/buTSCXhrZPUxs9FVDPOUMz/K
PG2vFu5/uN+MMCbsERMlCH9OL14eNlrbGhXPQftNzb4k6k2T/L3+CZeOl5DQhDwNso/O1KkJpc4D
BCVqTISPefAypbd9sDO31LUv7QYgWB4bQAWI96wWqu7RXp0MPKJWLtUfyGutxywus9xwvGeEfkJE
gLH/2lm91E1blQgfRalffcuIBiWmbikFcjKBKyP/2NTyMcizu6yqXQZQZ1b0WCj6xn299Lqe/IbV
piEP3FeWzG+gCFb8pmtl/rH/qe4bexeV++j5+vZdeEchL1N/B7kB9mAdepMVxq0xJqlfSv4c509T
1nlmezOmEer6W9SsC8edAiqlAqEUTJ90Fef3DWMrrURJ/Xxa3M78G7aFm1nGxqW6cCKh8ICepecv
Rm+sTuQg1dEYNDN7aP+Us462zAEdGjZxC8968XMoBsMOA7FmrqVIk9Du63ZSeab7xlXL0FuWu7l4
L1WIIymaqIL9JHiU2upzxrqImSxk4VZtk9MYenLb/IcVY+vpWYPdYcb16tRnIxMQu9ZM/br5FS/P
wxDzPNdu2ny8ftgu7QzEPGjTHDUCt9VTZCaBDi7Y4VOIg7UxQico9LTsiFTXxkW+tDU4CoHdJOFj
DNypV6LR00zAeTPfyNGa1L86KPVY79XkEzsj0Ef8rxA6WWPc06EegnxoMcKQjdDeO+GTEj3U2Ra6
5EL4RCtJILlEMwmE7epjYJVMbY6dNg3cOE73TRPfpma96yCnleFd1Nt3ECGO1zfrUoqHPZgtHAve
2jP2WN438zIqPE6++gxjoHflY/Fko66y638PKZC8jU07L48K/MS/BlfHo5ITCFapMPhJ3Wc76fOy
L/ba7fXPumREoNNAw5EkQSs8XczUWOQ8H+bMX5QP6eQyOLgC73f4rVdfrxu65MeZ4USlV4yVpd67
ulVJYpdAF7UMsoqb7+3iJT0gFm59Wf6EqTdv9Swu3a231lYnvpCrWqJuymEcQlDlP5kV5g5y620X
R8VfWkVGJ98l3uo31ZqlDJXIkHRWsL9frP9H2nUtx40s2S9CBLx5rYJpg2bTNI34giBFEd67Ar5+
D3hjV91obCO0OzOK0QwjlMiqrKysNOckG/aOqzHrrUaleUy7eB9GNgg523K3ho87ubpbkqdTfya5
UCUpZYaIqaZDEbjMqr/qluift/dtTcjstHX+OIa+hm1jtfMefcS/xpx6j7dlLLmniV0GRdspszFv
7+j4KmiNIUnduom+cgzf1COmmdT63yNyxMl/xUyqnq0XV/MsGLg0dYta2WRZsB2T4V2To7WwaUkd
hIA/zep4ZcwdIVrdPCkb49TtMQVNWozX2HHvT4UGZS2bthAIArwatQb0BsPrzski0TWCBighS4Fc
HKlU8DCoq4I1/vb2LJwltNzjRYY+UiSG5hEE8yvD6Ef4COSWaaAASKAWKUqj6IlbkbSUWcYkMJwe
KCnRejnHGdH0Uk9anSVu1O5AJE8A/i0mr2XutAU6L37z3W4IP1P/A6XnUlDo0KyFF4u6TiA+SOZM
ODqzyDryqlxiPcw95zcaHm0FsP29kPprwdJCTRVPQtRUEP6hce0KbT+oge2IX6kL7EVbpqP5me4Y
+UMk5K0zS6Exyiu3t3F5cc9Eipf2P8b+EMt9mKLq0dn8rrd4KyRBQ+6FXbllTkaVFYkLBwE6Ynrc
wGMIPR+T9Z4dOEHIFaMDVjjA3FMnBx4YqlNccH9brQUHBXwWeQKPm/ZrjjzUqgXmPhovcWMJ9Aij
MyYCraSHxnvh1jhnFy5LhLVA7pAxfwKcp5nDbUr05ygxTlsG8BvSpX4ESMAoddJBZtuixXsyxQzm
IcQE5v9hJTGLBWQ1DEbiqT+7ppGsEcUUf7ma7Hbdn9aNun9vIMG4GfrVUeOHXQI47XKzpM7Li8AP
ArdtPgu04fMKRiHbXYrRVWMV3nbBMpCRReMI+t+m8bLZ9QwMs1rlxiF0x6CgWbmrfUBgDyuPuYWz
jOjwB3kfza54yl5qBJDPVIwVGfUw+SEdW5NXvlUwbf4fukemOa+/cmZmEWoBAkMZ5TBNeVQ9zWy5
jyh/RFP3indcsHT4eNTdJtcIG5wFhACuZxVga0MwgkSWjgeDGSoCSvMCgs80fh+7QrBun63FFfwf
iegZvlxBuRakAqMAIWD+Eyrj+S9GjxkwVlU+WdFt0SDOJM38bpAUUSZkHkqKtYdWqp6HguoHa7WV
8tOanJkPNFqQlWJlQzcFdcwgRWCZxzNyDRhksqxZZIZABukZGXACSNDNLA/za16s6BmaKCqFOYYQ
bzoJdHa3N2dZCDoTMayDrsT55sR9rfBACo+mKuyo+t9aPHzdlrDg76DGXwmzTel8P24TARJivrYS
+QMIvrTitQ0nHIBbYOJpR28LXFIJL2FU5X+e+HOAhNaIMAKsQiBKvccMyAj8UL3cFnFtANJ026KR
aWrRwOJdmjQwfzwmpPDhXKHTPIhJ03yytdrI9cJNQgANh1wIzOkqoK01MKwjT+7mhWcnhnIXSc+h
Ku8Dxo5B2gCuRdvcVuv6pKK1HxcEarlwRvCpl2pVHicb6OFOXQxpkw4XEbv39VO3RvC+JmZ2fOTW
SBquzVMXEwTAV9bau7G4U9e65NakzG6HsPCaoMoK3LOqlSRKSMIaGca0TEhl/Lm9btc+Fes2FZZQ
vdNQJp4pJBpcokd8n6Ij6OiFxUsDbJuC1VALPbTBGqP0kl0AagAJdATSKIDOjM/jWw5RISLpIEJl
P0RyjGMvpQwmnar5xrzTelLmytyn04uSGaLZaUhxzmgB0oyG8WPRunISVWaNFk0TSF35RmrZGlbQ
gijEDkBuQN8CAvj5M0FDb1U+BAKYGENPPqQseWORL9qjprTO7U27chMotqItYoL4mEaZ5pnGylNF
riy7zkVJ1eS0wgySlbTIdJVeOPBLCfPeiNRL1LoqoAtOK0falm8tSKzsMYubDZr3IsrxlWjLSm2Y
LGbC820Fr5NNk3xc8aibovH1ip8oAK9ahiC0c7vfsvgg062gEYCnoMcTyJm0ovWKvleG+SMPCRO8
uVDcmc856WmuxqUOfVlN8z8BuqGAQ9+aI7dyzV8dt5mcyYbOXgRd6QUY+RQhh9m+UhJNPPlmJd2J
q0X5RWvU/mo0O2pSK0eiZ0AjWHz5AmDZbfjHsBpSWSF9/ubN2F7ZszXVpp+fqeb7YVB2aKBwD+Pv
+8AUdv/cfzStHdC/kflE1RhX2KUAROx+DeKTzh1/5yEdaS6a1m2zu/K7MwkzZ5gXyDimkxXU6j4B
rKlXK4A2BULy79tyrl+iM0EzB4/p7VYsFXDTBuFjVJthdS/LpNm4XkeKhIAb4pVJTqx8rcE8rQqe
PMvZJhVK6Y+JD8HKUTQKwtPeDkr62tsSv1F2v6qPgqys6aIdnu3a9PMziWNTxkIgYNca/iWWDrL/
kkgrsC9rImamnnshP4SRjNWU7jv22euHXHpf2bEp0r9yiGdqzKwbfYtjmk7GFwepCdgvI6DyW1GT
2GwejczxxBVHseTigYiIgfSJkQne/nLZgJIeScBe7Vw+ZIT3cBlLxYqIpWU7FzFTqQ4wTh35Ye+K
jPRbdR+at9dsTYXJ557tPMgYMsiACk30LjbHqHu8/ecvGvO5ArP3YCAJXF3KQe96yD4UWwwOlMGd
9NGfuoN+x++fw2NEk4fbQlcWbQ7xnjQ+Wmc1v3eTrDRzoaQ5+hMzdaVva1EK8DYAdDhlW/Tp52dL
V4TAHkgybI3HqEjQCFCtPDSW7juATP2PgJl5AUSnT+om7t3sC70bNFJOdep0nVWFjrxWiljeJ0Rh
gH1CsQ/gMJfaBFniiUAS6t1BeOcnGHIbGSoSkO+E6lR+xyataLcUveBN+B+B04z0TGAXs6bSJoG0
kCgPmuLPBigtPahlkCFbMfPlpfwr7OpaauNej/Ieiczh2yCEfX/8uzUACAlvXMxjIDyex+h6q/UY
ZoPNFdVDFp0SUKFGp9tmvaDEhYjZhZTnRaHFADt1ReFXnnzhuJb5scb8/72QrxzbhUv2QtTkNs5s
W2wLTB2D4sVNkxqJjg9J/8XAICKsvUGX5aDYi1LsD8fFpZzJufWdhDMEEzB6nWY6EnlghpGNNQtY
iHyg0V9JM0c3IWAIg4bD1OQRjcHXI2ecFUuU80DgvbJ6C04VoNE6UioYoAavvHiplc8P4qAXSY8e
95Zk8kh6ZL9u28LiwoG75+cZDTzDmfNRBGlsQAgJihl+l5a+DchEIqsbmaWb24KW1g0Ja1SUMQWD
uvzMEvSSKb2ctAxD/y0J2TYpXvXs15RfE9p/j++RHkd5fuKPmPpALpctyaM+DCXwuWvH7lRzJBOs
oqToN4n/uTUJQHrnkmZKiVHu97xcMxeMB0CikqKAtlW29pC+riZPYtBqgF8o6SEwvlQIcE++poQd
cxuJFi5vebnDcxumkjFxym2+Np275B/Oxc3MrtdTLecYtiqQ4r36xYm+GQ6vom8JgoMu45UBi4Xr
70K52W4NyEsaLIZySheZac6T1Hvo1rAPV5dwtlMVY70xSA0D0OIdhstUqhm0u+PTQ1ATrrO4lczr
z/t/FkJeaDU7V70nqH2vYA1zq7NrGh3zZ+2uND3SEAGN7AH5AprswVg5ZAt3IaQi+YGuFzip+axK
JaABoG4q5g7lPvQqAuQaope/KqB/el9gMJDbtdLewrFG/QS1DUDMAeN+Puo8llWctFkP0zTLQ0E+
dmvX+4IPvBAw87dA4Ow4LmTM7aVDjm7hyvv3NbsQMAtYpFxPeLmFBmrMrD6OKKqvHig9AG6diBqJ
SOGvjVIvmPy5yHnChfXlGLccRAolrivlECA/hsz8bYd73c84IYf+3Zr5E3rwE88oZBysyhRs6U2y
m09X2Q1vjeURoE6+3hZ3jcXxIw7pecSxGOqfB35NJTep3MPiexrc9063ReRHZKI4NdA/ZDO0/H3t
VFbu3o0MXgwDwdvUzO2v25+xdNCh9X9/xhUFbAT4ab1Avs+No22HTptRUpFwrK2uVUkcmTxuH22k
aFN8uS14wWleyJ356CHhq9jvoH6yLU695f1q3eJxjQB9Kbq+kDJzzWjXigDOhwtHr92kNgEnLPbh
lOR8L9s3KcwtnikkNz7lWCFDpxNdJH38r0i8yNBdfMTMY3toJyyVFqqe7uka+MmKGYHQ+fKu8/Ks
EnUVf7gvyhiZ0g9yLJpqcGigagRkF6BwjZrppY/gfpTYCbh3dUHQk5sYlEfyq3W60s47byvHBXoy
HX20G+OuFtjK6Vr2e+ienVgawNM8xVVngS269bqhMXCEW96pmYlOvNrAEIPlrVUl1wRNPz8TVKmR
XmEqAqfY7jmy3bUbZSVc+l+M6q8uMxfLMbFDzy+OTGPidYhTK9igVzSDD2DvBQ8m0mL09llZPqRA
aUHjCcYTwOF0qZQu+K2M8X7mhuiwZklBKvS2JCj1pwrVGOm8u6ix2/CfAW8mwz0TO3P1qBsOShpg
LRn/ZPg5SV592UOP8MqNcj1seCEHb9JL9QKgIvGVDDmS8aEnTnLPdc7wHNc/Fhz86vz32ixAgTo2
Iv4d0rXBtoUwQAMiKwIAtEEL+N2lfLFQ/ChRsbx6CAq1kLP64luSFHvkaiqGnc2xZ85bs6Lp1M8i
nguhMweYtD1gpRMIRTrjQedyqgC2Jcp3AFxRlL3fUV18kbVky+O8BpkVjPlKzHUNNzEtO9w7moy0
qUo8cx3CqJe9OApw/UqaOVJzaqXYarz6XShtme+sVhu2ZV8SXzKDGG2LVbEHfGoXcFQM8m3s76vx
XTMObeLtUn/lerge0Jx93DwgrCKfA6YX/Jqq2IqXmo1x77WOxEyvOgChPngUhm2BnPDto7Z4LQFy
eWrvx+rMkVKyNE89NPJCLPhQRt/BCyJJ/UPFGR8jUyxd51byF8uKnkmc2YE0BGI1tpCoPHGbk4d+
K7YT78HBug1XQo5lx3Uman4bpiFA2hlE1akl2CfMnpiKc2fhXeQkd65n3V7KZa91Jm5272Ul+MBQ
UWIuJ5jDSIXRBDr8N5eaxUNGA2dF2sLLHPv1d+dm1gyW5jgEQAFzi0zZjmO78UsqKSJRXDVyguBQ
ywJ+9CLxYLhDWsDnSBVvuxHXUfXPw2qT7aIfElY0NWDKsy1VR43LC1/Ep7SO2B0U8VRIK2ZzbaeY
DwTADhp+0DaNp8Sly8rrgkl+LgzuW2I3FjziWmBx7RMhAGMBoCTFb0BicylgHGopHAoIAOnFiUNR
ETW5dATAplWWOZIrv8SiW4lFF3UCmCfqWBOK9HyMzBv4rhl9aXClt54RFlHAhN23x2gth/Mz0XDp
eqHSmaDZ/oh8I/N4Rw9TfkCkzafPiLQZXiRTIOFOs5gVbmv7T2VpKgh8SWUa9/3n01oae1lb4PNi
2hKXybzlHflMlSkVFlhU0dVZUXnPmd5K4HB9JqDoNEsP+hf8eXM4e8Mr60xN1MEFkY2HJAHA+4TI
rFdBCRZ1OZMzO3sxoHPHSlYGNzrxKskqh8Ns82vFPwDvbUWlH3yUq807kzW7GDghCYuG1waX2THR
rcZuTNkBBNJOp8MdGaliGdPftLJARE1jp4B/22Vkh5lggkB4NQK/fpxervEssi1jI4+FVMf34KmU
RLan1kRb03pZCIbVEaWAFkCaC2FdIvk9hKiyDd66chixi6uImdd1vEmVv1JmsbMx5mWhcpAiR68Z
4KKcLLVlxECJ9N77lgHISIkpK/s5/Znz7QSzDpDtkKhDf8jsLMqBPnSiD5labEfG7z5ytOauMKiR
riEDLhgp8G1x2PAeAoqAPHOZoEyXpaIuAVITk+rkgSl97x2rnXF/+yJa2CpAzwIbGOd6Yv6aBZON
oA9GXMejC0xPrFl7BFj6GJbWbSkLYQOSVmj3ne6YaTRnpk1bNA3rx2h0tfyYP1ZuAa3SAq07QKs+
Mp00XId9W7sVFvJ0EKtOOElALkJ77sxENASMWpxBO/3AkWO2bWzeyq0RjyDO+tPa4C0cXMFaS2pd
b92l1OnnZ486Nc3HvlAgtZaBS5zvM4DmMapIJx+tUk24WVnbKTC5tMlLcbO1BdQcqs4NxI2x7QUH
uUpIX526fuc9xsCF1ThLlixOHjZDwJAz/Pz/iZ9bkB+rXJ816eg2v/XnXsWjYMNp9gYztY5vN2DG
RgA+rsS918fwQuU5MmxTotc6B22cm4HwWubfSvV1eEODNu3779vqLUtCh6WMsVMUNmauTK7bBLcF
BzNpnyLumffeg+pb8v4gk31b0EJCDzphbAjzBQqMdd5oqxtdC4i2YMS8iGaWUWjFZUhw4XJIJNad
jR7fwgNJBYZ5Be6heO8wIrjyBZMuV4aEDi2YCyptwBi5tNsxGcViaJLRDba51QQmmLwKlHct7yl4
NHYefWqfsofgT/x6W+517DYpDlBHTA4DM2F+W4gp3/CGD/sdwC2tklZ0hNGemmiahJbaTny8LW4h
0L+UN3MKYto2aaXDFw38gRuf6o+cIn/Km2qoA8Fni3zJyqUhLC4sFhT0yjLYtObzlgWApXKtyEeA
qHW2ah2qY0zD6e+tTDzyFVGerEE2LPqgM5Ezp6C3Eqv9vhhdlGP3sqntlK1G1jIRP+PDVxbzV4o0
uz0qzQcN4QgprZUdRXoaSUDHzfHxsyO/fFOgeKdTkKeZoSnRlfB7ZU3nwHTagAHwmIcLaEYgzIL6
DMBuBK3WwSof+PUVCXs5U1K8PBbgYW8EJYckmXdkVMvUdDSV0Y75U568Zd6pCBSr6hyR92lRCFu8
FOhQb5v287bdTlHprbWeroGzW6WqM71mBozI8H6FxmfMVs7Foqc7U3MWFeujFDVBUE57mRaPuofm
rqNYmrG89vZdyOSAtQI8NPiFkjHenZeaZJXi1UkFq2E2Wq9exg0jxabZJKZmHzMi7QQKR2BnOyUi
9euq9KXr8lz6bB17v607LoJ0dQcwLVrSlAZ2eKg2GtopGcUHUI9WJmh5DtxW3iPFTlZSWT8Ev/Ot
lIA9iDgSj1Y0NVwuAFg1hdyvsdSNXVvckdm65duKWVvFVhyQm1V7iiYXpJzFxO7BfkFXkx1L7gGo
rYANBP8F4J5mi4Dy11B3QQfw1ZempfFjdcruxQ+tM7O7/lXcN1SiHV4k2b4/NvS2HauLG3Ame2Zo
mpLomcyD5LW0SjI4olNtq3u29b7RrPmAtItsFkRyfPrxq6AvgM8xW/o1kMh6du6en3USUoM+JuTD
p7+cU022IUGNl9TU+nB9yiz3rroTbYU2ztNzv1cf12LKJb9zvnKTtzg7hu2YaGKeYuVS5Gqafeom
a9NrCx3TOB86MPMAq4TpkTlyR1FnyZDUI3y3nxyUPEhpI9X6huP5xCrEkTukfVsTCSx8NFcLK9Hy
cptWbYTykC/Zt3dryetguHzCMcOcOwL4S3UbvhOGMhRHcJf81oJjttadfu11oCQYD4ARODVzzGOO
BL04nhwoOijs6D2gf9xsl6z0lC68AoCCi0Z+NNpMeEzzACMUaznR+shz9efyhbcCO6d4JdqM8ra4
HUyVWAFJrP719sotuDmIBcCHiLFltHvNkW2UgO+yWqw81y4Ca3xNS7LtPuUTQqqkpg5YS7fyKyBp
ec8cI6SO2MrLbuFyhnzwtmF4Z2IInI8Hcakv9W3aeO7eSKi6E1+4u/g9+2JE3BrvxqE381N53zjR
pt4oVLrn79aYQK6dDJgODAx0Ty1BWPaZm9MDwfMKUfVcP41NnUMe4F7h7pEgQ0KzF1eemD9pykun
eilt+pqzgyk0hWDkiuahQp0T7hh+cITZxlF0ekuxw8eaJHbsqCYjSAuS06Nq+uT+7lUlr3cCTe/7
LbN4U7Q7h0dTwGiJ8Du37eH6JKGXCKkzYE6DSgQofpffZwRjrOWx77lBVhK52bbDygW+UJi6lDBL
ToR8AQYqxhmu7HC28lY7+XNh1c/dq/Fc3eVPmSPcY0jstlYL0fSl0Nll7qWpl4cMatWPzX50YOlW
RgFvRNfaKhY8BdIhGIsGHYgICMS5NfVFkDId7x8mAka0vEstKX6QQf2yxh+3dHDB0YzpZBXzOGhp
m/k8L2/6RgsEzk0H4h2C+24LYsqn/FDwRN7yW28T3A2u8izv/aN3x7lryN1zRVFRxMQdIIrBHwrI
nvn8m5CqHSsLiXM5pOj88CsrOpLkA+AXMdBSOrf3b0kYggBk6aArUtkzm/HQhKjmY+Qfmnqb3eN2
2aTATtXRER2MK/BXc3cw6XUuamYpzVBVYpHE/kHyvG3IdGCmlpxd1kjU+X5KImQJeMAH3tZv/ric
C50FOmzwiypLoV91OuqRGR7UbQxvCxP9vC3oKqj7jyRMxE04rbguZ1aDVKSUFQEHe8DYhyvSwk5M
MMvskdJNELSohFkVye30aNzXmxXZk+84931z2bOzodYYEWpbyDYkRlr/pI5O32/8Q7hlxbc/CsB+
+LotcnFdEb5PbI44lcrM2w656Gk1h3UVGkdUzJLxhH9DwyTRvMdhq4X/GjL/aAiniYo3fCiulUvv
mQMUPBljGM8YJk8JyydSPyLUPtJqW+k5SJ/E8Nn3APi4R7dzNCHaF7TunC4LSDCQrvgjjqsIH4tn
5+83zSHuE4FV4EzFGhgBQYLx6O3aQ/w89PASQF1zo7vkrt0Wh5Anqw2IS2cJiAMo1/00KyuzDQ+a
PmuDuPAPChGqQ/S7ePV+FcfW0SgIDXajZANwhHOl58Hmtmu45lfUzNNenAuf7b3Qly0alyG8tPBW
tNi+OaYfgAii8SF0lYAiOAe3gMU/3XH3HUf6fwVxgXxMuaLRWELjLOLjWQiey3CPbS/7Bz9z0vZY
Bw/Mu0ff9orrmA7s7FBdiJkdaCnrB6FsIab+7nYjXfGG83DgR4kJEgttzADo+3klnYUrmF4MMwRI
cLx698sLq63fxisJvZ/0y1wDEHvKSH8jtw9c8ctDE4DtBe/sLjhEW90pbH03mumuPiibA2epX/Uh
D0myM8zxUDyAPe3oIUuz2aDcgCJVcjBQ07/tM64C8Unn8++Z3QBJppetKrSoblcvnf6OOiDJW7MZ
fle/9PJ5qE0YT9VbXPVVuzFArkoSps8Kcju3v2Ph8Fx8xuxO0I0QTGAYYzkknkcMUDUY0oPMmXG7
k2InUlakXdVvoTVYsdAGpQMOCtgxMzuq0kAr/ZyFBzBP9zSmwmsD5A6geIMHXsYsOJqGC0s+MgsJ
h+9hz5tBSfK9V9PNbbWvijD/+RCkd2WEFyANmEWgvZYMUqD24cFgT6JCMumu9yuqYSot2MRHJD8P
ytoT4IrWbpKJEApofaj8A0dqttYCA0MHM4bwkNauZpcsJ5pdabtItsMHcO5Khi2XpuqdkvDLt1MC
BnG8h3J9ZQ+ukuvzz5hO49lp45IUsFXqGB4k/6MHcUGBflGvPqZgEUP1ft8WJ7Ewi8xS5ZZyyuvt
hV+4KycCjYmmG6PkQOS8FM6AUAxXrUWHWH3VA414ClUEj8TvuRaRUPCsDNQst0X+XAAXRx99CXAt
GLgGuA+e2LMLAnMsZREnJTukJEeCpKYqBRUgFa3uXqXjG/73++f9r8GMYZAjea0w/RgA4Z1ZBfoY
wPBN/nC0I68jhnPRULxpiWH2eBhRk0dwv/dNQN3gP3uy9p6YJ1vxVAZr5NRkgMQUYGdn3z0WwDhv
0QJ76IpTyAFSv0Kn2cpBuHK9kwxE+CDDBJAkJkEv9yMJgg7A8B07tFpB+mlyJFrLEglXHGiTIsjt
TRx/AOK4Qk5rG65PjCAYDgN9P+w7c0PfKnP83Vr+BllPkX4y8hqS9xQr+CZb5GhnpqNu0ddLj6ej
QQRCtu+n7e+OBOZrh1Hvp4cHiZg7t6O/vlOy622ZqOQeqSE8YBO6mZpq7gQHv63M745+fLdWTBSS
0J5+q0eZiLaE//yaWFx2Pa3sJ50wqpN4m5A7JNmUI1L0jis5r735KyPPbkKsNdKaq2MwW5FZCKcD
7b/rBx8r4oz1SeFM/jfLYJo8kGK3RraSD5CmXZyfgLMNmNcluS7vW1mDuP3h/cBTMyYvOdkevt63
zuPBPBy3lYV/XGu3+3DcP5Xztlk5g/LaF8yu3zRkUdoL+AL1vTErV6Xb96P9x7bvLRPT+wV5sjri
qMQh1sa6c+nLxrUIuSc74nyYOl0zyenk3FqP2eWrDjIgekd8TUxK602ja5CE1w+gy/3VZ66+C9Qw
MnoIaKoteI0TXHLf7R/ut9paeUoyGP12tOq9fEzCBw4D62b2tj6guqblzNHXuh4KmHQbDnlxz6M5
F73OYkyihiBGV4dT8MV5+xwwLDW399H7g9IxwKDbYi24W/uMWYiadZ7nZzI+w37JcKgPb8ccE/r7
mBwMnPATRksphQ282fZjg/vfdaz7neM+vUqU7p8fcAK/1rb/+iYGWDcmT1FuQGIZACqz/fe6zhjA
9J4cUhH9Mdu6fq7zzCzfw+xVwCVRYzyLd33wSA2H3gMUMbrta9IgbVabRrSGkfWDijazRuCBoF9v
6jwEH9rsbGicFvUKNyaHN450ptls/X1mcnfJkZmZTpRNhJupNAWn2uhbLFDj6D7x4CzNCqXS0v6O
Ds1zttb2v7BGgHsGrzAy3QqajH9SqudhQslltZAFwL3LcjQx56V/wGUUm17h8Y4heo0lKn7pCANr
rKYam99yJhrbzMjTu1hLEjMZssDOdDEEscOQOn2dcwcADPvWGPJr0yLXNyW+VQZo+pReRbZqZulM
lEctF6P6UOS/WqkGksFTBMiT23HEtQubhGCnwMWBFNHPNp4tSKkZQAIxIESdsrYnYyTATEWdXM1X
nCX4gyf/cGkSqC/AJkBMhP4HWOvltcxyMS+limMnRDWBTBK06I2k9UKAxrS+8OHLXfR7DFjCU+Bu
dgeP45o/w6CriYPRJC8g/ZBmbtWD5QUoHKnwXmWlcDcMXPidJ7GqEMzBGngaS6y1kwLheG/k3nFE
qu+lynpgJMW9Eoukqzp0UXYV1/kbCUUVp8eEJHOEdsxOQStFCo3UgEmk9BI02ih83DrDCFsi4O/m
hG2idAD57Ho9MxMgVYP/opebrxKk8i9VXgbStsg4qQXgVBdGpqgl4wtf1nUdU61M86FwlaJmpU+y
UOCj7wDcVD5m/HTP0Dq0mNb9aOeyAh7ksDXSwQ5jvRcjAq6P6HNoOQXBnCRVjRkp3YhIIhw4QL77
DWiUyRBLYYU8SCzXRFADQEwndRgpd3Ku5+m2NjIMxAlFWMTEk9q2N1UlGT3ApUTovoy7WuKtDqBd
YM4rYz11xFFtww0+Be03nJ83X40P60GXspwnFNVdAW32PFrigP+YKaSL1OY11z2GQ600obqXQft4
yNJaCLaBkLHHMomrlLS5UoAuQW06E/B/9QNLef91jNLmE1AuIg94hko5iFFsNOhiGvWnUhON0ol4
PudIMshNbwpDp5hKHncx9Ys6qh1W6LFPo7av/jAB3AMmaCqrxNR1vsQFJQ1RZA+hFHt4+/HKtmhS
8U+pGB7nZJj7Rv0542IrzHU22pk2bTeTWk0hepI2Aa1brvEdkIqmJ0/jMY8kgudWJJgSrjizCbV6
RMY27mXaGBmfWtN0xSGpDfixvoqLI0B7kyelAYoV8eVQCu20AlYYyAeS6gEwKEK0HwO5gk5F0Dhh
X3gCzTleHDZaaTT7nvGDQBlGbf7Eah5yWyn3UmRVq0as7RyTJxH4cnnlK8orLSdNnyeGJXJSIpGK
8dJDJfVeRIMOAHKbtmo10FaVNS+YhhwHv/NUb38bUoeBJHCwNeXE2YVxmjzTG+CQCl1EmDpiv3y/
aXnqq2IVIu82dqmVFEGLtnm5M5CpluPqOY6B8EZKlP4Gk0vrUDIrQ/U70nfIEIognxjoMHRhQ6KA
D74VjEkCBL8aFKeIAkGgEqflEMmjEUoPsRs2aJzy1GxDHZ3y0ii0w64Pq5Y7aJiN1Q81h7k1S8jC
HBkMZZRBI6ip3QcD2fGJgQ/moccyPrR8YzhJhl5mmkUd++oAAxIRMUSKnAr8iFpcmDcSyNfD6DnF
cPazr6ggCxWZgVxW2/nQP/dgYuB1adVXPu017KiglX8wG5HhjVRJ486PQhz9BrdfTKQGM0vo3m/q
hI5enjcE6SsjIRoQzDAzxPr4RWhj0JwgV119soyxrcClA3DnUyXYZ1owEevonW/QaVZtw3KD1QSr
mPf4giGGgfCpSFq90N64ErCGGyFqkw552MgbzdFLA4svq+mGzxUOaBMCkg9xnJbPRaGkLbDixASr
FYccXJohpl9J05chbdsWHxqOaqLTRkmFkHIFuJSpnPPGgG5N3Tuhs6NEQcTD8ABQxRS81TQ5Vb6U
yutrM+sDA0qrIGomoGwQnjWMLw4mUhDqZ6U1iPvGOo9HGvBhfMrClH0UfRljvr6ItGKTBtOmgoMJ
NUktKmqS9lUgTUYGh2CITbXjPEyhkDhT4bAaMVEya9RGXtpEmNP8bFlhANnZ93jFkoQSDIxogK13
fDx4qN3gPdiTnpdigcrygI3oeqNXMf0eDYqJVtIe72R5bArKe6n0pgpNLgOEtwVcmQFCU1A2MV+s
ANZf6w9tlCHGjGK/3WZqEL0EaalxjtZm6auRSVy11Y06d0aetYWTKiW4XrEnHMDi89TQD0EADr4H
4Jj5osnVqdgC0CTq96z1wcA8DBjlIlWiJof6vyi6juW4cSj4RahiDleSEyRZVrQs+8LyOgAkCIAA
QQR+/fZcdg8qSzMkwnvd/boPrarLEYh9a1dOvgIS5subz8g2fyHJrlIoBYv8gskpijE7nPqfIKR9
7PL0sP9te93aEyCC6VeALPUtqnnLu8w15cu+11b3jazN+2EXsCL5Gsqyx1RxjvmlWiTu0qBoPE5L
uwNRnmjYxV1R3Jy0QkNXeSHTUrluhqPvOxKmYDuVVjupLlsZx6eQ4qbpK/jzQWtbiPq/sEnNn45S
O9uLBTMGb0lpwFYU+ajXx7CtzeMKu0wo8TXiRodcLRnvfaPtPmS+pPGBWM/YwGBLVnVbzKU8SWpb
kOkjPn2fYn2ufQUFEx7jPC/j8x7G+h2Vhk+7BQfG8SCYjvh7pmgiZr8tXfs0A4rcs9xsPyCErl8R
Os1+oGfzMy7oNJ+6sp2C+bL5Ue9XLkh44RBpzmc9JaiBlrJVYHWQCHlKkt0iL/L2xwbDmgx7nDfl
XUbt6vs8m5P2A6MisKBraOboUEqzu64h9vhJywQPYcSDrjsEusGY1K0kh8NJnT8yt4rszCRwXMSD
JLBGKrVpXQ96cJpQoe+RvgGGb/kgYDDuewcbqFvclKqWe/hj0/rFTS1W0SqS2vZuTdzW0Zs6e8B5
XkLklNRMYloPi7sf2239aGiVrLA9CQQS6YXa+VIgxkieEmrov1DysJ7EXNZPEBTdkBPkNfFh8QRJ
LFvlNTboBLXYMAIMNQPxKtuXbq1JYnua469cdqqhd8gISppgDLP3eBfJE0GE6fiwpbtg13LHTy9h
bF11camy7/UE69nejeuWnHUluH6g00QeyEjXP3Iul9dYuhgGyxbICiq67hOyOqxvgCqqYrtrEc8I
51ISb+4IVMIVAjYAgD5Vnrn0TEPqXpbCOvqmcq7NU7NujL6X1mbfhFVN223gzraHymbR4TaPiJTF
lJ1Opg8JK0qgucUImgmVB44bG3T0Q0FQpcLL/bAQdth1/658mvw73LLKPmLyxV+hgp1oh8K9Tc+j
1QtqPdSgUPKIHDE2kqnKnXeeTohKTmR7UrVuVoweW19eaZZp+nrINmNDsyI9ZpB8T5e3MSA8Zkji
OH/DqInyA03GpfhSu/qYh2PbV3o5mFFQgBb4lXdoaNAEp3DlkL8IbWv6NmIPiY4QyMIGvzc+QYXF
UT+hWmhqH98UR6j4V4lPpQZXh/y7xer4mY1Vup7HA//xzFLxoia0mDDmsckn/LwC63MM1LxuhB6/
S5s07JSOjXgRYA7vlWvQq7hp4W90LGd9Z3aRvMImDSTw7dJFWblkzR8ACuwniK4YX8XIG3qWgmqU
D/AiZueEyWPt2Z6yqS9XRWeEtTrNOoWK4bGlSfhdLK5pOg/L1XbgdhohtqsM3qHBJZZ3nuAogBCF
ij9sTDFYLtRu/olFjd907dLtpHE0Ir1rKhvb5Q3m9cA2ITr4NIo6Z507BGjeKJ044yBDHsc01/Tr
DLURCpdEZ8+4Q6ql402UP1REmQNBn0NTESePfRT4ccROUDzlrvETa9F/LC7+TW09v6R8PDDsZ8Xv
FqfaeNKbw8E4zRp2Jig12u+ZLCtUHaSSO0YL8vjYThtD75LkhzhlM26D1bL2ZQ+1+FhDOl64zMDo
kLa88CNpvlOCSAdHpHtJTDKO/VKMaXHKnUl/tiwBcsN2PeN12KYYkrks+LXJWY0XqvaKXWqaaHti
eg/yPtuT1Z2m0o9JB3dWOJCA5y+KYSus8V/xiFB/T40BrL60hoBt0iu5pyUa41MZuP4Ysx0gOGtQ
5sPvBp5jSOYKmKfbbNaEkw28rU/cKPgWeS0cxt/KsZiGclcJXD15cUiU7geIIgDqmOJCbtfKejLX
rf4bfY1nnm+IQuzNPIn54pAuZnFs4fp5RPulzMXMpbgrqZn4Fe52RTZkiVm3lxraTIGNiTtrgYka
gXUN5r3h9FIv+dLLZIfhiysApST0Vmlk+YIaLQl5jfl2g0a6U2kTpg53Z/W5S1l+z+2MhmMtfIbk
4GbW0MdY57+S3SCI3VfIKQcHAKkd9P4umD4q2iydoutxKnFSp31mQLh3FSsl4HevEWSIRLj9gZaY
uBalwLdqC6++ZPskWlRWaXOvpz1AKVlBaNsdDYFbGk/aALJxqj9pBv+kbpNxh/A2RJH2ZSHbp5Cr
Yu0WTSsQU3vJq65AGh/vm2WCrSCYkfh7pPWSdAjQW+aB2copTHus8kVxTv4kMDcDxtY6EWHkbhbZ
71UjWyzKBQrWdprYGyYIi5dt8bY5FZupt04TGmhnRFY/EtaWUx8LECUdhrbBj2g7oRL1kLH/M6Bu
4ANRuOJB42dHn7hyecKMGdp2kXPx12Wef005o/LUrAZbcq5kM/ULqibaLxPP64FmdYkZilniM5WF
i89JwmZzTjIcNDhRdP2OlcfenIdjbYefUTKk7aIgDZSZeQpBUYMYR0wkD0HhAeB3KP8saJHMJ6r5
hBbKNfN9fmR86ZNqlb6v/C6/7hXIBZrOpccvRQGLNja4smPOJ8gEwSzCd5sv82tdpBVwJmRAvSeK
J+oC89Iq69ia6Nhl2A1TNxYpHpbIVv53FiZNYNlLcQwy17Tx1FYH+42Iy+PVTr6IQz4C4sA/mecH
PFmDUK60Ul+R2kIsnnpN3mIGF/RU5So5JWauMGeZ8rwaMmgOaJciK+cDp3UQA6czfIJHBANUQ4PO
7kezjEVy8nMlnsR0hOoE32n2I6JbBSy0l7bsNFJObbewpUFc9ibhSLBEnLqZIVP76ss9V5di4mwZ
MAoDN2K/l9MJsa+puwowqVDWG7WkHTLP6Y+0KJy8RzOhUpSEO3DLqSFoVyGsPDL0YYtWpzqmND3R
vOLX1c+xPnm/sN96ceJZAY9m10zzXF+12PT6trZ0wWW9J5vqvZMQkSxaCPoOk2IzwR/tsMXQKC7c
nU2F+QxcNbgZt7L9oEKsR3+7QuuuOJIVbXCyomWholjT67EEzS9qLG1+Thnq3WZCjHKvYBpz4PJA
Dlq/kRTB3nTGyR1ksj2ZLFUorjnJsO8F7thuVCRjX5RJzf5Qmh0NI0YEwY9AINui1geAf8XYMTvg
k5Lut5Myw5TsygqJItaKfO0qLEFA7WEe8biyYnXDxkLR9GZCHzAAG/7ArwsXDNsAcWK03L8fjVKh
t9ooNGMEVOWTIMkGBMYCjuragOmO+7xMw4SKyiKoMIUnG2a6sBKyPjUFTbuNYy6hq5FRjRxNtM8a
J9SWyYcKpsXJoBK/fM1bAYdaNEc47Y5EFnnvc1rMfV5T6N35RlUN17ODw2NFSA195hj3FEfflJ98
OvPjTXqFWlLehlq6mI8Efm9LBQ4BCDuI+wbtyd/kUOTHoUubnitU1xaXJi/ybsRaxwB4tdv2CZkg
7Qiwn9dPq6G+BUwYUonqkuNrqJzBkUQZmjXXJS/FzzbVx0dGsoiJD0fCv0wcAb1Mvqd8KIrQ9M0Y
x9dWE6x4n3Hcf3VOcY3vUBR8J3Pj0F8gYaXsWkBWGjtZxvPa4IhG877fTj2kUcHMJsEV31dLsVWP
Owy+xssel3rpSDbhjN053uhpQY4vOPpY71vv55A0/TzC/6NnobI/8k0GhEfO1BQd2mugPczvx6/G
7/kfGfMK8I0sszen4wZjsg21UV/LApsZKfcq72KFbPSBt7n47TgiRRAwhgof4KAROMA3mt/kGGqX
vbUppgGWdsE55ic0TyPC6wj6Lldjwifj6mn0sTlOTRJWOiyzyJFGG8Zge47j4O+y8jbpXJGoR2Vk
DmhwUtv3LC2X/CKTwz42jVbTEBVwmm5iWyIfW84rdq1qt6XnLPo8O8/EgQ9mXEhsMiREuTO4Hg8v
kvLm/cYzk9CBuDSfrw5n+3NbzgsZsqkCwAQoqZ56fZRqeiojmacHn8+SdluawkHFeLVmHY/NVPRR
7/Z3zmy6DiWgFYT/ZRCE9msqpubkdJH9h9zfGu/m4Nr1E6qd7HTkdDO9M5n/3rjafRVROdwC2ar2
PqPa/CQ7aVG9bnu5D04uJQoANi+43dK1+vTlDYIMUELeqZYof7eqBFbOa0xzdSJyL68t0Jw4CIwF
pJ2kIr3WOxqQU9suYrrIKETT3UxHcZZS0nzVliDSTzNUVapzAUfDUGPiAPOhERc2icBndmqWVy34
AsjYq6q+zDZnLcxjd2gvXGyCAdyP+Kgzw+gTYp3mohn7VNAE4LIAs3putQEyrNGXsWGhLSbadEn4
ADGnAKZnWPGwFbo2V0pvrYXmAVsMhukNxO4ANKGXq4WxfapDrYddZuHnjFWmercsHEXv2kzAtVq2
Dt5l8z3ZK0EgliE5QBg8RH6/cdyAKLOK9UE5DignACz9WiSFN32Lru1qqjzbBq5CgkBqLtQXy/YE
H6HcISiAiQTseQ41/W5YgzOQxuQDoA6PQ6pijoJJYugTpYxWSEXCuKXtsxFVG5Ai2/xLp7ZC2IFy
W3LJ1hpX6xwh9R9g4pHIKwoRoXrkzGI/4XWhKogFqy81fBDZ556b8Rcqssh6NoeJiW7Va7ZdVUin
CcBuIsj9nErtz4fD/zowSeDgmnzXyB7ANQHT93FrAAvFPdYD1P2NOZdyq964Tvm9p0uFMeO10OXS
75iR/aAu8PWFLI6mSeePZMq6Zm4RNRk4BNQ6hBhBWe3jw3wAVemBr+RllyzKHYPhY1iHGhDxZ5wC
KiQF381XWonxs2RH+VuP8yE/uUSZ+bzhCinfM1za8e4Y4RH+jE8Z2HAkW4mrDT512UNSjtn40ytz
4IVJvX5JVy9cL9uFqh77y8HcLK81HyicQn4YDE5hMRSyede+wbjAmDiB4iQJo3yLK/c41oTYgLFm
W6SN7xerBMwTmu2WHD0iFEA9+SJs6o5mVqUwulKVlm/IBU/xLlZXTU98nmcylChz8aaNml6XRU1Q
YaFbcn8Q3m0bAOQgC9DmQ+Qhqi8ml2XAgDVSJs/jyEjb497zcBfZXUn3ezuTGvGZXDIyEFSr/h72
IOk3oOP2Uddo4C4cVQQ7UePm8hEpS+Y/ujQmYiBcFvZrviRwSchZFECw0S2i9W5VA5Yev0ncCe6c
vtoqhGXYtzq4ewe2Csf0zV8ClVu6P4rNxPVji9UyAXlQFcZ3gcBj8nNbi+sS9kRcrVPQJ3dlE+x4
gbCXpyc9jw18/GCWwO5XfuB17Y4kP1DrVjOi23kCp49GlOCDYCV7+0wIte79msBiRSiPj7eLqn4A
YLdtJ1SmpRsauVdbV6QG6i6SAfLouXXV+mrQIy2nqcE5OuSUj/pczikdL5gPyb8VNaoUPLZmIsNk
EWXIYJeKGnJfx9GdDmjI7CX1bpnvbLsV8iGkzV4NbK7neai4FdN3f+BIvJtHlDcjML4Io/oO14Qt
/+bI94Wq7kirO0sLWyEC7OZTDADoU5BtjX8mS+vxN5C6UL/ges3RhER5UyYagSKJpfr+KJSqwV1N
C6pYCaQGpT0j160oFIAuw9SXdB4BbYEVgFgxBoBjBt7EV5xUJumPVqr4zzh1iAdSMgGf/rWWT9uU
asjiyJGjSjPbAUdBZrKln/Qqj1eOOuSDzCjw+lhVyztIdFA5PScqkvt2al3zfV0yOCHpA7XEAWOs
5S4eeD392iRiHeiWqPpSCa/Kp9anE7xEVr79l055BUVu9MgrXdMiqa7NvtinGjnBVRc3m56quTge
xwy25ad1RMl3ypU4HoJKTNXRsYU8spBm/pMxntSPTuk9ARYFIAxFahWqHgfOxu7z3BnzWqosgOdQ
IsGA5cxR7FIuCkDSoRFAOG3D0IpkmKpwUhx3mW7mdwbeDHp5UkH+ubvFvmoEsbw6VNfTHSQNgBck
7saqW1eFjoiNSfaBh9k8o8MIj9z66qdr8bI6VTB3qadjbLq6EtuPo2xt3olyQcnFdJVTrIJaQ6S/
ThYAqTfVSwocUwAvqGpMfWjdhA4gQFRd6ivyzgG5kw4qTtj3z3LEXeCB+oeuXWMNq9dkKuCCPipM
o9S4o7GLdBZPNU7rdx9X+csAvnuenUUdhrAV1RfHUd5NC7Cn0xrR6fUpt/hMU7EYPYjCJf+kSHPb
FatOPxdG1C+acbJ3qwvitUCBVQw7mm7kpGbGvHi4j4wdrFSP7/siUaqtjSxPB4s69OpWYIK/qPgH
qw405aJioHqqjI0ffNlKKB1uQL1F430KED1MqGX17AcW3OQHx5eqxX4ozFsLDhoYlZ0ilIQAUmS/
sbX9jAzKyrsFxf/XA0OEb3Ry4PDGVBPTjd7Fp4UYQNBpZO4XHWuU+2xaINxIgZzdb3Lm1dmncr4b
Nx9BqYETgkcFoEy8RzTyWKMIg7qCAipR0Myieo7AAD5wOeS/ofMBM9SADQfHNh7FO5lxu6Nj2teP
HA9y6cCLGd4RI0gE5D5lv6p9a75ui17BYKRa85401uEQyzPzYdtkfEkL+C809mjfYzPyBNSOi6RL
JwOgf9kXIHZhSs0LxtpKxNZx3NeA8Gj5fc88my66DuzCijKZOgMe6kvwiE7tCI/TfR5aC3ZGFbMz
fYUK8C60BQKsD7Azf5BJO8LDF7viW0VTCSAMoOErrCAQvQs7la3tuYoJbO1StuV9uaCIRg/hRrxp
FvP7GpZvc6fD5H6zRGKOEpcygNq09NpfUUO6AiA9qOwe0/ICpNlahPm8bmPyrEed1J0PwLn6RgW8
371IvL2YVQGisBNmgoLPBLhkt4Rv3I3zP7+2WvZU2hos0myrd0mkymHRlqsPsP2H7FqPHriX29Ko
C7519pWyYjq6zU/tZc5RMYCDGDH4LKbp1egj2+40t1hUxRTRAgsN1zds8qiuq54XUBtx5G9Mb4cY
UtYG5InuMInqkzw2v485x+DZLkb/CoEAfxb4mE87LT1WxHZjNdAU209FrPoCYID+iY5taB1Rtf2y
Oj8eBc8A4TSxuhfpbXbF2bZ8yxkrMbEhl+qfDEfWnty8V/It5KDasAbjerdbLCuTFNl39BY3yNzV
0Jg5KtWD3hms8I8m21APJdkdW+JYn7a8jFCiVZz9apdgX/gKXKGz6JbjGfhkGHvktIZfpJBSnuNu
1k+oJFD1NLScqgFlJSkhD9i3e59FWGp6T50GDDlpfcdF9Ot5Rsn7VrP80D8gOd0JhsVKhRiInEBD
24ua6DNB9q1+2LcWTHOVx9sqm7U7rpXPWHEFX5Ex0OVI0L7bVxflOVQhzy/MkiO7zksrvs/YagWQ
WlPm/wGLtek3DNXm5gdqSwp1hYeLD/jvnJ0zMqu0x8Gd/gAAL6uLDduUnBblLR6gCRVBG4U/DTC/
hrhs31M4N0ACbcvnBLoAlIPTuOr78kAlO2RghH9UEtT4MOKMSk5y4QUkE6D3ISVH9zFd0ZeNvm+C
H9vzcVg4MxUc8NSlndNFY74saoAUtVd/mxYEFJC32X7UaMoarPYKD9JBuMh7bAj7e2kaISAOPzDO
1O6eIE0Wtb0552IHCN6JWctvkoKk+d3gx/XDOiUEGVZr3uLihIJgBx1BRT4cZlrJ1EVQH/VgkFmG
We44Fu3DOm7zt2UHfo7zZKyfy1gV/3Ydk/Fkm3RNOxqn+mcjUwz/q2RPwAaDiT9X5Uz8dWaYE4Ec
Gg0pxEwJLJDjhlh1UKZWATJoGCfbqfQBh2wggCfPGE+uthOWHVABcNUFdHRHlBiodwQbVSJA+jlX
fJqetlIBG62AnkAJUUBdc4+6tYBB2KQQfOCmAgqiEVeu6BeEkMo+N1lE5aqb8i1J28OBNI5oJctN
c/D2otYezV7LAKXlCV/OkMFgSj4WkByB9awlqLq9Sb/xLL3xHAs8du5C9GPdqcZVKc7ttrT9wlo0
Pzsq+qYjNSBS34Lj7QHHN/9hHweIRtbdgpEMdqMDDDya+C3jBjd+I7wlJ0in1vneTMmMhXkw0GIO
Morq5Cp0rT0O1HrHlBSN+QDf9AkPKM5CDVxkeXiifkvB8Brwc8eJZNt8nPYV8bHPwdAKrkYbGKjn
Mofwj+E8dfX+7IGm+UGW6mD3anWCP5kqYcnFFUvm71rjAdeLbU7IMyRVgV2namlrtJtBPjabohZF
OGnd/A0AHndodFajXnMTEYcExqdYp/d0LHl716gapMu+kLLEEwbM/J2yNdUXmQpg9O2R+Pcc7VnV
sdTEm/ku25YhxNbHSzuqGvjdTDB9rsga/kArBjgsyefanSHzm8gFaGWuzpwfzXYeI8hWVUT/n8vJ
vp9TMko1SNXE0JPDjKz3hYJAL+JzgWBBd/csmNsp4kGTFveT9GN4gPDOih4aPeBFDAkAANYBQQG5
FF62/Z7XFcI8bkHO3SIyzMkJewCRbaxZ11cqGJB6XLT+OKW8xNyEntqbsCjxVbxw3dgf6HLoSx0o
+JCsnpDkvUHHoIF8wH7rZLl0jwY8/3EWRFMKEwUUFp+zqy0m9Ka1Gc94yRDCyQXsbycwomGH1a+q
haoiO1pAH3LUX9qZTbwrkFE7n6agsJiEzQNEZUar8LlAqojoN5Nt7uPAt1Qv2whl3mkvRc5e3Q72
/JM2hBcQoY0w8C5TtaDmRp6mezIYG3jUREz2e5odboXfUqWx2xwu337UE8xjabrBynal8CZtuzGu
8/QmBBiafiwwXgAYGOQuQC12jI9RqgJ0UV1z1oHHqOQdtJKhuJcbZLYnANZTOK97i1lQt7YhPaNC
baoTQByJEQO88vEuTtQ8EZBY6hoxzjK/7S3ArI+kWVl2L3H1sD+7rBv7kEaMLSNNLSnDNXpefUlV
bdmFjkEcvWQxhUtpBSHK4xgWzGhDVQmvqv04gM4x0hzot0EqTN9IUucbEhtq1X61LWn2H8Waz1hd
BfXZ/YE6B4avY2EQ1IovK4bD+hl0JAQjO3yhlhS3Fh/r5gvcler2sgfwi9dlsS0HVlqhmuvthv1z
ARO87R3yk4v0DBvLOZ40glNbrDJbQ5BRbgW7l43HqvQQWYWLVkkl/6Y6OZBMN+YQutm1bQU4sU0F
8q0puChP807G+QKVRuADKV26PuFUXp5XkeIaVGm9+ucFX6+9ShOW8UPuJLjXBP7u+Oi4rsZH7keU
t0E4+jslmMv+csvYAkQPjJo8gD1ETMECvBcmDStL5z8+VBlCHzaVmxMNqgB7Chx+vJsnAANQbBwB
jBQO7rCcjuCX9JzgbLbvBJSOvdE24PtQbzbQJAKkHtndTjP6G0iEl6SD6CaPgzRxRNwqOLzlbgcT
ADa5FciFJLIl/lwmJSzYYzY39L4iymaX8kiP9xoxx8eVxDljiJwC/91tphh/84pCnrNj6nwBS4Jr
W3XAYgDsQvKCZgP98Y4xq5oglhHMONT4xNkK10eLyxriNJPdpCRbba9E7cQ8YJtDyNAcouD/yQX9
WBcznZYn37qsGgq3l4CJ0mytYJsW5PxQqdo9tHpGCxgtgS2TLQ6kmrswpwCvRUGmM4kcgpG8VEXR
Z1sJxS9uSVyryRrRFpgRtbTmYGEvCtrj0AkUPaZLXGPJIKSE6fU+ZgzMNkAf0BgQaGHCpgX1eZql
ruYfXNnkpyy008AcDHR40F20pjO+rn+AIS7qS4lYzDf0R/A4inoucPTNm56+gjQR/hIkqJ67Wea3
vWyTgL0/CwTC2L0KuKZNUelec2PKB3IkiUXjhgnwe0JJhkVwlAC3s5LPR7cWt/7K7FkeoVuRaXMn
MQAQr+RQMyhZQVGQkaLMbxXEhl70ZhPcDnKEbAJt4NLAjmg/aNFN67b9Eyo7/tFqnquTALfycqgK
aE27ywRjwGN9fODkwKSRRh/6krcgQy963MI3TxgG/Fslt1cA+utT2+hpRAu0xbcJhh7+MmlpjvOC
5v6AmlDnfyVWU9kB5kFlM6V5LECZHhXIxcqnUBe1jf1Xki0WV1rtCO4N8PzgQIeQG4h2qiS/QKLY
Caq7tXrdIpi2HlnMRvSjtFCUGZq4R3hkOLivoEJJr2lsW3gV2hh1h6wx9j2Z2uwHurP1q0N2qul2
3ya8d1Abp1cD2g2JOcW8QjheCdMnseR0AO+6YaawnvUjTI4pBqsQ+kexSpX9VkMIqK51hEboPwO4
e4c0sMayhX5cTPeAKQoN50vhkm4PqoGqjGLNn6AZ8xYVYIYFx41OgC5sVfhbu+XQmInbVnK21EFV
EdiWHhcoyZIvDruHD7ItPUrYW4Bu15Y5ilezTdkFBqAtpAGyEdlJ5sDWhh2SXdwzRR6n65goowA/
cCsvUk3w/sN2xWR1XdkZkE7DkrsjbwjuzTpfHOwamvIhSVroFM2KIBLcBbi0oDAIjJ6rfUYMnctQ
dGCDbXI92SSDHDFUIHDRYt30g1WGSOneK+iWwCr4NCK5Y8QCH11Ew4PaKAnXTczuK4NSXAKKQwUB
M6wZThgG0LI/oTSerwTBxOsjKPT2vQX/v5zqYifQyW+iKvudLEd+N0OOGu7BHGA3kAOy6pOYPGoB
n2sJHesMWKivJqoFivg6fGsq9Ec9UM6UXny1gMPnW2umk6lEkfbJ4RKwfGLXr2ZOUGiUNUKufFWu
kNRGN1bXbG/wmQ1Cl3PLm7+lmskbJDn1sxsNtAYrYs7ze3wY4F9hzpalXyvvoDbXDbyc0AbE37bW
pfwMZk3WrpYxQyxlNdPyGWRFzmCkJ4jIQLPQIs3uFnB0WHYgl1Oo8KE1PplkK49vrAF82wGBmmBJ
bXO4nPJi3ZfzVh3l1xRvp+1VaSb95aal+QVIXCy9OPS09blU9HWcDSp6gZV1D6IEaz8v0VOe5bRt
bwwhPUh9iSATL9ZSArRzS8ZPnPdHc0YJeoyDGFdAc2bDDu9rhAwnj7LO4zU/NgqtbbQSpfZkAS/j
m3PyWdeHQefJJwzNOJ8X408LJuh6C5EoIdTAEo6XMhEI+loMD2+EFDb2rgHk8VPa3KBfWTUM+OBj
S1K47+MkBpTB44sYo4TGqzLIn6hXzJWc8zQz4V7giHsHD9P8NiXUjXdLs+0/NTQUbNBlgd2VQV/s
r5OpBUak6y26F4WYIkRLsbix73XhmT/j2SLPG4Ug+XCb/p+081iOWwnW9BMhAlVAAaht+ybZhkai
xA1ClIH3Hk8/X5/ZSE0OGffO5sRxoWq4qszfpeus44B9eFmlrRpvhiLwaxdth23dDbg5esRYtYXF
MVKuXoAizP3GTXztbPooKS6wTKJf3FJ4r3knxxIVcG49GVndfLMrw8SiBTEVr3PH76ZlF83efVMm
MectO029SZ1YGBjYAzKmEHAwTg7WKLH8I4LMqFm1vUdUGWWHqh5hUxwy9goK0aU7OETKm2UJot1O
mfnS2X14jpvQYnyWNQE1pint2lHquaxXZRCNqGEGoyJdPG89ubo4PSoQjLH+KodcVkv0If7TwGCs
EgFsFAUcCWxkazrj7DZzW49DzQ5AoamrMGAAJ6fPuVm2v6ifk/FQJDWYjTv0nbc2almE+4in8LtV
ZZK82CZ2EDApdp5V3w2gFVZdc4Tq0pjHVaOCsF07YRMkP3iAIdJsOtRuNWKBJ/2W0zhbOZad/Cg5
Hk/mYI4vaHATtfRmhX6pEr1qlnNjOj+60arUpmXnjGgMncr4IpKLSw7qmVM6L3w9vVp4GE5Jidbs
ta7j0dg3qKKZwOzD5d/G5ArOj3MAlbmMnBhUAZYXPHiNiSZL96DJfvOLMsg2N63njPImGce8PBmi
rtnXxnmwFr01wI+ourYESgfhJ9ZtO6nGXyEQ7BzycdreflDlaBPrEbMJ7GbOBYZvBEOEFq+Ufbit
52ZINqHdVOlONUHm3vQc0cYejBgCVBQVPLwj7FasOB1DcxNIBT8e0IyBeXhB+xA1mm7dVHb1dQhL
Z1qUjgfjK9BMPTq6jcSKwzAlNFVia0daEUKHtplXsbnPTnksJwMtuQP31G+QYAt+tT8hi2cKx4jA
brbYNCDD+3xb1UZh3/E6usF6bOnjl4EACF8wUdKwt+yDc7fM8M8aO20KVHwtqjBub1J2y8AcjBdC
HKrHtG7r7l43qWWvi8H0X50GxUmUqtRfDbkf/gpG27cWQWtF0WF0JwNABktWeCeJRH4F2dCvfeHS
AiejqbyHlG7fRGqCoi3ZJtBlSIxhCrtHH/8TUowwayg/lRr5FmfXNzdN1E7hflDIf9mnzHBYmbVV
TZt0aDz/zjR9yck1eLI8Mx4ljFZd3Vz0e7HjNt6LbdAr8JKm0/NQtInYClEjePf8Uou73plhf8Z8
nqyDbyOA2QhXzhQaQsjeLdc5JouqQ+GTInADBcvHMtyqaFIlgoZClOABtnJJd4zniZUMRMZ5pm3j
IASwbMDXKxQ2ZIjo8imDcsw3GYDAvKwaX7I36Cz5FfG+oaeEO3Vpf0TbrTMjTwzOucsQptiMB+uH
m1jMyQy0NeBeU2Ar5Fc04Qz+TC02DH39WsKD/daTnWMilAQbPhjjlAfhojS8FBijnOqnJG5NTRFu
SKO4bc0kYYtKg/K5xvQGedSbxfe5HPun2pw660GPAaOgirLLv8k66+xln7WDuVB5LpxvTBYoUY5G
qHkXMhwzXsB5qIASY4opuRxGNXkbyyMIA6+OOxebcWrGW2nXtD/I1ObwNIBUCVrmCISmI4W4+GmX
M8Bx6xVtyiwqCMBs3Qze/HUKtXfOMCvV1Msydg8mcGV249t+G9z1Moy9NSquKDnYZp0H96OVz1ZN
+aSjDCUD5dWEgLIYvfsJiXP/BWJcfG9MGKI1GR5Gug5btC5s06HLQQu+MCyCvCM3JBcqfCJtLul3
vUBlDc0zjtnJ8pk1vBjw3A00gMzKWPupwanhp2H8E2LdBN5DNNDps1MTFveYegRGLnkTOV+QV3vf
2ybOnhIXjgcnTZYBy9K/ik2TaIe3yQ9buUQI295B/dK9NoWdHdE/X6zVYyOHhRST+l675pyd4T+p
nkaCloOVK5rsBdzK4hSDi0T706kC54QAeO+dWMcLNUcOnon8InA2IzF4d+gRoNrSzm1QR9GEpcsg
iRLNuVzC/fuK//oH+DcI9g4oUrGJHKRKVB0I7dnFWlGtMH6K7OCLNBTriIoXEYyX9ogiU9PKhlNA
xRjtBzeeu61p5vVLDHtN9OpsTT19v+ijhRuH1e9Rjc5LaFYl20Qu4mXce8m58Afvm8AK8uIacY0Q
MRCYC4XrNWqVdwX20FoUyUs9dIa4jZTAJ4GUPerXMtDNPhla5S18tHLqzmqHqPsW16rzF3zCLjM9
IFPrletEKJw720D9W2qLRP44Ty248Gr0nimri3rhYEog5ckP8KWh+EcPqf1p5Am5nT9ePBtTuODW
U2/1SauqJfbv1qRIV/W0KptMDN+7xgIeTLNiDHaeXdp4RvXFeQeZREG/NKCQQvyPE/4yiYj7XtW9
dQCtaDsw1rT9mY+ei99GgYQCN2GjmX9TL41fR8i2bhOUJeXoJnDRz+bM/UyHlXTClJQ3+juabzsZ
u6UX+YyfaKoilys/rLFZ5HaYPRbaCUukI5lTL9s+rojtF71RoNfw83t8m7xsWvbmDYW6761Mowof
mXBgG7ezzES9isfOn46NE2bUvnWpbYa8U+ZTgjnsVXwUiDvqWrTPjNJqnGXnwvj5RNX0MHTe+OxH
XTg8z+MMGF1LJ+qQdl1e0yFI7N/ANTyHGP+lvzO7rqL25rPmKY2zJZeQh4onafdMFbFRZq3cyjbI
2hguAIc/X0qlKrBw6jYaVhNBfWTeTpHG2i6zyH6qgqpifqMnEeI4QdCApwWG0TGQqOueIH5zNDkp
HgTw/8j3V66sh1vGw8TAotzJE915cnJaH0sRSFSRLVXRDd3am2OzX3TNxSWtDBNKN8LuaS+gNeUt
2Ej30ieiHxZjH0+HjKaPOeiJ74/bvL9INmGhzfvR5KYc+xbGYg+t1peEBDb5T8TzJW26UvmRGxiP
oHRoW6FBIqveCJ0wvjbvbYHBCFkjHolirs+N0ZXpKkgLOn5D8yPWyq69H5bVYTcACkWFntmyoxQP
CJ9lcueM55vPIatQJ1yknYOR0T6aXm5i30UkuATW1M+Oq53X3IwL/hlU+7lNTfOONjaalwWs09fA
p2Re2sNcYB3o/OS+wcQmFh6qRVBewLkFcnLwFQ4lNL8lMPNPdl+mJqOkxzLIIxmtzRj5o1goK534
3gNNFDjVUuceotlsz0FkTOdQitxcQVFn1dbJ9Pgnq3CkLGLVwh8yALj7Ao9RfsGCxDHlWWmidqJB
hX9bw1z+zBIf18KcWL1ah06YPBCr2tPyV1Z3VCU0/UUOwDE8NlX2aI91KtekpKGcDOYxvvGZ04Yj
LzfJdXFK5dL8C8vPc7bgqNQH9mAD8ZevpIeWQBhR+WKjRyIBB5dPE/+IUEQiWOSNyG6EbVTDqlZK
YxwJmLdwb5r04We7yr36hr2r/0PqAPOCabS6cFtlKn8emYKm0HfFRfMUl3ZhbKI89Y4R+CRna2Ty
YLkQRHW9CTRClICFFKGMbQg92tTWvhV4IivsTuloD+ssB8n8OmcqOA8jxN4dUKf5kJheWt/G2gHV
bq3Sio6D26j61s+tizC70yJcpyPVO0akZP6JjRj+iD6HwoY2EOIZojj47jXUTvwfvvpjueC6PN2w
YCwiy0DttogOd/U8eHqZp9I/kXEVdet+1M39YIzC2ivYYvHNr33ryW7j5sdsi6FCp9SVzNdOS1pW
BAu6dRFQZIkRLrpEM4fQdX1n2tdmas63uGEK7x5/9fRo5QmCiDGusN1fCrP2pindcOQxptj8cHvA
po1p7BmruKwrBJTRYPlraWYcFgip/B1UQf+llbn1DPQSMzeoaxlVjaLY85ZBGNQvs+dZiLx7czIX
mD6iH/Ws2++aSo4PcLSxo4yIT39JKiRoxAYcZ4k8euyfByPpoPI6dsUNzI9l3zVipC/GU9TepZhf
scjpgO2IJj5Z6akY7UXgZUime4CIgjNhhiLsLNvENUE6prOxTer8ez0MWp9dXEOo/NwheDBADfvT
6AyacAaL1iYHdTcQ3GLo9ImlMnJENRkm1XZpVkVt7WwrRImW0FO4qwliTy8rO2ie8kT1+Oc6bEIw
v66/7m3LtPdVU5RQNqFbfy9ro2m2fZbiZQ27Ll2JOnIcdm8/r1DnM0+Qcsv8XvazCR+dlwWAa2xl
OwHee7Gx1dkaZEI1fD/jnC37WNLHdbYMd0PKZnGDH95H3x4lxvCNaicjdgmyKzomCGja37RxOSEa
qU840AKMNHU518PpWOIi+DrIFvFs3lJLLCwph+pxsrWNnm9GU8rP9VT6lZq0i/Zke/W/khCD0gLB
UsX+ULrWd5Ub0zExJ17CIirKZNNXXflljMfs0Y3SGUhiqKaXjsP6V49MxbkYpbpzHkZGuSKje5Ko
+01Uva43qkflT2gIVe1Zz2lYXraCyfWzJaa7POV5UOqhA0RbuYiqliSd1kYWttL8TncxsRd9VWRN
oLiqo+Br64dJ9Gih54L/Z19NHys5hl+SzBsntIptdwYdrktexRkzTReYXr+DEAKIV0GbqY0psOsu
SgDI3+5EnblqrDk+tpOPQxfHWYPiBWvcU0oGnY9GVxLdwqjRCZPNFKUv7Vx6GC4HA7kqR+MPk8+7
XiEizV9c8HfSp/Ai9ivMHOQY5IPpLqGoh2cS4iYbL2Icn8jr1wzf80zD3LaUmAe0EeEzaiQU9aqc
Y+JVie54xuLV1xsiioNq66N6ChCKN0n1Y+YcpwYzE+uRPtMLl5mVo+03o6a+R3syRjfolgL+tTOM
+d4hXKa4m9Os21VzXfOWQClFvLu2gxAaYuCZ5H4egdu0/TGZC/ullohOFy6zjwnRrQegbkNj6EFQ
5KCaAhpunmya9J84PbJ2m/m1+ENuRyXXI7OfmAoER8/UzD64PI1ORijsCTWbOxg+c1aYRcoSgrcq
ZWEt3aSciE/nAoyjW8/FVwAyqJ/AH/JnNt38OFITmEtwWo9qqYm6euHaYfSTHaATC0xho76bSK2A
MJaxvgEvttQOKWyWPNikAvRcZgEaWHetR5mok+Hg2qiz2PJKUkSjipJqESUpG06fqsb50pPLFv7A
thKE29zp4zvkU5YGXyTZiJcWbUYJYDnuAFeqateEHbEKKkZEuXRkzEytyTZduZxLd8AboHL966Kw
OvSwCOZ2brxBUbBXU317wZJ/RARWJEgUXOtLoqQGOx+H0DsVYmiqB9gqPGaZd4k2MKJE1MfUyttk
3bm5+tbGwUToMNXZyYd5opZH+PStFBOmll7mM6S5EU05I44nWmTdJz0MQBGkOcjRRbsBCs+LwKdQ
YXE0+5p6360mccybOTiR3BPfdcLBh71gg6uTxwzbnj467pALqrQ2xvm9NG3TEOaREBbaiE0RV8r3
kPZ2qnmdM+bx1SvQW+Syi8yz3WHcMO+1N7p75PiiEmdv6vBXbUUoowxPD37ALHjQEwkL1a1noQym
U6TfsoK1g6NeuRhUcIdHe6b5eQZzm5VIDerUOqx+OKUzm3SAqJ5WSdSXGNNzx/U3kc/4nHxV1FIS
Sxp7VN8kQPVm/qdsggplJqz1MByMQtv6EY367K1lMQxUXmZEjIJVtK6/6Cwx/bbIbiluZp+CA4rB
LvOnIfKz8iZkJ1SrjukTL5rwJvPcwOdf3Nps8t4vo8+G4CzdScPceDLRJFSOUdrtEyNz521uDcx/
vuSJALwMQRb8mCenzvZTOYTWrgXzDA56IPzzhtQ/9kzZzGG2GszYHR9bvmkGEeeu4+DNIBHha9XJ
eL5tvET5BxxG+K0kDSouLjhRxBCCr7+VCwR52LIWOV+Xom7FQrIG+aiNB8ATrDtjAoF7YxCxOS5M
MmD4emYyCsgxShHnBK2e+GOh0vsFnfdwAfoq5mEOWY4kTgtxJsQ3QVnfjWLGSqyhCdBdxF9UXzs/
JCYazoty0A+inHMGGksgzwmCEbNQmsVUNpw7OY249tUicf3pbPvK7k8QVJxhfJH2l8byGMEZ8I0f
e6PvCTzgcesbQ9X65xhWwWvCDZjXIcJwE6ABZGfd1U7zMwsHysfBjgBC3QwWybcG/szInwecc7ac
v5dzYPg7mZRGvYPEG7/2uTtscseRzbZt/LE/5mNN9IqHquCx1wB9iCdwAu9Gv8R1SvrPwLviJqSf
9ryBx7nghL0NXQRAiCfZHQgMiv01dHe9m7O5rdZFWxUP0/TfeWeJ8UtlQcWtahnCZWKgyZ1lyLru
Mhy0GEHKVYLXpOrscecXSfhM6EhE19Bl+g47K4kng50W69QWyl2gt0CrGinE6AsA3K7Ysb2X7Fl2
T/rPHIb3gF2iXtC2A9c1Jh3YBbgS1rrBifkIkQ9BbVWpcZrCEOC2DjKs636vuz/D4LS0p3xA5TpG
VUGrDl5cABLiSzsGWER9gh8K0e1HMJRbb26RTo/MaGeAKhk+8razSg+xddCgoDAhaCs+qGyM16FV
Nlxa4LfznXQBQzGn136/HBqwadJFxExD0hA/fE5ra4y2XuOFF5tWVZl3ssddAIFggNuV9diPKzOj
41rS/5ooKKYYRZZbNBhKgp6gBXi5eBE00ipWMgmG3wjo6f18ZKeEZIZuZ2+Lxg0wknBebwuiRec1
6WDqIazITFiR3NHfm4MH0d35Po0TKj3esxTV25fWr2woY900K9cGcUZAZ9b3BMBE4FkYF+o7l6Cx
r1MxjP6xYOrss2dO9SqRsuu/TxbEN2j6pGPqXlh7vm/YWuyyBIKicqx7vYDcMfMlMaEEvIgYKHKN
8gSlq0XEALILWjOBY7NWz+Wl7Vn5ipxgfrFTZnttz/6X2nRxPUPfqke3NKcV1vL+VPV1upmRuwao
6Z32FyZ+FDz4Q0Dhyemj2ZgBf801Xbx5Im5GX/zKsKULEMgExzoWbrE2cDkR3YEaGSUhygnMpeUM
3S6zOn1OsiH1b700NUaU3qm5ymKHuAAtPP5el4qUs0EN86Giaf9ZYDbAqm4M8UM410pipcMcs0CH
3FmwlSiMN7GA5+c9081tYQpfMvlE1/lDaQfgKLmZN39y0ZevBdAwv6DOPZp0EIPptVdZ7a49XY2n
DGhrWES5b+nfjmlAJFkw9NtAJJrxTZNoHwmRcEqc415GV9SWeYZeoLJuRruGSWlyFQb7wmm8eaUh
osq110nm6nho72/FJWhoPRVhf2Jj7ZM1dBNaNMF2YGwvk9usY5l103CLHwDbxEACidhXEQ4xTVON
GtBsmlfHdfV4h29EO2fwa23jjsXY4Y6aQKneSPnk8BqGRrxzsg4rWGS74Q98AzG64EYP7SkMRqc5
WN14Uaf1IjrYeCjCU9JlmX0we3+ENsHQEiUb1AweL+6QYAwUeIB/RmDAPzTOizPqITTfFBS9S0yQ
xvHI38vi4GJwMPZ0Lb3EHdwW6bqCiypIhMBIAygRoVRb+NRSxlIzYyzZ1CmNE19WBDe4jGrLkCsn
9T3/hl2OJE9lGRcpEeF6pNH089CdkeUTZM6LX3pEmgQzur92qSK7s05BA2cQLvATRwOHWohDo14K
NuvsAQxoxqHJ6DG1GVodFDutEuyJUG6dtZnJ5rRvpwHq7YIES15ejt8VrekcLqNUtL+GrrLOmU2u
dbrUHSjPYWLQIFFUuWP6bJnB1Fa3SG0y+5sgUAIqWBnGcA9EFdZf0UyGGKpdtAT2Kkb0giZGQhKC
DZKrkn+N3N75mbLRoAGx4CjcubdhfQaH8EeEbW66GmrE6GjCoV83WZm0/j4dnN7dktVTN1s9ULBw
IKLk0EszrpMSxbOjSdQc67i7KfIMT3LY19ZhHAMz0KDUobBe59yu72QOuv/NRdYlzi0CRHNZz1Pr
PcRlW/l3Gqsk6EVpGOSkzyyzrbDdGt+E3fQF83z50x5TF7x/p6saSh8PjESEh0k8sbOV9IPqvjXa
XO47sAWPCCYpH2MZBUTBm5LiukoG9D3GxRCZQ0aYN9S8QbwfA77YXchTeWhrQZep65aogcz1whca
zLHZEpvZnXvpVs06GpyuR6zcGsEeZ3FgLsu+mPB0YUUQxq0HeE9ol69D/95PSvkzLo2g2pdeVXro
0zVdCAZf54UtpSVfqIWyI80p8PoEsMG1PCi0BmFM9a2YOQBLXHRZmNyEYWy2L55JvQ02gA9+XURT
ZR0V6XThrojRIxCMRnrUQgHkMSA4jYPkmaCWIbgodZX5UFRNWZwEfEexqi27ac6NrhC9zTwyc49b
KKBml4ayqie7Kx2I6q4B9OgHEt9WWRPa2RnYfBxvLAfxj9FbDn4A1y58zGxdb1Mpjmo4EDo9/7K9
XkWIc9v49ePQTnGJ/rxO0vRMtCTKlBy/8ipcNekz4aF/ag+oh7voUabZOkOJx4JInMzFbARPwZxu
ukLsvV27XPKkPklfFu+lk3oSkZHJcBCmhFz9hMrJ3XLU/ASm2k3EXQdrgkRWqEMO2Z6BFctg8+l0
gUuA7ZurtqS6RHpbWBavAlENLqtP3aA7DGk1rfuaCSg1QixY4YHxgrgJkFZodrVkrLqN4bjfc4xr
e7MP5SnAqOAvPn4Kb8ZHCKnRlDLv3jWJUL1OMlcdaTphUXQH6I91P+3i7LcOvhHT9fEy4m3U8GUd
wt652WT/eFd3eh5EJ3EodQfvfmyfiuU07t2DMtbt0hVPUX6oV1awzYhjWBZMczxln01meedJ/7P+
Va4wAEgoyVjAgfqDjrpsmWiq1pj6pl/qMGwQmO9gTkKxCfUnN/j9KwfE1EzHllz79ZW7EaP4zLZj
/kq5nLvjTGoGzU5gbkkg0ByUqsRX8Ie2E9h5XV6Ex+1+sv7IwdiURfLJK//2PgDAmeblcV8mTV8P
JK1bbJ49yWUH2J1TUG2g0A5x9fDx0353EcHwBt5v1xHXLxUcrTWm2BgOws7uUfTdWt1DbD/+Lxah
VYUGoDKT16PHkzywWsf2+wNhtl+1I37jXb/3QuuTkOzra+GzoATBFOhqcEXlXX2vjqEb01MlWUrR
cy0epPvFqz5Z4vrbYAlhIjEhTVhRM4qriRei7DWTxWV8Qo1atusaU6mzq9MdGouPb9n1x3690NWr
SAmtWo+q7BSX923ykPh/pH6tu9PHq7xzx/65nKtPLWJmwZzWIj419auMfnn6NH82pOuzO3YJaf4r
8FmFSQpXyR1L7WXTnSwOr2mNDNypP9k3PruWq6dfGqMfjpEVn9zoi6+Ovv3LLnYf367PHsrlJ/x1
LUSxjbbuuV2Df1bBkYdixg9T8z/8Wq4f/dV4l7C3sFqZrEKS4DIVhGV432zn/uNL+exuXR7bX5cS
4RawkYHGJwsDSmL8JkQQ++Unr9fllv99gP7fK6GwtIQp+XKurgR9QGmUphOfLllkC4izG7PFjvvx
lbz7UDzIeMWh6KB1+/dKaORQNTMQ5RSWJ49E2ZjIURH9qofyk4XeHA+Xy5GKDcZyAVIs6+prcftc
mOGUpKeovQPdiJo7ryPOGRXhXH6fFKgdPBcpmZtZnnz3W0LAt5V5yxFmJkSBqQkD+/jSr8PUr3/Q
1bc1trM9GT4/KJzlOiUELVISqjdY1UaJsY5hKs8fL/jevf77Dlx9Y4zA8J0GUOjU6638kZMvmXnw
mp/e6evxc9cXdvWhzW4FaFoF6SkhxTRDuYzfDnUQoW96S6iexoCZjBsXB8TH1/ffG3n9xnqWy6ln
CcTe129s5yXCxB2SnnRunLBPoqs7E7GHH4D4PuMxeXBf6RT7u+zGucsIbQIG/2zOyHv32LM9OLlL
sWc7V/c4tkLVTSj4TuUq7NahwSwV/P0q/+xSLyfIm0tVwpH4DBSTfa7u8SQ8H+lhm56q9gHId0Fm
WkqTJr77C/fe3hCrhaAvXX5yg69ntriSyU2UM45JgeVI52pLSJB41QBM01kS52HSxzZkQzCgOe4f
nOFJFLcAgzGATeduPfk6Vun58iwQwEyEhJU7UI+N6rNPftWbM+rqR11thm0UTSPBb9O5w345jU8R
cQiagLEO9EIUm49vwZtN8bIYtbVFvI6WzM74d78qyQBVmc8dcIMHkJ9FXf/+ny/g8OdfRkMRw3Td
KQFZIjFS5XQeYPEsi6Bu4/vHK/xX5vzz7nANfy9xdQ1GPyqP1nw6Uw8tHO8utH9xzUc7WQ+Ed0OL
7wkC6Sv9yXP6f6xLJ+a6igJMX30bYL4kIOb9dE7yY19+JxRxZVzMe/pkeIQhvY4doZOfTXd780Fy
sdxGlwmBDDqhhP33gTUYWio4/flsECndZhgk+CZRrhzs8JNv8r2VGI0t6DYZkcHgkH9X8irfr4eg
Ms92QAA7wVJ+vCc9HKHUJxOsP1vo+j7qfEzsIDXPHRkDR9J+DeBK8nP5cNN9O2lv9fEL8+56rgSf
/6+Z8a7O6In5CHTEo3mWTbJI20dN/URGfpXtP17nzYEonQtGYEsJPOpKefWoVIA2Cd2LiQ3ePbUq
2bbVU1DVBCvZ0DPy3Bfm48cryrd7B0u61DagEjQd1xtahsO9sYfJPLsF6aqpbbw2vuN9yWaonozU
r1tlW8VNA213Yzez+AXaV+1sUNAVibHNMYuhtGaBS3jhB3F2O7Zo3clwUzfkiSy6tnxp8b1g0Fbt
rieeYtFCfSyNwThmnor3JHuG3zGah598ae/dSAsvDLFYvPFSXb2JiGkKbCjSPIvhMf8eJ+yDy7lf
tfWx/ORVfOebprclKRKche1QXA9ihY4xiqbUfF5khyel2JSOs47mG8sblyUZOyNOnWEm3Wme1h8/
u7eP7rKNMNPcY5N0Kez+/dyKJpGM7Rjns+sYGzIQyAAxNn12E6Jfa6yXjxf7bxjiv3vmv6td3VLM
/oKTr5/P9U+E6e33+Zd4NG/0Jt74K3sv931ADuJC/8jugqfuqbypNx//gP/G3bz5AZL2m75VKee/
AXN/lfy2QYAPYtT5PNwED9AJtwyLNI7qwVnN2/LrMTpnzHbV+2YXH1BkfbL4m2pDcvW25SmtFX+R
lx3ir8UTwpFQCLvzOWiIcMJhdRs6amfH2TeRwf2S9kxCXPvKLIotzrFVa83f/je/QAO08l5LC5Dg
318wSoUanvSRc9MYfFz1V3DbvT+uhljtsau/YJZGi+94yaKjrv148ffeNCoeRm8rcclmvdqXuiiY
4wbW/2zlzZN307hLneeP2fzHK7f/Xyv99xb+dZ9DWHfsK85/73SxsHHOw8ffZHO6NwZ8Tl7+9eP1
3u7sF9iIngCgU3E8Xj3X3EL2pJPAPHOFN53jb4iCJhmifPD6T1Z6d6MA/sX1y2HM4X+1FKBzONtm
xp50qpwC48fPuHliLlyM5c3wy0WVmuuqcD/bn969wr+WvXpvSBi0sqRmWcNtNnW/jdoaA0t5SGP/
yfclmvJ1GDSHoKxJil6R9dUZw02kk3UJOl9/Nn78UpVff8ScNiCUriKizbl6k0ZZ9AUpreY5H9Jo
q/vxD+OGht2YEBPw8ZN9752lA1KmFgwyUtdvUiZzhZqV67bh35KZmOYdwsly+KLwMH+81H9Q5vVV
/b3WFdo112NZ2WlingfV4fpisswS+nlnG/kXRBXHQVrGMrbHu7mq7yG1brPZfszS+S4m02pJznS8
bjLE0IqQ/YWryezKhYWlyzwFhEWHc3sfRIIUQ6OeVwUIIgkXEDO++BV6aiuRNy4r6a+dfkCULZtP
Nv435AkTmV0OUcfTpgT91FcX51ZxhPy0piiRilxjqz12SfdsqjleZmleLtFPvhKIvC8q+wVu8BB5
4U1aFxIfsbVDlz1/cra/bUD4PRYnAGApQ4T1VTFG6QkC7nfmuaWWWAxKxku0tfYnq7zzuXoUCIrp
NxbtHljlv/tt2WnmbSWGOBcLcl1vhm0xrOMTeuC42hB99/Eb9PYj/Xexq2a2xslvWFYgz16Nf6KU
d5l7nBmxhnLb3H281PsXxuAAB17IMqW+2hAsoiCtEkPPGV/I4GzilfsSHonjwjD/ZfxfXZiytJQm
xbM2ry4MQfQcdSDSfBn0o2QqhuSnIjTAivPxZb3dWLiDlLDs5BrG67riI1oonZ2JheauIbVFVvO2
ZbrVNiis4JMq/d2lHJOXUBOb4shL8fnXGWWIKSs7GqBzDf/9B8tYtAyiIf/pRM7Pjy/q7R7GRV3a
AaR+Upve9aMillrpgJVyBBlINpZpf4OcIiNJq0g/oQbEpYD7dxNjMU1Ws3Y8QSNytTUnqZ00jC2R
iCZKIoFR3blfGC61s92n1n3JEBFE0VdckASu7hJ8nlb4yXj2tx82tLlDF8J27UERXr0reYiDsBoY
FOJNSNkpcTLY9sz5X7wodHGuTSkj0G5erULEmYCaHuSZot5EGWOjJ5T5Uj58/Oje+6L/XubqtLdr
DPmMbpbnImUTvDGie1Jd0YJ9vIp4W5dyzy4lDFfEe3/N8ZbNXBo+kXTn2Po9oY00kqeWQNU82yXp
bwRLCztjujoa7/uPF37vG/h73au7OJXg75Y7yXMAgWtn9q077ETZbj5eRch33sm/l7m6i5ZTWsOc
CXnOC5INPN9aFcwiWzc16P9FFcpEj7bf0wXVR8K8oxsCKLND4ibR3UREwSe/5rLY1QfCyHpt25w9
HAvXI8TtNsf2PwTueUK5A9ZA50vKzuL/kPZdza3jSre/iFUkmF8ZlCWbtneaF9ZOZg5gJn/9t+AT
tgTxCnfmPEzNVLlGTQCNTuheK2pM1QcEce8/Xjy7b5w420RubsP94GR5cSGeUYxMAwjgkP6lAlUc
tTI3mgJSQ2M7TPZE/TGmreAO3gu1ZQzc65ploLyHNAMfdWXbMEozYIwtM58Tquyk0llec/V5nJVT
lr5YxsE2BPJWThiIFZqNUFBFIgu/fitQDdMJPZWj/UyU3qdAAGmTgGZ7ALkDkq5x6IC2k/6Tpiqu
iZlfGA/BLq/ktWhStjCSySwf4lKmglcrtjFCY6XaHAdF/123nzCy6mjpVkFLXDa5Pdp7JqAwYsvB
ciAVAfoXl/lsYmoKgFAU4GG9UYCY8petU0HNaW1nTAtZia2CSBQ5L6f7FSan0cqjhM8ZRm7QSiW3
iB8PaEwf0Bgfg1kVhSEMG381NomIrvmuW4U5AoCCKyzTRjxlci5uWNQOnbdRFIw9+Vw3+zpzu36D
AiNQ8M9mP/k2AFobCSBU9rKtirOePCvSLkpawZVbcUpo4EAQj+QMIQsi0dvTwfQNhqSULAowM+mp
+md5QVWlea1+EvRunNHAK1eRC6wdb6y/mZHA/bJV3t7AW+HcLtSl3g3AzoiCrLQ2dAbMOUAXbO0v
gL67Nbr+lFDE+su0nZeI53lVhX+SgTjO3YYEZCYYJ1OjABBOGDxM0NUGOEl7B9AU0TvNyk1nwQWu
HToLNZN/pwF/1zKbsxkFxhngklqyL6eLOdpObmR+Rb9JluCiieRxS9NScKmAqi0K6p49RgFdpjz1
IOrDNL8HKNHHtvO+rKmi8QS9RijWIN9GlHurN+jlIwZwUNJgmS/RLtf2c3TW0vcBB5ilb72GV3bg
4teb2Ygu+YgSsqtMP1MP2EySS6StLR1bgCKHwFGlteTScYtJwRiI5nmaiBKNuzO//VSVy2dAqQh8
/qxPg+pz/A0Hbj3T3/TT5Pf7/IButE8hWtUF23MXaXEiOSs/gjwW7IVjGrTjNxWU3v3vx9t/5ym5
3+dsKsDlzNYI8fvaANARi7oYFKbJ96H/9vflWMRAldeAf1T5kNUamq6clzkNuvGL1rQXq4ZJKow5
SKJREpzTXSyONVka7gsCR/hlmTumkupjJ2Uh1mQW5VaeqhwQpBQ58FJXu3buhz3mPgVR1n2upqId
CNEGzAGsMUr0t2osz0hMASC3nHsXXCb+uIV27jH7kAjb1u6uJyShuKqyhBoFGj4sLnQMKiZDJJ9R
sfamvXRJXGsj7xKBV7vXjFsxnFObbTMuUgls1/1h8rIdmlfJ7rFO3NcrPlZi41EDXRUsfrrdMzsx
C1nSEvnc7VGd9jC85LTez+jZPQBy6vTrsbT19fxXGP8yhHolePMWbFu2iz3bJSdl/1jAvdqxDfsj
gLuqOYuPZvnjXEY/dq0T2gcEZ0LuLdCtDO66UtkGRNIYy2fzFXMhBYZaMH/zMp2wfV/Cp8QNsbLR
S55R9L6MP+0gdMY9ZlA25qkXXLI7j3t7dpZ6e3YdqH9pMabyufVtvCvYrn1IPFOw3vukiZOi3UoZ
MV3TAmgUGuKNPlDrNpan/XSIg1qWYD3rt+rP6XFOD8BnRT+kWA/mz46pJ7lmQHaSJxKzaieutYS7
VoAwxrRxiRNsfXTzeCgIwk6U34etSB0V0QlxFgm4GMASHiApDOxd77NLjPmSIPtUH+0L2asu3ZAv
4P6yPVXgtEQ3gYvGQGAPHDUCycSN3fqo+pF4H0Wr42zHQoeMYp5LPi8be1NMO/UHwm+3PGqO4gKu
1DUu9jMAW+3ei4TrW1dLVDQRkKGZFVHLrVrSMtUSPc6ZWvZ+eMg9sqce+kg24H4SWJX75IJdgStZ
nFkhJAQRIQgbzuwQZz/bmbvQK3fxTvUrL/cf27BV+3IljLMvpW6pCxucOu9fdiIPyf7fm4iZWwhn
MRoUraiKVoDzAE1M/AJ6P3qT7yIv95Ivj9exfs0Mw0T3CIoAeAm7PSHg4RSSVFIZPeTZDogtfn3M
nutz6KYCuyGUxJkoTQIifaxCErtgrRN6wP86lIfQFd0qoSTORCkAO5YpW9PoD/vWSXzEg552araV
oMF11RZebR5no2pw0+TRXDMbNXmay9yleej+963jLVTZz5WlY0FAR9xP+9TrHOXdBaDXy/+oDZxB
Ah6IraQqFtRsgOPgtI59yVzFBbuUQBtEO8dZpR6k92WYYUU9vGKOoRHEgG4XyIIFrRq/PwfEP6yE
tdSrho31TB5zvmSPR3xXZHlWrDi6AhGwKzByeMvmTget+ngexYAzhMRuCiHzqfgH1/RGBncwS6qB
gMz6UGngDHlO5zjVXtqLvO7Kft2I4Y6ltkGAhUETdixg7nVlOD9wUgjOfi2cvZZicF4hAgZCsiRg
8KYOxvfd7gSeUS+FrU4AP45hkty1RCLVe5t6I5JzDiDp0gA3hYWpT0bA7KrklkCSd3pP9g7vIruw
5vfwHGwju0HNA11j3D4qwAZMq8Fkfm/a19/q44RbZH5PPLD2CZZ2X+1D2+KVLL7begT3qFl3H7KK
ywDk5pcR1qhFOQJcYifyGj4pbvWLOPlBPoYvQmPLzDbnrW7EczsLir4Gs5Ef4plZzz20j37cZroB
N4MbI88TGCn2i3cS0eyITk3sL1qD8fer8iZRDCUHRB82N3EwX36sfc2ZXFC+u8A4Flj4VV1Ftoq+
UBQQdU3nHH3XovzetZlyLgoMWcd41jcCHSnY12UM9OjQFgFBh5L6BopcZ8TItykZovWuJGQsYf7v
JzDdvlqvEtMkA9asAndG3NyzL+UPDFiP38Id3lVd6yKdQrf6IcsCuR8jhPw+X8vlHPYy6RIgMSC3
9aUnIIs3XuJZ7nIaL/CrJ/I5cQtAaIO8zgufuu/ApPJa0QPeipvAw5ltIO/FU+hdNQTYL9h79Hoi
t9bB7evFb8lL8sKsLBiXNsUJ3G1gHotfykvjZJ7IUK1erSvxvPuQ2hwFN1CPnuOT/tR55+akHbpT
sttslMsW5Lzfwer2vkD1yq1Ax9dulW4bGkY8MdyAf3Nnro8VkecWZx70vr5rzzF8frhjZoQ45CjO
Ez5qcnenfSWRM1myMcyRmnTKGdh64Cn2R9d8HbcspCl3rTv7SCxRsAFq1XHaj1uWyIa7xbUB6P4T
zIq5Qzfi/IishMJodfnvNuicp0ilBMPFC7bB3ulPVoDX/aA/LBuwwCDYAk19+aP9CSr6be2C1wIJ
PUViITiJlUj/5hM4+zaGSQpsNHzC5OUeuAm86hw+k/3iprvyDGJqV3oTBRRrqcyNTM7oIF1rDQn8
2DiGunaynfqRaGNm3kO7yvhq7wRrZNv44Oz5TgOzUfVRtRrl/Jd6jBGXT1Cy2rU9oSDReXImpQNX
fJHLWJiK61RdWldygQnrAhxl9MClvResS3CLdC4RaADGEi5sXaPP8voQQUZxGLC84jmEvYj+URJ6
c3JcRoA8y2yKlJ0cLgtLQ6dT65ov5W720JsuiqKFisKFnowfRpNCKGd8GrziAkKjj9MbPWARHWqR
QxBtJ2eUpo6hxpswET0c0bDHmBrY2LzOA1aVT/bhLoQRkAIdIXbtmlAecISj1iU81VWncGUUOEtl
RYAxaAycKhh5P+pCQJlyhydmrDQP0Ndu+8zsgO1JwmKeynztg5vCh64GmAvB/YTztYLwQC8whT6Y
Ni/Rl85DmzR2/Qllvie0vO1s8Mo6wyH/bDTe4oKrfnDMQ+/ll/wCAtd/WAO81j2Ds1SgSbdsfYAy
VP7n1m9R43ze6oHsiNzianSLrmFbMTDvgbCaU3JM2Wdpn43K2TgvP80PiwG2Yh8cITthIXct2LuW
xWl4I/Wj0QL95KMMqLxOm3E77MGmC/tf7qLnzjG3+YW5xRQXGpAxzmMTwlT6/rz/LJVTeWCH92A6
gPj+ABxMF4VjOL1U1NAqWiSn0amhhgmg3mGnXETubvmUBMwsgsbg6R9lQlcbyrtU2HoFePOQhVd3
1FWHt9AbmPfE8RFH+2fJHtosMbKAFlk0l3Famas5Ckyz8q/bmp6sM2DjYS9wePsB98HaxP7jI1uN
2hAyGsBj0IBpaXBnVoxmVJQgdjyDPPF98shntdu/UU/Z0pM0+4Bb2tXnahOfKySa0lYXxaxrhwnr
BGgIkwCYj9/gfgYMUgE+tbONm2FBQ9H36gIry0OULspO1hz3tSxuc2lvyXkH7KnzvEXGfrbd6aVz
ysP/Rx7E7hl/Ea4lcSEJQAGnVkuxKvMJYPHfhzdzl8KhWqfuvfleXuhGwyNA6M4vjw/zvm2DDeVd
7SaX/MDOADR3wApBDhpUlwExqX4MvebdPESu+lt2OiCNCGSuniD66FhXFGg9eSMfhqGSNXpP4Ock
Z3iqDpGPU9xiTlo+/hMDY1/J4k5QAYRMQpcO2rJjj6HJ73aPhnZBELvmMa+FcIc36HqjZAAk/Ljz
zHQirN/qCPAeb5xIDHdWetOOjBGG7VuG2vtwABq8gy5uwQVf9T/Xy2FxylVC3Mw1wYP1QPCwOzy1
gXqM/AqVqmGrfUkE8/KiJXERZEdGYi4g8f54Qwa1duuBLxnaLjoh4Zo4n5rAx1l4jifwqSzej3xm
lic3dJQz/fL4mNbq45ix+qPfnE/NwJVZKREW1XgYtrkkfoznhXiH4O1/VAjOElflAqQlptyA6z+x
mhSz+1iUyAyyU7gzTlcL4vxnVSmtwRgl4aWZT8t22vf5wpJUgCl6QNb3lmpr//rfdtHkclN1CJWu
jSGUPbnKKMwU7nIAgp8bCuzRxxgYtzxAtcgqStUWaAH4nmmzAAJyrs0Ez4TjJduhmeGkej87dAGM
HmbDv3/CRfPp62vkBYFoa1cCoBvZ3BG2ANYsMBhBzsev9TPxs+PiAJPbHVwI1l2g1/rFJt+K9pZZ
ikcr5g60M6lakwkrXk549gVeLor3oME5Fc/TxUCQqb4JDnOlxna9TL7S0wLYjug5lmk6Z8WLjvXm
af/s15f2+dPul2BPV2zKjSzO5KcL+p+1FIvrfXDGImHLTqnT73TB5VuLg27kcFbfnqYEeLxY01eA
h3+TXQltAct+/xuNvs63b2QDtE2Q+0FdRa1q2srpKR9NPoaJTn++zbNNso7YE8Vmav2loM2nLM+2
ggNb8dFEQfeShmkFTLtp7BuufECCvh9FnVt25f/17JKd62N3Ya/0wuaK9fX8kcU5ASB8q4BZZrLc
jxJs7AD6mkV2rPSEN1nPloRJ1ppColeVNUrb6PeTufX1ydz0vdKQc2q0GIH0JfmbWbwbphB0Yk0Q
kdEai65JlcGq3W5kX/RZoaQaOWvbAZk8XjFRXNu/oDvWJxvUGj0ZLlxweGtG5Vomtzg908AAk0Om
8hQGxUv/udzLvuq9gTDJbfzyc34p3rqL6o+7x4LXDvJaLneQSEUqCUxD5AyUURA2bFr992MBa+Eq
5oL+7CbnxsEYE5laBgkSsBgZHrLphfVRDkHNUvnlcGmHbVP/6EtpX+tfLOo1oAAW9Z+v2Zfrb+Dc
OwA0lbLDhMFZdsNDdvyR+ZEvn5l/AngnzOjo4RkDtJvoNhHd/LVempv1c+5iID1I5QaVnEEY62eX
Ya+eFIw0D87g5A4whGfP2Kh+48LcvQm2XqRUnM/QlJpgiIB5qh/nHwCmdd5etttnPAxM29fREb1C
rb2OXK/0w/peGaCigiKBWwapl2tsF+8HdZ7+yr09MFHgHA145obl08fR+fW/bvLHp12JjjsgUysz
NhlkTninlZxl//S2fWZVkO/gT0LxNhCVDQQ69VGovxKpNcSc8HzKzO0IkekGwKKotosyiHtAJ+CQ
Am2DYQBg1EjlkQ7NRkrAE6Uz/QGTRHoaNk+bp8T5/bvxGx9UTd8j912gN8wN8rHGtUjOTaodcNCT
CLuJt1q0V1QHijJPd2hejF3tCl+0Vk3Q1QI5cwtCtK6PKRYYx6hIb85v0cfVIF/ln/pB8mrv8epE
4tjfr86NaJKZFAnE6VnlLPJFq1KBhA9v/mj/OKNqDylYJ8J/a6Pman7iVy7Oi92AfNe47+AhEshc
veqYYrVBt6ZhuICzcBJKLMANMMi5/BqBl3Dw6i9ou6WqDwrhv7V/LNomcL4Kpj1N6ORHKnW1f8po
60k75FEwV127W9rmPQNb9uVvC0EnNgaSZQ0NbDYPcmnRFOghthUHT/7fc3js829+mdNtWQJUPXhw
40ByFFcQxvIHf/fjnCqbILtiTLtxMCdfML+617Un6SsmjMp2dO182ajaXs/e6vhSAqqXNOeIyMfJ
cBvL3jzePy6E+fgQHeU+NOEAL9PWOHWQlaJt07hFz7yW7uIkB0ly09VurSJayhLV/dvSGNgBhv0V
gO9ilOn2SkmA5slLjaQBBZOdbgFuIB48OfYXUY/hyrI009INYJ/ZgODkdW+mILDpG7TnWxZI75Zx
ByqyH6mVuWZEBGvi7S7bQh2jzAACg9kFGDT7lis914tcs5JsSoMkjZ+n+luxbOXhtc+3w/RDb71C
NpxUeQIXgrMsOf7ptkBoB7ncrkx/G1L+/HiL+Rmpf30OYlE0jdoMeI3LrcuiV+ZWHrJgBh/qNmlT
8Dzb9ghusTE+2KldvkyTqYC6ONLdVKksH7MfYGgd9PGIrYzdSG8LUcbBzvXKzrFvAmcuYmQNw98y
8MJut8i0a4DQT1oWhGP+VmGuLrPwwAcURfIGQArQ/IGexmlGE8zVcuyEMSighK0gXL334xswPoE7
raAtABObt98wT3oed3mTB5UBFCPrkmaYLNzG2r4y9y2BGkr5DnTeAiPIVsatHFwTyLHAqcdA4jgr
koGN0KoHnIYxag5IIkG2/d7Htf/40DlXxdZmIgHBYDgaPSydX9sQR3Kj0yQPEgU4Q7SUe6cawIj2
WMqapmOkHvYcE2kYQ+TH7+rUBIuJNeYBiFRdEm8acDkCoWVf6lsV06GgecJIOrqxQRindInXWMch
/4VBT8xsIjuSzkUoQhXmX3H/tXK0FxnMxSD3507ViPVaDzuSB3mcA4jL2g9V8xP8rmAr+knrwZ1D
PCyCxUn93ZRel80C87m28XjGg2xAQmDoiLtsQMsHr1IVF0E5zZavTPO80SOFCkzMijVDsxYuM2Db
MGvEX+k01fDAVXRFUAy5q9JkPy9vS5G+SsU/Wg8iSFAfA80AWKe3lwQ8SwW4zwxsZ1ltWmkPCnOB
Eq1dCDwOgFdOx0gOPPethERZRpUkSRE0FUDvW7BIhlOPdlypFMG08bXaD93AKBjw9TQACWC88VZU
li+06mldBvNWTmIX6BbZvJuMIExeMIkvzW9U/vu33ULxBk+7KmormNy8lYiZtKUowMYUZCiJOUkP
6llbUvcy+fT4JnIpBVsZ3A1g2vC+gwoOrxC1XUVzpaVloKlv3V5tXVkqXftT15/S5qUBxOdjcSwI
4IzYjTiu6hY2YAbI57IMZB3kF+YM5o6+7n4DZxL4d4PdAN0sEg3Yreg8ZCKPQaSKmX8e99HAY3yo
LJCZKr8XkHvrGmAoliApFcHl4gLij71kXaCYqrMsIFlyEVAdhoWk5W0JVB23S+2NgsaTT7EMosHC
kdVcsJUfsBX8XhIFL7qYUQRCCT+kGJYYL49BWBik+RKd1ERL/LDLBmAJlqD6Wax2O0aggwTyhuI3
NdE2tCHERWskyCYiwMRqgzy4lU5qwOKqLXDkZDRRUA3Pl2lt7Ok0yX4o27FHRkMHdmVaHeWiVXY2
WLLcJgIZbWlgdruBvdok9jSjSWrO9k0KjpuWJjoYYhLyKVcW0w2xKU4jjzDiUVy+ZFTJt00xIefq
jc+jRDuQFJH4kDV5fSB5LD+1CwDEqdn3guhh7YCArYLD0YC7DMSF20vVEHgb/LEKZq0otmqolBvE
/JOrm2kKCu1c2QyN2XwCz6xI7/mXpQ/dYAwFmLpniPJ8dBwvNsjbNbkKeuCnaoqLpsqttezHJJj0
bdakHpWZu6uBs9fvH9+5Nf1HazLCZMhFGZNXS8laLNqlVTBaFviePw9JHZjMJgvUf82UXMvhHCjB
W22lh3EVgIpIzT6VT6CJBgnIVwvM6tPwoxOV2NZsybU89j1X0XJHQUQK0vEqaJK/rOEFdEGOfchQ
sKihPY+3cMXVAHoYwEYMFBj/xSlOBbCtpLPsMqAk0UBQmRAvsqzLPObd78eSVjcR+BiY0TfQ6Wzw
BnIoqrwssChtOFWTDoRO8Cul8bnrf2qy/KXKn1pbkELyY5ofuslm2fHUjlAM5e7bjZTsAYHnIMFA
xp5S7yPQclnNd5BkjwREZnnqR8XO0rONVblVGHvguQbJor5DMg2E9AOIjBFlk8TrQDkp5wdjmBzQ
zoM1+u3x1vBl3X9/JyBn0YqKlgCV25sutuw4BfNpAGoioL+6xHAqcGhmeNCU9+3XFrQjvRM3juz0
r49Fr50K4734j2Ryu0Nmv4D0G8WboOwst16MTVtn3tJmW8ka0XBGfZnGn9HFLbhRaxquEw1j6IjZ
wO/CabhFC0BqpXUVWGXmtYB3jsv3xP5p5G+p/fJ4hWum8UoUH372NSOjI9hbvQGfuDYkrqbk49ky
ptpVFxCrmDowooCeIgLuE6yRL7uA6hkcp20FmzyVr4vRO8CEqWntTcnXPPv1eJGrx6jC8LOsDZPv
3H7iAalfwANXBXEIYnf6VC3Bkj3JVuoTG/TWIG0TkS/w4KIfOgvsfQzZgxcDcCOc5UCmRWqjz2oA
iJsY5unortSLwlFUqrl5PM1He9AxSZ4t0jaelmkHGuZqQ+1ydkZ1KTeTkfxawNXstVTrdpYy5Lsy
rIcdgYsPFRBfPt6gNVdhoP6AKEYBTBU/hziAp5tYE7wUKOYHoPAVxd4C/JkXVUDpmuKGbh7LW7Or
LN3CXIVGUM7hbvRgLXW+SEUdTJv95Ip6wNit5AOk61/nbu2S55PKCEkDsFhtANibFd9yfR+GT6B3
SMm2r74PVuTV1tYyg8fr4psFPo4d4FkKMI8IAmwee6OvS3vGJQJHyVL7YXZE3eK1U23AoVg+Jf1r
n/2qVc+YDlPzQvPesZ+X/DjrmLkyTUT74zGWt1K26/LxMAC7KKwPUQqOZFNgYO5uvUaAh06AUIQW
PaBPqLd2TV5So4pTqQ4Mcz4qLfA0wrM1nFpZ3tEqfQNavfClc/VQAD+FMiuyQhS7bkXG2tTatjxh
Z4Zo2MbNhKQ/V9A5CnpeN21IfgDVuO5MBHDQna7PF5LOxTZRe9vrAagm0hGmYXc6AmOALloAmVv8
K7nWU6XPpLoOtDryAU3VgtQg2peYiZXc5QVIZABSv2Q/BeqxUkGygH0pEw1ujMGn324CKmRzt1hl
HciJspEGp2qVQ/QL9N+OFem/m3oqXDpZf2XlhjHWS1Z0HscRNOALvL/0NVpiX6PRrpbeWxXkq0Pr
PP6+NTsJ1DcN3S6ohgDQ8fbzwDwJkMypr4OxHv9CpGq7UhvOoDUruj0BVa2jZgz1FFSevtRXQmym
O61EToqTAHQXmgtAWsSsxnVgZ+Fl1ippHSiAEiocOhWoOaZW1H+zke+cRmqE6DpsFoDc4z7thoFq
E8ic1XbfpSmGsgA+hNderY2+1GU/Sg4UajhNRKtHMKNmui8Vavbt8Y6txvcWPDX0GgAhusos69U3
G6kc0VqToUdkPlT6tDcoOrFLhL1j5BevqnGMQ3dpNHdcZsElXqtOoGakAt8dRE+Y8ueulJKD9jyb
CPbra3bM0ZBkodsVPKQCrfh/rPGPHM59dtmUmakNOUbxbobn2DLcUHrJ629LY7lzG/uYQ1Ks9mKL
Iv17N4Fbgl5eHfmTiu3lamM0b2mJXsM6SCw3B6OwGf8CUpbgBEVCOF9kTbmN+jW8BQmiBTTyb214
jkDaODS1l6bArP+kfjP1U4Z4M0/Bn40gVBJE4iwYuDVGyA5ZvzSCcZCB8AdJdRpq3TzCHWr5Ri2G
t0HO94Jl3pseZIIgC0QNEKimuNy3igooXnmYmoIGyhy7mUadvAIIhWLsk+IUg99RMmeXyp8rUXvg
fZx3K5f9/eqCyHE21ooKuYZxXJrDpGw1e5uarpoK1HTtHFEVBAExcDiB8MYZr6JSLamMShq0uo3c
Ke5Dl7FIukUX/V0sX7h5LIpxnsFYwWR9lLmvFtVMUh8So6FBGTUn9Hmd6w5TJ0ruSKD4RMFwV6fS
kYTVHo8lz4KDZL6ZVxagCAOd0UZOiirh7YbScJnpBNLNwI4MPJrXCDRMOUbPQ5E6oN51JzpXXmuA
XTxt29wvpwR8D/PY7qu2qfd1B0Swx190b7axGTA/QLNH6oo62O0HhbB2+jzKNFBL8ioZ6YsxlNh/
82elz/tSK3fmJLqz7Cz5PWAVPQabgXyZj651MoR5N1Y0GNrUBwIUJiHr/TwGKKMTOnsjQms8xLig
ZPXKGUjo4SJY85qy4fWblWkR08h8A5zaAzMXr09QNqNHZJkDhzg3EDnMQi6elYdejFJciWKfcqVr
aVdUC0BysNZq+Wua0PsWvUdj/h7VymExG7dRx1NigAAXJOxTVhzbQXOj2ET8Im9nfTeBE+bxea+t
HQ9FYCtCOiXjLtx+UJ9Rm2ZmToNmAUUD5kDxEjvUooCRqTF/xJbK+m4RLjK87FspGeDPpx61nsAI
h21bExCz278x/LRTwH37eEErjtRGjU6BM8WBAoqAc3AaldVk6u0msELJp3LtyoMV5B2alwpU55ZB
eqsqCZNBNDsb8eax8BXbryEkBkaqamDUmE/A8epQmYtdNoEdvlXGz9kURCgr+4gaj8yiXJQAkZfc
7mNN5HKSl74J5NyTSO7Yy5nk50gV+JcVpbgRwxmBWOv7Wlcgpvmqetpz//Z4l1Z/XkE75kcpDs/l
t6towCjcL/3SBLk6unLuz9mAGOTvKzaeV9HXihvNAPI4lWvBBp/XdGqCBfzZNE7cFE/wowhPbuXA
b6Rwykb7yFLmHlIaT3MEZmn1sP+sgH/VkZOhM3ASTZAWw8bMJTC4vFPy3Yr/iVJdyeFjpkhOaD5C
ztLtrRBMcFHj2Om2zkR2dqUXAS4Fj/4EjDSw9XzpXir7dEwrgquZo/shRoUZvDBD4STSRkP6PD+1
wNYot4g+408DSEgfq936fv6RzqldnpTZSHNInwETq6ooMRoz8i7JA/+64OjYsXP2TocbBe62igwM
9fpbDS8nLQmrNm+hfIa8UamUbyUyTDtQXyH2VWqnSYjsZagNng0lmvzHC2W/ficdEDroQIE7lfkO
lNo0K6UiZRvMzUs4NxtwtTvLXAmkrLy1o70AnCUaQbyLpgbm1698maSUbU+Mug1oooDKmA6bSiUb
TTaPOuk3diSd6mI3x3RvG72XLupG16Xd45Wu+VN8A97awTuDeOUOwMQspU6xmjYo9egbGMz00MTj
p+zPdo5W72OPgktdSp4+EoeYYD6iCiYXF3UXN9Fm0N+UWFSMWd17JDgIWQ2MTPJdlzHosaop6tsA
CLILaEeHPAa/o6DgsRKkfWRR/xHC7XxUzYUqKUMbACtzOxtAhZ0vavPdil4Uea+ImqdES+JCBJCC
EylHz14gdbWjjn3mzEZQkEp0adbuJ8sN/7MqZmuv9EnNZSlFLN4GXeho5ZttLU5HvpZCM8S81931
wPs/noJUC0wMnHcb5FqL+1nGesBn0/XEj+I9DXOnVTR/1gW3ZH1Rf4RxbigpKr3QIwgrjXfb/hZZ
n/BqraJ4/PgirBkc9litYbIJPG282k20QtAwzV1AkR/J5c9B/zqgVXCctnL2RqJjVn19LPD+9rMG
S1YoYZx+AFfh0vlEHRaiR1KFqB1dvmPptTp1qB07C7yHvMMgTk+3OnpJdXTa9IIc+04lmXADRFvo
3zIB68K7rBlouhkw0IPc/oSALm0wnTaQv7unqKuC6QKz1ggnVfAk3upj1M26vBgGChb9y7SP9r2x
McOtIh1VkOLGos7VlSXdSOMiiTyT+myW9Rp9eoEC2sdRQxsuWUTJ1qoYZCBA8gVhOcg0bhdllnaY
hrZVB1RCHcYcDermJj1MkQwiOpD0PI9qqvkxEs1dYZXVlkhE8q28VzfN3B3hLYE5TnTMPbDX9scq
tfpp6CZjWT/68fiIzaZWm8VDWAexq2W/muXN6AQnenfz2YleSeD2eM5TsFOmkIC5Kjeryw2onfe5
7owAUFMjwXLuK2230vj4rad61PQtpOV1jOcDea+lADS0bDerrLNcDU6D6mKXxg6sAzWV3ePdvItM
OencQUvduOTdYtaBLoWVExtL6CYm0MofS2F34MaWQgpat/D4A9MD1lJ2plc220KQYw0h1mgV26Xe
pfpukEYAAAPhKzEFp7e6oXDzhD2r4xWOLxSo9ZyCdymjgT4bhyamv8zmlY6KD/6BFLTQpuK389ix
NzefpiR4vNL7vJItFbRS8BqEUVJwbqMEp7BSNNjQGPAzpHrXes2rtO4t1qtgSqXzYGqHeIxejGUU
bPKdD/mQjFcGJOroeuFZOJeqKhQ9i2jQUXnble1G+t609nYgyf7xGtduIJpqFCTQimxjZP/2NNO4
mfOlQSFEzhuA2FJLdWPw7XoRXhMFa7pXT9wtgIGYeD7RgZxObkUN/TxoVqXQIF/yxZ1MaiCq6DTB
gkRS1FspVSnpQ5cYNJiIB0Q5KqThYLfoVv9RnmSI78BVQ9PRR7fDlf5LeW7Av5k0iN/aPnUqENWN
+Taxn+ZYdUEYONGNVVxy6fPjg/pgkbqTC0XE3BS8hs3DmE+dZqZKmyCXaQh6ZWKEvfqEgCmRa2mb
5QrBa7SRunmWjaDxskzQJFvzDoMRiA6G/BMadyUH5c76RdXiyW9K+W0pwek6133ljvJYbDDYvqGh
jKhIA5ucFsXnbGZMNsgU/THUhk3SWBhHM6VGoBjMBt+vDBccD67Gfe/MApRlS81jlFDUxk+b2Adz
2KbqvOEZ9b++GzOH9IP/eDvvrRhOEWwX/5J5B6SvhqMNxY+aQPpSfMr+sj/3ToGcQWC/1pQRD/KA
sgRLKMIxLp7QMeSQWUWNssdio7VdXjAYushUkBt8VOz4DQQ1HVhr0G+CvIh9xrVKlk2VoxejCYh+
jOL8yzQDG6x0FHTboHi07erUMyTbSc3Rk8GkFUXLJV5SpwMngpX8VA1Gqa04ReXWqPZmYGof95gq
2Eo1/fp41+/NGl6tEYEgfERbzF3XaqYWNZ72iyYostdlOkafQvU5VwSoE/cuH0IQkeCZxCIwnVyY
inaFabEtVORI+Ew7kComg9vH2gEVZ8+OBehD9/YTwgBWowJhUTEAtXK79WVol8uUNSjPmWhsyuhO
TkOEVqFAkVbF4JkQXBPs8Yd/HIk7XFDSyk3QJVYLQAYrwYOPKu/ILBwOX90+Bv1j4qgsFOxuV9So
YYNnCKUJWgLaT9kDr30M/P88+hJ1gs1bu/h48QFrqwW6Mowt3IpKEkqjdDaboE+kXwVawyJkzqMj
N2jtUFApl+svMhU1k64KxeMPhpDQOY2JsVuh1VJFGHFATcjst2E4HdMhcZI3pXJVxDCFuc36X4+V
/r6XCLUSeNZ/SzT4vEle5IpIpQGFBPx+LnlfVFfbzJvMG4DjXQGnpHE6v9mqr5YrGhZfO8xr0Zx6
hqPR1cUi4TDBCveq2/R7rHRe3dDCMYux9ItItQQPXKsiQYWIKhFMEULF2/1tTBqVKavPgLVL83OY
8P8j7bp2I0eW7BcRoEsm+UpXVZKKEuXavBAtdTe99/z6PdRdzBaziErM3Rlg1IMGFEwXGRlx4pxO
Qk/GAbRSnHtjJz5DbAhdeRBk4WmDzbo1pcaGhLIhkiLz9DNGsA1NVVdONVsip0gnbi0+Gw3hGd3z
6atIEmI/+BeENFujVdgi4xlHrU8ku/xZv5Vv81vyGJyg5eBM1vxdFmw6nG5voV2bwL1B2oZA5JS1
qUdyp0hl3fpAXQBsA7o8nnLO3qnQ4DLBt7xKTX29/S+ukLwJy0KVphah7nNS/JzaY4beCCNypEKB
HnBhgXLAuT2ovStYg4AsykNImsnKupEuTOpCCpm1RkHeLCR39HtS9gfpOTMam4bKO56MnIXjmWPu
4jbMehoEauuL7WwGI9iPatkV0+JXo5wl+b5CHuO/GB9Kqyj/oUnjCjGVhSUV+kpqUZUiixvq4Diu
Ij09pAXUGI1x6pyyQ10sSMOF41f3bgtEiGuiBrVVPK6ZmW2UpNU0DTPb9mtAGrVuSJPcLsMus28P
cm9nrk1XMoG2Frjila2pIaqnuQnizs/msna6EaQoNMStcdvKXtxwaWX9ioutokiLlIpG0vlaFphx
Qhw1eg7DN7XmKTfvGlqVQIHtovAs699fGNK6gRhd0Hd+I4I6R4hsZXiLpW+dwTO0M28yyiFrwxiw
8ACVbQ3FlQF5eBoNvpwniyOmfeHRIEz/ddIM+sxAMRINPgNoZMZBDlkwRuGQdT78/BswQP4Sxa5I
osPt5dnZb0jKrU1wYCqEVBSzCaD6bDRKRTt/iAsTZXUTs6ZIA+c87VwswACj09aA0DPiXHYwohrM
Rpz3fqRFsiX0RQL17vYvJDiom6MJ8aEatZbjNHZH9r8SWHjtsdrIaZLLUi1EsBl/dNGjkntC/H57
8na2HC4R1HbB1K2tQP7tTpgrrZ10AN78VkQhLBuJbAsV8KN9SondApLGmcadnacA5IHnPqqxkMNj
phHwIWOWI9L7RWvU7txpy0msStm5Paq9xcIZgigKsDaoWzNbggQLDbR07JElWqCL2DyUC7GUZ6mu
XD0rnm8b20kTrU1icGlf6Ex0i23nsK0GMQpjMvpGLoGcpcsJWIUa2Uc3JjkKeM9aUW2MjlYLspuJ
sXw3yNrgNmkpcxzV3rBRk0KHM4IfHAlm2LWaoM5Nk9GXOq04qAJw8Y002VpXvMpa+jhje3N26E5W
HhA75OLQ6o2eMpntXjPaqm0N6MP42hLj7gRC1W6kOHaNKgXJ2VCVXt8Voo3YQvBw31T3eWggZSGi
aUSkQsr5nJ04YvM1zNUjIJk0DaM2+FMHHUelDDpn0AzBinKjsKdUie/6SkEfX9/2d9IQ8pBFO5c8
UEUIJoC3RrMWm8AHsUVc5nk++tAyOtBG/0nbc5dr1tL9XerlGAWiwlnx3QFfWGQcORoxjVAH0hXt
x+2hHH7Ub2nQgA1QSSGcRx/m6Nvtvb7jLpB2Rfc1soKo9LIXbomOgyLQyslfjF9S4Y/GZAbQ/dBn
zrh2PB+4iZF9XImtrnvuQJJDSJMYk58stdvXmYmq3F0hfb89mh0rKOVCVxaQcuQG2XetDtxdk8nj
7DeEPigCeo1DNXOErjU4/mjH6+G2VVdhX/SU4uW39RDi2IVLMfSLnwyacDeXtLXrSq45gde1lRXo
YGD34dbFT8YP1do410ZPBl+ISwA0G6htc87X9YTBAirBeLyiNQW5jO046igUQojIjX47145RozOC
0sQSap5+xY5LXQ0hBlLWhyv82dZQirB0kKZu9MX5LEDavS5LT1uS57XQB3775UcR/QnGz36MOffT
9QZHlWp9h4ChBokz9v2oxpmsBlk7+dNnbDgDUE+9LfGIY/emce0m0pD6xoIR5tQq4RBJaKud/Gau
7VyHjusATWX97+3dvbMdVv16sDHgxGpXYuztIMg0DNvFF8PHqgJN4fJx28C1u8NWQKcKfjtV1mfG
dpGkYUgarQhFv6Hl6FSJqCKHok1PQPfZRS6C2kcGNmAaSc65cfcMQ0TGwOsNqDtcPFvDtCVSli6x
CKi/bjazq02mtgjWJFrxAGxC1nGO7856of6LlUI/LDKdbAdYrAfpqA7R4tcTBILHo5YOIEQ73J7N
68sbySjAQdHoi7c2POx2UClSVPAJ+eKX8zFvPyJFtVLxcU3pk5JjameTq8itIexTVqEjwuRl5qqY
RsVoFnRq6O6UDc/LqNljRw5UWE63R7WzCVXQzSP9jAnUVJUJSZAPbvRYHER/yDMorPVQjm+amidv
sLNAqM+hTRpnFo/6q/5XmoHq3phEP8xHq8j8JawtmnBmbd3O2zz3ioCHUjP2vEZRy2YWKG6ELhAU
0a9zZ14ehVS34jCzIvWgKIPV5YEji79uz97OQhGg6HF4V9wTMjtbk8CCB2lKBNHvJxK5SZunlpCM
i5lq9alLDZGzWDtbECVVqF5RIBDgfplzFUi1qtZaLfm515DCqil1A+leB55pKnhMH3u2QMYjE7hA
5ApYUAyopo2qDTTJRyY+jkEwPMVWnEaPlXw/vtyexWvemJUNHBnyVcsNxVxW0kuZpT5pslb2K0E9
BNM5EkInGxtTa7JDJX7MIDcOQxDESK5alOdsCBwxKpxlrE59JHlVOLhiYHy7/VE7Puzym1jpr56g
ebacKtlPq9hZYnsKXEG769RDrr/1ase5uHeSlWt6Ddk1JA2xumyP5hTpC8q6qegL2jED8VqgvMZN
Zs+1S3MvFd5Q5EWnpnt7jDuHH9eDBB7ZlUEA0c92+8Zlo44dLSS/y+fIHOkwoWU2UDjncmcnbays
h+gia0JzdaAQ9JT8dVwlQeeWBCL9ZrFCeTaVhEP4tmcNCXXMo4yXD3rOttZypLyitB4kv5Vys6ks
OTijLXjq7Lzl7JCdw7++q0Cij8QroiBm9mSSVmIQqpIfN9QhyZCaUZ2AjFQFhLUAn/nttdrZj2ub
FLwNtA+Uq6Za6IkXI5kDyTfG1g6gQw++joS8SsNPSQjPwujfNrfzcET8iJ4iSMGhcwkR13Yex4am
WZEBNSEjoVYPr0v5Vyk6q5DmEyHOVAquHnz0ZfpgpMbDEEycTbNTFlnjVyRycdkiYmavjIR2maaH
Nc5f/ntOwm+zrLt1Lp6ETrurqGLOgCGljXJA5OQmkvirnSCarA2nuvQpFd5iN3qontFxfntaWOJn
XP/4LAJ/j3OzBtpMTNVnQ17XFMmDsmtsJYNN9anRfWl0M/1HkkQOUv86ClXpn94wQ7RONIBpZ29D
tZit+Cce1YcEPWaBwfuwPQeCDwPIF9BCAwRNzHplQDaEgIxhvvB4mZvQTMLZTqDIQWnvQN/SnFUQ
vGTzoe1VzlrtuBFoLwF+g5gPYTmLNZTqMVM7fZT9vieGOQgD1C0VgVfl2DtuaMgCKRTIXtYmUmZD
jkQqAF+SfbV+n8bEJu2CVIbiBgWPLW3Hhay/H8BwYMOufXGbxEqkK7nsF4tip3loA+0Cqp/QjEG+
U+nO7S21bw1Rsi4jZMZjdzuuPJwU8J1g4fJEp25N8KwJ0QrrTpOgmxNSFn+FMSr+fSSxyqmi8gAa
7BV5vzUaa1oaUTrLAFW8k4LagEc7vXAeu/6gFbyszzXFBw4NlmwNn9f3DktFojZR34WBJvuSsDjl
vMBHCqYWKs4izjaIFKxAq45a7IXxL6NK7vrxdyUdRwUUJPPIOcB7uwiJkVXyEacXSIDtwCdtlOpF
XmRfn09G+20cXhP6MhfH22u6awXypMAB4TUCbqCtFWmYIR/WCbIvJtmTNExnpcnLA9G7j8DQeGCV
a8w7pnftbALlHuoSVy1bs5bkZQqP5ectMt/NwUhdIMJdcKvfTWL7EsbPxfBZGU7Xq+ZiiI6cdXaW
U/yZ2rTmdWrujB0nVF1fEyJSAwrjiJZinIqkyFS/zA/GNIIkKDfJ9Aoeq9tzfN08ApzYpSFmksOA
KEU2pTCk3gsjECphas+90KFP8kEp0pdZfwavSSOdCtlwAH58z1uBwwe+XvHMkwMt2gg0cC/jdcM+
PBM6LBXoFFR/KYLQibtyOAZJI1qlinaC28PdcbKXpljwqNSksVgnk+rnpfggTNlrChbF2yb2Vm7t
TQHeD/BNvDu3uzZWwYqax6rqi0VHnlsZJd58LIXTNM2jq/KrAHv2sITIJOFViP5Sxl6RZwIZcXr8
YS6chnS2Rt8qotphxyl07c3dpaH1Qy4iUKkX0wT+AHNXgyGmiM1R54RLexsBRx1YSXg4NBGsX3Bh
Qe+bbJjklvgoBtXRk0EBm+YAl/aOOQoA/2eDma55bisq5g2BgcmZKytqT4aQ3ktB687iqQIpfrJU
npHZ/fQEsbq7vnms+rdRdBs0vfz7nXL5KcyEirM+xDnQE7ghM6eUW2ud1NioHIN36+9OLC4pBPJg
owZObjuxM2lnvBkxsVkGLrACRFBvMlcjbn03s8d4FT1GYgf3PYivt0YMra5BAECJH+QdhKtTqUWc
WRGkNmkz2CDgDh9kaXge1JxmQLvHJyVAS0rZ0+pBVyNem8HesUC1D4cQ9Tf8YPIYxCiUshgC4k/9
oejvh/aBvHE3LM8Icw+CuS6Ya9Ad+qWsmnS5D6KnLEis/279LgbDpCziHhg7cTCI36SVmSc/VTAm
DgInmtndJBdGmCQWMml5nDaYMS0/yNMxjp6HlPOs3HMhl4vCHPCyD4swajAOzFWrfo76v+6Ixm2G
FScoVYJoRGKvksAAxEY0Gs2PjM9GWgAH/bEoPV6tf//10UUh5cu9gzgTqeHtXg9AljXEagE7Eair
2qIoHWoEjVOmcX1G6xhvXHvJnTVbiloUWj2B5GN2AK3arknEWPNH8YfcpqZKPTreF23hZVFoaSDD
TWftKdYOiWbmhB717jS8qSn4kpyCR/K8s+sNUHB/RSciAeh2O/heLZekAOebH+D1lpfPQhPYtPGM
mdfrsbNdNoaY49U3vV4h6sZ2AW0+Kq+g8/73oQc2CpI2wBAh086W0FMU8MUlWNdRnswqQVodmLPg
+b/YLBdGmF1PVjxpFNaa38gPM32g+T2oU8Z/3V0OMmFgapCxRVUciBTGChiSOz2oem09vijTmzi/
4C43bw9lr2QFEABeISIqLoB0r++wiyt6qLqIzMh1+HWWzA8jCd4E8JfZQw2wF80KERz6BmgG8Vqq
TtKg64d0SUE2DkxW6t7+lB13hXelDLgKrpoVaLr9EgVo3bkcMupLxhsli6lobs0tlO0aQTIcEEhx
JTBa//5iuHM8TmNNO4qU+wl8T4p8H7RPt8exd5rQcPCPCXYcfVilUgkThoIMWyT96qvvfYbeF4kD
YecZYpYukqIJzTQ19ZXmRxrp9jK8hb0/9LwyMM8OGwcIAbo6+h522tMykpc8nL0qjv8MIicg5S0O
83QhhZ4NTVBS7Hi0tk5mG+lmFP29vTwcI2wcEY9jFkhlRf1ERKkZ7cdDfJcH9m0j65RsQyfkPlEA
xgMIJRxs5+02o30XaNlsIC0JoS0Hfk+2tHSGDFG5GFaMro0oDqNjpHe8fOg6RReGKd6zULPBA/B/
dUqYtUr7Ek+HGjolCl5+i6URKKaCwFX87H8DZnZ7kMy+uLLFLJeoNWDRLHRoW83QzXkGb1nACe6Z
aWQtsDwhbRuCGCDGaKremmRzxjX5W0cCEd3qvK5qzsSx1JwENTFCI7qqYca52Z4X0ayQhw+t+Sjz
JF7YrOR/xiWDOQh4U0TxLMWuArJGgNQS5ZwngTtED0pjG0PhBkuJZovfoOfUxc5Wqty9vWBsbuDK
LrMttXYsjFyHXfQiLw9oiM9DC28/0dXxLwSvH8dv3AzsGshc7cgv+QrUA1FMYaNQccwqKY2U8zg7
+XEEZ5MKzbX2s84tFUomZ+MHz+TuUqqgzAUzFnK+LE6hTepG7ZNUORu1rWemqNoFWOV/z6/JG/oj
OFO6hixXw8MbCWU64NohJbE96WXcouu3qJRz/zd8zo/DUfAUb3pPX1NX5XV27g7sH1uQ5NjaGgHF
QWagwFQSUypN6VVTzPA1/F3a+sftYTHZ1/9slAtLTKAmhAAF0RGWdN0ig9t+Tn8rsKfJvA3JOOMr
O+vmubiOU7XR5HS1I5jiGczWCfifTbCtD1b6NB+bt/aDnkZqam+3h8ebSGZPto0Y6IuSK2cwVyVx
4dTKn3yxO/1URw9Ccl+X3/5/9phQLgLtcRVkGCbQTQEIVSqXNmb6lDw3dwIn+uANjTniYmxkNTjt
MaMv6XMKHemgMMvXWTR5vCY8Q+vtcLF0gTCIUtiVX2PS36Vv6JSMY1PwpdDiIo+u74EVq7nm3sDl
hKIis/GjcUmzNc94nkBJnaSimWWVI1ePWVybQv07DnlcvTueEqQkSB6j/A4MA2XLD2mdVLo0lMGZ
RL0pNJ1TQySlkKg5zr1d4NzRAhz+gykkqSk1T30o2DMIOjne5fp4bL+COR6VkPRhueTBmcp/5vRQ
Fo81PdzemjwTzFEA2CodhDkLzr0qu0l2Msa7UeVJF+4aQUAsYv1QEmOBhKjLzQiVhuDcortyqJ66
+qHnMbtf70f03uEfQBXRiwAyq+1+VMksSNmyRJ6e3pHv0mOlOGLyuzUeM4gktQ3nnbme2K3b31pj
HORcNgva5KTIC5XQsPq8QJNvCwat24vzVQLamgGkDyUDvAPBPHclYRONUZ5UNE68bilOefkSq2YW
WGVmQqrLTqp3tCCBdTB1jMVsILCg1GZEKzNGO2oyVE6Cokow84jar8O+7TcxQ6/lSujSMUy8RDXu
6uJFGY1TmPkDcp2c0a97jx09uiO+cOFr9xjjYrIeglPqmCaeHnd2TcFwW1rQuXoMISbvi2bkyXhg
/TEIx4V+oSUZuyDeAmYOJKxIPLH4JWWJ204s+8wD+f9htnLHpM+FnbjhIXQkW3BaW7fXBsTmkEOt
NjLjAzRy7M59k37rnATbV+Lp1rcwLmBBA0+iD0PmZTJURp5A1hp34GxSBnNNgkofUlpYxW+FHFAm
hYDCcJg7E5JcbYtOnO9dbKY/49zW+3tBcMbaJMm3rHjJIX2QJGb42NR2Uj/OxMx+Ks0pTS1d/AYd
Pc46Xp8VkMN85e8Ap1tRIduTmSzpLNeNlnl1Vv7WpRKB0fRye6tcO5itCWZPRhU0JrqMZl4IEu9y
OE0aiv2c5/bOnbA1wiyFSodQy1oYEQ/ksz8snSkmDjp9lfPiGMTqO1OunJkX9PGGxjhoZYjJLM+w
SgQ7Fe/b2JFlzjOLTQIhDIOTQcsJGGXQUoN363aFxDEMSdC2pSeA9b6lT1Lzoqbg1olTs5ht8Mgb
SQP2F+i+9RzT14Hm1jKzcME49cpSdqWX6y8/lbIBh461bl8Qkd3eITtvrq0lZvVa9HIUVdiXXgUt
Jgiug5s+AaMeil6H7gwFAh7H5e7I0BW6NpjAd38JkVzERxXIqxKjAwA8V38IoNUcqID98aMuDDOW
edDsHZ+sIkT6xxjjKcVJzWMpR9tK1Q9Wkjwq/S9aHpqRhxNg8U//2SkUXFKAFSO9wbpkmtRLk/ZY
r2isrVY6adEdgnbagQ4xOUvBy6Q9NUB8rYeQ4wn3FxAwnhXthccWC2EzlqKXSqEuvWA5NZFg52+g
YW3KQ9e+UfGpCR6mhHMRsEn6dbQoOqwd76hm47XOTCtt02rUI63y4l+LWzx9CNb4pComcXT4ffke
mtLgCLF5kfXerb8xu26ti60jtrHezwmtvLn/pf7JB9mKwLsmtA4q9Ut51EYn+JSTg6qfx8c5BbWX
bk3TDzo4mhY6t48NK+5wNQVMQqmbwk6tNKXyhKNoKW7ipm/yKT5M94aTZlD+gnLxYgVm5DRmYo7m
DHZc0dKd8pvKI+pnsW9Xn7JGgBfTssxVOIsVViM5LW7tlYuJHJdVHAdL/G6c64fk+PdYWMITFAVP
t2fh+v2BfQD+mJXSCGQSIjMJiVwjSV8UlVdWpTUTvE5RGoGqWCIjOVSZoTJzvNWuQRDjouC1ot3Z
+i760cJIEaXKa8l3cFtY4nhOgtBONK8tRzPnsd3vuA9gUvDWAfMHisks/KemixDMvVx5ALx6aVAc
hKA2S7yNe4MX0a5XCRPPAKUJWDOKuMjRsAW9RRFzKW7i2vvZgsghPSA5Y76FjzKnqWgvhru0w6Z5
Q02JpCWBncHNXrvX5TsI2czkEVTH9nCvIohDMHeOXN1Gp4L1azbDl8jRj7lbHPqP8MU4/UtQ8dfm
hc8Emevaroqm7+3mFbUigfPKa6+pEqssE2vktd3uhFnoiQB5CzAdwN6wrLFy1ScTsD+118a5dD9R
PXIS2vOutS8qE3YBgZBD5wzKUoAyrfHKxSk0ymqQmrqrveokW7WpuOlRdFSH3E/mAwqXx8XJnivr
bbTp4S2zeLm9/UH+n3XGI5eGUFaF3MO63jYOZBKkJ0gEzxyvx0LzvlbrcpDMaqlkzJu+wSDlu+JV
+B4f8bwTzcQ+SJb6oLsxKKx+cIofuyOD5tp63HEsWD6ipkCrSZvOtZcuECnM742UB2SSeCaYpSMh
qXUIW9SecZTvks8Z8i8/NLtx2gfJCe61j9DOP247zt0bFIDRf0bFrNcCstC4RNudF53Ip/IdE/qe
2M1HcR+f5lXCLnnWXWhp2MYrx/CenwGzE2ZyZcBEB8F2m8ZhEreRgfNPitKE1CeSRYEtdgfjUIRn
Ca8EPeHpze5FKEg5a+B1WEVawaa0tUkKFKxSpJ+9zlYt2XGfMq8x73j6fPtzioItDh+6/UANtTWT
TT36eeax9iBheUiPmSs4iIQgudI+rFIo/b3yezQj828icG6lvRcQwNT/WP6agIuz3+TFnEsLLJPH
yW5Ok0mes3v1cbF+QQHinnLWcJ2ujacBR/zaBfgfziHk/7bjJBWYS9sCLhOsS6XV0Kg/amTOnAYv
Mfv2dmHZwND3vLXF3PBRIBkJhEJrL59e8+T3n/lnhOYoW+juZwOSZepji1JJ5QeFnXcm6R6Tn/g5
fzTTHYqup3Z2M75COm/8zDqPTR9KtY5v0pTvU2hL9BRJL0L0o14iCyX49DSkEBWxw9wS5gPYFKnk
3p6V63fhZlaQvNuuAARBJnRd4Au68W9wDIK/+QxBgMdFGe12cQl9L5d3qebVm9d13az7mnVBiwXY
chGKXPFHKJXYxYPW954+5k6l+YN0J9PCyqbS7MLft4d4NccEpBi4llfWF/R1sQ1GMVX6uta0xqvz
7HuVhm5RyVbb9++3zaxujhkS+gkBR4YeAR6DLP9hMZGRQFuu8do5dErlJSbVYSxREuPxRe6N59IQ
42/TFlOb9zAESoxX9FRYem6cF7XkTNvOeBBrrMkxkKRc03dTta1I3sQYT+VVEyQ0ozdauaXBKzHv
bAVshJVeSUGLz5UXl2IVfEfj3Hjzu5qZqtU81arTG+7t1dmZtI0V5vBX2jjopbo0HhULq02e0NmG
nPFtG9dnaW0bAq4F6URQb6GHenuWuiSrAAVLWk/ShPlcDrVSmIsEICXeNXaZEM1K2yC1qiGtLUMO
a3NqhdQZupRXBd6bUw0HDP2S63/YJgcxH5qxIkrtiXQwM6JC5fszRRdMQGNbNXhJ3GvPinHjykC3
5NriChT1dtxJkYxypoeNt0A7K/wsaxk1bluRUWhDDVoZy6NQPWVl9DZVrvETlAOHLrdnyYvEI5EH
C7UIjfZmWaHb/NEAASpnXdjWJeQy1u9DehJEMigysW06aZMOhTjqtdc3xrErCkv7jIDGVJSf0l3S
WulrRc1IOQriXZbGrq6cquncRvSgB86snhsDIjjvt7eKeu0swD2EVOnawAAGIman9P2SdpNOEePO
9bfagL52qnKCzZ0dT9FCttZK0Mx6VSJXFGCHirHuvEpabDkG+aKG7lyOk9jZaCB4hFQUVF6gWX8V
gvUtrZe07bwyvZOWv7VhQFvMsGQo6FIl42RndzzSxhhzhrMylDTQBXYegT6b3D9G1edQ/Ym1n7fX
5uphju42Y72W0EWJtiQWKokKyzQ0Udl7WvchrHqEILmSQtkk8lkW3whKMbftXT+38BhYpXKgT4qK
BDbE9vgoY1gpqjb2XqQflC5B/SEE52r7vetkUzG8FoKSZkyd+bN8Fe/TU/lqDG9Geoed6mmA5B5v
f871vkEnFoiXwD4JMC66WbZfk+XZLGRq3Ht58dRpf/T8IaEl50Tu2UB6ER1mwMeilsds/0gFL2sO
9VqvSVDsCB+LEnmm4d/mnTGENd+BRUSZDqnT7UCqQtTapK96b3E7vA8KM1SdODBl3nP5er9s7ayD
vYiYQbtDWrWDHX1G9kx09OSQ5AeIR+k89d1rr7FawpnG2xwwlK+NdGEpUka1QrGo93pFi6xOmh7l
ouR5853hIJUtrWyHIJ65osVva9DgyhIZvMJ2UwupZpPH77/u522kpG4sMKvfa7WRRAQWAHFxa6u0
4pPu+rx8+Ze2C2sGqeSVywQwbHQYbtclpkbZ9EoyeJman8dXcNC4WXcymtqK4rc88heANsUpP81t
cJctzox26Ul1W021esUJX6PKGYHuzM5lYSn1SxmXD9qSuUZpCjyw8c66onuNrvoRaBUEvd72S/W5
l/A4qQcv0Fvh1GVD7Azt/Of2uWa7aHALfrUh/mOFuaWrppmaam4HL1/OfWgVq2Az7mf1V/Sk5pNF
HsOxqE2jfJrE4r36C0UwMPCFcsbxLzuDJSBZQ68/Ct5QrWA+Yyi1oNKLdvYS6J0bAxTZOQP9CjeY
hYcF+FRElJCwY/FaQ6GMYpUPMxISBTzo9/Q5ee3fp4fuqbXyg2ZnZvgUP+mRHS1Oe5LN35pze6rX
E3/1AQiaRSgOobWVdW8CtCFToZVnry1Qu88jSyrvs7azb1u5vg4hwA0ioJWTGFcvq1enZSUU9KZg
9qRiOmoJahYjtYrim8xLyF0XK5ACBGh75frQVnKBdUkv/M7YFZoIQqrFm63Fnk7KffUSOjIUrke7
cOb72YyfQutvclj+bcmXsbvO84XdOI/7QhTqxftuP/GS1Os2Y9fockzr7F78blVOOjlp8LsNUz18
DPegOjKJ5acuD3W6Ex1vZ2+NoS4szQ0VwKAIS7P1kR8SuzzrJ/VUHJdD+721f7XH+SC4moestDla
jR04JefE7RwIhOUgNEG1Ae0GcDDbL1j0hRb1WMoe2hlTq6CxGQjf0Jliqn8AXc57C8VLiwajmT2X
8nvTumUTQal5fIwDyH8iSVlpy3EoH5bZkXVOKHB93QCDJa4UOWDXXVW7t9/WRDnAv6Gkegs48qxy
kVR7kbXomE0VZEHUXAP5iAhuo0TRDrfPz75lxMggzURLNJt7gkAhMrRIXnoNMCYjsBeFnpvidAih
KPo91iXOjrv2e2CMAzMytLDQdn7Fr43+oERYkkT14kY7E6FyOyHmRDw7kSSUQ0Wk0xCQrx1VzFaT
ZpqjpmioXhc51VMCZeHutEA/+ZD/ybz8ofJkwQRL2fjQ5Laiul0KZNuT5Ma2ZA3cTOK1f9p+DLPr
oK1T5Gmgq97si7VVa/eSalFEYWDTmU5tf9TdvH5d3icgnbqj7Br96fb6XidRIQMPWBWqUCCZB3kC
47ZKvR5nsNGpXq0KAHxaCghL7gNavFWJbGr9XRad5f4u1e+IhEZA3dIzNyEfSf88ftz+kutK1deX
4IKHpCrS1WzWWCA1rUESRzz6qWdAfZtq95yGj4IVP5H4MSdgIDjk9bm+l++iO9VLfO2xucuelz8S
qJtM+ZtEj4BeGUdFtyqcEc5Fch2PoSsIEn0oDOJSvupbT5tWLqsEXzd3nz0ETzvDz5W/f9XBbmoB
z/Jvt2fjukaB2bi0xwRmggpnpOWwNw0Hejc+eMZdYL798l5+cwb2pTu/dfKwtArkgBgEPpZFeYV5
BuJl8FR5yiOo+vXW7J4mUE4/x05KXK0xIYOJrq7pGfi+pjTD+/rdkFz5PPxYftLhLLiL6sidu1Cf
aMdCmKwqhJ6OKxxilcd7fB0ybL+UiYm7tOkGquUEIJnB1OrRXJY7oj5xZv760oMVZENQwFj5CVjO
MzmSppC2I/GC2UqbxTRUvCKeY5mgiQmdMpGpqiARQNsXLyK6BpWsa74qzX2xLqFAunXzBmmh1CcM
xIvrT3IvBHYh2UVrgyFBmY9d/AgqB7MXn5eYM+Tdeb2wy/iAlTeoJ21H4Pnem/i1wIpX/9XagXUJ
hCL6GnQy4XsDvZA5BY+v18edt9D0OOjdQSETJ6GzOu+rzXxhhrkpUSyMNGOaiEcyciBjpll0rj4h
w+RmxpA7cdbzyOt2bsj1okLOHGsnI7G9XTQphxYgMELEy6ofaXMfd26bkucG98ooxMdoEpzb+3Nv
hJDqlJFHRD7kSsu91MDlsYQa8UCkYarhNyKPhyR4KaCvCIn3/+I+XgG3SMEheAZH+3ZwedxMsQgm
aA+dVpopgBLEKQsQwtwe0k70B1Arko54SsPD4gW2NRP1AukLTVY9DUKvhT5aJH3Os3cVgpii6mjY
KJNjiObkjINT0AUFp7Rwa+PU9dCgcQ3lRwKwVScSs88dbkJhN2CArh80Z/BIRjcNMwmkj5ceyhCq
VyTZXVfrZpDnUNg2RzRoRJps0ggPw0CwgiAoreVXloPBpj3kkqUor6FxrMg3QzWDFyMxh/4hi3mp
sesiPdwGNLLBLLGSZUPmZTt7zbx0yohmVU+aG5MoltyaY9MeA7uvzF+BDWh0T57jp1HQ7Vl8a3ld
XLsb8sI8Mz0TZIUUbHcEp1Nemx1IeZw4gXRWG6KBDLMJbISBlr/bW2Z1Sew5B/IcHYUg9QRak4mb
xKqjI51xaQVy2x6Q4EpsFSxF7m0rX722V2YIOEPRa6EBVs+4E1qBOzUdFcSKr4jwHUc1nw3r4Tk0
3Z+G6X4eYvMsWif8L/UE23Kch7tvzh/z18Ovt5f+3prN35F5d3xxDv/D2Zf1No4szf4iAtyX1+Ii
UpIlS6K3fiHsbjf3feevv0HPh3OkEq+IOTBm0OgGnKwtKyszMmL/Ydsn2353/54urzkxdoZ/eN9t
PX13WoNMLS0Hmin/88nUJVmofdfUI3ZrMzX6EL0o465XSqvjjhzgGo/nZzFKuTZG3Vhe6k+1Oori
QQDEvqi2ADzyyouYWdwXBMFE0UxfhK26j4qdp67V/+dt/WhtqFsLlR2hjjKsjZB8iEhe9pXRrkV9
tHAa8kHgurmaTeps+R5bFM2giIfde04GCyB4wuJ9nxN+kzgKKQlvxuZAVEPRn33CN9t6j+exYkjG
2hN5KQCdicmR3ETWBvyet6c8FltBSGLcM/74Kx/sbr6nfdJMx7DesZJVZWsasUtHDDWRH4pPADno
uLBs1JKpQkDtoOtGJLRQBSs1hJ+3Bb2CSNLCd3F4Ydwx/ABRkAHGlcgHy4ECjuNO5FuGLvpvxVT0
b8/4fg710pCJGQHFcbEVJ3l/BVkUGc9/1hrhZh/16EsoH6aOg8hP3TxWaTcePKHHC+wXgBArF93P
Ij2yQ110tewHY6ZgxCkZtyl5f9fI1/GrJhqp9u9fluuoxneq+0AEavrz7/49Ix4pCBLMg85bnwFp
9Ng67XKz3b22urTydUsHClozM1UVaG6QAr3dYVMZqFkIooVD5wmkHbedYOfpmhDH4kxfGaFmgJGa
Sgv4Wj4M8BUqEJacStqQKPnnY9e0uHuv7FAXRK0gW9w0GEzrD5neKjUaRcp4XImPlqdslmHBRYSO
gfkrrtJWEBvLtKkb5ANorPBQ2HejzQlrSYKlCBPSl6g0IEYCCTPl0fs07/wgy+TDqAIy+YqehOJF
GdApiuRE/vV42haX58oW5dB51pPEKkrlg6/tpt9sZBRlpXP1WtC85My0GQKKdBtub5pLjOvavpKD
Uj4UBekjwalrVof0uzEMJwRTA4qJmnZ+PLKFexHrhOftLLkH/AG1u6GSEvlFIsgHTRrHncoFUBwK
uc1UyE81skR6OYUrFhe2oILYGVBXMJfMeOLbzaGNopL6DJyKUHFvXIQMT1e7jwe1sFw3JqgsgRLm
fMa28CdcLIIs98iISJtMVprmxmNDCxtdQb8BHgHs/B8Nqk2m0G9iDobK8g+QIQG65cdhpZdwzcb8
71eHaWpYxVcq2GjiXxhLq9jcsAKHXpwvJDNnNiUsKo0+1uQRgkYjtveQyBnpptGVZTzxRaYGrxfa
OB5P2tKWgwYBgHuQWmfxdLgdEO9naV6DnP3A8HlgdkEuEG5SY+LVAVqn0jDYtHmwcoB/mKepKwZp
YkUBXRl6JbFct0bbwgtaLmUxRCslTwpRyGu0ea2M3swRrkAkXD/65FsxN+fn549n1TiT0crIntN5
Q+8JT+y/PVmLXRYn4uqbqIlIGYAKwfWA3aM1bhMOqh6rbWaUKMSI2kg6qRDJ46lf2kvXs8DfzkJU
QYMP3XDyQUVjZnWOeCcJVxpxFk3AnciAQMytmdR27bMhhTAqJx/E6dj7lwltVL26cr6XXAgAZv+x
QTktza8rJmxE+Mmp/z1wzW8mr83HM/UjnXy3Ya5sUDdyI7BVi0w+Wiq24/a1NvGm1hvsHbym8ROT
6n2n6u32XSCVhSDY/c51Zt5YMbYWmhdy/fztnHF8HBkNQaEuklBXdC8gA/5YmbETvcqIYd46vbYI
S2zJOP0v20sGhxiSIiC7QgPY7WJ3tTgOUGXBYks+RBz9RIZgZP5ejLLDt3x6lNEzteIPlxwJcqYQ
eQPwb5bEujWJOD3meiVRDpLyMiYOXkA5BO75fI0cd2mTIa8kI75AX79Cl2nTsR17KDIpCGPQwsCC
+89IOlTf+1rtV47M0iH9rykUS2+HlGRSVUoSg/1cV5dI7F7FgX9TQq4BF+8o6UE7dNbjrfeT16G3
Hsrb4AZC6mxmmr816ScqbIapcnhvjBlIDV+FdI6R6BHeWej20pNjTRjSWY2hmr3+zpscQUraRjHg
8ZcsTjP4HWdpcdBu0Y1NmSSVQyJWykFjtox8YtlvDbHPYxuL8wtYiowWbkRytN4Ko8TS2EHX8VBC
P1lHDey5znHCJAk5ZeF5WtO7WBwSBJhQ8waVMzKut3MLcMHEh16jHMQ0IhL60XL1s5leHo+JXzwH
qNiAW1gAjJLmYVfGQGTCsVUOlTdCfnfXN2jwtLnx79A8Qw28Uy1NRXMk+1zKyNCJm7LVE2+XTRCX
tkPmPIAWH3UOMjA+Gb3+yQ9AnpQYdfvMrkGP77sSJPQb4RABdgrAH7rGbicEmplVXTWjcvCCFFBx
wQqaXY+Hnu9AZlbidBntGXrNa5vHU7S0DqA1RDlhxgCibeDWbNULKlg7BOXA9RALViB0yDBZuvGQ
bFypbP5UJujjdG2KckpVjz4BJoKpVu+sAT8SiuWjnhOkK9CiBBTZOXMGI8VzsyRHhAEDiXV/35kT
ehcT8uxvvn2T7EPMAgk0PdieTq2u/Q9RngLYBxCdwNqw9LWJBHomJWAQOYST7CIIcuVKKXVv4NmV
8/YTXt1NB4J9kLUDPQruwNuZD6akSMZUg4/GTZU4MekMzhrNmhxRxrI54xiS7478Tsg+dwqiEpBE
oOrLmfB1BAN/vA1+3hePvoY+j2VWBIWPr0nkkYitob2P+R+m30jNxst2cnqIgloXZOTsNPTnfDEc
4Pc5qWpnzE2x5/VuGiyQLBGuBCyb2WmCA9wy6NF3Y20L0U6N8JyGQnwTEwG0H8E2HULSxse6tWoG
Wpd4/eqySthDKKOCldZGL3ug9XKkYtTlbm2wmNlHY53DmqtInomGZpgGBV6hQ7NhCF6hNaDAkt9B
qRj16vlNh2TnrYU6jguccV89KMNzM/EkCV1VyPS8XbmiljI2aNoCcfoMHgIAgzpTKFr4YZBh2cAI
ihP0Dk4mQ0FshJocwa0EWgwNvX+yjs109va++f1bJb9/i0QmJQ5WY+rs7zn8GYlqnmIDmQhiRPpa
AWUhQwDKS4g7zMomsiBTL82u5BtFCCL1IPif7PiZDTUYzT7L7FOTSlNUU/PxXr4n44ArvbZHPTuj
ciiFpoA9Rf1i/SdPsMrEBqvaQYG4alCUBFgGkKuLiaHtwqjXtQE6DE6AoFAeTw0fg4dm0BPOFEYB
G3CHt7nuIWuaXurSSLiPkdMnz9dThhTlOele1e4Se0SaYjtm1jorFq+Fed7mJg5gQjRqJw1tn/ul
lKqHxFGHDw+ceuDP1hzR7uLdJB6GlVrrUspcubZHeyUllrWghL2uafQpT98k7Y1tA10+Srnua6dC
hacGOcIUmnJ8An0hBKBXIr37DnKs3/U30L4oAFHB3I1wGLwjG+hedlEgthOC3pQzNG2D7g9ePCGC
0QXFmlI96AdTYT/ZsDpXgV0EHuFWu3YXMkKzKA+okVAumolYbw90wwZsFcbYUj3W/yCUyADlv4tC
l+Vt4ttltOKhFtpQ5jo7SqiI3qFny1NbuKyLjMn9Qj2kEtoiTelZAvbs4A8fJbTAagLdyjpfSQcs
FRKvbdI1cMhcFZDmyTHtQECDwscK9MFmTJD3kGeVvGXwE6BDM6AwfkAjtpGu1Mbv2xbnZf/vmOl8
BOib66Ce7UuD1dTyriugvJd2OtrY5HoTjLXe1EchQjvxTuQhH7zWGLoUAV/bp7Z+O/hRI/WwX2rF
VmDeVUFXWIcV0D8ZBCt7fHE/IfIF/Tvqg6gu3O6nSASdr+pVONYjR8AepWu1kSAijZQdIz/zAnil
14pFy67kyiZ17SVCIVQCgLsHQTDFTa+kuoLJRSEYyAciN2/FC+f9feyKl6JL1N7xPJwpg1Eauh2m
KkWlwKi9eggl1miydxZonDx2HxtZXDfkannEzniK8tS4xqrlxLxSlUMUpXrI216fGIpnNmKtM/5K
/8rPy5mOHfBqAdARFNxzY9btiGSmA169hiNA97cROZHD6uhEJBOBxBuqRD5xNdzDAVigUIWbDIZ8
oQpmy/vnfN8bHzNGyiOps3/pyZ9EzxDKgRwFVRTeevnzeFYWdxjeckg8YGLu3ssBI/N11sORS0F2
UD3s4DHexa2BV4gVj8OvuCqJn70/Nrp006MiCZQx4KBAZFDhCMvlLerhMKrWAlR1EY3s002rgXot
R0zCrTzvFnfXlTVqLcqmiqNSwoaW4RIL/kvk/4x4rT0e0uIbEvEE2hs10Iqgpeh2xUctjTOeCeD6
mde0rUkif3W10/au778njZ00pAWwjw1xGz1F2SHl7EFSQP6RAwvyFWlP40wU0IKGaizMSijeGr/Z
VOGmUDdFbz/+1oWTgAhhFrdFNMgDk3v7qbEoTEE/Yvr9eiTy8CF6Z3QOkrh/rqI1wquFXoRZNB5N
GTMoDG3f8+pcRdGxpoy5BgHOQ4JAH3FJaQfBZlLssRJJNATAKJOpiY0YSToImk74Sx6UwK7Urxz/
Rb82YwPBWQbeeAiP3n6Iz01NWTCdeuB8M5DMPN+k57bSJSQWAkCjuXO9dj0vbfNri1Q0AFFAH2pp
s1sL8Vb3J+bDz2ITguDo8fpdxf17j5Dk8dKumaROVuvlbZSMMDnGsTmJiOsbd0iOObqU/aQ3RUZa
8XRrBud/v1reFMOb6m6YDW69bVqH+9j7U/pnJZSNLOzsx8Nb8laouOG5BOzATOl5a01qeaGukME5
pDKSH9WOU+0eKltAMYJAV31vmZUAazG3hw7smUVtbtr7iYOvhtdXfQb0BHBqPCAy6nbAq8m3i2fB
AnMg+SWaJZG3c02CI24M8qSOuLU+KXj6mlmysrTzbqGuFBUpKqjezf2tIGy5HTvndyMY95EfxkY2
Ff+LL2q7UVSS92vcTEv+4doStaYJUyTg2oClxPvVsBWZ30Kc2hpJjOwYs7Kki8MSIb6I7j1c/vQM
Q4bah6JkoBxQfEIEFVki75NaznWOXcsN/wCd7qbwp0UD+BOUNCkXEBcdRHnLUJnRJ2HkoBFgUhw5
/z0ZHfMRD2YcFEb80jKk+Rq5fVhD+ZDXAYdpHWFwR3nDx2sVySWvBL1FQN+QS4JTprFZZaxVGZMi
eZz2KYqeLxV3FlUzkH8VTOoo+bPg56+C8Pb4GC0u8JVRKoSNUVuQhwxGO/hcZvgGctFo8u8WfSKo
X67cjPOZvJt0XIgouOLGR+b4dt+yjCBnYQtjbJjyepIAQcgk5Rrnx+I2urJCnY52ChN2Fio7hNx2
TFGJQzWoQxd8D5GVcQ0wsfTuAi8M7jXwbIEGk05L9wLIAHF1Iw323rDG1+QTwQPpTrRXz/5rsoIw
Whwapg5nBC98aALcTuDElVGSRTXS+tGH2sCJi191/cYza6CWpYWSEZEBODP3Qt8FyEqYCF06KodB
dcPpoDZ//v2umxG2P/EwJNOpcVRK5zXojlAO4GImUvkxgARCy15LaMn20udjW7OLojcd+mzm6UIr
zl1LfCn0URShzQ0doebEVyTnL8mEGsypRvp6zTMvpdcAHf2PNZoTFfWQhAd+WjlkteoI+RObg1kq
+qgYh8s+A5BqeXolwbMFyS5KAqOoOHD8TNshqUyNR/wTvw11r7O1owavygBhZO3o9acgNztPZ8B2
PyDJHe7icsuxztwGPNVb8E444DpXOxzcM1qEwQ5CMgadI9keJNbtSJj0rPgh4Ufj8cwuXME3Y6Uy
TaB+9kKQXyiHmg/OfbNRZUYHJB6dVDu0/PROw62VnJb2JQQ80eeJ1CX8CBWu9ogehRhV00OqRHoE
ERuVKZzHg1o6YhBuQMMcTjUSKfOgr655zWvbETSVyiHORZF0CQ+ZeAFEAGyKjFLh+8rKpSfMr4G7
/QlFetRd0Q2n0jVDhQ3iFLIiyuHpXSIGsC6AYr7OGf73X09fkfGVIzn7jv/7BCVpfc7ri/jZyIne
vTwe+kLLJwJ09EzhMYbCM3i9b8cegJZa6Hl8ijiYQktSxUjlXRzYcuuwk9MNsd4fmhpM31sIkpMp
wLvFQuwOlsRmjb6DOrWQYpuLw5gWPEVxH9L0CGLFcwkERLmLWAGUfumjDduIaOb3CYS7DC79l+Bb
2h7djY0m8ChupJoD0alTK2iLAb3+9G91cKhB0Un+lMtDbwwxKL7XzFbUY9B7e+zaKs7O82pD3Q2F
cq54eY5RX8EKe6o/AUrZnL0/lf07OpSxvtbETp2W2RYSBaAlxMYBtJXucUshStN6Kstd8qqS9prn
cWcvl9ivYKgiw+9XKbyX7c29FeheAFsg5XLESFCboIS9TtmMoCbMwd/HZ9bIrB1LOhr7v5H91xI1
i73G5lXPTNzFz005cUqNI1n2BFR++VGDhR2VyH6Nypjyp/+YREkGnTegkrxr5JxbvodcGLlLkU29
w1ZFcu6qLLNwp8lm07LTWYogaU1SURxsH30KK66PjmX++YA5aT3TZoHYhwqKeT+IGiSYuUv6Gv0p
azK46Mp5T5/ZfXPI1lgL519GbdOZB+w/xihnwwC4JuewdqnDYpeylZk0sT6Ojbni1NbsUOEg6qV5
IeSw03eyIQX+sS1VsERP21LYFg2nx61IpFTC2zHJjgU476GABv8Wb2KfN7ix2zz+nsVFvhr27Piu
7pc0EDg/6CUM259cX9xy+fQUghpq5IRdmIh6nbEmE62ColYmm7rVojjMZCgTYRKS1mpk3/K80ECW
ymq6NY7Nlfn+OVhXAxyYPNKUHpuo4dBhLU7vSn2YRGXtgqCT//RmpXvIuy7q1fmRcWHTv6ny3lXJ
tgX2euJyEyhSUiaMHeDKYOXJyhlcmYoIqa417fSV1fzpgLwaLBocu9zvsLmYFPIMvbRVh+ogRvJO
ajpDKlsnQWDXCGtzTHdW/t/g0dePFyNubJp3zi9jkVFCBq7iY2gIIE0dmfRtt8lOENDqSffxeNP+
fzzDf+1RhxXPcrlEjzsWNVDtYkQkFAomwPT6gJIWDrE+QcAAcpb6ILB6rYXWiv3FTYXWDQUIC0Rn
GuWNNS2WmrJTuUvW9kQZIzDsRTordIeplvVOA+pgnPR2BDPStBdriGFH0P4ObZlB69qaMvHiml99
C5XerQBbHLgIG09IrJ6N9FoknKGM6OroJ5S+4pUC6+KVN2e6wFY+o6yoobM+Uya1jKUeUcsT9H6y
OBEaEStAYrqW98+OujJDjarmVCT/FTyOsqSuUCSFukRXVA2wFWwEmoC2QMueHvW1Ruo68vRUGgpS
N0VvCqBUMGpggrZ8PXhQEmAGs+PHj1AZyp2igWcnbdP56YWEtoLngRHWYnfw0yJyHm8S6nHwMwI0
FcycEuD8BwHUrWftfQ1AQtHnUVsvj02VX/xWXWtdWNqHQK+CsgcAWdBHUPFHqEZtp3ARZkkeRzsU
fMVRa5CYKl6+xpGx6OCQoUaUo4lAE9Jw+7wfQVQRFvxFiYVfcSRbMvqY+QMvAP6mXWKo/yXsJ4Dr
ehKj3jvkYPfJ/yVlJ8qreJjg5Tx3hKARk6bTUoZi8kKlrl1WKgjbJboYeoYn/C1k3/D58+MFvIv5
IamAxBAiIKAWQS48L/CVM2VCZhQ5Bj0FXVxcmJI/hUNu+UXTkgLPD2ZCKgeMfuzKhUy3m85jhFMB
ahM5HEVD2uPWrF8y/ZQKQ+3W02ipTbcpkn0Vn3DQGJChNuN7lewL1vUbs+O6TT9rZW5EyLc/Hjz9
Dvz5DIAYQfGFxkxI3FGfAX5hVGJUrXan8GU6ZoIOvFMCroQWgAkiQrDGZ0wl27d/c0ALi10oWyln
tqeiQAlj24w22wOhE3CbEL1O8d5DIjqFNPqOS0jLHOvLGkb5B1BwE7/NAhg8BCnB14PF+oFhX61W
oJRCHZde7RaO8pV+g71KB0jGnNCn2+yg22AKuI9qu7Iaq7fbPUi9L/2uMaYjexjtyHw8ezQC5J/Z
u/oayn0xuRgzaojZ4zetWZq13pqQrtARr+Ni9Mjvb8gqkb++sfJ6n4NHehLwbsdTGWyz4Jmlg8t2
Kn0tYxuXC40BmeoWCGMJU5/DY8J3rgySShXMgwTMU0GDIZIF2LTUFinrsfeaBjs16gpbySo3iz+0
qtjEQbNpfH+fx5wB+Sqgkvq/DfPdqm99wq3s0/vQY/4IcM3gvQeWO4Ccb49L5DV8xxRy7cZap+dy
5QhldPJPUm5EIq+PjZED+1pqAB+WPUD1LPe+MgsLbgI9KIC8ovAz12KoOffCLGTR2Ne4YvTm9Q3p
8+/I5x0hzUiLwoFSHIs4cIbXunL64qkA2qYKGr0WDMl/DzkwsfLiClCVxkD9LAykyUA5PPf9Q1bu
dk6YnpfaMhUaV6g5Ugn7vAKQYDMgGoUwZa5JxtD+DYeNHD2XLJpr08KMoVD8eF7meae2IpBGqKGD
BQgnU6S+Qe6zKvNwP7l+XgKkiBZ1ovb8oD+2ch8JYvnR54b2BNgCjyM1+yDJHEGv0LWuGOg1MG2x
GauvoXBAS3bSu15usLnRtn9WrM5Bzu3gwKUAvMZMtItol4YJdFrUxiz4Ay/qZE+pNR5GdGMMyB1L
O/TbICIAPnEY7Gn1NXN/CwPX+wN0xrUEQD+d3wf0E3KaJa9eDMa2nC+QyJgIuHVd3q24kvsLgLJE
HayElxqJq2Bp3BT7ysmMgXwDA2ugnUsHZYsx6haQP1YDXZTA7sxwoxoy5Mo4MzSAjrXYnW9Nz2s9
tHRPszoz1V6Pf46Irtx8LglA9MMPXFogrwcj+qNuMyfbd9asuyHsONDUJ0auf5MGzTFA4eKHNcDf
teEtZQNpX9DtxFaxWaOFvQvCqc+iHiRTIrC1BmD8pdc5mFfMGWzGGGtAVDolejd8artzda5B1OPH
Tv7KAhuLNJDh+uT32+eMwqn3HvA4K7udpi7+x+jMviL9g++ndoLGMn0KVLl6mawecy7Ykj3ZoQ7e
4sNopEaFdpIjKhjGFvO6eXzS5vHcHDTwJSMrgxgEEHMUtCjTGV82/BB22iXIXShAlwwQZtVHWDwl
0Rrn6MISIsU7CyDi7pzTXrc7qxc6OaiigrmEIwE0b2CJLxO+QNyCfIzBrhEazl9OjezaHF2Zmbhg
wlYuGUBDA1JGX2n9r6cOdyKwU9B/hmNE4ex2POi4EbiqAo8BoMTArNdELSwVSCbQ1eqcv4a/v18o
8MFie0BKaGa7pJvbRcavIyRAYE2FdKKAdpgPHtpMu3GNNmHR0OzsgbDFxUKHOIk4dnnWCKHLA8g7
pWbqFsiflXa5RmR3vx8wZ2CT1kDdBs5++hJtkfuUFCaMXOWCojQJxOQHIFMyeoJOD5Y3hzX85v2j
F/VNSFeDHFycMQf0kiHTBw60GBijBn0U7dOXuB31vwzkhFK0j/gbMOGaH4Ahbgr8zGomj8/afY55
Nq/haQeKQODxf0KtK9+qig3bDEISufILdLuhWFTYtaW3b4/N/CThb3f+rRkqNu5RNa4iQEZdlBM3
EspJI8Aqgf41Ed6poJckQnGzBTgxRKOaQD5eCt0H38fKR9ylMaixUqcjQcCiQMAocot332bQBIcO
ENLCdU/o4RWNwXyeIPrVGwUpNiqBc01ATsuSbCV+WdrN11NOXWdylHK+zGLKFTJyR0FBcRagll1c
XR6P9y5IxXDRyY5WWg4Q5budhQ5OWc7iBug1JAbVLCC1DgAB8Oin3knW3mI/b0N6ha+tUaMq2zbM
e6+O3PozNlEYtAC3NzzItQGzoitWamKqrQLNhoMxGV/nBjSkMrS4w02+l/RKr42G1B8yQZkP2qfs
Bm8o/S9032wGvR0x0dDLCMkUZ01wlm67wD2HSULFEfRf0Gm4A+EEUdRVMS9GbmcJUO9ygIm1FdKe
Jos3eUCpRp3dNkbhlBtotJ7OrdVbMskd1hIS3L2fqZFth4FcQoN5Djb/w/rhdoJ3mJvrFSrrNvQN
botw/rRWI5FqN6DiaUrORpd9AdbdlF3JfSwdD1XETEB7kQXKm7LHq7EGprwydvNadrIp0XPPkRll
z6wl+u4DeEz6tSXKG1RtiUfdAEvsiEYfKGyXreUpu6SEZBs6CMg7u9YnsDY26ugHlVYITFZgbO1E
ouC5HQ5dOJBmJYVJ40uxnYBgnS9fEPCgKslSAUUI2C2Xx0zk8grws7s0cX0Eo5MTgM8fcqukFRGP
TruOsftNfOEgSP9dr/n0+7HiG2aYIO4xxFEydRLZqQ8kjgljV4bMvXL0wD1aPvHc1+PduThUwNaQ
JQOPLS4uaqgDP+DlzcaxO1jaUfgozfQvqF8N3olNZdPYKKYRFvQIK6noFbN3CYgeTE5+Djyp2+zb
jXjKT7XRWpo5bVuLtYqtYsDzHPmVwd67bASIOIVzng75XbrzIUn8Pon5IXYDxvKexEMd26OHFAO3
wn9Ac2PN+weRB04fIHgQpZepfcqGePcWPpu4074+vc9kWAj0QzOyJjS0nDfP+/3b5vv5+9t774/x
kSlIt8Y/tjBU5JZn7IkMz4jE720ImaZaBMacMnO9X5nFfHJmvHoR32fKMEoAoSTAnoGhEemweyy4
0uuqIXPHrfja/gqO/i/gKzaSzZzHP43ZX7w3ONanmAUJrBGtndHZu9zeVLAO8i2keSH1Chag2xGi
e7hJy0DI3MIY9qgK7PzNG6erJMNNnzyNa2/qOSP2yBzlVrkx7pJYkmHOSe30NHB6qrOOdqh2spMY
sS0Y5Yt0qK3G1DbNJrxkL5rrmazdvikRUQ/MR/KyFgktZBRup4BywKwWRkyhzd9ksGaBVstyE1iS
2Ru8kVseKMEf+4r7sPrWHLWri6KDLGeuQO6QaciknoTkSRqPkN/Rqheh15M1jNbs4R5NOeUBgatX
BjCZZC7rHfgOxMflLoS27uNBzR9NGQG2GywAEoqLyIZS6xqCwUFQKjZw6+qL5d6KtTTXwiAAF0TY
BnFgPIJpEtQu0/IOog2BKyl/0PnPZJvQW4McLRx2RP2oZs5MlyIu5dujMEipNohyHrlHwRDNM0/q
f52WxNvi2gLlTpCWzBivgAXOP+eg3FajZy55YsdNLv1ReSt3RX8n7qVPMMnqqOE+XqKF1Mm19bvL
AhWplOdHWBd/+aXev8bfkjXtkq/e8J+IYI+RKTph4RQvkDtc67dYuIYxq5AAQc/VDCGjMuVilgmt
UJV48qSkx2PHrk5y8y/3IEIM5OJhhFdmVSe6VQ1ESCHA6X7u+iMI1kEpi4zoyhTSZ5c2QZ3drPXQ
2JrCRLbv/zK/MZzX8pX/TLfBJcRbSdqijXj6C5b3595lV3znXaL/H+PolsJMYox0hgFqYlWujhGM
uxB/eAv04CLvE5N5xmEIyNrNQJ842tp8Wq7ewnE+lMUwW8unxBiafYL+M697fTyh9KtsNoLYF/jN
uVoMlpZbI1GnTWUrsjlcrypb5Uuc6gPYd3f9Si7+7mVPG5r359Voyr5J06KcclcgYN32d/lLsuO2
xUG11664VVPUxMkTW6j8hDExO++pcJIjBJD3wTmCiM3jyVtaoevJo/xVqcVwuzIMKaAxFtHaIztR
vHJZLW46lHZEVIERAIEc9HbigGUWYo/jcrffiia2QPdVvGkv0azH/ixFZLWFeI43ri8SLBSSnSBO
QyISiTuaRa9CUFjMIYkrHPmE9Of6pB4Rae6Ev+FxzSkt7L4bW9RKNRPT+gEaHtx4F24b4tml1b6t
6X7Mv+TRgKhVCmR1AKsyjARO8izY7JHfr225xXEAHYgmHbwlUfS6XaPQ62I+LkroOPzuP4VD8CVU
kCvwPh9vN7pFZ37C4YpHiRmgaGhf0wVxXooTTtDy0k3e0Ve+O28sa9gRRIoHj7zpJxvc8fZjkwtz
B4sq+lPQg4R6LuUeUq2PW5+tSzc9+2DCPTYbbLt/Rxczjwp5/bk9BZsN8rRUAOxnTFzmDFO5LPcU
JRpw5brv+ysXx8JRnTO2QE8DvQF9Rurij4Uk5boiqN2QcyKgw+JgowJI8Hi26BgMv31+a4Mi/ufF
JFI7TUqgqlWUGbAhSoGCYwL0f94mqx0Vd/v51go1FLZlsj5nYUUMLqAdJPmwRjB9BwD5ZyCgsAJZ
LLTvNCogl3I1jGoPJlpuC2UsltEsmQdRA9JRz8UIOsFG73Jd87eMQEoUv7KVLbE4kSCJwIZT8Syi
ay5cLMeS4Ke1O3SNBtR9mepthS7/x8t1V6T+GSZyE7j6UD/Hsbo9tlLQeuPoA15TcQao5SFcl096
1s306oBI8u9s/KubfrW1EYBXSFrZkXRANhsHymZ27BDDAZDw1vjEpID2ecBnFGNlS+ybJ0fmyL9C
q29lmPdb/9YQFTJxgLAB/q7UbpOhOi1ypCuepbVr6q4qSg+H8hSMxOVykAMEMTdqfFn10/Dlf2e1
jtydDZQSaoKhUWxspQfHdmWceLINwD0oGXP23Uei/TJTET5e36VdxIPcGqTuqKDcFaqDKZfSlCsa
t1bC4AwFB82YpqBecZF3JZOfkQPRj0sE5Pwa7ZWVaZwCVWUaFBPULbdLz4bF6pnF7UByvQEGFbw5
O9R8Qb6pOStR1Q8A7PZuw9pe2aZ8Z1t2aFXTYBtyfG9PKEbraJR35G13rC1khK3c+cyt1HhlDdVK
zMufxxN8V0ehh87f7uGkKwSu9f3WBQTTQjP+UUKKiN0UjpcQ5NgtaTPYit5bKGKc+f1wyLZrVe87
jAD9CfQx6tOhZwXMgK/qefOloFts6ynvTWApb5Goc8EseGPFJam5TcZMm7TRTMFgsz+jUAIos29j
Iiv5PowZI0eTe5XrMmOkGv52Orf+Jh++welHwM7V5rbGWo8ncCFURSoC2HdcShxAbjQDu9RHchC2
wI74hR4W+9o3ZWbH2PVb9qTt1y7zpfOAm2+mKsb9BN9zu1pFy7FQMmJbl20/OxGaV31oPB7Pkk9D
WILCBXA3aFOigvwwCkVliOLWDWoIaQxNnjlVplY6C/4KAgh8uWLvLnU/rz5S22BQ4NBrw9GQu3qM
lYRJ0hbPF4k8RRfpyb4A0vb38bB+ag30Mbs2Q28y0IBmTAQz4yba81vpIv3mdpb1xBnyc2V7+430
i2wIOXfk7Ghm9GkyzunEkuDXqQXe41JAJ+LvytB/OlsffdO82lcPKraqJ0lr8U0gm4vVXaQAWnZm
A0tDFQPVRGQST+kLqlqFO0lW+57F4FQpgMhWjNIeA0OszeYFrHLc34Zzav5LM3gJFPXeaARr+S9+
cVtcrRJ1N1Rp3WRNnbQuH+/q7kkodBsTAgV6XZsZiXtIJ/5F9zyJzMisNjp/Nk4JZz1ewx80w/8j
7Tt75NaVbX+RACpLXxU6TOgZTbT9RXCkEhWoQEm//i15P9zTzdZtYZ+7DQyMbcMlpmKxaq1Vt+ZL
2pvaOBBFgwTEm2D7Kd8DmF6RH8BrUe67B8WNWvPOZRETT009e7q4L+pjSn7UYBUWtod6CVQqIGiE
/mj5o80D1wom92UA3j0PDTyYjTuh7ZjwFfGnPnLhqaWnKnueP1VoHuH4bh6qaGxcQ47rOUPzlrr1
48ny8BcLkAd/51B4eXDqcLZ2+jH9mdH03qHANHt0jDcuxb/ZbGkeQBRF4QCcKiTaZMhk67ZDMlt9
+/bl29MPgGZA6D82XvkMmZ3Ua1F6XsrPyO4raHpBwyxYflU+fo//qQBUdDrdhXfEu/teHN71kHgZ
rvbXJEwAupqQsv7nlziUPs7A7SVcO+02LnPklhCW6hqRbzvOGRvtCWEhOkUQ8jO1+kfjM/tuKwfL
3ZW8e3P6jyzjW1sHJ+lqxgwNSBaEwghHpe2rV2kRI2vXvQkT7YzbuflmZO4XktFHN523NC3XrgQb
kkNIxaBdxoL9uDzXesbTsrcW3K5e3LPprTXboCZGYCMzbX3J9Cc0bGibrdzkWiRxYVY6Ho3eEDSA
hFn36cP16mej8YpXtAR5twIB3JoeQj7cU44EPRIFKt/tfbmHWs1GQuWqEgB/jnLOkmBeXmvYoJeD
F3ZaG8oAyKZG7sDXdnZaRoPufXptoDatA6AQ4oH4ZNT72ztr+WflFQajAMR+4IcW7Z9Ls2zKmMEJ
4hjFfKwWiQ1tCzO0PrIzE9L8KkmDnNQYd2+NCtEi9ByGOL2W7Ae6y5U7dDOsEf6KH8Oeio/bY1vJ
GmBOzyxLyQkLbR5dlmBwizgqPxLIowJHCVlUyFb2WE7V57ikaODi1xYO46o++ndBz4xLMYdm0HLu
kwTg2EfjbgCPEz6F3iXwKcDDa1/AzRr3zW7aUla6AgzKdqVHsrBjTh0F092GHFANiC/6KiCD+YMJ
FLzO8CCJvWpXQrDTBfBF2yicrr0sz+dcfhO4LKZDpcO8cl8/KCfIU7yMn/bJfhz3/Q/3OXncStv9
L6u8dHhHfhrEY2mVOdUGi444OfHosY/8pX5NdvPB9aufCQafeCz1lK/622sbEuqxID454e19tpKo
XPbZf75AWmqiA1HADCx1rYd24cf7Fmn4Q07uISIVax50KJuQiF8bVq8LAotVF7XThW2nOlJo5igk
LvUWYZD6czxa4LNCRO4bCQ19l9Ij6N3kWZ0e0JmqfzWKN0iPKYHmd/nGei/+4dp//OcjZLfVmgVJ
LEy+U/QiTFT4apHqlT9Y9eft8a56qkUmBG8FB11KJUsuHV2tqk3QK+bfGsQ0eOffNrCs0tVQzgxI
rtDV697ObAJlrAfli3kw8RC6n9+tjQlbveWMMzOSO1RnXtq6UNF07Y/+U/mS/3bfnQfjtXkqq40B
re/LM1PSyZinsp5THabm3tO+zTgKj0XiN4AL35OH8dEVXvf19hzKLXeR0lx4tviBxrtAcsnZRpvM
aBrJcPzr1ONfgVv6yu5M804E40eeeRADeWOftPSsLXGq1VvmzLArZbSMligIK6BrZuARzh+svfvF
vW8eVTwJ/rBd+pwHt0e65naWFBYuTcRF2JTSOmYlWKilhhdf1zziUZ1YfG9m79x4R0/xQzdCSe6t
bjy38Bpl8kZyMAyfl7qXgBhU3XEW+2VeHqpyV7Vby74cfGkjX3yZtOxoP6Sr8YRHh5EdtObeBPtk
eE60r2UeGPMpVnbN1+5xviuyH7en5MohqeDNAYS8yHQgVpWJyNxJRNcjnIrAR3MB9LegtEtf+um5
iXmoihiM/i3c+HW+FphKdKRfVgBdIJEQuoxfUtoaKJzXbZQoT3SKYlcJRuOp7IDY4XfTZ2JBdvwB
ytm68JAEy6Y96X/fHvV1FgyfAFgAmG+WCvU5Ik13VTtJkrpdG/U2aMee0vkT+VZoXZhUZKeaim/Z
eGud0ulYNEc7CRr2rCl/5mkCdat5cvcl/0UVD52de2VjQa482vJlYCC56AyFS0iuSs9m13PwRttI
b5NgMB4a5U/XvonpS2ehlTSuy9szcXUXLOYsNIRCBA8/8PfEnL3Lu4opUAcRbWTR3DeSe3dM0Xjg
+baR64MuWdEuV7wyHVZM1thGgv2xu8HrOjtwB7TkJMggkRf0Ls60Qxkzv+kP5fw+punG+Vpf8LNx
LufvbJwQtDZNCvpz1Dd+lpR7W+nCrCl9W5mO7VwFKhrF5LU3o0SZf/06Ng9G/q3r3iEpE8ZJEFd3
ho2ueNkzuGcqLQ+352d1EZCMxYaE8hSR46+lZ1ZqZXMbzYAg9PQwxq1fDMd/bwTJLpC+AJaHSL10
6nrHSXlnx200OMqPtk35IbfnYo+a+pa0w3WWE8uNHh94ri+HCxDqy8lu9T7p+lrtooF036w0Dun4
OKdAKRt7jUJV0UCK4l7VDyULWv1l6F/08c7sD+lzc5/FYE+x7mEuXhNtl4BG8C31s1CAD8vip6E5
VsO+sj0B3Q+0p2+2EBur+2QJzRYAqKpD/fvy06sxtxx0Fe6iXFHvc2GGihi8KZleUpBbjMrwmfOs
tH9iLBSkq1Hs+YF3uNeim20KZDFD26Fip33p8T7p6qAwCPrybvVAvg4RML2QjYRuL+CUKuoxl99o
TFPWMFN0USOCRAUKrirRI6OIw4F7zav9CxDOaePmXLkmLkxK/hJKYNS0OEwm/sAee+CNlPFFn6IB
D5Xyu9jkCy6b8eI6XIa4IHFRCwEXUq51pXCQyDjRPur/dB3I8ZbnvrD4ZXoWI/cQpx7SLfXTlTMI
9QQVCl7o2LTUXi8nddSBUi1NMUbI5swBqwX4IlTL/ZbYyYbQ6rI+0uAW744cOqjHYBlIUTGpXJ6o
0zxGwFwFNWTJVJf6VXPo6Ybc4OqYzgxJm1kdNMrrjozR0O3tova67K6ftlSPlq+9NRppNzptizu2
xWhE/kmzH3X8cdtvXefREKGcT5e099AM3kozCgOm6qn2Yej9ZNqBFoGypxU082n4GDbi/esFgo7B
4sEIehWB1iD5L0Pri9yOkzGqqrTaJ2ad33eCTIEzTxWQ6dpWG9brOx/lDRBokLAD9xdalJd7b47N
DJAMPkY0tQ/dU2Gg4Wrchmi2Fcw5NjzNtljg14sGAAOwGUuTK6TvZA72YECmCsW4MSocF2nTFJTv
vESzhY2lWz78cm8sPRrxsICaNk60fBFMhdknTmpiIofGPvKCOTvgGDRfkDoPes7qw6go+aHgeFu0
U/lncPopTEd78CgbaQgVJ+qBYjLsANGjoZOPxV6nfCvJvPqVS/vFJZPngJx/Of3pYKZuoydT5NYC
fT5TnwB1qAoncMQuc7dUANamHl7tf6xJi926bmtqE+LeoakC2poHoy03gKNrA1qaiiKw/9sGS9q/
E9KSvTDyKdIB9orfUxPb6NHSP4j6cnuBtatnC6QuDBwU6I9DyBn9pC6nLi/i1DRYP0VJXe2S4hvh
O0g6ehm6Bj3xZ5uC3uB8Jo4IGkC3k0Wq94XRfebeQ+mgBvd4+Gl+LVPbcxZNjnEjlL52f9Dh+FtN
Rxc+DWWEy48Tts3cqRFT1OT0ITUBBXGbyWuSstiILteWFGh4Z+njhWKiPAtW1duaULopmp3uRA1+
0FjyfnumV02AP4lpRj0Bhi7HYitG3xoCY0nUBE+WUjUxGDJvDGQltMCUAQuLS2khwsrQsKmy1IZb
5hRVcQltQ/iFPbXVLuBm1aHjnjN9mmk7HEol4T6bpja0AIO+6zhvfdZl2ob/WFtAvM8gmIsXOw6m
9GwoClHVPFOnyGztJxMbp+jZE+SN9rfndsXd4+WLjpJQ40JlW4Z0FYWNvWGRKUpF8lJCFSOfy5Dz
75Dvv21o7VxaOqAb6IaKIroc589ma2mNns+Qrs1+89wNSvzwUCcKtNl9a7p2qzxzHbbhTX9mUDoB
XadR3REUBvtuL9TMV+ufRvlWEAC3Pc35qQ8bI1zdQBaqT9BUAeoeTv9yn84QeGQMQKWIZXdqrwea
ehdbBRTNOo/iWU2NX1Nv7KaZPtkkO7Yl3XhKrZ0TkBEhqbhkjhBEXtoXmdro0LKcI2AoZ5/rtN4r
mp5sDPM6YQ+/h45TqO0hgMOLatm5Z8/JiScKg/o4khd2flDrYJgCDoXeLoiZ5WWvur0HaRkqXPta
cfd13wRofngPZZ8Wpdk0/yasQ8aaO97pr7d32HWmcvkw8HIg5alCa+NK0FNrO16a+LBRebIAY9F0
P1FCrXlS3/V6l5rfxFaOdxmqfMdjIgAoAjQbzCfpXakZKJUvfShwemiooPUWMBXHsth6gawd0oWR
CxFNXUXaSJpxTSvdEUrLczSOQwFyeQb1CqfhnpVAQEkkv27P40pEhuAbWk7IUGEjW8u9d7a+XVLn
7thREqlVR/ZVmr87hWL6hOrdAysztmdctcPBGLeIKysnFoahIIo25MjGyrEI0KeOMaEdcwSR2Tv+
Jvaa8Ofyrvuj9l9vD3Fl3S4sSXEII0xX6wxDdFl5bExIfkBaMpnsjdzP2oBQ7FiE0BY+pewQDFbM
bldWU+Q8Fj7OSPPxUpm+nvjVljr92pqdW5Jui6mE8E1cwRLPd671GzBCn5MoB3+bOG/tVq/YtXEB
NYRND+D5tbIaGoMSkbl8imxShHZCAcRSA90JJod5hLyUNQqk8dvtJVsbIR4lCxQTkjhXrCmNz5Dk
hY51xMFIMKIJlG4ox5UQqNwN2QZYb8uWdAIK6jhx4eLuJT45VcDxQ6ZCu682rKw5UlAFgKVGD/eF
qyUda6OrbOY0xhRNLgCIffVUiTIwx2wXZ9YxLx4yJeRAoIhnMxX7cu4+FGQc4l+udSKmnyI9H03O
r37+eXuiV5zNxVdJL4JRUYWipAiDRgrGszMctQzCONAHyyEcfNvU6jyfTYB0DGMHh5D0SKVQDSL6
bYmqj0Z/oSbnudi5mcAS8w2TK2EISq4WZDh1C05GjnemkuZZMafw2B2JYrqvYxK6yXEofphWeHt0
a05mEVpEEyXcDODGXvrRWJ3zgevVHAFc1x9E7Ew7xcBTMNPn5njb1EpZAfBZjEkFdnZxn9KOrSYL
fnOu5ygvXrn2wfLfhf2ze3KyAC0QOv5RKJ9lfd+xAJhKKNn9y/7GSzci8AJw8eJg2sBlSPcgcZRW
JMWEWTXGfM/K9qeTzjSc27zYWL8114PkKm6H5bmKws3lpGqQ7nMnFTeuGH32or9W05N+j+bKEDjY
0WRrg64t4bk1aYPyca6pUllzZDaoPQ4ACTtooNrTjTfrNexuyUbgYgelAi9KMDguR9VNCNCpocyR
MQRs9gnS7XXkul9LXntoRuTNdZiZh0Hhvsh+8TaIkR3Jn2Pdy/K7pj02WuZlD7SofW1GP8G3tHbQ
Bst+tMqNR8nagUX2FYg0UFeR2JDWOR4bY3TMeI6A2CaezvXnHtLz/pBz1XeTdAhaiGH7ldP9F1ki
cAyQsUFeFO1B5bRvM7V1a0M7L7K/5BC419rAoYCIH1mDFsqftw/TyqIjykLJG7EksOgydzAH02nC
449ECYQEQzVhqld3VRryvqgPt03py5NACiBR5jINeAlkiiD+cLnwWeYKYdlCjRybvlkFYUEVI3Iu
RlXz54mT0ITWeDByBUT+2YJCpTmru54TdqBwZC88HcuH3EKz0Lm38nsH0e/OHgax09OUerxw+8dM
M8rAKVT+UOeVE5a8rwskD2P1iz6MfYhssx4CC8Gei4kkL2NC0Ze4GNDZHnyvDS+1crP8rbc7eBqB
nWxIu7zuuyZL+lKPqv6BdfyRTc9Oi5KB42xs0zV3eG5J9kcsSatmHgo9YuiZytGwrpoRCfEwKauD
mp7sAspgQ+rniVcZdJd9m+L7vpw8e1S+3l5g43p98SEW3oTEBdvWWf78LJbuUfvjrosPIWoZtAYS
7FuAuGvcFo7FuYllO5+Z6BQ2j26Z61Fu3lvVyeYgGCCWEL22t8eHsT3ZQAIiqVpMD501+egiU2Sh
DtRP9vLfjBXPIdzouPRkTpWat3nbWY0emUR50JXBt/P09baJvxGzdF4w2P/YkLZQxnuidl2tR5Nf
6kFh7ZlfFb6953c5D5s4KL7cNri+fv9jT95I2gB6VcEwphSpdzRI9wDBvm1h5dWKZkWqu0ARzEW4
QxqSPvJ6dkrFiNrxOFp/WuOz84zpdx/v2M9GC5XdbXvX3g3mwH1D+WXxOkS6QNtOm3kCgb4IO3OX
lk8jO5Ci3TByPW1ockMg74Iu2KDZyBIHrkZaK4eKZyQSUNensoMqN6pKwe2hLDNzuRkgPQDnudSS
8MOS8i1Ky2xaKZYZdTurgYz8/KD4Shpx88u7iu5Bt42tzBtoleCAgIGNbKfct67IB9rmKTUjq2EP
DaBjSlDqw79G1aqgpCJ5hLIEYNNXWTI+2kTodoshxTXftWrH0TejgwosmfKHckzQh9qYnV2TC/Ug
ahtSb72dnGy9q/aNRquDMPNsYy2vI2Z80t+EEi59XInSFcXnDMpEQ21GbejYXxTiNcZPAbiZsr89
wcvGu1xN8OuwMyzoEUNK70pFqpstSJK3ajQnAdrJe9VPa9yZ0xbF4XodDc3AUxlROQiLyCZfustk
kT+amKXiBdkUe8ipVZ7GdTdEPo0fbo9o5YG32FrOtY46IKA2l7ZcXKHEbE01UufPtHU/9TELNZTW
cxKINhzs1O/t1gNlsXNmwK72qaUdcsOrqmOqAKD1xo0gB/5m+HX7u67ULVD4QriOjbzMNMJoyQc0
FmTfU9SuIgERrQ5KoL14rpsvbTP/GDrVb5CzLAaI1VLi69lTVqUo/D3x5rMi4q0BUsQqtV/67Gw8
PK+PM/BQBiYK3hCZftlpqIMQfGmuGKnKnc0qT0yVB1qiw5NdNX+MaEA/bXj3lThhMQlry6ZbrtHL
BRoFLdUMfxKxl2lgAOvHQVYVmUdJ7ivd0ug2c7wBLbLRnFN/SkRIzMyPB/tIeb9xzFauNsgaQR94
IX1Bm1je/05T5YOYEiMSPHZDzc7ZronV8TBMTRtVRk28ulJioMWMwYudyjooQGyDhyqGPxvbY3mY
Xp5EfAk6vqJTGOQdifyYzHnLLKqkS9f5pRt4aCtfOzCwWyfzVCgIF6fOJ/dNtqvt8Lbl6x1waXi5
Vs5CGdLltt4amILcraEpOVVgvDC8ZH3m3in5c5tsvLtWMvbQZUbVA200wSwmcio7dhQVIChuRclD
lbz1k4AA+F6JMqQgFeGVXemZwmtdfUfqDRzEim+Aabg7NHxYGM0yGjrXWazQobci3U69lOmea3wT
MUAscA4kSf20gMzkjteh3nr0J9xExcO6OLhxfZiMR7T9pLQIXWfc+K5rb7981tLCE/VTMHKlJdCc
tCszQ1iRYmoHvT3WFJLYsxqUlbmL/z0IVjV1tEgzQMU3sNVkXdshUQ2hm5Md9aDANg8cOqlLNjGb
dln2OgH/+8TFY2Uck2y6t9WtYPL6xjF1wGzQuRsl3KWJwuV260WJEok72FGnhwIyl1b8OmQPWf9a
DL+K5sX+GCGXXY7Zfl54YJ9Abk3jBn1+uW2ko3bxCctRPN/x4GHzMRV2ZNW+quy0/APYUyRPH53u
PoNG+O3zdX33XQ5YyhLpjjqXijLbEZ6/li9qtGyy6wlYEqfaerCvwB5hC3oE+G/RS5MZYKLs5qRj
hh2NCUiV9UeC0pt1r87AchtVd0R2IgPwwg6K+DHvn2+Pc3Vhz2xLs4rePhnUaXU7cu19Wj9X8Qst
HsSG8/h7QqW1A7JDxzFZhAmunAcgDGbZFnr2YigEO6QpYiMNqB0P0EEo26wJ3ExFIblrdGA60g56
vY9Nq46faU3rxsvAhI4PI2nT7w0a1nwqrouuMiiylKeMjVBzGKoJvYpc/GUalKQAL2NIkzI+dHlG
HL+ei9lBswxgeYOBCvs3qMlp7UOtt2J+Oqr83TEF+2Ikk/K9mpdsAE7BbO8zneF2N8VsW3cQDFH6
nWHUSBOqKTCBvlIayz/aKYUv8q743s0tehNB8QNipXqMNkkFBxDJSvLxU5A+FuiNbQ2gaeoq88tM
B1unQm/U0s8tVn3J7LHHi8yslGcGOS9ohKFAavoT+gg6zyNH7P4bEuU6NoEYkcEAAnz6wZloS29k
sVmeZvi6z77tC4jIg7bxkKtF0fg1j1kA5TEBecHeKUZIZHXKw0x0iuZRyLC1gYW5yQNhzuKHZSUt
81s2oPjSa1rl7pXZNOh35tbwOKQ3q2aXVgb0NSdWDfr71BrFwxQDobaR65dpRlDvRj12yfAAh4vH
gxxFlwNxuEDW7KR1TmBTFEgK6xin6SHXHhmd/aF7FArmXrV8piqQuBvvW6bf93a9EWdIHmf5EHSv
hWStiZwE8H5SyJO3SZcYVlOfgPrXaqBP4qTau7lzV/Ox97Osf9GUdONel2Obv0YBKgM8BFRBG5f8
pZvL5k6dW61vTlDlOgz0u9JEDfu04ydXRQuq1MMb55BOrwvm8LYnkDzeP4ahgAtRCQ2PNjnad6Yq
1XS1bE6qUf7pbMC9TIG6aVZszOqaHUTVwNVDpAsF2uVaPfPjIo/zIXbc+pTnLgSmClTCrY+4QGXx
9nik6/nveAC1ARsYCmDIiC6re2YnK0g2osjfnKY2DRlPAB6ivinSHShTurnhRpe7/szB/WMMhUML
TeohFGAvbvbMGE37GH2N1OYEHbcKEVFZ7qnTucG/HxJE7oA0BMwFUvqSlapjbWy7KT/Vug/u2MGZ
1H0Dxu7QvgN3uLEfVs4hdiAQjriQNGTl5PoBTofiCjcrT65zXDhmLpRApr708u7J3LPQqr/F80MJ
d8Tsb5m7tR2vl28pBeEQ4LmBn6YUXREiUKnRs/pUDI1n02/wWr4+HUFPCVwgJG5P7PXyXRpb9uzZ
8vV5pUx5ndenskPzZY6un1tBrPx+wg5BG1NUnPBkgbo+UkqXJhSedswenPw0+e6ugqSKcWx+m4fW
R7XQh6z/4KnJXbNFGV12xOW+XKwCUQlpLSSYZGhU7lhC51CdPqkoP48t4PC4IqCC9MDsOro9h9fn
+tKUFDH1CiSk0LUtP9VBm6WBY7/kuD7/bzakTaHwTOEGupafSoFGl9D8SaFymjJ0SKm67uO2rZUN
eDF10oIxpxCsJm5+YhQNEapjU2ADOvcEDMjZ2UhmbdmSDjZ3HBPwRiwTiSprZ44f3Q9aOX7Btp6N
8jPu/2/D/2yI5UvOdro5zqBOM1iysgN0oUYoybjFCA12PXlNEh6gTwfLHkTxJGhcgz/h7P6LWcWt
ikwKEhcQRL2073ZxnyBGxIYUEFWg/DNrxY7g/VJQNBSr3m9bk17Jf0cL9hgersisIpMr3QGdPc3W
SPLiVDSPWfnY13sjDzpoIOePYLgY5Ndtc6uze25v+Z6z2bULrZoYBO1OORQoSFgGTy8/wRYKGVRB
NkxJ5TB5aIYUJ2hzC2G2vECGAQDo6p4lf8Zu37uTn/U7wPk9ve08V+FePQ4bptc2KxhnKmIULCCy
Y5eDzPnk6DNi4xMflSBFs+6T40weL3/mycZmWXWa56akc5HkjW3wCqbG+XPO/FmNAXsYdnF1n2L7
5tNetwM6CzSHrsG6afw03lnt6LVkq5YuU0L/me6zQUvnJomNuTetCp7n2JxEOASK6nWBCPuX8il5
0r7SR/HchTMi5dRD2s8vR7/ZkltY3c1n3yDtZsfIG+A0MRsG/YL7Y/5ixydl9Ps39pOUG8mNLVvS
To4LRGfCqYuTTfdlUnvJ5BlglzYe+2XZO3PYQmXJtbl/Jhj4a0ADFz6YjMJG/KbFqt0Xp1nZzTtw
pkblB8ObkM0HdX5R+l/oM4gWytYH2owGMw+nfmfFGztbLjD9/Qjw7iGZsejzIea53Not4emUWZhh
1viavh/v2RemgVHmNb9miMVUwcYhXg6pfD0bcE9A38JL4TRd2uNgNTC7K9ipqEHs9UzijtQrMzXt
fJoNag8wkY1yjT301R+W0bL1oBBTlCDA2s3H7W9ZO9XIbyNsXHrLIfK7/JQ2G8eONNjgptHuUDTX
cKYnaLVUTyNejrdtrYUK57akw9SQzKI2Jupk1hFt3wvlWXH/Xbbon5VEHRlFBUQdWNLL4eS6Vfc9
MDUnNxdBBsYo0jYQtPOmNuDjV+ff4rP+2gOOGfOH0g+SlVIexeqIMZdDU5zi+ZHaJ5L+tqwjHe4n
65twD7enb/WaMdF9Ah1jl45C8sM0TVKnmogCY+3HBCoq8wYV7UuG0dNL1SOKV1LLVxoz1Oafk7Xh
GRYvI+9ZQPD+guCRzJGZx5UOkEAy5OykkMRnLHlU6A7VRU/0KAQ44SYafs3e8lhEIQthA5KglyvJ
qa4jSTOyE0/Jnancq1zxY6SpIB5Uun7X91u81DXXB87kcg4wtUhaXRo0ioE0aGXMcInXVuZ1cfR7
SvD7D9q+Adi7cRbWhgepN0hXoVsDFE6kjTra/ewQ6jL4vdhDYgboJq+oS99MkekoX6sk3niqyun0
ZauilwjQlOBtIKEuI5PsgqoqbxVkjeY0smLcYZV+mpp3vb/v9Dd02QbbK34UulebkMKaSl97oMMz
ZeSxnge/bUATSn8q6d1WAyu5ZcU/H4Z+FThBgAGj1nA58S5FF2IaF9XJKbMj6Fb3vGt+6G79yywP
DtqdCmw4E8hxCELsG0XzOR6iiUcThK+qgZ4K3PIJn5+VbN9t6m2suMdFvQkVN3wdUDmSe9TBatUt
NL0/2dbvMZ6eZuDI0HZ6QKNrqryUWR5Aen4GW22AplN8MJzeV1jnKcNxBhl/JlsvocWedAoN8OXA
KgA2YanSXs5VxrgRK4KyU+zEvmn0tY9eDI+pALmmpq+3/c3q2M9sSe6aDyWx4tlYYoFA6fcOILUN
Jr4tAmZbG1fw1rikw8doWjitY+NqABtDr1G0e1VItyvFxmt17arH9kc5A8DsRdVRCnCyhfBYuXBj
XGj7MjcAekIhNXXzYMqJjzakQVLouxmsfpvlb7cndOX+g+0FxYjjB2igNKHQQ4c2F3SFTrQHBDC1
j/nE391NHIZcWPh7oAAB0sDRQvsC+JfLTaLmg2K3cctOepo98nYMSSoeevra2z8K6gadBXSbEYg4
PdBWfDeM98Ld6r23nFl5nwKRSQDXRFITOavLT2h6rs9zXMK9WUbha07VBBZQ97fnc+1CRBilASkH
1CNk9KTbtyvGPDFRiz2l5R+noEeWsIUN/msqoRjgQr4htX2Tlg+mMB8dErT9GNz+grVtC9oCLkWQ
MowroSqtHkyjKRp2qiisdcaxQKKcWkBq02nDf69tnoVMAGg/hnsllqShEtcKNB44JS1RPad3lbBo
XS0EE35LP2/V1N9bAtpMSB9JV2+LepWVJv1iqgxHqiMibNuHFEmDjVO/bmhZQaBIoW0sef5FYrxL
bYH10w2Pdu8o8wX/Vs/q72kAcwBVZABWLeQUL7eirhgJq1wEEoomHEBKtF/ofIGOwoD6beyGtU2P
svDCmoZ6DCBXl5ZiVtWkjhFBcAW0HCeq0n/J/1nGAtY5aFlQTYcAhYyAMIfBccemKk98Hqr4jo0d
wCgxiBNgkk1dfEwU6AR5Sjy5WaBAD32Pi4qw8PamX1k1ZKJVwAGQZQcLSTp1jZ6B4NYNqMLlL4aD
rGbvuXNyuG1kLSoAawx1b4gPAVJ11SyrKhLHaprqlLLg0w2HReXP9p9P758hNGK9jx5indZGULaW
+z43KmdX3NphBqh31SlvedC4fpMcRpQYpwrKe9mxc/1xQM0yjI1DnX/w9E5Rtt5IK3GhuYAKgLUB
Pw9knss9NFTFIkCRl6ecE2sHre845LUBGTxhhUiY1ztucSB29Xor8b52awAoqCNfjYwtOs9Jh5Gl
Y6Ul+HHCzVV/b0gnjlY1Gj4hlTimHSqgiqtm+3pCcz+TNaiOu2CfpWrGotJS0cZVL7dAkmuTgZ5t
NnYZPB8+7HIyRiXTi9p2q1OjQBWYV64atoiL7rS6IXe0gTYBF/UUmEay1bBxbY9bEMNB610bdCqZ
KEkSgJ2YU9YnxZx3cQ1Oc+ZPDdnf3uQrERaqRguwFRO+QF0ux0fcZB67uapOfRw2zXdtOHwK889m
OnTNDCSjALGDo0WSRVpZUrGxrQjHNNY5VrHIEDqO5Chm/akaZjNAEmILt7LymEINCVHO8ryBq5DC
rJklIyvRfvfUCf1OLZ9UBFldYT9WuhqYxWHYE7f8Lw7vuU0ZqlbW6MzcDajbduLVoY8p+TY4Lz3Y
zAxZuUJ/MrLWb7XnOTUCVr5xWu034VkrN8BSOlvIzQ6KWHJ/SFeNFV7NQ413FUAB47e22opfl/Mv
BVZQYlMJYlgw/YGukLZMQUReNgLFaTCLsxAKaAKYhjQchg9RfKhT79HircjDLSzHSqQD4jRiAWSt
4PtlyscwWWMco8/nqS80aI8Y3Xc973U/t1PisdrZaue9tn9s4AAWgZ9FCW45n2cZdaLkVQ8FgQqB
VT83npWS2qNxlUTqgPrP4B6b3EJ74yFrvFxVyEasteJ3ELQirltatiLeknZvhcS2DdUTFCHd1jPb
BDLZGZSbuH4QSrm44g2gzMq2gXQD4iATFyoa1Eh+QI/RyFCvOeqQ/afad+D1/fvkDbKrCwAcDx8L
KO3L6UT3FqYNM45jpkN/gk41aB3mOD23epGfXKgEB0zR6N5pqL1R4lpxpEumahG2RyUSsPBLy0If
RevwuT65qol8lds9DP10yOb/opQLX7P0j0D4pSPNcWkHgNleFVOOsv88+gnUuKge3nbWa6+NpbcP
VBDhRFGdlm6jocxZpbmAaKDLz50DJzPMnd/YgQM8GhRyXxK7zb3cHgLROF7cFbuO8Q2QzNpG0ZDH
UZch4oqWPmGyjP9H2nX1Rq4z2V8kQDm8Knaw5NS2x34RPMHKWaLCr99D7+53u9naFubuYIDBwIBL
JIvFCqdORcaQAKwRZgnKaKdui/pwSwCzjaTTF01R8iboyuPEv03VFpvOCtBF0sAxB4gP9hFODhOc
KjUXA9iJgypztyReuzdCW8a4ip3oKoUtNCY6pG8f3Mrzh+kziABEJMAAoGcklnFTpMkcNUERkiCP
eV8rjqHsVJI9Ve5tUWvbp2B9lPkBLzvbr1wsNa/XVdcEldYKTtUtvBXlycZlXlsPfBPwz2kywntW
CVQ+E6uulptArltrWESbx1xntUtNKRwfERFvBGkrlh8hPLD5MohWYIkZ49SO6aTPpGqDLkfxK5oO
2iB7Eiy0ucV8tmYrsHcInGia+aoMg6Qyj6gma4Ms1RtHNpp7TOyqdmXy5/YprW0g3k9KyY67hBTJ
pa1Y8nmYukFu4dxh5gEXB0LtzaA5lvSaDp24LWxFJXQA23QDCCsAC77pdc9eMrVu4yxV8y5Qw+p1
MSagAJuNoseaCHhZgOyASAG5cua5yopxHlEjBHasI7lZamHqkCHf6vRd0QMdbg1WgcQSPA/687OF
GCHsXy4AWCW2+pFggC63UJLqwiaJd3vLViTBWQVaBq3a38WOS0kc6q25VFd9UAAJKCe/++qVT2W0
f/y1NQUWjUKrARVDmoqFiolcUZcyqasAUxb1+0nRR4wyRXrz9mquXRlIQXkTeBwk5WAXLlfDJ2I6
ChFcmTImd/JYlrZIQpBBRL2xD9G5ZE2Tjlb+qeMcvZ+NjVfrei9hauGTguEKBkNgczlT29cVXswq
6Ebw1Xd5qjzKoZaDs3RCjmwCee3t1a7Yd2rbkV4F0gMZTdZRnMReMGK5rgNpjGrBXLheuOtok0gu
YOD91JXp/dLBFdBBmByCTDZUf6ikFohZjsoWkvP6ouNwYfHxRVAkHMPl1idqge66EFFcIsyviqre
Sfx7rrpD11iatmWWVwJoitLHhHq0gGHh3/7D2QXpuyweWxGueQYDDe7Srm7eYWHQHyGTXHycqgq5
ba5sFDA7oXfkh47yl3g36qMYA0uMplQiEa6xqmnR6o0ncE0LkACjsFaY8CvCzA4jgLWk4etAzcw5
euzTxzax0Dhw++zXthtdhkAZoScG0Syz3WkbgamwCOHrdZ26m6Mq9JQwwZgL8GKA6TR55tJG3JC5
ujLkQ3GFQZx11Z9EZh7NGCnciR5NUDzHodsVlGNak9YWmrg+by/wOi6gyVdU7OF/wVGXmIdDKHql
AkE4vKNqNmk9xEhnNKFbc5gBE244yHhvPL5rxgPuugo+B1QmEVFfanAF9xk+AIxulz2L/EctOLF2
ACC8P3Ty71TdsvHXLzAWeCaOOcFx6AyA1iFuTPsHreV2k/oOVNEWx/eaotDx27Syq6HZlj5oZzdF
TgHv18DcAIip5o155HbT7E9oLyNiHvAobd8+tlVxeO8RXsHOX+XUholLhnqG9uuZgOHGwJIvxvBn
kfSf/PwrRrP/bXGrJhDhFqyAhBYLQNovlwd6c76VZaEO2rss+xpsNCnpdvarG0wdE0peXm6LWzsz
FHVpmQVFXQCsL6Vl2cB1pJNrYD0nU+uAjgdBqDHLG6tau2gYaEobsXhQ4bK6H0dhY2jDjNADPTFl
x9f2rETv0yI/c7L6entJK6ggMO1qeLhoCgmmm17EMwUROvCrcpkIYcjDilq5i8fKnUD4gMmLkrUo
CPFqV5xfNeOZRzvoqMB5G+95zZ8T9/anrOkOrIqCOijt+WLzsWU/VVLe6E3QzI6oBl1y7NqTFu2U
zfF5VCsuMztY85kkRmsyJQ+rEOQtyPxiip81OOgl+YVZzGi72lejiQH14Mhelo1jXSmIUrFoJwZb
FXxIFgCU9EtWw31ogoUHdxKSvglX7PN23POhYoLiCbXQ6SWt8xe0p28EMis4PzpSAs4kLeAh+8GY
m7aQSzVPlyYgAPghuCjRRtv4ffteaOjxTf1ceFLETx4zzPrwmFWpPRTcwzxsxR0rZwzHCJqGPiVk
19l3S0zyBjUi7HwxqxgrVFjiiJsq2Ruu0cpFhRGnrG14IykG41KptQqE6nHINcEgakEPwGAiHvO4
ON1W2JV7eiGFMQczaD3EpIjaIM3zg6paIMYwkXtx+nLjZqwuB2kIbBglJf4u4Jzd0TGqEkVJmjbQ
yeDwen4YanHfS9Pv2+tZFaOpPEjXQZ0KOPvlroFqppnCBevJOcmwWyRHwe2e916M3MLGXVh5bGkc
8B9RVE/OVsTxtUKiDH0WMYECZL6SRlaccs9Jz1VmY6RmhpEAVbhV1FtfIaqTlPcTOTImfEsI5jtJ
StoGBpzUfJf8Crdi0FWdAN4QFRQQdQD4cLkwJazgdjcxDXgx4W6snAreL+a+OVm1caXXJKGOC74J
RPAwmnStZ1s4NF0H/vm2Bc9tbSa5akvZYSkTt+n/3FaLNbsFrgnEF2iMASSGLesanSByUzS2gVAJ
w2NWza0r1PPys1TE3mvrKjVrQT6SRFvchRcPfVJt8VevmQ0K3/wGOAAexGhmqi5DK6AjP9Cy3FYL
zKScThHnJpzsNlu972s6ci6LUU2VK8Kh6Akum0fUP/q9Rn7e3s+1g6PDHxAnonIBV/Py4Liq1sIw
W9qgzF6i3JOrD2AzQ+HlthRqfJg3DplLPDJg7YUDzTaBRblSj50ktMHSe1XtSdL77d+/4qBTuhMk
Dyg7CNK0l6vApEFO7TM4KRIXF/cx1vlecNWBT/G/Rk90J+9z0HNUjWrfFrx2PkiOwFFH9RQIAMbq
RqTjJnVEI1g+OLXxrsSPerdRlFizTuci6CecXa2W5EMZKzz8gxxVj1ID5hzV2HJ+ko3e4fmHnHfE
xru9rDUVp6k4xHIY8AATfClz6JBxx8+aADeIKAQTZz7A9LCA6UcGyeRtWas3GnwKcGIR7gAOwtwn
nkSJQHS1Ddpa/OQSXnCJpkdWKyuNjY4mwRUkMKlVRQSeqAiAtyEfjY0Ab229GPoGAAfiZBSemU8w
CoKxc6DoDvruUCfGHQKY5yhJPCES7nt1I223pjMa/HZw2FCRLPthimJJS5KkD2Ihd/DaFOiGCbfm
wq/d63MhjOmPuhLAWTHugx4TSEY06hsP4G2ol39h99ERj9InrjYQKowYDp2dcTjUcNiNifdFNDsX
s3boUkO240raYqhZW5QB5KxKx7CAo4lRy7Av0fUxIc0ONWjMNgV9dC+0Izqpm12o9v3fX25UPWld
7hvvwmb1+VRDLTsPu6Dte+ieqjcWSkFooEaQsiFqLYmEIj1YhUHzi1eUbccVpDAz4nboAy2uazRe
fJUpgN1JJEv2PC1GAA6gydUXTt7lAy+5GO5Z3o+xVrpxEevAwdZk42RXtBSFBgweAt4HW81SyzeJ
PnfgbAZJWgbYGbjvJDLYquT9/eVHgQbd3zSzgkiESXQY4tQMcRsPAca8NYdQd5Lm2IPTIyL7qqpc
EUxAVbG/LXRFjSDTAJoWdpXW6y+tW6dpKRqF8yEAfaSOGnOQV58b57mye8gr8ghjMSwIYRZjUDC0
aoKZ6ci3SzkoT7UARsqBt/5+IedSmPvQ5VEjtUtLgnEBBdDr0NuV8DCiUn5bzNpi4D9SaCmicpzS
5X6JUxrmoPwZA7X6PcaHWLCk/tdtEStHgrQxynRU2xApMW5IK4QVj9rCGBSLnyYvNWDVYSY6Rjk4
twV9XyTGFUE6HOgbpOZpQMZ43d3MT2MMUtZgSAG/n+P6rm3ekBjHOHFpLNAdiaYbpKklY1cVwlOr
HWXjnUTWID6Vw89R/VjU+6pMzQYH2srIUzzk5b1KXtREtZIRKLE+26lp83j7q9e2B7A/lJEw8wa8
48xHJwW4ZZdQGAMtSe3SsBt063TKS6ImG3q7LghKC3JPmsllHKl5zutc1YYx6OrCC8UjaaSnKKke
5gjEEbfXRLXm6iAQDgsYLQlzzlrXaeGnKcukMZi9KN2PquIhi5qqo9lu9ntfu4fg9MI9xPQBGQVN
1p1JSD5NfAoOApUAJ4P3AhQydhL/aoSvmvu6vSz5alkgkADVPj0qVJ5ZV1ciGqCXiYg4XJkwLJIz
py3ygevrCEJh4Kt0pDaRRmWVoV0aNeoKmo3OW9FGEs0c5SRHT8S44ahce54QBF4/A7x7gFewz23a
LSqcvxT5kRxchXzcAX6sexhKh17MwlpyPhjvSZZv+IMrG4isEAYhAKYPe8PCucJJy7tlRtAqyI2P
GUAfglFuGIGVTC1lnYPHItFdBKLi0qKBW0ZXswQu5zAti50vgmaBcfxe7ePcNpo+tYictHbWolIl
xnpnT0thgaV6qyFwbanfgFrwfuAJNJhrDb7ZWq94pFKqTHAyrnTkcCO8WzlCVLuR3kJOFYROLI0U
CichiTukuOoafMkJaGiGDGPaxDb0axkTXCJd/gpFYDr5rU6A6+sNVx6FMbowJDdUuvazsIUjioI8
n9YGSZTvFCRW1NiPKHgNU3ck+fn2pbs2W8DegbNFQn4NmSlWU0UZiGi0ypJgBrhxX0ulbIt6nNpx
3897Taq2JqisLA7bCYgjMI5wXRQmTy0OcSUUpIK8qt8BM/ZWh+JgchifCIJScpAz2b29wGsLhgWe
CWQ0pc3mIqrFhgSloe1E9GzFja0BXbVAQ7NQ9NBN5t2WyGwpHntg4BDQIqAGhcVVlCLIkTROegdm
plQAvZc6lXtlzHVLFtLlmPfKVsGasWrf8pAJRn+MgOcffR2X+hILI+iz+ar2NXT4ySieJkjwN9rH
7VWxYK5vMeDqRO8mTfle0WVrcqfnKBxCTIreFAw8Ug5CCMajPq1BrKeN0q9+zrMnMkYgH5ln7RgK
8mSL5TgeQM9UbFhYRo/o1wAsBFSlhigDpO2MJ2rUqFcmotj5HMZ7uMKSvJRaelIVkK8YUSHvubAd
N2zfyj7juQUqABUx7DObsSiLLsIkaanzwUyF4nvKxYd+jEe4OUu8oUIslv97eXgBkSUG4xneEapj
ZzZArgppqBex97lYyDR3VowQ2NsBDaxGlnBw8hM1awC0bNu3GByPusMJNUYdVBIX/QqVTPkxdIR7
zIa51c1iWDDiDWM4MXkZlCDg/GvbHK3KUVnysYkO43oj78IWo76/HuMQMMYHSFCKMbz8enQA4nlq
9M5vhbwezSxKm12kLSAir7Q+MzsygoQxjEq3G9TKy7iJ/wTksRfNeGg4l2vS0i15bjikidG9ymG9
2KTG+OQNhaYB0pkb9f2VtI4CtDrqGFcZqCxb4jkutc7XwOsB4ou0fey4COCwCZOOIj1vXA5EYZai
xgbKPCpnRnopbBz0d4rm8iNokIx8xncXLUKry62q5rDWIiTD/CXMdMEuxFCJbHFaaINwqE2Is6qk
e8X9DjFMBmDDwcUwphoUgvMU/RxJKAFgNvYYXJoLGKSsF7NitYqSHkDKUkaol+hzjRh0KksTrG5q
+TOZJ9JbZV6GiBNIJJ0wAQKuFg8mtsXJQa7WgS9s4k+39/r66oCAFVQBIBbBKDTAky9X2SbLrGbj
3PuVKFTgi+8EtCUjdCCKsZnmpo42u6N4V+AfwwKj+sHs6NDQIJXnIYsjmh1GOUY29V0aoxkj1O0q
CsOXSasAoeTieddKAy6CuLznErpUbi+aCmI/BNYCBC4Kzc2xANuoapOaU6BflTYZDgi1Tpjcle3K
MUGqJzUxobiz/14iEtLodQUhFN5yxmponay0mbz0vrrUlWlocLv6RU4tbVAjB3o2eoDC9fvbQhlH
CdcIJwucI4IDEMyiz+7ybBMS6WieEnq/JEn7iLJhAlqjsrK1BrMn4Q123iDEshfPc2yFi1r+G/GA
9uMe0/5UFhnBg0KpGAYct1qrrSUrxfheho1gxob8Oyu6Yq/KXGdhaopoITe7hTZhC7J09ZSGH/l5
UChQuMTl6hUe5W495IivgnXxOVe7GsEtD+ZlfVK9pCkTR5qS2ZmGarAieO9u1zccRmPLTxKAP1bf
iI1dlWP0ppF+qzrHuD7f34ZIHShUQPZE5Gcvv40fJrRmCWPtRxEyD3qPLg4iaxaiE8FskLh71FFI
e6hzQ7Juq8TKdUftkcZyIGGBI8BcQdSSaoLSYOuTtMwms406NHsanDrwXijj4m+owLXDhX4gTF1F
IgxJbRzF5ToXbYjHFH0kfgUAxGMuo+dLVrvZ0jGGcADJjJK83V4f/YXMzaYTR4GFBbQbRUJ6Jc5e
5yRK43RJjNbnxHRxOap4yH1vVctWl0WTR8i1IG/LNj+jaDMChhZ1/jCFamH1ApHazELaquYekjBf
4OlhPNy4bESRK2JRclchE50cYJNhdlNNFmAA6eLE+UNQAEMD+LvgwOMT9Rsh1op+wo3CaAekbkGb
fsWvUAtGi2iy85u+tftcsTS1d1Swsw/Aa9Va5XXlFhvAihdL2bBRtAMkF2jZ75LK2dHVY1tmZBiI
D8tkvEVK/japeQUW5EKxYyWbHWPCHAsCt9XMUq6ykA9DYTSRldqcSLhFvbiiSJhbiyZlhNKw12z3
5JRWddiVC/HRzis/xZiO5eak28rGr1hopAbBzYn5GUBIsh0lNQoMTZKIxM/k4n4wQjfD+I6ZAzvR
sq9aUIpp0mmU4w0PfUWPkDVCpzIQntht1jBP4AUutbElfhsNxIwByBH64oPv4l0j727fxxV3Ga0R
lLdMU2gdjOVALCpE4V2oEB+TPJJnKeQGdVdwKTGstA/TezUdyqcs1GvDjCXYaZuvO+BG+7YpfkuR
nLkjX2lmhmfsPqqT6QHJ7/cm64QdfNxu32J0/QORYmXDSq5tkIZ8FE2lwj1gS68R8GHDVEej36Mr
ZlQMAtQJ+ZSmprbqNvdub9HKXUOmE10JaEdAGZm1kbU6SkVb0ndqaok1t4tm5nn+u4/Ej5j0dlcD
lCn3W37fmlRQRKEdFQlqDNBkXqB0UAdtqJPRxwzc5664W5pfJPeyEH4IptDzW9zrK4oOm0VTbt8d
f2xQqI9pzU19NfodUXdTpIFa9LUEL2udOYZUeuXvcJzN2/vKlp/oI4tCBWJCTBlACp5tJdBndPxk
fD762qKD+6aYdQx+UzFhGy+H18s88UBGW+2iZM7sQtF/wM/sHQG5TrMwYk+Z9a0+8BW1oo8gzBz9
e4WeF8AWHaVFN/oj8jhH8KP23ozMtCfCMOy5fNnq4FmTB0JXOmeGkoGxLMTLMAncgGfeF+QFk6Yq
dF5z6WckVT/gi/Z/f2eAboQ3g5QcBZ4xClX0Rq8uaTv5Q5S+N0jhGMtXrcwvkdpswKS/iaiYRx65
N2BSUYRCxM8SMKZ4hFLeSAZ/VsX5BD7Nl6FL3/mG1DafLssxEnPDjltJO6FPpbLysWvvI27JHI1P
ktg0EiUtzLku/6iDOjfoWTDq5w4Lc0NkcM04Bfl2WmWTB/YU0R2Rddi48Wy9BpqJNw5FOtpZgCiE
9R+6itP0tstGP5W1FIwD3JDvETroz1EkuRkh6S7CxKzHPNGjXayBoFkQgTof1RKRboIhV3UsTaC7
VCXMwdNnr21Swx0Mpd9VBHOt6kzoXZlTQ4z20p/iIuXs2BgQ56CTzSpgheyszg8JIUCfkn6LB2Pl
dOiYA9olhPY0sDAzXsqEfi6jLfrRb7KhtgEsSp5T0kWnBDU3ZxxJW5hxJ72gtXi2+kUa3VKbJ0ec
29Qmw7g4wwx46NSR/gAK7fCgw0BZLQpcnqFEqlfOSmiWfJKj563hnXSo5A1Fvn758f2UuJuSbMBm
URf6zA9peTEbQkUZ/XCpQ7SvcjVYmrQtssDruwkpcCDx6MMsYtLvpRQdPeV8VsIWyD3X22UmLHeR
WI1urvHEBpW6uLGqa3uPdDwALjRHCHeG7Q8S1E7qliWefLUgopXp2ngHAitwrceYjK1lVWz3vV4F
Y65s0TCuSQbbFLIogJEDX8ZEoRkBR3JYwwp1Ux16iRi9pAsoW0eigAGaFzGnrJe8upu28tnXTw4K
Lpg0gTFOmKaMhu/LHVaLQeX0sV180nvwwGwwBE2PitodBM6ba6vbYkGjodOlVaLywE/ynYjEHMlL
eRqKSnOZJos/1phlnCSmJOSmFD02goy5xlv0HqurQwUEI3LgolxNH58HuuHKsPhgdxjs1miA4zA4
CTddMUxh1gIOAEp7bmjWSVWXDW1a0V4k0tGIRKNrpBGZtU7IzQCMiL0dRXee9mnsk/ZD/1dCEGWh
1RsEUyyMr6+lvCpnMGa2Qv/RCYWd5B+j+icm2oansHJyWI0BCjIQ5APXQPf67MajcU0TRr5bfLT7
xO09nwbK8MJnswWGsA2fRLxWEhTpsBjsPsXn0p+fiYqnkMMQKmP2oxaxiwS8sZPEdppZHZIQstW/
9X1utiKAkYq9Ifo6qQrfC24A0n2IItFkdCk6DCvSi9Gy+Ki0Egtpun608AbpLrRFORpT3JickiA5
p8SFPWsgSIobkmyEHmyVkj594EdCKkzFHsC3ZuxeLg/t1Gn4ilK0pbfwhMyHrZqirZsWEMq3l7x2
rueymJco6oYYA5cha0gWGyOHF2R1hIOSxxbemI2TXbFyCJORJkJuE/eBpXhchEmcpkrmfeRd7lAA
0Ef4dQr+lUD61/8Q63aDZ+E6k4O8Ch1RR4XCsNMPOtMk5N6nKmtmwU+UfM8hajgV1ZCYdcltgTWv
txGSMB5KRS0S5DUsOF6t47rrxlDwO1DZio9685uoB75HNWuONnZxbVEw1sgZwqtDKYdZFEaztZqR
J6Jf6mN/LFtM4lZ0TnKHuv/bWZ1IDaKN+fspRJlBYHkx+kbATBJllvyUlLWDas9gTYu+taBrQwmc
GXLrcPjopWe7QiatLAt+5EV/IPKziNkbfGuYibJYbS57t7X9+kWAKJgU9GkhygIc+FIhEFmo6pxo
og8WtQcJU0D5u2bh3WjmPRAteC2yNuh230hJXQVZoMKgw0VoA6EONAWr90o3gIIwDcfTkbeayByC
2CWYZIVmA6d9nLyv22v8du3PH1lWHGM/e37hS7WBuNGqTHUyffDTFa3VOpIlvPJ3jvgetBb30JrW
nWY5L4n7NZqFm9mHTZ5l9sKzX8JsN4B8pTLO3Hjydc3+0P9kj4Y7heaTVh+tl6/+c76zYnPYuB/X
s/yY7WZMmpEPPSlqSLWjJxcj7HaKiSGvmHRrki9TSi0R5U8v9rUNs/2tPLf2nXGmSK60Da9j3+cX
GLSe26sHDizhOkjETJX/UT1MYC5/71/7r2bGSC/0A7nGaZHf0kDNrdJq05+3FYFVdnb36b07s35x
qsVZ12EfgGorTY939R1yM9aGdstsLMCKoabxTAw6SNWOgAHvROxssco9D8IIMwpeU/OTOObzYCr3
yFtET6I17RdQumkfiVf44o+Ad71347M1Wy80LYt88e5oB++8K1mPf/2w//dHIl1Fn1YgNBlNDPMi
y0o+mk6ZSezYiq3IIVazj6ytbD6Laqe8N/TPfyQx2peEI2gBZ0haXHs6pXZuZg+9lbkb237lJLBy
GG3T5ElPwjSZTkNrfpB9fZRNjEU/ZPZua87r5pIYRZLmbqiVHEtS/SwYgsFfAgPRiJl7W3eXJS2+
2j1GmeCGF0aKGd6n2uYUJ0RISSJiTuIeWJTy63mKd2Vj1oeisCYMBtTNRt2n6Gw/RKmrbaWG2GEA
//MxqAKBRQawOxY+aIDmDkg1aHZ95+vg9zK7JyE2M/9Bm83K/dJ31uJ0+/TY+uPOvn13/4834x/Z
zCuPlAC4VhtsxNTa+uc0HNuHVraa1kKN4VQ9Km4fu7JI/pVYOuKdNi6K8IAvL/OUqRLpMn08Zdmu
ix61/jn9XUSSJxVOiX5t/k6Jf6HCgILCfouqd/WxOBPNrFivMWNInumzZQTcYGG05jTbhnKca1vY
aihYlwWPEAVuypPAxNtKhJ62ieBke3c4AAjYm82+sH/fPsMtIUxxVTbCfppbLEg8hJ5xzM134bXY
OjA2Yvk2AzRp8T8rYR578OVU6kKtrzie8LZNmdXfy7PXF4d5vtOql7/21liBjCVdjDaWKgy6OzVO
jWENwIQ7t7dt3dycLUm+1MF+McQ27yFBMe3mqTOpDZ2cycvcDUGsJ80uhTGhYY3RqjlIlE46kh9m
4oADfSitd9E8pIM9vKEn1NmK11nG0f+2KUBEgRsIFY2ralYBoHJWhpA5AtdghV9o+I7fM+ch/yzr
Y2HnzvPtRdILe+WUnMljjmuO+QxIUMjrld+qNr7UHyUI51+MvtkQtG6xziQxxwbEAmhMSTydfvyM
JrOyHmT7Pd+Nu243Pfz/1sScm1EmaaynBhw85S2pzPAptLqNLpj/Qwn/OSf2zePlCgUlvHn8V/YS
A7Fk8vZwBDH6hpFYf8fPto2xuEXaij1gz9Mp+foBI+vuG0xpskXz+K8sBVgNUDWmisfCa2bwuoYl
Chx4WrMg2t1r1ltxSs3d7bNZfzTPxDDrIahI9qkOMYMC0JYFxi3OrDz19Jb97p3iR8eZ6t3dmJjE
4w5fRmw2xzC4/Qmrfu/ZFzAPCVlaMWoVfEGK8MfCmCBX8HTzc3OeKwvV+jYfZ3KYZFEKVpNeb2q6
obGVuuEDyKv27/njuBM2FH5jRexzJehZKoUdJFVOFMTWU7jL9hgPav2/9k1n3qsFY77ToYUU6Tk+
qVZqNzbvLl9ft6WsW8B/to2t5/NxmNbgoJhO4R/w0ZqDV/wxHN0OXe4xd2r/sAmaoCbuygSeCWRM
YFXUXaQWEEhczbyv/H4XedIhwCTZ/VHY317d1kkxRpDP+FEYIsgydtlnDOVTnDv5x1ZhZEsKYwCV
BCVyjV5l0edQGjMjk3/WfN3c6lNYeyBpEZHW31CCUZmbNAp9J8lzNp96nkhOxoctyN+SyiP1aPyb
qF2ldXYgr9COLtI1n4WRpbKQnI+L6aSZ0ZE81PdGbae2bGoeiBVDExBgNzaPmIIRf/yrAOdMNgsC
BGwcBO85ZLs5pnyF8QNxhjdQ7epOWDm3FWRV/c9lMbdMQf6pM2rIGirM9vrIQzNP7HnY544e2hn/
oHZWnu07G8g6fiv9tSmc8Rb7UCtBcZvDkHyF/tFG/4eHYcMW9a96b3KMx43F0leSvXrni2Wu3syn
OZELyGvtKXJ+JA5n8XvlsTzmIfJR75H1VYVWtfEEXaEaqWFGKy1SvuAlQw6TuR6NHiZDmtMn6Ml3
E9TvrCfVTIgl2s/PX5sdvGse+Lk0xlNAb00mdD2koZcwAE1750VIaByWecslWbNj54KYl7WtojQD
BnQ62dJit45oiuZu9xU6arAVhl/hzNgdZC5+zaetkHRY04/yDtCiQP6UCpQfiLOlIFtrYm59hrkT
sDIQdHRji7xpx2Tff+zs0AJ3lnVbGdeM5tn2sWi1MoqEuZ4hKnrFpM/ujrPtzX3bksFc7rmL8yQf
IeN1tH4cs+BDst3YTl4Up8CwwGckw15vL+o7d3x1w/7RdXZCxBLpaj4QmJPjPXDCzs+fjbn33Q8w
D6JslM7OcGfxx+fI3lmTb+1KpNb2v9ONnd26cDI95TPbHcZFJoUCPUW/drPIivbTbFq7XeT+3pFN
0DLdxFtLZt7YtkEFZFiw5Nn6ARzYvYrimGClpmYbGz7z1nEyhkRB+zPfNJCUmXYSyHa0183fW0zW
V0iX78sGOlKg0PHEoqRzuXv6WGOKeyvgXsuf/X0uOsM7+Yl63x0C0CfJVJ2d/dzdP1vjEckndzZH
E/u6lU5cferPPoIxLv3UCpUW4yNebb+9ix8E1x0+G5Psn96QbIu2+o1Xo0WAdP+zaMbCZBVpOy2F
vNp+/UHsxmp+BZb1uLUu+muudIXOlUbtGmAydm9BKd9JdaFgb+FYOOM+Ni1tQ0nWtf9MBrN1mLGQ
zBjjARnFJyb5kp3hqPad8HIYzKNfISezEQ2sZtzpYJv/XRSzd0ZvtBOfQCD/8aGZ4iGL3Mh8enoC
bt+KDoV3vz/FdhPZ9aF5/to9Vj8fd7FjvVjO9EWcyHrZWc+PsH1bikzXeWuvGVueZ3qjglkNj4aK
kZrz/ralW3+T/ln1d8R+ZmTyuFK0AqNRTiLo1z35+XDYPT4+bhzm6o0/E8IY8IJoQtPqEGJjNKhs
tzkqE9bGo0ftE7tPlJWSzjwHbpz1dPlWkAYk7aD68ZOUCXadbQGZ1twulDlBtgc6XPjujEWJqqyW
06mYT+WYuvUwWkozon9jV7ZbL963a3y1GAC0MLSFNr2zbOFEbEAahCLfyf8poWXE1Hqz+PNUWLFr
OPKD51nOM//21X5kv6zWS52v8TiCT8j5vXFu353bt76DObihj8nQkGk+/bB9kLeZ99kBBTbZxKdw
vGV6Vms+xyZG+5hfuT8CDe8cN45VuN51QDUAbFLQNw/fk30Fx1SNiRz244kDsc8dCJTuCkcGLdkx
uesdA+5174k78MhuvL7XKnsplqrb2b0I1ZYsowKxignomKnv78C97Gw9hd99uJcbDDG4GbSzgvI9
M0ZHAEBUCod5PKmewpvhISodwyyfFxvlAHSt/kwfmsyWrfoONBWYbdl/Rr/Qwtd2Jrr5yWs6bXnD
NFS59T2MteEAO+fzJUUokxlgqqq0xtgLgzJ+YSYXuOg6QcO8yFZompMxEz3gR0lLwIU3iIkZypUG
ciS5QEvphpG6toF0l8DwhIIREMUaE2AVWiqGILxCLt6sTHTzZoeWN6VAvO/s4Ku0Xoj/nPrV222p
14/cpVDG/QLZAVFDwLNOote8dG54/wxXaHdbxpqWgU8AU4sk0DLq7D03RH3k1EajWjY7mRPbihdZ
SKFs3OOVdOg3b8F/5DD3OC/6pGtqyBms3k1eF7d9E4JiX5toMtg4rG+UKqtC52tiDkvI0MFvVJA1
Hsq7k1GY92DjhhsZZ460/wHzcThGJkhRreGoW72tHkSAvpzqae9FwKN9Lo7sLpaT3BlOGtra43g3
m4qt2alJfHszR3H9alxuDHPIw5TJmGOgUM3K943jn3Rbc8S9ah5qL7Q2jmFNo853hrEpLb+Ax1xS
6Wn/wA33P0trc0F0d2/tPuNch+mwGBy6xFCDS15Hp0NJvt9pFudzh9r6+9zm5e4xL2KjzU08gjb4
+17e98fQdSK723Ci1x6A811jHMGwUSv0EkFI4wsekAVbKIb1OwgAEZhLRHCHMjuWo1V6nAvU+qCp
0R/n86s7vv6bW/6PBGabhm7i5myCBDA/OKld79B/b0f2ppmkynp99v/IYXZq/i/SrqzJTSbZ/iJF
IBYBr8WqvbW4W90vhN0LYgexCPj195Rm5mtUjVVxZ8LhCPtFSVZl5Z4n6xnAxmmrjGJvT7Fxyoit
vTbPic11zqm+eESJMVu+h4WhbXzjaBs4oZkYKUEYfHW5QfD4A/3miTFIpSCEkl6AUmmFx4LAGcci
gMOMoOUmdHyzWPJ2Zo3UqKhQ/0ORTVt2RZIroY5TfC53hfHZG5tk65sc92LE776nwmjk8CxHjT5D
JUwhvf3nbAqv3mpqoG1MNSOOIeNyxGjkYJaeBY/eFvBqLBsV2Y/NxKzd/+7kEG3TPnRsoWYHcWbC
xC8V8dZm8ubvYJ8BM0AmSL8SXlfYSHSI4xuQYlTpNW3VIpreSCFbYWfG+cUzQ3uy8edG6iSlUXAs
9bgJHVBk1EQ580U/T1FRDOet+Sdat4sebXa+veM5/6P6aECI0RYqhj9LOUJ2t7BOrUpIZMaGNH+s
kagm+PF+BzRYTTFpLkGoRy3q5acYrylecI6LxwSjIJRMvKhejqzqMp73bkOiOSpDmvWYixuA/SM2
GOUwlXqlxgRTe0xPF7sz3s6HdWmgYQ7eBrpqFoIxnSfkYmYkR4+c+CG/qsaMyLZmW6+zGv8oze4p
mi+U+ZXXfUv5e/BlbFhdT2fnrCggLWt50SOw7swA1/iY/VtI+4gIo0P0tqqrRAaR5yYl6zfPiOGz
KObFXGtPnmy2hkDO1maxJ7oVOMLRTD9jh/voOTd9U3SDQOmiYuw80m+KTCfCeo26GUYe3ddkvvll
ZPPAnu15nvkISWSd6JImLHEXMYyHwx+Q1OO2DAW/vh5PvY0Ed+WWZnbgeB1jGobWzCiAA2CpsHvo
nojaYuWYR9tYEgLMXDO3myVsgTFxYutMvjzj4/Fl/hhXpqBewIdDbUUGtjggcu7pFVEqT7oUsryk
yycQcq5t7LIx4ZD6AensqZGYqaPtE0DH7R+TvuFRMHJ0R5phdSKmgZLKUKbFF0b6ke5qV9hTS7/g
dF7n5hsabMlkUxD8AwvdjastPsmH1vgdHdqNvDSMbLXAEiZInm/HjvrE8Z5GOo/vT4bx0UWluSgJ
LXehz9uYInSI8DWKdQ1JbR+0jbXxNsqcV3Ie6bigVBX0qsAZmAIx4/4+UuAoAakDGkwCxdqi9Ro7
Nn0L7WCqgQLq4nAl6WJiKiRHxMaTBvrrP6/kmzpjbZQEgfYFsKdHwRGdNfaTu/DirXaRE/UtdbKX
jCfu9I5ZgnRJMOZz0KX3A9ouwnbe2pPBrkIu86lZO4gbiLKYLKiN48UNPxCOqLADo3YqzwDTizlh
RnFf4rptIhWlDYRc6tK2JVtcqCTcXpaBEW4mTm5Z7g7t5MQyXjty/sV1len5/WD3+wNYJD84ldm5
orWVCrHnFJ5D4uTLaA1Ags0CvbASAPY2NUdfj/l8MjCA9SmSWRhJ/DGS0c+Scy5pSIOKi86SbBuJ
vc0Tqpr+++MXPVL8oADS35SYF10CXyMMJA8lFrdFL0gME9jbBUkMgGgEhn9M0T7dG0+BZU3eQgPg
Uj5JSGi46nH6xK3N/yzl3n8M836VTuiwIO7SHXUP29KwYDh6k6NCJnnRnJeXEJjEnpZgeENILg5W
nsmud0XLO+dEeB/BPGcgtwCUCAA8aMMJ9XmcGlVDGtlo7FoB4LXtvarAhiGA9srRTaqjvdxWNFOA
Umvmj79kVNEP74Z52jVmG+O6VlE5KczJSm6NTHLUzJUjYwaYscU6PBtdt1F9bAtfxoboCEb3R5VM
zleMeIB3EsJ4mQBWi2rMC8JBgSSaMxNDBSvPxJkYsyU8iB2vvDJms4dcMx5nmlzkUEvBNVCV4RG9
vDZOR3hMjXhdd0wxjkGKfC2iAjAliSSWiDjNMexrBfNSNTpM62C5hNw/TfWXWv8IG3sW7IPqKAhm
Ue0SpeZMyY3kzu/FntFxEfasKXFKX3ufkXVC+tp4CzbhfJ3Ow/nlw7dUwG+ZwVx1ajMlr4ojmpaW
GCYvvzHS/Y8PoRNaEoaaMUzHKIOJV2EJUeB3x+f29Kat31A713/HzsYk8IapRxyYvCTgrYmf1a9D
msybz71QbYQQNIWdAsUyPawDV7YAmPqEcW/3iuvBtJRn8NIFYy7xHa/MM59gefG/xFrFjha1dCe6
qx7U9K3SHQBP1hcbnZMNmiTtJDKKeKmlNgB/L+IvabqYYPVr8oIBonNp61ci9Es1L0lRratojhWx
/uHxCxx9gAqFUYa5xVYZ5kGUwgyVlSLojpItGxNDX2x4WRoeBeY19DngHoHO3R0TNzR1I94Y+sdj
HqiS+HHLAx4YEZ8KdacLF8oDkf4YrcMTo1Gl8c/vo+sI9AeOvhcKmVh14MDscUj5tiKvBg/T9+bI
MUwA/YmWDoFVJ01vgcCASFygNoNAoDuWC9GRLQWU9tFKNz5naI9rdlzXY+Ra7ugxmreXK8DpT0BP
P9BsPLLjJbpCZ3Pfudq6o2KiTEA7xPHxTY1oRoV2KKN5C9OSP4ZuoqnUKZcOhbxa3GFOFyvJNvJl
SurKTX3k13MOMOzIxd2RY0SvKP1Mr0KQw0YmMtFUIqe7WtOMcAoIwuTF02uAo/HihBEX9o4oI43+
tJid0fLRofkhe66deg18NPe9XEm/AvQcPj5PqkdYoRmc503nDoSmm1SJHkco0J79y5FiWAAyy/3f
SDABoVx3YifGIJHU2FJ++RPG8/+CAHZwYnQPsg/ZuH9dupqVfk1lQovgiAJ8qPz/d7pSfIhvCowV
0CaBGgRe1x19NKufzeufxwyMOPF3P88o+1jSaqmVwEAgvk3EyNRhaAOV92DH3uuQCcZfKyd17qv0
HpQ4NLU6JaKHcaBUN3QsFiw5XsPImPH9kTHaIZ7GKsD2pt1xuVzfSu7IeR/j92NmkDl5XzXWKlqR
V4x0Gqm1OFzWqZGuP5AzJv/b0TLWyZuIbRYG+Ayhb0gpvQMzhVQFLw4cfUUD+WDURAnIl1kRC90R
3dKoCPpXu52JHCG5gXX8eKoDIoxaCAHX1GWIQdBGt7av+4Agiif6piXhYb+XSsRDq5QsyAGbfZLt
4Uvbfy3148eycx6f6FgWfiCtwG68f27qpIqaNoG0CrvzUztP9s126iYfPpLkGef2Rs8VcAm0902B
3yfek5KBfgoMFdyedwHGr/RxrrmO1qhBGZBgnrYSatgL3YEEXCoU5dfbfn5M7WO7RO7PcazV1czR
SYsFg+Sgz78+OLp+9OUPqDMv/xxdCyVUcaf65aQUL2lqJSXnvkYZxOkhAYiOH+AV3p9h22HjRNAE
/VEUu3cxDMwaW+f9tvyoCwFgbVFISiDHGY+FZJQvYJgBdwb4QfBK7onKBRq9+iDqj1jg6UXYlPQ0
nVw4wsGjwTBWZ9U0yMq4P4banwwojLq4mPi8ZcE8Isyjk/XYiwU9hOoCsqAkzRvsXC7g/j8+rlHf
DWibFCWTAqOzgo4V33097bP+VkVbas6ETMnE8OyUTJzM7AivNjOWuAKqPnKC2EaESGpG+R7YfSQm
OlVr8x4e77pBGkcnzepyFJ//bLOdTQpzpV7I62WfPF1INz+khrt7zPFYZufuAxj7ICttVSRY6XFc
ngAE7sOTe+qs9Z/cxsLVfWAUplWbeWGkv62FaF5QoQq2KMrycjq3ovgPpTo4B0ZQS7n3Z1JZ9Mfn
53W+eivJny4zfOJMDAdDff7TRsQoWmQCgYaECAs4z3/0bQ6oMyKMxV2TthYu/bHJd7J/uKbFSsh/
eUpuiQ2cWm9qcU6dnuojdhlxbgXd64QK7C7RutFZb1vd/lOuWzL/DAzHCpGDvhjZ4bCbmDueJZZG
n9I3sywirlJHdSLqlPbypDlv4ceb/KuHPzUnjtVYV/N18fuwuLpfC4EYr41l/QoJrxgyak80YMio
dL0LAtZ7qa/kq39OuhTnLX5mk/1FPj4+X97vM6/KD67yJG/wjMPkLdJ+zSac7PbY74uCqlBNgdEV
trZyCcVy2gIk8qjOspN0vpz0rP0vNDc2y+uggWY+8UebYtT0fXEW+qNXBNgbPq+V56wzHx/TWFYF
5/9NhPI50D69rJdhqPR4dYo9M4QYg5iXw/ElEU3/qbKuNrox64SoRw5Z6i6w0g/8JdhCFevKRBax
QVDDRMxq2Ppr2E5C46qj/9vwfb3KiHyVC4/0SRl4RiJBGS9nna6vA2w5wRaQFp2bpA7y2C7iDADj
j7/rB94jqgiAdgWE0hSdoRjxZpRQMANwM1ooptD+E9E4o4XLLtbJ+tijkjD5hZJrSBb6AlAoC9et
3Wf3MfmxdD6agCWAVQD7BNs2GaUgaUGS+GE/PZqntWwEi8KES/614+i6scaDIRkWxbDQooum9OCy
sBKCnp7k7WL5r/xOG/q5zC3f0WHiTQ/oZF1yBZ2JC39uvf3TAlLI6B0Lyo0cdi7PhowZb7SKoI2D
GjRsD2RcSMn3i64plOkRbaMZOW/nDpTpSrCtBedt/jQXKqQDM5DoCwdCFYs6rcUzsQhqDFyadkm6
15XR89ydEef+ngSjwbDNKm2vlxjO/aJfEmu12By4qML0Au4v6J4GY/r9IugnhUrnRlEZLow5WXWm
xTmqEaG+J8K8KTGAe3GuwMhyQuTXDVoIDBMtLjyrxj0wxoRPBDQpwgtFUnotYU4l3fMm83mXzrxO
r6uyvMamp6NZ7rrTYbbnKGPO798YHOhivZ1B42f4/RKhZEqMyjlw9AuV/wf3fVMMAwqB1KAjoAEF
hdBJ+MA4u677wbsJHh9U+Q+o+HmfFI2Ci4h+67+BWsab/RhppLiTqNvM0oAAVr8nVY+uYMTfips5
OKoFpKojOx66z0gz/T0lxjwqYYZ8tAxK/XZ9qo3T6e1suNvM+LNd2zmGeVpMW27hpXF8ct6bYTPI
Qu5fSoU+/unp7akhZGVZIfnFeZk/1TNlDlMQ2B2KasGtF2pwjGk4qwLvkmEkBM0YUMwIMEj/+ljk
RsDW7okwj6bXC3FSTtObpvy13wJoq3X3e3+NXaj71S7qTT0nPlpXkdXlUOawJzPZkXND5+BFUD6v
6j16XlZlQc524FSuhiOd7lfkxcrmGM/9hT5T9fXL7zFrpRkS9z2MlMvuzuDWLTM46HwCHKeLgIN+
1n49r2Ex7Dl5Uo3VxXqxNgZPaP+iCP+5V3bUtNRK3T+nIFcUqG6gFLfcmf+VqvomQRXNgKNWnmGy
jSbGzYJEmfECWLxQ5lzgSFn7/tiYx6dXmji7VrjAtWnb9qf45DytLDrmFRrPCcef594RY25b9ayq
XY5DQ06vt7f2FJfkXNzUXaFmk6MDlI8x9DMMu+ePsb6NEF+uWF8D5bKsbUM/Ppb/v2jJ7zti7K7S
pFLaJSU4OkWbNaaOjyjNkrObb0xuH8rPaPaeFcb2RuitC8UMp2euW6BBhDaGHgxiHQJ0mOkmzwCM
FMLvyTFKJQvl0hNkSMZymRBzjeuaz58aw/ms3D28ywUGjHUMePAM24jjfEeXHa7phBKzSBOwmfiG
8raAKGpoFCtdjjCOG9B/bo7t6smwXV3BmDYyoRkR5rOt6V55jQ3iuOv3TYMx0l3SBRf9TOXdPNml
gW5W5FpmJrEs45A7mNjkBR08phiVoXTna9QVRXec/VIQZdrzxPiUTQdDcK8YeeUdIfeqGOUBxOpK
zRSISJoBmMxfl6cFput3O85VjbQS3osEozemZyn3fUoHYgidgToAOmMdy7Bcfa7DoHCOkWdPFUZp
hGrR60Kcw5YkaNC92ZLjJ3lHfhwxleH6pvnB0SM/+5zuOWT0iH6W5QDbG+HOkbWJpSc2bMrW5BDh
GGt2YWvoIRVb55COk4ketiOZI+ePkV7MDi81i/eOR3Ku9ywx+qOMSvE61cDSEuTeQO9s78mnZztW
iv5AvOuv3ceHwIG7GlX3wLZWsMkFUPO34HVgMzFEVcK/h6So2KB5ApTq4yMcf9GD32ckMb92KXYT
4UVL5BkTDG9v2zkSejJBMxAAyYHywBHFEWgAnOKAICOKLVADsIYPBFOUv4BSRgN7w9as5vUxZ/Sp
/ohaBnQYAYyxnFlpahyc4srm9eXxj49kwO65YEwXtqol6iS+HRsAPDEKvZouJGPh6k9XwnUFR5Xg
gBVG8Gq1K2fNBAPffoy0AYqEvMTEuD76psC2Efi1P8mwOpe2LJzWW6j1T6qOkDwApAhP941qhgEt
Jr/TSB2aID1cjG6H29xFtfNMdh8854Lzbm45u8G7qeL/XL90CBzFeXz9I9WPu+u/6dvBr/ul0NQx
dZafl//qaH2LXPtYOHMHifhVb1xNa7NJzMR2EeXxWBvJN95TZ6yUqnVVJeo4wSWalvt5PMUU+gXD
73ZlGOUfwCW6H+7hl7DkjgTRN/PgTbEjikl8qeKaBkdhbcTea0Uu3bYR7bPEUXocgb9p4sHx6ukk
jXzgLB/VrTZXkDXlyOC43z6QQUY5XKb9JKqwWoP6MZoDL3eL2KpCIeNqGovO5dUteOriJk8Dhi4N
0KkBUU1TZirGGex/KVnTUoyF+V9lAQa8MdpC0VNZTbFslypYSzWmzqux2O0qjnodjxe/ybDjiRes
gMwjeoRBSwSIwhWIhZiBF1VeQEddvAdCx+LrX/Xi30K3NAVLcb3Ftjj9at4wxsS18KPu7YAnxr1t
gykWwBdULBLyXJBqZSsreBUq0sEAeLKi04IbdtOffMQd4+B2gMIFfChuC1kpYpakXV4O+lpAswtv
FGw8Mh5wx6iNshDrRAnxqhD90ODnE2hmcF4sw/1a7niIAuNJsAE1xrEQtLAXFQ+MmagVrO3EQuvQ
fF+azuvCWnTk4CI8WX5w9PK4rKA2hC0vKMqwBTaxaWdVPkX0KgE3cZsfjnPEJ+KcWLg+F2PBX1/X
W8aPQ3bc2HyTZeQGy8gmuSbeyJ5O25mRYQuBBafeUDbUqTe+0Mebo89ccFGW4RUVR+oX1Bx8U2dE
KEATfyxeKpTFjGoVHt/Wc9IaoH/cbHjoXH9xF79pMTIUSlHlKz1oLZ+XlUk7wwJi750KpQboTguO
9+Oj/YvQfhNkxKjw5UK40OCZRpxQm4BhnZkO8l+72YZDazxKGhwk45pKiY4tzCq16oJzwkzfmjrD
nv3iWJvfFrxhy3Q53NFf/Pn6v7lj7FCjNWHYUu8blpwkEBm0bji/Lw4X5f8vPsM3JcZhLRKhzPMJ
VNtz9a4SCa9j7qRuD0//BXtCekO2ARvFYe8vZvabKGOK1HP572RqaVXm8owOFW1FHMy61obxocx3
vvnxzOsI4zwH1Nlx5gNbW1VnudGpL3sxzZNgrFV3iz7q0mydmsPfX8z6f/hT2S2p4llNkoTGMm/6
1jPnREbO3bhF1LxGs9va5r9LCpaoM1wFV0AdnGnwadrmlrro+8Sxg+UbkpzIwIC/1cpyp4ZxcE3g
rLmBuYt/8VJo49nBf14I1vrcfwVUuppcVGog8fbtY0CQjyH9AvkD7tmO2+Lvs2U0TTNRJ5J6oQIL
ZAIMWqYuAmxtw7EYMx4ZRr9oki9dL1eQ0SKinzF9duoM6T0hlRkH+B8dfcXAWknmqYbPmL87zup1
sUBcdLAsMj/bnvn+/oIBlhP6YfVdtjI+PATNi4WF8LnOeOH6eIJqcAGMisJKyzL0aHbbBKxePseU
8wRuA8+FHA/Rvs+eUUsBpjBbjyYdMozcGpM3wTZ2Lg/Ui2qcRxLNaCR1mmaaT0Pofl6YHqFYp4+1
63jCZnBYjPppfLESyxZsRATJw90JvSoUO2+PKTNS4aluLCN4ArTkYbfkotQ+9kR+7PIOc8XTBRoh
rkG1NHRLeDcWPm/jIketYxHr/YOMtDIKW5qTArAj9bHgrToNWSEhezEOAIXglXA4Kh3b1+4JZl2L
yBd7Ho/Lt4KOYsPB2j/NgOAkkq8FdiscQufxLfJEnq3b1nmLdqZbLXC28LCoewc9gPXy3OQ2lxCj
caqzkHcVDaszx3uFucd2A/fAFYzHvqLKFmlDoY00qYVgPC9zYKDoG+E1OMTG7uYbPj66Wzz+4Ind
MO0GprCZiH6gTKh0PK/XU5h8LNYhTmSkLmrDB8OVXlWegNA39YgkozoiRbtO9RSHuDyjpdcoTf+4
46mnx14TVqPcy6APJPsqSsDWGitNkfrYJqev4gXLNRBScOFvb0txHnHEaJFzJV3TaQqJb23zbYm5
yfX2ON8H689jvN2jN6mTyOcnIUaJFnMgiemr5SE6dK7LO1mOK6yySbqwRHSa0qd3MZent619fMLO
Hhj9w06dxwbHGea9hlskMJCdTgr6uKBsT1xsWyaeK1kGxablXCbHCrB5OiUIfQW7K2jENmtMea3l
pI9NwXz8Ev6S4PzHorEJu7D2/l1wsW3FRSFdN/bE+L1ADR9vj+eCct7ALTQeHF3v/0eRLNeodHtP
AIzjsENf0QOZZBNxTYUsTznDK+scEwml7Ty0q+U7tD4ddOD1enM0FpuNa+Nc6bUWkhAsPjEqzvHA
uFfDaAwlTyS/oDV0E+3b1Jygfdyx6M2g8vb8Px4cozrObXyFtQQvQCJ4OyJv6q1WtzLHMvnDSyf9
pdTxLXSM5uhyPZByKtt1YgoKSWduqLhxu4r1g1RA1gvZSat9h4G30njMJ+dVscm5tImmQjMFm8vr
l/h62XxxXu3IfPMw5/Bj6WVdB3GYUrc5+b1G93lkOHN7LTs2RHHvOyg/k42FQaYr+UKDFUf6ucQZ
HySfoPf5UoK7zDqhXHF8s82lvJ4W5tXoc8urd9rW6F7Mnft1iNdhBrW1/B+1I9szWtXhrNfQKQG1
ZQKUGV4y2j1i/OHw+pc06z8ydJvTG+iSSypN21KmNxn8RhuZaogndK1xqPDEhQmCENWFWUvj2CIz
cndGsmPH6xnn6ESJCVy6s6oFQoS2FUTlwUJ1XJ6W4sX97HK7aaqHil+CwmmdbATjjeTISQEQ3JnM
Hz8uXhTMtsDVklzVMwokcjWw+WLlk8jZO0+byx6Vew4p6r8/UPS3tMDg+v2ojq5XmJOjaV5npEcP
OfmNTOaZ42RzBEBmcibxpKiroAdHCCYzwNoiWJE5NR1Odg0gyvdemzQRci3ukCS9GgC2MbfY2OqT
T8TTBFOkm/DWhlBiLRsPJH48ZJGwkU1XMESn3QRncIaiP/VUn6ph3X22I+s4Mz+RqLFQtafZEn5P
8ah7OqDHvCavnZzLMMWdKWTZuvqv6M9joRgP+gYEmLdUYTQixoQ5JB1TQPbbHwR9qDrGhLxuUCvb
Lf87KRwQZEx0KqmRVnv0BMl87ng2uqaIZ3X7x3yN+hkDKoxt1vIkbbOAuvW9CZw4nsoeTWoMfp6x
xmc/js96QZ/SbBc4MbmVBDiKlCdrrI+OjRL/DhZOS6B00eb4T4TjK+NiuAdkhng8jWYZvnlinfRr
L2nnK82On1d/cDUq9kAvZ8By0c3pa8mrxI2q8AExxuwqgp6K4r+ImevYFt5dk8fPqLobkGDyi/Es
0vXgluWUjen+BVl+BKg89/wW9v5QqgMq8r0mquOmTAIJpxabb1jn89kC/ooAngctPH5uPRZqLjFG
GxT+teskDcTM0+mySsjyasjoDLXlV0HbFnO3rG0ORfr5j9hj1UORioDRA8UISPmZQ5AdJiiYuMqc
J+2862L0AvZ9wZWmDb0oomNQBy1RjoKS8wrFEoSl+vyKwdfnx9zxhJBREhM0j6RZRV+xfCGTCLMn
3JIT7/wYRSEFet7oVAjTebBul7rRon/4izp3If5yRH48R/MtjKyrXvftrNB1UHteI6+PIwSGrLkH
ABb+oPJEERawVqAmAkrSj49yvEQ7IM1Y5EiMJmGnQ1AugCmlQKUq8qRXQz/kW590T+9Xu1n0C2nt
R3ChXfcx9fFphQF1Vp1ERdYktF91+ZZ8lrYCCd1p1jMPNmM8kTGgw+gUue98MetxwBLxAGm/Sa5Y
vrNwDwEvGTueoBlQYvRKIFb6NZSpbK5peyCQ5CO8hQXqai4P92U8ah7QYtSKnEiJIpzhA1zMU22h
zAXDXBGsosCYHEpAnLvivLof3nvmYwEsVf0mWh//+HDc5nsUQtA6gI3zXP3MsdSsJ4/tb96k6kCt
NtYF8a2pgwU3nHc37sQPDpBRJCoYqguaOa8X8QprD76kpZIQHwv7Ntih88X1oXhMMVqlrT1BCFTQ
u01Px6b+Nnl6fEs8v5D14vtIokyBhL1NLCS5GvKOFl+NbJDq3bnS8TE5jkyw/jyGYlNN8ihD69ic
blIy23MzKByXkB1KqYNrJ1b00NBlR/afdBTBQreytbtwjCaPEKMkspleqmoOQmtssJ0HHDQd3q8z
iiEPJVHSaMJ6OQOeaTl/fBE8TXrbhDEIcGJRz9NSxM/XxnVhtnTh+Xu/KObGkuei00fx07WYIZKS
dbrgmtHZgYIOqSJEDKd91qaRmdjlwNu4SH2GRySYm/AmMzHTUpCwp0vxKSYiV73wmGBuo+wx75t4
8FrQ8rxe12+hKQGw4aUjqYNNbOiGQr6Ic0PjjtL3uTHaWtOi60XqQFJ8i7FGePVkvS4MjkEdjz1k
LIUCnC2Ac9k5k2mvnadNXlO/LyGdsYY/hn6ZimD+CXOAMEMc/2FUAQzoMe7D9ColFR11PPbvMQZ3
pAX0JufceCQYeZMuTVA0ekOvCngCaCPbYlZijmwj8m0wrBGvGjHujWG/j6RLOsCWWSwypezkrKfw
oLWRkKAkvUvhRKhX9nY2tWDpvS8OmNEI7HQthcsdr4FtVDQH5Bnh72Ze2tRnkN/6O7goXz7HkI8n
YQYEGNmfnGdaM/UoMik5r9ZnY2uHZv1rTvbCBzoBW+eA4av4Fy8FM57FHJBl5B+HrfpdP2uPrdmT
5FfgoM+2rODVcvgblZcBndl9ZJfq7URINOzOe35WcWua2W2LF45MjhryAQ0m6KEthpVagJel6QGx
CO0vKHsrrx8cMvQmfujBARkqKgOljv2sl7NM9w4W+wDLWva3HkaUrA4djyH6iB5Rooc6oIRy1TVW
EzAUNsAkq0qD2NGn7/jKnBda3UpFfyclsr1ZoqKdi1kP8VuiKXT2GYnAu5YD5+Ije56dCTa3UJTv
sy1sPsydGmI2e6lwRGTc8fvnYEW2aSsNqrLspjhY04xzQtDgl5J0fzhw1+1wpF5ke7ZyYLFEuod1
g8u8WaJylkB3uOp8x5GUUe9iwBCjNK5hfJ1EQAU7hrHtpz4pm5iEgPFt5rJAptNFYEqzpVedfk36
p0qyr9qc8wGPRfUnroVUnfs0pLe6Foz8tQw2MfBHOhU5Qs9Sc17cOt52N2CY0SY9CoaXqY5zlYO5
JqRkGhm1I75fnmvJEGQSFKR1FuJHu+wt5Xya8eK8UQ9lQJ5RMvpV9WZXGYDKyVcQkeBp4fNM+Xgk
OSDB6BgfK4HVMoSMYq4YME/REqacYImNuvgtWQeTO5TFY4lRNpGS+oIa0xs0r7+xY5imx69ma12I
a3AUm8ijxaibxsfSHC0ArWeT7nnILOx+MbPN+q3uDe1AsvlqlVu1PdsqF4AXRCYv8cChf3u1A3UX
XGYA2S4hPalZ/dlYMEOPnwOPwVtCYkCgTor8qkfUCJ1O3mIeWNDftjhH4Y6mOMzMXbqLme0aJjfV
QSXvgXplm7NagF0HGX0Y5jr/mLfkWH/6xM5dTzYAre0qx8ecjgce32LKtmZpUYgOo/ZGLyNX64y9
GNFqZqdIk3EoPTbsIlvDyQMFe1upjqN+WWdgBe0qd99jQjtuN78zLMA2Od7teN5owByjZbJsluVy
gGeeWc/yV7XIY7LgznI9dvjEW/Z4ICuxHpS13MPhwwT85F022kXSYC/049PjGIibPh0QaRutz0P6
uu391+NfHm9xGBwSozjy+hoXOV1ncDFr1ewCI9qrsnPxrKYg+bO+RlNU7WY8HDyu4DE6RCsmWdpU
OLbzGU4ecaCu0PuFxB5vaIbzoth6Ti1d2jai9xP9Dg/9b/fx8XFUEVu+kdJZIAkdLmbtObZqJxxV
yxEutrdKU6MikOkpoe8vQmH/FaBsjxngSBbbVqV0k6mfZ2DAm2P6o+RsgeVEYwBAvfdMp03ddOqV
vo7T+rqg3djVKg3sMjYAKIlW093BMKzXzd7JFZ7CGY3YvwWb7bDCGiJRVyqqcBYnbYdIKb+aH7xZ
2PGQfUCFit/gZcp5g/GvBAwCZXlqv1GAAwegyiifYN+Nwe0gpOf1wD7cLNeAHKBDgmsQ0fOMzUtF
DJHgHJEtRmGS62bzDpDRDNOJjzmsCTRDfSGnU5Yccjd87r3DmRfz8RT1rV1owFU0mVWXmqq3i12u
PSQ7Lg4fiOJx1Ift3vc3JU4zz5fotpQOi5ZeinXREGPHJ8N5suywY9qWolaLiMWui/XM0J4io0H9
DvNcnYmTW0pP3P5WXjzEYtcKkSTEiQySqouMsUUwzeAavv3Ba9vi2Qq2Z0pXhHBa0id1VcwMa3Q3
hw/lAwU1Wif8H2Mitm1KuUpCX1SQvggFreC5wVa+xmywSqwDxtuFaNXCEuzHuvDmgzx4XTcA1aEc
BlHmezFoSjXAQ/Yxea8A1QToIY7V4ChdthiT1ZIoT0IsVdIrEnik5Cn1v8RX6CLBphZNl9kpnyJo
mlTUsTQFaCFmak/20frVwN63xSGwTS7+4njZAqCe/yHHaPlazbQaG95pIYFOFO6i5VGby+8BVhXq
prsIiXtwdxzT+JfL+ibKeHd1Lkz1hC4l6bdLe25PjH6PZfZfXA1Pg++fQvFNh9HwZZc0UjOhZ7kE
OOd27ploGaeIVBdsawOOHpfgeDbnmyD1OQZSWAHKMj97IHhBOySdf8OAJgXQpJ4y7ArMCsbpTY7o
jzsy30QZZS9gJqmWNIjk8xIk7fX1il2bT95BNAXA6Ru7YsnbHPoXrf9NknEBC6GozlcBFwiAmZJo
TysKdQeQLw5n4ybzHzJstHgGol5/oYHHc7xad0ZvI1+UrbuArhnmjoNyhOXG8+Du9HIiKWI4ocvB
bPstPcq/o4h49u+stjh88R4dGyr6kVClMl1Rhbkhf6nYNkbP3TlZoNfg8GtTzyV4Brz2nnFn+vss
KfsD9ib51JO1DFKSqKaH9dPngMMVT3OxYaLqYfW02lBVgl2rIjnJDiq7z1fNmdlIp5scK8OTDUaH
ZHrkX1F8gyJeYtQveHksejdb/0B1sLFh40l+Gik3FWWexAW2aGPJ6B8KudVi4iQwKoyXr5I5enti
wG+ZsYO5z8efwD1PRpnklZwHUQsO81Wy+ZOa0CHlavWygjlweW21oyG+qmrYcqlh0Snr7BdYsyrm
eYj+0BL4ZdikYAPSBBngxyyNOlgDKsydxe1VTq4iMDInlRErVpFZCpaAhfMwXyYVRxxHG9WVmaTS
bUfYssai9AOJoDjPOjotb0JHNX8yA/Bl0P/65nNmPqE92bfrpW/PNh8+AE81i3N9Y+9tSJ6xPalS
aKhzgTx2qGbozDp/Pj7L0WrSkAAjHlMv6AA2jgrgcm3/sT9n88qlDb0obaYQxo/nif2Y4GhGfUiQ
sTNTNUln1wT1QOAULWUrd4Mnd/n8mMiYhAxpMIalbStZFwLQOJ1sswU+VVhwoubR9MWABAulH1WX
ayjRi1mu80P4UryjP8MvjQ/uUuQxuzwkRIO0gcZt6mmjBRSuAWMK3sIzn9AgFJMV9UndmcU5OCpO
rL4aEqOeyYCY1tatFLQgVloY17Z41mM0UFElRQHw/xT1bTZbMvXrKWCnBdrmoGIie1oRDcBrF/Cy
m+QEoxccfsYEYUiP4acR0cZ9DUBPCkj4EpPzLgUu6mNhG31CQyKMTfSnl2vbiCBysU9LeGu19Za+
Bpb4WuokmFcKkv5X8PbleoIROgUXGOJmRdhbG34ANXKDW7v6VTBTJj2URIT8yvpP4RCEgVOH9Jb7
f6xd2XKjyrL9IiKYh9dilGRZ1mBb9gvRbrdBgJgECPj6u0r3nG26mqO60eful/3QEU5lkbkqK4eV
gcRpUeJ+QwZ+L1dBQ2ED6kKYu3bA7a4faPJugJYc9JsN8Q1VRm1Z0g1FNpknuyJLwlhd6feDYkfp
XyCYPJLhlYcZt+f/H6c4kcU42oABg3N4gayXlUG89/LJCJJNj1qcU4OuzdmHLpoA97bugScQlxo3
jzx/sJMfwBhrmmKC7irhBzjH9xA8iHhhBIiGDV7MM+fk00Nl7FWPzoVyLiFnBe6X8jXa3/eHWZ+b
qMFYY5EKfdjX+PMZ3knionXcoOZyPM/lcqY6MEbYxkUBMg0JZ4Vur/cFOfmdrToPrzmmae2WSIsr
J1CcTX1MJdJTnTjZGBVFFRaQSNMRR88T3ItH9nvuDBRPM+ZC7k/qVcaGGErxhHlvC1Lspbq7/4lm
b6+pMswlrBpDL2XIW9OoBiObWEivEvmVA4yzoedUCnMNX0tpjNBAACklupNHmMPZzle++7wMIo8H
FdQ7/nBfxGhomjJNjAkxwvQix5yVpkBYQ5douBIKnwEAkXNy1LDuiGGTiFZoJaooqRBD+5mOvWM8
qgTd5ajN/dXxfWvEJhIvfaaF5mhQjbx17qAWXttPNokRUn/2/4e+/Hm0nQhkACiK5VTWIpmOd2GE
7PihOKqTofP0i6fabNu6MZHEQNA5ExMrTXGKcCVkG+KnC1gNRrSQrJ5EVK6Br6e9uILcT93lOTLH
UNi8YmGWFzOsdFDsO+HT6D/sl8GXtjBt3uej98U9S2EgCgz0Vjp2kLO6Li0PIwGv41aytxpaFu/b
5HwAMjlNBppOJzm9VBZO8yVFnh4Ndl6PeUbL9n3/Eb72tQ1M+75IrqkwKFXqTdFXKUzFqR3t1tjX
e4ojL/IX2VnyTnIWEif6MWilxHJkxg0cwekoj4HyWBwFDSjPbfDmOTeDIeqoV3liAuNFJB26hfCY
rS4/H7+uyF1W3C05vM+mMsFNJ0hlcu5xhtW78oq5L1UhjUueXb9EgN+ACiMwVX+LRDugpuJmiGev
6e9DZXu/yz5RT1IN6S8XFyvFo0dv3frKmWDn1Lh9E1+3L7zO4/lbZyKSwZcQlKC5iPXBtHUMoLl7
A2p+YQ3EC/dDcnxcZfAlO2NWtLpoOFqX0ruWDRFc9TX4vO8Fc0+zCYqp6u8hAVoihSK8wu8qxT81
voB5yoX4ajXr+2Jm4zX0a2PhGDY5aiLj3giMTXOUTXQe++NjwB8NnT+s77/P+HLaiLLe6fj7leuA
P5ouy2i9wcEc6n095gPciSKMH59AQtGFFgShyd120l20jNajaOstqddbVP4ftUPPadv/D0D1rRzj
0kZXZ4mkQKYG8m0iuljkjCL0T5Ms44p8fnJZBWZtQldgxqKEczOZw1SxyLkLqeXViEw/8s35WcNc
RYNUbPNc2hForPkjl1SHP24a3TJNdPQj93YjSJuEpjLGEhorxH5RkCmA/1sgWhBLtrzoayzIGUjq
BdvMlsW/ugMmYhl3juuxs05yMiJShY9Jif36bAftKlC4wKxRf72nIePPSoNdPHICUY7+XhDFyx0s
H/F2GJJ4/YUC65P7+jZ4kh2S5+VyiY7TI33aIIRB9evzE1xu9uMb3lJbAA3n7p23r8khMBgQIeGf
mgV+2VoJNCDaIxYogi5DWnB8h/6deyfARBOtCJo1kX5jqLYu1rJCooVd2l/KU7HSXY6w2XtwohSD
OFe10ys5g1KIPI/YeoRkwqOEA8xsXnp6lhQRK9v+sV3GX8Ix7kx9oKLAgmP6RwU7KaLUDR8CyuwT
BDbIbRuiXzHoj1F/GhdisRTGO9oV3uPc/NQs1E5+DYtQRhxpmYiluUfnfVwprWfZt+s/flYjwp1Y
uoWa9z4qA06NYDSSrEAcrdKOTuwtdot4Y+Y2smKnxAkAiqFtykEJVgqY8X5JN05tX3gR8Wwo8K01
m8sUr0ospSfYFj7B1X2/YENY+KD4mK5HfZPu8fr8u2fURCQNnieQNV4Sc8gGaB6mxKuWYkIExCC+
e8K2jkB7a7ndBJwvazBgFYUxxm0ECFypPoIP6Yyay1JcnbCBCnwVn7xs0ny6YKIgg1hqgk2hY0fl
oU0+2Q+bIACZJwd9OMBvMOCTlqe+0AwIQQH1DApRlGm5+WcO9BoM8CBVLydtE9E1xSvP8jTRdnGR
gfeVx4nBg1KDQZ1WwN0pXKDNC+JR7FTpSQQefjr0zjm2W5r5jt+xu7HPV6NDd29IOweudvJgYC4J
qIOMrfQogrr7svjaopQT2rrLjUw5OG4wCKOF7UUUahxnimUdzmmr7OjcJcZP7Fwg/x2MGwy8JKoe
wbGprJqsjms5t8XPEiV2rDAlmvN3b8Jvk2eTtWWeN0ae0kv6/eKnz9EaBIx70DddifDAy/bMh1n/
XBsmgx+nPD6X1wKQtQZmeR85Xrz5Chynp32w+ssIeaIZAx6YyR1SAew6tIkx3ox4UuMEeYNjPPs3
Gcjoe0s2i4jCsJNuewN1ETRIOsgX8LZPcCUxuNFeZVNua9g/RqxuaUbwHz2gWLDi4jw9mTueZjLo
YaRRqiRqPKKghN4ZUFNREm7ELbyeGR7emgx4yHmZCYkCW18dL+uO5EFJwEckc+eZZ7suJgELG+CH
apHn5w5nN/hxQRCMnVzBNSw7fMgbUg5OWROdXB4QLX2u4tOj1dn3vfrWzHfvSBkEEQyrCJMBZoJk
D0ZEdVtZYZNy5pxc0KgtwsoOQXbsXdEYKp/cyDYD3KgRYgn63uEzJXFtiQGZVpLPqV7B64el51W2
NWBVPLiVhQUqJNiqeF/5+ZTytyeyG4zTURoLRYQ9IUG5xsKoBRie17tXk2B3mbX45EijRsMetali
DYaumNjDfXvQTqKUqpW1bjQyhIOKU6wVDAr6wWmT25/J+hPPHI60OV+ZSmNMeEQSr+gsSMNUDcmd
k/06IDrhvlDn8pJTMUzEPWZFh66U8y1oEEgKPshg+ODVmGbNYiqFsdI8zk/5VbvFP2jwP4HDDeT0
qGZxC+SzDdhTSYwBDlUipV0IfWqUB5sRK98w127TRke8H77wZrGwbpT3reZeSBOhtx81sYxMy8Mh
1ui3OjqdCP0eYsqTiAfSJ88IeaKYq04zxxwUKxBFk7tHx0L64kouR/UMaS+f2fG/s0J24sCQkL2o
6YcL/XivjEQ/o65Lqw0Jj79jtjtqeojMhVeDBT0yL9Bs8CuMkK08TBab2HyBXseIaJZToYveFldU
vLEw0GIc3pK+XH6Z2Xhw+kOY+zCN5S5uqOc5a6dpCKRjTTn++0LOAAnYzxdOADrbBGOqpoXXnaaj
m47xjvgsaCehvCCoxgQ1rPXfTEucb0l/95/49S2GcY3IalrB7HLgF2a7MHAPurxnWs7hRWMcOaw3
qNIoNSZ1QbxDom2EdUUnkB0SHNx9hWYv38m53T7kxO2MGA0BkQKFcO96lGmpD3rwwCObR+8cpAVW
vBzv7BznVCRF7YnIUsMeKzODSDQ2g8rmfa1456W2bhciKnEn3KvOfR1nu2KnAhmvULpOMK9XqmO2
qUCjHGwHnyOC973ov090ug7qmLVtCZ2O40NaEWubIFqifaPOJ2+LkDR/if5jhOwYTqbqqSh2sPWX
IyDL0dERAHqjAMwLHK2oNd+x9tvk+kQrzRQjXT5V9P3oiPYmtouK1IF6MJZfe+ON7oX9P2yG5WnH
3KaCJuvgcYLQcfOCfQ40xZw45Sp9SA/gVeG1Ps5yRk2NgwGOqClOeSZRazx63T4JHYR5WNmFmvDr
59cXl7h/PiT5/nYMgIiXCBVoFeIoH8nRQawZGPb1wAWQ2ZjEVGQwoluIt0TGIIfLuddr1UQqGexl
163maks7kb3M576/ZzWaSGIeJK2cqpEJpXCA2muCASoMTwkL8BRwoGqu2KWhA1ZSsehFMrGq8ncf
k+Nz3oSNCjdW/UP5Ye2ub3WFtqFV9HHf7ufqiL9JYgKEvtYFITc1SFodN97HoXndWe6vnwQvfZDY
Z/aVaNzIeMbXMPMmiZJp6bS4wnywUIyLqois8aAjV/MikMKurrYJMl23cp735br0/zXL+ckDr7l4
DzUwkAPIhqKKaCT8/WBPw3CWUrUQAcheuDzQ9dbkbXAef2ALCJfb7zbRxIDKb9IY+I/KvM6GvhVv
KdoCK8ng4T8s70I+IpJ4O/DYZLedg28/6kfTw8hfaYN/JVjhqXX/M889fXQZistgoZAM/WYGE3g7
dVrZ5tdYRPVstZbdSkUhHFG1CInBl7Wgi5g4EimYMLr/JpH5yI04nPoeqzsO2RMKw4YBvlWkg9Hz
NLxuEVe/8BMtM7HubxIZ7xw6IYnGMBFpKXKtOOGBMp8h3cJdbjwXSfwmieL65DTz7DyC5DeFFXXI
z27G0ZE/XwO7DazDJ+5BmRIM2ugW5d1S6syFocuSbKE6DIonmPDvgutCVvDMy2BQGum9DkY8PoBO
x8Wqe4PghkxsWh1FVgaTApVvvpnoCvjIXi3fTnr7ugqw7AaU2Hb8Uu7s82bvdLy04VzL+2+/kPkI
XXy+1liJhV/YLlGYwKqKNextrP3GBVcgjsYmtvlwVolGd22aH2Bk7Hh973Pw+duPYL5PlarpORZx
TKCz1giGd1GT8EyScMMtet5/GPnkezAXeJJEVlFbObTFq7vby2/ng/v8VX3wnvdzla7fNGKu7us4
IrSLoVG7dJzAakA8jmptuF2vNKKQGIONpZeuLUwVIKL1scJ5jT0lMAjhxUgDm1s1nnv0/PZ7mLtd
TnET6x39zI7zob6NH7oDHhawXTakw8gjzRmtQouTwJl7802lsk0vwiWUL5lEpa7Ww+NpK1egBYyd
J3XhRw890gTYzBW7A8HiCLTvXVafkTOs2g8etM0CzfdXZ7tfEiOKe8vEzxhQREQWxK+D0OuxZdXC
6jUOjNKA/Y6FsYx716jILD2rRNzPcPcwcbpdgMQEd9BtHtMmSjEvB7mN1Vpob4I8pMUzhUgR0uK9
LWCcAwMdNpSLcu6usdth3VOQgbQUZExi0ZVQsCCDmy4Lewwi8rHx4pJoaL15zDJSOAhSS3+/7H37
EZxNdnsCHRZFWPqoR8netNPXvyle/WZtDJSVl2K0Yh0+Bzw9onqFGS/s1uPfWxwQuYH+5DYxkjQC
ywROPtwOUknOYUTM8OvsRIkXFz+uIYlGR0gI1mlYy0F95xjYTEz7m5YMhBWlpXZiiPNHMkq0hZOn
fqondImOhcfzG87tpTIghoHDLJcM+qkdujjUjTCt/0Cfc20Q+zzIpL/7D7tSFF20TEnWDLbxSWiF
9nI1cKrZ4Fkkuz7q4Q9xZRju35zfRA5zfkYvhTg9yHnxnDAhyJKI6B2mdskRNIsEE0HM6V2V/mrF
l5qeHr3g02XrvcW4De6LmeuuRXj4fW4MsiNj2GhhCDGt3Tje8KisQpA7PpCfC9wsOQma9S1zka25
yZJZS/yWzI7aJqoZdV0LyT3Wor3+Cr3oMyFjb2cAIO4atlmnmwhjHgKtDi4MyaJwJ7sX+4R7KwTM
YHnSnlvNn3mfTk/0Fq1M/DsruxjrVaCXQtYrCY3smvtW+7wEBu/0GPzWjFDT1BJShA2iqzdMQ6Pf
Be0X9n37mEtp/aYNi9dWDQZYau+6YTvyr9ABn7ZaYkq5XQhO8ElbXU6b7ZYjdfbKnXwuBotNOa+y
64meYWdnG/Oh9eRj8+iUz1+C8xn73PXVcyWI39RkQsizeZbq0oBAkBJIzmXdtmT/1X4Aq7hrx6VZ
XJwox0DI5ZKL5lmjsrCU6r0i3iIiGbje9tz84BwB429qMSAijgmGEM4QVTqNR7ecniobg8UW0e3U
FXbn02q06+3X+Bzsc//LoK1DnFuASriDyzf7mngDtgzFlkXth75DC1v/+cLrQJt75E+VvP37RIQJ
Fo5z1UBEa982AOO1LYwYbf8KwJ9pf/KobuZDJ+SdTLysRUkyGZc4p5pwuWJW5aAv65Jc18WvdH1+
/hkHyyZ19u0Gb94VLWhyTnKuJVaXJ3IZp+iNNpHKBnLjh9WxPiAhpSyRyLD3aCLkOOBMyuY3UYw7
iFFfny4CRKUkO0iPKPfvPzkuPovIE20YL0jDqC5NEyJKZ73pXg0Xo3L7IPN5+cL5J+pEEOMDZiVm
WqsOiAzqAInJM0m/UBXC3B7tIZTd2iTSrnZbJz24bokZdE/YXvHMJ8+8nuY5V1AkXcT6NBSQkJqB
q0zs9GTEYqjpI01GlamtVMThBUGzeR9FlvEak/A/laXSv6RpdBEbk3qbtws7N0RTb+3bX9srmlAw
Asz5hnNB11Qcc7SKViTDUEBcSpz395FsfLBPZ+TxOeB2DM0+QaeymEBFGARc4heqGt7A6+Pm4IHu
2g8DFQwnSJ5z46/Zr/V9lOzjM0Pi19Sy/z1K3e7PCIbw0j5Efu+CYvVzG/NyKbe3HQuVEw3Zd2am
hCPeBgb8+0SUj3RcCpJ7wq72pblauj7G+36Rh5A8LgllGdL15dZBKu9T34EW7UcEdhKH83XnQGD6
e2gIMrFX2ayFSqInLp7d+rLy/V0M/t6fb/aAVsgvu5G9vxri1acymbBGGJREyy44g9XxGCNJTF4f
l3IQPnLCJ55qDISbinCuqwxi4P2thNVWp37byD8iwRZr3zIe7p8kz3ZZxn5D0aMIHXbw/ENE6CI0
10rshe8TtIDjqZfbyS9geMXl6ZmLNBQZDSmSRJPBOnOaHWqR2BsS4rEigFmZHEE6h2nHoid9ZaM0
wzOYuZh0Ko451XOH2+lygTgEUd1Dn9hJYG9DjLEt7p/nvGt+q8VchKFRFN2FGqax26NBEROj9//+
7E07VYS5/uQwO4FwS4AiTi/b8V7y9eNS/cDe+yDacIe7ZmPsqTjmKowaWU9MCjVYips5TqkGgxfZ
7uC9VYtl8x5wx8fnmBbhZt8nyAD3ObmaGJGAgihU5w7W/2AHEaWM9J/o7gCbVsevxHRboru8s517
Hk1FMzg+yGkkm1ksHV4GH9cxljemV6LzTJ9jImybel2YF6UocaTN/uqAnAINBhwImX05TxQxqKIT
eKwu13IYseYFAQylqgTBuU2HKXfmA8gjsJvvxx6rmj+5326u5j/9dmx3utKdhr4wIxyg07oCvhyy
dj4vbJ8rHv8mhYGOfJS1usthIS/Oe5YQ7GmOnkTyLBL0TkQO3Y7FC2/pX/zz+vvHJtkyYW/2pVJb
OM+2JhIJF+OZ9mqggoCa6xfn482WDBTszUBdRUVnDUvVk4y1XvXaWTq0g+2IzxKtVz0WT7bp8ej7
5rpN9akoBky6ppE73cokeqU5YrQ4YWjSbTfLQXK5rWazCDxRi0ESU84a7M/IYRtHJ3XrQLEd8JZx
HgezUd9ECAMe+rW/ypcWQhyzIuJPPdifXzkATG+KP2xhIoIBiU4txyyt8XmusIUgcg8XUtnmwniX
7GWjc6lf5q39Wx4LF1UpyvXVxDdCPU1ZSUH5VJ7tsipdwXLi86of3e5Kas9KHRDryyUmN5XELdqn
+2rfwvM7arOQkufYmaEgaXpYXVyMupcdUIVOTLcReQl9zDiQ/GO3QzHZSTwN9FL64XTEDNli6VYL
vSDtAlE+tydnFrAnZ8OEgfo5L1ttSKRDaZL0GoyjjVTTQL70M+da53mKwWCOVWlwFQFfIZed2MJY
aRBvg+XzsioJl3uPWtC9o2ZiFS1rjfNpwFHTvMh6vUhAdtYR/+HhbbnksjTO9fBNMYAdjDkJ4xmp
XEhb9yeCXZeJrR7DVx6F3GxmQtEMBbkJcFvoMuuZbdQobVLAbezoUXEqP1wouzzodypdulvjUYt6
GeonymdK9Of7xjt/H06EMz57Sjo9VPNKQhQDeuP1Rrc3iHZ3DXJbtdvbtDofOOrur66Nb7EsyUaZ
SVWDbVjSQSuDPHi0+8hWV2iroMtF/qoAPDngW8Vycuf3odQooYQDRiPLuvMKgvVbVucg/7/ikp/N
WqiuIskEfjw07TDnqSkgnwiHmt4bnuzqNh68u58E68SW+y8Qpd7/evMX4rc09hhPcli25+EiIblE
i3LRsv+gI6pp6aCPgCNr9gKZyGIiJ+tslaOmQLP1Ookc/eqqMppoK++5ed+nWAvj826s+bzIRCKD
YUkd5tpYQzuFdF4u2w9L0Nu6vStbKN44n+P+voacT6cwQJbUZViMylU6eFc/D1RvL3K2a3M/FwNf
p3M6CtkVEmrBGZ4a8Mum2KCzWPGmBucxeXJyzFsrjxNVaXOcnIM03clFkRhjkOiW55OjU3D6A5En
kpg4qbmAu0C79BKSSUeHvlQPEjlUz4W9MB/8H7adboJ95u4RffL6bOZxcyKaDZta7ZrK1wZKrt7X
795hqAg2KRI7C2Ii0l79bcCDLZ4PMFA9pucyVBtoi3PVJFusyOk5X9Hp//3QkH2ybD+Kj/tWOVt4
ACvEvxGF3S4fS0aslBZkij5e6GhPu7qntVXbgm9fymVm85Nos/Hot0Q2idYq19yINZjpC8h7Yhv9
8qNfLS4fJu9ZeXOpO9bDJs+S+t/nqRVgpUCFw6Po/NK9oStpnXvWTtv92h2wVbJ97gMhRoNQsdCv
qF7x3rfUTO/9EAZq5KJR616itgRWh3qTeTko/Y63j0opTtHLwfmqHL9h+UuMqK6LLIGHNujc996b
hUUuSNuvrog0vKX+gSodR+LsS23yVRnwyer2ZCl9Sz1V2mDB9XBrQVMPY819ZSu842TwR77ElmiO
kFW5tUeXQhzzh8E2wc1cEAzRST5I3N561331VVAKYbYGC3FR+rEcZ8U7aJ4xMwClyaquxxHcJ3+g
NvZxsfVNDYflvhipTvdMiIEjCS3w59CCziCyV33QJoJ1LXktcUfmrv3f2isDRE0oSbliQFiS2euV
91Fpdln65qODrtTEPv0Nw7Y+ASGVCWsKyt2oizDXFaJDvOtOxLJxQwYhsk337fQW7t45R3ZDZnkZ
VK040RvlxSmW8eaSYOprsdjkTmULGml8G0HiKrPjNRg3s/Untyv2tmHj3i9gIp3oHCa63g64pr31
Cltf1puL/XEi6XJBSeHdLFiWRPbenvfcqTNOCKIxMBSdezPvIsDQ2kE/7uWVd4HN0axMv+Pt3yeh
cNhJWN0qdfiOnbdGr5rilV7xfLVcy0XnFF5t++tHbtudv0QLqP+zs592T2e/RUfqcwwOHzB0+KMv
bh47FxvPMzt46a9+z3lQz2ZWsYZVp68hNPKzXUGnS2MI1SBSpBICDDBni965pI528oSMXBfWy7LG
uvXVlpdfmq1JTwUzLtx3sdVI0U2wuNVIfiIY+DiuxQHkC8v2TazWGK3npSRno8KpVMaXqyizpApk
QwdkBo+b9XmXRrZ0RjedynGt2bBwKonx4vOp0cGURCVZ6HNX7byxO5zlUnGltfF2349n+0AnwthO
IfBqt2qRQtgKI0hR5aXv8UY/nGOnXdiFgTuncgOsBDs7j+6jYi9zN4Bj6wbh3Xu0QMt68/R3MN4s
xnh4FzVVuo4dYZcNxC6XlMXovr6zL+mpHMZ3pSiv+rM1Ql+MkW02lb3D1ivfsF2yxN1G57MTm1c6
nsOLqUzmydI2RRdXI3TrW/vDS1AMQMP2ksuRzjPRWyPOBDYqNf2Xia6aveK/gXJwa9q8m5oGIPc+
FBM0nJMx0vGxcIDWZr1OMYuNjt3Yom2tn/yaJf0c96QxcUHSFZUeh5AW1gTT9ctl5/8ol1uO9c2F
edMPxCCKdeqavIkk6SCnC2GHevQY26HAm/ieGxDSp2IYCNFaS+5yk9reC1qTNmhNWuzI06sLaiUw
Cq34hNS8b8UgydhLySXJ6LdaNY6jgfjhGf3Vm8qLNfTfcrMqc7HrRD+2CaO/ZhkmwCEOLEqWl68w
IoF9M2iOuO/DsyVEXcfUk66psqSxsYc0arGkgMHwUIyBQdO4iT1+XGPneYkSfoLYg5vBmYuUpxIZ
dGqkQogLSUHUuKrRRCygYQGPSWTCtluBU9CetcWJcixAlfHYtldqJDhFNbc1HOLL/QOcxaOJCAaP
ar0TsG1Alg5CS6q19grGndY+YeHtX91kE0HUPieAlI9ilpw66HK1neypsOua0DnaFZeVbS6qn34f
BpSaKDa68ITvs+pCgih7+Yjtzulmu6fsQdxK0KydT9RiQElQhCbpBRV3lfGzfJOwEOIsOanoIHnC
5U3kWR4DTXHcNapxM4eV974ZSQVzQAUZ9Abc1wNPLQaeKrGwQHCAQywdsBSNTuEbz8ISMMErEFJv
+QPUJ+fHwJIIgujCbDSaMVx3B2m3lJ1nevPet/LZzNPEKHSmJ6woT7V5yiEGCWXVP67f3zcLjGFg
1emDi4rks72K/fsiecjEMkB2qZB3YgrLAAPkusZTVnbj2kseV2VC8Bj6Lw9SZ7DiatatYokQ93IU
iLpAdwE6Nu6rxIEjts0lNqq+kRKIiBNy/SWia8LuZJ5FzN+MqBgbdKba0CwGkaIBi2RSMP7iRRX6
uBsX3uLX08n2cTGCfMnGQlJ+/mw24pzIZMAJGxzVJo50eDHGv967h+FRAMU/L/a7BV1/Gvu3agw0
9U0vx9WFisHoJmj9RlJ6WK6NXFVo85prKBjck8UA07m+duYZr4cDyPilXUiW3EffvDl8a8PA0Umu
NSmuDAp9eJsc15W77mOQ+ipr9XjelP5XwI9i5sH9WyaDS9hxVIO/Hloh3XisZdLExHCzH1FJ9shX
c+7Gebz9FsZg0yg3etxkUJAKW58W971pNk2s/2N0ushgUt9ekyRVoIvhfaCVerdb5AHNhqPvr8B+
N5sjbjZ8nohj4pbSVK/hqEGcgGjieHXLfbaqX8Dl4nAEzUG6geIoJUdW0bzJ2IV4jfNsQDcGxnid
8O3p7CCxj7lFjpS5G2oqhbGEHlME6bmFFJQSLCT1VeIqLvbhcbSZ7SmcymGMIMmqqzJUkHPbIwOy
kcMC/bCY9/3xA4vUec2gs82pE3HsRZXKI2j4zxAH7h3HixBPHLyNQVr0sKyHLZoVDLKhowxkd3kb
nkqNPLnDQ42lqRgJDvL1tnoF39H9o55Nskx/E2M5Z6yEruIL/aC9sz5gwp5gHSyahoDIICP9tB44
fqfOYddUIHOXab2RKqixy4g+ZD8diPqO6OD8hQrD1V1vyGm9K+zMOyx2O9Dp93byghyfZoOh/Wyh
kdWVXDcnjzZqZzyWvjlEmP4w5m4qtV6Q6wI/7KVGG4jF5xucw7epAOYiGvK2aPuSHrW3vtiZSBT/
f5kNpTfebTSb/pjKYm6jzurzi0j9FE2rGBxEBiR3FgcQ3opvP5NXnRSLEuP2L1XIa0HjnSL998lT
QG2uvdZRG1ewc956zNz79jqbjZwqxgCQfM7iy3D7Sqvje4zlzzvDfYC1Jtg0z01LzN2ChmFZsoVt
dGAPYE7RaCRx6BGyHOp2CT4n2WvoRzPTB9PgBLGzEeVUFHNundg2Q46RmMMKHIPv77kDVhvX8s8O
Jpc58MrTijlCUA/HvZZDlOi/rD/UQ+pxcHW2VWeqDIPfo9Zg7DyDhHLfuZgsoIQSHDuYvyK+Pw0D
3RYl6DciiHAobmBh6wINOvwe2NnHxUQVtqutH0tVSayO2rPnDetDvPlFftIOJ8ysfg1BkPi8z/Mf
IPkf1dgOthEcQL04triVjmsPnIvAQv8JITId3ONlPGbrO1P9GDgOZbPTewn6gRjjUGwjEi2zGM31
BLVAH+sW7X1ZkS8QnwtPtJv5k2OLs7nMqXwGdemUTzLKkD/46FgAKKJZFa8A3t1LzYGNmKdiGOw1
tMYIxwbmgrmXC4nWDa2XcGzyP4Du94dj4CIzwTaRVNAFaRBszSZpC1LJhJw9p/Qbe/mFMbrt1wnb
ATi+MBf9TZVjsKNErF63BeTCXIDx5lsXiB+XD54Y3hkyuDH0/4belWNujxZZtz+aQG3QlZbgq4F5
2KfdMxzd5l5vU90YKDlLfZzJJ+iGpQdrLPsrSPyDpxjv/Bgs0fUwLUt6WRYke1JRAbkNrvGsYz7w
+cc6WLpmra7T1lRggrBzzVt8pEtMDYwPCPcsG+4d7x6XdrtSV/IKMxKcU+RoyNI367kmAPEBKStP
WkVLy668k7cC1SJHzvzt/60jgyYoFcutNOIkV6hk9g25CrSJwkEuCxSaH+cG1XD+PsbZSYyJjbBE
zqPVi6LVQjvKmobeoxtRIXafYRzj55P/8ObG7m0Y48J9qHBcgh1jFUttQGmanms/Ot4CrYVg3dgL
T7S/H4zV3Go87zsyCJNex8EoFJwvWjOwP1YJsIf9YqPL/43uaog8dHZhB/X9j8q7j1iq50w2SmQ3
oCRmg0EDibv28MsHZc6Di5F83pHOSjMl0dQUVcKLVleZANJKzkKYUhXXo4cUEboNSOW8av4SGqLt
lnC0mzvSqbw/jrQx1Yw+gMCEt0Ty8EIOaA13BoVo9qPoLW0MKlpohOHlcOaiMEw/G7Km0OBSk37X
U87KuBuw0xlG67XvBhrUS57bz1nnVATjjVpSnSTlIsE6HWfzcfX2HHCeDY6mAtjLe7QiWcsgADkv
+shAWwbez5h/cjFzgn1GHHlzCDoVx5iGUHRVI5xwZGZNugi95r84AmZ7XKcSGGNotbjH+AckoGqM
yt0HOdMICCSC942OK4e5sUFH1oVtBzl42R/BnBnbB9/YIvQBfwFHFP3JbOQzVYm5tePTkCHNdVPJ
ATBmnuSDNQ+uxMuozT7NppKYq7qtqxh7ZUcKTugWlC6gaFcbivwxWYLZ1+Gz3c8FB1OJzMVtGl1R
I6mCz1UR9YCAjn+jcdyUzdkUTRmn2hUiWtqgh9gR0Tgy1q/okdh+vdz/Vhz7ZqsKeVkpiXHqcYCD
G588U+IvhJ5Hu39Qh60kFML5UpxDfCOtccX6JU18oyexYNcnu5LAJmlkjuyU/eG+YhwgYosLRT1Y
+ZUeItg6EtBSLQObt81hNpc3sQX23shyTCPDr2jG43jUbRU0lYCiB/d0eMRWZq61z5YypvIYqFDb
NDU7CkbOUTqKXwWpFxt0qp599WqPGC8KloVEnquYbPefXFfjfUYGP7TLqI7XgQp3rtjdRBkbebgx
F8pN9WNxo6+GTBZhKRiduOwuNl2rdn56DLBKFl3OHMvnAaLOYEc3hIOcxdRCjuse1IzewXR2Pun9
509OODObnJgqxoDGpcyxtVaBl4HdXQkuP7W3z/vWPhuPTiSwOYOxw8oE7JaGMmvcu0pwIhgO3u/o
5AnaFtC55++vWLa64lV2OVDPJg5yrR9HKcEhnvwttxmSB+/szKykdGkltvjrL472cxUvkK9GNbI7
qJqdZaC7Q5qHW1X7D9HgP3jFjrPFWWhqQnS7U5AXw0oTEMF+RO4bOFt+uPZlwbuZORDMDtAqoB7v
jYRGNPXT6WnP45PmoRQ7xJZKRp2hUYfaeYH4InXPwYWsySkiSkTUDnzxbYoggOfN3HNkAKNM014B
JQQ1SWy5HoPYoYu7f2DZcLBF585/6c7swiex68/6WMIDEN+sPck5VNg3rGFT+AJQ9cmDKs4dze54
CrWrViXyzd80b/0ef0bb9Ck9FAtg1f+DIzAAUupydK56Ks5BkHhcv4j+0fISyY4KEu5QEDth6+R9
SOE5H5s8MOpwBEXsDY2RefE2O189+O5yeRvQ4zK9ca4XNl1QmSdlyA1oeEVTzXG9DlFmLtzAStwt
b/8FJzQwmTdKdW6aUVVu3y58Kh6QHuDVdWYr8xM4ZtMDnVmg5YA+g8AWj8cyGNXfUNvao1zAu1tm
s6lTUcwLJT1X5aDmcDP0dIGYDG9zpG8jLEF9Mh8IeXjDnhRs68GuHroYiEclxAMXdvkTuonjSJag
KAghvMypA9+3XXRI4QVDOys4j5gbc/KdlwWbF+i0pNPSAeJaG4lqpMaxIbonGLF88snrQ/4Dcdd+
eN1n25Iy83MnzmZJHKaHzUQo2dnQe8OA/JTk6MBRnfBEvvAI4OjJCxhMJjYB68xJEBSKnaitn90Y
vfa89DTXRv+Hsy/rcRyHtf5FBizZkuxX29lqiVNdVb29GFW9eF/l/dd/x/0B9yZKEGPuzMMA0zOh
JVEUeXhIKjZl4prAlKVFRxFizHtj9w7miLf6iK+5Juo8JwKoMyY15DTb7yCPIO58y5CJDrwvh9Yx
PQfJVXfj7lPNXQMj1tTFVgCPHj1H59SA6O8LD2f7ecAQNLwK436ZLLsbX4LtjjsjZqY8uUcUPjjy
UXv6nQ3OGuJz5WsS9LK3DJsSW4A1xZhynvDcZ1LGnB+1lG7qYnaNjBY7pqNEntr0U4o5cURsYQpq
nx3QWpZjRk26Y9WfMYgPBq0MN2uy5sEk/fQwNexzxdSrjvfyebYBxqvQdY4Geco+WR0J7TyIxDG0
yOOg8aemDV4x8ssp7a807jxuzR6X3T6Q2bbsnNx8YsaDJNaG9D6NnJWvUfNs//9rLItT28IAgn+n
epbPHTS0UA2CVBzp11F3hBU7/IftgjdNwcftPuNfZHDtk+j29+WqfhihxMSsHuy3bgphqYXbHU+p
bJLUPs59sZmi72VuuFp5EvPbWK0tUUURFFlq2XY9D0HczZBl1F73Nfjb+GPpSS+iu9rCCKT7C1N9
lX/CTFs3mL0MODOUsHE0CjMvkhbCDL6R5Ws7ao5WoHnl7ITld/PLfWlXurRs45k0xe0zSB9WJu3s
Y8H/tpN0DKY73Poxs2FlE9XQY1mWwSzbApTEbOjtJZpJGj5pmR0Fx4xPDiZVODT6aXdiRcqt5QAt
tSABOwcxl1JQa5rYBomDo6BeansydPPo0VpDZq8M/rIYDKEQhgGdB8lJWUyD5Q2ZgJg5duqXed82
TpijEVfq9Jkbvt4/ols7h06DmIaLcZMMtPrLNelJZyaVlgTHIGncMPFI8Wnkn/dlLB98/lJjQcwG
a8LQhYX6GrWEmCJZzvUq1I6M59IbWKk5SESt9h65KcYyMS8DDDFB/9WhntmKNsnMtIsy7Ri8Nyfy
ZpKtxdzuD9CQaUIV7RfWb0iym9nKlbp1XuhZrQsibGKj8kIh23HBGq0wdO2oN09JFG0nxlC++5Pn
Luo9HBNDeyrPzMmKMl6bKAzPsWCoUbKKckuuuB+NXWsxq4zQF4w7/fzbbqXTd5+CfGdxuyLr2mrA
b+MUxwg/Ax1TFatRJ30CyvEc+UPxZ4zJm9U968guFxLD0+D4DOaK+b1C9jH1hGAuEMH/TU1LVwO4
rkHb7LnsYt+EfcrlB1r46n7dx048ZMd5fmrZr6HMnK77IgW669iNE2vtIyh7u7h38up7bzyLKscf
4MI0vWObK80bbmw+AQfRRl8PQ+hoDXV5a+Zp5oEdD7FvBU9pFW5pzLaa/FMF37Uu8+7fniu/GptB
cYgMGsZxfVRctmdyGILKwCRKjIAqfgTD+zw9Tax3Ai43A4FG/641J56dOXPL4lfR+JiyYJrf+gqz
RNgMzhDGX7ep4dQhW1GM6yuH9prQe1vYBl4MtSui3kp0D82NxCdxmnuySDMnG1enSFwxG7ADUHEY
EWYQ9IVX4bl5CuYgM+vUZxSXuW09DG0/ZHnsVgS2UTu1ZX3oKt0T34IRTdwSj0aIb4zSy0OwobNv
ep67GveCqdpMybZtMvhco9PFzMvjtXupRpTLt4I1gofI4rZB1f4yBO+DiCY99bvIlcUrqg23Nfyk
gX92dNgHoBEah/sKckMZDQsdaW2Lg+mLDbpUxqigJJuFlfqN/RA1b6Q7xeFDK5/GOl857iu6DBbH
l79MtK7B4tTK7wjIQ17rQeFHZb+1dZBjQaFssNKBMqcKGz9ILahh4KXTVxIUz/XY/+fFYm8pZUtr
JAtGQllsF6eiGoKaHTXNdjEcapOAyziFDqEZKt7/68YyA48ivE7ccR3u5+XGhnxKG2rFeLcK1m7j
XEPiamT0KShJ4kWmNH2zM+TKc3J9motQUJvhAaDg2V5s8dkrNmcRoBYr1Y5xRQx3MqPBcgs7JJs5
66etPknptpie8PX+Uq8tPMO+Yr4Xhr/BrKk3jJS8JxUdtePcgAbvFlXMuCvw3zWw8KUMHDkFNnGq
WJf6Rtf0nK4s+4ZqocLOQjhkYlaSaakuHOckN8kw4wuCMCqdMaPdRid99FTQfHD7Ahe1z/LC0wLL
doo8/ZrnvNnDlaU71qKv2f39uHaLkPuGO8nRqUHYVA3ShiguCmHpmR/pI9kUGkVkmKcY14RGaisr
vyEK+U9DMIKWX6hLUR7XYrDisYns1JejYXipVWvu2FCUzI2TWBF1hcNiWozFLMs0bWEuhkpxGkpt
Goy4S1BCYUVOmxlo/yedIGrc/pHDV4HdoOM77vETjEg/eUUj9m2W7yq5FWjK0jTjdsrrT1nULl25
a1fl6MsgG7S1gQGjS/8IdceB72dR1Oa5rwf2ZkDnk5js+in3guqFpj/BMHMF2xoYUNvuWvGY5Wu9
m6+PAbwhizIC48ZhX5TLDutqtrQUuR/oD2aBcng783Kxu69WV5cbFcuCWmD0WhS+/T9X8uxyh2aH
OyC0An6N+RCZ1O3ki40uux3zi7Hf3hd27Zgq0pQlMVPrunAKS3+2+oNVD44eHKrRe0+eYxS+a+xI
jTVP8QpJIotMBi1DgIRDVJNAcMck2N9N6csBYWVE+nKT0OKl66uPxpwkOneR+DHp425bo1mZZ0wy
eRBCtJtAt0uvChLtIyq0YOU639r3pXkE3HSEvbAwl0Y17I2pnfqp9CkxoEXo436Y2x51UmnyMxqy
ejObU7ZSYXtt0bAVCEfQLx40IjjpitDGSrgcJC/9YhCty6RJD6EpKqce8nArGxnurTDE66VpmsfT
PHjkhfajJKI+DHVr/V1RhsUlvQjClq8BjILHBf40sJ3LLdAxZFbIipY+exV74zHBOAlM/nLGv4Y7
pk58KFun3ZJixeJcoaSLPsAvMbglLMIwyfBSbKWPqSFqs/THudzXhDvhSzNVnuylYxO0UeEPnb3N
Iq9mz/cXfPPIl/jIWjxn/Z9PeXbV7HhiFp/Dyge1/V12U7IJwG9wKZvNXVLowuHDXHzel3llQ7BY
Gw/G4jTYeMOVtxssR2Fo81z6cRObW81INDeqOtAbTJFs7ou68rwXUWh9i1aG8P0QhFzuK58nCV+L
VL4Ifhr0ndvv93//yiFQfl+xHUSLGC8Ss/Kp8IKvSesS4TS1W2Q7KMp9Ucs9UDSTYs8YxsESvADq
SWVzMydBJio//VsdqlOaolVG3bnd22rPkzVJy/md6cRAGhZltlH5zPaFdSh7rwUGLL9MrxrzSLti
f29o4MW6lBsX05mjVQHWZWavDH332Ev0EeZvqwDEjaPC+CcDHhJe9OWfl6uqE8wcYNaEo+Le1GN+
+98aHpMevoLk56ZjvRKP3tC8C3HKjbZsbYITCHGz9WEkbx05/Xd1WCa9Goj14BipRbq2ZllFXOOQ
MopmHPKNTw9p8DeoD6R2OZvdPoxXFPDa9wCsgXAeESbgPWGqBKG0DPs2TKHsElPUqmdM2KliZ3wC
2Pw7eCsmp7QOCXcyuSL31k4yOAGIMAwbLY6My4OjAC11KaAgVvEYaeHGNNr/w1mdS1i+4EzhZaRX
aWFBQt/O2iZPkSJOJ4D490/slgLiqbcRpFsC3ptiK+At6ZkwIIWFG/KWmQdDOlm6T6Zd163cqUWX
VVvBLR0tvzHfG88ZvVwQT7LJTuOy9kO+jaxnkr3QvHBGsfJ23zqZczHKyfQBSvGkXMRAEdriIaL7
+1t2S4AApkYsY4ml1Ta/Y8unCgFP7VuWRH+n52Ld11+2Qtkq3CCqGxaiSFB8FbOAHtQ2A07V+KJ7
EJiRYTr8MHgpXHxDbPX4ROi+n9xxM+5t+R5H5oY6SepgpnPnMbJFWiVf44/fOLyLL1ItR5HUuRwF
Ehxau9dTfdFFp4j+9vp/zgcAJ2OY7ASkAPOqEU9eqkmolXD0iJD+uE2s92x4qpoVx+aGcb+QoDwl
CeqDh6SCBGOYXL3/y63HGP4sSdDge3i5ryzLbyknaQJARw80TEYEhL7cv7NbPOoYJ1rlVet3Rqu5
wBojxA1Jts8SM1xZ1i1RUEoGIQvwqsIrA+/hOUay9eeBuCZ9JgmAh7WZ3jf0wMTtgiduQPevelxD
7mTNom39PIBC5u0uStMPUU4P9VCteIG3nHA0PkfDVAa0CjiqYpuSQcLE0q71ozZ6JHI3CSi/+WqI
V5FyNzeTbUo4ujCZe6nxHQhf2/tnd71WgkwEuteZFsWa1Up8M2dpUbBa+vgQ1wr+ZPQt0DywoXb3
5VwfHOJmG3+ZAI+g8oo+dl0UJxnj0ida5iYgJICavNPKNQTw2tQTBMnw5nGnhA489lIV2yZktOjn
1i9MNOpAA5LkwGd3MtCJdirc2jzcX9UNcUDA0K3DRBoWNDwlhBpbw2iH1GjhUPOvWrcNk00vXb17
a9y51tdSsdd3mpxLu8rEjsE4Rwlp/fpv+CLNo4i27z2G2d5f042w/FKMopKkncomJFPr8+LXlPTe
JB6b+gcRz33gxTFcjcB02uT3fak39NCwAWjhkQa+hqz25cENpRxtLTdb39wZnvjSPSXv9wVc+9ZY
1ZkAxUgxJuwuTSCA7iaXu8ThnrErvXjlPt3Q8wsxikYEadbkTQgxcVi6Zv+4YFFBtXKZbiiCqVMY
JsSuyG2ocRzJ8qqayqD1s+pAY/nQYqSvDApnqF8CUa1Y9xsnYyIit8AHgSgkfC9Ppu2B81rx0PlT
UvyeO5RshtJpZuKBV7hmDZfrefmSEBMSCAUxyV7QCUXWpPPBDGnnR4fwWB36X/pDg3lo7UP61P4N
vvcr+3hL1S/kKVZJzwNtTHTS+e22PcDzeDMPFXppsEP731/8y5Utu3z2RpJBT6rW0CHJfLfD+nO2
058jqtHuK/mNSIGYoLABIwfABTuriOkYz0q4MZ0/JBjt7TMjfG3YRtMeePOXD1Xlhkg52mSfzLlr
G+WXItyvfMGNCwDoFuCagfeTgidwudBZD2KtQisH37YwcbR0Bt1wovCRltuAnebZm7PCbYQzRR7L
Ti0wuMp+Wmv4csMsX3yDYkwoLYNpHvsOrwCg2vapM7Inq5V72dSOLuYfaMi24pDfXLWBGaFwGaC8
/3KkZ8dbdlQOHCWkPp320fSnqFDGUW5XtnbBTNTbASrE/whRgou+ECyy0rHzs+GxF5nbEHdks2Pp
X4xxl4WHhn+LX+/LXE7rSuRSa4jYndhXTnpJk5yjyHhR2xjzJH2z2I7Ft4CtpVduyuE6tf6hkeSf
Xp/t38ztKM+40flxYn8Mk/SsSPvMk2+Tucpvu2VjMCLzf0QpNqabRTZE0uz8agu3oPVay6mabVlu
O5RiZV7cOE3rjT/k2sW4jndwNbkBwwYuENhAyrM69wmZ9QpLtJPyKU6f267Y1GXsIJXjgU+zGWak
w/ENpA+21TC+64X07x/msrKrwzz7AkV/NDk2PI7wBVnfnBLavrNo7Rxv3oMzEYr/1SWWPRSgVPkh
LTeSRI7dP5l8ZR1XPGLERhdbqRxh3tVTnGqQguKRn7J2qt+fEcH4d4rCptrJQUR67PcZ4GOgqN+R
kpf76k/5WYwub508cSRywGid82eVh7K2wcpzYgRRXIYdVGuihdeTjRjW9ve2gUevaZvoNiEgYuGM
zy4KmWcbJc4QkVDHTNF8bIy85vCLjtuud5KP9EC/3FeamzfzTODy52cCY6MjRcyXNT2gtfVWx/Qq
976E66zfcpxnIhRz3Q2xPiZwz/BkoEyxfka5R2e5ceRW7QOg+wPL+EMRu+ZUHwowwVKLPYU8dNgo
DygxdyoUhpja5DADZmNYMew33MaLb1O8n6yGPzdYWH69qdoa8MQLfyHpu4yFM/LT1NDD/c24ERAS
BBNL/g0zO02iK7odybSThhb2ftd+0ScQY+z4OYgXhhZ9nscvBYD7GRhgrstdw/T9GFWGd/8Tbp04
/AfbQEbKhnukQvdZpU+czoOvDQ3qbnaSgmXc/DLTlXO/ZStAzTGEaegGMprKSgtpCopWzQO8FMAs
gNY/53py7q/llidgIf0AwBYWA3bjUnuNNMURiWT067neJPqToJuxPY1jgCrOzVp/h1u6AjqkYS4h
IVJqin3N7U4LKM9HX0t7d4iSHYtAmR2cui0e+0Q4dZru9GnltG7FAudCFYvbaEjDZ3k6Ilr7E6Vb
IcCp+s7LAwK3+1v5L8+hPB9wKikDiwfUGeAjl3s59LVdlhySRBmiIla6hdXsO719q2jrBemnWfzA
uIw6ln4sy21iWjtOflTxR6n1P3ls7eZJc3hTbEaSuZURbOvht929tnUO8ly+5tnfUOKlKzIyXYwj
mFAjCcKiKEW2fPRzfd+VHv/ObCccN/aUuXn22W7yX7G9jf4U1mYMfkW106+EMstmqJt1Ll+x01Zo
jRKkM+hCQg+10F6tcbUOaVHeKxnmEijBTgDYVkyzaGKSsboe/RmPQBB0Py3jyFn7nJd+NFuONMC3
6/6CLr8RM1vb4EWZVeEMmXTAZKBrA4271Iasw8RzIxgmP+vswUW7qb0+gqzBNCN40+L+Uzem4xC2
2i6uab2J9MZLO5F440yGFc/qxh1nGH0HujhQd+D8yjb0GqKeNk/wJSYas5Z/0OzkJBhzB821u5+6
vVbwcsNuge2ILD0yF4B91OhbWgEzh7afkHqsXBKOe7Pa9GJw0YoHHdM3OVgqoPZN1Udufmtq228+
ujB4yJL65/0LedVFE+YMH2IZUHBkJYFgXB6BVUgrC+U8+W3hJ+Nx7iKHGo+i31liM7XbXti7apge
uU0Ow5w6erzV+bElfwoWrmj7rVcL4y/AG0EOncM2KKavt6gIO32afFk+dhV8qwpD65wZxMsj7Tfi
eba+i/BhZf23VBB5G2QPlpH3ukr7DbR5GtI2n/1KVJvRRKV+t69rR+9mpApArrQAMFInDdFr1tB3
gbDXALkbJ4ACDFDCkFkiOAEVx+dxOTaCGbNfJ9/KbniSH9iixzqxa7ceaicKUNuFIZuTg3KZRtuH
nXRI+Lsvit9R+nl/N64NDtUReqKgYTkHNIVXlMGYOjRF02e/G0Gn5fV8sM14LSN4bVUvhSgaR9KC
RYLNs5+1D2W1yytkuDZD4N1fyi0p4KqjNo0j2Ynk4+VSon7A6L620X2WhJi+QZ0sR+Va/3Zfyq0N
w9BDnBs4wnivFc/OSgYxMK3WfT5NjwMVsWPk1gp2dgNgokuvHuR6kOjitnovtAYUStRw6n7UPQTj
npOHWHtuk2MWoI4Nnpthhxid0qxcx1tLs5EmXqhEIHv8a85w5rPTKqGxCCA15M3koCtSuhEgiq/4
b7eOyQYhDgoOZADOmnJMqWAZLJPul/j9Jg12oO+96jb/qKJ489/P6lyUohGzXWR6mzHdJybm5E7P
aVmvLObmlp0tZvnzsy2zgig06tqEBH0CtbAuHdvIVnz764cDGMo/ojwyV9A5xbGOkpiKhuX6wolJ
g2iLET0lmVcWcoPRtEhBosVAAQCukGII4rLPO3QI1kHHRwGjjZiocwz0li8e2ufiZ7Ui7nrfTPCP
AWmYwDcBEStrEpHsUbTPqB+ak9c2u6y3vPtnf71r+Gn4GUA0wbYADfXyZGypaTKRmeHrM7h6WbMZ
UOGXg591X8y1NsOTQsC1JLzxgqkJiLEBRFui2NqfqtRJ9UOL6qaZPcTpGp/2hiDYAtQboUE09kwV
JLSc9kNKTL9o623C41MVWH8NiVqSdm3I9Y3DQRBnIItJl0IVNVuK+K3I5yIVPl5KJ9J/VjCk93ft
hraBwAZONNKHyP1ytai6xfyzYm5Lyxfg6eVPbT29yIDAag+YEZh0BYpAtA8WD2BcjM92jkTF/Q+4
3k2wU2CBUO6yGAg1AxejDHKczdj2I/ncdbpbN88c8zWaeIX/uyJHzb2NUx/KCCO3fC1K3CBOnB5c
X2of+uzz/oKuvdllQRb0XEANiepdjmhb00x9avuV/TzRBwAFTkDYl674ICE5xL3x5b6863rfRT2W
ABxFGqgRU3tulJwVaaOZms+i1nRSupfkQS+HU2PpTpf3bhnpbmN7ZvBszy+g/ztS+10NBhwZ6eig
0Mb/3a27/KDlKM5MsW21VGS6pfn0pc4c7TtrnUPQuuFb8dA/N89r83pubDjYXMQ2kIVnIDspfoAR
BnxJjkcnUWrerH2knbFvtHoTB2hVMYCCt0rlvtIlCEJFI1wCuI4Yo73gCGcLtNgQBjSsOSrFXu0p
bz0tBOTcC+3vgHGh94/3tqzFpiE0gkLRS1lt0zV5ZA382FlseoilfLdkh3HZdSO2CTOy7X1xiwN4
ERViaaC0Is8Pm41ajcWYny2tqQzkcBsmjnrvVZ11rPiub/pXkwdfeZ+uSbsCXJbq3aUmBKlJ0Fl1
xR0Nq8psJemtYye+c/Gtr8NHhnGZonaKBNCVablmt7ah1yuETPhWuKHIr+EcL1eYNUEJOCa1jk0/
c6+s2xN8y13TBwCes4m5zEaR2f1Nvb6iyzpxKZYCM+SWVDs+pAWpurS1jnVTFC5k7kvB5a7E9L89
uB2PRhckT1Gqtbu0LH6UgBzc2GaVw6KZv5Z2/bO25AlspMAP+Jx5dZ/IFQft6pE2kerDW7acu4lo
VLlEYtDs2EQ54jHRWlQDz4Ybdvm3Ks9fV7bCuFIwCKIMLgFy+UApFX8j10hvhlloH/kz1vt1bndz
4fSVx9p3lMQ48avxdzoAUzTbNcTj6jHFEg2UUiLARaWwrb7bsrHNqO8q+6gl2bAlDQoXUfVnrfiI
1wUKEINQGu4h4gZsp+LuMDusgiYz7aPQG/5zCju8NSQy7e+CzvKzbnMY6WkI7e8zsaDoXRBj+JwG
W4OOstOQWF4XRwJTpeey3+WNNej/1eFbvs9C2EvF0odBxX2sUOp5h54AR0wjwahEAcpmRKdht3LO
N3ab4wVEXQJIw0h0KNvAS/ShkDRAkbloq8cZzr/tkCYFr6YLKofPvNylYrI2ZjqwIzFAlS54Fbrt
kHcbzUrEpupotrHzdFhZ/5XNAbGTo1JjQRcNkJkUCyfrsUr1JM39nNLsxYwjsguDrH0JQrR0jGLU
OqIyCNO3rHpCXRY6Y9zfmKuL9k88R8AFOBv042XfzgysFXWx3lURypBEbnsYsxRv0jmIAWrW/5kO
yWFtLHiODMlfagpF1FTHWQKmVXSyZzn8znI4+H1Mmv0kMx3lM1H3cX9p18EyBC6bu5QNLGGrYkRS
9GHusjiMT1z+Mse3gWTeiNKu+L2iMwgD9TbQXM1MvPtir15IjM+DyYKSoRoDFlbRtDDqm7hOrfhU
GGazpzUNt83cmpuUy8qJp4KsKNCVv6HIU17koYSiImzHKsVjPXyptS8pikAYMFo3p2u1C1d9GAmk
wasB6Rm1HehuoDyRsm2jTAKJPg2use339ibDaBriobLOyzyCkUWpq7nbAUnRH/RXfuqIyzCxeI0W
ffVowvtY/B24s6jKtdRRwRoGMLYdCqRPOQMoV6SFm/Rok2KyzzrIPtMotFb8kBuHCpdOLJU9YIJA
ey+vCe1MU6u7LDsZ8ROZA0efT++THNce5uW1uXB3sK5zMYoxILU0+1jLs1MUhTtUhYkifCRhvCvT
TRkGbobsd2dY+4pYK0p0ZYUUwYoXYhoUjfhSLT3pBWYNj49J5tfjUScn5KCcIjvypNrcvya3jvB8
qYoiDVramric2anBhDC78do9UGSt2jbRWs7uxtkB0bbwxIMCjeBV2VShVUlPY5qfzAaAeh/v8vir
kQ/HmcqVq3/D4uCR0SlqKhGKY7i6siirSex2pml5mkrh5i1zsY/x6NrRNsmTPSFugWoilqAo7v5m
XuPlqIYBzY38azwCv0k5v6EpYzqIGS17ZPuzHt1pdiRge3tLo02bH0hWO42+I3G255q5surr/b2U
rSzaztpxxBheyB5fIxE5WbHPu9Cdvq2s8fpyLHLYckMYMoa6Ys6LpGytJK3Lk0ZOkhluKcPdGDwl
9iMQY2Ci6JRwYtqv+1L/BeKXV/JS6nJzzh7IaYpHUZRleeph4NL35pV9pi+J3z+anuXEbrkDq/qp
3OqPKN31p6fqmGyy3XzSv9Av067dssPaVb229xcf9E8Hzz4oX6CDtpPlibSap6EvDxtNN28ORMf0
1Llxg6H7cX8Pro3DpUTlRWuiMQn1GRvfy5dQh5mfnwu5rWMvHo4haKKdubsv8MopgZcGLgou0QLY
ow3I5Z63eVX08FjKE3oDuZja7oUW3efFSr7rlhQ8HvgbbxqQQONSii1ry67LuToZgQMvS/u5yt+5
RrMWdxP6ijHugLNAYbwUEYRjgXA9qk9agO5JSEL03mDrs2MY0ti0Nf6dHDHhtBwzTOEyxvwb6n1y
V4aiOtzf0Rt3FBlNNLFArfe/oOryQ4opiOG1sOoUmwPitXBb1A+oJXGaZK1hxY1dBTqA/DGD04FY
Wjm7skKiFrBcdSq7ySn08dSAh5agcOT+gpadU64lYicwhfEeA/JQa0RsM0/Z3Of1ySqyfltHuu6y
bq6396Xc0HwUnCIpi751wARVKTKa67SJp/qEtPWWBcMDWlW8JI+Y8/uDaNbHlM27Oly5bbds+YXQ
5aPOLng0hFNXWrI+TVp5SJOvdQNUrHnItd4pmtERrAMR/DBWbqFp72ETn+6v+dYBosgWKoucAjju
yrXoqRijvCf1KWjZthtbt++7TauVK6/GTTELxgJoHEkr9cUKZmBadmXWp0hDQrcGz05rre1U8d/3
l3PDXIK5/L9ylNfJimI2gO9Qn5g40LpBMfwbKRqneyozH3X5K/Su5ddUtbSWVnNLcSrq3ZSzC7su
TyPWNKdRFu2LWSb8a1emtousoXzqS1ptEpKsNbm7ZWZAmkDAsVQKXrePEhmg1trMmxNLor3e4nLX
DiO/gK2mxhd050J81c3FTsviFbfxxuaaMG1cgKCEzKfKGFimBVkVuiKdZoyi2RTWW19bpTcW6QtD
QWvcWsK1NWRC7x/p9d1fkgMUQhGHAENZVOvsgqQgIeSZJuVpEg0YEySLvkrOk5f7Um44c0BNEBej
lApkL3ACLsUUda5rcW5icfmU7mU08QdW27FnaCxEKx5dfinrYfyaaB3qt3mnbVPEv/uVj1je1kuF
wkcAHzIRcC25JEWheGq1aUZseTKamjqGsIG5NfYHGc3wME9gNmJCN/qHBCx3y6wrN1nY2EBjk/9c
wLlASEAnEU0jNwPK1uVmlLLVF9BEnjogERuQR9r9nOT1ysN/62TPpSieRm81SFrFABcxznjYIGZB
07VJtpv7m3p9SZe14OG1gCCiUYMiJUA1t4xz7Cnp6kejDRK0cuK/EhrtwjBkbsS7FYrPta2DQDTE
gEgwtnFfLjeP1nFuaDYEMn2ydyQivygJSpSsN2LFqi6/pKgLOochGUhBXFrYCJeSgHAKlDA27Uk2
v/vxq9F91Pl7E6zY1BsbeCFFgRwKIL+jUZftCdBd4sXoUOhgenGALoc5dQozRVlIIdYa1qi6AXcE
SWGklvAeMzSnUpY2Naj4szvWnMCbGdyqqhsA5JG5YtGubKkqRlkbbatiHmsLhHZLohcUmiHlXjb8
CXr00pAvIvozTfKASpfyP+qIKld5duehGjNAxc3J5l+HZNdO72Py9b7eL7biXDn+iVj2EJ4oUg2q
QQtNZIYzGcqTSH9SmTsN6KR9YWxQzuLMaC8oTObMILPfl3rVTH0RC8sBssrS4wCQ96VO1nPeVFUw
wVyb28SP3+kP/hY/9w/BU/FXuOFDCcTIdATGC2ThQzKumBRVVykKM2C2kCEHWLSkdS6lTwXvgiBA
WiXOHParGKJDYnGvJszjpr3iOl0xz1VhirWusohGeUjak50BRNrq6BRQO7KYUHbWmyggmLV0ehhH
WKe9WYyCbzRayMhtuwY9QplgQbwLiN0v1esVzfZBLYXlZmmM6jgeZzGGlPZSn/eUZ+D5GBWXmVvP
/fz3/ompRgSrAAEUJwVWI7IiatcsxJUhb7O5PxlTn+w0pH8wOTh6RBFSsg+mplh7424c0XKx8dQC
zAODQblycVUORp5lwwmVgfQ5zlvtXU65OPB4iDaB1kuYl2oGsKjL3jXSSvOqykAfX570LsI76qJT
/z6pKmCNmkYPCYTB9cpXK25UAAL7sjRk5Kiyh5cFU36pSqE2mSNaFw+npAtsh9PykdmN/JHNpHnK
jMRwRsCEm5qX8QFFO+ShsdJ5hYl1fYUX9teSXgf9C6+sYgSLoTCqsqTDKR7M4QGwz1FDK4XvZlO1
m1gbS7+Lg3cRGkdS9f3KRf6Xiry0H0sKCZYfaDqiWpX8nlHMttItYzwlIa39JgvGLaPGhPRRNLvw
Uf4fZ9e14zqyJL+IAL15LVp5qZtqc16IPo6+6O3Xb7AXe0eiuCLmzuAYzACdLJeVlRkZwVqxgJbA
hmPavTam2VFO28ABzDs3Uz/vvqIkose4Fng96hjQcyZShwQGSw2hrxQSdzQ1k6CAn81LZcvj6IC1
qY2PoD/s9FoTPYIHEUhmM0/SZXZ4kcNRs1q29R2mlV/LrGj1emBNBvEh6dIainKUZivPzoXrAdVY
0PeCunmK8ecAPOrHJYRzwv4caD+bjDf8gaF68AbRA0eN+XPvAY3FWwgEX/GFz4/lwjG5Mz27IVAk
DkRg3rsz5aWjFHuvpcx99Fp8rNptzCDl/tzcQ/w7bXeU3qe+d1TExXnIV+XgvuvZpD9zUaSrmWhE
IPUFQlZPeIFkTK0LdbZhcsBWfNFasf142d/bnu1zkbaNUiq0P7fKwJGqQGPOyBttYjfMV+opOq95
xkDB3yFWsd2FlsKqOiDTQrIGfVya9O/XDdho0VkyD920iB3boi+x3lFD0IXKIg5o0dM3VH+BuFgJ
PpZGjSsKHytPjRHiLMhWBq0SqnbEAYsY1B49iXOkUiv//T4CzeOUoxHwfkKvzL0bU4Ug1dRI7c9y
Kl3awJJHEQ2Cv0UN1C/XlXVcmD4U4USAOuGv4Dun/3/zVMsUv0YRSR7OYV04YSCRUn0rho2IxpwB
aqWcNm6lSjtRBbVO1J0x1kELSKY4lfKLAvhNy8R+/knzWBy+Gw9VJB1QxEJibj7HQ196Ul6E49n3
RLxOm74Cay7gx+GAi/i5qcflnPCS6KfA4HF5z1/HWhn5Ah3T8RxDM4eECP5NLxOo8dzKQtCBqwju
CNw3AMojCTCb41aijB+W3Dn229pMkrDe5KyYkVwVO7sbGP4yoHAPUmjft/xCUAz0xCsG2HVVQ2rH
1uYST9nHWkYtP0iLQ50lnK2wnaIHZUM9cBo2wkUDke9KwLsQFyJRAtciIdWLLos5t0abJ4PaqpFw
HvzUQMZCNAOj0f6KDZFzSwL92gA15xpKnZYfGiBYpB/jdO5Kkq8lExdc3f2nTCt5s01RF1cYKcWn
yFtZp1ZgnEtIXoVWsRbq8PhB91eohuKwiHwzyqeo+s9OuKB1cccJVDjj+iOpWWw5I7J+CVtvR/X4
9fnGWNjpsIUXH1wpqG7n7Qxjk7G+zMFWjfie5m+cYpbaGnzpMVbEgFDsAjwL2w/goPuZA0VqG1RR
KpzL+Ar+PisaKjPpEhIEa1M3uaWHqUM4J7ETXgrIwntLoSAUai1nwjn5lBlHMQt7iGxaWsipMdsx
0ztH4ki6Rja9cIaRBwXFNQoEQM/MSS2jLsQmDUfpXErydigGUZekWDP/9UrBD4OuBzctuIjmjOcC
34ViH5fqueba0lDiOiFDWe7HOoxW8pMLewL7DskIgIVBRTTH2It8m/C9z6vnSGJCQ1LC2hAbMTW0
DLQ2zwe1MHPoOGUB2AfVG9rJZludFao6DSJFPTOFKEPKhFctNDdF/96d44ECXw4KSiDo5lYUphLq
vGfUc1oJ5aZFFBriFmmi9xqSJpfnI3qYPMS9YBeDKWyGqRXifgcqjJ8neZho54pns0vs+ZlgMbza
w1WhOW+VSvTRHMAyqOkKoC+eNsUsBgrR/qbmisIg1k+IBrkczfuhCB3xJLtrUiLE43koLBF92nJZ
EL/0bPwns2VQlvRX0MrztcTbGV4LVXQFdR2kXGdXTKQxPY2qsXeTmAauIFFxo/ryGvP/9FNuT/jc
yuz1TOMgCYWE613pI+rs1tt1HGGFl1j8YrqP50v5DRx9YmseBshRKaRMBVsxs2fSTzX9M3o/5B88
3YfAGtZodQCh3zHrX/nhOOJtbqzYn3uz77ECeQi+WOAYEYrd76UgVAthhIQklA95wk0NCCb2LZE2
0WEgomq9Pbf3oDAxtzet8M0NR2WqhFjk3hXtpH6VRqN1oBKS23+pTXVqd87wE7+c0BrwO7NJbGNN
L02Y333zT5j2+80ntEjryZXE967KfibqqUZqJKOtmUVOBR6+aKdAy6bjwhOQqUaZfcr115CZwUg3
qFTh/bGLgz9ZYcqpJfa7Oq9JNr6gqBFX0lFlPKdSkRRkzlVdbGq0ReF5rA9rEcv8RP7vCBCeg1EZ
Gdb5jerVsgziMaV3+UBndc+e/i03gjX9GYDF3Op5O9iubJXJqzzsVDhRXA7wc9A9uJ+2fNCkWOKZ
3u1xLYpGnhWRqfqDGJIuryPDU4bx0IxDuWJ2ecfc2J2W82a5+sKvZTGWe7eC9pTXGiHtLAlqXKJ3
BldMLMZWx7xzue23h0bbdFCeAFF9yINnWDIC+SONM+JLnR56B4bu1qqHD+/w76WY3mNTMQLR1Ox2
SVTwS48tlqIEMZsc/k7yo5QYiUr4CGU+AgAxKbdestbW9SBO8m0XFRBU2YDZRXh1PysJI3boIsRq
SEGLbpuKQDNgJwPan6vU8LSB+H5iCInJeLsyJyx3yHM3qgwupARcVwRI5p2C6rsMhNA271ZxQNNm
mG0WiHGg8wgpPAn58tmitXJHZS9XG7fsj2mXQsDgBXu1B9lO3FJdGFw/J92wlzbP3cvCHkWQiTcr
EBu4HdT5rCgFTdSKad2Rfau4zB5lG2yioPZJTeTqn9uap8CwArA1cYwjGgN358yTaVqqdr6otq7Y
n3IxIG33FjOWzO9bdadFZE3T6+Ft8G0PdUaEf7iPATi4X/FWZKg0ckLrDnGTvfaInkz0CQSWook6
WzKRKSRKcQmxmK+83ynbBFmnlSEvXIwQ4ULpaJKewdN9NuRcTMANHGqt+6IGPGlAbcpm6I78DSpp
PVmLqL7z8fM9BC5RNLAgaEPVamYtGYH5o6ncubE80CNAlcxLotRMBL4JXwZdS51t+wY7XsjLwfBr
LyB0mH5pjRkOI79nRrX4w8jCoA9ek27jPMsttOqrelMXza4J1WvMByDl4wdZH8FK6bReDi5FDc4M
r5naFEr1q+Sq3GaagLOYLglNcQBKvYFAiiWyg4SUeiPA30hCMa64+KWNDJ+HzPdEuQuQ8v1i9wFb
+CFA3m6b0HeJRwmf+al0l7Y4VsL1+T5+wHlMG2uCB+EfFAUfNlai1t2QBFnnip6piZso8zYal+k0
yEne/W0TqOKl6ftQdXqKYtowrraBzN9u//sBaO0E1AJFte8PvPHwedv4o8IUnVuIlterdlMEFo9b
Oc8MoRt35bihIWAnAZHFX2zzmjXUUguIRg4fNPLPz2djaYujtowuAKQD0P0+Cw7Q9Ce1wCd1LuP9
KJpfg3aKc1Li3ZAdM0qe21ryINAQQ5INr0l0v8xu1EGR0i6gTefydfQT9F0kVmTEYOFJ/tUyuZ74
esOv5Y0Xgh/Y+8fmzDH7Zc/nGd92ruAxvwTVjtDenOMKRfkrqWz0UxpD01sh1xOPjgZfr2EmlgJe
fMB3+R7Nrw+YujGv6ybh6s5NxZ0YbYpmLyWHGAnNA4fSQa9nOQRP8h1yvUQcDXoY14jSFlf45gNm
R6ts0kIcpt0mBIwpoXO0l6jlncXCs6FydFSouBLjL0RrdyOePuhme0/okSiSsczRwB17rtoUqbaX
GnnlbbQUitzZmT1bmI4ymRZhZgemcri4MFgIUeXyBvUYQtHGygGMqyLPGkG5ba2JaNmJ/DOr8/ev
1/NKN4gYZJ1YB1nWc1MLdPXDHK+vlbMSEi6vIICSuOpRVZ3zETFeqaIYB1tK+lmwTh2/UoUww4vg
vWkrppYndWoBA7xn6jyfxXdh4Pd8yJadCwm+LjzIgaJ7gp5TI433IKbPPOtvVv997heWJxPpaqi7
TdI4D9FTVlO2bnFIG9xdamcKloTnUk7aRmc00kqO2tSbpnaCP88N84vXzo3hWYyRFyC3zKQOh3Pc
cMFL6PXXkY1JncMHwg8Gcq7XWQTGlbeM8XcJ3XTdIa9VR0Nw19WRPoY5yp4ugKYF+8p7DcFDhIsJ
CH5Jw7ckFh21XXlRLl4eN588ixKqoqv7JsNcyQBGb9SxIX7n1MyaPNjS1EB+dKIJmbRcHnCCQd9l
zShUvRtpB8kKTNroAhpp0jekQUDaBimVBJyfcnpJflZXrXQZSk0BHRqZ5p155oAXvJwdUOzelke5
Ofej3QlOj/f98xVcOBpT+g4wMcDw8BqZZuvG16CmE3A5M82GnY7b3gP+bYN+J2MQT4W01ki1bExA
JhS6Q2jamjk2Lxz7mEklnENKKHV85IQ4CM3Gv9i0IxQFqudjW1hpjO0fczP/hhQyl2aN2LkAlu09
21LWGjRWxvMdgd9MXtRLUg56687Nk0ovWNkc6Je/9W0JrZhJtyYTNW3MWXh7O5x5Wq1g8k6sBgxn
J5F2ZaoeOmsRSt398Nk1L+ZCHdMWP5yPXj22MnmlQr5F3FC/MEqxNsA0j4ZWpd6oOClez3IEuE2i
lKfSK7d8WB/iIV7ZmksPGHwTGuAgDQAqn3kdV6It74N+CnuTzc6a4uXHYEioSFr0xetqN8SfLSf9
QXCvbKWoKimRGhqshHcLDm5i8EXECxlhGYWC+/PRinmjBQK2bF5cAv4FrI9eoMu+D879zfPduuTE
70zN4oyo6DOtFGScjkI5FdSpP4q2MYaw2rPMNvxVSgaojCEB5a0V4hY3Fl4O39kBGVfX/RiF2PPK
kmNgGPBtwmidSKB1Vq9tsYWwZnr2/sfMLFKueppHg+p1Ljs4ajhYbbXL9D4HpPnTb+yyOTU7dQQ7
BkmGxihB87AywQ9sqd97/OYDZmtZ51xUAnGMZDD4O1u3gZoWic3GhlDj+QS1MesHQ0bjEKEhxzi2
iVPrvV3reEVkzmVlrRe3lSiiq3dCBANidj/lvjekzaDESMglRyDVk0oiLJTeSiMpP6LIRvxHKvGl
+Kirmgij7o1HrXmp9cb7fP4h3/1/D07l5kNmT4oizjLIWGZIC53ajHxg/rmXKnVqMJVxoLVCCx1W
5EUBdgDvVr7bj/ELV1r1qIOe0wBvyygZ8SngfJ3S6/NPW9wuyN7jgTclmuX5dkEIrKlh2LtCm32E
WvF7qHdB+vXcyOI6oPoy0QZO3R+zLaEK9SBxEdaB9hyDrG4I6Qc2NCZ2RtDK77WoXzkFi2cNRW+I
TEBWBhfv/cLTPm7RmR31btHRaCtUY/w1BBFdoQ5ZnLsbK7O56zUBOl1cgbmLG3HvgUp+lwtQvM6k
Wnt9PoOigC9+2EEorSDYgag6OuHvR6Q2LC3DGlOIeKq1amvY8jZvg2buyliBnX9gt1j9LyPasNvK
BDFeZvv793gzWNoPFMhBM99YnN1Z9G/wJQFL2Wzwe2u+hhbkMVYmfyk41/BQ/8+3zpZbEHv05uTw
AMBMQwiD9ByyAt7Bzy8xzxO1cDz/pT78N5m4O7Mzz+4VkRDKNbYyA80q9kfmvbbCRqUnKSFtCvAg
vMzzRVlc/5txzgKtDIJzcaAmvau04bDN+r40s6YtN7IarilLfx+Rx/VHCksGISrO6WxwJU/rFCiO
3s3MbltbvE3PnMH8kl+n1aV/s71sUXsN0rh4bgFv+j+jswG2TI8GPIHCfzKdt4s8ARLTZSbuywpQ
nSATfBLHIL1+PqvLN/SN1VlAmWYgmqQBhsp3GeSYpHokTH8qnS6zSnqQEpP3kNU1mXTNayyv53+G
O39Ucg0iTU+Al2Yl6Hbg3YACk8p0K87w/zke/5iZXwYJIyUNqtKuqiHNf441VW/ZbegRXvntf7Y0
IAr3yqzFnkuliUnRFToeQI5BjnR2KlOPj7nGh9mQdfxU0xXkTOvQRveBAWe8kfoRkDKrYREkUN8A
zNUQ0UhLP7Xqq1A2zJfP/OX7nZgxOui519Z8cepvPm62vbmSaWkMFXI39Uw/sqvmUkeuKhpDtwGd
bKOrsZUZUryLGpVALGNYQxst7vQb+7OdzoQa7dDE1rs5RfOOmWb7WDFryGQp+Vp6cZrnh5MMriLU
7ZFjQvbi3pMzAm1bscSt4YkfkG+QG+BVAIixn5+i/2e5/zEzuwI92acjK04PY8YSxXewyaBu/Fqn
p0pizSIyQHMl8CTsQcyAvSZhQ6iiTzLEH6nisBAoZXKShDsO3NL8qir82hzMbrOQEQuVb+vebZGh
AHBVp54lMdmlQeD9fB6WHefNdM+2fe9lSsuxDW6FGCzRIZBsx6KIPnPtrEUO9UH2wn4K40vKbqPa
8ZrGiJhqy6j7QlvrUFkatIhk1dTmMHWm8fcLH6pB3UvZAPeiFP2XGLaTHbEH6YjM7ds0BT7p+diX
Hs63Bmc7rQIoOgoKgAj8YyWfBbYmMXREQyvMtim/Vi5YOkEoLQI1ySM/j0rM/ejUAcDtPvNwgr/8
7GcVbNgOfQqFYnc/n49qyRBq7Ej2AKeEbp/ZgnqM1Kk8evzcviiMMYcTY5prXnbOmIUnVVzz1tMb
YX5cwY8HQDdKPhObyP24hhjvc69FaXTMFDturl2fWumIzoJmK2g7Lee2QvhXo/+W4Wp6Rd2anU0n
mkSEGOS3gxvyF6XahsVHHFvPJ3Jpe9yYmNfIR6kfMsrIg9tWH117AlbP4AIrTESixm4Zr92uS+s2
CYoDhQBEBoga7ieSCSE4zICz1a0DpHFiPPuUC984atc4ASqFz8f2aAwUuAJiZbQhICj8Bpvc5Ix8
teyjIGCBZwFgpbRa/kv4AXJmJV4pCD6e6Xs78yOmxhFYSmCH0ba18mNUPvJMX0P2P75m7o3MXHnd
JlIyREDGAOkAqXkRkuxMNrAr22Hh4Q4zIF+aqj/Ips7T21rMDYCvC3ik9lD6UX8i+ul50vXmCIaF
ijBju8k++PA3M7yl0k4Zfg/IIOQBY0hADRRi5AT1ryD8IwLaMGypmju8uOEzw8dN0zWdXqxNy+P+
vf/e2dxnXRhKSgfUWQpClfFSO5XRygRNF/Iavm3N0mwBUgBVqq6ApVLZBOomlgoz9t9ZTdPZiAVa
YwWFuYCtwchwQSAdBk5dgEvvjwoGxQRxr2FkcXIQ0CRT5SZoDXuhh1p680pZm6oWFBQh2D4SgEoi
kdV9H4kWz67ZTdPqHP2K6FeAzG8qbfhgpVr5GKzJcPOof4BXAa0f3wH8zeHqWoAg+4ofUAfhPFMt
gdZH1xWSF3H05/kx/u6fuPe+k7f4Js0RgYGd3ypCxqkVYD68K5a4onud6y0/M5XhVZNeRtnMi1Mr
o42deYUSo05DImWXnLnUgBmFfyNpFwXRr1T9rfAXqEXIzYcs6EzjW1m9UuRbcAO3nzmnWva5HC7M
E3m3FWPe4uTRrJUi3CLhGp+DoQ5XvNs3Jfn9tEzEVgAHQi55KrbNnhAlbqU0Bo7c3WUE6bSCnGT9
58+fov7zvH9/f//8/Dwev7ZXpNjI344k+u9/vSywjzzOJGyFvM5c9y0PZLnTuFFygz1wFkS20epl
VXp68O3QrneC7VnCS2qPjrzhzOwkm6ytRCTZRtfGef4pC+lrNHCKwAcjHMC7Zg6ZDzVfRbtjIrtQ
5smIVRem55vUZKCotQZRXLQl4z6ZIN+qApnC+3PJAa8clo0iu+w2+NSs0alJfqSm7KzJ6T40P4Bm
FAVUdDwCyD7x3Mwuy4FFv+DQaLKbkdOgN9Ah/jj55I9ICuO8/9wGpCNvzyfyG7sy31MT1SQ6F6f4
bU6HpzRKl+d8JrvG7lCe3ZP1wzoYiT7oaPz5aW1OIfK4rkXgVl6qs+M4urM1TZtEGLxx2a3cqwt4
BEzAzdfM4p9gRNmczXLZVSC0BbrF6gogX+hGjq4X+36bIJu0XYM2rRmdsy5jR3Na32MK8OB8038M
P4vEFN6F/XiEcGD7Vscke/VfV+Z9uqaezPscwMmGEZ7gQYF5Nw7Gj8PJOp2oYZ0CnSE/CvJzmnQr
1VX01G3Ko4F5f42I/sWT7ORcpHNDnJWN8NAw9L33JuVXvFJAUjyHsZY0kf2hr2TXOzQvBwvNq6G1
f+ctzbTHztC5PxfgO/8OW2UNnjit6eNM/GN48rI390pQD0gP8zCMfmZ07R6017K1C4gJNFYtfDyf
9oUsEzYYqJbB/gh2FXb+jOi1Bmp4bI0TlpJx32rXbgR5+Ln3D967AtXRl2AXDytT+xiVTtTlEw0b
wl9Il8z8h9JHTBf2vurmWFHJvOb2qkjP4918b2IKZW7mkIZaTzvPU1zWFrcA3JqRFZqM3pL3d1TT
HNFZhWKsWZydVAARQBDgM4rbg+qx09Fueyx38ZV74Y3MwgZ16GGN0ebb/c12CpoeAPQEsRJCkLks
ncwVA+8nFUapA3ixg+6AWeg/AyMwGD0hKP9bmUXJS2EX28KuDkBDWNMcpLZPWOsFqosOpIHIWbJL
EpnRJSARgYofvr7B33I7NMD3pb8Dvqh3O2mTHJgNCMEtTw82hdmRV8ZS9efbcXFn3AxotvXltExD
Bi2trpFb/uWandY0Sr8LBLMpAyIdQtXI5uJwfyv93WwMBWX6Om0VxUVLjy7svDPzklsRetkYc3Ti
H4ExOv62srn3yiqJususYBeQ2gbHMxbRe+ExD6zdON6xW79XF1wgajV4vQBbCaDhvHcrQgsVVZNQ
dQUymI35o9wo1rjnTeK74CTy3p/P9UJqDNiIG3OzMwJzaTLSSHUbs91XgOZb4O/dIZI2vyaF5sgO
TMTUZI185YFrGY71zu7spPheFYilgGHKtrqtN9kxJD1pSWm+F5vWbo+e+XygC/70G20NbRs02gMt
de8LxhJUOVHSq65nR4bg1DssrMU6a12La2ZmwaigFhyypjCDMNDpN/5FsyMn15XP56NZAE+AXwDg
8f8bzuxVlKAHSim6TnU/6AYNOFZ8ASL2xT/I+9EGERBRcEUiqfnJrRmefvD86IARBeSuk6Q8con3
8ygjlM8SaVDdel9s5S95mxilKRqKPbzGv6QVKMS0+ebGoFCI7IUIzC8kEu6NsZFXcB2UH1wBmgAi
gYdCEc1He0BHVubzMbM1gfL/sTSbT78Wgmz0I83VArPTpQC41n0lQDftVTY7TudXQrrJhT0ODGpR
WMRJ4mDaRjcOqELrSj2mVHPpPnqVX3lj/K9m7j8G5tX+Ohu4wZsMyAfGATL8xd+zluj8N7OGhwao
asB+Is/T9wClaEorF5orHtgvsCT+Lv9GL9TkX/iVN+XSa2OKEiZwjopH3pyAskk9sVHqTnPLjBQv
0S+lJsiSJ6QLyPilrEzeonO6tTbLcdSx3IaS12hIz01wMTTJZBf/wh3KHdQVYr38IUSET8naC3/h
4rsb5OyhEzWM6vEczGqn+hS9ir+5Pw27stOXHNTt0GaXq5blCrQRWw0BbdCS7gsdYafyb2bVK+wr
C7UG6D9OvT94jU4sILM55EIPbAYp9VwjhgDNubtu+PNg6JJe7TlzG56S6/PNuJAogkGkisEmzIIX
gp/NXsK2lFFrGGS30Pu0AzxJpV2D+zNAVTgwIdBnpcAACHp6AvHKrvu5pmay9FC9+4LZ3NK69vsh
xxeUBhq6LkQxA0v4Wdny5v3IG+gc/kyukV38a18CHMRUPAOmZOq1nVzbjS8Z1DLlRvAhuQo7Wh4U
L0tuO/5l6s56PsGPPgt4NDTigywNCDnUbO7tlHJRVU1eMS6r5VvEob+K0VdANYt2zJzv2ZW0zvTT
7jwkGEs1DlkMvBC4R57GQYjlkM1j3k0YOOEYckoGyGxKkxeaNRHkb2LAma2J1xblKNC4TAja+5GB
h6qJhlGQXGY8csWWzXdqtMk1oqATzWPePe93GDpadGABM/FfwTkiZUTir4jSdEWw+9+s/9U4ivea
J/p4Bd94iz//lF9Z5mjqa1fqLHqe/N3Qh5CMsDzfaCqjRvOCHJESDABgbXiHbkndmnKBwDxFDeza
xzthTbPx4TJFsQFXKOJKAQR7D3eO2JR1SqcXJQ1UzyyqoTUKBWnEKG8YE4RZhRPwuW8WzeCt7Jwl
y5PKH1gZkVB/QPyKUi9IHvT4XLlnOJvvY4/4Ap9vqh6THEpaaitVTC+SNqwV+peWdupQQmIWoRLS
p1O0fXM4OqYs/AhZMcBvgJMA6b4HQvp4K9GrwBFIOQdWk239WJejwwhGNfVEtVgvuAPb6RB4CRh9
DIj0Uxt242hVJfFlECECjZn/4H0nVk2hDUllMdlb8jcsDmntoYfTbpJPH9xLEmliXd3xH3QriRdW
HS3IiXidVap7AX97fjgf4/jvHQymTzTcoxtr3noni6GEkALpuIjlz3g/lcAeJ4LRFLnv5FU9GCXo
DIy4FNpNIVWXOpFZIx6KV19OGwMUiyrUczyjS+nfdBqh6GeZXgspCEl5IQUDhyYBBUuVfvP8ux8B
IBPWTgMyDfEshjCPJ4WA7+TRV5OrAEXVDdQ10yPPyJsgAQ17CAB7C73oTAB9lpbjrCEkBt9JGq0p
0D3GF+iolhTomapoqYKLmzm3NgNQPipHz82jNCM1l10iHFmx7EiGxoICKxnL9TlQ3sI1TYrH5AtM
g6sDrLBIvMC9zmJB0ZOFgi1Z/5pmtgdeJqfjrJa1u9oIr129BRxT8v6Iq11WD+/MySzGzHHQAVch
e3N/MuQ4E9i4ov41ajTVZMELRjqP9cwhawO7CrmUFG1VOWPgiVsexMMW+kpIE425AVYkdOF1Rb0W
Tk5+9t4PQ3UGhH4QA4QgAKL++08S2xpy91HlX8tYRKYtqsBdBg1AtJtKVilkg9UAUmjEdaHaGljW
9SiqqAXij2ijDvwaQuExSQCyZQ17kgWVA2LbeerPj9gwbwD/uXKvaqCn8WH4y1YkHnU0lEZ4Z4lG
15k0NAUP0phm5VuA5mTgZmbTU5L94vc8+r9zJwXHfUIiVMd+D60tRdsMciPcThIMTXtTrr6oK8za
PE6h1XwekaxEbw7uaTA6z3ZUKkmtn6UddtSbJ5PAx3tX2KeXRjkWIqQB64+s+zPsotFO5XHFD31n
aB9s4/WJChV+1+ZR2CB0fOuPuX/l1SOch2f4L9Aej2PQEm4bVedbJxbPYMtmPYM3yq/kwr50b6I5
9IYU7ThdMUVQ954lN1UNSBW0jKnJ+hos+zFQm5b25iNngZrYFJISFJl/7eFXTkxl94IpKFv/IKFu
WJ84U9yl7+OH4DvKhYHXLw1OZ6WVZfouDM2mCswIOIUTiHXCb9xvdwGdoV0jqf616qBZchmKN1qY
vW+D7lb2/tTMvs3tovmkY0QEcR8Mv0rWkME3BVxQLxGO2sgxtGYX7Qs8R9jcTFpDZOxxQGvCMUnM
yDtnsS6WYPlzGig4JaZ0EX6jQuq9ai91tClBJVEjucv8EeULFNtJwx2a7Vh/Khrpfd0PN+FrPDSE
hXqptIbhlBf26N3gZ097kUlbMQ1F/yofKtlCsyOp+pfQP2itHm/D6B0kV9DGiN/R0oRLG835n/Qc
ZU4sGWOw92tLlt753hh+y/7GZ15EIMOzrTIYDTy2Vp1kLyFC+QJvQ2h/RRs6mPEKUQ+7syJbAhhU
f3jiRmmvSbwp6AkowwDubtjLiiVCsCHfJcCVhqRlNr6qgyIxzd5oaeQgUup3pR0ql/wDTSrPb8KF
GxyFJhkAfYRoyK1Is4T4oFS1zzKyf61jSy7A3UgKfxMRrTUA1koIH9pqrQ+HrEa7mon2t0qn6Ofa
yqouDwdxVZ9lwRnffc7sfkiolvld5fnX4ZBCm1KxqtjoUEQPWJIFb/Wgg79TZGND5dfoNB6eqAhT
bydi5r4a0C6Nqcj4V4aSNE30BszlGlgvJdmqKIGuKkHH+crsPz75J6NISSJCBlZBmSdM0N4tiGXp
B9eahcpcpUdjf4A2Eqly4Cko6YXcjKuBQCdwyyFoblUcx2DYaOoaS9jjwxlfMjHwItcx5dfmLddp
lPOF2AjBFWKHHeFRxThKDd/bRatwejdUdF8piepmXHf2a7beUc3vjSwdeiIHHP+RyY2mD2wSG3zB
Zb9zBvqdz3fq4heCWlWbqFVZoPdmWwP9SEqYVkF4bTzodYJqV1NKHVD2SrGhGRY0rVkxGxq1RpC9
RMxbUu610ooVwJV/rnzJ4ytRQcVbm0TXcUkrc8FlOReFQU6z+CpDfhHkQO+KNRzgrGJR570NLznI
GH7GJ1AFXZ9bfgQIocyOaFGYKF4BYZRmsUoLLAZfaUFylYsj1azSByePk8VnxbsKIEhXDmlFPLRb
sMdaNiu1MqjHfuS824MxIICwGeIZAE0/Osi4Domnq3m4hSkKZQddkH4HKrhigpUWjYf00uyTJ5d8
8xbixERkEHfFV15OhWsPN2RFXVUBxZPwZlpGVBf7LNg8n6iHrAGMgv4L4tEACQgIcu+NMhQY35At
k2sJSMS+WiO3mbba7A69+/GzawRKTiVw6vjx3HBUhrfutyJs82Or6muJ/e+a0L0lZCHQrwMwEnLf
yDHdD0QpUxBSBnFyhZLJ1o8O4rDlSuXgNfviWoyi2WWf+eC0OmILgxE99/k0LjxQ8Hae+rbkid8M
PIX35lOeERsv8IJryU00WFFH4gEdn1abHGgZkbS02bXelcf9cm9yFiWBcpLxuFYLrmOQ6zHfkETg
0ID1OY7SHwZJpucj/B/Svmy3cWTZ9osIcB5eOWm2LdGyy/VClCeSSSbn+evvog/uLinFLZ7ugwaq
CxAKwZwiIyNWrHV7lAE5hwSyPJEF6aB8vB5gT7Me1WktOkthl9hhM0LiOOMtrtPiBf91W9RHqgy+
Fcg+iB0iVcjMZQYxoV7QCDln6W5Qj0E7gvYHvWbiFzI6yp+2dZLUKVyBmN1e1R+N2h0P4Ocxm8pM
xV28VMGdCUeRI4VA3+TuBQ2SXddDh8omISKXkHPNHbqJXkK0KHdSjr7LjWaebuijjpLkYELZ4myo
T2W/DnKk+aBvs0ikN7fmEqQ1J7goFoN9jud8T8sMXFnnUv7M8+e2PFbck0QVawidIDJVH0395Kz0
toRasbz1DURn8VpsRFPMnPsbYvZT4DCAv0TtB5fN9azEWdF3At8BJgU6S6s1mnRVSqQGLjcb10Qr
EhtBwtL7Zc4oyJnA6TPB5G8UfZS4CgUaRvE5CXV9LbcVv+maN6Fud0AhjXjiEWPhxTSTAfnhT8DK
T5y0AGJcj3Mo/KjyB8zqKH/Iw2bQBHOkeG/IlUm9HsF4FTlC4+hLsOC5A6eAtwct+CDERa712q7Y
NTnBI5ycNbUdDwIYTmKKXpe6HBd813SvMJ5TBCM0QhqEWPg/M0Cp6fhB08MYCY4QJIURnNfCJTPn
nK9MTMt6cbX58M3o8ifxOawEU9BjsxkRt3+CzJV74dO3QTIDtLfGe9Kb/UJpam7HXI6OCYbUQDIQ
DhXxWc+hvQ0ebg5KhgIgSTn0CEQtgygBoXT1z8+Ghhc+epdUIB7ZCGwMQ2HkjSo+1wNBw+yzLxV2
KAUW6XOcR7q0RW9vWaT80aKDwi9wQrjJmenN2hiixhgj2lUFN+t00azTvtiOwnjiopIDz5YW2wFi
1bXQ5ECGEbTqytDLtWtu0tjRxxRSuUrvNpX6qZFBArUVF+3oKC62tE8X/s1mQ7kJiW60d4GL/fpT
axBj5HQUsBx01yhIu6JVz9SlhypDV/MWral8tYqX+Hpm9x+mSOJFA8lDpNOurfKZMkjyoMRng1bg
ua/WRuFxEJVNn5Hrlkq3wQu913cVb6Pnlw+WoqDpqLKDRg/dVBudtK1Ytpma90VwvufJmc/a6MBl
OlqodSiwEjk8x37EP6ZjNq4U3afWkHdv/3gvIn+BuhsQmpPgLTN2RQrivM/r5AxqInTb7iTF7iB7
BIXFfEGF8LZ1HFvw0hTjScCsavixVCVn8YCey80vLXFr33ltfkVQRYG+rosmzG0eW5qVOvQRlPfD
OnhUF6vRkxlmuoEzhjMDWzuIGgTmyLc+lcY4SugZ6enKzkRQ/Y+xmWj//AK8MsM4aMiDJZR0MT3T
kaBLeQuuqVDcgT2mX8p13oI9MbEXI2KDW7EIQr7RYUryxNWYmdqr/qYEpm5zmlU7SIFFbt+ZqH15
9/fObdF2MoyoB43ckLYTf5IiF447lDgCDeicngE3c5Bw/zOcqwNxv8hjZboESsml09nVk7oLkPvY
4f5YCr5mLqerD5jSIBcfoAxqBJhiCuUnPjXMQTUSJ4iH1L0/zpkk//U4mWAmkDMg9/OMnnNb9Z8a
CEuauejoKbgwwYu8rp7Fcqv+Y7UYBNJXg2OcoapXJaQnMTjt8bP8oCZqU7Et/+otZII3pSVtLWd4
P94f6sxdAZs6VKeAypdAd349oXwgBuAwqOmZi/GiBDXqOy6NdOU3bWxFUGxeNZ3YW3KaLQFKZ1LP
03McmBoAy5BTNZhjiQpOgEJRk5wTsPM9krqHyg1JArmxgpwTAMZSilH3ptzbS8DHQ21CSrRU9hCJ
qTOI1MX0JQxI+xlzRtV+4r1XDUhFtw0HSg5DL0O0jxRgki0FOS9tnqjaeAiUETwiUVnlKooRnfHB
SYiV3T7OoCkA6QjFEZI+fJd6KKvbTU/K+NBWSZ9aECLHjSArddrZ96d/9ihPJGC4pSc1KRboJmat
ohR5kZyRSai51oY0lxCAHsE/aobV7RUUrHUrjsAG1Vno70Vn6/0PEGcuI8gh/f0A5kkuy3wK9Ro8
yQeybhQeENImUk0ab6sAYq5WDMbZD7BT9q4OeClKI25YmcqOa8CwXH+X3K/wBbOc1Kc6wIyDoZx6
hXpAteVffCagzqBHhTwPMjjMbunQ+DrkZEzAHvYV/eHXZM+FMkh5Szdq7LZz1dKEuBQeSVYRNFap
/OL8BwokdmsZZWL1CM7jje87KFPGolXGm7bflBFufLPQTJ48L3ztTJQ5qbcivJCB1sTL7PpUNUiQ
c2MvJOdsWBfqriliMw5d5Acl9DIT6avpIqdGbr8lgtnGv4bUjP1tJPb4OEhEmEWx0aUXY7DUDt1s
rwOBdoipUbssOLNbKrrPeQC8ofCQx3t+erpdfysXllE3ECM5o6rf2kGj5nZBBx+87KBjRjlVNZOE
Zuuy5JbYsaZZYC9m+BzgVKaGHCiWXFtOyswvYlXGLKl8sK56qQLQYBgfFFosabLPxQAoPGqoF2s6
OMuYkDjXikApxwgOXRJk8Fk3g0OM7AVlni0fF0vlktn7A0GtCEQfUkAgp7keGYf4MmrA43LmKdqc
BMMljVmDFqt+VgcX9YDoNR7tIVy6tqakFjuhl2aZ29GHJKxPioaeC9VUiydNOTT8TndxQLl4l/er
oVx42MwGBCDvRWYZRVcAyJgl7JWiEsJwpOehRQ4CyCLTr95FgNUrsxFfUQzRIS9kVcThBrutLM3l
cZMC1G+Ay3r8Foatv6SwPefPgJcBzS30GRClMF/EFwIXNRyH2Cg02i14aAEdqRVP5CrlAKWKcCdk
RWDxHI2sBojdheflXHpAgosy8PBCaRxcWdcrH2t+CE7zOD1zVWGq5Jc2oLonrzltK0mrtK9XSXAs
9cpZVOSejbZhFDpzQCUi98h4SFmgQBG1sNwpZl8cK6iPGSNAAsSJW2qVfGZV6mtb79HLbwbUVdQK
rhFvwdxBm/0ooJAXuokBXrGHPnrRE5v3LbDw3XeMM8dQxnaZsjV4fSHBcD073FArRKBCeq79xOKk
TVC14MQ4GEv4mpn6EBBMeHFPwqQo0f28AC/ixKJoVD2PpfSc7EuP21CzsgIg1k8n4fRRmuISl+Nc
TvDKHrPrujFt6zKEvcw8hK78PTVtnL7Gh6d4r5qvuSlZ54r8L27vmRN/ZZe5aNJUqPSRiOm5/cA7
IJZ3afgn1VZKloMyI1rJUEfylQM4uvjeq7idj8/J7SR2erQONbssd7JkAUk6c/6uvmjaAhczz42y
6uPZmZ5RJJ+6BHK75Sl2fW8K4VfVL5KFzNoDVI0HPyWaOll2oWFIIq3KYW/o0T65RrLV3GSr0Oux
5kDWW7xp5YepS8ZpC8tad6b9SXd+Zb7c39k/SAnG906xyX++gzl+tEXLcWhgB+xAQ2IapoSCsAk6
V+y7r+ZtVdn7FJDW3Nyeve79eFxKv962GMjY8Rf2mWu8SlupEIpp3k3AWcFBWO7xasnIqt9mPoYf
4lEY2cfg/f645yodl3ZZ5qFoaMAyEWHcjTUoJprs8ci2Eh/yFitb2tw3NhNWXdlir1W5ixI9xBh1
bdeCBZbUT/7w0gdfi8CYuRTRlSnmKqV6LGeDhGFJjxTtNcjEoDO43VUdnrZmKT+Q3x0gigd/KaM9
77n+riNbWFGCAEFFiBM9COusMBuIKR/4F37cxl9A5oyxzYF2JXMKT1QX8jWzzvnCMuPDsH26Doqf
6ZmXjqoAKB1x+94SF4PjWZ81pbJ/1BcVlk2j7FROVgNgOhVuN2EeFZcKaHYAA/6Gy0po9aK2E7vl
H/GVVxqL112DPCA/SVEkNMoFPoC5+xrr/PdjGHeVNtBY76Fbdib5oQ2dHu8azoLqAtrgE+B2dtTm
lvJi87v4r0nmEpwevSCXwTxLyl4gbg1eVPkXcMXCIpUIG2CjLwXstuizRxcV8s8saNBoiA6Yitaf
fORjpPpTqM7+eLp/JpdsMH4nb8BjnGZcf+qrwQqLGPgPyWr9BffKztnPSCZGKGBP8WBgA4eUy+PE
B4Lj5Ncj74U1B+qOjCfrIhcoEl6R+AClkm7hQLAvo/8xOqW50M8+yRxeX2XQbWganlf6U1jKamcb
Pkd1swgLyAuNkVx+QGRMfs2yPne7kPOrBWd341kn8zIuNQWBLKSDWaYCvCBHjnKY2Y7kD/q45iQQ
2wPO027aFoGdSE6NsjaWREjmZhqPVuCS0aIAYR7mHlOVEgi2jgwAaZ1kLnEatFk2vzt124XP93cO
629+xgeqemTBge4DvOx6eqMYQiihEYI81EjA7O6Xrp/Fky4C5S3Jl5ey/nOrqQEwgcoWOsNBGnpt
TqPxgMZ8aTgNgVSdjKoDwF8hpdq6RjhJULQlBIDNIRjSAmD/LFhSjZubWGASgEhABgOrylxecjLG
AgiLIe2Ul/sO1HU6NcDXTb8Srn+TwGG6EGvf2IMeOpRydJwZdMNj/1yPt+XlgrYgCD6FyCsMyD10
SWuV7TsXfqTpn3+4lJMtELECkIWSE54/17YEaSyTitMbKBeDqDMX3RA3x9gGG1FcQAPcngqYmlQZ
NRWvCPQ1MsPK4q7VIIjXnqBY5ajdAdt1JQNw3vifiZabQZObTRg9N+pS1n0aw2WAh4oaNOuQ1kFv
I94VPzfJRWCrUb2U4k7vTkkeWH30rofbKOSthKbWWwvK9kZw/vGkysjKgE4DKBIkSJgkdFIQY0Qy
lj+Vwj5PW8sP86PYEzdL2qd/Y0kCABh52KlEcr18SBuUZZwR/iRGr3jCF8MKOthmzi2B5WamcAJo
45GKfuLbbtRAiPo+HA3+FJfaQy7WkDwje9D2FVpp1oTs8568Z3ThQXLjZiby4gujTCQnBKESNYjb
T0EVWRO5W/CJ8z9I7/98DlHcxX2L8fFIaV/PIUnrsCkGjC385PkGYl0vKhivhqUQ+MaLwYEB3K5L
iqbzYDth4pW8DqpOiCvhlIfhmziAQi4DsEJ4kMN2j8xmEy4yx0yLf73vIUOG1mWw9SB5BrPXAwta
IeClXpZPOI3uCCSplCkrPTGsFER8hBN3vd5bfJN7BR/v+ujj/rTeoBfhqH9qw5jVn2YvxrW0pc9l
ijrqp7pqVnX4kGYxtFENgC6cjPeM6Dvv38h4TFeFtCYoaarqb+5JX3peTV7lehIAN0VLFCIPwH0B
KbueBGNIpdRPVP+UcCgtQHOQ23XQHsJcCNJCSHrrt5G7mhA0E9kBMmvMCkf6kAiJKoYe5WVT2hvc
Y1HhWsotPz4vzO301cyoVHTXTxsWFzB20/WouoALqTY0kYcirbINguJX10XCAwpqEHpPOfpqJKJg
g9EnsaqEHzeFoD5WcVdt4xRMSSonLgRcN7OMWpCGbjewFaIpCn0i19+j5FKk5QK+p9UfqxYCKZ0T
a5K7MOqbIzRVnFD8RgkPZMT449pKLOC8hD+jDmz6rT229nu/Jt+R1b1lxOlzSzcTBzLSwAA8Lb/v
2NcPwkhYh1ufdMigjTX9fnGN5GjeEqW+jbz+B/fyrFEvbI61Hjmx+J3laJkUW3OQnPuDnt5uVys9
WQWZOHJhKiiS2P3Li4GWiQlmNi4CR4HWb60sYrJvHAVjg3k/YlRpOwBF4rW/EFqJFoDGTpSZ7TdU
v87aAtHcbRzAWGP2ChclqdjydeQ1Dhp7CKh97QakJ0JjayhE/x+njzmTsgIGVq6BMa5HU6D0GYWL
uLLpe29XCB1xwFxNalbMvpB8gzZBh31Rmfkm3oGKwmm3DTFbh7fLQ7fmwH6iLFX/bnzNNIngplMQ
8SNj/SOYd7EZo6zW1BiSXB7BTWwJeWOHGl6iRa2fqij+TcVgYdmmiboZ5YVBZtWSJEQzWYA9EoCW
ihro4RTfS/WXmrcLhmanE6GMgQcaWhbZNEoVlUksKn3kRYJMQK7oc2aCiNHqdH6w7p+tJVPMvtfC
ROQAh428IfEGaBTzho9i3SIb8OzxwtMBBe/pCmKDNJUGcT+KPo4X/xVkwkoN62NFpUMESrEk30h/
OrHYcAn3EGuL/ZY3F8W0Ty5sMzFU4kulWGtG5MmaNSZWpIPrR0CZ1X8vuEMxkZNugnZqc8Kz5v7k
zmwYdHgIOqgJjKlPlrl4g1KJVKHFseC1bBODiNOQe8NMUuEoNfVS2WBmJSG5YODNNIHHb4wlWc3F
YLmKvBK0UBZeiyfwnaerVpcWRjVz7gQBlxwqrsCQ4j64vgTSTk/wIVhL4VFpvEJ2IsmMSoeOC3Zm
B4RWbjgUdFtg/q7tJOibA56fizxE5GvOOMfJA9GFhYDlJqrH4wRsioix0Z4K3SZm/zdBU4ZNmRBP
js2R7KO6tDnhRIRVhhsOUDNb4jb3N8VNkhSX6JXJadwXfitGHzLe6SHxsu8ut0LokqS2/vYlfgqa
pZqiYarrahFWOW1yxnfBKOLRqeUVb13mEAjpiBAxpMQbQUrxnT3Q32gjWI0bSNPFGwpa5QWmiPl5
/WuP2foVUQp088Be22yN1zw5opcrQtdH4YjKivu8P6VLxphFTMuBq4mUE4+EhpP7eP2hl07rbY3z
KDSQAUJpwLJz3+aPy7o3o8wytkpJGsBtiRf4ndnIzwVv9rGdQ1g3kXon9r8C9N8jV6N0C7fDTYH+
fzbQ37llLvRETSS+H7BnhY+sIRv0B625cxEMHqn3bR/gwoCAVAtyNqSeq3Zh+05zeW/Yk3e42L1y
0hY8LTHXAxR4nSRvR8RJReoszO5MpDmh1IH1lCG6As6RazMlzdEcTlLipXswW5uitkqyTSSaVeig
7gsZ1CVaptk9dGGQ8WoUqm6VwWM5oX67JtBPwVmMU3N4XdirPxH6zQReGGJOYuEb8kQ9QLzoZfjO
PW2nf9E/TWB2TvKITvgPdJNu3/YQ9x57Kz0JlnBemNpZV3DxAezR5OWeDDW2DyRi0DHdm9Khc3kX
OMHneqVt7AVz0zm4N172cHbKOLY9zPV2KFu/xa8n+TF3JMhfr/bGk02+lAWLSyvJHMw8rBUac9g6
pX9o5dBSPEhxmgKSel14yp4Jidz7Q5y75kEXK00c6xq4UxmDnNBmECDHinb5Q9+5Qvqd/C6zBSPz
0/jXCHPoCykgQ5BV0K8rROo2o/oeiqUALGFfmPeHc1M+/PEvExMBsobI4rNZyhRgyqqAe/MAeDAF
bTu4/kbaN9VZUdGN9lGU6wE89cQkPb/gVP/L4fhrmhmlVolKKqEnyNP7Rz/5qtSdVFtVYdECvYv8
rkIff/EBntg/pLHk6iUAIs3/SHL0KxVHxXiVdZf8Y+EQdjoYj0cp6CeMCNMREM63lSJuXArUlM0Z
MoD3nXN/9hengAl7kCOGYpmW4TKrQreUO8QlSWsmxnugtE81uui1fqsmVp5v+++QCJtOX/eCS+L1
iPJfFlniiIv2KEmbBiKc979t/mT9XZ3p9wvfXwGRUSrT6gAZJm5Vq6cgBDTOwRO/RB02OYVbp/Ef
S2wrp4K6n6Jm0yQoJSDvQxnZFZDTC9tt/ib9u9NlxulnshHqOZRaPcM4i5oT79vSRMcGtfVXsl2S
k/0BMd0MSkdCEE87hUcodj19XNhwdVC3uGKowxsP/pCssvY5k0pzEN3COCcbUp67ytrln3q1Gxo3
4TZTj9Hb/VWc32F/v4O9W1Uj7hu0fOFuRRvxaCku2t3ARZCoA077I1UfVGLXeYUGdLuvAV3Oqqkc
4sjaPq6OnL9uuD8qNZd0xG7anH/O2cVnMYtB2jGXEhXT07bhG6e7abUewnVSPOKxViXZEVQa1qjm
2zJfx8aHSN5oa0bCCQn/AR2CaSObob/OBzct7ESJNol4CGhmj6W2k8DFrg8OqIr+lau8+GbmMu8S
OYlT1DU8+Zz9Trz4CGamVQ/KBPk1PMYet1QHnL0FLuwxd3eCFnQZxPDEK/xgdIdK700odZdWrXXB
5v42uYGFTesB788jVMA9ILHiuQkta2TjcDhSKTBJRq2IBhu+PUmGnUNmOgQ7TfMsja5aW6Pemj59
HgJTGEyAHSCREGm1SYOFrTuXOLv6JsYX55GocHldYL51blWNb+D2sCIS2Rk3ulL9ESe6mbe/UcNY
uH1n78TLyWC8cieJo1zUODNhsMtST4LssxQ9amAOGR8zqPmhwrXtcjvX9tFS28jce/vSNOM28q6Q
NDLCdM5zr1gKjgR7mgtm+EsX4wUPP+d3L2z9zP+Fh1fzEpLp+M8rM8GUeUDglo7MdIOzTvDSAnPK
ZZkIFYpNxKMQ4UoGcUMLMD9losVrSyQEs080EbJPELWb5Pt+fr8YTRCpQy7yGE2VOrgVHe6PZuWr
3OoP7WEJDz6/NS+MMa5gHNHOWrQdjPEOag4dkP1avssdX8Sd0qy58Rf6fxaChdlcwuUIGX/AqShe
VxJ8pthSc8gtpV6XaBEAq6cOZUR0USOToTdWkR017qWiC6dizhtdWp9208X8pn2VaGIF7+ejgWwV
ICdkG72Me6tDeL/gjabpu9k3F9M7fcuFrTBPyzQLpygs26lod+QPAl+i8eWgoy2837ddZAXlY+bq
S6HIdLzuGWZCUqHX+jEeYDjU1r30XSCFYVhodqh9sPN8as/3xzlT3xEup5RxcGgIUsocL18vSh/Q
JuaQBtTu0m+/RaYoGBENLxz4+dGpACWgUo8KC7Nr254TuQCdvV66UYrNCJIHGd3MK1rbuieVi7nY
6XTfTuZfc8x+DaS4op2O4RnJPs+d4CCcNEsZTMQThmwjC730Npt1aMggokSog7DUYOazLNOGlr4O
gyEHXGsXjeaoIIlwf9VuOqF+7soLM8z1IEapKCgR7mWSPIaSKaB9v3hsmi0OqCn3ZqdAnsmVOAes
K9kQmpJoaUvqRbfF5um+vvgG5p4AwWUyKgTf0PEOXUk7QTD5ryy18uq1/JSe0A0YPyTCs55vK7Ad
1QBR35+EGxD/9STc8J4HIVrukkbA5cyjyLoNzi1Ey/Uz+gB1uipyV47XdXyKu71+zF7jfGVA+Dsh
pj5Awkgkq4kAshKfouKt00+EDqv7n7ewRkBcX3uQNAFy0TfweZRfJcRtm4ewXjX1+xi7KehRdXf0
j1y8r/l2w3OjTcYWmrlLFIyz5/s/i6TwzHkb/V5uO1FF+mxlhDYYp9qjt4Rin733JEFHQwU2PrpJ
mE2fiGJToDky8owddNKsSBwcOfqk2j6tf5OyQdsEiF10R2nfFqZ4zklfGmaOwdjFkiZ1Q+T58UsT
ftPnB041txBADIZPjpjN+/G+wblgQhJFYHFRjpBw0V8vaV4PIS3SCn5DIauhfuTpuYIgVU6W4u45
N3JpiBlYlIw1RLkK1BrRm5xHoG3XX+4PZW5jXFpgTq/fgiewrjCUWMktEYKRY7ePk8eOvBepq7Tt
wmGdNQctDxD8IGMlsJIoVIhkCDpipWqhsIo8tX3wAqMN1fY1hVhZIwugXSkX4oVZFwVKdai/QBNj
qlZdrxcROA3tsSjF1Xb9wXkZmBh9GxSyZrsu7PhTckDaaK3Hp/tTOxuaXZhl9YXiPh/5sYDZBrl5
s3wMfksn3h1/86/cvwlvL00xTkaIaNqpHYpjBExbaruTNLsOjqqxECb8lyHpyBRPYBM8+q5nEsgX
uR2kKV0dNzxeIADWR2KUncuo3IPbqzxCq2wwaVEYe0lI6ic5Vsjm/rROh4u9y6cOyP//CUxgZFS6
xIHNmniaYMtlbYbNpk0HM9V3nLywW+eOHxCMP7AXFZ1xzGgbvu5TvkA6KNALfUvzEpQM2Ez2/QHN
Jmg0vBawNTVQjyjMKdeqNsNFjrcJhO7aYNsVLzh30vhdfKWAbMpHoQFn5+eouOTd5+3OWPu50z3q
7/c/Y26wl1/BHBLIKTRcVeG9FwS8ulKzHKhUHqrY963M5r6AQwVUC8BJ0DAxczo2autXBMF7EoKQ
lLP6VnTQ1MBlTz6yCgpozfQDv2/rz34xu3fTtz1FCpe2ma1Tj32nlQbCQLV/TKNo69fctsnohvZn
kd+2/FSVJGh8fhPzjwgU54Pgxu0eLSRRuWmr90GxW7JWhE2Vudj/duD/4XKyiQWyliNqBZTbkB6N
qu1SCCHObHnsDAm7fsJ8s3Omqkla1gOi5Y46Qf2e8QcQlK05U9Z8c3wJ402EfGiZu9rC5TCtBXvU
wFkBkDK4did6o+vTXo+GUfGIkTwo2QBikxjSDszIxWrgJHXBR8/uvgtT0xRcvLPUpEO6uRtRrkEH
gRPW+bjOBeH5/uabtvC98TDPgFb3gdmseTxbc2Edb8MS3eLQ0QwD3/ODP36nO1qwBIOajYouJ3Ea
+cXI2sIHcIli8XQBRK4+yJ5TAlJ9PFdBHhRI4EoEOlId9+i358k/ZcCadrwO2v9JzAZ4FPadlaiA
z3cd3iFy3zeOmCmpy8XQcI2Jmv4Lv4yoDwRfE6mYxKphcLwgZUZtTKkqCqr/Zhu1Nq/LDt+qTpAu
RGBzOxOoiQmKOLHbsS4TGdZCHUgYe5IfVmAFBcQ26iowUKTj0uNxyRTjF+V0AKCF0tgrwCi/ivEc
duI4iFye6kvJnFkHdTEsli+Zb2LOF4maeHxeJpJT6yU6qgIwwzZuGbVjgd45oaPDllOQy7L4TpJz
s4s6/7HqRkFxYpQKIydXxQh02MSPhQ0dtaDZ1YbYi7YYEfw9kFJwzTWdxtGjFmRR+S3wYYE8ogoC
1sFXCIQf0lIddnoH9k/IAfRVsS75vCqttuVB1T4OIRi/cIygZrt0Ocx4AVDTow97UnlDiwsz18ZA
k6gQpRgRU+G8j5C//KqsyPwILCi3WUtZx7mLF1EhnmQAnwOuzYovFWOc4MDXiVfqn4JabjXcSb7s
h0BU8B6XfYEw3wQv/ElKxn0zpAcwUMjxMwT33E766jnPVz6NqPq876RmQmQJqRgQBgHpqsDxXvuL
1OgS8LoE1JPD0hQ53kz51FWTwTFyFzpF5iK71ZyHgsWffokpy82y1yFwzKuBi6hXu7VgpqAkt8wv
6c94bjwaLi3x9PmMDwawArE4ml6gacsKKpGGallnwBiuVI+umgJKm8kWijVkuyQbM3Nyr0wxnjcL
YUtsp3EluJ5DXfsK8/CPItAl1ze7kS4HNX3JhY9XIMEoiDosDdsOVOTZCpUIfzhLWWb73DrjDlCo
xWNYcXxqgiiAf1W6NciDSX6+v3f+y4f8UAUIkHZlb2yqp7mW0wKsiuWhFx2ouid8DyWDyD2Lv8pT
UTjpMUhtUpiUB7lqdEpFM+zR+366/yEzQfoEnzFAWfDzHcx1XmrFSAouox6lNSSrbaHYoUAMaEmw
JIE55zIuLTF3upqnatcZsJS60TFbIl+Yq0ZdDYTZQ1oQDUPqY0KjwdIym5QrEj+TxBx26VfxDrau
9gvk9cTiX4c1eqwfOiz8Usw8VzmdOg7QWQgWS7TCMW6xTuRQatUa28t/Kjeq/pA3Vm/zlQlu0vKt
hAB491G/BP02Lc1KcrLmqWhN0OiXeGymi5j12WMFQB8oheCmgBq63uw0HaGzUuBrmm2f5Nbov7Xc
juooRA35uuZ2wASEypusPvZN7dIW0lhctFXCJdaQaWFvHAk6oqbGRDBBsXjQeowhtSO11HsR5D9j
mpm6jkZoENsqJiU2VBh8wZO5t1j+00lLF9Xsiqg/NMngcJmaMa/noC/8otT1Hvv7hJZPZyNvxvcC
Yth0ox1b52ysaot/N2z+IVtXu2YB5Di35f8av0l48mFbprk8Ui/XYyAVqh3lF6H10yKyszu9RSHR
CQyzxlK2KslQaVHMY8uNWzW3EtmtUOzYh6qlvJRnA1qhmlMq1n2v8ZMRuWeVSawpaFIsS34a2SQu
66R2BNJBt36ULX8AFUljx0/cVnLeNvWjsu+fV+mpfegfwrXyndmoAJ+i9/sf9JPPuPdBzNM8VGW1
0jN8kGKK2+pP7r6HFpjzPw+g5Nm0duMonrHuLP+rWB+zHVQlzHLHnT4qW3OClXHWbWAFNvU6OCTm
G+K5lYB/N5raqnmGPvrC7P20O9z7WGZT1llRB2KLj03QSoK02jFSrcSrLc4WXx3hpDiTniv/2kDd
dn1/nm5jFiCZEfxPyGwUPdkct1gVGpHlofQSDpKcfGwakIULzAbuCVk2H0nf+/amkVyPFC1P2J1A
FE9gMba8kktx2hZlXnv6GQNtNx+AaJYv1F7Kv87ku0CAhTquhBcUGtpZJ6N0sk7RIQdD0SYEwKA5
GeK+6yCvAZIWDtIaDdqEF7DhUxaCHZwGWtcpWwmubJYVujLaoMjA2OfJRNkJBB27RvhZtpLbivn3
/Xm89SQaeAwheSfAGrq6mO3t91SOdECrvKDi92BfwEsqWkhe3EYC1yaYTamTLs3Voag9revdpMpR
41sXhR3pAjAyC3fCwnDYfqB0iNVGiWCrr+VTkMSu5C+hoJdMMNE5n6skE5ppOENpKoFikuD1/prc
niUsPp7q0qThC3kmxkJY+VnRKgnWJAejHMQy7SrU7THKbCXJHFJ03wZfLvT7LtlkrnTgbWTe92nt
UZ9YklpsBj0wU/oEf2I2LbA28vr+IOemEWQJIDIAhaassE8OIhEtlVNMozIOqjNoRDFLlf9138hM
rnGayr9WmOukC0o5KQRsb7AKnUcTwlr7V78xx62lRHa/kO6fn8O/xqbfL94AUZ1mo2KktTdYw2BG
f4zf9WAq1j9OyV0PiTlO1CjBau/DSu+Gz+HL0g08d1r/ztgNFZvQYRWCGr5HqWSHGz0FYkWj76FT
o5EXrqs5N3dpitnnXZwDcDZOPrz6yCE1WyUuCD3zf2UFioxQXUObIPvcFOQirKIIVsaesym03gUJ
QmvkvW508/5umx/PX0vTlr9Yf8MISZ+Jde1lqQFRTTE4RUK6A+7ohSuyhQjwNgTHLtDQpASCGijp
sK2pSl33MVEG7LUisNMQaDzhfURQdn9E8+cHkbXIgzwC+NFpyBdD6oChz4URZsLyEFQAZYuQ2jLS
Ta5HphY6ohY8hL5kZYH0S8lHCHv1b/e/YHacU3iNZmtQ2LCs7FFAQdKR8rWXxP+PtOvacR1Zkl9E
gN68VpGUVxs1270Qbem959dvsLG4I5W4Iu7szMMZzAGULJeVlRkZ8ZYZGGa89/wlePGSEebgqk2m
lokvYJQGZ/udv4u57j7hggUfO/OU1CEl9MdDgH2IWs/lbLqewTWa7GKDJD8uMkvoHqRAbEEeB8o0
pI4SEo8/Ypeh9gNio94K28RqMtQjsvBOiTIq4glaBE/56K9vz/JM4Hj5ZcwMAK1SBE2p4crBI9Lk
StN9LAF0/3VHKzlq604AKtjUHO2oQCPxWz/p4IJT5NPSu+ba+eAzUFPHG3dS+GQbGppaTnW3b9Hc
FxnUF+97UdjFyXZIoIu1WHSbrrTLKGvKVOM1DVD0VE1kxsxxIByt5LyZ0MhjQIZkU0YfmWEp717x
gTcuAdKTS37AJrRwdq+vPqCewKkDyhfEXWA6vdwGOpjkOU9DC6OvvSvqrow+b6/mTMwKAxM/gYxy
HtqUp5GfndqykccslsP2VFcdJC+NPOKFQxuh0r9PGt0IVvhv41Pg9EYCQ5g+akSNCm0N+R1ZNW9/
y/XRQgM9an3TmwDdoWwFnI9GL9Jdvz8hSS0EJlg4wEI8qHxuirq8xDdx7YBhTBQRpuJRMLHOXI67
4RLBE4u0P3FxvJGToaK5AJ/Rhz3ejulS6Dw7NAlcmaBKARs4+wRx+zFr9CrvT4C58NtBddVjDy79
jajx4UJkMWsKrESQhUd+FkpTlwNzA2iEpnKLgQ2grkJvarwWlUzaSS6aDW8v2OwcgkkDmht4xWl/
YKbzvaMHbeG7Yn8KswDMwuLaj3IFjRC91SjDaN02NgMjnXilkKUEFGRqumA8IirvHaLpfDjxPWfc
G55atSRTPDBbgVDIGKmnDXl0j3Mc08jzoPeb1Fq5DQot/sybFm8+LXPjnqSa0D7VXRInz7c/8Pqo
4vuQ38FbU+Sn/PjlxJdNk40pWgJPLsDDu0ST06mzS1yYhus5n8RgIQOOxzOQkKyusQaNca6QuOFU
oKFrhy78YatynL+psyp44uWuWGjknBkVVhecOMDgoI2aeSXdnqHrrYlvP/stZoaQIBJd1ZOHk/og
fUYb9eX2z8+UJi5/n/FloHTxXC7A74s+jd6jnX/aGFCoBa26k8TTnwv2rq+gS3vS5YpDd1lqIuic
ALe5j+tdXK2El1B978tVD6yoLj/2nCXUhN/koU9RpCNd/1D632DNXziIM8j/yy+ZVvHsJI65qnh5
L6G71rOkZqd+qPlBRDqu+AjtIqV8qpB4ZTR3HwszMHW4Xt6Ll3anFT+zC8Zx0NEqsNsYr3lhltG6
Gu3EBQ+q9+J9xavb5ub2PjoXJ5isMCUgGNcmtZCNTap0PAWRiOp7FgzAVrt3RlC4pBWzcuE1MLuf
oK8CTD7aS8BywaxvUNXxgOtxPDWSaKrBD1QCiid38zYK6waSerEV6PbtEc6dNhU8MhL6NHHhs5IN
gyFUgdTxI54FamWHfJjbg1YvJaqmaIVdtXMrzDwWseG7fdeOJ73MaCm4qwyaBAf0/BN3pxvhQig7
d0pUyOHwEMOBGg9bAYjrOA2F3BhP0AZNjjzeCVAz0IqNwFXSqpKzUxuG2eZfzOOZTWblWqHsOjhp
2OTbECAhULMnRaYvhMKzqwWhdhQmQZmnXvWoIdautTpA9VeU60Osj68dsEoLRuY2/UQuaCD3gfiP
dfh9BLL9hkeJWax77+AJmi260mOs6ak5BIq8MHFzLhoeGngrvOBAHz4t5tmBRvqSy9w84U8jrjjS
6U39hWlOj0raFAs32UzoCUIzZBInOkMwKOqMu/ZaeZQrVx9PgD1Km74HiXYfVRmVDX2gacR7z22N
uqPW5dmxKONhq3WGuhAtzc4uaucSohf8wUZLU2OKoHXIXYzIm27DSK9JIDWDGSFzQv1R//4X+xJa
MHifAqGlGcy+HCMx6TUXtGpa21c2ZO14opfgw/3vraCPQANKYeI1lZjXipJwYqF0Pn/KtO4hjaAw
0hjN4//PButDjIbTghh7P0o4gQRt7UGScKmWOVOhBoYNUY4Cj4gMN8uvq0VaqktJDyvI4G/RbVvt
NH0wNm4/1I8Nj8RcpFeGVXqQBYzlEvhSb1CJ4HqDVQDobSkBZ9hd1ZVEKIbRbDg1ePJyOaZ+PATb
2zMyd3TAAYOaBtoRIWzA3IUopRepkYg88J+ua0a4nk5tDcKnJoyj078xBTV7AJpAdMry5nLgo/eq
yODBON8MVIz91skqXSbKACTIbVNzPg5VS5AToh0YFT4mZusVJQjiSsJe4hvvOIbhCEX6mv83u+nM
CuMK6jKRtAAe+yTqjQzF5DzbqHGzpFwxu0IQzgTnL57UyBRdOjddjPs2Uj3hBGYLMHC2wA5CJi48
IiWlLhzBmUYO7Nx/bClT5HTmSHMZIJyQ0/lTgowCKkB6mbZ7oR+ybu1JI9/s2yGQBsJVY1uakgFB
mLUUGDzEibSxQsk+VhqkyGJZJXygVB6pSwWtz5kcolHh9grPzwqUKCExgqwd+zZt+KzhasHl0SAX
5Vuh1pTXge+qB7fJjIWSyzTBbOChT4o90/sFCGnmiAASp+W1EQlAN4pOPyqfZSE++srJE9AAguh5
wpbUCyHV3PBANjXdMQaoQ1lSodKXx6KvYLMrc59wStHQnPN9G+AJb8HUXKQDMnAIbmHtQWcpXa75
gHCgFbJcOPlhSoJdrZq9a7WVXXYLMcHcoTw3NP392eZyXTcSQz2bNnJ6D3lWGnvJQuJp5mLE9QTg
BvJdoJNlyY07eXpqT7vCq7xtWlerEOweROkSAFuc2xtwLs5GhRYuE0w6ElRfmeEMbekbfYvh8OA6
p6LXmmrty3bQl/1Rl0uO1kHW7etSRmVf0Q9qow8vCSflC7M60/nxJ8yNvQIwFFqEmOAnj9E77fWh
AJiESjwId/QyevPF5xL6kegwoMVWrkHw44lml+OFP6jHKm6sJm7vkizbcCkkOG7PzMx5mZTC//NB
zEWel5nBdeJ0XnyqyoEtxtnOxSw0A+SuuwE8wnt5CQQ8s7dgE4RwGtwB3liMK9b7XOb9oIJNLzHl
8J5Pl3rF50f1jwXmmPR4chl1CQty6bt2jIqe0Z8g2OWULUT/uOAh7919YXQL75C5BNLFyJhtNiKt
m8dlLZyG9FuNXrijZyCDNA5PIS+vsjAgWW3mQ0ANqbDQUXuMMhIYCwSsM1USTK4uouuNR5htsCTp
6ZgipubgI4DKkoBTybmORppC004AWBOi2n3qbkO1tl2hV0kaSnupX+K9nrYN44YvvoHZVlqFG8UY
cA+WXdR88Bx0VUjats1L3yJSGkH2ve+iVjTHJK0WXOSsWzkbPnMFq52eCsE0fA3dCJz+heiVytrn
GC8lk+edyj+W2Au4KIvQA2QZPvIUQ54lJNwRyevwuXjq7uTPJd6UmVsGUwpWLJSfJARLzKkp3SDw
27AUTmq9l6UTV9nysJCJm7ldLkwwx6ZtxTgeugLeSf3CiMAyKCYfXqfjOtvcdjvzi/TPYJiDUied
0qkqDkoyUiCE1oqekEzN7uJ+ddvQXHx/MSYmIEDMOeQeD1fQID9bRJsysdVKppL8I6JOyfmdKQiU
C6X7MUrsXl/lLRYvMEt5sIdWfZET6UcJ+O/bXzXrn87Wcpqes9tVwNtMgLblFKW8+QFkuiD1NG67
4L3i7lLhTvJPt+3NPYRRoUWKVQUvM3oOGYNpEwYhchSIG1pSYq9KYEn4UL8TkUBYuswfqyUY7LwX
OrPI3HRJNvJDP8175btWXkCCcjRWefQQDN5K5j6yaN814irP+IxU7bNSL7ji2TvmzDzjgJqkGHzV
bSbIpVGufF2AGLkHMcSFeZ09lJC+QDYD9JkogV8upJb1IMyDAM1JhfK4s5Fx+kdQdO2h1n2IQa5B
l54xs0f0zCCznWsO5N6cjoMjQz9kiEvS6KLFCW9J7pv1+Hp7eEujY3aN19R5MBpYwzzL36smTqke
CgJJ4jiity3NHoizYTG7pdMGrRt6WBqV2kqUh0i3SmldqXsIaOb5SJGMWrA464HOLDIbxEg6KD1r
sKi16Up310P7WiVommvt2yObfuf8JoQg8IU4EWNHFMcyNFJoQdmpGTkCT907IFjWt41cVcz/rIAV
HL3E0EsEAd/lPuz4OBeiXE6dZzsj4Z1vVuAUJnVC6HaSDRvWw7pbn2hHhHRhHq+gx6xpZukMTvO8
WIP60s60mx/fnBhmUhv16naTrtOR0t/4kH12YLmwo4qatwd+BWJgrTPTqzZdByJ7DLz8qqw8IL4C
UbwnKj3z5tZorNJ+6MhDZHrmesky62H+LAPpPcmzYNbZVrZAAvF+0EGONJa+QIPUo3NOLSBSh+J9
8Kjrz5W/yuuYKv4GKmPldFLDBWDmFVXY9AkaemwmwhJpyqlerromx92Q8mXi9C0J9VU1kLo6eJZo
AaIg0uEniewhNPloNcobYxUdyruyoCA5s1V9A0LRH+gvQAi73oXBOlX+y7Tn37ehqqGjjVgHepTZ
Fl3otWKHepxjCDXkhzLoDxdDCtNhTtuoFhYCCtZV/ZlD7xQKlwiyeZU5AEMJZJVqKFBu74f1mMQp
kcvyAa1dq9sb7o9LgT3PmPUpJSZONMKMIWmA0jR6H1IHKHTts81Jxt0nHjEEyj8Lb24BshFU4WkF
foR8i3DDtzm0PQS0/ur7FYAGYLaHst6YmLG89YK1IG6jF3EvPxbifR2sXDxOf73Egkac3z3c/vSr
Et40R+efziyJ20lR3fgN2kJUs+uhxdZRNSNxd+BL2uy4cAPVpGzd3S2hw/7kLq7mDL0ivAbKP+Qv
mVsyiAbN9TT4QFel2t4QyFPkmmjHvEcmniqgglmhbb4ixXewgrpZSIbWEmtgFb/iilT7QN40ysIy
zoneInf9zycx9yjI2X2/7fFJtW2iE8oafuyNer9KSUu+8l95vc5pYvPEXzVUfLy9Dn/Aj1vTwWwh
QLs0vxBG6NVt1Ifo41X+vQsetZ26SfYBLXdeuKqtX1qZdIs2H1vZHAXq3VGJ4v/bohkseJGrZ8y0
LeC/DMBiAH0F1OnSi/BcNtRDkWSO7A9RsQm1hmtp7UrJa9sK/HMdVENrSsFQlNQFw8+pGRP+eaj1
5DWTDHCs356dafDs5BhwGni8AuQA4bbLrxl8/B30UDOnAbWezVdg7onk5KuqeeXUlvxS/mPa84w5
NKyIIsBAqGZAPPjSnNFrYaNUSDgBuyRv9ECAvif0h8GZbQANV+BZEpfxUpb46lGCKQfnDSDVkPJA
gp2F8YuDEAl5U2foFjBRBCtDC0eyzNbSIwgk3JUA5TazOJSgfRXWEMSKSmgrLgVAc2qjgKHiQYBE
qSaJbLepNPiDqORN5nBrVTiAng1tBMW+iGwQUWHWG5PfAHSb6pbY2CP0P760BZ89t/PgRCESgx4y
BZAlZq1l3xM1Xyky5/MzssBu+5491bSwg8/bW+oq6zZN91TaVHFRIvvHXg55KiIf7mOkbhkTDLQa
nyABSGrspgKCSzK6D1VSCwpQPRBTLj06jpbyHBno+lWChf19lbb/+xg0qqFuBlyTcDVoVWtjT06x
9qVdZ1tne+LMrbz3CYKU7+eFHOuczwcxyiRQAOZKVHMY11u2ftB7ypBBUhaBCUKAXZkQNaXKEYiG
hmgptDLJUmg0xR3soRLhToBrADwMZc/LQwUFa05oeD5zOj7vTK4YNCI2grzOFaSjuAzsKForeVbs
60+d4bmrseXDhWn+Y+5hvgGHC4uN0AO6EywnUisUoYuTj29wXf6lDzzuO+1BFGCmKG4DOlxm0H9B
ANU9GRBMyomR6ZV2dCPF8FeF20aRGfljOpHqxZARLIamCfeGFFSRyQ+R+JLmkvyi9Sk6Wnm/6ipw
XwQC7gwtE/ZeF6MBzhA7/9nNRfSnpRVS9InGyY7UpvlS89HcXaZNgnbICUFhTpKZGDiOe7l0jTx3
Mp+GqiXkmN7RzCJS5ynlik/xDZ/DbUWJZPddkZFGoOpn91rYqkt1gXZodlAXaz5XuVDscySq8D0Q
yJgy7oxnFfsxKRtf8BxDzleaJZBItIWjqq16n9Zbb9OZHRJ0cW+N0kIN6E8v+nLtIS+KZpWpIwvQ
SxbZXDSerEd9Gjjm6/tgpZvDaNYbjrxn5B0TQe4qCrInmlHf1MHc/EUIPZm/Dw9065LO3O/hBs2W
okMOWtMP+Gc9kNMppSdwDxLwyNHtdktPS++J63sPB0b6qyAhH48b6fLM4KmdFJLhuk9C8ZZ2Hqnq
TeTfoxf6ti+8vu8uzUiXZnw3U/Rm4NwnlLYtLz5WgHprkkITkComJblt7K+Ewy7E+aAY7+NlBS4e
cEg8eZ2Jh/xGI61Z/eb7w+FgP2V08/M1oEdx21OyH3+je2WhXj5zMi5Hyzgioa3Ljp/sm+qqDsjB
/pw05KEuLt/fv/B2TlQEVCIWFWRwCw7o+kFyaZoJ8sBJq2vRZFpzbTn/FaK7SFkqAU/Td2t6p8U+
SyN6HmgZ4FbcJz92CjAXBPXCSZq5OTEKVMwA3J5651ldGK7r3W6UMu4pWbv3P9Ahb7fHjhjfB4ns
FLS43t4vk6O6Gg8EaCZzEFfTmDnjC9VrpbLhngAdIn29KWS8BbijVnzW6ku31Nc4u0LwTdM1BUYh
tgwFQlp55IYW1hT0hFcgXnyWhiUF15kYx5iQfXCCONw8wtrLNRrGTgSQiuOeMisCH6W+18n21zN1
uiQuNedAMC8Am4vQN8RD69KQWnQQiu5d7qn3kMjOt2Elkao6FPV/HzJjRGeGGE8lAVCnBDkMGSkE
xgeJtDJPpF4jAf8Vx4ti6nMe69wc47GqqgGEqzS4p51CosfOEh84nGC8r78EaqUW3aq7hYfy3LFC
SKpPeDggCdjAuJQKEKzIGGBstJbK+UTBu/32Tp/ZewgAAeZG3wX6ptimyjyu6kYEkbgTq+XLRFZX
cHJD/CCxbtuZOVEQKQTQAMPBk+MvS3/mIXQNMtDtWHlOWmVb0RPuXCV6NdLgUypQ201aG5CNhffk
TFYKULszm8yC9XLv+5Keec7BvgNjuukR/NGTn58NWW0ILlu6Rd93jDftaSHa/dNDYBzIhWnmvhGA
YKnqDqZfX3n6rFrPHR1W2Vohpm1vDAuf8Pk0+X/kG0o0lO5kU0UTP61XyBJW611umr/r2wsws3sv
vmjaCGcLoHGSESp14TlBYKzVEWANhd8XvWCCVp5Wlbgw+bPm4GSmVxW6O1gsFVCwuismnudE4J4Q
raBRqKqvo3qXL/PcTuecnWxhkkCDki3Snyx+Q2yjqu5l3XOabaHTysOESqA9JP0mvKvvU3Ba0sol
dYwL1ssInhuy+5QR0F8UJcne0LJ1e6avKk6oJuJz/vke5vaoy1EoCk70HNAgCK+HUKahLR363xCN
I9RduBmn6PXW4Jmrt4eoXdRWhudU46p4bPe8sPtQJkqdw5AvRDEzL0YMDLpkYGBCARhZx8s9xPU1
nxRR7Du7hBxGIgjW8P29e46Rm/ru1tISd+dc1HZhj3lPhK6vtHwAex1UteqdoDlodGht8BKHEDRw
18gPgD+6aWIz9iVTkndtcCfwr9AYE+tdZ4EnMee2WmppCmf26T5ytaXYas59ns8I87YY/Hh0Abv2
HVOmBTFsFD1AE0YQXn57W3oU3kVId5Da+nm6u7Mf99wqPtLTg/l62K1P8mdwF5gpXbvWt2ZCUp2s
i5fbW3Eu7jyfQRYZkEpaPsp+5DuisgtRC3ypIKRaEfBfhNo2VDbZdvBDZCI2ohk/DOqheKoE0n/U
j1xKB+0h9xeS8TMJp4stxHYOITcSgI8OSwpwU+2+CZxgKcZacnOzqw1HyeysIp2E3BNfosViW+Wm
ZGrGT6kf9NYj8SKF0MzrEB80kZ3hjT4hJZkggh/Uvkj5xHd4qm9lq1qNL+C8pvxrZyam61L0oS6c
2Lmr8Nwicy0NqWgktZ/5jlauVah6V3ZspsM7UvPLoniztlCIACPRlN5ihcQbZHhbZcB0F7ItJVQE
zOlUHoGiSwyrO8bgNNP8u4pHMWA1WlmNRlu6SI07656BpgUYdeK9YjWomwFdxEbWYMnr1aiiUZqX
tqH30Xm0ALtwnYabRI9WoquRmK+oslSSnAt8BWT1FPDpqxKuIsZrKa3apnEK+8MKmqK/GVFDkmVE
oDSyF+79WQ+JyUauB7176GNgYt929D1sp8F3Ei6xveo5QqOw65st/yAGu1CVcdtTyHMq4luRE48z
ebDtL5GTLn4Es6XH3OD9Phl9p9FODRgJ9bUQ7sEhq4ML6CHyH4ahMoUsMGVU5TYinvhqKS7cgTPF
WAOdpqhJgukfHfJsUTLKRwEc3fgGlELtJDbRG/Ym0fSYHh3HSezIzGyf/MLlLYTM84OfMsnApALF
/ReZncU5faXotcer8Hg0sTQ7NDnqrletZX0o9Dv7VBZSx7N3FIKc/9hjVjyoNLnoFdhrtma/L5/S
+8iq99o6O6im/1GupeO45VbHKiUgi9r64Fz3zHiJ/GI25ADPENqJ8V4FgSBzU5Ze2YhJXAUO155i
3gwetNISMiJ6W804JtHe+wY91JLg82yUe26Vuf0CXwn7soVVX6L26/vB/2pWFa2IPd2Dr3iZpxuQ
w5HBgtDKvUpUMgQoph2do74uSUmc0/CyaxZ23pzH00VgecHtijcDW0RCU3dtJJrrO0G+8uunstml
4psm7fw+I8+3b9eZnLaB5jxk8qH9id4oVmI+Sr18hPYn0nudFRBvOxwCoteUHtGAq1Dh39ydcCyQ
m0d5DCljJq40yqQopYgLnKyB7rr85WkQrrBy8OMaht2o93wGZLnFZb918VPswfXmcyGwtDQpVzH6
vW8PfuaVj9kFh8zUeYOXPrP2KIMVBeDBoWPUKzVeC/xD567C/5Z2BcMVAZ7XQIgPwDQvMVZ6KZSk
GHJiTltvOYnWkhlZg3+vj9+3RzP9DhNFA64CyiwJPBS4LZipFeVG12uFi52oyc0eivNI+MjNJjgA
/BOIHpGg+33b4sz8SSgqossb7XRAYbN+Q2hVP+qNGH7qroak4/B4+/fnNueFAfEyWC+rcHDTBgay
47hLTfEn3wH7gXiPGKbx1H1y9m2D8wNCphuRFKAg7MErUoQAtQx78kDa6kXRjum4DdOP21Zmyilo
bZhIm5EPwfYz2Jd1kpRgVQsT57myspLUJoCuT9DZ3RdE2ONNPZLHluTWPYRdNmlq1c8C0uSn9e2v
mIyw2+X8I5jHtA+Ak9c2+Ai5kSx57Enmfd62MDObqBFObZ2ITdGyxwQtndhoQlcVAGr1uLjHDTqT
SFc8eAu7cGYguDSgJgdD2IusSylTF2KdGQZStsmzxte6LZRlvpD7mYvALqwwg2lBJuDL9YRQMu7a
divt3SCmYfIaC4che5XGVdX7pFqKxa6Lf6j8nI2NuRObEpj7MfcTRPaRBj6t32p8CItj6j0JFd5D
m7Db3F6zGSeCCHeiveCBghLZ0KPMAqNFC2LioO23qSMSRlDzfStruxcbkvsPS+/xqz0ChwhDaIpF
0hgvl+nvz0KdVhPjAljl1Amg2CNMlKMRIK2Sjh6ZSFzYKNMSXex4xhazhLJeJr0QRqkjVJoZtgbx
eTup2lXg9mbDf92eyKtdCWMIoqe0pAEtDZZENEu1iWQT+KAWzsprP9uy+r5t4frZN5mYgA/oKkRl
gS1V5kIctoLQAqcIYIWPmlD7+iq4NFRs717c7Za4ba7DUiAccLwmFkhw+aAkeLlWUl6ALTGWc5S/
4bDAkMkRZIPIjwrOy5F2JoLh2yO8fvozFpkVQx1e7SN0Djm7vN99egT0NjSgPxBaAlO5RR8a8r2m
0Ze5xDYzN7VT0g+XmgI8MhCBl0PNAjeIQi8oHLxuzHdj53LEtUGZYn7UKyM0v5fqDVfHDgOdWqmQ
WJ6oSNiCpRdkKtiRusJBZwuK3ZZvKz4dI5L/9AtJzavYkrHEvNzDBGp6ugZLTfCNLo5Tw5PTsNSU
tDSc6XCcnWol5MS0nYxA0hW94fJaNYiju+bCQ2nJDHuFqVwklq5QOIUFWQIvRCLasCIf6rbKU7Ck
+nYdjEwzpwvA3E0NtvrfrX42KMSJSoTjUWD7q+/6u528G9Wx2Xy0qxO0YNulC2daCMZbTeRDAF3g
0Y+eU2ZwaKmr6hy4Swe4V43sgo8isyvZfIHc28kzQViyhPK4zmthgLAEfyIikIRjuVw13pXzKvC6
0kF1bSAjXnuxzavEv9OQtSKhLT+h7ykzNZe2YJ7lHmOwYy+46OtHIPMNzM4BofuIJ2BdOgfcP96h
acwcghM+pTmAAv2SrPs0h1dzfDZiZo5zTWvdwuhLp7S9dbyLl9Zw+tpbv894TB7knlKmVqVTBBuc
a2IebL0gfPXWR+ZauteeFtWwppD7lkXGYypVFImZ15ROahwUddW+cpAFJGHyULhbowJsliylAhe3
DROjhFquRLWEbSNlB+gnjQngpy+ylSd2CO5HIrd3WdKQRARaGsBAInARld4AlVEWj8xVtITNAzAx
aEGRtEFkPfmLsxNadxEQiFxSOYL3mPRmrKdEE7ajS2sw8ncPo7VUY79GzOMWBM8pcJ7GdDX+XZln
FhHDD00QuZXTl68QOxOd+EVBSjKZYOrhUSfaId11HUhJdVtCouj29TgTz4CZGf5IQfAJ3gXmrPB8
K4UxVHycvHmFdj3acCG6kIPIaMHOzJWBdpwJSgDCf5T3mQUG2C/RhSypnTB8HKW15njQH4AAJcQF
Fqozf6STzPaFfBS6WBEwgf6dvXeREykaDrlzh7ca5GA+gTPSbG8bOE+HsCQ6+diKyL5Q8CuSdOXd
pZRaj6fyZ/daEDMiS33bc/EHPge5KHQjifD4zPkdi8FQ3E6tnbihfmJzdgKNhX2w0/pfrOw6Js1q
hB5ivVHGteiTDvl2zpSP+m/8WkYLzuQ6HYm9dv4xzNH2xiBEv6de41Jtv6PdZ2e1gLmS0TYQhqHi
QUgEXJpvaaTbeeZuKXUz48vAlDZRuSE+kJArvDxcQpWrLZcPjVOqXE9cQ4Jgbi4vjnLm2oOqsoxX
8YQ0RIB3aabsEsltuMnMCBaQNSc+x+UmWKH1t0qsUKDaGl13mkag1CN3qwJgatBVomWk/dC7F1/f
hfKuaWjmv90+a39Z78udCUI13PqAMaDdXGcLtHjMh42WiL1TCkR9dDlrWLWlJX1FpraOOTJ6K1+e
1JLB6Dai4TyzBOkOQqQJv9ZSs4t2AIM3q0Ew8+rbNQXOkg3on1vu+B2JI739reL1HF5+KzOHSRxl
keDxvVORA3YlEgzvqBpMyIGRIL9mPaW7/KjQU0wRSXwvGL8Oyi6NM9sUWcZAz4qxx5P1PaaHwULO
MiK9+TklT58OBnl/Ccjbh7ISqEOPLx8L9q+R2KDeBDsRsnoopE/ctpcbiDPkPtULpUeY1oFFzhrX
CeCHUWmmxLM9EyxJ1MW/C2anKWW3x7lV5nQkklHr4NPqnbo/Dgris7gyM2OdCEsvBen6HF6Oj4nS
RGWU5aDC+OyE2Hfm+0B7u7FGtIrVgF9YdI8s9aeIDHayMmhJRLNE4+SOwluTpTz1dS8KM9fTt55d
f0aa9GohuL2TPKd76UUmrjmuH2OYgswSKSgEpYj3bYTEfEDZwLSKhZvpqhXXYD6ACeBGAbAjocEH
eMW3UO9SSFfI+6iRiZi+RWE+AT9jb+nWnz1fAnSsZLgBEDSzFWku8DIwo3IYNhG+bP90/77hvupN
aKsk//iQNKBh3Tv3KIHEDwTAHPBpC2fs+kbGHkCXLNKRuPbhkS7nXfECQxx1b3BgfojJ4S5AF9DW
I48/8vfqcROfVugVVKj4KR+/17+0pEtF+evOrWniAU3i8WqFs2Y5QDguDmU3SQbnefd6dwh2n5Jd
HO9QqgrIY75brVZH6zSQ7faj2hydbWz5BKDfh/Xz7YmYlvfq1J19BbP8ECEVM1eMMQ8ibcsXrYpI
1gTktpG5A4flBKkz3kTCFVcAoAe5Vlb54ASj5VaaFQvGwtU+t5znFpgjXUIVQPXLYnAgZE57JSaS
hIMbrTxBM5UIz03wh9wek3IdO07l+38GxZxcYQh7Q9SywcnN58MBxYKM7IaH19fDu0/vnorDE654
MxXoY082I9m4G488SbtNQleEWJaTCcTxt7jtiHG/PoVka6VHNMc6vyn9Nm9/6pxnBb8ixIhQ1rjO
EMrcVKBNcNi6BLAK5SEc33PZChJ9YUpm7chAlU7QPjR4MPdW6I5jmExnKkcufEp9gm2R8CoAFPXv
7RHN7dqpsI4WGgC9wC13eXpzV8rbwYggIaYYHVEUNAyqYkdaZED/X4aM6b105p6rDnMHdcPBMZI3
V9zVvCMJr7dNzM7aP2MxGE+EHE+VN3I4OFrUQmtzn+BhIEQvYDddWJ6FSWMBxm2jeAZu08Fp5B4P
rBTnEJoMaDnyN7dHNHfcz1aH5fxT6mzgBg2G3A5vKgN1/qz+F+sC6mGEuHCdU0fR5bqAZUDO+Lgc
nBZCs0IM8Kh3VMKF2sEfGJp1judWmKXptL4DYzasIFW0T6bHyevhjrfu7Pt83ZLHfvf42NK31nr7
kEXywRMT/Rm3p/KvXnbrE8TLgQI70bpyiQ2Ym6+7jID1L0PfgH33iKtqNR7vpYeU7D+szDytgaOI
6YLrmFvKv8aZSYsY+AbmSA8iWtn+9n/TAyQO/Tg9WuAHmtuV5xYmz35+wvJQ9cIeA6wiYBZ8U/We
c2EJofd/rCQagP53HKzDUBJRq2JYCcJ1Qp4P2YROuNs8KsiIO4/d/ZdMOsQerdWZR0R701yiB+Nf
HMCzof6FYmdD1brQ4HkdHwGlZRBU/ihOvETINjebKOLh7YcGSigSM+dCaPui0bwB5wLd21Wq2G6h
bwpjCS8+85JGsRCYHui5IK2BnprLVYujUJYaiGkB71KbE9qx36D5/H84u67dyJEl+0UE6M1r0pU3
KlEq6YWQ1C16k/Tk1++hLvZ2FUUUsYueaTSmMQqmi4yMOHGOsY72xNzxBgRJN8pHrq+Wmstmspt3
hqfVNV8TUlmqYBiK8b4tfwTRtnxnTxD0c9EoJ660U/b5+AjOhRYIEtmxWxOX2lQJgeWKsBKycnAS
gJj61BQBCgjrJ7yT36NwIXszTtv0tMMOevnRgjqKPdxPa9rTlJYtPzhqn5I6vtRcbuQCYa9MeNaE
fJPQpZ6d2cfercnJSobQ5cmSUhjw2Nv2eo23Jq97q3fBeLY8hyS1ngL3sIQZmn11jBIPoBDW0NMw
zQW0fBqFaqMOzhBZWmzRjgUTbmYkwmvAkJbd1bWJbtX145WcqT9wCBn+WR2v4psD6NVal2rUHZym
1sGamjYmQMSKqDf1N6drySk4caAASK4uv3pseXZdbwxP3GgRN5TlcxjmtVOw4XgCwRY2e/MFu9gk
S6Kcc4Hp7SgnmyhTXEnR0tGYd24ZUBj+zTM77s5L2BJhDKp/7VYg+1h4AQUx5CTojtBY6yWCNDj7
falvLWSRVs0zdRjTRhejDglow+H0r94yP86g0yL1Kre/Q7PenhcuqdkBKxD0QA8zDuq0t5ajrhC0
mjY4yNQLqlWtBF9P9cXKyuwi3piZzmuZ1aLWw0ya75tjT0kLR5ASTVe1l4pfOiKzT2RZQ94UmDLk
YqZcTmXNBUCW+azDkfWaMZ888/n4+S6hafT4uV4/rUGuYnnMIi75942vAMyGktlI6wlQ+2RRaV2n
Nfj6GocdeIeRcl0Slryc8PuWGm2grRSsCggUpxJ+WeH5tKjD1kFEg5tY1qG3ssVNTNLj+m+6+npN
CYh6DpuyIpeV4xJ/9bFZgThHAcn+44M5k3+5/5RxOm5cAhAGuRJ7Ueu8CEQ4gvyDcBYecIAQJTaQ
0mt2bb++oUfuUB4vZ6hYLpj/vXXvzY8zdWNeZZQEsnwwrzrX/hu9//qRI9ZoHPGdvPt6FY8yeTsc
Kh3M/+/fqNY//oD51f63EhOPOERiKUcVViIHwWh1pMpCrXxmF98PcJyAmwFWbQsNcREDzI3CaKyr
JerD2H1VeeRkpijz7Db6avVHNbUFlzvj7O8tT46rWrOtUmRxi8CyBPUUixepoXlGokV6DCIXpVxp
se1zx0I6xek2yRe7jX+7x/sPmNysQ6WyYOTG3ArkGh3eUYzxjWdhtV4T0bBN1trkmws84lKUOROb
3dmdxoCKP3QRN9rdNgjNwPMVW89/n8JX0yUb3TdXzGmFZtnH+2gmuX9vdPJUShglTPgMRltdqonR
Ge/7z+byHJ2fs816bUvma4zkdUpY6w3BIam5sQTfEmMpMp25lO4/ZPJg6qU2zYIf30LN8Ti35vt7
9ayRZkzQ7GX9OTSe7HRLkt3uLZPMA3w4AfoAbyf7z8IW/I1SxEV74+d+tujN5ue1GkqlKTY/s3q5
gu+CIraSdWvtGtXWN57+KubOVNDlzxPO2Zw147xwuhc/YDz+Nx9Qd02fJD5Whd9XBpjIEN3h/sAk
BGTdETtfnRhFfzXNDWYg3p99e+EFveDepsXdvlelpGFg30d7odtu1dzhQG3ipnpIF96RvznnJpM9
cWWhqtWdNrpSaiYo6e1F87g2+fXJ5DYHncdFYixt+sXpnTg3oczzus5hEqgEyeKMtX/xSDPGBXhX
PgHutNslBhz3Bh39r3/Owh/5aamvfyaNfL/HJm5OiSAAFPDjaQepwXYEKgCtwG6KHRY62sLXbiNd
0U+vr7WhgkLCBAW7GaPlh7jHnACijqVfrRaW/YdB6z4yvP+oieuL0oR6RTN+1L41j8g14m5H+vPJ
/iJwfMEJPt/DbhfWj73Qz7Phgd2fPXKz36HxyCTRaDci4j4hRrXbWwp6bV3j6al72hHmjK0AlB3e
pQtHbWGn/zjlG8sumHXciIVlgdJR5Mzq82wbQCMijAYra5ZEsWZgE3czPIW7FUWZ+UkOe4VxpR97
YYd4kNithRLdCUO8eJaxsKgzb7Z7k5PIMNN8nolimMwNd+/akhVs3JV4dLf9kt9ciA+nBG1x8r83
2Nirtd83uyEjx2NqgA+TuDv7hJRbKpODYF6wjbZLYkFLSzmJySqtKzNtPFFyYoMG3kXHfVLo8bBm
oqXb6ndz+r3TmoJ3of6X54UGW71tgI/7iiuKEgvlJwx0/XRS9C/18pbBjxnO9xn0BtuFbfujjPLr
xEDsCRTO0NUA5dj9DaH2cRmGKaIkcb+91khtUt16ivZP6nPQ6raPjM557VvVVnhC1SLD0QksPT2P
l9VKHUbM3iKQcwYygn1280mTS4t6gVpUIT6pP4sRiFD2cOVkrQzAj7rWFzkgRXfR8RZYmIrZZb8x
O1l2tAYmNBGwFKCnMmQ9V9+SINddaiec/thN/aCoHk365KrKFEmLGw33BrQDz83X+DhmEfzz+meK
LlAsPf7lts8FdsEap/pw4A0UfzNUANGlaxUvu1cBMF4WZEEN+VtU5Ilfv9bWW3iQNiZIgowz2gT4
PbOT+6VJGuf+0ZdPbjwIr/CdKCatU7v8oY5Yh+GEpfr8/JsMW3EEtLNjjfR+T1IXequaOoZNyEgp
Y8SCbJSL06+YwwGINHR1mOhhWaUonm29zxVdbB/7vRdAocxC00JADnVsWL3/goHyZaNUKFjWbGyE
VbWuXabQWTc58KpCUlaJjcdbghvHdD+xdxanhSaaNlwb+mnvGAxPor9hqIemuD0zBjbjgqnf3vXe
1GR6e/BURYOPwbU6a0vH7VbVt3twYSFm8Q26cKrGrfxrXCiSwsOM+a8pwo5rsqpoOozL9fWAEvS7
GgunaQY9ifHAeY3AWw00hpOcd1Ci268fUIgFvcbYdP/+7q1ASzCQ1/6o1uSgn4fUejyHMz5q1LRC
rRPcrhyPdsv7DaKhZteFlTdgDmuzBWDs8/g0rGSjtIDzzdZEd0KzJd+hvhTvzdzCQNOLaIwATRDa
FqZ9zG6EFwVTS70T1pu+NXNFBjXRoawA6QLvq1J9gbCBpPlSUnEMI6freGt2EmY2PO/zAYVZZE5N
/HQGQeYu9PQlJv4fMr5HhiZHL6SF0vjoVndekGRLjSPyIdH2GTx56PnTtqX+WdrHwCx1DtnGGLzS
x/XO5LebwHBAN2w7mSWvGnuzaewDtS6Vjn82mXVhCUsgPYEsyuONMLe9QXGEdNnYZQyyj/t9IFfh
EOeSPzhcf0m3lDpaYEWtv7DFZx4aWPQbM6NbvokuObGkWtFiu/Gb+kxFdHF8xcQ2zcNYqPq+xKa+
qqzVZfURGUsSlHOuEPlAuGIRusnY7/emeZoneSKkg+O5nl5pR1cAHi3cMhDhhuO0H0/nzMNBBTkV
pGVUDSXxX9pFmhuiCpmhLpDumG0OkjxsAQaPhydF/0SN7lXFKkJGY4/sSWEvYaHGrTXderfGJ4vJ
u2VR1DESvF68kl9yGcGOgiwv/13CbRUUAUi1qPc25/dvbU5WttF8rfGgMu1wuw4tvPlKUfSAAf9x
AU0EVENfqXJ+PMdzHgQNSDIPcWa0+ynsJNDh2jRuhJhrHOUVLh+UxplFRUPU9o3jJmvc6Y/tzczq
nblJsFMXCUO9jm0ccRMa6IkD5yaX6Ex58nzbrRZYNWZ2652x8e9vDooYg7A/LjE2UVcYq08NWlzp
sfIW6nSzc4jIYETyomSLxuR7O1pTyZCjqlqnY+P4JEvRXm0zSny3l8yaFsy6DROOiGCwTmpfsyWx
X1RoH3fGZLfioIjgPoNqERC1k2scCFVZRGG2cYLOYENbykcmS2aTvPJP2Sf9FFqSLFRC5ZnI4c7k
ZNRJIHN548KkyNp58VZ/MtynGOh5sGVTwlEjiEjArf3ujcUyd4aU72l6zsFjm9qdto/dl6Q/VoBT
SuC8/RtpFfheN2qnd/0+c59E/N9abMqISrB40rl/B3WB3Fn+YCSZXlI9UO04teuctJdhI6AqWf0J
wZq7SVmdVq9+/CVLX2n7JENmqF1LZakn7k7OzU5ZBxsaNuA4qXQQu8pLMjW/WQklUA3wcFZoahql
Gyd+o+lq1EgKlEzEfDtcSui3WLV4jPqxpSrzN3UHImdTUMHNfkrRgv3aLWHRZi7nuw+YOBEkHvpY
SAOkPVpD7Eny3fvfKFEnjV3LCzt/pr8Ag4V+/NgcgqDrZ4/cnDCBzSu+wmXk8NSSSL5rjHwnGFZ4
bKzCSu14vYV0l28N28RxrSFGWlHQXSvBE/aivHd6ERPwYDAL98ZcDHj3VRMnE+cd03A9vgr0llfJ
JXvAZkf4LGNeGRD1lcG29m09dxZ86Yy7AacOq0LHBtT70A67dwOJnMugE447Jx1kbFFWTyGwmCKl
TNG2F14fO9KZAw9pVnTDoig3kgVMQjAUYNU4a2nnKBUTvDR4nRJRhnDYYysz5QMVSnDg6APhJVhE
pr0qkpb5vKsCpq/EGYGOgRW7htb5Bqiacqj1KM6A8iqq9C4i3MQIBIAiWj1uFX2UOS82ZQnuuoJZ
5b7JCQth99xJQ1+dBhAPzho6XCYOKFQ9ro8GpXOgGMR1VpHsRCknZ+r/5cGFgWIlGIXxli4Nl9Ep
tT2WLEzOTLx39wHTow65YDhkQMeTFzB8We+teTW8z4icv1eorKzA60o9nX9rWJL0W/yXpRzczEkH
C8AImAYWC0xOk/uNpw3PCQWeUwWw68gWua2xj1bWcSDsUT62u+BUrsPNamHUM1f4ndXJzqvaAXxO
PIBL28qKgZgg0YESwTpaz0+J/bciu9bafSk6YK3tetPtHX3hA+Zex3cfMDlnmAuEp+L4OsY9wFmg
9GmM7oP3ANG6GI8HOzfDKHyLIA1AOz1IMe+PdJ+xjOz1LCJQ9J9JKFR0L+nwDE0wiPAq6tJhm7lR
BfTaAUgMJQzs6YnnlhEqpGXHDY6f6MK1/ogAo0Dy7URk4+v19dCYaI8FdeLfSxFhpEvTumR9/Psb
X674DFVbBdYrugcHJ/ymgMYfornQchJ0ilAGxC7RSvF1/tmnB998PNUzJdofXVSggHCoRsGDe/tx
FMlRXvWAVikW3fscUb1vAAG2Pl6ysbvzpOPQrLyK9OyC5ZlFHgVZ/2t4OvCiVcDX1OE9Fa54buPJ
hFd3ighxRF73s4XX24zPQCcNtEYASpWgyjq5mzSa14xa4FlRCbvmU9S+i+5ZUxZGNANHx8toTAtA
8RWUIdN3GsULkas03A4Ceen11pSu4R/5u9txFtjudcmi5H2wGoPVh51qtx+ctX+2AW0Y9PwDtzTd
NebuDW0OG9Pe7cyPfs2ZImSb1q+DvnvbbL7PC55sbgVEBWT8PMgd4MomjlRJG7YNM7534vwMukqN
GlqETpsKgjMImh/vs5myEKREboxN9lmBplZWCWBsuz/KH7EBunWHKE/V6su2TXRFg0CSAec6/9ou
OuwZ13lnerLTGk2oAcHkeoe3KcKigHxa2z8v+xJdZPGLZm8+mLW04MHmvOWdzcmGa8s8dSsJNhNC
XxRyDdd77pC/hAvuY+6xLgKBrcigHkGKYLqxY7EqmaHBtGZIgKVGpst4c4BSml3jAVsi/nKtylSv
iUGPzFo5/ZGeQXvxvCTnM1MKw+refMbkTmzc0O39Fp8BwnjIKnuHCpPLb4arKR4Zp/lEr2WH5j1w
vq4v0N1LpIXtNe6eyUMMEHT8gsA9WkKmMuiiW2aYBZy8PvtbhodSfXq8fX/AtL8N4HHBozv7NwJ1
CAcUU7uycwDneG/WgjHsxBd1A+y+DDhBbKBcYBdmtKaFodjOBaURzfgeRQJArsacGjQwVlAP6pE6
WTrF80P/92WTexlPYMomXdU5gcKW28iT1IOkxpfH4x+PyIPh/2C7b26pqtUqgcsLGHH5N5736hea
IrpE11L6f1RpxE2MJDJ0wXEZj73Tk53k9WhcqCkm2g/9C1XRay8sXfizM3ZjYvSLN4MRpFJqQrfu
nBfo2CcQgMCSHnPrBxO0S9ZoP5QF/W1zQY368SzOntbbwU3Xiu+YgfuxfOU3e0tAn1lmPwU2AneD
GuYbj/2x+tbWMaoqS5m12SX8N+ppulxOBbWhddM5jSytWvaF1T5ZeVi4Aufu2ZsBKpPIja2YDvxE
2Ixe9rdyDaV75QIr9JMF9zprBi0nI7UIOgin9MdQVo/FRug6J889Xa0+PcFq8kuJp/fjBZt77CBe
+GdoslWSIQKPCt93jsqVZpKiW1tyC4IdlJEUjds+gMNRgGRayH8LoaLnYN5rGpSnXEm0qNKtPV58
0bpkYQePVn+dxpuvmmwjQQIYXmOxlAOKmM98qUaWHxcASlbAn/g+jc59I34WjCosQAln3tqYDlQ9
0EOIvk1pPFk3JyeBNIgrMeiKLvPq3PKBSem5H16klN+y2lLGfQYWj+oOWg14vIDRHirx99a6lMGr
nyIv65YAywSGXJBUA2KclBDRG/6IFVr7NvFrBSYX0HV033KiDwKYDxfymbN3+UiMMdbPcMdOT44k
NRqEa4ACpt+Jd3U50YgFM2v2ofChiFbYQUQHqjqDdl3YfGNaf7rMI4nZWFRTRdTv7sfv+3zDuo3H
AuzB6hnSxHvmkJPk5L76CzmUuVwqaCyRN5MhcQAMwiRcSfuu8VI+GRyDe+VAavJp1yh2p6R8rRd8
4EwwhhsUQjwoEkqIkyeWhEgeCjdFLSNcV7XeGSUQcF1P4qellw2Io3/PH9DT6HiVwMIgItF+P391
VIpVlCPo16BYste6wZXNskIy2AK9MaeSmFa8r9PBFTsr5hXmk3aie+2zrmFsVk2hhO6ND0MS+TgS
eib4EmhkG5nJ/naCX0XPdQphQ/RIqKJHWA/gdz0T+Sh9UmSvBOiooMhDBHGWxzu1UgLZlHNRy8ws
Qfb2TxRHLmtBTY5RkWBVs0DHtcj2RiE2bHrs/EQaJcfQsWyOLaWpldZAshJeqEC6oEEUQiBe1PeB
0bVeKK/bodXOQtLEwjGDAHG8FfuM9/aFHxSMIfuMK5CE43PWHjLUUbYgVuDDY5JWUnFVMqXJTk0Y
FNq6q4CWtIsyFnJc7XIAjOjQxqKldbHAbbO874sNn8juWEPgXXnPcyxFc0rrCpyVxqX3DB/od5ek
D+Jy70uSr+gFOL+hZidREM5mRRDilaeJID3XZDGoTlHS5qE1ADFW20mmqYUhDnmP1ow+gfpd4DIR
mHj4mK1NyeUFf8UVaheA1omykZOJcZN+SVICJDvxB2TJPhM+56FlFrkZ4x9QHxDzs5y0mrhSOhDz
nxVa++gp6wuBIXzF08yMSyXuMfVFFwy62iZZ8p6CsUo2A4Qp5Vel8l7xJZZ14oG9aiiZdFVnotZu
PIaRwhcw2vih6aMLNn7OopCPKClKdNJB0SAJ5UPTKFLgQH7BQxsbakBooteiLke9p2g0JOU9r1YC
vSnllHvysrYejBh/phWhUo3fcy1NnUiDhq/Z5l7jbcsCiZHv2OOCuN2UTSz5B6auZekNPyYHPCJR
2ua9Eqqqgnxdqj3HQ9z3pIOYIW/SOokzw6UgZDZ5zDS+SAuV7lAVjO+bdR/ysu1lcRDual7zoRPG
i24k7ZCgYYKtW7hsumdiJMRsOBAVPxQd5lthEGuGJE2TdWYfZKlnsplb0kQvi0yKdJWiHxj0V2Xa
F88e1A2FEMopWpte8jxXhl2qUAiOxHwXM7rIoD1qJaQRL5iygkniSI5kRWvgWypvXUFfNQVbd5py
Zs0UQrKlGZti8vy2kqCWiqiGQ+tbFakdQbOkxpCmbBO6TpKWoycwEMQK4L097fuVGzAle5HUDpCZ
QZML9d1rFSX8HLIil2yvZ+QShQ85aMzGjaE0zfNB41uc7EUClkroxMMggyUJZ6OmG87vZZBW5HzN
2nFZQAw7g4qn9sWkCQQRWK/2JGOA3ttfDSke34KKpecf/SL3mQNXpFxkxolHK5NRgy6zuIBn84I0
LBMPhodmFPW7TVPGBF3L8NqB2seD6lHb/V24ZGaudNAlo+ILrjT0gkzhweLQRLiFs8EJqgBFZW3b
hA7LrpXAQY2SaNK+S98b9ZlGn8DjEOoH312XG5r7N0jA86p9L3zOzJ33H+YrAQxuKHhProciGVIA
TcZSt2cxFYFoHWcjnawSTjJUaj+2Nv6wyQWLqjqSf6gZYfTTJulU41wGvKusk8pqYgmM+iKpgZWy
dWiEbJ9Yj63NPDtw5UHGClELGD2mggtCMQbgDZoY+1CiRloFngnczNtjI9ysFXSDQkQBcAUw9N5f
ekJVqyHro30xZtBgjud4nR+4GtNXITkvPUsDGjEqgodXZcYeKDW0wshU1ZAX+1Nn+n2h8zwS2KBB
nMdNNUkvxTRIsq5CDxxSiDVxXVPdAEMaX+JdsxquDLXLF3UtG9w2UXV5X0Kdxe46Q0HZ0rPVclOB
uyA3X3wLyYLwvBSGzITQgEKBBgpyhIrKSZNp8rIOALKgYR2XyoXeNhR1Cy4C8wkOJ+E7FwqrA0gl
g46hC0+kuToZpEfBJCyBhRSE9ZOwVhtolLZcy+KFS/jzoD51JTrX+09lU0S2xlmBqHffnd3mOoo8
1SF49oOFiHYuMBolGJEOBXf5L3YqkadFFCFd4MRS3BpDk/SEp2j4zt1miYdgbj9CfAi1MsSWEo9m
s/v9yEq4dAHmZX8SJ0iAAuD6Xl5zsskXDvMMjneUCP5naRz1zeOkrMEvK7AJi5RbA4IkkKiQ8U+1
2RneSrYh7amjSk1QKA0asgGEUbLBslI/98aSE5vbXLdfMnFiQaykciXhS1AdGj9ij/ZB+4R+utLY
bUL0RS4kcufSb3dDH538zdDzCtdIKvzH4MjDbTQNQYZ1HF9jerquQ1lzIeP2czFMnOedzckJCkuP
F7waCwvg4uendrA3nqGDhnUxfTv6iUeGJq/doFXqusOFj14qyxi2uSWu9cRo9sbSI2jGdUqoIIPn
Hr+BpWXisKQwydUGqGgnI16gv/uFWbwOTxEQEC4Ze/9q40+4cP3O7RSZAwRIRPEOBbTJwsWhm/FF
2bGOJTE698QM+ubML+nlLRmZrJSMZ6REYxiJ15DW3Gk4FTrAIpqxcPWMHztdqNvBTBYqVpiy4zn4
VEjcZK/xG8SzX0Lt7B+BOQXRyRZSL4jZ4tCsVNNXiLh0CuY2iqzgtkGhRwMiYOIA2kxDaNi3nIM2
q8olEURbQWYXW+r14OjRUqPL3G5RkXYHzSyeltKU/l6mVFVbV+wdJuPWWbnlEnYhYJirmYDg4Z+J
yYCoIifSwAi9M1zcCPxzH+8WOlPXxRbE0U+QCCLaHhKBKTmg7H3G8+LP4wWdQ9je2Z/4sSxiVMgF
YoiqIxXo6DLenxEj2qoR2FG7GVsJ4VxWDHyLa0p/lpoolyZ4cjZYrmuTWAUKNY+7gypnq5pBHujx
EMcRTLfs7QxPjkaZ41i2hYLSkGeBqdhE5Kvm1Cpd+vz/MITiI1ghUWsTptLHUuFL4iCEwBj6I3BC
q76zwRLF9WMrwhg7TMeDlBFqIMAGjUQL+PubiyCIgy7JVBfIXYHgHuCuvX4trsYVCF5wYSU6h564
9i3QTTMnkC7utxenPOlLLnvcl4++YrJyNFKSsAgZ0CnlZ1/aM/K2XSKFmlu424FOFi4OOHSKgJ0e
MLiMREoPvFlPihqslYL+eE7n0n94IYE9nUP2DyxdE7dWBQKfQTl6zFhJ12TFbdHtEX4ma5DUxoAB
fz42Nxs235j7lW2krepDJRj0MXikoysAsJ/OQAfxOtNRJ9iBHcd03tzj6xcCNmgpXc41WRQKm32F
/RvyNI3fJoGXiIOP2ny/pwoosfIzqxoeql0tuoal8iOoTSYKlmZ6ZlFRwsT1C3cK8d1pFwGAsl4U
cUj4Jgf5xRtRJvVGKbaZFQ5rMBCgT5hpdW0XFaRfAgHPlWZGKh2sMSr4Mkp89ydHieNYDmnNOo33
0fGXLH4NKhHnlIjDRxJAL609+WW08SPxUgXNOmRcm47MzNca0Lak0tVgRdEfU31QPzMk71sagAda
6q+dOd4IE4AJEzikTtHQcf+RwyDHfCQCMyHu91dAM9+3uBe6r87CeyVGrJKBH/QA8BPUy9Hb+fJ4
Z84liW+tT/OpvQf5PmRzBqcrN/VTq5BEeWUZqxPOQYkW22JJdXKGaAjSLlgSCblpvCJ/ZaUztWka
TkYBoCO9Euqdp5lu4Jp9dGCR4xH9PVCBG/Y54U0eWPiF4c54MTBwACuCiHAkc5r40lBmg9qvmJFf
qTSvnWVkvR0zJmibgVNo0AhoPjY4d93eGZy4zaFPh06VPNbpKFCdQNdWrZ41SH5ERvdZRwNRY70A
sjFvvjzPzvMDwx0ZwZDxvpHtVrSLwERiT+w03VuqxcyEdjI6e5CCBlP3qPp9v/EgbcJUTALqPaTD
31XQCHyU0UJRa9YEMASIOIBEgmzYvYmickOtaHAAE8JoZFhpTvcSOwtTPBMKI2/4z8hkTaGYWlcy
0nXo+isMHgynwSax4Vhl3bAGK9+la2lntbIOjQxsqMqGC6AXf8Nu031gLeUg5vc3lLPRYQetArCF
3Q8ZFfWG95ScdTxF/ArrwOTLddFGJhN/QxhXbq2Q+VsHFvSHSLqIUJmJlmX4Ox4s0Cit/YJMKFna
hcJAWaftGNLV14CwNauzMoliwKUHgtQA8VPOyvyBMPlLHJ4er8VceU8WQUeK7i0UUZEYux99HQ+J
mvpYCze81PI1R7Lerl9UT/d9iDSIFwFlIbFkIctplz6EHIyqPgrgUnr8GaPLnMQqQHLiyQCdFOib
TQnBkRrN5SCWWYeXicCe6EuhGcG69A0Rsqf9AnJ73MO/jSHfJIgjCd6Ux0xRy0FskcF3OBUwfZwj
QUSCfOEdNHeL4pz+18jkkugp5buwgRGttDv5BYzzHDKBzfXxvM3eBjdmphdm1NCSFxkG+6dXdEV7
q5qXJNz6/lmV9nFnNsjacuvHNmenb8wKC1APRel/MrKsUzgkx33Ogdiedmi8hR//I0bya3n+/fzp
kKqIoo+AzXhH8Dy5JyUrBmeWVXLe8lg5TkngDWlP0jAdPri2SC4MpBREgtpMSo0Q7zhUHzTk74no
Qdrbavs8NkPJBdFnq+H9baZ1pO068NjhBgs5ZNPdqsaLZoBSq0RYlUIrO3fBNmkmLRP96ZK4fvdR
i29JVwy4EZBSGjyidon6UfX9ALiX10chCcqWS21OatpKz/HIAJc+g4ewnuaJdGQbxCZmIsTiS8al
qmj0II0FqbYUVJmd94NvhfIAql5Xosy1aIuusx4v2fw2uZnTiY8rmyzRUHLFo7wqkX5QVuB0QlZq
0Hsf4gePjc09mJFk/O8G+Xke3Tx/2FboKdOEnFPsOMMqISYRrwcrWKl/LV6vjsMThJcP/U4FLZq/
rZ9DdEYsfMFM5Hz3BaPXvfmCmhXR20vHLcqeVAYKuyhFHSVhR2MzH06ovnX5Sk1VIy4sll5FWTMa
OTVE99z7VlSBU0E9afFSN/fcrXc7LeNL++aj/ExCsVOGR4hLE46HHfTYfeUXEUZzN/itmckN3pcV
irc5zICrPBR2im82mi0g05SUCyd1NloHbFUcW25ABzet3GjDqCTMYaElIkFMC1ndLdoxoE2QwKGG
gNKyO3HlE34Vb8Jz+wnBVzpmnBeToOPu/e0x/n3HZGaj3E8ztKRzTtIY1amCYuVW3aUDMVFTfn28
teYSriO6EQnukZjyl94i68dd3Wcp57CQcbXRH8k1qFkY2tm7btyv8phDyuKyWjA69+K4NTpZU3eg
Sd/LGef4a0RlJUnlcYoLgFEM9dg4RW7FS+IZs/eXAHUOZQRS/8Jq857vQjk455D14jdZatSlyfsL
t/7sibixMYk9PC8vk5yDDUiZsmc5NdnUyVAII/1SZ9rsnQU5H9xWeK+hUen+7GHNUqlEF6ijxrYb
f0ryls0Woorx2vu1CVVhFIBF8PwLA1xlQyt0eC46WWZSyBag98nb5TJhT1K3DpYYPJesTaau9706
FjJYK1y7A6796I5pkAht3vlCPmDWn9yMa1zEG7fFDlXk8Q0sqbFRIQT2TzQ0m+YTHYePd/ncbgCM
T0E4PAKFpphTvug9v0LY5ATfkQcuxCoAou8tY0ECLv9/7sNbW5NBZciMtWld8M5wZBFMaAFhuC8B
rVtapmfHYpMvZVXmNuCtwXE9b2ZRrgNJ6TUYjNBbEaYrQbrGfx/P39yWuDExTVmpAygmBBcmajC3
msPuvdmmLypn+Av5j9kH062hSTCRtyBTkzwYkiiogDxV94cXF6TzxceANQP/eCde6gv1a9IF8vrx
IGcjmVvjo6u8mUi1y7wmzlLe8TWocRlYPEiJc8iCn4FNWVIUXRzqJJBwwYBUNjyGWhZWXOlZvPby
E1Nu8l2QPQ1sp8eVFdSrclEidn6/jMwWINWATsT49zfDFEuRJnxc8k4C7cYxu2Oo4PwUV0V+7J5j
S0oBE/NMNTeAQpKtYRFyO5P2B+cL6ESgnf6jwXNvny8zxsUZRSKu0ovqkoIwwuh0yRSyDRfarLwr
xXUnGtpJCxYeTnPZ8zvTk6PC8H1RVXiwOtKXFa0ka1jjeBY76CKBv9GCfH2qUz0CIdFaOYsrcAHF
G37Ls4THL8ZmbHE36MBNVvbjnTd3If6bEeBQ72cklCCogeQ0dA8gvof0K5oLHhuYO7/oIAGOGljT
ERZwb8BjaN65bcE5LTKrdu4bbU7QyO49I+m6ECDP9Zuh1QzNgmMWBm1SE//XZyAH8MQOsajBfboG
WFU3qCCdRzGj//ugcHmgOgfWDBlM7PeD6voijryW4xwgT9qoWblaZnR8abZNZBTF/5D2XcuRI9mS
v9LW75gLFRBrd8ZsAyolM5NkUr3AKKG1CABfv44aUUwQm9jtO23WNjWc4kHoI/y4FxTwQ9CGLBid
gzsoaIUhEipjvPBDCTh3Vb7tcw3BNzjuB6AQe6s6kgcXsF0ruttm2yXffq48Af5nNCXDYwJ2d1ry
aSWpHXrgBEfy8HK3Z06s0sI2PFO+vT6hsw4oimUgC0YsywMtdDmjRVdGAJe7AlSOXxj3yalr5n0o
1Tq1cqcMDdE3ed4qSyN4Dtm2EBYe6blN+t36eEq+3UucXPW6m43WlW2TOfJr4T1G2rr0DgRZ4cUu
45lrCJ1xSAuhyxvZ3ynJfRdU+FEfiGCFiwZDhCaaTovhSUotNHAAgY48kVXu02iVvFeFdSfHFnhu
AQRfkTXkIzvvK/VGAuzn62sw81WjaDEaY1AMAfJ38gBWA2iesrGVTUcUPxQBiNuXyq5zJ/TCxuSd
a/qkVcQUNrhKthmX2DIn75TqzJpVV+5Db99xpl9qRp4xOysOQvk//oLJ0YXah9gMEereWQ+IXOuU
AyL1SrY6eGcCt61db9sWQN27Na1YZ8t6si6qBYzU7EyDYgGsAqqMWGSy3cDDU3VNx/fnXmpfOlc1
uDBcWMwZYmZIUH+zMXGlNTXL1WLATPdO74Q7f+2vK+sFAnf4x6lpd4vk0voX+/TmrqFLGeC5egPM
A/gI8MKvk3V5ogAMhlR5hwI79JLePDTscQbYFleR4aCwfx6JmkAjsPKd05Ly18yD9t3wtM7X18Bp
KDpwBQ0E55UbtXll6VOsLBQUlqxMzoqWDRlrS+yiOgkSQy+aY5VoqyFEyo1vOPv6wfy/TCZg65D9
FHERT05N7v97MhujNvf7Q2pXTmAN9JZiNsFe3qzBhXX6WGKvnNumCPyASkL3/ajoPFnDjic9mLqA
K1A2kXcrQlf5+sB+XXST6BIx0X8sTJ17QerCElktFGUp6w1tDzle9EAe7rE5Iaf8oO/1fWfU9D0x
Ouxb8MebotWtQd+OssrnI+U2tUMMwUB23eAkypby9zPqPJCw+/Z9k2Xm4pp4aYDvA9gO+UVk/WI7
tDMn27tHd5T6sm5ABBfZpZPYsYX0LXrrODs14HRcn6m5l/jiSyZbINGYDtjDgCYabyUbIOV4QUPu
frjpw7+y2b6PeXJBKmopoNccdeAEQ67GSceQtbVvthSgHLB7g08bXiLbggxmwcP55Qxe2w/jjvz2
Dke4TRJd+WX75X6AbfArUX+dULgdFIve0eN7Y+dWS+vV5+4RrF0UnZSpEe89s9ouooRmnysUcARh
LNyDfHDyPbJcSZLrD2OndYk2jFV20kxW3sjSXSIIJuDcjUYjcFiuF1Z7JtMLjbXfdifeECRwGq2O
YVd0IKD4VH26OkWL78r8H9oZr7lv890GTGJeBDsRrW1+Y5IBzIaMfiyYmbstVXAWgNBQRR1/ykjW
Qr9DLBTGwwx5P0A8z4FYHh+awwPawCD67N4sRFuzx+W7xcnABnRMSQKDxSI/pgRtL7LBYqQT0Yzf
7vy9Tm7cJdTQXAyvwaMDHF1EvzrKjpeTyfGyUsgdoJD71kTq7yWAPOFaV2iDfhVrYUbnNsh3W5NI
J0BeWBOjHmFbQ/dPTENzvjrsTWtRMXyG+B/RBkYkajgFAryVy1Fpfu/qBROAseY1o3EKdafjFAqb
ZO3Q21Eu165s4yvda6D0cE5b6f5BvnnQzazCVbi0quNxm14PEKIBjQo42dBGMA1Wq2FIBRmj3odP
3kk1hI1RO6N87xcO/8KmlWYyhBj4b2OTu5+pscu8clzO7WC/vdgvjcMcbWNj697e6kZL4+3x/tN6
tF4L47F0unNsrGJLN7275XhzDoSt4Vv4Ud1aI2SKkWCdFsU6h1pA3crpto8Ss9RjDWs+oO0QyPoN
ERvf1IcuO/CcN1K89Oo2SpXsIVBSfk1QmnNCflBv2iwY281y5qDFSj1U+A8NGk9fuMFmXRZNA3EP
emwJ/JbJDcYNgZ8PnDvmFUzXUXkqQ1SYN8OVibdRX5+yty/OhE7FuqGasYR2mVs6TQfsARUcoD2m
YGvQB2g+y5CBrwZrEN4k4b7nbJ/mpF94sJYMjRv22/2phYnku0j2n1v1/CI3uRG0pxwTmi9RSs+6
89+HNJnPUJEyDAlpFDWlUAqEP9Kg9GuVz75GCZr4IJJJo6O2zQ2Oox+rh4X7Zu7kjdy7Y80EPKjT
5UzQVejFCcznpWfE6p5In3II8u4gQH/d1y/yZHTatQUqjrTKN4JnRfJwf/0jZvcU8gNj2y2Q0WgT
v5ztOs3dWItq4Zx6zih9oL8+VrZTQ2kGVKne881mc1KfcesIS1pNwswDBv500Eahiw3X4dQT1hJO
UocS4MFmE1EIdlfMGnrMN/h0Vifp2NAFd29uuaELpSLtMk462nMvh9pFWiwH43xvJfRKd/Sx/Bo1
k6DoQFEKSQ3dLLapIa0fVqvrkzz69JMrVkeSDoHGSHqHpppLw0WH+0cqRbStMVtPXwrvvWa7GOI6
wNdLoQkelIUYYBzJNYOTI0TEFA2TSLSdw3ch26tCaSraEthv5pgi0BZ4EGaioRkX0uWgEhGcX1kB
G0m771trMIIBPXIL/AVzmKMLK5PtKStZlfsBrAyV4W0OwSla8RZ47N5F3YMkkLLCm7hK2AOfWwvb
ZS4zOGYSkKJDp6WIZ+JygIHiy4He4rbVUghxaHe6sMsSK0ETaEqLrjFLrqDdJ6ike86Iq/OShOLM
0HE5gOtp7G+B1zrlbghyWUjaoRaBHRVP6vsIxYgsR1Bv+Cc3oCugECrLtYbj9b06IwlzaXayroPs
cylYWsVzWp6U3jPFFKC6vW5rbFW2VANLfq7auolPSPxXcssjz0FMedc+6BGIYxe8k593BD5GRFs6
xo9C+lRYrfVYFSGWFeH+rQPqbxcKsTOxyOXvnxwUpNAlFjcQbQNckirqWg58A6lFgwzbtLyTFUjF
VXs9NIt+nQ37ul3aYz8P6qX9yWQjCdG1yTg+safZY3esyL0bmW5yG7mvw2ukHFRmqB8ZWGaAX72+
0DOu9aXtydHK1b6VCoKxxzE6wO22yimXHbvHolqVwElbcrVUShgd6MtrCRZlIPRQuQCGcdo81Yh1
HxEQe52lqI6B1uTbRKVqE6OBUmWKfBe5In/XVEFrFu0wEIOlPoGafQlOFyoXPKCFbUKk3u4KLdgO
SZTnoHtm3Vs0sP4145PhI1O9IrGuT9TPi+7yqydhwQByBFFXgBAqZR80mcpKAm478rekq4xQixes
zewINC2MuN0R6/mDQ0QQ6lzL0Cx1DsijXKy18D5p7OsD+vkcQWAL6ojASo/MIdNGqCbWmJT27YiB
gbxVFRt9Ua05PzLV/EGKTRYnRpYtpUB+OjtIdwG8OpKUoy1jqtKq6o3eNLIMkEhUhuDhiV+71ucW
XMcZnwJWRNRUwIwCOr9f8cc33zFlcuK5gS+elQrw/nhTlTSQ940PeYjYtdu2CGlVDqbW2EHyVMZO
k5wSUOeR8H2JvWmm+IJPkSQCikZkpNFFdPl8eFXUKFGbiGd3n9+DPM8kFjiV821lWhodrFSm0oIv
N1OChskR8Y2uJTwa05QA52t9wxOU6vpTRkHlDDFG2RRuOuMmMslf8N+QhUZD9sixL4D3Z3IuEDSp
asBigAggKWABxph/8K+ikRjg5xCgLEybJwX/4y17DJ3rG3gmckM1EjMLxBHo3dAmfDm3Qa9wLgfn
4+xnFHUsUBGu3HW9VcFiB5m62tp8FmvA7s8IHdfXTc9cYd8tT8Wy0JaZxJ6YS2ehjQwud3iw9zFA
N60BlHJLjDhL4xQnLggnDizjOIyT/8rN4kYy194mMdAN6h5KS0Z7mIsEYu1EPi2W6mmzR+nbHP8K
HL4dpVob5MSNYDs/djVtnNT0thJ67gzetwwOtCxbzK+RPP6FlM/F4k695RoefBOpMKzmZvQqG/GB
dDti8PdwMOIlufq5VxB5JcjmIDWIZjF1spXSGsk1Te+AUOm2XWu0Ov3wiJ3rJrDRzH8dqiVIzNwF
/83glHNUHAQd+vQtnl0A+MHMIoK6xVR2aHEnG7Z7dR83MWKQpeh9yepkJyHR3dVFB6vgNuNTo2rA
cv6XRgbaCAXhHATOp1c8x8SmjkIJeBvxoebktSQMZg3ySCKeC4lq3DrhtRch/apcsDfZYrji3BWr
Fp6Acb0mPgYBKQqgpnhFBTByX14NsR9lOR+k0pkZ3Tp+a9aejflc8p3GysAVK9NFzEHZhP5DWBkV
8+SXzmwc4aV4ytYo4y8l8GfiVrz3CFzHNnfwK09D9L7GMxODDhBDMpMVWNTE1OggNvbO3rX3s0h1
gSpbcT8c0PDr2xIYzm/TpWhv5t67+IbRSfp2G3TVQKKM4BsitN/oRhAcpY0LodC3RebfmbjrcriT
dyWI+VBtxuGCoFv5cDyHPlJp85VB7bZaKkbNHIuRFVz+NbVjOvZyWFzZu2E32toT62Nxl8z/dsRw
ijICFX+Bor9NWiMqXqZLmQTi8fReNOxkBerIyuRtK3vGNjGvP01zwQwG89vc+DnfzJWRqgGIO64R
Le3qizkAVuM55A/N7q5ZteFfOgTyiOcGfoYHYPbSHtGEIo/SRoICSkjZppUsUduHb8EJFC5UPrbl
LT/sqnRRi2t2L0JFCm2VoEEC7eil3QZyNwKLmHg2Qco5IFQJjRufdmd2h8TRaQmvMwMyG3NUeAUg
lQ5qc3kSI9Za1PR+nQNYklg5b0a64TaBGfMxehgjy4s1E5REmINdngeU5Rn1pZOgwgHzmdX2ZyHe
+sMmBkl2la1qgEDyXSRCV+OOCYZcGsqLBAGx3uTbjxh1lCUlohnyGnw9qgz6WOZGlnsyWX4O1DQj
jXh+ADEbbVfryGhXPC5HRHjgvk1vxa1ZqcgXg1Dn+n6c4Xe5ND05yCErSJR4eHP6kwgx+9KsTffU
mjolAZUe+dKynpF7M+SAPj87N+0e2nRLje1zLvEYCIiokKFvDqHB5V7pPDR16SKed4lCKtLLDFcA
sS/6QU/sL8TyF6YmM624AXDCA0w9mOaTvCk8GnFU2PNw0FYreQHtMqNBiclFVlEfldQQT02sIfum
emWEp5U8Va/8g7rtzPZeuomse9VwdgIoZECydyrPd3fS+VxCh/IxXe2gir65O0Hm9PpKz2RpLr5l
stBq10spyLgAx0ajKSiZbCJjueWljMXcuQeNKdrcgZ2DetikUtWSQo16bZDONbkNdZqkjmd1cA1T
K4jO10c053mD8PK3rcnD0HOd6IK9D1e3ieYY/Q4K7G/BmbN6e5e+Qtp+s8qNL2PB6lzu7cLq5EZt
Ue2oQiZK57EEAJbanbtRNu09hA2O1m5XQsfydRgMf0WM6uP6gOeeKvDZICuggIoFaN7LcxK4dTo0
kYJIQzPa1qPsLmTP103M7RJQxCGhKQL6Qn4FzN+fpyEAY16FwcU9QLk6WHmbXZhs/IWU4UxP2Ri2
gEwDeekxyzTZjWLtaWrCYSgM7WT9g/eI1uFjBUKGdkWhYP6ODYqQ+B0qoJz1JlXU7x1hYTaVuen8
/g0TL7Qisg/aR006ZwTUllSMqpg4qTToj3rhF+c6ynpQLBL1U3F1pTGzxkW3uMz56r7zBvQC6kVb
J1bNehAoFnHRS5REcDGokkf8m5jIAOZkLYpKtCi4ihiSB1ZI9JG4KfpuhTBGnsoj6XusyElsK26i
WiXXvA1oObnp/SaH2nY5NM/A4zfrQeiawkx0jpxVsVLuwYwbH8WsbJGyqMW8MEA1W2SGlCqSZ1VA
NHn4737/HGZqiVypkOcrTk7gmNWqDsC5H2r7iEjxKo/VYeXnivchEtR8jUYmYO9P61SgQ9LWGy0V
uXWcgxSSxkKutkYuxk2KdvmYZ1Zaog2TgkoA0OnUL1/5mJU8VRhrXAONutFbgqmq6KjV1v4Vr+b3
0kHM5PIksKBFYyeUN87hfaEB5EzudLByihnl1v7WtXTP9vyFhNysy/vd5vS20ZSqT1FyPfs7xfDv
DqHpnQRHAC9EbMUOWTiIMzU/nBBUkNFAjdP+o2NAY3Gqh6mL3Wn5O7O195DDKQBMyugTOYAB7TXL
wUhqKrFhcJljLrwW86NVkNtETWWk75gcDiIHbq90iXyWW7PlTkN2ih5kNAqVlF9jT6kSCIuqfdPd
9EvYuPE3T8M26bfl6QviZWKSDySQz/qTmBsRlUpHzHZZ61TtccEdmL0B4FuACRp3KplCPNATCp7b
LpURcD/p/b5pARpYqF7M33TfbMiXWzXJezEgPGyU9n4LchFwBvnm7adre7sWwkKb1d3XSl0/aIvx
7+zgAJmUBWCqETuNP/92lXPSwPWCN8jnbQAz15+J0XH5sUbffvfEY2uQOlal8Xf3Z2tz9gEAvP77
Z13CEe/574+feE4q6UKQZ8KAFq5cxwew8ClrUdKTUc5TczpIp6xRqJ7tWL3gtP3yNq+NbfI0FaCG
TfICpjNrv3852EBrUVYA7wO2wd2uWN/cbERq3qkhhUT79WHPeuPfhz05dZ0X5qHn8/LYdrDvv14Q
j1DZQoPQ+jbeOvnX43Nyf7M5A0FyWiGH8JcO/e9Zn6JSOSHnJRZi6O2TsDuMAYBrQqC0P9zVQD86
4cIumr1kELDB70d4CpD9ZKo7EGcLQoArNQLacQ/ZCGLWVn+/Ac/Oh7vE5zjnmX43NplbvWOhN/QE
aQTZijaqEd+uhOfr6zeDvoM3CoyGLoEkFrn9yblI28ir3SaWkaqw8y1vG6vTx2pJKXk214SQHvkK
yHkRkZ96oDgXGlFxQwal4X7ZbwVNXbwLb/r2sH5uLf8WlN83BriYz+05Mu+uj3HOQwTQb6TchZIt
vuDyWonVJpEg1iafQ+Wt6F/77D7hXnvRum5lBhCLmfxmZjJGTpLSWKkk3F5P463pG+0xBGKqoG/3
UPPGeZAp3XEnjbKdURtKBPLKAEowHBRiwN3VoOJw/YNmdw+wIUCnCkBUTN/D3BcLXuxV+cy/cIeY
OUqzzkQTHRTKQm1/3pAC4TQdYSOW93J+VRFc15nmk3NtaootvfHuKk2tNlrlS7TQkjRzi4PWAczb
o+4eNOEuTXGex+VJAlOZVUHoiLsb7EEy4vXLHnJO+R2adj+9MTkVU+EUf1lQ5bgHlWZyRFdyYILa
73x9iueqGag3gwdJlZAaBq/s5fe4CacLno+tZe6ZsS93GUVZ3ygf422yIxtfgeb40omdEaDGLv5m
c/I8a8T1uTqGTTgayH6Afou+4I25s7HNqPNOd1ZdGNZqpGA9mQ8LA55bADQdAb4CtBPgs5Proqrl
kekA9y13l8e6LcVPmn8rgSaoSy3wnoVdDsJ3B+4Xh929lISffWO/W5+8sXLQDpms9ePQ92Z51B9V
Hq2/VAuNL7DfrRbGOm6m6bMKr0AZccLIj08zdIPmdgIXKPI5QTtMvYaGZWmkvmpGYYu+cM3sQrP2
368bnX3Lvxud+EBN0KdVDvcWPvvDk7sHlIvuDxVdf7Lj8fiY7XaScWOsVsbD0nUx4yCBMwD4APjv
4FlTJqc4KkI3VKqEnMUvkJQwpHlNcNV0S/Kw4/dPJvXCzOTEZLIXRzXUD5BtGXJnCDXMKReERu+i
AnF9LueyLYB2w5MFjSDIdachuwdFQzK0BTkjF0lHxtRb5+gYJfVH/cbtwtEYj93FwPC4wRrOBQRU
8MhMXplo4AsWE4+dUy32TL/BwBrmNwuvzM/E62gGEnkQlRif02k/GkMmnpSe1p67Q3QjmNIq2SMt
/gm6LicwyP6xtmSzMvX2tDA8/cdpmBienD0SkDAFow07e8qNW265u3otJevAt4FqbetXVfxIesM3
lB2abjI78u03/TWWLehFx/qzWIFu3kxuoUu9L859s46CR/BTxKIR73yndGnVojujMiu4zZZ3nx2y
2Gh3+lkIH7XE8E2IUJbxocsdUhhVADqwVX6nFMdSqGmJBjWOhqv0FbqFp0q3PRFxrrzK0ea7CQAC
DXeJYDLRTIwINUpIB3mUaBaTAEcRa8indmP3/r4gCUVjEIrtNfcINhPkBWTL38tvYbXY2j4epR9b
5dsajg/qtzhHdwMUozW1PRM09D9ARlWqQYe8E0Dmh49RT4SzKt9a0q778Uz/WkDUpAQUwiEIMH03
Ir9v1XEBBds/qMhVudBsXbgzl2xMbq82Q3EfuhbsvJUddL/lW3HpTM9vw9+jmDxAEJ3otcLDMQNZ
vZkeIC7WPkTYIrTYuq8L98ePu2oyY5Mtz/oiJa0w2qJoFiTZSootcrpxaU4Fo7DZVjDu9P9vUa/R
KCAwiIHhvIFa/XJzJL1SVDUfwWhdNXbjxjHthaizMrYuEyCOuhoquD6/xFj1Exf6yy78V/S4Apoq
TyY2ycIESqBYujB84Qf0q4nohrlJA2HEE1c8lcA42TnKRyDu8k/+UGomZAWo3ByvT/qPXMrkMyZz
Dtxkn/JpyMZqf2pzKIOXGLJrBajnFIdEXdKx/lUt/XEYUcT597gnhzEk2SB3NeZbLuzap0SHYkAQ
rkvZrN8zQtUBAgIZKN8M5Qjp+GQdqavsXfhsobCGENviPwSgCLPH67OwuBqT0K/ygyZTIfCDrZfF
q6i5JYLhv3n5vW4k0BVaN08s2EWYEmhzKWbEbYP+9von/IzssRIq2Bng6kG4A8XVy40IGTAIHuWE
nStlGyjIER/Toy4ZNZTI82fiprRbkZTG64JAWwEtIyHVb4XgsZPsHppaaP5E8wtBLpdRKXQktlfk
NVnE2cxdpeM7OBJYwgmfZv97VMdkMVXwkSVVNmGHBVROqbxWasfrnDjYROSl0o9Eurs+Oz8TATAK
CoSRKUNSIQk3WSAJUWXFKVA49HFxB7fV0BlDB/rpIjiG0kun8KD02ZSiLUCbnYOClqK/lM0C8nUa
CqDJEfoEGnr1oHXKI7yd7N2Ic9WKNGiyepKdJ+wQLaTaMwJLJ3MSJ2gMINX6VWSjDWTv3gJZZSr7
FFAS8uuf6xMyXg/fjtGPT5nMBwdIGdD8A3/mAWuXIkYj/gZgbjdZGPM0BpgaEib3owQKhjbiYKgE
w2EgfHTuUStyCm47i5TErhMj2UoNxNHrl75J7eujnNxOP4xPnDwvGFo5q3j+XGf32aub3A38JmhX
gWAKta1wC8m1yWv6w9rEJRd4Tqu5HssboZij3AeMQTanMZPykEBj7PrIFud1ctyhcsV3GUEbZrrm
La+yC36VQpgPhDuhUeP2XxGrW6TX+LVa020DvAWIFQQFXCm/Av5vrpAQlL06iFhNlENbzYE8ix2C
ThtqEUBfCm9LDDezoxwpjXBVQHgHMM/LS60JeZCiAop/DmWLxAapV+Fal1ZFf4QT6cdfle6UeHEF
931heufWEjlmHmlDsNEAv3tpeIgKFdrIaD+TGt99UJqeOZ2Iihr00kQqJX7/0gdt8gCtznAt8Gq/
SrgebXhx9pwM5VckJMypVDk7xcDCHYZMBG6JJ695H2ar6186d5BRCEcnkyQqsj7FOncJ72exiw8N
KrvBa+gLTmZKWmpcNzNNl/3a3KOnAQSJMmKlJu5o27oVQzkDhKCliTqRER7B0nlMTooVfjCnBs09
ZxFrp9rBmjjMTNa8XaBUBnLTU2Tqa4gWwF8PbG7JwRyP8HRHfv+u6Q7JBNGVJHyXKn4qSbxq7boK
rA5pHc97URnCGCk1yD+t/td797+8z+z4z99f/eO/8ed36COWAYjkJn/8x/9uqrp8jYPX9A/alJ+v
zR/Z1x939WsdVHXwXv33+Mv+85f/cflH/K5/2TJf69eLP1hQEKv7U/NZ9refVRPXv74CXzX+P/9f
f/jH56/fct/nn3//8z1r0nr8bR7U/P7814/WH3//Uxj1tv/r++//1w9vXhP8vZvA+ywDOOH//GX/
+Rufr1WNvyz/DTpc0OgEURMYGfGe/fkH+xx/IuIHoIpCDI/XVgc+BfdgmpW1j78k/Q35TVQbBTQb
ghtrdGKqrBl/JP8NWooANkLTfmzPg4Pw57+/7GI9fq/PH2mTHLMgrau//wmVh4t9geY+Cfku1Nxg
D+cP7X6XB1gFFZocNiA5hEZm3jk934XgbRYzXl8PMd9rN7kK/gnatUHk75tarbFR6ris1qGHjmDD
ywJAvDw3QdYjj5jHDnpGfI9yJChEQIiagtc2eS2kgKBAK0yMwaAgRrxkClU+ILpJeC6wI1Etw5Xa
yyExcj7MlL2cVgzU2F7GjWJFLlPoWPTtLF3wkYDoOAFd+yCblztEMFkEwHUVSXuZ+NzLgNQWpNgb
xiO0ATXgXq507yUKA9z3UiL2rZEqaJelWSK7DC3BEVA4kQaa8pXM1T788oglgxG6YhhAdAOc7Saq
r3UBuIDKaloHfiHZUqtk0DvlgxynuYiUfiWncvykq5F4I/tyJli1F3uHcqj1Vx/u1lPm1dpH7op6
aVQ9gWyVX1ZtRPumEZQnV4TJR08oaijByaxL9r0Y68kGTF5xS9NMdFWzAR5bW8tx2md30hAqtTnk
AxOtSB10KDrmqgaXvfXRRhCCt+EhyypJuCOZ3wx7EkI3RFdcrcPCccAQgFK5AcSucIsKzdcuH6/F
EFwPkKQUo62oSMCvZ+Adeko9F50fhY5G5oq2Xeo+ZH7YgjNJ5/xkVbl+CZVWpQglqwiq4q3s0wxo
hUJT330ldX0DWXr5gSWkfuaDmiOWgAyZ08CpKQw/T7X3ys0g6BCygFWgQIoIM3ghyWSaatAWo5rm
lduQEGDnBTwrxC5DBTookRyMBDe90oIgGgUQ1egEfJZDKqVraVk01apGE8CH33IBmKVZEGwFt/Jv
OVxHX0ArnqFLmEfUryBaBY5BLYeyRKgFdw3LIMEsgSPbjmOhA5nLUELxQYHgyiP0USLI5Mo8YnO1
J+S2kdsQ6MCw4aGA68dDTttYgSwnuBorUDB3SffUAQHCG13RpO9iDUfZ0KBtC8o0hQynIlYIvg0F
t8QWpQx+QZy2Q2SA/aP89MXEfXdZkh7GHtm3gB/C2K4g6IceArVIW1NpXRLh3wF70dCJWVDw2oul
4/Juk9OgB4KWNh0ovGWO5IdWIo0H2EuJVHbUZlpt8qWL10/zC6id+GIQZhuxLiU0jPMiVHo9UkmM
8i7rQfsXDMLwBJY59x1Co7Lq5EkmpluiNR46yRBDVXd45GXfVF09AOd1LUZHISTiLfyBaCdwA5IY
fhnxHwWqVIPtBUAxICEWak8h8ZRTrdT6U6aq6A9tc0EN1lks1dnaR0PVoYgzHpXIWHRlHDk1BDtZ
rXmfYtVDBoqUhcbjh2xAUbbQ+oQSKQNmxu26+Mx8z9dxf/lDcw6z2HtuwnF99DgMIJZVA2RhKj2A
MWDQjEUBRaMuA6WspBW4ngSv2OtoqD/zIqxZrhr2D0PPJP/QQhpcwT5Umui27OTSNSX086L1UBvA
hSP6BcpQogINSq9UOiRTQlb2RlMgK2xKXJzgQEGGkYfIt4w2Bt1NvIpGDfIkkIJopNyUUyFJzLwN
fd4OUg/8nl4WjaPTAy4zOTlrQUITt8G+4kRJphkSLREVBi13Ta2UXMXuVa595ngVXpVciA1ljMtb
yhUiBNPrLpAGGjdaj8Rk49UdOjcr5RBXKXurtLrc5gBRxdTTSYq0YZ9D/rSCgMwtNmwnWL2bxDr1
ZBnw3KAvlNgMCJqpzBwHLqWSNEDEw5Ub+A69ooXMUlVITB5cn/fXZTSKegxQvbkNCoCYaOcOjZ2K
Be7kQsYSaH2MRAg0Yqtk7w5Kmm3rJA4TWvShh9AbD08DmUro1tmam9S6BWhW+hJoBTZFEwAtYtSF
rt5WLudCziFXfMUEWZLAY1t3wXMQQN/EKKsUyj7Iogf3qA/UwBO7INp0ExF695GnEXg/MkjpATMe
eJ7izWhAEVmIRKOjHoiHQxpzhRnjlatoForJQ1D5bmqqNU8EWuBfvcF3fP4gBpnOGWUTYfO1AZ/6
AG8l5Nmv/QhRauYGZqmEoL4vhNxHlg1qDR+dHvDFCMoKn1H7Uvh0LbOKMPbgKgkONFX8UvhgdZLe
NMMQQLJYGNQ1qaKkddxAjL5C+Nk3pFNQ2eCC4TluxPLd53AXGn2WKR9C1XAuBSiTf+ige9tTCbrF
X7JHfKcb1GwbC8PwEghis9ddoQAM280kneZFWGZmUcRBBNrxTLjt60F4VAiwEJDDySKdMvztJ7eQ
oH8AURnoBwbc8BVxdbtBdwmAmGUg1w6Lw6Ex/FbVD7KYBOBLB/aA0LYUC4DtICGEPiy/FdakUbFn
GhYpuBpxaBBYN6yVcFBa5T7yOD4yotJVQXSCMkphy6GXN6bclQwaf4D47f248N+rjos02hW5JBsk
jnvt5EmDgC5d4Bmkm6quc88AeI/10BIK0wT9H3LUBtJrpPM1kvzdUAvNlole0h2HISFdTkWFNdrO
09G1tlM8MO7jZYG8enqvxEEdmUwLZeyBSO3cVRNxJbradC/hhXXPkZg/lT2adg1VLuPERMFDT00g
RfO9lhVavIX+tlIi+xYK7wAHMvYh9L1X7BCaxJyJGzjBzRTrQMz3LHKl8W/2oLPvfenNi7mQGRKE
eysXV5Hs1mbxf9j7kibJcaS7/6I727iABHiRmWJhRK5VWVn7hVYrQIAgQZAAl1+vF/W1RpmcTqWG
Jx1kM2bTZlONQoBwwOH+FleV5WGZhrC86t3sxKdsAZXo2Ad9I98PsweboC5lCORONfKs2mU45SOA
O2YsTD7EMz770vvyK6imfXIMxwZm4q1rody383ntUQhtuxpm3oVNUx/+6hSOsR3ecnF4mjMZjMvB
AzwA8eqUacJu82oo599DPoXqvscBYYsh0czeVYq39q4MlcQDJ1fRkh41cosJ5qxhE9aFGI2jNxxs
KL4nC2/5bexJzb+3NoBdiRimEJ9JprChqkiJicbCleN5Kh1J4Po28YT8dNPg6muu/KzeUkh8LnuL
HDo4NX03hNelmYHQDGfs3XPdBV2GMsCianQnljbZJ0tWRR/7cImrE8d7FsaDVZVOH5iXDds1aTpC
gV/GXUe/5FBc/TyVwDufNHPl79DBgffUKJnNOCUUvN11GYYwvl2wmQ+D16jYsM7T4dyAmD1fYc2V
28+hRxM5s7Ib3kgcPOA8yNj9CpBA3zGIMX6lzRzSImKzqorI9n18grkytFbHpmri/UKjctm3aXbx
315oxbBovr03rA+S4+yiEGa/Wcr5bYAfBqmdIIlmuCzFMPCwhnbfcSZUrkh9z7DVoxB8cp6Mnr0Z
qEOYRwz650eCtKNDtuZ4gvs97twxy1j4GwoWCrl7XjXIv9XSwc/cxV2M575Q5QEyrnADqWY/1Cck
CChxd+mEeCvzFKeewb35geRVjn9MSPe+JcimCzfTId3bcSSg4JbRlB0NreQ7Y2fxu4kzqfa1zxyE
4CYy3wym1N2uR0o9HNqGEqg62v5Sx4e0V76zuc4YXMs5ltjSUHwCjIqavYO7ebgfEiv1vkkdqsu+
U6F4mzjL3VWTttWE9HZ27Q3Ma0B5ngWw7PtlDKAmnkPDh+5VAyjWzjunmjvIxGYob9Ssi29U3s41
Fg8u80fvqK/2so3G4BCE+Ao7KjKVHkm7MLFXGKw+hK4T5X4gVvU7aWbUoaDYMEPITooRhup9Pv7w
wVIji+5F+4ubqs6BPmg6+d3Uhsz20HG4cR5lV4XuWJW6H/y+a6lnDpjmIbMo6fvBTR06Ky703wDb
i2ZzUd7AW2dHUw5s8a6ZkgAGLXMyxHvDXVK/txd40WlpBmnvqdWT/ETTcQJ2WNO68+2eNDKBYAdQ
WwnSBGv0sPxX0eQ/KhPcVT9s27e/h+cVgOe1hf/+xvxqHgf769dw982s/+SzSsL/G6UDVH9eLhz8
j/rfCgf483+XDaK/gAeC4N8FjJJCa+hfZYOA/YVQQweDwUsQ6r0QXPlX3SChf4Wws7/8B34J0L5C
Oe7vukHE/sqhOH5hnl94N1lG/pO6AXhjz+sGYD+ANY+yRgpfgYsxw6qIi0pQabWqrtsx6LjCJuoJ
ufPhlCof7aY5HqfqgAQ1snoXJpc9fOL5oqY9v/xceG2YfAyG5D7O5/ALXG15MridzozrD9T3CdeX
N/OU02NOqhl5Uoi7QdtvUuB4e6CUhxESEjdXY/wVR0znmy/C1rnAFR/E0zhBmzoV5MOl1UQPdVS5
6RHefqk+jNql/jAtI2Tq2JLjSDSs6W4GEaMaIKPaiwI50/I4K1QUDkku+H2mBrgWRERpnHMJyZa9
b734yROGE7KVsKO/IlIE5jbC9ZrtPYnRWFt6mQaHaEI54kxZU8K0BenEcDc3QVBDp4oAdCC/EEBG
Lkrkwi7ZmcYukx9JC3xbf6w9HaPHwMwTO/WKJPyuc3p8X+cm7y+VCpW/7aoxD49iaPCswlfPwmIc
wAQ9a2bCvar8oIq4mTCXWkSp28WNgb9ShxRbH1ybpGRHxGzOk8mbCdZ7GtRA09oOQPqZMH4wNGn8
iSR9lu2DaQgyZOFsyhzqhji+bIQzF0U5d9SARfLlugsqD5dGORgSXtdpNV2xDNnQzsaR/Q7XSzHu
O017jVqBhilavhvwvBQdkFYZn+vDHES4567xnJS13RNOmulxNiHlb7XF/1eUPECth+ZqauJdukR4
qzPfdPo+zKsWbApj47EAag3UD+KUMnqX4AgMzrr0ACk3Xnu213GAJ8sI019z1lHS6T0MAjpVqGyi
yzFvJTQKUMjI/WGZ+2685kvW33cpbtVT6CaiTh7jTOdxgBn8Q6TzZT7CVTPyh5L7DvgNj2bsfuw0
GlZ5PDcfsmzOHnjayi9G4fm6Fxk4Xxm8DeK9VNS8XQJcInj+tMNtUFp7hySPMVhIlwnd5T3Bc83h
VeNAREQ9GyZnqvk4MC/IVSgM/43bRTanGTcu29mSk/C2lCDOIKWZpvYQir7OzhmbsbaQh8vzQ99m
wZsMMhDpbkTNJdoHVubNdWpq8XmSBrWkAWpf4ZHCtwDXJ2nRIU+bEezzUE/9D7zDeLRffNCi5id0
8DYy6YCmW8xBm62bMO+LSQYRbKgik32N4InV77qM5+E+z0YkCxw+zxChZGUH5j6a03xHeeVQ5tEi
E/tWcoJ5CRrY3UIi2C/i7/zsJx38VkwOENeVEa+QTccX1z49jrh1hwFy/rZnAS863sh3eaudOyhW
tcltO03iS207Gu3y7vJEDaeq4sfEuPxbMFHaHVQjkq4ILE5MCG239gRmQNkeqXf1x7RVNMKl3zcV
pOxqiBtlffdN4sbn9a4BIAtbKpqBdMj2Uzuk4fupYZwXqrlUEHbzAhHOIkM/xp0Wl0/lLszNwL4J
5nV+HfTg89S7Nmwj/A9BrI3H0dagEjnfyvBNaca+fmCoMg0exr9low95DnZTe7SsduW30Y9+KlFw
HQKHhn7Chfg5dTglEFhLB7Zbb5qUH/IsyJf0DROVgplEWtswOXPHY/WprwW7uKRE7nuNo3C+Lh2u
/G+i9GV1QxfXqq9CSZbMO1QChu5RiYTWB+tlfTlxoa+n+RXCE4c3jgu2zAw9hLjVh6nHS2a81vg7
6vZAbQ930T3tcXwfy4YE9NqgBmk+ltJn5MSGSOT3VdQMcLqPh1ShKyZMO3/WY5o0DwxdO2ARh1yN
bheUjJgrOK8P9BOt4iE+X05eXR4dA8CO76THQ+onKGxLaHfjMgfI4LQPsl2AOgAkOGxjQHlkRNE9
MP1WHZJRE7gHjV1rroamgd2crOIvfoyD4NH7dJlwmjryQMrMjW/nSUffxIIX5mEZjaqOzk8+OqKR
EovPkY7CvpjH0sX7MR5rVNSCECKYwqVjfc8MWl0QjkgceZ8zZxlywSybdiMZ+WMWu+h9HUbztJNs
7tkeauwCYmEK1a49ZcgydypO0D0UAy1v6xKVTBQqAw3fg8iAQN6ZePS7sElRTeWiNcHBkk49GBSj
9Cmxy/jBow5vC6TNXXWlQHKD6ejoEV+owMJjFlqdU38gsfJU7a2lVB+iFM/6K7TmcoJ9ZENUkAY0
zL6Utm7YWfogDS7PI9rt66ru7KmfOWrswJiUNQpLzaUIkxHYAo9Gly0QPgHqW6KpGVYFrbd3oq4k
OvSkgjUcqtwcRQLcHPuusZyfG0G67oqqNnoPpH0EHZ4uSLK7qCeO7CJvWHKCqsPyG4+uLtulpY2+
YhujKMP6KuaHRnPB3zgfjVBsprqU1/nYmbsxqiHzX0+tKmqso7qfPSjyKOyxXAy7sBKoAgmBesIO
L6IatjfasoJ3XducUBm1Mw7AWhj48ibIjx4bFadQ6EeRzr5psgG6Z5kmAp8l9P5RZnIYcPqT6Ldj
EnJdVVCPyQEqKv0MZ0QzkZ20nL6tpQeaweg8VUU3cf8ez3k8sQgedo9e2uyr6CLgBrs0E5Adl/OE
WvXS4BvRyUTlkYOQGl+Sm0wcFVLAd6axaH/UsdY43pidvi9x2bAiDsrkIZqMS64dau3tMUJSlR19
3NP+BmnVZN/kesE9fogXH4F+nXdT9Q1P/b5Xx4FFJSt3UmZ6/DChLCNPKmrLH0sbgJUYVj1/P0T5
HN1wulTN/eBN537AvXKErWuET+pFDDJcXatAHGqXpX7nSDeYXYg8Jt/LtEvPlR1Sc+q1HbKDkUlj
94LrqH4oyayCs0qrihbMt0j8libL2jcRT7Qv+nqEJVfWN12RDkHXQ1ZPxwfEsEXxfGwmaERWcwXk
eFsbdHX06Lp9yzL+DdKAYXtolLX2zG0La48hJ+qLiZd5eBPVeCW+izV0+x8DEfT2FCWt/Z3X/dId
SROX5a4agUa5ViP0/Aqj44buRWXH7IhOYjbv57yv5XXF5Jx/q5oph1ZbMkft20UmKj5WQWDTz00C
Uutb6CZK93ipppWomI/QNFUzXBS1QSYgTmhtQSrFnbIWPwMac3mQuCpCFIZCVimUCBae9LelFfI3
D1Ko4XAZUnGKZ3BYcTXbGE62XTvcGxsuya6reQ0apqQU5SIGv5jdkLf4I3jjLsO1gMImrI+MrOqz
Rb33DhesgGtl39XlDnUD8WmplXpAcoXqKOUJ3rMl+kHhFV6PSbbr+hmWIT6LyRem2KUll6JPtVch
KLe7KUfyDNEcw76ZUiTDjrUDafcRunmgcM068Dvcb+Md9d6+cU2PZ3xZRv4bkpZ5Kioh6nS/zKT7
StFyfg8LCTzfS9fxB1WP8XRosxIWhFmkl/5gZbt8wYnYDShYiVAfJbVlUfoAF7FOsK5FUgn6GcJb
IarihhCgufoxSHcuCeXvZCIebUtU9wFHk8R+nCZo7e2nqgXgStRaxQW6UNVvkSNRKFyX4FYCGIKx
M8jIhh8WtHu/R2k2mh2KQeBpW97Mj61uFVo60iU/aR1TvH/4iJIMzYytUAtGuXsX0grXO7d1C4in
yJYz1x4o/KwhkLRQYRBVuEOU/Tyj4dKgkdZm/S6wTVPDf6kjaK1P4S9ZlmgPthV19ihriSyVBChR
7Oo28yDk4Z3xt6vg/3+m/7cLqv3/8E63/NLab563+PGv/NdTPUiTvzJIu+JBjlY6WAAX9Yn/avEH
NPkrxd0A4woAkwFuv9AP/u7xB3H0Fy6aCxEuDIFxCy8wt78f60Ga/hWmYIuCEJOi7ZcB0PMfdPmf
v9XxF8H5CiSxNYuQdA6pbSlqyK64T0s+fy/dxycL8Tee4Cl+4IWR12rEIASEA3EYGaB+SIXgvW3Z
K8itl4bGqjxFkVc4kkmHODzOOX0bJsHbOkpe02d6aewV2AFV5rgpValQ6k6WO2DrgBaf6+ywbVEu
EKQnoK8S+lp9XTGFy7YI23TPK3vcNvIKvIOHgZzw4FDHZWo8RHxCkFjUnD9uG/2yWk/mHZdIFxva
wsJ3tBQldrkcsoB82jY4KlJPB6ezoCPJJnV0WmVn3gzfxlC9Zkbw0vdcFaEWZH+ko9AWSvoO99Ny
W1l+3jbvC27myaKkzTSxIRygKJCf8h74po2Rs8J54rMZA70Pdex5H6NL0rgfiaxgeLhp2ukKr1oy
vIZk5eqjm5MroJ3eq5RuHHoVmLQbuxE24TD9RuvmppUuuitZ8Arp+4Uvma4iMx0ocXbGsoj4R4eG
HXob286TNRO4zLJyojLGh5ToWRi40pNA1xsHXwVm5XvVk5aqY2W6N2Xs+Tk1U1hs+pZrjzaYdXZS
VIM89o70u9SRn0n5moDHS+u9ivkwYa3pIzi4W5SIfiwWr/pexq/pf740+iroSU3U1PoeSIjPi9mD
H79pQdJVuJcsjecKBlfHEVWOnY06ic5XtO2MXdOpm4RlHW2wA/kkT5aPaOV59IK3zXwV9V5BqLir
bH30FNiPeqrK/Yin7NWm0ckq6PHILhc+4uJheY3DilX7DO3nbVNfO1ouWi8j75f6iIKdPpAUNVS0
7IaNU1/FPcogTi8tRjfytnfQ03lF2eCFHbim/UDqCD27YK6PVezvdFnLHepAr8jtvzT2KuizZBFh
vkCDBeqeV63S+hss6JOv277lKjC7jPX9NCbyKLNMfbVZ2Cs8WexriP+X5r6KzEWHVVeRTB7LvoK7
bUvOcxRMp21zX8Vn3aLtyUMsTFyjBlimsI/02bDx/iGrG1lGJBwaqUvYm6KWAGZO7H9umneyip9m
WGSAsmgF29/woCfzVUTyNTm2Fxb8jzLdkzwiKlM8YBM4e0OZjuwq25811f+ZTd6/Evw1qH0AsGC2
FhMH8vZaJylK8VI9bFuUVTbrmWh0jCbVUWLYMGk+9Fq/Qop7aU1WAYQWNLTV0BI8WjqgFJPQ69BO
dNut+Qeg/2TBFcAyxPYYXIOJC7MFSzbOehU6U096q3HnHOd63EMcARAtKl+zgX1pSVah08vWzmEm
sE26gOx7KM8cs3z+sO1TriKnLgPTKKflMZM1qU8linfpF9oC27Ate1uTOyltByOGWh7FMuxZ8AnQ
4G1fc632AWCjm8oEI7fBfD1wALd1/5qrzwtr/ocp+GSnmFRI5ylQeVKP34PA3ZaXavqmJf9DcXsy
dhtShx5UAlxIMmXvZDh9IMBfvGIB+tLEV6GJbnpVJQCJHXkk7uDFgXdPOPbbbk5UHp49fHLAlUMY
/wi8Bn9ZfoVm0bYVufyYJyvSJwDreY5xSyD7wxwmwuDhbht6FZnNUONJGSkBfNRxvMC32MbkJ16F
ZcxJJOeuFsewuuDnm+YLHrR/19WekWT+L4ooa736EuqEig2pOAJU2BxZ0ENTDiS4bWuyyjibAHWq
KsLgpvqSC4M+R7gtZfsjT/HkQwahkRKQO4Hdd+k9myhHuSBqt+3ttRJVKMPUjAyjl9zcIoAe4qGN
t6Wyf9jJT2Y+2JEHLkBQTvwbLmUFtCnMADat9x9JnSdj16yKRqcvO6UGiY3x4WPPc7YtdtZ04NGj
z4HmszgCKweGB2T4Nr4D//CBn0zbpegcQYsLoSOHPXCTYBlk6jUNlhfOqWgVl+ArEsB8sd6adeFO
gj6w53kwbtyHq9iUcgrkHMTiCFIPiuwjl3szVX5bLrvWPUm9R6eXYfQ2HO9rNf7qFvSUt+2VVWzK
0pYefVoBnVGIkuYEMmhLX267ecJVMkuAdPYdQBXHrINiCIvCYR/pTmwLzzU1OwZkkgOCDBmPwOwX
8zYznzetyYUm9/R6sJotA+dUHJMKHXw55v7Bj4xtHH11Y8JswUglWpwqM9rRaHFxti1NXrvI8HZs
RtVhZNnJw2zPNTrg21ZkdWFCbB9N7Bwja6D6wVH5PjlUsLaNvYpMcO7BvbjcawqmXgcxp83egXi2
bfBVYJqOJTUYaAgdwF92foFuKYQqNs58lctecE1aBB0GH26r+aT9trRnLWRLY9Av/eKgk9POt6au
7xZ/3LIcsKR4vrNDmDZOLB8wYxCw+a7fdMEDzP582IaMrhe9RfbApqssGm5gE33YNuNVLObd0DAh
PGJxya71eJfM1SsSAP98I7B8FYf1nITjBJ7msRNSvhPAFTeuUZvOJpiqPF+RCRKy4GTgE7Y1ebTs
znTlpuMDTbvVyLBWGizBRUYgRO2Ojdi06dhaZy+qSWAtEFlHYF5+zBHYUkuyLXWFcevzOQ95Boic
xrabTOlOpUJ7OhkhErVti6zCUEPurA+ny6ZuA3tc4hZUNPeaQdlLu2R1PyaQw5nbrsHgvDHfKDPR
rUiXoN82d7YKyDrPAGfLMbzrFoh8iQkGrnDL3rQwbBWWhg8hA/FPHFNlu09LCXXcIqEOfknbxl/F
Jg9DcAm4Qe5QywcV/YGPnbcNvQrO1lNR+x7xo3V0FhAs2ldwDdy46KvgBAHSUzteglOfKJnfzJPZ
dN3Aqfb5Rp9lAo3qGMGZAKammqU7hcn0nxny/a8KG8Qjng+utJJ9luCUnYfYzAWFcC2U1KWbtm7G
VZhakIrxSsNfYAOy3Kja/ZRdTN5t+6KrKHVmMUk8woKMAFdHIRY4bet1s7UDAvS74pFcTsRY5HuR
lKAz5WBtb5r22pWKdm0VAIojjvXYnkV1BxD9pqwecnTPP2fN4gGlTBxbivVvawZkeSZAwNk27VVo
0nmBxkbj6NHng791YdjcgvrFt6URa4XELDRcgXqTFUAmcgBySXM1wzNm4+ir8FRNJHEVDVnBvdGn
3A7LVTnweeOyr0IUpGBwiYcKJ2E5+n1C+XwEfH3aOPd1jAaAIY+5zQqV9+5s+RIVE5752w50ugrQ
8CKGaxtQBpkz+j5P+XKoZzlsnPsqQpu0rOay5FkhlA9BZO/rUyCi17b75eT+3+Iv/zq91gCgBhdd
kwYyK7Rs5Q+6TMtb2YMN3nadLCJTZduO4DUcKFNiGsDWSAta2ugGt3e4KytebourbBW07Qwg9zi3
+BV51jxAeT65UjUY8Jui9sKmevrwDJEzdtNisgLMOQeNym4614JOm5oGMDR/PnqFnI+mpMkKMIqz
vfQD+6yJe00x7RI///B9184CVi9iUq7Oima+GAQCq//Wd8PwsG1l1lGrNTjCA3ZPq2Do0YRK341x
+poa2EtzX0Vt0ARJF1KsjIb6CJxPs265C4c02Dj5ddj2JQnmAMOzOGqLLmDRQTO+DaTGslXYUtA/
WFZh04ydeOgC2EQaz8ZtL7tslf7WCSqHkuOrqkpX10mfTucyBAJ001ddI4Sgqq7zhuM8S8nUvU/b
Jv4tgCLdOPoqVivPK8DasTDgY+tDCUmKs0PWty35XaOE8rBPaHs5LTWbh2KCNt/OZku27ZZaI4U0
GEpajGVacOegksAg8wu+gNpUroS33POTgACvJy3BDTtI4Ip7nwwwCNIbN2S6itVqREHeiQBzT7vp
MISjvgHyfhtoDeqtz+eeqa7rJdXYM6mPz0jH2H4Bk73YtiNXoTotXdYzFyKYoEz0RoC5fliS6DVP
1xfOmTWuR5OEAYw0ZoUdm3ddkJJr15Bs25MpXYUqqIbNhYiTFeHQ/lS9ya+S4VXpuhdmvob1cM1q
ES4sLVydZgeeKHcSQbANCwuM8vNvmjgQxkB9hHhME4qvHamTk6Sm2tSS+zfXSUWkTWqdZEU0QIVB
l4ReB3PitnVb4F77fPKNCHIjSY+rqXPzvrzQ1Wo66W2hSlahWmbDXEdNnsJ1V4d73czZni2y3HbM
/JtCYGnAeIkRqmAUB48lgKaHyDCwRjZFE1nFKqOOTB4KZYVFa/tGNtW0B4PTb8uGySpWIUw26Ekh
mroqBokODPAiYIK8Ek6XBf6HfGYN8WESOjogFGeFE1BWn/quv1Hp5K8UtFMO25ZnFbETFXopDY4y
WIvMn00U2odc53P1yuq/8AvWUKKKwOU+d/gFNm+be1vWzR5FLGz+jprplb/jhXNhDSmCTRzDpslS
mBdP2VUuAv4Z1/j4Y9MCrTFFja+aCP9NC/CAq7OJKnrqQdfctvzJKnA1Bdcy8CQtloXJ02SJLnKf
ldtukmQVuDHHxHHtpaDtgEAGDQt6Ai6g3lZfXiOL6lQ5PDCxdQQJsiPp4+oIMHe8LbLWkrGpCINu
IEtazBm0tpoGMqmJ6vKNo6/iNg2ZyPoFL/Cg5/rcVuAYLqlZtiXbySodFhceC7QWaDGnOCuBKGQQ
PQDxc9uOXIVsNJRjxSWyvnDQ5udkINw9gmj1ftPoa4QRyMeljwyyvgFKmcc4GPOzhebctox1jTHy
YYeD7yI4JAcPLj7oePaXgbPeNgQgPHufX4QTzeyYQpetACEvJju2UHoqPQk2njV/fF2e4AMmaBKB
Io14BRxj+MTCvrpd6ta/ct5fZvkP5/0aawSkq6+yy67sE+UhlIYO3D7P2/yNTqrkUKp+gehhOPNt
QfBHM//Jj/HoUMgYul1FgnbwoSfW3LdjJN9u20jJ80+BR9sCoQ8U6HjddbtYErGH0zQ5bht9FcDZ
NGYQmkOSDHkSmLFUIC0DuUEet42+CuAUG2YmE/KpPhz9DbqKQ7HYYRs8ELI0z1eG5ZFVE0+zAkJO
dbRvIAQEYm4F6cJtfbQ1JClC073mOHqKTsfLR8dK8tvmbGMNZw1JUk0yQheA4n3ip+nRQ+bhDel5
/UoMvHCbr0FJOm5jRQM4jPWQOHjrYRW5p7put92Ia1gS6O6gNDc9LfJhbMurkkXt44CNGmzblmtk
EoxlRxPGOi9S6/IddPvrIpiR72zalmt0koRMJMQf2rzoe5ncQ7kmvM17RT9vG30VsETBdEgIlhes
B6EugCDnB8hbjdtqon8k258cNpCTg7iIS/KCkk5emRnawtxMftths4YnQatkgf5FlhflogB+ShP9
Q/Ck/bVtZVYBO4MXkHsXY92zYP4IQNigobPB9btNw68hShkVKq/onBeBirvhkC41bAPzMp+3FdDW
ICVIufSTYG1ZzGjJ3EEfOofAg022bfk1UilN3DiAll0WdRpNpy4cy0Obytdcvl44DsJVgtxWad7C
NxoedGoIdg762Gcz1PnGlU+fn8RVn1Q12MrlpRxd34yDSK4BThm2hWt4+U1PtryuQSvjEOwshEFu
nIUkuR8aB3r/tm2zitdKlLlmwpdFBwXDY5AE8ptu9PB92+jx88lDA3nmLm6CohoBJ8yg8AyJRPQf
t42+umDplLclChZBIXIdfciStj6YUfQ/t42+itfFKNi3DTooSg2RdAf9jtM4BNGmz0rXACbdQCqq
z2sYJfd1Dd2oi8RmopIfW+YO4sfzdZ+hzjJdmmxFndTxnYiC7j2e6PV+2+ir/HgJhR4gHx4UvvPT
53ji6rqk4bKpUARJvOdzJ1CmjpUzZdEsS1yMRt5DlbHdVCeiazhTCdHtrm/HsqBpYI5QCoI07CLE
plOMriFNpc8aEygfFMSnBuZwoTyNsd0GPoLX0vOFgdWE4+mSBsXQ1Hy56mrTPUKo2mw7g6GU/Xx8
rgd0SnkSFBFVCQAf42jg/+6qcFNAwWnh+fiSJizqCOavQyjUoIRcfkpIVW0MqFW4qtQ1Uy9w1LjZ
djdinuUV4dNrj6p/vkFwVazm7nlMZ0hKF2J20PYHefijykb92ovwsrf//c2GZ/zz4Y3BS22G6mPB
IHMF1XU3hSew3FyhOgFtVTgj0L/1Qf9DgsS/eVMAwgahLzIFxdzDoaTlSQyCUfua/epL67QKXkj3
hHXFFxzJyZRchxAd3Fm80Telf5Stb1pgqXLIdfFTP6YjuQ6TNPvQojBii00H2xr1JCA9O0ws7E6D
i8oiTdLxLE2/8XRYw56GICYt9L77U6t4fXCzh6LN0lbL722TX4UvcamoIhDQTzSfLNxm0/6goTq3
7Whj6+AVc5BVsYYgjkN2Ce2x8dRBdWrbjbJGPpUQAyqDJC1P6QxfQbzzg+wX8ZZvKhjRNfYpBOlA
9GrgZxUHYXMwDdrimbLTxl2/RkD5vmvbkkEmgxoS7nzs3e1gFN+2K+n6uk1yuKFDvf7cu4EEB1Nz
AzERobfRlyGQ8/zwUa5JtIKC3XlUqd0bhq/aQK9k28a52P48zV+h9ZmFpeLp2UiofgA/AE+mZBg3
lY8h8f989Fa5EftyCs5VZz7NY9r8qunYf9kUUXR14VpolY+60ubKJ6T+mkbS/DRD8xp4MyP/XKmj
axSUgsfITGJnrsQ8JPwmRbWojE50SJK0uZ0hyA5JX6l7Gd4Y1lJyp2BBwU5xlMzlrzGGCxEadI20
FeT/+9ZAM1QESzDcBQTmnDDHVXNCC5oFQn7vmhGWHlDWmiDmGsw6i69F6yDpCp32Mg8LWflEfQ+m
xIAXBq3NMfpCL//KhASy6pZ3GaTO6usGniT6jgoqoXHKmYERSOOglw/Ryn6yj2EH9VqzV/MwQBIM
P6Lk34N4jHgJg7+4lT8DCFyOy37K3cQ/lLMYoVtKSCCw6drZlm/aiMjpVg/TksHTJ/JwVomIVuU7
4yEkcQcJYbYEBwnMqHxHO6cg4wbNw3Cih9nMqf1YW1uLEzgHjbmCOCRLdxxq8b49+LCuNX4/rHu6
q8WSHKSBMBDd59jUSXPP2ijvqv1o4WZx2+Y+hoztOE6M/dTERN09FWkXftZD7WHS4SNdXTTSIWVD
4UcdC87xYwem4FTsMWbXHWCgApcZOD2lotuNrIMJ1H5O4IinoT47xTACyGOkihalndKbIy/Hsr2X
czOkDxZmMRiBpUEQp7s6hZPlfISnRpK+kT0k8e9hD+Hrc463CfR4aUnaGZ5jkJe/WRiE9B7+J3Xn
tmQnjm3tV9kvQAcSEki3wDrnOZ2Ztm8IH9KcBUIgJJ7+H6uq/+iye+92dEfsi33jqHA5c7EASfMw
5vga18N2NscBP2yHintubs0SdRoO8vDHss8bvKfnLpsBjIabG3dbOR6rkPDgUx/N3oBjBFVhUsG7
vYfNMWogDvSMdBZwUF1y6Bmjac0wkgfWwcU3nUVZDXab85YWTiW8gclf0JUm05sJYIu+KVHEcHmO
JBu/2Mis68tSU1G96IJrO8EZAH43dcbg6wpDgyAqo+oUL/Dg/1wb2jU/5jAJtmYPIflGAbSJA/xY
Fle2ccfG4VuRg+8L04HoDAcDMEqISvC5OyUhk8OaWIdF/AhNWUUNKK26wGyiFosKPoKis4BSMlVb
tH0j8D8JvrMwgYUzpihmgJSaUfbwtV01sKTKt9cFlui50jvMkw/S5cDaW+kuDK64ZNrDLzCe1S6A
/SXoRHyJ/oCZiLpf3ynqDcuT6Etfm3we5iLO2qX8FLtpSHaNmWFVHE4hXnO46tbzN2Jwj77rxtCx
xM3riT+Db9snNxhiN/RJAJaAWW3kjd1jH8f1eSVt+CCp7Nj3YbUwEYbF1/aNwiYbvF2fwPaHlNsH
1pK1/F7GccQOZSKrZEvLyFW6uHXdMLc369zCMBf4RlbItvwI5CAb2lu2VZLWZzjOAOqTra2cqjeD
3YHBNLdxSV3ltIjX4dw1JTAQOaSQZaNz1vl4fYuD0GzvLpjs+BIbGSQNyCQoIsNKMmLz9liRAsdx
3uFkICqDm3jbbCCYQPKlYeKLNuO4t+jjT/SYhBYOV8BCQM1SwMq8cPoHhsNGvwKfw+N5hIQc5ikg
yzAvqE2TpWn0J2DboF7YOwRznczgIARKU2qUXEr4tQZMwwEz9LC4+ggjeC+fJqrW+FPkgxl4RWn7
ieHa4AnMfnSgOA2PdWWE/uhgQQjYFHNsXO6KsKHuy1rCwRdWbT4c60NXcDvBgUqPcIoCP6rqa7IH
ICSBTKD1E1wrb+DiHsLIvWNKRzafRBFBR9DRwAB/sYAOtUtYG7MfS4AkrDuZoZRDt09aFPr3IGuZ
6U4Dj6WGtK2d3fbAyrPkuYIzQ/gVj3VZAf9xgtd9iqNhlQ8A88FmfmcHaFLwM4ly69cGJpzAUSSN
CwmgI6VydDm0eoTxJ1x/xri8j6sIcB7YB2/hCRSLGedFElsB+Jxei+8e9LTqsU26dbkfCs3pAfem
ZN86wXqCCUN42pcvOOiXpk070falBRWsV+tJaLZpBz27WEGbQn8IPXBAG6yia5YsQCgBYkGG+RhO
1Kwf4UnKVJBpXlftuutmp2E3Pa4utI+Lxj5za5qqu5rnhPDcJgn0ZHnZbVIAhTUM5DGpGIzvVedr
CltY+OJ2b0GxxNvwiNi+6Xw+cRk348Un45bsVlDz3AWdPth/ppQqsxwg1ybMw0BT9p1I+3Dw/Vfe
OVZzIOGrFcXJSk9shJl4BdceWHAHZXXfwDQSW3ZROPYF5mNgFeWbbWYCpnGfTGOcKorf8WZEIg2g
rG0DR9wqbKpWHBSxkwh3pCRBfaGDCo2/X4Vtqcqk8bTcbqNtw7NKNQEmEAKC2YdFmA806Js+VzEe
rsrAgENync5bFIyPMMc2WHaYzPRU77YVRT6VzhMvlbjv9Fp+KoKBIyRw00zdO8F330CziGhjv7N1
lRClwXtagSEbODWDxiXWKAM6qFhhHuvnVTyFC4F0tZSmtjLlnUdK/6MuNuv1fkTnSL4kAlwcYEFY
LYN9SONliQ9TDB5vkypVUf/V622cLgD1wQW20cm2flAdwDm3LPTDDLaIbmseIbbYsAm06Yj1uFUv
DjA4A5caMydkyoBOnesh84727hW7ehN8XhKfUBgKg/iWHMpGRtV7Izs1fZjEEg3lgQ1RBZIQcHFa
3vBQizLOFhh0W5PVZBzqo1euDmUuLVGjTXWA3elpDRKLLZkBsaUeoniNl1Mh3Rw/bmEb2hKeJTXf
mozOc6kM+Fi1FWkAe12oPBCSLmvWVuWAsaKE0Kh7lmrAUQ4KccXnz4Fbbfk+NgUz8NQPYa/rU4tu
fPNJtiOcYtIA3KfojVjZREA7wmc3VCk4Pxsgjq6CzxPZmU2NLdabR0AIHlQHl/sLj+0UP6E5G8nn
euO6g5cro0SjCBvrWqH8JWL8vngr2/EsWMGb125buPqW0HqkPmUqckSnnZxI/K3mJY4BsOuAanor
fVlMJWZ9A8Q+qRthcH3qTdUA4MwiqMpfTQeUCmzUbVjBlFbH84xXq4CFcHngNeJYmtWw7WywD1oe
EMx1wANmQQQ1IS1O674bi1NVLQZ3sPWO3CDmYOIVDG3W7sFeuVp9qQ0WcfBxjdp27zRdwWhhpo8K
4G/lYB5xKRybXLF0vbms4WDoA0ylRZBKKPOAkOnVAsSkbGfwrBp47xVPQwG/6hNxXUf3G8PzQcBt
B/kyJ5WbMPJoSv+p2BLA1wCyCSKw50gVDuw22LAmHkMPD/QImC+wOK7095gDSAfi0QxnW+2HsuE4
NazqFUISVrN2F0lTJu+mhYMZsD0hl/j3fYMG65H3OKXeNl8kydk1YuAfS4L9BC7RuGGPLQye7X01
9JG9cxC2VGdIoRKM2yF9XsV5Vmaaf5BxU3YXwrmUL6ldSDUcCxs1y8d2hO3GcwRRYvVkV9ggD+mA
QWX/2tam1Uf0Y6uVpKCcJMPrFKJn+n3rBVHwZZ+si9eUokm4fmglHPuL1JbryE9eg3qQHPsSXrlP
VV0FYAqRYlz4O1nahuN8bcv+dcUmgvuDilwNCHzoggJPAetZ64vb+m77EkK89+iRavGbZAkmjDfP
S/jghgVDJ1E91fKlruvG9hkypInfBq1s208U7lLNfYsiBAXGEuvwS2k01mTWcqCRMJVFZIQZSsLe
bTEE8tHDIcAheVqDkB9VCKOeE5rQYv4wdHSuvno5CXx9bPWtv09W1fVYbZ2f1W0Z+Aakj7Ja1cfI
IYxMxzFOwlMzlqO+mcLKRQe71G37gfOx6tsU/tO0PwIuNGjsAiZ6XaDGGu+Xwtr2YJo5CHRqQyWC
D9WoS/redvO6HHDyaQcSApynUxyLCd5K0lCTh7NtwpsJbD/5Ctf9jmHPFnzMwV8R44tTDPVI3OUN
i8BsyYyhArCZvH0MzDqj9Ly0hWp2luugza2wc/IUlMbR82RLlhybbe06jCI42d3BCr4FzATQWYAT
nPSOZ4OalgGnTVkA8hc3ZrmE4VrFT/Da6wH2KFTSzeVOELGwJ5ThuNk3zrbYCWHHHzV7tiU8PIym
F8kuHI0tTY4RZcAZYNRQqRsEn4k9AzRA4l1vFtAemggr9AxqSlzsOGhZSHaTmuibwrbh1Yx0ARj3
UvdXpBQgW2s7n0I/LyKnyHe7OwvxlTkt1YYea1zBBrpMF1whIDAKnMw7xzGJeNOHaInkPA6aEReL
8a8kjUqxhZdiitvhWxn3wnxcEqIJPMwRRSOBw4hSfF+Opp12E7DM9iZeaTyeWKFn7PlkseGpZhNx
N5gghQNFCtd6Jj+3A9C/ewEKvAJ1D6viAbBCog9ThKTmPraGjQitRJNUFhUjKvtbwEjodmdj3Oir
KXXgQtqcuC9ZACRcXNQgZxSBTyRcN2kcROl/VuT4pbDHe00C+HSXJ4cTEe4t/aChgkHf+PN/9vt/
qctrWmBd2ak6dS7UF7TXw7tWDf/ZAAC8nX+u/9B+BiKspdsJXF6TroboDx6EpMf/6Np/HZJK+DZp
FQ3rSQNmd6ZV17xdI+bfNLr+UGT9N1X/X6ekypVMpfd1e+oGIBGaHTBI8FQkQLqdAPsB2xRDTk2Z
zzEN8Nr7HjrGEJ7a77VskWs1Q8nvarxIMwqmCL02l7FRArAQsMkDWFsLjB/mbOkF/oEZWVkcqB4A
imvakSZp10HjehvIRAERZGtS4bU26ImFmwfU/l/fv2sF8b/7gr9UFiGW9nPZuPUkE6QPezvJ2QFy
TNYfQziTNgeqXv+uF/w/dB5+Hdtyuo0Ca7w5WfjeBefuCg/leVQTQArksKEMA8TFxniOakIAGk8F
3BcAnsjJ4Fwf+A3W/zgxVrMjfA6mvesKMx1lH1F+Azpw0GajwsQcEKpzC8AsCgIgeJi7mnagjKbg
YV5pz0VpzDjdQzC4LnewCKiQPJhK6PNVXzYEgP6BZQp6QQPODN+BodEkOZ0qv2LHxL5DD21cUneA
bT1ZP/Qgu5EANF3bVy4tALMMQQUvkL/7gwZrBoUYvZUGTGi45A85XeE6tOvLwBl7ZsJJe9cD0wA/
sHY1YBzmfzzS/w3fevs+zYDU/xfocua/9ov6Di/9Qf0fAM1djeX/Zwf7vKm/opZY/5VRf/2JPw3s
WfQ3RhJCQsYighrSVdj8p389g0V9QqJQXHnzlCfXVsr/R9TTvyUkBKCOo+YVRvHV3Onv7vUk/BvI
cAmRUiA5JRKyrf/YvB4IPNCMSUITjt8EsN2v4kE5BEBMzck1oVxLIK3APscokvy3mux//xQRhTDy
BztV/CrqQd1zkyvSMXAymb8p8a6+dmT6nWkN+UNi+o/tJYkYvg9OSIb7Qyn5J48SlCRqTOTHHvzn
mYEVXk2e5ONYiAexLMIcfJuwXLcCIZJjNMmgum1sLpmdHwBQMiSd7aI+QBxeIxABf3i4tUVJozOI
lswiPLj6aKo2iUBrVkNt83ku5AbvWxgW5I7jPGANKeojduDlQJKNVV1ezsQDHV64IcGlWFgrA1RZ
8CeQzXEKlnKMigxamw35LWPlYzEoro4hnBPnPKlVTMBldtE3JjcjjszN6AoU0QQOhVDXDR7B9X0x
MLDih3h1lzWJ+BMHs7S+DwcXvnpKizYV4Hy+WPCxQrgvq+GO0XXuUEwFPn0fNGCBHfRcYMtYl3BD
HR6Dfy1on1ysKcTbXOSAqA5Jhr8Ix900VYTpFIgMTHm5oipe1ToD/8ZpwcVhbGF8vQPsp2gOkPLD
kVkiWrGXgNfQ0aEKJVUG7X15AlBum29W3jP2hQ1c9nls5kG9KhRTLhN4oPqIyqh/KOqwn1IyrREo
xdLPSKdgUs1ToEDADBsL+QVTYe5Fge3yw2Igqsf/mbvPpaXdZ2A8+TeLfsYPxoDf/hQkxaazsbsS
pogKqThiuAOFGo5NuD6Sjawr4DyQmRxHCk3Ok0RV0eGLdbZJSy2MvoATABBDD/JPC1AU2KyfZ/hK
KJRfHDJgTPOyEl4QHfC1odTjCsaCBK12KxdJMx66xp2muLD1nnESJllUNjPSY4SE60f0KGaSVhwD
b0c9xs0930r7Z2fsf2Oj/j/GAQUa/l/tz7fvrv42/HV3/uMH/s4XEfHfEnTK4lgIGlGUPhA5/p0v
QoD1vA6QI9UF1ZPza7/u7xt0dN2gYzQDgBCB0QUgIv/YoNnfeARSJUDtIYmwjST/zgZ9FXz8Y0vj
IUptURSHYRwTRin4oz/HtVNkMS+kKn1brVB15npAWnjfgkZGvwVTgSmxLogSdsEWDj1N0WHtvP7l
Xj38+VF/9c/8Q+z60xXge0cM3WDGMU8f/zpUVK91VwHSaW+gK9c0p6gnyWdWRmQ5eQ7zyzNaiZQ/
ALLozLUD42J2xnDiDPpOibh2W8GU6gvUmH5zXdem60/XJSJ8KWiskxAAmH+6LhybHDXVjtxctzOT
iyGuSwDSYdCXtU17LTg32xTfGRcxs297J6tcRD1m0Tpj6+ZB+7ZdgQqtQM/jg1l+53T/hzj7r9cn
Jef8egxBfAIzRiBhf+p3t1HH6Bjx8aaO623JwwFVuUs0BuIBCV0//nDtuM0X0kbIli2d6hVnUqLE
V99Wy5SXkk9PsqXCXko69xv0sFbWDysmyPjDb+7kNfP6y5WiZQC6DlqHkcTxjD9/ic7J4AlGFCi5
bKHr3MkqkKChKoOzGjY+N0MXFPfqfRiq5bFtAdrOm1UbftQ4j35nXXb9qJ8uBdIvMH2EQEEguf7H
zzdNQYbqupisFwow/Zxp0pvudl23iKdbuzTjpzpGuet3ri/X5PCXT8XgYByDFASI0D+NUCiw12LV
+PkyoANq8wXZHmrZcRtiPnVG0fTDxlFZSgPFancYaI+/BwlR2Kd//SCuCoifLwPxnkS9FSs+Qtfq
lzemV0xZo1YcNK6hwRm9IdSXWd+4DUTCof73TGBxxkR47BwELQIOMkEM+vO9jjzopJUe+wtFxbX1
2TIO4ASmGuZdv/Os/1nYgM/Afog1gDAXD/a6Nf78URquAugOUXdum8Av+fjnLSRVHF3ArQ36l0n1
bDv5eeC/m3b9p49mmAoVlOF+UlzGr+PGQYzZawny2hk2uo07CGD3corEN76H4gpfFDanxbTTJeqN
vxG6/Po4OWMx4ntE8BLLn/7qNAFOeWmmSI1nU2oSZoADY6X/uR1V8Yo36V+/Pddc4pcXCGcYIUgJ
MMTLZAgi0s+32aDQhBLnaA8Ght7DrgyM/zFHm7fHqAQWZ4d1PaisAZwwm2QTg2xm2aXvkgLYxlH7
+6sRH6qWTJ6go+jyRAPl2deDQE2sprsV7dFsml2cjtNszx3rozcNAO1Rh0H8hF5RnbnpWiZeZtTY
iurZFphfYQjcCo3Wj65d3UKrF2wAHr/brjOZmfTyQ87F9BVoarsvA9Kdqmjjd3gdvvbLGAAc2863
CLhENvJwAvq3IDABFT1PqabiMgH9cQBpWnwIUNW7R6qvMjB/URodh2QPlG9/M7lB53UQblUKSjwA
JAGaaThUX5B1TU9VQtsUDrftfoAS4BwrdIZU0b+ARrrBIpW6HbqFE7QeS3GYpQFjyQzVl3GZfyRw
iwqBG211JtcWwocV1bk+ntuDBBYULcvJygNuQ5QCvzneQTkB1mbQgPM6juQ4Rw0KijwEs5Ws/Y6C
4XR1e1bTF/QW6KHwHJkGL4YPANqJ3RYWKsfxTL6Klfoq9XryOzQU/C1YRw9gTyaPXKDTOcczecTY
TfsEuqP9YRvuMtFwkIhBQxdp6/mqHpFDsTTBlQACW/rQZFzFYQVyqYg+8wIcwQwUNn1DB8/PbgSO
nlfFDD1eLIFbHZ+bXkXnoYrdDrvFmiaDLkDZwz9Ti5n1DmjcKLhQME1uIMZYPhSirT41qMoWObYH
1OlnHz8TdLzv0Sq1rz2DL+NQWbmDjCe46JgFqauFl+A+MnSmNToPBwCgq13Q9fOQTsjEYvTkfPOt
dfxCiQHdNxdJiA7fHrWlhvfPugzwct055vhyHgr/jQOnnLlrftc1qAsFqnQXK1nyEd0P0NWqqW+O
8H5YgLquk/k4hNMrBX31O7po5DQKsx6aSAMVGnf2TicBUrW12YdJW2dLqG8X7+YSD5WrF8+2OgcK
DrIZlLz3Ha1p1vOx3TdL0qKlbGw2rX67ZQWYvtiTLbgVtOhTmOU/JxO5adAYznwyfI/1UICoWJ7I
6PtnWNi9edKa9Ipr3idTtKaeuPATqcXB8j7K5nIZbzBgEWasXpAQ2hUm1pvbRV3bHB3EzwC1tG1G
AhSI8MoKVOBIYLLVNtvdOifyQGkzHmk/Dg8q8uY53or+DiiT8qEuSn8DQ3K9m7RbLsEYB0tmEsuj
bFunRQN7iSH/bKTWljsOOOyUJr4bLcpTlXuPxhrUbujLZFqjqXZLKtizXESFXsPHCmTb4FNtodzB
LxErcOZg0jXV7ShH1XwnRUN+aDw5+rqpaHpSXsGmY1UwYLqDk0Ecv8lkqovXacRxDiDsVjf12cYh
bX+IwdolC6g38XOMOOM74M7IIsEjmLYHC/w6uj81ptLyqDSkA0zuGpipIF5Ul8ZituzkKoarMjA/
3DkA1UKQqh06dpkwdqr3HiTICjFmhajOLIvr9rIZaHVaTVeIDBIB/AYbQc2GamLdYugCDZYMtKNF
3JQq3ACgcKpuz9zjFsDAAP4p042DW6m9A00Uh8pOD6JD2Iy0t8W8ZdUCU9sXNAnRFl7klsH6ozQ7
NANcnA0ATbAbcMZ5ews7Y709sFDjhKXBuhXvm8f6uO3Hln2hEwLH8+jN9qIkXrEya8iE8DgGC8zs
E1CL+UenCe6NEdg7MhN08xnOo2NU5pgtCLHjjltkzQCpgN+6rdhHZE7sU99rTH0sVTxuD7NyIv7Q
xwK0O2i9VrlkeDstT/UqRpHiwRZUYEmzTb2rrav6HGaMfLhQU6MtEEq01pusD0QNB4wtxBOCJbuq
5TTt6yRWt/EMreNeGR09wWsVz/tGh8qzOAswEtz0t6QzXQv15NJDKJvpFdqYjGOXDzPhoxU0ZTxh
rfYogkl1qEMgtLD2LcpWOwVyrMutBts+Bv93M1TlkFQl3yW6sWjkDMQngGE7OwMomzTGJgdeavTL
6qpMmpxBpLQceByt6FVDVTDc8A4Nz7N0CWOv0ol1eof2BY8lQA3FmhxxV4PTcsUf7oD0E/TzHUj1
dXOD0bd2+TyvqNNi8xtCaGdwPKHE884wLIFGEWSafI7yBlkRMPUkmsbHDbHpdsImycxTWWDDRI0F
YftxAMm+fhlnauI7FMSh5swqotEdR+lIYcsCm7wunjQloWepiXXHknRFUsXAV/WVbn7UCFsmBUdv
ZXWQwWYG/Nt8gA4FUSLUEUvzIdCyekvKhuyCunCoSkltDw5d5BPwq7CtXHTB7uaIu89cmeKFeCvP
o6ribIXGIhcdiV8Rlr+hr16f8PXUflXIgVKU3+N06NpLzIq12+sl9AWwzsP8AMXoF23Rx+gmVh8K
0YjbYO7B+2Ie7xlF2y92RfAcDoU6bHTE2eIY0K8sGfCRLnwE5rnJpZHJfZ3YKJO1jHOyVBw6Hg1F
XSJinhYyWXZ6s8O+Dbg8Qw+07EZZblEWO2wsYnAtBD2gFz5B5NTlItgWiv7u2rlcy6Y7V0J0EQSe
erhNOKx8T3Jj4QlyzeIIy1dyjAjMn0FFKUDjXV+J7+EPFkuoJaWKNVxfGL9YN/kza7i+0B6ySzyT
7mIV3mo+414D5h4LiGdG/pWWY3eImgJ6I7dsqekXBey60I/DBpmJiAZ/mrba7JRp3hkI3E+6ROvd
kGTJh61YMuKG6mlo8OsMKZMX3i1EQPQtRvSzlUKvvhqT+2adJKKECAMpKBGSDAaWxGY8WOwLsO1T
D8TGlelrASPw8J+E4GM3zSv5IYtA3DSeRa+0QDIMjfLQZWYMgCtAYazeL7WZLZwypkmDoFHw1xZN
b9gcSpgzfWKTLJs7u/oGHHJsvsg6uWkQApqqyhWGi2kK9vaEYIguU51uCA90CsHZ+FzjsD6XZU2/
RuVQXNpopScKiaPNrCztIRoFkamA2vOISQAPtvsg0ddv7LScXTmvbwMUKA8zRy8jxbcXT7MeCM78
OGk/KFg9utyjvvhW00i8gCfvztVkhqe5LqJTdU3sc+adOYXaodQA/+l6t7XWtVldc7YPY0gGdt6u
c5EtrC2+z4uXr5zUWmTxMs4QRgZoBKYo8Egw+KCDVJCqVgMQ8A3UV95Bf6ctcOq5mRmUmi6ZyX6Z
FvCpZCTTMYpwblmgsquMQi+xZGwZlxtfT9NnK+r2GcVJALelXra3KCqhRAvHrtkng5PRncCYGkxs
w16vWTcNzS1vsezPQnjzMiPhf8SG3lX4B11zP7miO87LOubOhZ3fG6gkAcxpNBS2QWe7jIG3tOwl
BiZvyyguzbG5yuVwf33Qp9K10KcV0A1fqC+DHak296W3SbJzU02e7WJkZqNNZVXLy72ZHD9MRTns
TdHXH1rVfSFDy474gtxmA1KsN9xazXMPwUJOh5okebhBuQZ6hT+UlVEXjbzpEMVLmesoiTSEE11l
7yTiwwdIlNaXuIbQA9txASI7DGzPotHtTbtA1zaq/jbQfv62okZ+G3da3FML/wbo5/mRDQUqztGa
TAdfl2e0eRrUmFpGM/Rlp5stbPCKQaaGnCqcMWkcgz/Dhy34IpCoQPAZbNs3LFba52EUq09d7ccv
6PSuGK0R38FBb2t8nUUsu2CL2IJwZUVyVcvmiGE5uusnAYEmqct3LZr4HKxYF5OqyQGy4O3gLWRx
INuZW8i8J/Qyx6/LDMb6HsrQNg+4Jc8xsuDc9n11RE4+7pTn79yBKk9MD/j8Uu4h9JSPYUHDDzNy
gDPo6klGJ7nezWvJsk1gRKCIt3lX2yb5yE1h7oIG8jARzBDfs5amCRuTEw+BAe+Z4TsI5kOIfaGs
hvb2hghCEf3ArEJDzJcBRIMfbePujKlMrBGtyCe2NuEeDevw1CkGJWDd1ZkV5lgUcYRozI4y2kcc
ERUgigwSC+DrIMT7BmVFBUFXIHfWBj0CndkfoSTpch8vSEeDttz1spz1wZFo/eZX9jKyqT23Ji7P
HN30FFHWU9xFyQ/kWMMz9GvjXYPMw+x87AETWkWwPhUMAXIuzDLeUxOq5Nb3WF1pQEtxqXoX1uhV
QJ+zpAGfOWYtBh8/1PCL/cCRXomDsEXdHBuVNDYdxVx8RuxDcgH3iDL1cf8URiH9iAFGDInBCROU
9xKCqxtC2lfhuiifeTflrUIjKWz5itqY7E71QD8tqx2f1sohjtKFfVCjXs9+kyX27IRcitjPWYE4
4bkIhc2aoVd57SBmdjwSbzqeRGaiLrivG/oKwSo9wr8ZRcCwq+Jcye52CbGHiWlOLrpiuAjIY79h
KzNpWQXubVgg6szYmnSnTWG/9jOioEzFcbDrhHV3bkr8DdZ2l0aWyRsHjsq5KdqvSI1hto40JIOW
jT4qaHbzCCfU0SlYfZUhDC9TvCeg6FDdnvrBARJHu/q5kaO9Ywj/x6MNPc1CkfSfmQ7Gj6PW+o6F
IsrICGFBV+vgCwqn2MS3Tu3xRiftUdBg26NkvfmsjAryY1rZnMHgB7BMNOJ2HepYOyOnOk5Ji/4a
tpzEIMvDzrhjg7J4Gas+M+3wVs1T+0DbbnqCsr6FXTdEqlXgIQZQQXsra8RmoVrNcRztd4j+pjmz
2sTDwagaCrKkHT9vScMwYVEjQVU4t/H+uUXvEA1/4fi1fVb7mqRNSB4IVM3n4nrWhpqaS8S0uHWW
sjuUFaNHYykQJluf0KOtikuvSgYjmK1LMmQ1VZS6hkSHuQ5Wt8N03fxcNULdLxGpv8huxgKst/BH
hYIGIvsC6eoKUVSOQl3xDDRkeAfwPaWZQ0x4oxid91M92jAjRMXnEU6kEJ/K9QCJEmQXmE0ouyDc
l6PhUGLPZIN3UhLO7wtq5dds0ubK2eHQDQxQBtbEn00b0i8bajGwf1+wjyHexw2DcnmPfqPe4Qa8
d0y+QaUVZG3P5BPItJjaXpM69UXfHcmqof/WrTmsempOJZt0VpbO+XQyxN8EHSUEcTTnbyE8MR6d
hd4MukiOS0guSGn5Cwbv3ZfYGLVHBbhnOxdNG7KoZPzUl6t/ENpzmwZBzx2AodvGc5QbIQKd2+5z
t3WYNPMeqxzRkbR7olp8MRjxsG+yL907Dkub1XiwN8YGGMkYZChSvnr2vLAanU3o1oebLkhW7Jh0
sWD6inLN68G29QUlo6K8Kf4fZefVGzvWnem/MvA9DWZyX9gXDJVUpXSkIx3dEIrMaXMz/no/1T1j
+PsAz4yBBhrdSlXFHdZ603L9JBpKkKMPRjF13sHisBsj2i7nxXS4waoSQ05m0LwIrcEsZriqP48s
7FG9oHVFY+kGuT2ZFvYmZfiqq61oyYdsWSgNl/myGpnxUkwmWR6d/SK5aS+6LOtvsBJKji4lVe6+
VEa/MIrC9Nuy7ULX4rWdpr96GJmBDNw2ZU8vmU2qsvcgMMpFVrwIrgaPMummN3O+anZd11yuHPxV
QJ7wf9YBn4xG3ehsPTtM9+RUBbLVxe02evkWNf1kT0+pUPalUmQOXxikrrtvmBXN8rLN85rEiVv5
Hny5rpp9Q/A8O3DDejU9MV0OEDHL+1KcBYYB53E1LQwcIQLrgmfCC6NHyDsrs/fdX+0zB3eyfGoZ
qmBkPPiMkmdZuoO1MyAChp0/p36N7mpQ26O36Wg7OVMYAxWWbrfK/TbWMrvxt3QrblJ7m7x7S1Om
DGsry0HYW7x8/Ms2+pUWSk/9nsNwqXWPSYBrPhbXXDfvtnIs+vitIL38bUPjC6SZbDSPDB0fcGS1
5uCh8S00c7kzyS8uL6WnW+ZN3xlLydmKnKs2g3Ugwya6ykppf0Vi1ffzpnX6DvvgAApSUksfcemt
NUq8FOhbF7NnH0ZOGrgNVA/Li5MWZJOFxtQMbQxNkNjE/UFy7ylNAQtSgiWM44q4zA9hhRTDT2yM
BCcdeGGMbE/Y5WXGOlb8aLnsaIImKvRjZzS9sdvIo2UOFRizWn82w5f4Uhj+4Ls/nmPhIAqXcWA9
GUZ2pczalg/egqofdgkC2unRYQocfalyN5g9F8F8fibLtS9uamw8uNM8SttXDuPCJJC9KiQVstE/
mG1lvBPi7To9HP5cSXp4Sy5xntIas3M6GJLkWsvo7hr3uZquwK50xiSwhOb+9INmTE/4nyweXUV0
Mf9CVnNdLKiRHTdQ6EUonmoPAfzWJWkdEKmyOE+DkaRXXxxyxABzQ3Eyh8yzdzIpOKQMZgFYD2O6
tcRoJ53Z7CiTVxSAi9mgRkvdrbkvCrJNdtnQlgCLm1lkDaK21HhNCk+tSzCks5NRx8GShS5L48AV
OIvzRqmrxZYPt3tptgHRBhf/Zj5k5KRkwZxLCNKkZt70sJKHUzLBVO16BCC8JqSlN4YcmT9oV7ig
gqxMeZiubxpNnCgqgl1ukXkAOVY0SYTWssyQoHXUVhx8S39qJpufsr3J86n54NxOw+xv/slJxiY7
UvFM0xb/zYrafz1WaS3S+GVWo6jDfvLc/phIR+/DtdSm7awxlWpieGOnpt2KitGMxTbNze1MgmkV
YQDUblhcmrgdpd0eN/6ifESIU3bvYjA0LVo9t9wDZBfdiVbTXG/g4EZvV0jfbQ6VOdb6Y1a2axNx
EDpbJDR9Km77zXUEsIIxNJfFbkTkDDVRJBvFPjVsI1xxpjHqc3Ty5VLHHfhxcXKUmQPu2kK+TKJu
kgBHIKsWmEaJsFxIV/i0i9KucLNO/cc6OtN9WvOIDqtpyOFLCMsuKUpbHveYynqN8M6aLxgS2W9t
19FMmfg0vywe9TsYUWkdlFgwfrqL8BH+5W1iRSsHQxJfdxhHtE9Tf6ia69JQ+J0+/t6cSqJS4oVL
0R90tREYFUjMNNuhmQxMUZlrAgzWY7sNJ7OonXmHhJqsdyVBEiGF0D/GDG4pbowpbcYgtyzVRJme
LuvJXZlhd2fpSdvfFFpT6QGl6KjAUrO2oK9UueFPRtTMG/ij23p5jJp/xpysRDmGaasVN9Mq+vSI
m7T78cjLy36s1jE2kGdshgUfnA2y02vmdaxx0tT1qy1H9nxu9rB4paxLgNOUEVWAXZvFm7s3zYlH
0Hl2Ve7NrU73synNNBoqpgVsQZ2WfbV3lNeuJzp26OHA5MQtfgqwnfLENeCWF2fyi3aNHCbfyB30
L8i65nRus+sKsf7u12Y9k9cNKQ4RITk/hWVwei1lQ91dyLlPw1J4bn3CGqT3O2XnGrZFhYcy+Z1f
LcV7BKpMSwEop9LmnK6T+a4iBC+/E0uetTu/EKwIU6nc2i8VPr4oc5ZxHMJqKDXeQ1dryKvKvK2q
Exp7zYtmfDUH5O+5czCyShVH2g3xbNuMTgrYwd0apb6u2K9MRs6iehv6D33KabvVkBNOawCJvcre
T+bILovKvPrauCP+pkqXGvlz3OaF8cvJ3Ta98CE57UNrrwmQBWSq+k0em3Jv/z4xvd4sjedJ6m2x
Www9d8KVzoIxGZptTdleG0YenCDiwz7YmW1cT2C9yQ4m4zSKo8mjPHZTZhfhOlpq+HKlmaho4sbj
9HEr6e5X6rDn0pa+HelNNfzpDGxi8bT6WzOGXosJWoXZMrpUyjxknZot7Qvt0DDsc9gZa0JNrBlj
293PNvQFyKdatL1OBKS400A+kyBv09F/qxzfqS72UrqfwAz9eh40ZdsRfmPKDCoiZ3pMqXy3e1ym
1vTkpWPP9sU1iyZQc6dz1aT69igtny+6SIswyAhWUn5MNJnZn0Xjrrqxwy1YM2tu29b+m/ukKrlQ
dOYUVAH49abdDvD53Z4pvLp+cOzhCghro2k7IqKFThYmZ08MH/hMrsPaAt9Os/bsS6dmwiHHlLFF
mu63Wxa1i6lhGzQEhMJ80/TtisPN8dt5BZ236il2J276N1lPzhwls3sV8UAOCCiCXKBDCbDkW9TD
0sua6dcgq6l7oJlY8z18rOOfvWqc7bDAe1cfuqQu/pQIMQuW6IhQDwx7geU4NHXvG7fgT3Uf0+kp
65RCmgK2ywLa43/XSI4+WlRda+rahyEvG64uVBmeYhcT0Hmb6uX0ZeQrJ4DmGpnGfGyKyu5NYm63
wQLmqbqkhdYtv/yuy9MoT0fWWeM3PDS9EE57BLrougPB76kMK4d5H782phEbB72i6zlMm6f9hmga
DvOsr11oq6IpcKE409qGqTutC9IdLf32PLjPd3pWrXlNSVf48DSz6D/11RD0gfOSuZ4KmGaxUAPA
WWbo/lRtph9iGubsdRa4id6dNWFtJMCb4geCZekPq8qS6SixS0XWppUbGHYGFXFjNaVVXgakpX5M
1NSg/1rBs7qrm5t3Zw25ps5NDYJym6DF6HZbrczyxYHn56DHuOu02NZILK52lm+bNvQhRddXluEh
8IM2aZml0qw9lGJVDHRUg5GlfK71vdUjeYKf3MS0X3nJc46PG8v2Q5dAS9+0uXKHD0x1knRlO53R
aW6wUOON7MyuPUg0dsaVZMm3M/GnpnnbgZQ3geZV07piQaM9IypAa9X62jp4B0FHGme+1AxMtB8n
NPn2oZYGZ3NPh15eCjG722maqgY9UKcr31uuURdDfsyHpBX3ReLZ3i2DTxMTqoWKxQUU6YzrrleW
tt7QM4xjrBtgIi+EgOUiBgauxyGuilYfzHCcHQlWWKV10kejAnqRIKetm1ZxjaZC6+7wGShDXLTW
yjOSBSoK3THe+LP5/2uS6D+pAK/tu2NS+9uObbqMrP0nZZBDTS3dSS77qa1d65eyVzG8NIXdle8L
Ix2WvTBg3O+3iif0KirB9fOXuOR/JB59amv++We5PjlTny29TZ5m6t8v+Sfxsu2P+r9+1/67vX2v
v4d//qbrq/nP3zX8+19fTr/b6F29/8N/xHhb1Powfsv18XsYK/V/BPDX7/z//eL/+v7rtzyt3fe/
/ctnOzbq+ttSDAn/oBS9zin576X/l/fqff4H4b9x/YG/paWWg1Lfd1xqPFYa2jLkOn8rS1GPup7p
+nQzHNge0v//FJZq4l8tKmkhbLYeqR6mQMQzYC/I/u1fNMP7V4OgDyRi/JBj4Sr4n0hLESH9k0TJ
dR28CbaOcN7GavvX6/ivmTx1Qm+xcdUCyfteESbXFvg8IGzdJWXS/s4ast8C3sMcZ7599cL4zjFr
6uE+FyOQIND1zWDK6slVOchyqckTlCEte8pQyUEYOG3cdA7TbWCiHyWvOqXwMMeuU2vkiiK8at2k
O2NSrs1vU6x/6kmSGZI8qq2JeXFd2LaTH7mzSZDC0v22lc5sM590CLNHZMpf70YjpBK+o5GDACDP
6agJaPy0grzRyk7s5nW6uSIZgWtoP5opXrB479JtjOmCaF/hxwOuzmDsbC1eNLc7dfMM71PkbbwJ
7M3T4EcrqZtPff++rlZQLtRUo1ksu9R2+fu98StFPSSs9lbZmg1vXT8tbrVPEfpny8b11x8U+aX4
sQ6tQRLriHknnmYmMPRZdtdocyCTYYsyzuGRkWG2Vj4nWjwMJEzUlcB7mL9wXYS9tYRzlccwH1Hq
dm9XKDeolYuqyTK/9WHI/uipi7lAOesB3YoWcdZtELCVdcxTzw+WBHxV+LE3E1G/1qUV5FehUANe
Ybdsa92qb0pBdLHG5Nuw6e0ukKP+aSk7A23+Yi7CKdO1h65+cmA5nHo3leNFqDaqq3l+lw7OVeR3
6aNvEE9RDqdOvTTEQa6ijIqhTEPkukVgYradlfHKimrCFW2rKdRjYzbnbk7wYIEw7qvRvd+a9Vt6
AqhsaAAOCO9z2uUDHA7Gruyv7qnTjL0zlFv9lefjZ2o7d5vLWpLQ5bUOxlXkWhLW6/zjsLbCgnF+
NZl9Vk2FQ3awtWtt0BZs3pFGisQ1yATPyKTrV05RFneFnjbBmE7VqULHBBNj7+mh8t1sJY/SrXZD
c5UScTkkSV4ecLTeDnM+0i33n8lofDatDVizHpkpcypQLsAoY+yWBnqmBOQtBOq/Z7jN95A7D4bc
fsw5wUeWKiRVRv6Nm2Mn4ELw38G6dmINmiF/9m31TNN1m3b6L1vjO2pCLuj/jcg0e0joxYq9JDu2
W3/K3OZjGPMt9rbUfZ9s+WFP0+skcMmHYMB3cs5B8+WTaK0IHBFVWoVNOjPDIlFfjLUNTU9j07u/
crk0932aXzOcmrYgy8Q4FKn5CYhCbJQmfWBcAYzTdm5UaBU2GefdnK1Y1phiRiCVFeobi3N+vyHL
SPPQG4aoyX3US4cETZAUxpeLysxM0n03nsZpdyWtp8VJo1EzkdIw09lFB+HW9bGRe/CMEHtz1JKB
uy7yzbBYM7Nv9DxoqqtqihZLPzfVizX8asmCkjWouU0KSs5rZ8uHZf8+2/trzKrXvUy++0V2SEf+
woS0hkwDUBvCT1LdCsTYet3bDIct2J5NqxlYYZATBGTFFcQlVa2DLCdY4bsffX3V1tMkt6rjY8Kc
8ukU0Bu4PDh1SD9pmOdkH0WyMAdIp8yfa+QoXtk8MHTMbu68K0Pxp+3y61TY3E7yk5Conomp8Wpw
3mQ1V5S5ykrKm61aSzcYZjM1I123zZ4jNct4UdRvH7Kr/TtdZLmMwDymB5WNthaajt0dFwJGBMIR
qnlQgCVLA18ha9lnvW29VCV+lYDMmU7uUda4n/At6J1kU2xWPADVcDoXW6+swJUpAzNwxthuTFhC
z1BS6sYpGiY43ViNGkzyxn3jRIM5LqQgdGkigoYsJLAgZpbfb3jgYsyU/j6r7PRPPeRwwBUb3ndC
nRqT+AxyYC6JHI4Vu9wBXH+tNqd6HzbjtimqO9svtAuRGdYTQEdKVlhSmIHtkmVggMNiY1B/Wuk3
ERz3bwvpTpjP4xfVVHdQ3VLfGWpi6yhqYKcDE10OjSlPWp2JU7/t1isFuZQ3iorTzqeA6CgaTCCU
kUN0Gg5TUcRpOfHBt/ezNQSTEPvS4rnTt2v0OIw7rtZDup2MuYFjS3eNp9WXSSxFVHbqidwC4jun
5A8Z0ZiiOu88g+4H4/C92RWwL9NdZzc7IAU5IKsLeowP0VLkSoZeuRuLPOgtu4UxnlU8d2NyojWN
EjnvrXFy3nDOW4G5kJGyOC6zBdhFRwyfv92sDSVYG6rA07B10Vz2pNxObEmzzx7dPLn4XbojRgw6
kMibzvOtp3TN6vOyLlZo6lrgpstD1Wr10a6qm1qWChJhSULXSfCqz8mep7kf4f2AcofvpKp+/JI8
D0sa+SGbVrIJRFmhPV6RfcDuSxoslLlr3C3sPRIHYj/JAKbrdWdM9Y8ctbOdqn3iDlEp9Vs/+4Pv
ftilbX5TDx3yMie0LJR3Fk18jsMsvWtABhkjJ37DP5677sraIpykviBVSdZcOi5EXVfuq24jQkr+
kBJw71l1ddfwh0n52vaDIQEpF+08OeOtJzHyy1KsDtkJbf4k7OUdLCYpy+xqExP7uTZ2WV6HYjtL
t47GZoomyiWuUn/6ah312y6KPOw8Dn9msiJarWHKyIXY0Sg3cbf2z8pbTls2bbeJVh9cXaZn11p3
Tm7eq2tWSSNqaKalvq+dstxPdvG0ZVCXKq7zcTdt89FLZiO6whgMujolS0HUCYC95YcaGQ1AvKM4
Gqq48YFjYo9PoPPyxwHJjxz3rse5jELlgMIvDWGVxQ1DLX88a4sZlf4Bs3nwWxZSZ8TzQoJ2u4ZK
kIAnexYAIFu5L/P1d2f2O2jxKNWNQ+rVfwiBuXRtdugTNojuBYyF/CbNHh9zHVfofiljYFja8gVl
2cF12ItJc1eCXAUSAmTnO0tzRCC2t/r2sA7Lbs7EB3kQkZ3fD8k5y1lbIO3aCiGJI1GKp2Hpztui
U988Tzbcj+7uEe301nDQV7f6PXY6t+Cd2HSxRzF87BPtYJqoijURWjVqZ8990fv3qdY+RZlx9Z/b
ZNK/8xodYmmGNvFizqKiKkHunGvPtVEnCFs8c9+Ufv27m8WLARbziz3pB6nHLdem06Ul3iKt3B8X
xaiuKGl6MXP6khfHVbmETSYxfIIaRYODmMfpXrTelyFq69hf52bvtHZCDd1EqeQo9NeAig/MVLut
iUuR4s1NY7O8GfIHklFATJ00GPAuMORjS+/nrn1x/Px2JPokQii2Z6l5EPLwPjm99wQLN+jtO2ll
N2RB3YrS0I593knoYHkoEbxtYao7DjoqTrC4kgMjQ4ftdc4njI3yratEG6UIQ2MxT/FIlBK4ZDjp
tzZcXOghgjokYK/PxZwcBIFUzfK61e5DZQxLpLX2H9F/TBX9s5kdJkJ1YxJtHhiENyN50TkZhinQ
bTL6VDmSGeImXgT/EeYOJFnB+lnNa+TxLSboPQNghii/sgJOV8vntmlIXMNxvH2SiYlYik03na1l
KqKRibM7X5lzRJwVOEkzVxGQwZOUXDFG59y3yJL+bOaw/eTE8eXjHGDkyy4FayiW4z3DPJ4B4Kis
xckjJ7Ii2YgcKRlK5Awroo9iTc/kEO0mJnHKZo6cXpFSUqlQqz3tYVuRa4gacXuVbU+1SYUF2tAr
EgWaRI5hm1Vhkhskkbk30ksO4G1HqSTCGK0Kag9eYcnORS4I8ylutcZ/GevlsxuK26x5EKPzkeT5
9XJ57RcjymoQIFCMwud6mkkueXKMRjvAXeTBYFdHUK2Dq9obo9guZpEanP4z7yMhemls4snRf2Fc
uavnfrfgMECmSJ9A4xqYei/h3w3KEPq7MC1azArefce0wQzUEyfu51S37oHuIQuBIcPeTQ+MEQnJ
upnDqePDGxy3DVIicA6Gvzxb+kgzV/voHFT5JLhkCcjZA+YerXl8phA8jcTq7ZKBwNC+X0/5XFET
vBDTKEI9c8y7ZrA/nVw7zZxf4P4fovGyeKyS/bbmsXIeuFaeHH6IfJw5Li1Tob2zbcQ3RINOyXjq
lvGFYIjQzcfbjQCk0JHGzyzz73TRIVsKsnnG85hdVRtG/moPywVFKXtbHFYei5scVLVScbwl3i6X
9ARXxhDdJPerHivkBaiM3DKuqualb0fxu1hHdSav6mDXwFJ9Ne5sQ7/bQPMhnfs16Ap6wtQiIrGz
3sjyMSJP5Lfw2+/9lsfYX54z6IiwqEVo5MbXCH9UWb13Gqa73mQmoycPvez1kLFmER6be9/L5C9C
yWC1KuRA0MxsiO4Bvdpu3rw+sPL5J90kbzExW46IDQDS5FzVSROLxTjF/WK+E887BkR6fiWZK/+K
JQvlUjP5eGl2EtWYlagdDhmc8D7Nh+VN9Y2xDFSJmLi9hnNEMOwiddZf/mZ9pLJ9or0nt1ULvWkB
W9ipcdzVVV+iZPB2dps+zmO3cxLzcS5SooC82JkhFkbri/yqgz8vv9wELQ+Fe2VUlEr0SMTh9P4N
OZc7qarnpD03Q/1AuH//mDhelE/TQdrqWuIEXfYxbtU+n19GBtVdZN87JOK5xVuJ9CCGZyDUlJDW
R0DckU7hfiQ58TPNcqTvJobX79Qat0thI74I9LYxjqworY0VsYsvPQVJkLUzek9YlRgK3ITkNbt7
3dj0c1my9nq41rDS8/GlbipU8Gi8j5XnEji40jwT0XLpa0pc5HFuODhwv9TzGR01Czg3UyNyyS7e
b9s4cFfou1noH4lNwGOg66lxLGtD4C9ilHbPWLi9nJI3pI7Ns6FJjYYuNT+qpepfBs/w9nhbpp1I
vRxXUwefa/vDEbF6e08LazwkljZfxXTOIemnjM++7q1dlvnWs5UBvYYarHoJC72aj8QCEl9G9Uub
owE0AVQ7GVpu75qk2dhlIFKTY75C1hYkpbNyaRCjdOZqKfu9V2xVNF9hDsK3x0vWZcYdgrz5VDfo
WHb6XK5fwJ5eKNd+OXICtUcyItbj1KbaaVMNvYeyr1LPFMAgN3erLkBuM295KcVWH53SXF6HzlsI
S51aLgBe5qO7LPNPQj0VQVl4+8ZCfq3n83K3MMbjq3QETa9eX21UDVnFAzoXEaIGkfuWd9aeyyLN
YlLUtz120yX0ZOpjFbSL93Qc3L1w1vKDg/w0lVV21YrrBxy2aom4qZZvnFrdq5omCGSzdK2n2VUr
kobGPlvWondA7HZymHwyBvXeJqOXVh1lM0opZ0JARogf/W9fP6HqxBuU5UWyG/nwL3UzNKGeal04
GqMOiIQNxwyu+GLHUQIsDAiTlGGJf841lfexmHXxpNfMQ15dAh33Qu+0XWfqydMEj3DTFh0pWPlU
RrWh35RaXqLIIcMmtjSbX0NennpAwKm/pU42/sEop3OmKlJbvZxADzTZdfXBSEiKjQW7YWRS3R68
XrklOajW1RxME1s7ufPV6AD8Qd5bcxYmiSqPxHlKrHsDHhgSp84F5dEr2tT1WIyWc6PleYqLKBGu
FrbYo04WfzXYkI3aENHSoVxve+uF/om55hqXDOqzY543sUpIfxLug+GwBhopHpexfTcTue9lcppL
me4zw5yw+BiQMaoc/PqoEsXwpXUYQQCw0vh+WNXOetNhVET9M3H7B4uFjzzMGrHHlzJFNPIQeBrR
yhLnCBpP+vomcpXn0Hswtkigor6qn7u9DYCLUcO9BrjNTbbX+VRWZ52ijj2wLxN1zf4vR5qddNaS
PcaRYif9jknqQ1aheffmd1+1L9MkjHtNX2zqgOamsuZLp2GRQHCoolKI4sHYNu8a9f3YMu6TdM8H
5OfTHtunGg9t30/pXs6jB/up+jqS1TD+SpvurWyuGoBkztSxzovBDi1z7bxA62R+0+v40GJVcqRi
Apf7brE/HGhjLEmArxccBGIJ1qp2z1TIBsJhDbSVgCSyLPNJ9SfiM/tgJOV470q03qHVNd1XRRwx
4XHETfNEF30Jx0Y+zDqltoncoKYYGac/GDZXJIwjAuYN5gg7jQnPFCFKQuPbN/JZI1Z3JYhWilOS
yiLOYY/Om2dPh8JMj6RZe0Gf6uNlNjs/xmhhPln2di09Nn86ouaowBS9ZD0pgAqu17IbLgsCot1o
2M7ZxJ8kOUIM5kPNdIjsrc0AVFHqCCgTY96gQRv1eMJpt5feNH4YhJ5Hw0w3XLhuF+AUiIU77bTM
2o/9fG5Hc37EvU93P1r68ulVLVleaPU0GubS2eivfZTKXOJH2qv+Gwlottv8oah4FVdCMneyC3z7
crMhTcxxEGboc7qxTVFatPdQ0h3FT53Kh0pY5ltKDyaCfuwbWLWFCYlJkd5YBid2UcrpzvTS3/bY
P5ctRL+j0gcDljdsNNONerhF4s14YCNaTc8tGAhi4Krw4JrM/SaT+Q9mDkSKFkhb5VUnZv1cW5v8
DRFgdkBM9ceti3tjUU8TWlqOkRCZBTHABX24djtJr6OwQC9u23PU68MrEBjfsiavKjGqGCqOKNcC
a0vT+iQlYOnChITGAdLyqp2ak/rce3/M1v4FkmTsE9nbgais+3nx1mu+9752vKsYl/j/2fk99FUW
pZutHsCZEF2jVwJbLfQni9jQc+uUHwvnn1FJ8F5GliOUbLT+QdMA0weIwJiwsr4NFMXJxE7yNS0w
PPC6bJ13mZmYb8kKoc5lgI0Jid9zLt3YHxCmjvrTCj4fLL5/twxUDgTbfGJ8udVt9JJU2Gj4/Da0
nWLddY7efjqslY5TObLG6g4qe4izPol9tJmzN/+qXFvtN73pHqdR92PTXs7Efrw0m/WJtvJdFc9D
4hH61cZkC1r7ynthGKq9GxcsTqWqqzAtEXoYzjtmCD7E3HuedXFZl3pGjU5UxjqFoIhkC+gGYAo2
m07NUQs2RsorPkk3Jq3osHQdug9753AiJLAvtdJ39M2/l9XjXq9tnJ59cRJzgweTzHkAV/vR65FN
SKJ25xE3qmAuOQ30mRCHfa7TL+SVqSPprb4z7JRgkd7jhHjvUFKnIdJkfi7B35cSQ+QOSzLCvya5
x7JMHp6Q3+RC1gfEcs09APHjQtUfuBO9cjI7v1zHOa0d4HafeyJWukGXPB/gdOzXEUtsXHa/Kzfb
0Rf1kULFOefFvCdvT0XcTIWO6r3Rni3Tb46zwNiBYUT7A3JwMzZg1YY///bNEYX4shz0aXgg0PWr
G8c83JKZEq2tfwYS7sBXfpbGePH7sYhaa7hmBaPwz1Mn30s/K3cgKs8zHg7Un/1DqnflCfh5u2Cf
63f1nA47u6q70HMxaPWDdW7X5c2tqqNIYey5V4g2rNsn0HgNr5d+IlVf7eVi4ynF7XqxITOOiDBD
FGS9F5DJ1F7a0bUiZEwRCVJ73UL2oRs9n1wStqRvBnzOJOHpy+vqlGnUTALfy2ZetIHkolLz54dl
NLRQ6XSxmVh369baMYHFa7BgJ+Edbj537nbu+uoh6XI/XlLzyTN7PzCQf7yNTjYf9Fl3b60GR1Yg
xFrcuQXaz4nQm8CHWQsX9eXLwTmicBh+rdtU/uEiX26IG/nYtCT/Y2+pf5sMyaEZWS6p5tKeEJCq
b0VKgFd/oitK+hLdUOIzYmCsUrL8LPaEP6xnV5TazrJM8ujbM+rD/bghG/fF+9ID2AF7aEBSEGMk
AF7Q26DUIKufc7mvytcMHqaFHsK6W6Klgn4zZUJKe6tjVhudi+myT7uF2GW7/EKVuWtW3jVlXuBh
7aus8rmXyj1WBrIRAlyxEVjxrGk8JCIHNPq4xHrONWYJjxnqe1+on2LoX3FyZGd80JjMPCOoJZcK
FUZgoSjGtUxCmV2cml4/DoYDqs0RndHh5sY2vZHsKuMpGeYgaXyMedbn5OU3WlGcjIKAV+RvAgWD
h8TebYdDNtcBw5n7c66l/e2sGwkiNQZYdCZHtdATkkbltgZZQx6AngsOtYI3CXbVdmfsY0y+8iuq
1hGBmcAQ4NQHu6vw0CQoaYgyc0K3K5/Q5r9o1vIDi8XbJezUbAhctq8VQvYf7J1Hc+RYkq3/S+9R
Bi0WbwMgNINMisxkcgNLCa01fv18YNZMMcDoiJf9Vs9sqq26UpD0uMqvX/fj5zxbJJjalqZJJa0I
9XvxkZbej0MlKDAsBju1hA9k8A5eJh01cF4RRSybqt8hVHvwr1pNDliClIW65poGm8KNVJ4iBtWN
KAZdForWIZEgAJcn7XM9wWvh970JMb4m7SmHPAlATbu2QKJCKL/Az6i6HSIax5iRrHO9EBy4XiO6
BInblE959KXuQQBT7BDY+oE0zY0Wofaz8fUXGDEAQqlbkNogm6WMhK+qWB9zTQHxV3BgZf9W6aan
PAy/Qi3wRRwoK6ResWrr0el9uPwTlrWEtY6WaHUd+abpWrwwLTgfZaWlUY7wjLDBl1Y5ZrVauu9o
d7Zhv91HYY92NHRwmueUonhofBXEVYN3mOgadOKc1vhAUGHxFlcaKgR66dTRBJsl5Ot1kYtOIAKn
49l/mw6p5KK5SaUrHPYDBFebAK7sj0ZMfrmfkKgXaIC5U3Xle0u1o6uFzVziROgkdnTZCyD0lUDQ
FtMLHVT3UXTTx8MqjQrRnRKVB0ySP8FnA/InlnDgkv4kxXw+mjsRHRNpZZIaymmfcvad1om/dPF7
1FX9N9qhyrVm0LAWfwAybkDr71m0yZv3MNg7MPHdRQV5oL5IP8XI4tnw5BFxd4+wn8jbSURfxWq/
VuyvCBaS/hM4HTsqTZLUjX4vyv52agybL9uQU6WoEahUyLnaYWojI/gg0qINQINegir6CMMmTKq9
8kuf1lnNiG26oWMX7NGzXEXrHuGDTS3791NKsXEYpH3pT/SINfeqGFB3pkTip798PXHIaKPjJk79
RmsJW7lq7kqcvFFkG8XU3JJe4twafCeLvIPfpwelTHl+TnrrGnEKJErZWQV3Nd1oyXcuFJ+mVrVY
Z8LcKEZ2nQ6hyrVk+N15nRAcpNkdRyt2QfM+8BZydJ2iHPq2qtuAlnaBjHa2bPRQVkM/TCVn6wUU
g6UfBP7bNBCOWcHbPjKSH37d0/9YfVYt+r1GhQ7N4AMVIadjJ8c0hth5rbj+WN5kBIXpZ4QhdhI0
JuSKyKnpbfiJ9rg1uClAeI3kPZhx8b1Xkoe655SJurhT9YbkY3iwwBhHkv+MbLPnFKCAQS8CRxP8
TcMV4gCHnEtlI0l/zR9tuQuPaSB9a2M9P9II7NlSrR5Ev23dRAHLQKe1Ref9CwQG1edwarpNDw0Q
ShOt5xIzbmno/zLAxA7DGik60I7gQCC5QYakNuK9mv5IIg+Z1c6B1IPbcXgKVN81xf4xl9A/kZtf
5DqpZ4oeB8sbP/ZmFL60XfZh5LHaVySoi24Vd/B8I6t1MJvmIBfth2z6AhjUKcwU7IBkS4lxT9pu
MzehtB7SriBjZPaip1SAwUnewYSId67NtZL0u4RezA0kHW7ahbdQL9pp1/Ebs7mtC67mPLeBK9xR
HtgVkbQecuW7UOL3/ao5Zh384fh4q0T7tr7vIBXvSVgXmd/eKVnpdsqnFBIUn8KfpT5mRr5vRnEf
BHMooPaew53NC1B0zYwb0UQ+p0ypK0tImhs96J9xIykDkVJ9E6EOzC3rmrTy7qA4cYRuK5opQSR7
D9KSZgy+j/VoN3lBdi2n2FISiopg7Yynmlx+nHvJplW1tVpwpVvxg1yXn4OxdBpaN2lbszsElVwu
SNDhPl4WbWb4XeIdb3y7SvXVNAFp8ht/V+njsZZCTpbc22XsfxaFbh9LpFbSe8LNfh1RJR5oFYV2
/6tGT4mvCk9NWq8Qc1gVHqXdiXeDwtuikigbyAdaDHYFPa/uJEAaXCAAUPMxU7lKIUYQA0frwm02
gQQYaHmrp43k1fs0Alk16TD3pl+1RP3cGeMdObfEHcjt69mhq8ptZnF5aWUAW3vmCdR/UJo1RJoa
w6gYf8re3Go7qr+GAJmciYnSigfRih8nbW9ljTsm8iM8m7c9RRMcO7ybelGvBitsVlEcA4vIN5Qa
A17nwty3y84euR9XWRlD9l5OH2vCUxxkQMKVdApajZCTZCuzhf95kqbvNYFTWMWPVjI9woazhXCe
OnlqHaPJLCHhaKNbIEnTHdoQh0GeCHW8H29QdR9+c6CdkBAuKOpmoBokjXOeVLFkkU7qU2arwuom
Dzw9UJrc0O7G2NPLjZq18Y/MqJLPNBCTSA2z0bgZugIdDoAZ0Nb1CaXeK6ReSzpE3ZiRd5ZJDg/p
BOC7M6TujQxzGBJop42U2cD3ajonUWWwJXKCiZ2kWfxQpoLwg7S9+ZS0ef1oNkq/pnBZN64w6fHP
12n5I1Tm/x3k8q74mT021c+fDeTL/x/gLuWZZvLf4y6f2u5r0r4Far5+w9+UnpJh/WUBJtFE2DPZ
NzOL4G/gpWTof3GZyJo+09WKbymXBe0vXYU82NI1CGAsXZxFe/8HeCn+hUytrpBF4dtkFHf/G3L6
9+YFrQp4FbDqmc28oHmn25HapglBm8mH06CkWzDt12RVG63Qmo/UrxLAS61+GBRveNTSVuVw1eaO
nsx0o1NC+UA3QbFXC69Yo6g1faipcB7AjiVOEmQb3+dRaOaQFVhWUz5J0pDdGJkIC5c0+Fu1qqcD
TwORWr5GLb0MkL1sNIKAN1N/Zjzzjv99ZHc//s+/TFOV4aFWqZubpi6anNDTEyGqFW1wqqI+amia
uT45feqR5nexj4TdZUunMOi/LZmiJEN9DTL2lf/uzdlr09qKgL9oj3KaaLzCBnM3DR21DUrCB6ho
6A1tCzJUVgKr2GXTZwaJRVIIugl9IfJUp4MMzCIfQOl49LxY3YqGOv+QeKp642t0C/6hKTaZqeBZ
LODDbJXFfEbsmw71sfJJoHCAzrD+NdUDEQoqSbuycsrMu3iydIpMRUJiG+pwZovmTMf5ZkKNXNT9
VB/LJxpq1rBK7UxTWwOZv+GJuSoHbmzLsDVll/kEeupniP7upRygIN2t3tfU+Ek9yamE+TXZ7Mf0
A3eM28F+lc6Z6OQRkNzHQUNaMqUJragPURoekBv50AToQbWydIXHdP6wp4NRRaZLlHVDxLA53yFv
BmMOY6QHchLztEBA2RBrggIPmhjQgVRdVeGaTOq73ajAKwnJuEUi35DZGaf2CpKPcTRW6pNIALuZ
PNC+ljAkhz71sl0x9NZ9PKcPyG5f2yEz3P90pECxNHrdZEukzXopIGzMJLuWH6pPraH3K6DGNIfD
I3fltC0YbDluhEXw1YsWrz1uuqWmqlRIeUSCQn5qPSnfRjz1tioNZ5s4NZwRqUlX1sgmeFDVEl7q
4aqmbmxXpJ6oW1fhbUGL9koYN3Jbfr18Qt7NvErzpQG3LsT6qKQpCwdaDBTUc0qzH6GnAxUXZc19
Lda3iQC8oovrcBMm0b1gCMb9ZbsLgnlmRDV0rgbaeUXV1FVlscXoAYcqUdeqj426miBXcbUgQEWv
z+7Levxc0b9Dl+XoGL4lUiBRvjWi7/ZK5ZIo9Wyf0D+YsYPjKH3Nm2ID0+NPn95QGozVb7k+uao5
bYaCdiixW1/+5NJpAMUnpzvRMtmwuqxCV20tGFgFuptVH1W2j2j1HYlGN31SuLlp3dZWf4gylYIA
mp+C+hla51fT/xuk/EuaezP+fZByTzdK9TZGef363zGKJqMKoXONqJAcS9Cm8JN+hygaoYYmwmot
y+wzIl0O/9+k47L+10yKw9Un4nXIE/7TGiKrf6m0mMxLC5c5p8L8kwjl1L8YigEhPpYNzaQXBTuL
zWKA2eilwqvduirUo2Sk0T4U5SuH6Z0RjfwqQZU6cy5LCDecus8WgS2UojgcfSJodGaT0AT5411x
YqeXAkPByhyVMJmY0Eym7O2lEFGYySVRRge99MTDoIdPgVb5a15C0PeJgrR9s8Iffvvgtw+V+cf9
45n/NmfOmmocOS7qhTlv8AVLN5Bdp879tTUQN/Urq3Anc5SAmwCpiKQx3F+2aZ21SRhJs9FrFHY6
ROqstCaCsnahGUluotK3dk0MQSwtlZ07dUieCpqypeWSArtGzvGy9dPA6PeIaUQyCZlVAmhtEa10
EJPCwIJ1C8IBu++71O0KWGUDs/GvDPS9KUljv8j6vMPn3XM6UMR8wZfUZgsekfbLHGKgdWnV4Cib
cXQvj0p6lXQ6XUlwQ5BWswVlereWkk9pnnmUXEGTJ5S/ewdUV7oPKaE+opCko/LrZdWLKfr0DoFs
QMN0NMl4JZBPviRk9jdkKMhsIYenHUv4ND7RDRbkwH/i8JeZmJDxAJx4RqsoBwQEAg1iTCeSzcEO
K4V0C9D2NHBoNK6fIdv0P6ud170IUhA+ebqhKI4WTzQ+AaZoRFdOatUj+xTIhMQq6h1r068mJ5VU
8SZABha49uQ1N/AN0omitqWKoEYkTJ9m7vrvHpgwpGGtEMQBRYqB9otAtn4NOWKdjs6lFrkl7IwN
hQDdOxiRZDhFZ5lHYGP+V6+trE8Nkccv+EQhfUP0O/sBpquUdn1Ua5LbNEn6EaUT0D8ICOr0wLTT
R1QozSeAEOrHoMqVxM48Hb7kxpBJkfgQ0X+JTGn8LkNgFpKi6yNpmytphMBVL4ykaQyJxouGzuyV
ryNe42pmR8YSRpKBe3RoANuCM2hAwuoGYib6BGxMhDHva23AieB6RNJ0pfU6ZT1kYis3oxftO738
/k8R+uAjqqRluxGrMngWtSh8EvuwRhiOF87TxFOeAu6cCwUJgp6BqlvikUdOeStH47RqYORMbT+E
gnqaaO2CEkXcp4Ws0hhEfzGcNpU5ZLaiabBk0boq6JCFNlDxji2vwDGXtMnpqtFtNUXYlmkC/4lS
Q1GaWpEFEWlS3yOXGRYbUQ7AB+RJVR6FYApCmt3mVvegmKJPXot4yIoxgUvrI9CZdh1l4dcCBliY
vEsYk2OloX0GIs4K2HhWQCFTd0a96sDprcTQl6dtoJMX9r3SAL8LKmHb9MP0Y4Tqo5uZXylVtZBE
ABfu9eFXZ1b5p6SPxq91WnWfBXFmcsmyCVwSPplAcIAJ4dnUwCzaXZXDnhkZcCcaKAODCpGSdB3m
1Mi6gqYQwHfdN3RQlIeKjiroj6buV9MgYQ3tXY1sD82I93ILH8dvXZR//xyfPdTpSeedhcOW0Gvg
wbXkwS/aKafLjYwqQrROVIOgGM1Nb33MfFSgW4ADtIzUYGGEVkdH8LEoSVwf6gSqEutWg8csvetR
YRuVo+k9NSOafMJ6qJPNq0P63yjqX/Oj9N8HUXb1dQqTt1HU/PV/J3pk8y/CExSldJmsjsaB++8o
SjCUvywAWDLcB7ApGPCx/E8Ypf3F+10zLPqpeWXP4dI/iR5FIfqCQ5/cEKeX99UfibecXljcHpbC
vWhIhFC80hCuPr2wFHS1gSUh1FRqTQJjdtA09MsABMz3/qTB5f1mZs4EH+/NqTzZCKVMXm2StAw+
wIV5bdyoA6XmetR+DAmUD7N/Jax/9CGlmb5ftncawc3D41WBuAIj1Ahk53l8G1uJYUaYkVD6KdEi
fmgMRX8qQz36vfP/7flUxYUdAOfcwCR/CeBmHZzlAeWPJO4+6f6wu1vfbd312rbXh+N67brro8Pv
jy7/77qOveVX7vGw3tk7vuZ45Ld71+Xvtu6ev1vt+SVfvd7t7twtf3vkm3d8qePs+Gnrjc2P5MfP
X7LO+f7d0/put+On2fw4ezX/9Xq3dl74Ej6C7cx/wq/5zcq2na2zxS5fy0/8sLnjxx9clx/1wp/s
VvZqxU98do/2bvdk71YO37NarZyV4zjzl634fn7e/MOcG35xZCR8oofZ/Gbr7D+t9vOXrvY7e+Xc
Oi6/ZtTbTc7gHT7derW9cZz17riePyifbcN3Pjhf+albvnR/+7jdPs7TxETN3+0ej6k9m310+OPL
G2PxTubtcrpi1uKdnEYVJetIuj+u71526ycGtXK+Otu983jFknQa37+3tDhiDcUOVHul+7V7//zt
zrfv7NWXW0e0r9h5fdn/c0m8t7N4rUA1VQTGbIclet49PLDODvPNkmwPR/fgOIfLU7isM7ybwkVc
7UlNGU0YPLovT+wW1umKgVfhpktDmo/dm3xZLRcGamRYuD+sD/OGXh9f/8d/717WnI079urx5bh+
Od6VNgfn+PLCWto3GzbW7mGz22w2q83mxr5lh+2dw5bt/OXm5nU73tjO7Zb15uRxLFzn/uDYnM/V
/t45HNh9++2Vh9fVjbB4HKhi13kR8+U+u0+cG2bs2q5+fV9cmrB5L76ZsAlPnmmYOKxf7vwVx5Lj
fjcfeKbtgX929oZfzafatxnh/te2cHr7l7vdbn/19v3jtS2izQ720gdaOOC0MZWI6vc9Xurpbu38
2u5Ce71Zz5N+XOPj3Mfj7CZZGBZiZeMDnfm37t36yX3aPRzd5xzftrGfD9/W/ACGcrexN08fOqbP
xYs87Dbsu9WefV7Yq9uvkb1/ZKldV7bdezbEi2V/XN3iSdauvXVX9/ih/XF2MJe36usb8tI453zg
m4kH1znwxGJtj9uj/YzP7Ww+95fN2n747ZkZHk704LiHNR9ihd+9/AmUWQXu4lTPf//mI0zG2I8Q
bN6vn3HvR2bhOPu146N75zqH3Q5vvX3htOCs8fjcEpvVqsS9rtfMOVfPdr4F3GcWZ/3i7u7ucNjs
m7sH37Y/s4vWrAm3xGrPKXzGa+/tV1+22+zudg8/d77982H+od+e7l5C+2myv/n2DmeHH7p74Lc/
f7Ib8flb5/YRH8t/77ePq8ftLweXv320n7hFBtv27Q1H9fPN7e3n2/129XG33/54vOemcO65DpzV
6tG1v95wEW3vD+4jR9Re7fc3+Oz9lql3mdXXaWbkv5huLlcscrdsj9zLx4OzXd1y1F+/8NMjfzw7
hUf3cP/8zEZ0flxZkcuOH0qS0wUxfZSOeI/ywdYH/mXvbo4uVx5H33bc/e9LzrmyD1BZvbgPZHFx
38SdYdBigg9gnIz1jvPPUZutzrd3aXOK7G/zXY+75FzsbL4Q77B+mG9lFpqF51cPfMPOviUgWPOr
+Xt3u80t/90+Mmnu3rl/DWyY1vV8a3Kibjm5u9dwYbvfcyDnrb6e9+Ddenangb1lCzH9eOu1iz8+
zMvobp+PRDru9s7ley4vwHw7/HMmdVq8oEmUKaiibEVFc1kc6CZYpcU2o1FBFjq4ntF8gWqyWV22
crrKf1uZEzAqYZ8sy4uTTy8O6q207YJpjCxaHZForrIBhc9hQtUptoTfPEf/Pth8NypNJPinYiNB
wMMD4XRXUTc0NLhwKpvUhrpGTHBYB0kn2ZdH9X7uyMZTB6b+zNNFExejklozjCoRrZxIDeTPYljS
iVIM05XN+n7u5pw/KUEeITNeYeGyqjIRg8aw6PSN1cBwAqgiWzuuNDjJc2vMSfiUffB0eWSnT5B5
vTSy2XBVQbatEa4vwiQrU2CK7Ua6B8tM3tPYoNEgH0dHsTX1K8M7Y4qXH++cuf5GwLmYRLlIxTxt
gTbl0M/Bx5BN6yKk1aOO0uRK4vHMTCKoRrnNYBoNXoanu0IjP2QKGZymcCRGuzaMdGDDUXOj5op1
11e5sb08i2f2x1t7xsK3Ua+ccn1mXkVObSq2qeQVAn3fenjFzrkp1FA8RTCO4b0raqMVQ/dsDh+u
lZQBfPDRFI1uE7bTi+J35RVj5yZxTk+DewD+oC1rzVZZ6XS2IEBFOyF4xK6SbwPQiHNzJGxQA1TD
lyfx7ODQCNVlzpkG3e/ponVq65lNCEuKlLSwg1gReuuNTGs8XfNXzvM5U1QEqQdTyeCtsLgUJEHT
YkQ9UcWpAFs0SMHfArMle0RrzpUDdhryvR4wdCr/MbU4YBASFlUtMSptyu+CwPA3ZjyWnwx0CG/g
bi8/VWb7fHkiz+3GtybfTWSI+hUQzxn7lzpq5WnrsG78K8f5rBVJBV7BQx/sg3m6XLVVBNU0i2YV
cIt9gGA8cgQzU+7+g7Gw2TnMOpCVJUbA0xAxCqwZU1mnIfniXKcUlOtXUhbntrpuUjnXRWp+qDyf
jqWyDMRXSsR8hMpSdLD9IOMTPfV+pUUdPFn4q+bK4Tq7A02KdUQsiq6qC4vU5hOkCmCkasiXbZKu
/UK955tc0lT95xMIvEIEVYXLRTj+dGi6JgZ+r+EyAk8wIPmAHk1NAG9ftrJ4/c7bnKQOHHizKut8
kSw8boAIWJtoMJqUCuILUP70jjbRoVwUBQKNPTQlha5tPJhZNorW9AKqOFART3RRX/Ei77elPkt4
irJM6WkOek7Ha4UpD8uOWwZgf6LfQ0MQ1LtAAYp0ZQWl+RidBlRYohFXhDODRPQy9BhqegEltODo
+A3iPRTn3bosC7iOuupIqWPYVyD2V1WcQ7CDfWcYod1mDRqpsaBnoQxxeQ3eexoUFiVOpEUWVdSU
xbHvR+IjoYNrrxDNXrF730ohhkD6he400ZcLSlWd/lC3TTpcWf33c45lGXyFieD0+/BopuhPW4mb
AuAq+KI8oilaabMrK3t2fG+sLLbYiHrM5Jc4bZ51aP760Bz3kMVsUhUFFutLHsHnfHlGz46LBWbi
KGC+w2DQ0ZspRJSwMYywvwizTGinAru4bOW982H2dHBQJtAgsuLz3795qWbQSse1gRhW7Fv6Q26O
5UqJ62gjtkn0rYG8Yn3Z3rl5ZMvqRM1U2t95BC/OSeBr3Eh0jaoFBK8m+p+eCGWsmaI+BJ934w4+
UeCVcV6zuxin3vpDWaJBOuNuq0PU5xBLBjNpA0q+BzjFVEeEjOqK+zs3uXO0OcPyYPVUFu5vALNf
JlXG5MKT/dwI7dCuZKuLNn1m0dkfZELz+fL0zj/x1C1Yc0FCAZRBZG0tY8EW1adMQ0EY8rCaRvOy
rGiYoqVQyIY/DzsJpYlgdAUAClDHxYlAtGSKex3ix7Fvk5VIjXk9IDT0x8G0RXM1AckMgJ2LNov9
iTJFrtJsDvFvAYFZDENfHBn3ME0gYleJV3bnmTN3Ym3eRW9OQ+/Lej3oeCtE08DzK6ER6w5t3tN4
ZWfM8clinYCGA+1ld4DtlRbxC+cY2pAA6H/SiTUagEK6yTNaNPMUxgJ4Prqnge4/6ClJI/V/fhQs
ca5WEV/zIFcWgzTiwZzihtt/EhrrMQHidQfmpXUKWSt3eaVPIArQ17sy4jM7EyQSD2UibCAZSzQu
bxK9UVDeoU0e/spCQcsEYh26DMRO+HNfbb2+laHX5ZmyRH6YBe2tKs2eYGjy7qC3ZbtLlUbbh6ol
QyhmzIKQJZX+y0fvzJKS4iDvQCCCHuBrlePN3qmCUp6aBqtKq8u+nYSh6fZhXu+1XGnRF6bTKzMt
WgjDLrxi+t22nS9dAIYy2FyJO3CxoprXI91V4lH8aKYMFzNlTS6mO14e4LsVxArZB4RNRITD3/mW
ykPlqJ/YsxM9WXA9tRFtn2ENZV9hXCuznxsR3oXw0wSeZr0CFN9MZqyGKv1pTWHHVjYUdtkK00sn
yKhT/QdjUkGsoukHgGfpxEJkPswetil2ZQzfWjHSDpa06a5EU+aKbzk3fQb7H3W++aI1Fv6y6b0s
z9MUU6Vf04eFlmQxjV+CXByvBIfnJo9YiCMA7smSZr7ot14MFewgHOQCSl5VhB5KINYN+qC8cqDP
WJmvGa5GJk80jMUztvaNwCpDGPcSjf4pUa8DJGhT88oCnbPC1mYPYMMEf346Fk6RhGwqjUaw/kCQ
o1vCt661sj9+k1vQWuMqgDLioIhfT80YcloGAgwI9Gm23rqJAa7ESkdnnWRdqcOcHdAbS/Pfv9nZ
WT7S2zxGtE3r3SfTAPScyfRrXN7W8614cr0wHFKTs+/D51LePzUiNUOZ5pIAc7+eizdlNJSPqQKb
suVrKiq3/TBsLht8xV++s0hzHrz6kLZCRX5qcSqTKOlLLKq+xQSWtAADWosh8uqg4w40L9ii4ubD
f6VZG5pO5F/CKOzhmizWgdLHD5c/zrlJZiF1DXQDDSBLyLefJWlreuwag1YwVyiEaEV64OefG0Gz
SYYngZcneYjTIetlj1ZugTzCEFaIBowINDduLUKnf+UMnFtNFLDI48y9M6BRTg15apyJysjmzKJs
cCJEqWAxEWbpuW3WCNcgmufmzgQlAaJXneGBi8ukHWpYMzp6LQ26fw5xN5a7Ag/qXp68M94QqSJC
Ol2HwB5y+tMxKVZrIb6AN6wUr4OpJMs2o+wrewEH+ufukLnjFYVLZLWW0xdDfxFbYTAHqkZwm/QW
MmVQ5fxprggAEDB/klFwUZC0nBfxzbk2p05ohPkAxKGSHuGMlN0CaoUrTvd9qmM2A0BIg48NkjNp
4T5SfYI9NDVyO6L590YY4TyRylkFlWZZXexuzV57KATRW5WB4dH7Ve3R9CiuzOi8BRaHnUMuofdB
2xxouEX+aKKJ04KQikhA72Rp1QzI5n5QB7Rbb7S27xWHdpYk3FWdBU/95X1z5izwHACMRQsfqOll
bCfkgSa2qZXbYAxn/Uzk16A0DGFPRGS2hUbnmsEzx4HbRyYJrSAET7Pg6bq2sjFAmosrUZE8sfta
qdYw4/75caBf1SBFxg6i3XD5HiDp7CN4yrLqAVTS6BPmuzGbjJ3qWcGVLfR+BjFlKsSJPEAAui82
Kg6T7l6NGcxjKDLdMYf2EX6UQPpo1QrU/T3Y3yuHfZ6j0/1CrkpW51QjPkydGyHeno0ApcfBLxUY
2LJUcFWr1D6VbT99K1sDdTMpQ3tbFodDESg5oi1y/XJ5z7zfrhIOhk4vUu60EOgLX5PSnuZ3fZsj
TVv5bqIbP5LKeNEyMlSoE6Z2C5fgZYvvN81skVcr5TTSrMrilMLvH4WyBC0UfFm8Wsu2hWW1y66s
5BzHLaZVReuFa479yQW0iPPkqAEGlze5XUUCGG4zC8PnchpT1a0KT/1Qxt2EOLgZkDQyUNi8dlG8
d+GElzRkzEEg6aMlgLCakKPNqG+j4Q0dkebHyAVbnhQ8Qb2oRFdm9Izjo1bCW9mge3T2fovBKpDz
qn0DSceo1x/wizTueahFdGqVSK5aB9pjrKS8lQeP9um17Hke/HR1XYIbV7PiyoPrzMxTkAWkSfOG
NKNGTzc0IPqmmsoeZ1+idkQCvfkGy4TgZiKUBsnowSNsfpJKP7iSDTmzryhDUDWiVMDx1Rf7Skzh
oSxhdLMBxCc5UkyeMm0ssO/1lek+t7a8vAChwndE7+D8929uszSDUAToKZy8KK597MZIMVajZHmH
JlShdb58Ws4Zs8hbkYKcOxRfURRvjDU0WiPGBUHjRGp9Tx9he9vDWex2et4/XTZ1xvnpswmRiiLd
KMsyn+Sp2mhkjMuIDO9H1EjjRyjFug068cmWimbw+bK9M0MjSQ/sGHY9mdatxU0JUzrKu2OOX88N
0xUCKpgQS1NS53v+fMlorqZ4OQ+NdPFib4R6Wvh1A+mSNaoVTGJo/kFOPkEBI8lwgbqXB3bGp9Lf
yMDwcuKccTzdINGQ6YmPgJktpZBieHlQR7YAswIRv1nLP5qx6sRNyV1z5fl0zi75Rkwi6g2aZHHy
2qaXEsJJ7PYZKZyhDdVbeaTSiJh98LHPVTTsukC4EtydWUYQCoQABsHX3CR2Olq4U9W0EeD0YZuO
roeQiV3EZe6g5KZfcS1ndqiJn6PBgKQx2u6LiZ1oGzE6aNtsCHAnJ4FeDdHCztzCVhO5feYLVxoa
zg2Nd/VcP5l7yM3F0Mre8MvBhCsjr1V9h8w5FLO+lj9MZphc2aHzDlzcV7SqKxQbDPD072J+VS/l
xp91H0U/TG5VeHOg4dKC9eWdedYK964mQ99KKLW47UVkR1Ndw5uUUVKu6OMzD4EQ9H+cDKNrUicl
gQ6WqMmGfLoj0MImUzoWWEGmwnB45yDooUYU1twRMonyios8tytIUc3vGIIK1VwOSpz0qg3xW0LT
PHbQ6qZ52ds68ZRtlFF5ZaHOWSPJN2OoyBPzuDsdXJHVka4UHG4Ylv19RpfZGlEmYydCoXhApa+9
MrozS4ZHJhVN2zg2tYWXjA2Z9ni6Auy+KwoKs4Eod66fS961KOLMZsfEnBmbFdNeSTveXmtDoUpB
E3KOh64zUriUrZkoKzdDOwy96vHyRjwzi0witcmZBALyl3nUb641b4Bgo/HRLNStQMtcPk75PatU
ZAs9gUwuqX81+HPvyI1NupSYhJB7eW1PuZkOAWLQdtTRyRcLvqvKEPfWrSasVK+CcHKQevfyMM/N
KUG1Nueg52TTPA1vhhmgLV6kMwOrUcP0SjlxlaSKDwcUivf/b5bmu+GNJb0AFwYsCPWGtgmRShWN
JoFPOO4KJ4wLlvKyuTNXjWXMldE5NuFOWQwsbSozCWq4e5phglp11IQPE3xobqnV5UoYrHFvlKH3
+T8wqs9uhePAa2lhtEqtXgpNBaHtnkkMwYJ8TEf9I02k1VrUIVzv60C9YvPM8wzHT1QNQHVumV3M
a20iNR0p8FnxUpIQA8n2VjEkn0cviL7DU5i+aCkduxr9eju5H9IrzuZ9LD2XhXChRNQ0Xi0PP2y3
xqAkIRJqxiDdt3I22klQ+V8F5GmOkyl4MEWU9VEo6is333uvM29XTgpxNAmFZQoqa9DdakhS2p4M
coiahr+KUIG/v7yg770Ar06DZCS4MpJpy/u1M7I2DGV0XAiogxcfNR8U8lDFzNYqqgIvTav5Xy9b
fD+h8zuXuqIBORF12YXfCZoUJv6KCCJtQth7yzDTPljtFMN2Rl1lrSloxRsIDHeoAnn0Iv659dco
XoKmYI6zTw9pJ+RiCP8uj+2iQHbKgEuiRQ4kD3rHQpJQQv3Im2DOG8Qi3pIxln5etv/eHSncITTq
UZdQZNKlp/Z1ShKEyTgJeYiVHf9+jQu138iox67/2BJ5UjJD1HJes+ynlng7yNaUcEtmnmVkbjaZ
/WhbqA6je9FpMABeNvf+lJIw5RlBXMiaklY4NVdHQhwNTc11IiflDy4QN+6j2KWhngxck+UbHxHf
L0VvFBso9dVPl62/PyxYJ59uEnzPDfyLeKdpdT1ua6wDHUPLvdDhGI0y+Y+P5Gxl5l+g3APGdBEI
cEJMYNo9EWIvWPtoVG87c7jGC3V2KCYkRiC2eUAsyU1qwH4CsDQmsp+KD6DSEQakWbq7BgY7sxNn
fisSagatne8gWrUvj3k5T5kgIJuSdGZyq5GHWqX+oH64vDrn9gZQSPF3AvGVqOztzZhGocj7Z+QO
Nvp6J0boifC4T1157FFErytxX1IAv9eqqECbISiubM0zHoewivcDWSAQ6kuwLhz1HVgMguGZ0UK2
SzJ8H1QzQUdUHIzqCVpsaIc1NSyf1NAfqyuDf39PE/HQU0oFhoy0voQw5cJUyAgqUeyacvELi4E4
YyZzOJw28GEqCMD9PfjCoP0HDgDDFPxZZNzAMhffoAdV+h1B+SihbyjwCXedOQXPktHGV2LJxZ7l
JMxsYtJM84JPJdI6Pfxeh46upY6hK/a15sKmVG+kvIuueLRlku1vM/ClkdXjEC7fTmggp2KoKIhW
UTNorKR1O38SVrkYCYg21eItRb5sjyLBB2/whnVJCfLea5s/3M7vPsbC2aiF2DcEm6EbVgidDJpR
bQjU+k1uQKKNiMsq1+FB0lIScBrowtXlw7Q4t6/WQdwBIZHIbJJROZ3rKg/zMDKQajB9v91rcC2v
oIjt1nnYXUv7n1vWt6YW2Qx9UoxRg5rVbS0LbQYlMV0ZfZQry6rzgd+8u18HBN8KS0p0xUNk/vs3
cTO0trGGMAxSQmFl9HsRWCoUIGMRVztljCzx0YAC4g+jq9ko0HZOI03fMCQuqXSUUS0rLbdgtPIC
/6iBN3LnTNKV4PHM0GBtxJmDZ+GfZeja0r3hCSR8kEnRPP8mjDR9VjNJDQidIUqnKceAWOzKO2Th
cF6HRilxhk5hm8fB6XzmHtq54ahCODKIkUdVtmjDCdblukezNx6MwXIaM+j6jY+4RnxlxO+2DEV2
9j5gBdDv+NrFFVl1jaFCJwMFV9n4W7HyRkcHiXrFysKjq1DZgNomrKFsqgAqWlhpk5COklyWHD8c
/Q7JyCS/i8rBWgn6gN40MoQ8FopsrciICv7h8cO0+V+cnceO3MjWbp8oAHozJZmZZVVGpTKaECWp
RO+DZEQ8/V15Rr+kRgt9Bwc4g5ZSJMNs8+1voZBBoObQ3vidXh/XA2SxunMxbx5K+97xx216rqR0
cCZHdLLIv3SH/tju/B774myfRfKD+cOvX7MEqerkYnRS3Xhb0u4GUHHttKm/Qg/+z49GLR2DPOd/
Hnm/l+9HRqzmBo1LmpMFHPKpN7jtSp8jbfqbzeZvEcH5AyJNoOXN/87g+N/WaN0Ek63WnaeC53hd
5v14ErnpUkeExaPcaLzn+1pjvafcm9319798xD/25fnnaVUQZCGnYaX++lIdgcWo7KFEs0hBYRl5
Ru/OFIot4RIfDNZfsqw/d4VLhMVr5WMSv/1vIPf/HHFjoZq8BpSV4ujoXTRtD6OuKuVfdsWfT/XL
rzi/7YomdmPssV2cxoUVpkUUYCeokMLZZfywba7/l3Pmn36OaulZLc1kA8/360v0e2qZVRQUWVda
ei2O4BKm2kmWKegcfNB7Tzv9Qcu28o7/vk7/6W3iGElaTihOIfr3LUHpD1G9I1I3GoK3sqGtOCz/
UaPDR8J+BJUyFRY6Muz4X5+uHXRbBhGoJqwP27cYbl5GV2H8S0Xsz0dhIsEKqIiRWRCL//YOQVLn
xV4Dh3ccujCgT4cDyDD78r++MH7lXLOhRUmh6PdS0TLAhAF3WWej5xCZMYN6rKzlb+vhz5MKM1lU
TejTmNPkbv31jVE6z7U7QUkSmybWXiMwPqbarlRO8/zfH+iPK+4sMyKmwm8/ZHrn9ytuxgUP+6iq
ASsji++mWTs8/4vpONW+ypZoEFcFRc2/rPd/ej6UCS79VNr0zKL++nyz4QUXE2+xrsqJFi7a8sU5
E+OEvf9lJ//TT7GjuF/IV6hT/LYs/LbcKmax6KgYV96N5QAFZ4vsNw/V33/eTOdxOjRBVLjPZbbf
1rllpkqPa9Rk426GU7y0P2cXS7j/+r1YD7QHEOKfr83fz9vFtbHyYdSUBRjqL+AbDJ7zXnnDIOpy
a5Vje9sbMf+tV/Xn5vr1V387J3KwYsxQ5VWGrb+52EbwQsOyORf//mx/xiI0GalocW0yE06/8ddl
4StdNZMgKRHRWt13EIcSHao+7bzRubbLGuxhtefuhVfK/P3ff/qfHpBLjMwWeztqEr89oDLLiKWt
Ih8KApUFq9PcNNL6W2XnH3+FIjPddqqvzHX99oD1igIp96ssdLbt6I5Dg6bL/lud9c8lT07DQYix
K+op//eyxxBaXW/Lss6sFVjeadjHxTmaeoYTMgEel385Es/L+pekgw/FM9HNJyyPyCZ/fait6L1p
Ml4Nv3SCx9xM5qH3qzar53PtCIhs/Jdl8ueRhZqJ9OZ/dWzC49++VSk9T2zhXmdRSLQhJfRGqo9D
dEGiIo8bQu8bvOuW7i877x9eK+cxIhiq5wF35m8fT+KWCSILkHTB5XP0+9pc5uCSfTgcDqy8f1+P
//BSCf4DWmRsPLKq315q3Fs6jIupzhYp8TLe0B24KWqACJ5BEC9YtntD1f3nY5nCH0Za5wsO366z
P/7/TR+9cN+XZV27rKc5mVJbgj6+S/fCuMP2/d+f7x92Ao0ktjmFW9qrvyua5BpSlS8xBUV5FKab
DWinNfGP/58foTJMnYPZrN/TYcseC/R1sstQJe8HjAKtrN9j85cb9I91QfmEa4w+HDWbs/D017em
SN5o9tVDxrD39NBSBs+sZd5PpbaDl39/oD8OSCJs/9ygIkpkvuZ3tVkPPO+seJ6yGozUU45SKr+s
jGbqNBvy2Yozbu4ddKS3j1Pztd7X2P3LEqGleV7nv+x38iekiwTIZ2UGI+e/Pi/pXMMUZjMdtG81
DGYL47ZOe7+1mN8Dfeq8pYNgWXWmjRMGGs/USiAvVtCkNq20fDrElWV39mfTubp8rxq0Ed4loKRR
PJdhT4XiJddN3dcXoQAn9aPvapFHqaisHD5c1Wx9Ux+svbByNy11v01WJjfar/VJxvXsPm1qjMWQ
BmW5n//70kzu2xSWnfxpS2vcXwyGou6nuQvn7scEz3VNnVVX9qEWAwDbpLZl3V2tY11dWWEN62sN
602/QliRNKz7FbpoeHS8CmtNLG63HbANeqD51gJKD6HILdvomfKO410HxbZYP+KFYaQvDQmhWycD
c0o2PqBt3IXZ1gqw0fzjB5VfjXPdyZROar9/trUImF8cZJ1DI6Jp3aS1lvH8RXnuXN/Ngy/cizYG
uORnPMvgv02tXl2TuRPe8/7FDJTKuAe51UpIcNMtntEXc7mI/SSBzphkIeZXYIxBVDPd2sVTDOxW
jzAAhzJ39eOwwiv7gWtr4FQniXXfy7SQzm5ZOw+j+IR+dYB+VMUG8THOm1Va+tvCPzVA6fFqr4XF
lKlr8Pv8PAYjGtO4wMvhoBZrkuka+piwL2djmC4TrljjFz/X4fLVynkImWom8d3Py1BTdE22vm7n
klQ2j+0LuKJSPQaVkg1ZRGFWeOktkFQQkK2Dg+xLoMIW73ecXydxjE2j+/UCiZ47Pxlrb5s92/dw
AIMu22LXdXrujxJdVzpQwwukNohc8HzHWD4b7e45nrubb8RDtLhF+93jrnaKFIpLVCyZ2Wdceem9
W/76ecA71v9wjPGKhnL0MgFlKIstrEFaRttsL6lep2GG6y77Ri1wUn2WXp3rDvU4xqyYu2vYuf1b
5DdW3SQoF0rNrdKu4f6VU3JzrESuXmPupzVCkHgSC4p6N3EwcoV2ZhdDrWZGJBmd/ljm3vFZxHmw
MEUgcJS3XiNPm4XxcU+ZeUsLjGn121jGxr6ChuuZL14/r8VnN85l/8SgqWozH6jrDnnJNWESWTLv
s22otHXb4a7E7D1lePPcCnQcMgMjueJHsk/hjYaz4D3LOlrNMcqh3bspArgFMNSSD3aBea1u6YEm
/eRp/dZ70CvKY2dpTiDwg9YZpNbXop+ta3d2uhEWLc3o2MpKKSCCwvWOKADCsG/oAlyvgqHKOLW3
bjU//FLQT8ryckGPk9iDtgbIpCrsI4bXbGG0ndSW6fc3tI6iLhIGvPP+xnEKgV4Uyx0EwokGL9q8
+9OsYEuFcLisxwDs8BIxRKNzwJxGIlbBNHi3p+rbVHStrsAQFzFsgbMyYVmuQrudPPkJup7fzpeQ
6MtxhcLJlO6SbqQDYZCNbpD7N71bB92KjVBVQjSUnNM1amU7lgCisJOBDYEz8Nik1bpHo3Np3I6D
60ve+npdH/vGnZr4sPRxuNtf5nwg6yGuw6+6PncHBUhnaZS6jpDvLM5hBHi7J3usV4iUi8ahJ4vF
Xs/3XT1B5p6w1qhgqHZygP0X+84e/4g6h27HUdY6+CnHag+vbatZrK9h5SzDUxcyHI/+DtkQEkBm
OocfjstpnDgbcUK6q2rbrq0AE8EnTWq8PltygGLWtkXgXOPS3S8pB5f1LZQdXkPVqsfLOTftafdz
yIbTPhV2EhR7cRvkTnkXMwNwdNq4uaOjNtLp6cJ48Z+iyu+aA4WmWTkJ7eehvAvGbWeOdnQnT7w6
LlXv7zxT5b7KoF4oCKxCxCf+WTQb7LJZdYoioHVPCJ+t9nrROEVnwU6AnjZ17Eyv7upEwkpE103j
jfCbuH10mqqdbmzu3vx+8iqlwdjL8dWAjC6fiz6e8u+hqaLuocbBPnyQk2XiV1Q503CEhF6FWWmP
mz4RpcKi2VSPfPMwiS7/GOLFnu8RkAK9V0Wl4m8s2YE1l9sITx5m+Jj9jzj36oAZv5n3cMAEeXY/
Km+jLg21d3ZY1awRSz34bkdjSvSgDD/32kzmqoTTy5S9p/K2ec6LSFr9hbcvwRIeLTzvlX2hSBFy
lRowdfPPLdK79bE13tTvSSltbxXpIoXnfHNmpVaXYfZeAaVgVmJbMKiWQ1EogIplBSxsH8qzPnQu
3UktaaD7qf8I186ycKaOpoXB1bJwZPw+ebU1PoeVB+QexSwLvUzQaJnAAU6pXR+NiL12sucgjdR8
iqKtZRycjsd0Wwl/dxMkK7j3RIPiPEcEsKxvHQrNOWGkqVo5Gu3GhgPZ0xGAyCdoIWFdjsDHaiov
elb4iXfP+S66HzDP4cZNXov5tr+O9rMtqJWlLmvRTcOpmDswZwaksMPflcWdVaqHoN/VRcH+ym+a
0gW9xukzvUY2LV+uVkC1C/Kax1YP9Y+g8iXkzUG5D+O+Bw/MgBbyf9fCWxHZs2LscAmu+n0q18/E
CBHF6BI69AnwNhBivEVyebAAkCow3PHsXxhgchSEoqV7HuyQj6WNuJxnbdkZVdHSSsAWizVFEocz
gD+1bX2sIdnekNfoDi5da94rwc19OUpn8g5jCbatroHdH+bJbo4BPALv6Fk9VEVZYOABjny0kJfl
E42XrocMuiHfzmb6Futp53p7c1FFtumUc8dgP7/xUUA4Y9KzoS/lNp/3tblcqi3UibdFqLgwbosh
wVZq37JKi0VdFThQ6KSu+/Ci6Wac2plLiezMElxDiX3+qXQdnAb1hb3mXjrbQwAZWzkKkPNalI8c
d87L4g4YkTs6Xr54dVh88QuV/yzp6TzYM04kvBEhrGNZDXSQrHC22A9DHe9JHC2EqXi4jMHNmHeq
eRgG0y8nx1vq8VINTMscV1c66kvD0PeUeVMoqgRewk4DaGBpBkvceYdcR9aASXg93p2/AzVw3Qxb
KvMcyiHRyRBmHhDaFYWg7jB+r8NuS4J+dd7j3e+uARUalaExrngGS0mI2MJMDHibqv468GmqtAKH
cXQZwsbUHk+BI4XDsUeA1zVOSprTHWuv5f9SgCX6LpqoBw4ML/N5buo6v/CKfHcAuJdn6GYdxUMa
w3+/a1rwA8cQgO+cxMsKVsoFV0gzn+gpTgazDDotNzS2oCLs0mPrd5Z/MGs3Pu7h0vmfu6ao7RTb
/FomnQrB2jZAmNWtHxbgy8fCjSGWFntoZ0A1/PHTZCznYijqzr/E41/l/CHhEVeGK2QulxmdLZGh
5DBbTOW1x77bxJ2DyGn4Zg+NTkTEmZlMgQIoVhYTf63bhHFzgIu1tZdBWPkFmu0+vI7bOvRORLeR
gIIb981HY1wgzgEeKK9dO3Kf1GVVuVm/xPF8lKaweBZM5FOiJQ9z7B2hx1WuZv/Z8fUSXfU5ivy0
dLfi0YRFbyUjGvhrBX9hS7YdJ/p0M2PsZMHgFSrFAyrGAbFUFcRPx/m6eNCbq3bovERabiE5DOO6
Svt842CEout9mR1LfxVDA4VVbF5lPzqrxD3AR9zQvTbztFEVaxa59p/Ylhpse6+4+YK8sgTwoD18
MqvAZcUanOoaZMAapwMm3IT6zQC/GyBc5F7wqfztaNZyX1iqffy4MfhRH3JVSShEdKfLi2oXU3Bs
EM00ycZAUXjMJQgFSoyAJ5JyUPart8OiJL/zy/pI+XE5xO6GLjNXZX4yzmZhCeQXRXcSxNPjS1m7
ezKClqzSpVg5u0q/BVgLqjUeu4uZ8dN7qm5OCwZRbvblFEqbWS1BtsL+CiqxnfAaV/VF70XzeE2s
Qr7W8FlqnPZi/h6rXn14NMpjMp1RkvKFhn734dim+FGOw/4DJ5byfS+a9qb3UcmBShXjvanX5gme
JpBpiwX1urq9tZysxu2f5kZYnJmdbdxjqAIg6IGVxyLzCSjcU2Aru7l02255osPuFyYl0ydvM7IH
T8C0mz4wCzRmZV4H3AWCWwuyro9VVd56Eah31ZOabq0b3NOPxyfCMFYUH1HLW/NRhHOovtR9HDWX
0msIh+VmhQfTbtxDMOt7Vx5GrOPABAtRvtUFg+wJ8jGre6pXvS8ZbDgIIxzFwy3yiXxMatcEDMCs
cZB4pmZsHwlF/NOaHfXTkiL+CaOUnHar80mnq7X6tCuj5YwSFX1bkYd0ziH3ScxRvJy9G5XdTe/7
vjNzUpRuB/0gNu532iTkQDKGv2GkmL9EeTh86yDzulcuw+In2woAsFPInidsMaj/Hpkhaca09nNU
J2U52c/bkG9sl8EUX4N+3D8FxsvfYxi8D6vrrA+xiPfmNBLxIGQEc8vAcke76VDV9XTcvW6pDrGt
ojwp10rf7lMLOKX1dvUtxB20SXyh5ffaxbIA05XeDbJcOeEJNM1mUbIpzPtieRuT6yP82gswYe63
fffWkOkaPbyPHB7mEK5RfevUjvXTWbv90yaogB/daQnet6KtQQdhWMFwYbtcrUFBiATxkPNdo+7Z
Lkj3Qp1Ne9X9VJMlvsFwPLf2jNafgVzgkLIMAL7v6mryaJh2W/9ht8sMAlzHTXPQwmvhNKp2vRad
GmcSBD0BjPbyr9odi4eVK/w+aEv5Vko/6pKNt/Y9nOR8rbrJJtbv+eYJdijKTttGEAe2bXkeoPUW
BAuWp1uwAHDrP8XzSCJXq0aSVenynCYAibm3nU71x9GqfGrxNuZCx23R2wouu/LDEz1L+y2QjR9g
FbKIO2/22e4OA5AhJSqy90wxZT4nXqhCslI0BBF9JqGhkLiKYYpGqeHK0O2FiuyQ0h+cSbZrIj0p
T2HNu05i2ckgHVYHAPG6nCEv+eZ5d/kUlc9oLtqnHYwcGWZkrUvijvFkJTmGCFBNgkg9Nm3hf2xD
3N7uS7UUV6oUrneII4KY46yAI6fNeu6lWLldXNpT2MqjUnH8xJ0+VNnmV/11zay1vJyHNvg6bK64
VTBy/KMdleULTBezXoXFHD+Wca4VU4gNan+qK2DXdTlNh8iGBXgx2V5fp4U3ej+iyVXIf/q8vfbM
bJ49sDgynf0l6HEf0mJPNF/m1NGEhACzleY1L5RWN5wWfncEOu4coK9LuEOIJQhnx4LkLufheTs6
1q8k3e6T37jF52Zm5Dap5OQ7SSGIATKn0dbPtqq7awbvzkc4davgOG/VGKbMs8j7UOoNH12sFngB
Zg9Sw4DUHRZrrjpjZMAEbZEIpgOEwc5PRetZl/6285gx4wjYMnZ7GCbsZ+87vb38izV6y4uHsP0r
DQJ9XbRrrVIIPfFLtG/DD2qA7f28jt232jfu5cBjgiG3XNJfRX8I8wrU9yjgIKFfuv3SRvzuqllR
Ipf7IbfcDaCwl0+8Wc4MqO+Ovzy2eG2Q7DvoITg9w+l+I0vdEzx1a/t61ML/uunFvw2Den5vq8Z7
cUOaZ8nitfIbgMCwSVRL5TNduiHoOPbq1klmyKvv9JYJktcyLm6MP1Fv0bzEW7gaVsWQk1pvxrUg
SLHs1c50HrYDA1YTKB9N3vEmEGW9RVXg8e92RoYzkGwMJ2+sc5hF26xIgRjwJPk31TCdcihrt3l0
ZnQENGFlMpXwpdKlHKL1QNSk+9RbTP2KYD6/d9Zg35KO/Ai0U3GO2iZvGy76AHvAZBuDcEgLl9H5
q2jW8zuua95TYGLY7Ysw/cPQy+gFTLatL+OmaJ5GWQ/fJWLnW2hbgz5WQRVDcMeU4tVSlFAThxuY
Mfxqsh/brecKyEtcLDlig/BB9Vb4srojqRx6Xu+53Daujn3QzN8Ec6PaK2nV7nULcYkrrHeHNXN7
W7xW0YBLHDlDTkIaefgqLUQtN53p5ZKMXjttCVs8+CbE3oL5nnZ8iGoy4rQtmuaud8knqAPRTT5B
2KpvZoNlwSkXsX0ZLU34UXRef4WSnCim3QgxbBmpJ2rK4ZQhCM73VEUiKrPIH5GytxTEcK5kgv22
os30fW9lHBylHJwjejMi+l7WpoLdOS9v1rTH9wGyPlTvPQ4hSeN37ZzGWDFe08Qc/ISWW/W56Bo5
pqPsnRZ/1I3YK8LDyU0kiPLPayzCPe320TWp9Gx140WFjrkKZfUYYYobJt0oq/DoRqt95BuPZxIR
Q8eds4g3ZEUMnjN+DrDdb/3lpmVObb9o6A89hWKfyytMHLkcS8LqMuEsEhdxaantBCEtDLPZj5gX
9wsOGY9i2VVut+Zuke0UH4wqm2vd69knAfO1m8RCL3fVHnCr9SFU8Kxd5/6iCmkRHQyaw1c/H837
FCtryviGzc2qpGNn8b6wuFtIcC9SNOM3cFVekQZEKN9pL+jbOtxlmZEz95+k0qK9tzBFkMVjPFL+
zYDUSyA5+VrNb7arO8KOavXWT17uFAG0+WjS3xojrCXpG8kuEJHkK1iE6mSGi9tAW6P1z7BxNcff
A7+a+8ME+3h/2/PV/hzRMrzQm1Wyccy2vg7dHn/v1qEtj0DJ+md8zL2XdRD1nO6u6N6gYAUezDBt
vhhRx3ggBfFwtOeAVRoH694exAI77KDWfKwuZqrcS+L0nm1uChDqOGiQFn8OvOWMrlcOM/oupes2
q8YGvBvOoYM6RFE9NJQ53O5zo7AwwMnc9CJRc6nepFcThjqh3YcHuHpVkQ3bxE+raAqXzDJa3RI8
T+SyutUTmDei3QNz8l1HTW2c3oXegqj43ppzSUFb0/QQ1SKKDg7uOQQb+6T31FR+T2UqXCVYYa1g
dlGdm8d0oJv909GhhQsv36FyLvx4H79O+YrpaB6uk5tSYyat0aG7UukRwTBeLZ4D3ExzIVEdwueO
KvE8lh0cNuPfr/Xe3GyW2PtMyZ1UqDAI9tJSzXi6l7Mc96PjEGMkZVkgAO7Gbm5ozaj+sZ5Xx+I/
3wY4aDVxm66N1R0NVV8vDfoqeOha9AIwydaRihtM2k84xLlhIsdg/cFouloTiiHWmAV85jHrZlFS
sBrj4n7TGlIbhZLGOm3odffMV5hlUoeOo5ml43i3bZ4vj7RTOnJ7PfT2+fhu3yvlrRzT2Knxxyui
6UTk9vbkGC++GzvgcyeE+vX90he2k/m4NTzIGC9F7LUlBux9sCPyAh9I92O2FscWxzWmZPTclXWB
uqMuNjsdhr4yt43XkKr5XINdEsnVV4fRCHw0RWv29rqaI/tiHke5JcDL8qeSVSXR1LRRSa3CGwoO
44oNVaGSKRKF0ItENPCL01q4kcnwCR5pYua1LJIID3AAgWuu3r2+ldapJEu9pKbq3g3hHvwsQdOu
nFuF1CAG6d8kftsa69iYojHZnDvb0+6LTiS2XUFQmznGwyQsq7BLx25E6q2xqlIRcgvX7JR5UcI2
n3bszPyUDu0+Ee3v0S3toflLjjjOotVPKQRr2d1Q9bMljYBqn4ygXbSgHLUr7qbW9tpvoqwMRUkv
bp5yevPjoQtFrFNBfnAfq5rIiTkf+HeWtRjqzLptLnPXYcJWKjqrCdBHBjhDItc5XenudXxJM5AA
KM8HKFmP3ud4tsmrbcYfH2n52JQwJti4Prl0k8gmohulQznerxUhb4Y9dnPZNSUxxlaIbcq2vdy+
Obm2WuK9fbypm661Lx2Zi6fZeO4Dql/TJT6gPiqsVj/Ph44+360ZfApgZQEc/n9NhiTe4vHDWWd1
J/pcPot8mNpDPE/1h+82XKfjpsy3XYv5ztV9+TENmGmQHLj53aghLqZ2PjjPW+thn7tRfboIncH5
nq8ceTwqa4yOqIFqqKBZhr2gMG/MhgHWGpUtw8GYqmCfVvsH7jnvjg7a8kiqasbULXz9ijxafO3p
THCRxeW547Xaor7FPJR+UiGn7fOoo1Kj9DdQCEYnnD9mC/cUovXgA5oe+5tkNPrkOHtNpXdWyxeh
OiLrUq7WbVufTxpVlvlDz/Up013a2zXNEeZgkTCHIsmrxQ5ulW+8gNZM1z4oWxPv8pP9naNEgMvg
xn0XhRuH1RwG1uMU9fV0veSho2gwdZufFWFLmRJH68i5WCevm298vE78TNq9/skbOh9WhJpNOlJO
fbb3kmJpg13dnvgeZY8CkxD/gkvQpq7d5bTAHdMND8155v8Y946+4dhze9IPwvskiMTwMxed56W9
KidS4c0dHmsVL3tKp7xajrHXY7/iqMp+mAlBrDRA33O/EP7PHAdRSfOJwZGVGXVlzQTZhcKMPe/G
LWk46xhM2qpQX3rM5n1Efl17SWevXpeySPTrttbiqbDruaIJPM/vfZNTrd3gujXJqrbxPsAp9PvM
zXNHpdm+xz53cO6n0Cw5JbuugYRx7g2rurfnl5zKn3WqXb3ed5a9dNd5II1JJrZXcGQskP5fDQr3
cThb/x66ZSGWd6MqrtDxLKJKEdeW3/qG2izjjDMJrZibhjbR2JT3DnOp62GW23wo8oXmvkLEx/vV
DkHF3FrBQ2M3zcSrLogVBnSg36yGlvShXziKU10rVmw0WOFP6Vr60dPrtlyPUcCVo5m2sdNw89U7
dfDQSxfkx6cAF9rysvIQxp+vOewpx3FwCf+GgrodhjBOnlLWNa+12uw33bSRnWxOI64ZPx8+gnCn
8IznMt6nNS3gl7UNtzBprY7uvV+E02W3CP5mCJkTIa0Xtn46NZH/k76HT7cD/QDHUtExbdV7C2kW
Hu7Wd2onlMV7DrUtbWgfOjd67qwvrfAm5yDAB1bpXrXRuY6c04YPS+q/GdZuw2Ozu/qbQsP1xgMB
TCHZgJYaMhcSpN60LfK0Y2V+RcHH2pOBJfSZaKlvs8LNhZUOkRHuSdvSfbP8vnpGn1p+XanNvuGs
aZcn+tTd81RX/gesz1JBH40tav705r6Nw+Tdqjia9vngb7H9Hcn4aBInrxnHBwzhNZdW0+4vPSQt
/8op+xwsMzoQFjIjlj/Zj2qiejjRJ662c9vVQnMzHYJGlONhmSvvesH3gXaT6r2P3O2oBNhDlGfl
vAf7MawMOsJq9S1BxjCIpbgt/LrjmekMiFSxXvVxWFe3TTu+3VVvDxa9ZEYjP5pxlw9jbwhqRb7k
fqopV7sHv/dVnY5W61rXJm/nPMEiyH8TjqIj1BeRI481Cexj2Ah7TGNfCH1ZzaXzhBCWGX3LLokN
wgE3lUHaVGeKcxyQFHk+3rW9O7Yc7nv/Wcy0x7ilgW8kxh7DB2sJtuK4C9l9DUeio7TqKVYnrSh8
7jOnHZ8kJNcfTFtQn+mbdQiTWfaMXbx6GAvat67WjrlpZq8SidvkVJu2wg/vUOmOTRZxDxta7dHE
oST8lcG6DZ+GYwFLpT3l7RTW1w7HB5XncpL2AWxk9VQ3habc4++iOgwokjzKeQ5l5VEGJnX0im7Y
bkzzzERX0CUdzhIFf3w2WdA7RiZckfQ4Vm6ajwU/Wy+j42NfBXuXN1hKxsFV0ERCUdDf1eeSV/k8
GsO4r6rjakhFw9mXQiUucf/thwnmc1QW90t5dspo98B+Fla5vjDpwfbr1xzpie5GtWSlFy1eWoix
oHOYR87lUrP/3tEJcEB6YU+jy3E5bBvCLDZn78xjYleUGLAZQSaV1KQW10zNTBJMT2ejzJY4sHEb
hPnBUyQRiYeB6bHfpKhvfA1eOYmUpeDxbngEpW1PQfUi0oH/MfpT+dJzpJS8hHC9HGxCoixC/eQ9
mqZdb7RnDdUN0Vlws49W2J/8rd+q1Pc75DREDlRrbHuz56zbHEEBxhQsntL3hzfgwTzI5FbFQ0fS
9aLICRjuEQNWAyYa8y9NVIyaOUoThimFf9oAtHrn63EkTDl21NSbtB31vJ5woZg/2es+fBfw2Ktr
5QT+BXPQ6/dga/0D1OF1+kTpnp6XZBxScyhNwc9466ofcITrj5bq67M3Bkgn8hFvndRtCqI3ORGa
Z9U2encSuQfaMHqwOBptWtFy2Lwm1Q6O4Hhg7vN7WA8cgmtJtZybRIZzWjfVwqfYQ5a+jMbeS/py
8Z5jREfvZWurZ2sKozXpnF699/g12/+Ps/PqjRtp1vAvIsBm5i3JCZKVLcmWbwg5LHPO/PXnoc+N
hxoMoQ9e7M1i3dPN7urqqjd4cdhLj+QTMwiVih9vWtmLpnX1azIWsu0Qq0UM+wncCZgxrSZpmYIy
QnzIyGfebnPTOhFSLJQaEHOnzFWateWIbtTeddFqL6psdo+axAPVaay++aXIQU4+wiOo9HzamlcZ
EySl8zv1S0RKarhp1DcFmBUkpNHeVGO8ikpAFhz9rDxwF4Y/TW3QW5Sep1lFcamKDE+TdDPyfBZQ
uAByTc6qzz5wI0WNACyj3kX/vASq5SwxGboKH1hzahyebnKLcicduaR8Reop/Z2MGC+Dv5/T+zwl
89xNfVDS1qK9m3l23Gvjfoxpa1ejkVXuZCb4VYPjkePd7HPB0Bu3xh9lIifvPAhgVEeZND8rYpI7
x5Kq4VkLpvhpceumaCQGunBcH0XpgtegM51abXHft351l2mK+lLnvPQfKTupmluBvPoxwal7C4op
+9oYCSk22O8YNFjkq6+hPhVw4adIvZNoc4fHIg+q97AvFuwhb5DEGRBUaw+dnCeS0yM+Ckxn6mLa
STQTnw0DUEscIjjpDFXe/umhWvwweIIG5Bsq51MlSSCboMdl7wpjiFq3aubgRbQCMFFJR2cxuAhp
V+jFwDpHGUrQTtcp4nFUh/ExwyespHSpxe9g6XiETG3/ewRTnDlhs+ziptGi4jiXSf69oCHMhrbT
MXIlCgOyQ+8gtB2KTpSiZiMJb8O2zE231pSae3jgf9pXodaFOG2EFMdTWZrSo5b5AIeaYGwfg8YH
YhEvEHtH04ZwAo/WSXjFB+m9qlPqZuVj6b6s2+ABIg1atr7ItStFtNSA6wWixIHTdaQak6KzPJOi
2itFxfINQ3ts5E05pS7b15G4Ay2ZGy6MEgpXvNcMutKxMCeXOAt4g9Qrf5w63Fo8qVL54GFLK9nj
CMDvCMDqfZdCtRw9NZzk4yDRfieGB+O7Ver+s04WwzoZUvdTqDNdfrQ0IxxfhD7xUJeG8FX4ke5f
I4463OcV2i17jgKBDWged2WhY0tMB7avAjJ3tabelJUGV8VU1DeSRmxxzDZoE69NtWp2JGPy72Fa
9E+9YrU/e63V6qNAveNLntKKJ3MrfNqSmv5OHW8g/Jl1gPM83HpqsVFxkIcKZM+oSeUXptoAbTCV
MHQnyFZ/IvYPIyCnvm/kzPiv1MLU2El1n78v4YFXGj0PZLXJJK5Mf8wQGKRf+lZZg4DpEKpBzg0l
WZRnqFHcpTW0AuAxhn83mynmejOFOLAI4Vz0nu0XQUlKpEXXs55TwS59EOoUMEB/7CtpSu4Su+Dy
zKpsUNg+tXqdYGRPrXWQi5Q3lJE8ye0Y/xqK2fwRggTvgKKo8rdmrngU6Sn6N9oYgrYJFBl2YdDJ
Pmm50avf2IXxDSD8X6PfpJWr5iXZnhmRn5uzpaDNmKfyMVZK8EzjTJOTgB1X4S62SNmdXuIl6sS0
6wAb2YNyBSgntHZozmGTZOSS+p4DhiNaqVzDeM3Lx7CpOBIU/u2HRinVh5IKdO75gzq8VQq3JptP
G34qOc4/TpzExpe+Afvl5HYRvQ4T7TJqUoN+C/t6YIcDrgx3HcA+EJRcRrzmzYQuhlEL+ZoPV4PV
SEbpObHHACDbAkAsdMx/Dn3VRwRcP3+roY9+H9SmuMvlaFSPcVrK+1waW+1AcK0S12yLNtRATVAS
xJmHekLaXyc5/U+xdBLB1FmOCZe0P462ntFvyCKjIQIpFHvxLIHigGw97e1eTThPfAS/BsfU6gaN
j966TYYIc7FGpTx+C52M6kE+JoaJzUsNMpeyBNUK7o2w3fWlmap7THsoacedWn8vYmX4M+TcQWhj
0XH24naqvpq2kNIbIL7Rl5hokbnmsLyq6DHzI4DLRIFjknt9RxFU+mKWMm1scx7idy3Uhj/0+Bi1
TprE9qhbpdZ9rWUUhDEbnHkPoERL1zW39PobDLhS/xLqRfQC6KBtSbj6sgMyE0lgRkZILIlblyCw
jgElteYGIm1z2wMx71yLctd8xKywjMJ7eq2j8gzCYv5J4tWDhB9NzW9e2yCBBLKrEcMyryRa+e+I
bg/fx0AduwM9eavwbF7FYCw6CZ1G3tcUtwNzlt5sxMkQ0LIM+y7sEjsEDRZaJNdF8bWhjQ+wSo7k
nxLwiNybI+joO8AhNtAonqaZpzVghOh0LwdA6yZkA5Xc6ivX4k4xyLBNkGZ0+uzntqisx7lTB5lm
5cw04SZXB5C2w+3cNzPlt5nI4NEY6Z4C4NId/SGRVNQ0reQ1QhhB9bqiqNHfAQVIkplkE7XiRifk
1CLh0W8BDBFAxtq2BZcihQktBoltQ/8WQcWknE3/WFFbjpALIsF1C1mhZUgLLjf2CICVqCQhambt
qdwn3E2qQmtOA0COels981zO616haYWd/VeSx6HfhWiZXiPrIqiwyLkk8Thu2L7DKKOnUMXZ5DvJ
RHinj0jB5wp9bh7TAE5MsF1zLN71RElgDucIWqJ72iejl6m99jucc2KgFGEM40hqRo3WjsEAOx3B
+qlOq/QFYKJa7njVj699EGbhlUTiTW8jKtVHM1DQuhpFyY5sjbwVdA2FuB1Ibt6ruLe+ItxrAz7C
OMjfpfYMmXNWlfautiLlR1gopu7F8ShfzXpQlPe1XdSPA37PMtgNC+x6saT2ma8mtavJHagwMnIJ
znVuNN/yMOWdGyPQSZAHxOl7VMa1R8IBPSTYZUBy1TyVJMBvUvdAmJp7V40TMI5ljLbQUP29B7TW
7p1CLtpbQiN9YnBE/nc4GOlxQuN09AA80B4E5lO9TTDjGq8C8FZdY2Ei/xeMOdxRWaLG51ImEFwl
soGZI8FFsnZiUHl+okPe/s4CpRlIqJPgFbXb/nEK654bpjSC96qdpv8CE5jdPqnt5KfNJV3vDA4W
nYgqtirEZ2ITXOhEyumy42l2a6HEuYG/QOLH0zv5RY0+fy9KMxocgUj7K11cajRD0063RTHY76i+
gOahY6xXdAHmGMiyKlm/0zibf0a8rZiVSMG0dZnZa26M/EO7tPP03pUjM/0RobKKh46YIdprVOro
ekYLm6PpbcCieTFngE9kmY8f0La7boZJaR3ZVAadc6BJISijOKh3VmkDu+Zuwd3ICrQ5cGnIVneY
gMmTZ8qGfKMHOdr/kRjS4kD+mHyrCqIySRzQo04pCf0AHrNfwE3jBxitLTjDSMmkHYhw/6ElPoUu
ab7gmRYV3VcFrPhLSe/mWTfoI2jcjjdZkapPcapq+WMVDx0iO3bUT0fF6sevTdg0CJLOtYoAUJm2
/mEq1PipK9WGytMwQVeZ5JlqI7kL8qWzYiXWjleSZOwireC5OEIprz2l5dTsgjYaiY/2UOdXuTYq
HUTcQbNsaqs68UFXW/5zCJHnVxnNpeSielagZRCLKf5pFQAnDohj9P5tzxsHQBem8U8juLk/Gk8D
PrVYZFzygFq7r4XAySYQMMAbWjn9OdSj/+yT6f9Gnmkps07joBEIyAF3kHDUtzoNQXpkEIPeqmjk
Iq9bYR+qdEjossINyo4j+M4n3iolHsOx0gCf16EFDWKuhNukcBCdRFHSFIQJRRLPX7gl5JGm+UBt
mmxThxXwJa6B33kRbo8WzYOO6wlwjfqqTAD8Rwtkr5umJlkuvL+6civZ8h/yWANnROZPkkvbNUz2
hZoZX6VMAcjTIRfy0Eiind3K8rvBgfgGmqk05eI5MaPph9UZ4qtBQ0veCX+WJS+0bZoT2DQFkZvU
GalpKqn5o7Ba6wkjxeJNlhodwFJRBIpLPKR8iFFbfgMZTcphNNfqO8ruAD6B42ZXNZSrfidQYG9d
fo/87MN2vp7noQAjQgH1d5NEwZtCNQ1EbTVmEZ1YtpijqJk0gRTsF9wlADfAAUDgv/n5FGoeiKSZ
NrxplQcQ9vyfKti6gnuP7hvJMZB8p1NRLNsFdWvetbEujYTqVOjU/uL4e10m0bPtJ/YDbUMqLoPv
z9JS4BoLxzIkqC1jpJHuT0S2d5IGnhoKKEunLSA7OFCq/J9GSKli39hVrHkTWAgbnFc7XWuzkaFy
IS83TCxXabTT+pCybAqiQ92JzDLvl3enTlDp5qumaILa9bue2h7KTcpN08/aS5AQxRykJiPMgHiW
7K26JJ1BRrn+b4DqdxNVWat4fS3TL48sWAWsNBvS1dsqSJ1+nqTvUA/5xuOEOLkVzeJZHU1EWipw
lwqlMVI0DG0KBeJNktuPbeLPusNjPSRp8IXgQMiK9DJE6vziR30nAIQvdWZk2bp3LW7Uyp0H6jDu
jBeEvyj8TTTcqBk9ZFMZSMBneVY7k2qKW4hi9Z1lBwCOTZGR2Qea2eLbZJfDSKSnPa80E63eeUwG
fw9QVAuOqWjsRykP0c+wbTr2X9R+oJtBO7zxfMJ+A8WCu/5KiTVbcpoWW+M2ryXeoi1t9x2P1TyG
gBgXxaMyCWABYMYaSDS+TL8Ldly3q8ZwKr1aHoXmWjPkZ3eUu+69Vwdp2A1dLeK9HdoJZyq0DTIt
AKgz8LkgiD1BSTD6PQYUZnbdLInezQqo7yRmUwLkwq6U6BrlMTu7HfrIetCjJK08tZ9TaFoFGLt7
KD80tTt4CixGpWa/RZKLZj+Fsz9600jJah+EJMaeYBVrbyaIk1vEdKlY2LSUBFUhxX+KKpNcosKE
QgLo2ZOETJzVP2k+4m0ewft4KtoJbZdFkP8Wa4L2O5hZjSZk0Ri3lU7f2VXnqQRabJUxqoiaL0De
ErkciUbKnfAFkJeRSipIvAFYtpfCH/pd+OX0UqQivtdApcsLYJDaMdVYk4doUf5n+T2PP+q61Aqp
HpJxxToNm9ZM5R9kfEPr8kTJSUH72roXpVqJg69Z849AGuRbyKW9/AUymfp70IW6FGdS4JlY+wRX
FIbDmf6onN9DLlAFGH61C2mzYzXgAgLiRJljLD+G2A8kbqHJfLBelvXnrqlpK1edQXs3kRv7apKC
djgMfO+vMzf4eNSoZlzFVE8eW7WnhoS6WXcDIIJbsgB9ckd2wHWRyk3RO3NDEeNgRVVNAUuBTfCV
mmRKClL0CnipPLEejawADMt1E9xXKUhip2eVv4FQ7++Xhx5QHDmFDyZJRfMAQ9L/lZRUkN1eHXlh
aKOVAhPB3OTNDicOc1CGkwk+K6VckcVI3O7QwdN+pRTb0GhVyvA51PKWl69sV28oDBkpRbY8/RWI
qgYF4SeUlOBxpyWY9Lx8FgUIAIIs+AtNR33YiRr8wT1O8fTDnoy5J49XwYIMlGp1UDikjeCktfRJ
i+AyuHShjJ+6VZuP3EGNui/8gD43W7feyW1Qk+LXpVq6S3Se9kpMcWeHZiRlbN2aAUaGVna/YFAn
Lxyr8ZbMJW+MY0BHe9qFmrAqROUq6bbpuTWPSVGoVxY1EcWxkHrnCV+MpbhvIAP+rn15vjfgibbO
ALCiO7Yz9bcHuGc+KqOSWbA2oaYXO0y1WvNmbo20fOVdIL1KNoVR2kClDD7fiMly26EUb2k+azI5
IM+jX3YQ95LD8wuMoi8gTR3KCtT4NxMDT5uWi53rBAmV0hg424AiPACgaHoBXdrjfGFDXdqrJVwe
p+gmbGEvc60XFYF/ac7I+CPCiVCDjLwZVcgVrTsVk25XAH9oCGvKD6krfKdLqu5gJsP4IEkpsquS
H/Dp2s5Lk04cLg+/pnovw2ObChHfQlCWLtgpyxrCet0CW6EOhMCYBCwUQxXU6fxShd1Z3tOjsJ1Z
14Iv9ZgCC748+NrkC683Rldkma6jaizKKaejY9tl6LTucifxuXJ3tfA5SBkOfbuEV0UErIkqWgAn
m/55xIsKjuguyUGbkMRQ8K6M9vvGL1oLBqx/0UpcBcCzX9UZnyMoNOIwLUwvDmzFJVV6rUiFCTz0
wmvYaLu0HXSUvazpkOdUAJQhABo+UXIAT2JvrNSa/P/3Z+EnuOjPCvWDplg1EqE7jSdxngWUW+HO
BQA7UqqRSVMYxSdVIZbRFm0PE4SOBSZmJZBSDlqO4zpIEODA1k8tMlXgcdClSAtHffyJ567iXl73
c9sQsT1h6MseFPpK9AKAZFMkDX146IDKgwHMhDRXgMVt5fEK9Jx9KPOwcwvV+JwRw+I2aIA0NpYd
yPhitQOtAgYi+BfafUjgQbmi/BuVL5nGXXBFJYjW9mcnejrean9NhgQxpSwhHubywIt2mG4nxv0C
HkMFK161XmVV1ZOtp8H+8sgfdzYjIzuD2YRp4gy1fIJ/FM2aSS9EpLGz8SqSrwOwrVy8ZfFJlZa/
64lnH9sGRgZFnNNRGDpS7YoTrQ6ivdYX6JuViWua8sNXE7z1xr75eC7QwSZ80D2mIcjXPB3O0mzf
ziR2at1ym7WUhl0qjt8g14jj5eVbK6UsE+PlBruddg8ODcvy/rN8ULnqeoy4G/xKqa7IYOBiQR+O
XACesJJryrkbDuhnR1SRYIIBDzVhrVsoeGFXWceZL0Np+OVPFLrsNl4qiXWYPKDTaG0ojJzbIZgY
WBAhLISf1jrfA94MGp1bonHd8V6x57IpvdJs+vx/2IqYAaHOLjSNr7ZaywgwORkFazlXZgXWubXB
HI3Vxijn1g/hcAF4ykIDca1YOJjgdJOQUVoQAgbUQns+xqFS70ZqrHTwqYVd3iLnNqMt26AHSMuI
ZqsTZhS1HkzWskVEbz8OOZIg7hgEprTrUpKajUiylidaNqStmjKrqKEasTYMKewuJQeGeVyLIHuP
aOiBD02ArszljdXkizuw1Pavl6f4MU4TJOnFL6pZ3EOKcnoKZt+aVR2QqIOmAIxOYfqHZqLeqmbx
vkp9iyqEqh00FcDjxnTPfE3kX+k24ypAcNFWiUqvREVoYetId7iz3hSI1zF3seiP2IZ1+wB+9O7y
VM+chiUhwyRFFVxJ69DSDHYLxi6llwU81NPRtNx3krplEH7mK+LYzWkT6BMh+ryaFkI1QZwvZ85X
EjGCek+a+KA2jZD3IpdBI0exPN0L8L/hRkA7OzIXARQ2bPtQLj/9lD64/7HFl8uJrY53NGQY3/Mb
zgZFkkb8JLYDdh2gcvobA585Jownk10gcw2+bflh/0TSGsq7CcOUhU3K8brJ5X6HBqz0aFNB2Yho
Z+aI8J+KlQhHZXHuPh2qSmVlHvQMdj7cP0+qgZaNeg3xNqKB9FgCU/6eCHtLqfjMBG0WlKTa1Kmg
yKtvCmEa9eWeQxIJpHPkGjgS1Bb/EMiwFD69SW0wHzZ+FxjQIH95OsEY0jn1JCboIwXk2S04pqHS
t5TePh6FxftAxu5UR+vNWIsByr2Fn0aFI4uEgMB9MiTg+cK430jFzoyyqOLxh+iJG/gqfHbwVbJc
t2lGm2BES5HroHVC49PHmiyaI6egnqjI6J6drtgoh/1I+g7IAtBIdl8jrlN4RS21W+frzHQIzAId
e5lLjp1wOhAdJS3IqZ8684AmaZQptQtgcUNr+GNU/GvuiVIWbu2kP6vZKCQsw5hT5GS6yTXBM5p2
UQP+oxxh/e9gWJfT22e3HDK82CYCUdcXk5NV3FAQWQglSC7OMHDVQYcjatmbKnhnJmZaxEVN5nIz
eOedrt6AcmtQJxVPcbuiZZiG5g22Ls3eMrvQLcdgyybn/Hg8AbAUJb9b6+H3ityZJnUdIAhSQ/8P
Y0+6q34A0yaW4+KxG2v11/+wkIuhGLcMav8fnt4o48NaYSGnMI9g7hZ0F4p2/vx+R5OHwpiuLlHX
XkkM240Bxx3SgdOlsv9gjRCemjiZNnwkP+YFlKJ0rhKTuxJK/Ors+kbYBqgeZY6KyRxIbVRZYM0M
X0mTqxsYp72r1dFCqIn7YMPi48yXI91CKVDHNVBQSzndKX0kR1WFdYhTGFrwHQqQ/h1qntbs0wLZ
DsdIgBTtL3+5j9cKlhQs5dLJ4fZcX9rhoOT2gKm146v5fNBBZf1IJTqSN5LC8/zBh8ErnKIKqede
HvhMTLEQ9MTnmmCP5ObquONASQKL0qDTo1Z1F+ta5jRlOXw6j2V6NoqXCoQrxL5X91dRjnD5LYBf
dmrlB3iNPvJuUm5yFNI00zc26Lmtw9VMNXBZUUBzp9+vUzGnAqfKu9QaowPaXmDr0khCj94341uU
CKdbnaLdQSW5fv78cposIz4jFttHX7bWP5mIGVG7Dgwd9D9gpgeB5tOuQE1x4416boOai489OaTO
U3WVM6P5VKpozYNMNhLTaQAs/FBH9DzB31ZHeCLN8X+YFU9pJG559hCqT2c1I6dSQBFkd2pFGXmw
3EsDmBciWRu78ezEeOUvyQf//qvg+M/yoUwFLBSFBhRcfDgEePTSMGkKe0yPSabLzdMM82erEnZm
0MUehXcPi8kVvroYZjzdjXKGZzPhnUaPCgrXBA6+QNcmyDLv8lJ+zOTYHLxQdd6p3ArqKrZkQwLL
FlkdKFEt5CI3mscq/Q73y6xGGOLToGy96v46opzWgxezFF5WFutK9rD6emNmh4FBa8KxOXbZLupb
+XYYURCzozY/+hatIxFVzSEEGYkbn0R7ygkmk4ZghkbextY9E29shE8I6apBbF+nl+EAMhOfpgJs
TR3ssLQFwhegEX95lc/P+Z9hls/wz0aKjTbtZR/fG3+eR8Opu0VcC9NGTXcz1W7v9SyUruSB/pqV
olVbprSikSy38OOJ5c9fJ0yZghLa/xqRYXVaC8TkfFNjygHYcW4tu/mj1lUCJEwOrvuGN9rlyZ9b
Yorf3CXcnIu92uncNWPGlQJZRsfU1QrdNRhE5pQNG7M6t5FNLL0Fsvgq33IV6UAGa+nY8U5AQq96
8+OAPmKlBO9YYG+lAmcnxJtr0SYH2yuvFhBdZAACgoSjxs7b82sQgTRqwo2E4+wokEoIPNQ+iN+n
ywavyS8VDEwx7A0ia49MkdZ5vLRgQF/+PudWDuMerlYK7xQfVml8TXJvQWplIKmV9xLIdM8sevOx
hDH89X8ZCslne0msceM+nVPWjE1rS3ykcmzLe8tvQzqcFjBe0ERD/PI/DIbPFSU4UmyxfoUjZxOi
C03C29OA2XddiwUlCHGvb9Nsf3moc9+KFI0LECFmbvjVvMAwaUaTUbpRVT17RMrCujOs3tqIVcvf
sg6cyCObS3mIG2KtwpynvTFFM/sub8BNOh1Y0SuC4/AaUqHalx1sn8vTOrczKPYBUQStRA9LPf1c
agtpPDNonaGnlbvxDD2ujrEHI68PNz7Wx7lRLdHYFFx8VDLWcxs0YacNmOqFTV0fQr96LKz6Gqic
cZTrqN+Y2JnRLBSXMU7A7WWBm51ObOhUCd9v2uv6IBnXQWZLz5g6Qd0R3fyARJ+/kW9+3B9U1gWW
OeQRCkzX1VmOZAPAvlRAaqfH/laKeaLmpgxPlz/X2VHwG+QYU8qg53k6K0nqjXFGnQlEGwqsWh/U
d0A4t9yUzqzdkgvRaOFxQNF5+e//XGWU62FHWeDq837qH4TwF8gErN9rLRuMb0rlp/99elpsQYpM
Cjr1dHhW01KNtI6CkCcBCmMk65nyO8rNT7pFU1jgPYCp0RLQuTzWKaUiITaRzz3Pu0JFRbdBO4bq
spa7QDEgqMl8s43T/PFrEdd1jDB5U5JirhuCVV/CwOlt8Hxp1d2Yc+zfyt2gDp+O7lAqZBMPcZPo
rlir6G5l4H0AgCQoY7TFLkuyP/MCNauNeMsA68OEDFXwAjdlnsgKPuKrQ4XSby11MkREUU3RW1ZI
5S5pw0/X5xmFpynpxGKTwIROtx9AUNDeJnLDNTTcyklyCymcYRoS9bbvSmB7cWMDooMnz+FH6bLa
7JOdm+cSNniRE0HoOJ7+gpSXzkL4Bb1Up2BloloNb7RIzz57/3OdLO5aXMzczITG02FkhOE7bSnj
QQuzPFsd/uSAjI+Xz9bHxJSS5+IUsjTD7eWf01FmfLsseIY/Zuk2XCQMWtW1JzQ6tC9TmxyDerjy
dfm61+7l4c/loZcPdXKbLSPDOKK2qy2qQasPuQj2gXQ0fmgo33fKXRIjzu6DirThPxr+3ornjerr
uqZBGVmmEYFTDsVXyNCrOBIhMTGDEoUgbIzBHcInvtsNWf9FQnR9JxtQ1qYRMffLs1xvlr+D0u6n
vbm4UKyrfDECRPpQjKGDlEfyCFUg3c3WZHmXR1m23L9r+f+jWKS/qrq4662OHv3oAGVgphbCeBrA
l0hLVRZBJReK+RZ24syUFscQKGk0v/HJWF0AGGn6JQJ8SKFUZfR1shrlKs604pPhkSmdjLLa/rrh
++a8jAJDcYDKkPkHJFY+m7gto1D/wRuD6hrxZBUdu06E4O/RaCTU6IeB3jEtt9ncX/48H1eMHi1c
CKIVNSeqJKeHDN7BHOsGFEU/Kkvesk2IzmL62fhL/+dklNVR5lmCMsDIExJZUN9BPetNTsTb5Zl8
3GgUJRBoxZxj6TmZq68yplKrBDOCapgWGb/FiKpDCk13UZcwt6yS/u7a0129DEahgJ4JXaa1Q92A
UoI29fSyEuS+33rIQpBFdbO5qaWsugOCW+xbo+uOSMAq7hjFyhVauelGhPzw7Xgp43kiwHBZC5Nz
NeOsQmc9C83vdgQPoEJs0R2NZCunOjsIOA/WlL6NIa8HQfwFMeHgLZmqzN6plapf53jV2YdPfb0F
F6PxHKKRwkD4n6zCRJemox0a4+CoKT2GeSytF9RTIJJqcfj18lCrGf3/UOS6WLXSyZbXFl6qb0ZJ
TorrGBkU8IYJel0qic/dkX9HoQH0dzJYYK7xCHNRICaVh/BtQgUdNnjRN6o8b7Xt1iC+/x+GHsNi
vsejVV+tG+o5PV00CTB9r9fHeKymG7Tkuju9C/RDyLMZfteoQ8eExTUkmKhAl+6CKx31FpdPunXQ
V4fw788xaAgsR5C0+ENV0soVhPQQjCimMXUaLUm/jIga7CMYbreXP+NfdNg/Z/DvWIDlFDYOLXwy
5FXo0jIEoCe+YxjXzx0UHwS01MPsJ0eEi496Uf/oouFHJ7DP0fyvud59H+lDT+R+VZtcoU6/Va1Y
pQ3LD+IOt7jL7cUrd40ZgmgBN9dCKF8Wta3+yVCBTa7zhl7nAwqaebJPojlTnlCGi37NEZrUG5il
M4u/2NjKVM+ATSDBd7ogfj0rHSKgvQNADCVfoyg8UMSlV4Vx6l1e/DNn6GSo5af889KqxKSE07Lt
wtaQrhI2xA0paff5k8ooNmcUPNtyF56OUkNu9fOUM9TNQbhX7FHalwqKU//DXHhcCRqBtCKM1T6y
8VpIEWBjHxVx/ANudHMn9ZLxdHmUc5sDwAdHgioJHdxVagLsIij7DG51Eon4gGVraMILEcEu0IL2
Ri7RdlC6srxW+7h/+fzQ3FFgy0B8fDwoEKxzMWQQDFVKdLej0Id33BGkKwjf+kOGthwCaobxQOzf
Qgh+3CbA53l1AVoimyYknH5AaaDBI9UxKh6WVt3GSV4cQ7vZ6rl8XFqLPiCfTrZknnnrqn0oV70h
l9lErl4+yYb+3mvWsz8b1z06Lii3tkdTqz8HbuGsU5dU0Ayg2KoA1F1di7CQBh7f+QT/FMmC73aJ
PPixFGpkuAjNliHKjU1AKwahzvj18udcdspp3LPEUhwnAyHu0yM8XVQgNFDKEoa2DGDZ6ujHu6IM
qx2OR1Ae2nqr/rD8fR/H02iIgEwGwrrauZOYfS1QUMVpBkQPlDGLv6VB4O9BW8dQHM3yiCLxlv/f
x1i2NAUBKtEIYOesa+b4OMfQo1FZRNZIchO5kLxEa+x9icrWRiw7OxQvd6igKBpyY5+uJ3JtM36N
SM2gHzgoXCByIu98O8qzvYhnYXwua8NrxuKuBlbBll069qsbWxphUFs6PAx9RMFDqlG5KhOM0z65
SRa8OkMQPcEq8qg8nZTtAzubUaJCLi+zmt00hHHupUao/4YhZqGIVsZbPsMf1nE15HodU2iAFr4G
LoTP0hNa8ic2RetlVdpvTO5DWPkLxgfoQHZF99pY3QvhPIUywkgoik5Vd4ViSebCEMo39sXHUahu
0Iun3cmVioL76RKiLdrHZgVX2U4afVeF/YxukzEfLn+o9ekid+FUca7Y5YqFHunpKPCzBM5P4F06
35efRrvHOinoribV7B1siManvthqEn0YkhXj4bKAtxfs9vrNlwpTHdUGOkXU1MIbUTHXXbtopQeB
vtK9bbWLat3U7i5PdPn8/4YRSmMKadoCPmRQIJenE03HoevlBDuodh85nTvsioN6q3hbVY112Yig
cTrO6s4hW+yMKmWc0vvxmns4cDi/rx/eL0/m73vk0mzU09mMRhPC/2MU5QCswMHRYyfuEHvxcEFx
9R0NOOdL7Vwjou9M3y6PvX58fpjhsnH/Sb54PqdavRhrSUfNHVyg8M4v89a8/uy9ul7J5cD/M86Y
5qhC5IyjPfqHCnL9K7Dma39jX6xv7/Uoq+sFUn6cSsts5j0OIS7ygW7ulhtn+cM7aT3Kcib+mYsa
1UKLl+91W+1+Ju7zH/3w/vp1yznzr7nvpW2xCrvAmdNJRAyDL4Dbe6gQOK9Ibt7PrvmCiufVxk5Y
9vKl4VYh18axkvDBcIP7E+lX51fuXP/nft1IOMSZgPHv0V0/zrMmb0wEQZdZoYPlUixycQ5yLc/w
3g9vjfeCYtDWB9sIF2saVGuppR0uY/YeDzsOWLT7Nju/Xu5C56Hx3nkTOEhublwsW99vDbFXkepQ
0uX7Te7PeS8f8MXaNfvwLrrynfTQORvfb7nrL3w/ZRVFEg0mJSTDZZKhm/FHc9D9dJFo21jO9d28
2v5r4I4mYUgU0r90Fly70/sQIoD7XqUJ4nOX57S1V1ZBwzLjxsqXg2bp3zv/GKGYXCpYnuUJgiRb
bee/dbZLC7gKHrElKTqyY/+/gOk9bg2euccJzn2JvMj7D+o9gVh2/tv8clvTXB30oB0jo1i+nMq3
QweBfdIfybZc3zHdcpfvAs9yLXcLQP2h6LH+kKsTPyl5kjbLBqUduI+OwnvO3Nn54zsl0yz2irN5
n547iLTngNTz5KCztIqcTWJlubxsHcyAd4J9qno2N7jm2l8yF0O9x+aB5syhPmg39tXlvXQ2av87
9mqVUXeZUnoU5AzesDNe0324H/aTl+ybK+W4Vbs6dxFR16dvAMSNFvUqMY+RjY6numycGi12WcCF
RSxKm/6k2i8ze6GKvHHxrc8kGTglSOoOqgrqHhTB6ZVktJHih6k2u5LaqnsEi5A5FnWE6dk0bxx/
bRVnGAqoJZ13SEGWiVDV6VCppRij0mNl5UMb/1LYeQ5AV00/efSXUTT6SCTmC311XeLQMIzGoBH9
oRaa7D0qkOZ13aeNK09Kdh+XWfYCt0g8XN4jZ1aRYgovHPJnupLGckX+c7EXKBfUTYl5Ig6Q5Q6h
VMKb1maP6MenW9txiSb/RhsmyHOKGgrIeB0+1OooYI9Tz7YpTa6Z97ntIkbRvKDGhqhRrRdq8pyK
vkWBNTPLwaHI3EgOYoXZQxpP/qve5m0Bo7/v+6sqM5RH4B0Vpj91VFpOKWNkdHldPuTBurm0qQxB
1QegFm2k04XRcLXIW9PEVVL0PSYgUhpM5fuEiGzojQ3Gq+gy6/0Y77Ec7d9r+n+/gsYOLE/Qo5v3
cakaW5Tz9QlbfpLK/qDThPYqxkKnP0lCNSnCsH108TxIUP5VUXURQ/GCxqFOOV4v+v9j7rx668bS
dP1XCnV9WMMcDqYbmE1yR+Vo+4aQZJk5L3KR/PXnoaum25ILpam5OkDDaJUCN9NaX3i/9zkONqTJ
Kh2nv/2yGdw09GKUZimWG+82CqxVFTkzruF3wv3Soqa4F7gBXWKB+ZFs8+cH0lhHW2z64iT4iGve
nmTcrww6T1/wt8tstA0MHwX1nGHfScvo9a9v8s/vNdVEyk/M8TM8ob5vkceOOpU13lK+gzdNKLoJ
4lIbf9DJ+Cnf4LYx5migkaSNyy6wnvEPr1hMn8DIlmH0IyXBPLGIIEB6uPbzQJXHdFjq0CmiItTV
zDyns168WuWsfbCC/fzq8RkQwqzjQ+i+3he95mWUcd3ydrmYK9thXEfKrZmriPQ8gTnNAT9hvFX+
9tVd1zEmbtDeaBTN3553aSWlURcRk+99jSXNbObbsnSM/d8/CmrjtW5P55/R1bdHieVIm2jORnxX
AGxiTYTtL3Trv339TNXgRDSKXLQNv9/jH+6hKLD7iCIDEhJ2pafC7LUgVVY7mKlsgKDZH21uPz+Z
q34CieMq5V33hLdnpc9qXwCHxbB9SeNjVivLIQKS8kG8/vOC4uoWQ5ScFN2vn1SAjOHSXaPN7wNs
rQJVxZCmwDV9r7qWErqlJbFqnfrxECn9Hxqp/3iZ/m/8Wl/9vuz3//xPvn6pcV9adVzvvvznefrS
ce+/if9cf+1fP/b2l/55Ob52Yuhefzl/avpftkP19UmkdfX+d978CY70xycJnsTTmy/CSqRivh5e
u/nmtR8K8f1wfOb1J/+n3/zl9ftfuZub13/8+lIPlVj/WszH+vWPbx2+/uPXtYP0Hz/++T++d/FU
8mtbMBEvLFi//6n//vnXp17841fvNxZ5pliocqJpWYcXf/1Fvq7fUazfqNGjEsVZhzdrFQT++ktV
dyL5x6+W9hvBF30CCr5YEtnrWDWv1votU/vNQJhru+Yq5WKxs3/97w/25l79+979Ug3lVZ0CEPvH
r29XE+qhyKMYgKWfzUbOrPj6XP3wNuQt7oaI6tSNnbRTvp+o8z6YueUdK9hEZ3k+qOoHT+pPR+Sl
Y+dZ25VEDz+tX2qpNGueMm4K/C58I7FWZhXWnUAXJmx+tpaeLtc/3I0/TvrHk/wu4Pl3uMJ5MTtB
qwChgrf+z3mXXdatldYUs1m67KWE+zjOiC96+gUGfjeLw3h844S2Y9NAKNIi/jQQM5ibOTa/TUaH
g1+jjytZzpgePWFId/vXH+9tBrV+Onx3kO4S+iKyQpr89h6AhrMjERsrYhnn9c2IedEcREtvX1oa
JPXNUqAtq1gKP6r3v0vyOTK75TpFb67TR2vw+PbIOCCA6+gUDOlGC1QrKAhjFxfGAqemTgb1kNYr
aDK19e5yiJtOO7Xp4LU+i6ai+V1Mlxe00ZAWN4xGCeWDTeddhvf901HWXhsE6wQRi+fbT2dOJpQy
erebJqonHTNUzb7qzB5EH5hnbFzbMnX2TFO7VWDZ3WzvdCepv9X0HChWlEr/ZbBEel0OWKOfJ30a
KwG+J/iV//Xdoy2yJg3/frxIB+010FEdkph1yPG9qLIEduhNFhcDl2PrkMYYhnI22SkHcr531O5r
DcYnJDjtHmANm88ocWMwoYUjLjtKBGczgxCfYdyYOPBXY3+tTI7hk/DhqTcAkrUPzIdZn4yUuecA
E2BtDvrR0p6GzpuFn8mxoDA/58muha1BSOsqYrmSM07r16aXas9LxEzivsEkMSo2DSi7HCawXmEh
7qGjvc68ctFDA+sS5hhK2Jb6Rk+T2mvBsXTTuC3w1c+uEty9p13sVLisRTEdqECwuMXWZhS2I26d
zmo0btTkPjsITIugS1ulPyAnEdtxZvZ9J8YG9WAkFMfa0GloJIApnjlIyHV36IamxwhmrKL5gHua
E21wgFXAEnQrfMTGe7ljwZfTU+wkzOgtlcfLYCeamZ7NwFoRyyzgY1lw+ItLM6tw3dQRLlrUlPp1
12OfVMBtLX2cztJzIDZmd16lfa1uMD3nX2Uq9BjIhh2js6lzPCFVxvOTQDBS1u4A/QEJqxe97jb4
hWTTblZU9ZmOLh51xLf8YGyVA/6ZDQ7abLXtscHAzAS0jSfu3diL/uT2OLyiO0my+XJQDQvbRRhW
D+jfe3SjzPd+LebFgaeEUBWc3YCEqfQW51mdu75AK565eLYxPHNlm4J1mtacdVJGwfBnoSS6tVHd
niUNT8sZg9EpM6Iw87zo3I1dcwsnkf9axiM0WMWq3IDhuMVfBinGcJppsZiLEvMQ6oOKNfoEASLK
huR6Iar/mtZS4seVMg7FtJu96UtNu6a9LbojLAYp6MxY3nQ3gOHEIQ3LVG+Lo7nmx17VXoGlr7Cy
10WFFQ4e9fvISOzbxgL3drCU0cV+sIzltYuPOwimKc7x1uq8lKZBN9aHFk+unZIL7WgU7lOJGxYo
UYYcnhaMnfWXxo66bQ+e6Sv2UBbGd3bOWtUZWB2G1lC1YVpWw4nxvJNsxPJVK4ZVNij6nZHq44tV
69m52mXqnSPUclkVrfSRx2USeyE74wIOeHmI7aF/tLrBCAyBAVyRaiV+22bi48hUby0CbSCAkz5z
513kC33CaESu1OPWy5OSDoFl8vCajdC2UykiwKtuxkIue+1liV3MBUQa6Y9alUQrOaaShl+PWQdM
EXYBBCbD3TIM9wosNbtTsKT81iqtRUmB3/f8vi/Ku7ohydyg4E2PWjeBh8tdJzCB6oTW0je3mQkw
AYRIlT3ivJsHEKbGOJStjnkPtra6jvlAHqv4rHkWvBrgE2zE83J08Oi7BaFtPTNbCQZr0iffbluo
6UPlHNpU1Gd1bdsKybpVnxpLZ1mpW9sYIfzkmdjaWWV122Iwm+3casor+PcOXOO0hIPWkPNWdZQc
pTknxsath/xb3WMQvWAqDZIkUUZvk0slv2LUz/V2k1NbQY8N7I2aryxJ5BOnPO4zf8qAhpzPQhm8
U9EqIFVGig6bQUzoDnS1CxuZ9p5PkZf3DVe/HPYo2xpekZ8wmuNhjbCmPcfU1tn2QxtfuZXG2G8O
4gOjO9GHI43pa3jZtG373tg7vWv65lBbDy20wrWZvFK8EqL5rdfpI0aXUCC2AwbRmPvETo5qGTgB
HKx5h1urJc7quDAh+6rzLsNmu2Fugf4mvi7DLVt/8YyCwTjPtG4ksZqi6Fpoi0wCipHduGkXvb0p
STG6vbIMw/Vs2AnQuDSyT9YIP/1EUSMJYcksVyCrs42lriAGVy1YzOAH+DzFyxcj7nETrZiB2lK5
WbcfrOXca8BJpXJd8qQ3hxRncG/PjqxEh5FXoQxkPyXblieWdzs3L3oHdA0j5zLEqEAGmZ0oPh7m
Q4Bvb3+cCutqdOXBNNy7GtTQSmiZV4LTTs/1XetoL2Wx3DSq99przY1WewAc9Oc5ji+7RW7NJb1K
FWEerK5vL02jowiIahUb+CFmUU2026Kxz4Wmpts+HZEMFPII9Jv/lxul3zoVDJBIaqHG23wfSW/a
tpQmthUghj0UZOisGNoe2OqcAG5N9hqBjAlB2LQ7nkEnzG254jDa6TRyCIftp7ZDTNExG3aN9qHO
sIYMhKrsE7gA/VbtXBwxMY2u0iPIWEBAXeE1pyHTxnzTqQXol1qHt2fmw1PWLltYnmp6bpf5IANN
SVQ4XbJjSIsLGsVPioUHvO9GrnLbpHG8ZX1O4gMGmhjiFkZZWPsoilX3XLq55YaelfR3tcqiqmeN
xhXOy1Au7RDdVK2BITgEs1VrGTc+aqQoPqK+g8A+CetsbKNl66xG2DtiDQm8d7K+u9BOF7nMPCyc
PTzdwW83ExO/KoRDcvUM3EY7tn1IYWDca25nXbR2S/w+g9JyUBqWONnOkzOrGxX43U0Wcc1ZBi3M
VM2ktD63g5N4oV4imVlaFQ5lVsT6uKVCZt/zzrZn2aziXFsprjNRca7sIINddbWwAG0zQ5mrcBUQ
fXVjxh64Rk44d9ijBUYzW+amrdPsDnoDUCMhS1BXQI1sfedKxbwmFY78IvPyb40WK/ft0KRDmBdp
deiTOI7DxcTGHsO03vfiXL+fbMP9lOhmORwx5MTBFiqvWR9EakTsHOMsd4lat3vYhGBcx9gLKuxa
L+uyrMDy6Flx6Sre9HnQy+bGzKzuOJeqez3y7XPGOR9HNwNbmJv6OeXm+AHLvRLGky60LxZ54IlR
HQ8mQqF9wwbZuY+HDrPyOhpeuLLWZ4Ej5YkbxxPD6QGMKzsdFmRaWJAl2hr3cIbKgBopQxHMVfc8
MYgO1hjGU24Mzb7X827G+r2cAt59ooCCNpjcY/SuATUSKZ7QuXfU2popMRep2JGpHQrj0MSwuMzr
yv/OuJvRVR/tsh93QyvzQDb1GEaySR8zh9BvaWz3qJYxjuQOzg3TBinUvIXAMBBdabk8G21YUBhv
HMuosxmxtvlHlc4zDKXMdxtetyEawJNm8Q7n3tkKWbvkRa2tg0NFfTPQ/lj8OTbGg5ymOGyVxr2C
GKXd5cwtn0qhoTZ3mvlqbkpTkDNV3jaXdRVGmk2CiX8jTOD8C7lp4veenK49do2dq8IVD53SXC4T
Axqw2mSQzyyDlIiksf0KjiU6K7VRO3UALe4pLmv7bDbbY+mJ5FzHLOWqVfNTnPWXzhJVZ80MXSUg
Azjit3aAq5p/wkVSPlnAg+8Hgp1dUdjXap7uiOLmjZrU/c5UcBt1nbE46war9xt1hQJrtr7VQK2e
L0rpBNaiZ2xohdzWOF9siw6lYqYqZIxt2dwZkiS9xhxpB8S68ZkVSjZpmms7fIHPnKLRQg/fgAsv
h6AFmi45Ab6ANthi4asZU39p5Hl0kDa2x8Yg59PcN+LYjFK5I+TSAGdXygmQ65JsPG43973tMpS0
iRPMnak/zHFb7OhRLydZVTKoBus5gXxMHDK0ofTKkXm2dNzlkfHaml3tbYd8wVAgMqNTq0AwSpKe
EbBk1i+Vcq7vUN5U5/TZ7IkdKnXCKTEIp2cFVOmQS4x3EnGaG8f28T2Y97mjWEGD6ckJf5D+Dmba
N0+6/VfAdDlElsnDM0GPIc6kqKPTQUa7Js6KXaEKTJGVpPKA8wFfT8qvc1RHW4Lv6sQsfM3CjE2z
QOT/JTewEY8b+CCE4v2FM1nKpl7buosKWTYxsg5/ZiIPnN6BdtkZtzjNdwi+l+vBFfqdYybZfsKd
elvIljGqpmq98wFNH5y+bvH7DGmfanTZVmXdffGIDF+drljgfeDerUaRjgQpUs4xzs13c2+6954Z
kTwJUciTUjRDmIzFg7vErLmg8nDgquDgeHr3qNWgkkWUHUXtQciUhk1upTFwuilatSRzkfEZdCZr
jYrVMG2n5SxqbG0rBYST3lsx3akBsi3qt4MnH1AGVv6MmP0wzepVD+o7NBQ2aa2u5m1ROrtkTqvQ
SEWJUXPDIzLaQLBo+rG8lPO4rWTKcpSTx2jsLXdpmhp7hVDq4BJfkNFVxkuB2Rs4PnljiMaiXz16
yaOaKldFnC5beuaviM71I3dbC2GhlQcvTXdeM8xh14qLGV3VibWA3A2q0i3x2rLPTVH4ia6zl04p
qmJrhhFWmm7pR54zhB4+2btRqYuN6rG9x7zee2pfCDoz/TO8rWTHMJ7xiD+2d97OI5FVndgbq1qG
rSMZzsDB/7n33Ft9bDQQVFCUm0YbfE0r6q2tz3uQ0EzgStM4m3I3+4pxhXwE+8wlAOgwHVzZbYx5
qWiLFZj7Syd3bqO5abajcMqBoQyVoMZKor21LJ9SK1m2vYl7OQnvMG/YwMqQ+dTCX5DuDQd3sidA
t0zQA3MUI7ewXWDimQ5Zk8kwJnchJvhQi+o5EvVjAXzxazuL7MQvlpdOPyT2IWoH6xx+OC5GSdeZ
n+KhNo/2WI8XSmHNTwA+uytJ16rHhndu9/RHnsxGtYVvQxI4H2kEPRWm2lzZeFUdW1Mxzxn8MK7M
vjR9tSa9kFqqXpNQWsfIzfFMqQZk3poJUCNWEu1QdcVwVCpXnou0m67rpOgu2tTjy1JCRMT38BbY
i0Jtw5RfOnPUnkspykBVKDrvLMyC4UD1+bxHE5wbm56S14F6fs8/ZAK90coQqpF93ziL+jVSzCX0
Bnf+avCE76TlTtvOqSUu6YlWnMqo6n1LGZrdVJAEhUAdWlYF/J9EgKegl7CrTWm76frSuKcoL4cw
qi2CzkV4j/VSaKnv4M3+Oio9oHOAnO113xTZg4ERoBtk8I2uI/qnR+DSVELzvHuJ2snb55pmfAIR
Ux8xbfsKWaI6MmHU+wrDyXeE7bcFYs+zNiOj3djGci2ZwXhMbELZpJmGvaqqyTOTF/lr0zSsb7pN
mNWJXY3L/HEsF+9MdBUxksibOyhN7rXqdFWY8dDsvUxVAwnjdDM1tGBwt9Z3NeTcG11W1xMG84Fp
DddDrWsvRT/FvlHW8hyH9c/4SBTgcDRVILuYlOaZIYZR3bEi4TSX17EIyJJWZms6RftyUJpPU2e1
gawhB8d2lov1ggNGVePzUuudwMbjqcUZMbOPRjXBs8FVnkoOUay5jVysXxaB2Ya/mv/uxdzN0U1T
zHm+H7FoUbYLcKRdo8/2qyPtJWw1mZ03cX1bGtFUvyRiMkdIFmDPtesYuA6MLsoal2NewLWSVis1
f+pU7agNHWBqZ4ApE3YsLGYYa/mUPLSUn2D62I36rHmNPW+jQg443NPQ3Y5d6+0iMcDLzJ1FP6Fw
Na/HvKO+5M4lxbPZNBUGZ+MGQSpUsRms595gdB0px1gQHZdzYbsnqx0j6etdPrt7zHc8cagWCi5n
jR5TS6uVaNQZ3rb0LOg0TQFi5pJlQeiJd+x8M9AE6Q1XLKdV/tQKmVLnzm1g8utDa32SCanQRZKP
hf2NEhz0TD7HKGby10yweNIbN4doa5SE3Jvc7jDGR5kVGSwsY59tM6KWr6NmlHc6CQHdyWK4wfRy
ik7QO4sHXCCLB7KntiC0K80vS5fbww5wr7VcqGOtp7vUapLQsqR5MfCWkZ5nugW5dUrSEmV2upyD
wZz6Q0kxcaZyEfVXnR5F1dHRBxxB60oHsWhW5VkFsGLeeExFE27WxVTtKjfBrQf003WCY1exYUnI
ISIl6dT4VdUU3+iQxV2AtN+27hk3FcUO303W9ESDnBPGIKJqQicNA5JeShltBGCV+kJTp4rZRgdo
ClB4IOF7o2VabtPpOj9fLQv3tccqHkBW305XI9x4xICxbY43SaoL/XLqe34cG8MEfCm1vLuo4fHc
aqM6L5tG9lCi80Vowmewxxx9J+qo4yVjRzBRzStsQkGhs63jtTqS6cp0bme9s/gx9NlHOh5yP+ZJ
Yd3YNWbvRWQp8AysCL0CSSI5M3BE95yoPDmPYzoQvjFMJRMZKb0nv+eBUP2U6BMOZoydpu/g7b5A
Y8kTFahwRhl99MoqAsicL9j+Y9rX+IIILIAuKJ3rhYFBBw/eKLUPEC4MihqNIa9iK1a4MhWODJDe
8CSxM6H2LCt0IzbsLdNdltDLD9IFp7yNPc5sIIjlJ/uwVDISQaSXrBlT3XxNzE4rQZpM/WfZRclV
jyrxK8yP4cHWpUcRvOkvzV7V0B7XDvPB1jJFYBPLSe4GI7LMPQPKWn8AQzm5h7qDswQl24QPNEqr
P+tbkBgJYdUV41Cz5Q9jVTwYxO+Psz4tF17teKXftA2zCTmAnntLndUCbii2dBuCZedpaaW3VSiV
s0sDXgJK1zhj+YhBFrBLt+yd9NvojdTstcQZ8n0vIfZtKEAzTrFa0XhnMfvtzsNHG8oqIORpyyc3
nsbRQ4toKBHsvXq20nCYHJ4+I9flsZuW9JO+1N2dGxviQuvyeEedgUeGGXDHDRhijuO9EEhxTsuc
q9KvG4yJAvy0S+BPwFMBKizYmuzKSSWwUhRNv7JapzROM3ICaJVYexQHRU+rwVfGFja8GgGfwmxI
oPZJUMScJjAD+qULXlndiLwv/AIezHFIhVEeVZsoEZ9pi4dbZsT7gW0N6pfUWsPOVC3lrSmSyvCT
euCtUEnceeeGUjnM/chSLwuHkGKOuJT1aiXdkILbYZ/YPeEqfMpyv3RlftG7wtMvV/maTkFCI7Rq
cO4rfAV7KV5N3srRtxvopxv9+/OuunHyOuWZbocmad4FHu66ETQjbU631+rYn4au/tJbcC03rbQ1
HMB6UcAfA+2VMiL5ZdbbZNohBCoedILOhpc1Nx4WlVoADvoTSMPYKZF3imm8dHn9MlICZ3pEBtbL
oPcorhzUVFYk1j2WnhsH9LodJnUhrE0WR1m50THEujC7ynqORgrPpWh5QYdYcOsSDbPYnSMtaNfp
SNjNETGbDwwzqqh0z0azzd2a6DVrlfKMJiYEIo8RxAvTazk1/DbVnRTAS0I7goyGC0lsBGnbKAlP
vBaJg6rrvdwBgjemnWotBTtGl9Begb5tFmEti7kHmt3IOiw4Hblh4SqccCj19rKCo3Q1sgkPAXWO
CfZq0pXV2ZBJedabi0ue6Ahn+WSbZf0yIzDpA7ZxfT5Z5EfTdZ9UMeEpjFaYyyB/ZNC5dXsvhdPA
hAFrlO9nJXPHm+9trLnUyvKgLiks94ou2HONOfbFCFkVXtakw61R2SNp23pNfJtno67v18UztHnZ
4LImg/eQm7OTko+64sZLqZsc3E5WdZh68WvvwQc2QOzw0qWmd0gwKmHJF654gGO/TEE3dMYC0rOE
wof+hse3ak15hg+/12wbAMo7S3Ep8guq/NV+7HV2hsQuYizcquosgrIVnWAolvbXwemT+SrzoGpd
dLbg5bUgWzH6iC8AbyCFEv3U504G9BNqdLfmz0ZxsDwRLUHbKegy+67svnU1EBr6Z0r+0BitOp/k
lOvRZ32xYTvhZB8VB0B5nXjChypfHvRojQ5cDUP60MpHzwldahTtrRllqyeFloeNJrzBt2sXEBoV
oDSA6phAYo1a9gyaKGlyAPmTkl7KZsiFXzrsFM/mghHhsplkVw5XVOWz/rpsU/1+QQ7lhH3rGRP8
rT6GUtxag3U5QJMhmovTwIXKBKNKvxliRoI7SoOPTpEjvsP77txaao3017JOCFKWR6A7KRF23984
8JL3zeyuGCGbbo6w3X1OuHSJyxawP0h8TVBFi3NGMMeR9EYdAtqyzq1p2OIFXWbM4+Olzk5NknYF
2BWvWtON3+Be4ztmsPoEgOXamzRrMu8kh9I92c3KEVRyrIZ9BWEk7oPR/IjkLN33GSROHeVVkCeg
hCdIEJ973FTuFULfwBE8Cg6M+CAD+/NapsBhNxg36efAy8XBGSv1MlltPPZQhUhtZTQDSyzqpgvS
OhN7FgNrT1rVYQUMd+y5SRqbBXyQyrSdIZeyD7XJk8GI4B7XNCoArvROWNZMRwv5hm9rineck5LW
4ZQ7F4nX6KE9C+H6U8l0eGBOlqnQCIm0XVkky22SKrZKH6tSzQ22L8k53g7TvqBC+KSLPvFBKeSX
vEGNEjhJQVDpJP3wIg0PTPgqJabrPQJHZoYZMDtllHVgLK28TUymux291svD2imTy4V6a7xJm57e
KnaqWG3jHRFvsKUqbxerSL7RzGax00YytqRU1cynpNysTM9E9yHjCtTsZm6GxLXVUQIOgpeZpwlE
rwFENY+yn0FPP0A+hlrlusNnewE0NrRDd6YvS3zQ6oLmmBY94iZcsfdYkZKBkatrK4TF2T3OUvvm
pmZ20QzjPcPY4FjHOg9nKlpn9E/ny6lJcsB/mAlDQwO/43TuUG+oemZ+F/XWUUyoJGxDGe6S2XSf
5kLWZ5jnW1cUU3nwF2DsW9Xq1GCyWp4NL04BIaNDXXw+mhcTX+nRoViH1vxoVOTWsRvoOl6ptslz
afTKkcab745d0/lKlmLFtsheIJBQhsB0ZWZvJNkxpEXrVp3c8gwpCfgmvDMYtKaTuNe5ZrSrSfSv
TFhSctMgLT9fosY7kCAXD3QcykDkA4Yd4PJo1Eduavim9LxTVg31lykd2cXknNT3snGdC2SH82ev
afUQYxUGvSjQP1YayLshEmypad1RsDBw3MPhT1LIgptUnCyFnXyudDvexqreBVJpvimOPu6tqhFF
sGqE/P+TSG3mVkcZzDaPuihmS3rIZYe9bqUAeqHY1scspSjV6xlAcVd+5Ar6VpyDtgOHY5t8AEkC
unEMSN+KUDrWS7VaOdo9GJRog1uddVogK75IS6ffBpb9MpM6keVfq0reqqS+HxZDMBvtFzOw9k8m
jNUA4miZBQ3tSnFcpKazGQUFNW+W1NIlOUB4/ZFBkaa+1SpyVLwyV7yMQ19HhcL9TnHT9bYnyoLu
sxhXCtGY1Sp9KJXFa4OESHTbhNnFuylCvlgxI3xADeFme5r+ZHxjbi8iTGZbfZ6Lnhl7ATCL5NXp
p+bR0oWlHCBgSoptvZfV1jPtZmLoxjKzb2VezBnNb0yn95ZaER/MmSZeHK+mBTSs1vPszB4cVKuo
q2uEjrbit8ViXIxaM9y7ZLnSLwVh7XXd4ayyw0W9EfsEItwQikzOcwgE0mkDTVi05zISo/YZn7pV
QqI0GELavHSUysAb3HnpQAe1zQROr9Gcrxg3ifO7Y4/LwQIVfTMZGVO8ObnCs5wke10yudRgCa22
hkJw6UOvMUxoXcpCWKiUSIRXwbIddEw7Wwc3VcckgBo8H2xQ8uBnLYvqByqf5ggEr6VvQn79iGaR
Kd7GqhXMM9yUWGOaHGdHxyr9bBeVbu3SbHRFCF1xflkdq1Vf6SbMi/Jx6tUwGyeEAW2y2IFoqEST
aNa48ytUxxRfzYwBdFApgP9COKZw7Dldd/KWnG3Gxa+yQELUoXiJnXrOg6bxOvIxZKW7uOxRzK0s
7jLELXcA1CyTgrKAlnss3+hmsJMuhu5oaoXqbdtpXg6NN6vT7vvL8bcUp3c1+obyvXT0jfj0fyZK
3b3Wq4qzf/+n/j9UoTKp/MMqsqpc38hQ76tUvH795b+6p+dfwjLtnsRr/6Mo9fuv/65KtezfkOQj
0KI0ucKPDDSHv6tSUZ5iaI2InuSJViCeh/8Sper2bwBMmM3GDxEDDVxO/yVK1fXfUKMyYrEKOgEy
YB3wN0Sp75YhjonDKIYSLj15Jmne+5DYXsmovJ7pAZ9lpA3pVQfsTz6yrlqF1z+o9r4fxaQFbrG8
ozB8bxrlYbTESir1gHcouu168yyiQnAGieXbD3fhT+Snf3qgdTYBi1YLBfD6/R81tpHN/jENeiAF
ZWnUPvblwHzsZ9Velg/MOP7kUEjaKVMxG4CRvfVOSlosaVlH9mwGkgU+VEq19tE5oF/qmK3567N6
qzh31svHoYAl4giwCtzfHcooChorymQGRettzXK5k3aBUXYGM2+hyEHhqmIf0dPPf33YP3k2WD8d
zSH6MbHCeSfl7aiMWUWpcIZJxghG5OGEE0Xj7yvMG0n7j4rhd9vv95NbVbnG+pg7pvpuI8x1w16t
MMDmKAkSQwbAvygcl9ZVaZ6pyKJf/vqs3s0ofb+avIQ88hbCbsq57+bSCJ5qbZAOE4VinHzNEuVB
ySwtRheF7DAQhcL0hU32sh3wRv0ml/JLqtbVtqm05v6Dz7JewncvBp8FZwSsm1zu8bvP0qdk6loS
m0E5js2G0T3wwellVNpBHOHHaCyM2dRRf259z6DZaIa0tr/EmYwDRQWo+tcf508e6R8/jf5uVIo6
GoAS9AqBBdYiWCAuU5FSj6SU+A7+9aH+5Nlicg4XdOoj3Hzn3YkLMxcynrr17WF+YmpzNEe9/vdf
UfxO8PHn6ULc/95StnBmDeoU9SePN/XILAx0NlTY+5z4+4On+E8v3Q+HWs/3h4XHjATNvcw0AtWh
vYB01qOl0ZyLuM/D/8WVY7lZ3Xhs27bWKPqHI+F5uph0QimqTX1Hkqe2J2kMHw05/3w+IPS4M/pq
FsO29e4o1HQEkiO3Jp831ENVLvOBzk15iIah/9tPHd40DuAbByNF9sj1o/xwQgm3CRKn0wT1YHZ3
My2y4+KW+kPcR90H9m0/P3Uu+yVxKWOba8T/7i6Joc7azqNqMUun2SU1ij/clP/e2N+6wHBr2O70
dWvQ2fvfnhA15LZ0Vv0G2b774CotJdJMdRDwFp79wXO33oe3C8jbY707oxk1vGrUGsxNWHqvdm9k
Z/1ie75q99QiSbeeM/1DntvPl5HCCfIdRjyx5IVF9vYE2Wm8Ke/snkrVWPo644zHSvX6D27WzxsD
Dk6YkBI10PtX39sHYJ5EsX1c65iaou2NvnH2mCCbcEZLTk1TrA+c7P7kUpIDasaalBGVvd/QrWJy
ErSQQ0B7Sa831VLjs+pMzWnyqvnYZjYqhoga41+/zj+/aMwrsbt+DwM5y3dPv1NDFfDKZAhyohnf
ZhboWDC4FLgoVD84wT+5oLjvEEcQtKyTSO+eFWpwCL+nkRNUh/GyRm19S4mXjgX2tVv8vdyPZhn/
ZKvFLolU/vsy4tnuuzehj3OqxS21wpxMaKP3AuKHbqP2oudlONi/tjr1+7qznpr/R92ZLceNZFv2
V/oDGmmAY34NADFxFkWR0gtMo2Oe56+/C8rbVmIwmnEzn7ofqqzKlCkEAIcP5+y9NgkcuYelrXtw
tbF+iN3auURweruNYsfMvMmUBlmUX/V62NIsSu0864h2zPTQ2ZBqrhWB1nW0iqiO1x9axJCUbSYL
tnmSaIlx4VWfGWDMywCCUbIAsj4Ft2M2EtoYcf2e+vJWL5TKzygm+VmLwSRxo0ONT+CfTq4wBX4T
ALGTwtk/RcaN8I+Xrmt7X2hFErRrBGtaOujXy+Ln+wP57cvmUo6zotvZpL4dyVWnS8dq894fC63J
/NwWIaK/0D1QeNcRPNSjsZtLfF8L2irbg0Ngo8sx+qONWiv23/81bz6r3yxmZCcMdUbfaWDXWGRL
1wsF60zemBtbsesPZqZFH2uzvMQEffNZcSk2rutpjNWSAf96WC1UKUMF/7VfkesSNHECi0OR0xNy
rmkr5955ef/W3sy+XG8FJ1O9W5nvp14tS4EQRouW8BOQfN/TadG2Lk2nw/tXOTHysYpxGfZnLGQa
gApckK9vKxnCMF7Mkduq0vBKo7WG4CEtKRcqsdCOs9HQTp/wgSSTHuE+kElgp1N8pEzZAXhMZb0m
tRjXi9PFwfu/7dwTgLpMLhpHVs6vJ9OKJTJQmYXOhwyQ+zhgFtwuBAZe2D2uW9BXSyueSagVjB7O
kxy+TvyacR8qMsPd4c9pXGFEGZb0Ol5SGfpV3YudTuT0TcuU6gt84XsTtqpyYRCf/QVs8oA+MHcK
9WTCkqIUdlr0DOKwjKsAARjb8nlUOxslRoQ+omwn9OptsxVF5wZzhZ3gwvxx4lv8PQwoWvznN5wc
zxAZp1oZDq0vo1QEGsZNvya4yRtLYV712ao8yCIULNKZ7Ccgb+59SyMncKh/+WJptD3OleRCttGb
iZQ3Q4oNixnUXz7vk8NDk+G0nux1aCZafUfBTRD6N6eHnnP6r0VxJsbool3Yjpx4JNcnQbEGojg1
m3VNO90St0YIhndaBr9Uq+eivhtc95mYpQ0dCTQU+vVi9r6jj8diMQ6p+GJaQ9CPUOFb9knjdOER
nP01OoIfZnUoqxylTj5PXlohe2SGpAN+NuW9opBiUQzUjcvkWheZHxrjUW/3TRsdWvcFcw5+W3Iu
+gZBcf/wTz9I/P3kzLONX22kpwQrq8MP3zXx6LO0S19iJfRUI68vrJ8nSLC/38DfEFToNWsx5PU9
W706KbLMRh/H1rPR3BZld+OEik8wCRI9xWPIHHQLjUE0XyXLdijSg27/GFr0K7wIkxZuLv9ZisLv
38Q0LGheUOHj+HIy+0euBluzwUVsNnp/nY6tuG0rrb5fDDZxSrI0dzZa+W/vP++3S46+AvjhRDIC
6JecTE0zPqHesVAiwEhLruZfaRsYU5UHbC4uxdO9nWvhk1L2JxDbWssm65//cTqrM70UErklB1vc
il1jpr5m0dZ8/4beznSQNlg8id2iFMJ58PVVNCMKi9rhKcaUw/1IFMlRLjB7s7kyccpSl9+HoFbA
f7j9fNuJajm8/wPeTikYvHRmWf6LndLpmS0f0dA7S7r4Jk2+B8LN+wBfRvGYMpb3BCI41wuJFhcg
J283KVyUui/f7+rSN07OUbKyTKSA8UJidB969FrlVWiXqwIrExfu79xrBCOkr+5uiyPbyXRRJdW6
715mH+tY+AOlWfyp6PXP//QhGshe4egDRSY5Wj+5HyssRINjY/btUFN+LUuYbBFUGL5NPzKQQ27B
cDHFpdjlt0+Rq64YbYqwOtnLJytUNfYItLGx+KPaN4+1ZlaBUkb697RpLlWt3n53XIpBCtNnLTKf
UntpwzaTFiWzj2g1O1itgRtH0WJ2BG2G0iqeCQ9+/5G+fW/r/ksjdHktz7PFfP1hjNxX2asdkAJH
U/fkEipYYQbzwud3/iqUyOhbWDQkT6+iSpy3aHsp/KWTj8+49mBIpdt/cS8cESjAAB6zT+OPgfnE
4xS3s59p7IxpcFm4+OR0YaSfeUeMb+ZiEm04ap1mz6W9OlC7dTiGiEkcSESwDrkS1h8MI0IeCMv7
wrM7M/wI4xDOOjfyEZ8Ovyntkzw2uR5sAuWoJwqdRhzthb3Jp+nSzufczTFjUI9DZLjWmF4PB/i5
YMdbtAcYZyM/idRdospfyDbuKa79s+zhdWlbY8b4D3y6lXR28jlrGKetmoUdJVTtciLvDK+L6n7/
/qj4XVV+vc8mCgiwA0sZnxZ5Wa/vaTFW25BNWaKubHk9NBWOKd1G7evFhRY+6KlpJcGIddvyB7dZ
Cva+xCXu6sJmV6rPODiR8uooFjpYXvjWRtF19MwHjDh44qfi46gU1c/GRKVGAm8+236+lKntv38b
Z4YBfR6Dpv76uOxTKlZJLzmSWPD8xJA/8zCmvR7rnzvm892/uNAaT+mwXDLZngwBpW8aXat0RIN9
XXyox0J6IzXh63DpL0zn524JSKDKuk9n0Drt/yjOqjkI0XQxJVb3emnqgWIr1eNUTRcZtutLPhkE
iD/YPK5oFvAoJ0cdpYmSCHsQWMsZm3wU6e1NP3XdywxEKDBdUmDsEOnQBvugci2IaNjPtlFdGIrn
bpgeLVofh0LG76brn3udfqZcMouGHb6h1TspOMLguel3DFvzwqXe7jcYJVQNmKk4WhId+HrQz11V
miirB7/OiJo1CBn+oJcpbHun6aNDI3KUQtjx/lky9e9PGhwK8xRVETAqpxtHs+CbH/As+QaVuUOs
W/2+cYFdwBsItRs9raL790frmZWF50lxkyMKmpfTLYG2tChNcOD6kUsyiOPOaDSFlVz4+M5MiwYb
cGq3qsrKcjpTdZkRzsNocP5IKtVPRrxNdQrfYVHj5g4M10Waz5nharBaAp7kPEKA0DqS/tgV91Ma
ItvoJh/mD5ZFyDzbhZjk7ZAk5ce5zpSvuT4mig/cbnyIG9f9hs4YZdb7D/fcbdNk4BiMhGiFRL7+
FTPnHODmyuiPyzr/TVN9VVjKtHfzUbvHITp+f/96514mK53KiRvCGivK6+vhYkTZBjTBV6MmRFRd
rSg3U27/xVWwFNFNo74FTOr1VUbFdRZiaifq/lW4z9qkPFYuSp73r3LmA2R/AGNvHX9rkev1VabY
NKas5F4o8yyHuYrz60w2iSeXMNyNmUAAp1XGt/cvemaCWXtcFhQylwd4GtZYExA1lC7J5XmXPje9
IzxVreFYu9h037/S2Vf1x5VOVomWGm8CWIGHOBSNX8xJdhMBt7pQhTh/P2D1oSSinjvN6eo7C0m9
3Ux+6ThwK2Sv5pu4W4ZNIdwkvTDaz20UIPmjtoAoyLH3dD2SsrQyXc4MP6vTgiZNi4NCkxKDnBH1
1xMUoTu9cIYrYoKEV1qltemSCc4OCdu03vrqPhO5SktnNjaLU+bbaERoOw+y9DNS7fnRNY3/xRH9
4V+8i3WYAYAjZey0XDlYRaGOopp8y8ait7TYi6xGigv70LNvHBkPtTHqUFQ+Xw/oJA17cKNMSdiL
tO1MkQrHpFr9izcOyBEdHe+bEXzy2aSa2taazr2kQ6kGPWW+T6qAGxNNlfnpnz+2Py91MttAsWFl
MVvm2BHLpzZHPVyFab7w2M60LWi/kd4AbIz2IfW9189t1IxZTWSHnX6mmiYNqAwbpWjH4yBz53ls
XO046U7zMlVq9iRSU7nGeBhfGfnsWBfmpPO/hf4JMGMWzTdnF+wIuqsYGFlmoWUM3AkHhRo9T5qN
8Ngqfg2rU6CHbRl3mNqtKZbb2YkvPJFzA4kNLPHMBKGCdz0dSH0YqdMy4RBx62pvDloHoKHNL3wU
56YOg0M7Enku5pwebI0qtUdjGkfiTRx8Ng3Xo71UBaXAvPz+QDohev/e9VDJ/8+11nX0j9Xargh0
t0vebttI+2rJZfqQcky4dXoLJJgIre4Yt9IOkjktvilOh2cdpPWLoLr8FSm5dmm3e+4Jr6RKkxYO
P+t0IktTyui0yuDTzHq3GUNj9vMqlReWgLUIeLKlplaNlBrk5apzWlfAP+666UdnMMcIeBCVp35D
DFxqbEZ6k+LBUNO84DSVVdfq3FJW08OkvJQGdO4uTUR4KHyoU4LdfH19evrSXqQ5+oiW82MNb8ur
0rz5cOHlrsPxzW2uOEe6NQA2zZOXi10s7TuHsgU8suhrJkxU//bSKx8JkzavhsUKvyVVWj+BIY2+
Vwhbag8mm6NtsYIqz6NojXrT9tKNL8yUv9OiTn8Yr5eG88ovRuL1+v5n5PzspNiUajCffui1qMDz
azhKjp2FhQ+YwFx/WolkmbciQ2+HVs0Orm79Ukc73yexaz1EnSM/pMjYfs60u0CGqsOFSfbcNgih
KSWftQzpnO6c67RWp3SAMDUKVd/nUoWQgSnsfnGcfG+VJlptIzc/vv/O1lfy5snwza9AzJWNfTIy
pexjkeZMuXOZxUEctfe9UiZeb5mfIahfuMNzw5CiINtkFCMsW6fjA+TnpM5ML+gdxFGvHdAzidlf
eNtnr0LpeE2CZ1Vc+bJ/fmyDlpo2nPHR1ydA0V2R3y/d0Dy+/9zOfdEc0JDCIJgCN3AyomJjztjQ
0N7KbL39FHaudps7S3sslKb7AmXBDZIQE4irjtqF2zv3xjhnrIh9l/P5ae+L/jIGBSRuvi6huURx
Ex2xNcJCyK10jRBQ8/Tp/Xs9+0BtGq8ME9QSpx2BGqbXgFx5onfmur6pp4avAITcvn+Vc6sQqw8i
QZopjPCTwRFHjXDGWJv8MMy1W72d3COdRIyaHaaj9y917uXRXEBOt+5gQRC/HiFZY1gK7NbZx048
3qYIgp5Cm/w+4HvKmoVIWq8Sjy+FCPV/8SgRu9pr3RVF+alAoVLtlm2pwqlDn+JPcYm9CwupcSFO
/NwLYymjdsNBgDj60zJellh4lXTm4TYq/dwdc0zGBGf+m2WFBs0qGTRXzfrJK6tYuAur4hSwuOAn
3dGdd/hwa//9t3VuXsSEAvj593H3FD9fS/BTjTFNvgnq7qaPwywKxl6jtKu6DQ6TGVtwCPbvgkRL
O1dYgNqxCjtsJpNT0UFVUFVY0wr8sTfUERCTWj63tlXeMTlamBSngW5uVe+WMhnuRjeCaLPUX96/
97Pb0HVNoGbDme5NapqxaG2pTXwVxVLH7Iry6TBYavU1acN4B0XH+KGKRf/MIa/1pqyFaiaTzryX
oHcvbN3ODao/f8nJGSApLKvC7ckZwKr6K/idYpu4TX1B6XHmKnz+DFsKKWy9To+xZtXBvzJLdv8L
iIfNIHUSvSdoXhfe7pnrsKVmSqNhwH70VOm6uDmb0K4DkNjr2mFKymGnR+mFi5wZuQ6KnXXjDiIH
jdDreaZQi7ox9UjDnqjgpB2s+XueQwBqUJfRT5XwYQRqnd37Y2atJ5ws6QgxSM2kS8VceqptS0RU
FzLKNGRekXjoUzvasvBPXioKAZNnbo4LOdEQDqLZW9KqUv/5QIHxYqo8VWvdWp/MPk3URCmkQR4t
CRv3Oce0oND75f79uzyzXKx+D8oPCE0hqp9sXDg+LjJzFsRsrTNf1QbYtSWtlUdVv5gycGasYHBE
4IJBh93j6XQaj0k1hrGj+Xgy881kW4Bqyij037+hMyovoJpr7RRBy286/evRYqUQHzo3FqSRp5gR
0ygSu8EQXUBWdIj7HtbbTu/HHH6n3WI3cSZt54aW8UnEypUTdgGAk5rAdNl+f/+XndlxvPphp4+6
gZbfEGDky9pGHejij3821Wik0Ap/r7/G6Q/v5P1rnn3mLLzkR6Djo/z4+mGMxYDzm90dGCXEKzPx
Jr49Y7B+/ypEh7z5WCAKrwx41Lhrz+hkK6Da/egqrewRrgCi3tvzUr8suthAnPisz8BrMiiROxPX
oeEVUx19hBZZpn6rYSvfRX1Y3EqFBpfXlaGu7JsFs+XHPm4Uecf0U9xMJFcTVdcMhrUZaumoxzp3
I/jJzuRYBwkuvdrGDTQk6DkyrrZlWrtfwqnC+5g3oLWwk87mVRpG07xfln6myNC1QsLui4C68Rvm
aTNCzIn5x5U53eUhCkCelDQbD5gYchsVTqXha0K2aLJazdpMjdO6AegkKK9aYWSgVecQELZZLU+E
X0OClMXC9SendumBDMYoA5zsYQcfc67Ab2IJKuiIpCAktbHsgA2MNtVNFVCh3Mx9mAsfz3v5uWmW
XuwLE8D6ttUognpRlZh20AyIwzataCtnlwELgcxjlKtrKhp1azeMib1LbMXNjvRfWmCHCIRxeJa0
D69aYkulj95MSuA5lfUYTtixcPR34LoBLuOILSk0pl7Zxmb6pEv8xE+p0y4PwhznhtIjwFDwkapS
byPS4ecN+0ConXEs4mdBRQJnuT7UNyWczRfTbHX8nXYDiBGbyopxA9CRjZH+WBDnkuLHmGvlCLpZ
A2/Q9su+QpcG6FXO7ryhse7Ynin1ZLjKRC9tMCZwHFozNjof2BAFe9nRot5lvUUVMg9D+zqx7MYF
6LsI8ErxpD4LmSfzpgP2exvLOUo2bsTsfqAQleie3YlWeNYUZfV1jQVOANJpm9wPMbpeuXqIHhSg
wAK3qLdL1dPCwa73g6NW/Z2wC+VTWA3DSzOnPSFuM83HTWLzIuFP9sMPqzK7Dw1zacQuKxf3+H81
n5VkCVpnyK9TmCj35CbPAqJzo1rbdEjGj+jMMBQnRjMe7dLBp4SAB8STJsuuc/mG84koTNjst2rX
uspeRuHYvYAkhB+QzALMCAvyAC6+y/LEzwZV/zUVhgJzTtVJTCfy4FcZU6naYBBLxi00AcaxWmTz
B6anzA2WYsmfYe5nyqaQlHQ8aqPRlySpnIMex/nPsm3i+1GbhuQulLbxnBIv16FiQkS3Idk6Un3a
/WHDOMrRm4M6hUM8yjYDzGXPLfxIc46fi0FtUhQZY1jeTwIKie/0NJm8xY2bHyZJDHAIM8hbkMyr
4QvwkLHa152Tg+kn7uA5UrJx2OGIC4VHp0q/S6PJNWmoQpyOdMtSgi5zF0ioxsynOhR53gdG6lZq
YDd2Jj2hLO5dKjPFgdfND4kpYIJo51Vm5BrM2o8GUMdt4erDN9moCqDq0YxBRAGbf44xwkiQq9VC
CH2UxKk/4VBoAlp5mnNwYc6rfgxcTGwLF/Ke1wIov8e63knc3UhfvCHExAKMeCoUAPhZcXCN2DAg
WhRAMBrCDOg7WIIhk001TngBc7R96BVBmx/UWW/4QGMLUKqOOSQ3llBG04uXxgV7pERECCju0MhN
3epR43OCKV7ESKAPzvC8THaz2/DNCjUCny/aIUz3DezWFbMfQ/+lsYIXKi7CDtWYq4PumxzzUYmg
vm+xzDc5UgQLyOESpSgj876ti01IT5hMc0Qy+FgaTXnQzDIdd5PVzHLtP1jLER5coSUkWI9uY27A
1K64I2VSwGt9Q2pYTMqDqoyQZzadSk5F9gS7B6Q59x8K+hn/u6hxi2JCMPwB/tUtp3n30WSC+miK
RqHoV7stNA8rOyZ1Rj8drLbf1LZ4miMt4U/ctnmy4UozmLJSKS5sE9/IidfoJDzNq86I88UbHZpE
nTsUk4tr35KPPKkc/VQIMBmQN+n1MH1E0dS+HqY/WKZAuycK3GsU5RvXYPap+vbvs/E/8rf/z8zr
d9XP4rFrfv7siFT6/8DBjs7vj33JGwf7VT9+jbs/Peu//4W/PeuG8xf1VLKPKFSsbhk2MH9b1g3r
Lzp9q19zVdvR1KcE9d85Srr6FzpGvFpo7jkzIub8j2Xd+Yte+RqlhGOMGpLh/BPLOruxk/2TRemc
5gT1KBRxa4DZ633anELPA8tN7jXU/GIj6akyUaBjMRpA7LFOeAjEporkSROspdf0FjFtSqXWNYHn
jap5+KDi3CskKUCewy4K+XAchUdB7g/R3SuFyZMyjcKDCTuR+L5Ek+FNn1pp7Yu2aIs915i+NzKZ
dU8JVSX2mrTXdJJPhulYqhEdULhh7n3WtuYHJ3aqEdARchLPNaqBvICe1i+LdWZVm6piJVBUklAQ
PQ2VvtEIlT90Vjwx31WNegOcDuxS0eKXb7BEM4cYIpJsP4z4Phf2UhxGcpUiL0xalCswthxKTExK
4Nfn+E5dutulS51bsleQDrrSwmTmNkbykIRz/FlOiimhvMzjsFewmkwbk7+W5SH8RN9CLTxz4X8W
XWiY3lDnxvxhCSfrfubQoz9CM5L9D2CPihlkssjsY1SswFlHK0e5zazGagMy9DAMzCWpI6kdAiF0
IuJO2b/O7DPZ4QooQyqk09t+iBaia2VeegMUgX2x4FzapX2kRw9F5PbTRgXDx24n7sL7rqn1Phj1
vDvqki3vPtFLfHp1XRjfLDmD+DG0TvwqJOiqzHaT+wzxUeXlPGU/ZvJ7DAEHX7dNMgDImaD3+fHQ
jLA7HL3YUm6ovkcp2Ff4KLbxYkrBwTkkHIiDc3Vr6vNXA+acT7yVkWx0VGeeaRzDrMme7TTj0JSZ
JQYyoiY2Uu1VM+gTiNgowrLOQ4cQ08qc7lhxUcP2zOMDdSTOzp5rjyWKtbSN3V1CPteFGscb8Twm
SrhWGiVI2hHUw09KKQZdGIYIUhgohfGWWuMKb0F1vSFKDbURa8gAt7vkFdW6QcoGcBNg4UVh7c1R
r64KTkYPlV2uvfMqugGIVzzN65MTczRdOJX+ls/8WU34/VttZHSY5Nb628lp3uhmIsQ4kPpSrTlm
JITspPdh3DpEfuhJOm0S1xppaU1q1pC21H6ZlkWdrvRKpG6g1+3gp01WrBtkY+FQQRPsl4VW4RfR
USwiilvsFTc1HkWEpZlgnEZrPBvlzhXCc8svouKXlTg3OhvT25IPcVtEeVVuxrYHdC4c96c7m8lD
VS3dl3xwrXojhmLON2VIw9yDeBN+yk1F+TkDTHqoDSe7zS0Il5uw1qt+o7b8FV7WRFAaSR+Ruz6n
/7Jhj0bb8Y8J/f7v5/UnWeG3muv0MVLN4my/SutQt7+eJxNtsqHJCzSJaWx+KPNmeOlr6ykFl7qf
ZdYdTFWmXgGCMIC6lmzZjdlfM7Vv721l1A7WEHdPoRYpfpoN85UTKdHWhtG4nRUxXHrlb6b03xIS
9IxrbQXX/uufqqAdsSyiOYh7UMNDogiknaqWBe8/kfVvOXkgdBI4VqwFDyyg68H8j5aoOxRQ3YBl
+Esj+ueIdx5QZ1m2SKzFzi2seosYm6MZH2x56WWsBYs316b8j5CSEhVptCfXdhu2kTNOTDmZ1qFI
G2evJY3rd8tcfXSUgfZDLkjwitt8SzZdF/RlObDFL7d5uSyBmro/w1wq1wbBxoGKLeg4pUZ6weT0
uyn5+lcifARMSdkbEwRbtNe/Ep4i4a4W5sLMSVi0CE7xe4z4j1Xfs0Lh3Ey81pmgGC4zlJXMCoFx
D/ri1Xb64soWRm5sGS/s/jgH1kK5bUjBDDSOb3srdub9BFF2JwuhPWhRGMm/i4D/aDP37jbtf8Ys
+n8RR7ROkf/3VEyKOdD9vv6v7de2/HNLh4ud//t1jcAUf1Hlo+fOlgnN4uoc+z97OsIxkTAgzkRQ
zIacmhRLw39v6jSTcEzdJU6TydjhX+KP2r/DMd2/aA5QwYJlR9uYSEP7H23qaP6efCCrqIgZksV9
HX0Yyl4PvYwgL62vhcc6mHlaN9QLX4Sr/yTGjpp81pKLTsgbuFcgCvmQis+FTLb1EDGXW6on8gng
d01eQcTex7WTEMwdkiHXUXo2Ui66D2rPG5mlQSPmNanNjfdVtjBvEz65Af5J6BBaQ68wnpqmO84j
LLJMRHGQOZQw+ta1rso2eYyUZTcS71r5oQzvYhZqr3OtrdrAj6OkdVMpog4crRrvqGKR4usq7ONW
ujzvkOpGSdWtmsOHeZ6fw2IAVmkTD2KT5BaOW4sMoWcX/hL4x+J61iLLz9O12rxY4oU6S7SrFiIf
RG0ANmz1yQutmjQMtX3Kh8S8GztilzIdDZ5t5b9yNj5BWI/tvWolyy9Tib8Ih4qmWAGNbZkmBxHr
LQ1cLbxL3N64IgwgfQDYoh3ySG+8wm2Hp9iGPc+medKOJigYkhXxRn4wZA4VTpoPFQfbubK+uIQL
/ZgSUhZh9005WiqtUh/mqRikX2OcvHbEVGlc1Vhu6m7Rb1z2lmUwysTayjx0ftWRZq6q7z4NzM52
mo1b5fJz6VB23OiTaO9JDbKfszrUHRA4y3xPol9+q/NVUCvKqxlzn60fWtMZ4YwuU3ETN/Yvt8ti
YxPyCIdAdOMMfdK1d0QMWNBZ286N4p0lbUkYXAJS2utxxyeeXoyWp6/pUv4ocxcRkOFM39oW26/S
1updBRQSH8SQCe1jrYISHhr7AdWtEeSLFoOizIB4bpQEDGTH7ppnV6fXJSWHoEzW2BsQ9/lxEpmF
f5S3QW2gQi8QL3ch22Ik1DlsTWD8txndgY1S5/NxkfYneyxEeowF1fhSM/ZDCTDXWcJ5y1z6BQOu
X1pQjDuQ1c8E3Ul/KWGBJlQSK9Xc1YtJuIjAbe+Gy93cWNFxJoZS8o/o8qFSjRnmfHEbjsY16dbX
CdkOA7lfSTe/2HVyIxGnSie+Knrh+ITrkhYkg3XX4sVy2oAx2Eckb0cJZxmKj0vUmM1mMOsb207v
9MHeZTkB2mnoT3n7kXqURxMn201wKFeC3i0nMa+zDp3+YSgfa7PZVQOCavE91RcSE2eep/qCg7j9
0Kf9HUykzWTUO6ajfkuCzEYNxRWddUDJ4Y3UCYsCUE/UHtEviQhQYQwBUp99HCcIiVWS76gtIGJ2
rxzqR1ABs+2QTVcZQXmcg2l8pKbm9dOseaOlHxKEKcfBMJd7M+K60brvVKBPBzVBP498Ntdacj9L
AY/1S5w6T9RmADaZu1WRV/fuQc+XjcvxjOSPO+FAB0ttb26WK2RMfhT/MphVbNxkh1aPpyeCEK2N
luOmTuqdUQIDB08fgEh4IuY89tI2N5nn2i8hO/trHGgkd6fxrzLLSDSpyHRJbMfr1fqlqscfSuiG
Qc3XeBBGfzURLtdP2W1Rt18zUlw0ZVr2na59m4t0kjcZaYA++X39bk6KMHsoUzX0SVYkIFVdsHm7
9c5W55j8QFHddlPnlUkZy0NbLI2+TSrctwk906s2j2YFK3jSyCfpDjrIBXcr6xTHUAqqag7mNnvk
SP0TCP63YuZRaZGTPuTL6NFzDapwWILCApGb2L3yATJw+0Nfmg+qooYfwPRzopPsJlDplnoQZqDe
SR11hxuq4ZxAKqXZk5FlWzCXsoOUlfYJW3+7KfO2fFHKYvCEgWBdKRb3Q5EkENNSbflKRIB7Y+ic
hULRrYXtJWiqVoOHDlQcnSjVQvUxCklONmPnheonmcbobw6jO/QbKsUcx5P4GOkVaHPp9J5BX+U6
xAm9iSgMUwH22ir/qGXjfVYPfvSbAbl02TX2eYrBRcfcHz3ZM18GCXPPMLi3Rvo1LnXPjOSjHVPm
poL+k8DbvbTCY9GW7K3SndbFrCq6NV3JocbpmNbfMVXdOHDSKHW3XtgapZeW6QORFd9rpckI8upZ
fLR4n0+a4o22CCorDVwkDJtwIgd0WYwqcOxkCqhQQ12O1oPTXDibTLdypkIxerhzyaVYqu+hpqbb
rCuOk+omP4Yxc3ZmWfxwm/I4UsPb2pwnctPwKnigXqFGCJLyWxI57uqa0nzSzLbHHjxIgcqGdeVX
Kapr45M2fVqWzy1nM9jCm4in3RRwhxl0rV0+u8N4ndEQ2HRGEnT9tDeVzzGVST21yTQQyzNs7F2i
fLaadt/X441tTB+lMgLybAB7MkpQURBkbNq7Xi0emmzYGoSiLtLicxCWZ9jDveyqO132V/FanYF0
/M0GukxQQHsjFvXQt81hLAzi3rIbt0a2U0cvoaEch6E/pgzikvAfSbxPAXepX/tyEOa/hE10a+XV
wZgX6N03CxkS8awchaJ/VKj+Qw1Qbm23+LkMj3VLt1yjvLwh4k1uhtn4Bds/0BNzF4qvBqdOJ1E0
6h/SCyfzkULby9z+yu1sP+TyxqJQ4TYFM7Ga3JYZwIU19E048X3SGxvRR/d0PA3PiTJnY84qn7nY
DHbbbR0nuomIfEP7GeTZ91qND7IyA1pkhOZUXj/Dv++McetOX2LH8XRe+ybiAB0gTr6hObyrc0U5
OGp7yJw1yTPZJCSJqEm2idrnaJJX+gzeOdo5udxO6LYVNM2bRB2royogpMZy+EAxej8s08MQDSTf
ucQZhO4PPlo/avVdmIGVUG1iis1aJz1jVOgQVQegJ1seGJkapTdn0aHMZ5ZCZ1c0MzBWBXPAR1Np
vsKA3dHp8hemDanGNR9gc4uZjaJO90FQnLf1jCDE+kDYFPlBrhcaUGtrPSaaW/OoPd84LYkbS5Z/
TtufTmbdEsbwIgiB7Ot5T277lt6lv0QjoQxFSdgT5P/kIG1Qwdmi5uQxNu6uyXReL0Ral1qGSfyK
qIxrfDXXs+rC0NfkQ2/3TyV5xX4+fl5g5+RWVu71IbevplZJuFF3Pnb5D14lTAmeSZn7U5/f8GlR
oCH4KyU1qg2JeR7S26ZWwVaRFmINOQWNfkwCnZSpyq5JmyXfrY3EB0luNG+i/VCz0Ri64R7ookd8
oW9G46FZIhX1YOuLsd1pk+mvRZZRbx8nXZg++O2CbyKv/LaooV8b07BfWuPF5Vj9cSgMEsnM1r1y
FYafNai/I4rMj7Mev2jlR3eZbrtKf1wtKTgxt73SPUROfWUJcW0DGYebwI7TcH2jaY8dITmWrB+M
RlA9HfaTiL+MqnPf9flWca/FqPjRou4EiTs9z56M9Ot8dD7imx22i9r9WCf0bW7krAdIbDLsg5Cl
nupCEGmQbta96TatbHejsmq7URg0dGNI6/Ptodva87ORRBuQmNm2iM1+1zoAuYheqeP90EcRqQ6x
FsymyVCvHHABeUDS0HfZfCNYL96xVacUi1o5yEX/qdDzz9rsfBE0Z46mnQWQJJgCSL34L/bOY7dy
pE3TtzLoPQv0BpjpBY+38nZDSCll0JsI+qufh1mFv6uq7b8dDFCbSkkH0jnBiC9eK8z0hYAB+hDc
A5IkPjeQK4LS6UUugxXWM06OhIxfy4s+WmoQuj6/WhU9ljxIHrVz+L02kTVsaRyitelC59LVFtco
eS8JQ/HtG7jSXU/guqOaN9WbnMz2CgXyChScftp8SyAXd544HMS8yfRq41R+WM9wbI0ut1VBvUlk
ZiF7zAdtw7t0nDZ+wgfiaI/eMB9KejlqN9lx/9yPWFGFScrTPICw1uauLLVoR5n1Kk7tDYW87iar
vGhHnmDY2NG917ynhT+tSr/0trN9b/mFtXEayMUh87cke4QQf6s+cYxDqpMB5nlnLnjbCMoxWWhj
P8+em75dE525T8bg6kyNv9Lyz8BQK9v4UJ59O9nepyF+5Lo77lx6iwiZPnbGC0kWHw4JzV1pPSYy
i7fF7HFq04CeUn3KYInApaLY9T2OjOjNFw0HaenT9REO5rSbJRfJxIRrbaR8kKMXPcekWS3/JqYL
ydvOltIeZgi3pcm0ExyYqsxCWi3JhBXOzDbhniw7+6Su9XVgf6ZXLjJCwqtZkmTFKAHxOVmfxegl
6zFpHkDvtvSTzcdgUC/I3O8H+I2XVM++0uUsjbKzRuedaQw7OSd3zkSzoFkn16jTvxQSAcgCizw5
SvTwOqeR/KJCg9ivIgxG/2K65jW37Y3KSakOFOikrlc7Tv5ND8QkOEopzeC6Zxpadin7hnz+QAb7
STkm0ymlmMmmz9MuQHgAfHrlpqsRtxJYh27InIe8NdU28Mv4taXGCWUyhZZ5OeerxDbV2c0Z69ta
m98p1YDt7ntts0jmLj3B83vytapqZZh1Tw58NLjbNsfxSyAWsS+E7usELngk7yKqn+2fPS0Nfeil
JYJaorZvUKBQT+3Mvs8DhfN/DgXSfkQPhoyTtdFFNKuohOIKWrVp7Gl2ZaZ1VbAHb+/8ddRmwnlG
y+zKFXSxkDuNNswL7dW0aY0BzXklxM5IwJdg4J7623ogaiCc2HJXqHKSa5CQTcjk2x5a2RHLq/qS
uLU8No6+KWexanMR02M3Z0kb1niM17xZRk+TlieqTQ/8AcTBYPEC6RvAn9NCxHiSa+6e3kEqrAGU
h3GVzwprXRSUI4WQwp6mdZzTNE01cX0YsGeR8EGdhZsmtX31mjo3wxFl7mFWWuyHitL6/SQ9Msi7
PCD1m5NAWUCijGTVXKx0YrxQgRU2vYTlWHnXqFXaKnEDFBE5X9yjXOrDXsblpRMzfzwOsPoOCCmf
/M2gyCC68UlmdLcyU/P8CJmUZOuJHk9ukEEQUxhjJIei4bq2trVoem5Kkjq2rs2zRAvbMnaKKSQs
s1YnMescYJ5HmjzkSOBpxg+fY1k/tF4FZhtWniMza5/Omd7QCmU0Rn3ReqtEA4hrfRgPURmU+Tkd
Rn1k2jUoKtJTSjm5X3ujJ69UKTXDIZ89d3xIO8LhvrnAxd43LRpsP4Mq7SP1Zu74WiTzcG5bOi5R
LhQdMxicIoKmZE87lGvcIwOUEfRbZ5xgAAJ2pmSki7xs0zzaOe3SPj/YOUBFw27CflaX/iUlA6cO
yU3qnHVPTMQQVvwTI0EgCoGaxeWzcOdUXVzV5yIMMm2Wq57Q909c+LZYEffVdkdEEQ7tFvMUHRbJ
J3nBzdg7u4JyYz+kKSo1QpBt76ZGmEAaaWBo9y5BJd9UfHSfJKqYd5Mxqu+qZULJg8xZt7KOd2M5
qWOt99VbbRhlAiVF/cJhoJILJWcQUW9JRYK5KR3EyrvSnBvq19L62KeRgFSMonjtNzOCBHcUcgt9
Yh5KWgpWThMnr0meqlM/5tNdp0ikQuKMHCJmGyCIdY64P2TC+G5dQgOpDwge6tbx75vEry5m2zl3
Op5s7m7lYBylqju5cQsneGmH1LkjEYlSoaZLswH+Tck2dBuFWq2Y0unoFkW9fPpDCiCSOMEt9yeH
wo00PShDFKT3L7yWE2WevR1hnV/o6m5/6tJnrQ+RPq0SymofSlDzmxKZ3bbJJpMWXMF9wTgnOtI6
5WXMEIVRFwd3prRpqTa0KDGlfnuJEApeiV+vjykFWA9RK5lH7EEFQFk9aJvDMH4tEjN4Vd3E6V0k
URqsp2gUH2WZx7u+4G6cKmX8yLwcq37bG8VzmlHb7NO1TUdNHVfX2TLktyHKG9ZRDilZpz+pczJY
qMPcVzs6ZThieJ/dresnVz3XAUlL9heGdlF39xRuGENoKWG/ESqHHol6RNc/t7XvvhhjzTQjPBVO
tdUbQD9oWFYzItGa5QX5FDbOOIP5oaV7AnNF4IaIpt8bAcqarLIZku0biwoKlHCWvat1K/JCq+vy
bUdj3x4Yzjo4o3BupeFHXNas6mDN77G8HyDYVxE+mDPI5+R544OHAfLY8BQeCQ23tolHWVzYiYrx
mRieb7rzGHFGBCVHM5fillgg+4F+bS4INvoms0zUIw1fXHyBoNVWdM54ycko5Npa3880Vl0Np4l4
uCy6IXvuV7zf7Z3FDsPYQXvnMD5aGQiBCcSwz4MGmrmttJWIHRW6EkiSzwIaMrMM8Bdf9tvcSqNV
YxWs7qGk4s+JQFTbK7FwFz3nOHXSHY9VTv5T9tpMzoNE8j9UO20MTmMhvhBK7lRuI5FRK0/lhyKY
9l1gM1REi58v2uiEfpwpYY4o0krpxbUrpEfInRBcATgb5Btf6OCLjhD8DpefzPpyi1Z7gZuOC5qi
BveZjnYmfGPTm7dR0yavriJPzG/oNZ+L+FJMo/VzYHBIaQHS+1MDwfqaV9P0ndtW/mbYLcT3RMzB
GMuNLKNs4CmaPLnvY5+GG6LU4YuwNpbjjvVZxNgIAvM198r0C948vsmy2fphz25DD4inJQRI2vmT
jgDlzaUWHj+ObpFukirtQ6BR6taeNh5i/H6PxkycKRKuoL+ZTDHfDV4bAbvrrfuZSjs7mgljLN+0
65xB3+uj7X7VRu6dYyYkYzOYWf8hWxt4YmgbTON5sfcbR98ls+Zx5/LmXanpofZL0wU+1EUnqnHm
MG8xlvfxGL9OsqDzOy7MVaB3JcKCG+h+QprqxEVeIUQYiSSg1sTaKjbTRp9pdcmZ1lLCbVe02bao
DJpLP9AclRJ8hoSF6K88oJ3dEjTn5QYaFbGUonWB+zzM42YsLYhuLf5qPScN7Uqd2jHJNsRxt3vC
zWkRmx17PWremSoX1LRO8FBoistsq/q9mjiDDEEWIYCoR5IfvVfRE0E26Y6MzfRcGYVOaWS7FLhN
862nqrcxkd8p2ZYpuRLCbJBG2mV57IDiV2Y/VuvMEMe+LZ61XNtYMNsfHnzgpo5Tbet2jAUNNB8q
lEPtpwAxg/tEoE17lX3k3XRlCtKiFXILprWZupaRjpDsFQCvvEED+tAPoqZaeoZzV170Sd3cCTJi
PTjtvNMr7a2pQTCrkbJl2sS3Qd0joIUdajuLorX+K3UGLheBua9LhQav7e8i4TahXS5tlLRnbzq/
fxlFJnmOnSugTfrM+JntKqfvN2zvO4QGGbXRyHWIdr33rXQNL7QVeVxt+z6oNrZRTfvK6p0D4RLG
IQDs3U+l7N8mMy8YrSVgBT6529x5dfxqp2hpEUC7m2m53FANfkeHC0SvSE/dZFEhOY/IUP2MZjdd
Eu05FpmAcfeZf23zxpIuMHFihEbGs1T5kuOtXLsAdf7ww59pxMKMteV6XR/wZ/ThBG44eJlxn8ft
ptW9YmNSzr7RjGYDG/M++UiemgydkdO1LzR7hXoTNNtoMOHS6Di91XzJ8mAOW7Wam2HYIF8B/epB
je0+t8EeU9x/FEuzYrJ8vEIptOx1bkoveZefC5nVDxR8X4JAGYdOKx6VMZ1NMX6No4dlsDn51MVR
9/Yc/IL6hvaBCZ72nqrI72qo9y8BcGemsbyq3tfeEYx6Ny5aEDAK2e3Zd7uNk+f5yS/KlOGDP2bo
qvnONbPPtvMaquFFGMMurhePSOirjFpGJa6FjJ9sQHw9rajyBurX6u6AvG1FGsMdFOG+8CmGi9N8
1fsjp9PA+GUV+4yEfdK2bkqn3dRj+tr2s3c3Nd3KkhPtSKpxPqqx9+9xX1MjH7HTMS3p+SloqQwP
R9N+HLkJrPK8V5thtlGq0iNhWeCYBSzLrm/z9jx41tEExEPANlxVpLrnIMjiG3jzrWO2yb1RzkBu
rT+uunokyKKn7zMO/I+mgVZcNdVkXoaBQLUVAtWDXtkAYgYlFvo7rgJjXxpIrpLABAgcdoMlDLQO
1mPHVrImC1weu7JoP8d08hhGs5pFUd5biVjp5Xz2DfdeU8YnhZm7nC0RseCKT/Rotchsg4eshLUR
yRC2g3kgAfkkMvtglsznQfWOSw9lbH+iHr5lECfT0cbBsFEzcGJd50DrbOxBjmhe1foPq6eAKeev
SdPmC2/tfS2zU2UlNzmq3InOsRCI391xW5r2bqzH297MnyfAxz42raeuCI4dQF6Z0UHXFb9gQR4E
RPrqeZxS9TIW2iZrYF38WNUrScTT1ohn5+TJ5i0V8cmuUsgCGG5kDBReb72xERvO5WSl68Orp7wX
VVQPXGfzJ/6cIlTO0KwQeA/UhGY2iPEo6jVJdmfLOQ5xfUoBkBCq68m2m5ybNPkyafhFxaTAZZqp
33pluRq5EL4lvTl+Sjk6NyTjtV+JGDp3Q+/TuB6JTgZJT5ogQmDoQVBXGiBpiNM/uCO9Ectd5o/B
s+AKop1gyLUba/LLt0pQFK8vmFvOb+nyTcvz5Ne61FbMbVJtaCxo1nWh5cXaLKeWEabMVQebYuwc
dNts5qq/IcHGXyPz0i+G6xKKKT0IKTvX5x+IzU0wOLf4ZhgV8IgUmC81wWxguSHESdAbDE0WfesI
mhVzUNJWw85kMCPf0k3f8BJNwyWyrQlwU6VSg0AcjVVetX8Ee/xTYpD/N5W9i3LiP9eCrOKPrz9r
QJbv/kMCYv2GkmOJz3GWrBNziYj5XdZrWL8hviDsjw481IHLj/whADH5irOES5GmyPWWiPd/CEC8
3/AXktnHvwVLaKTv/jMCEH70r/oPnMmOg6mXFyV7ZMkn+6v+o5rdzma251nOcMJQnxoVQNIafqMD
Za94ADKzYCrLyefIHq2giu+SaGZE8oM4/kWzr+Ixm4PHwBD0Ubuuqt0tGNhEPfNSHHyqyrS5RzAL
5eiKFBYhtRsnCvN51lrA3KzACqUkEaZPsUFC/wqJpIEgVvRpYq1FLRwaetrcnTJIaWp4Tk4qB6UO
zpAB96ewlWypLvceOxFIdFfkurFX1PYAo+VX5W2c1HJXFvrSXmnrWG0sK94NGqmNpuAO1dnltEZg
XMACUwV4HRHr61fb8YxooJnQ1M+IDLJXLnMB51LeGu6rz+3wA+pqXmsjJxMneWneMtVRFz/JoJLX
2nN4dvPoqQObppWqiDypKJ6fHZIvLF4Cd402WfcEds/y2mRFpb1K6Ub4MEQg7tOiVMwb/KI1G3XZ
dk1+1mkVdUC4RcFdWMZ+DEXL5LfgkUZZf42Jk343DdHodNBCTozrXi9t8SDioHXu4WXs8q0WspqQ
uMVIMa1x+DJ037BmFJvVZ9x408+WAsaGYZtxzoGRRSlB7oG+V1ENLu9aUZGwczjdhRFgTm9ICB9V
qCnTvGmIBdT2APAa0ZiiNKYnv9KH79Q0wKjyyAVigqcbKOVdLnCPDQ7HIwY2b60T5bPX7T65Q3Wc
7YcJIM5pJ2xuVOyOGxQVsfUwMayTqcROWIzbJPEE0Eheo7iyV0YhiwBqcFHYMuwWgWKcLk1FN3mM
3AO3moghFDjSgqGjDIaaXbir1kStFJJNIMEwg7kOKADWNaud27VXRjXvryjoweocmw7okaudf2rF
gLGXRJ1xOgi0VGpTc4nTTl1CJ/dujFz/1oxIFznOY5rGRzeqmyhsyCvq1yruKJXEHtZxrZUZGnNV
Dc6zO4CuJRoOa5gZKIMWDVhYkMTZb/Tarc9TUcRXrSjUtnVsaIoukMW1I4ULvDyaAUdjzaNwNrem
B7qpU1QuzrQElVT9nYjr6QZ3mbM2s2nUrr5quruhKg1GXGWW2boQuXg2NK3cm3FFJ0hc8khs1FRo
O7vvahswVOYPRAiApcYkjx6oPbXvRtOrPwRmq7eIpQVS69HXu1I5AoBw0ufZAWhHXg5zV1n1wbHK
Av40yWJOGisoIRFUlmnnlFblF1jW+HGcGvvqZ7zTsqcWV7UH8sNU0Ty1EGjJ+BWbYxqB0UfcF70C
gqSlqJXxhueyafsf7Ao2WnRceQ2M0phaRFci8SoAlIsyHJBt5khL4Wd9Y2fpzBfeJjZgXd5RaKvB
PMXK1tuHQKW9AT4cxEjZaqGliBGiUc5VccgCRRHsz1oONP5STpxFXsyNpOiSgRrrEgmGA5hMQ225
KYN2QNww5uj/ilPkdw3ZTb7bjLhZmeFbeytLCYobjtZgb+tgKAOQKo50J5xbPXtE4cWvifCZ2WF4
LqLYx99g+9LDouDUcc4FuVRUg4WitgVSp56sCq5oZR8/VciJqzqkY3aIP2yUoOUzCGXpvs25XWWP
PiPQuO2MrpKXgJJjeXEjnF4bJl0JK1wNXdndynjsBkQCKf6NNhuKdSmNAd20dNyPrnEARvWs8fZF
kNg7ykbMsKr04j3mww2dAKnVwLu/jp28Plp9rj34U0l3apwXQJGM21t3ZF+YTGchZXihy+w08uiT
rnMfl6TWT0QF0d5hSaz/FBlruwC5AFevQb1Z1mCuMJwEEkwABT26h2KbAN75oY5ZazcWQf4cT453
I1rYgFCv9GBj0pq2tlo8mEXs2YcSMIQQh3pYDdLM9hHMzG6qhX/Q6wHSvwEkf++nDjXgQAV4gTMA
6YIq9hLJyxnupdLCsZmnx0w68cjozI2kSBddV1/kQ2iSdbwzSYOXIfpgSgItme4SMzaenKy4hxMF
LxdFd6w7/ScqG+PRqy0uo6lvx8gkpHUI4rp8phrWLU4T7/UusrzP1sga+R4LduJjl/Z98xXllqou
NapHY5Ol5PCGxPQxZZt9nCI64bB9SwrXr0gpK6lfxoxZ2NFllLktvrJEpR8UTZjaK0LvTJwlBm4I
vzTVojUPiLm2BpYMFIXp9St6mgd/ZScKW5031bsEg9gE3OiWVwbSUV/bpW2gvPe9ctomdpT0oaEL
/4LBWJVrA4djiHau3THZc9+VYAyjCFJUi0Ex3bbObM8bq+z0YD0Sxxcc3CbPEcXMk29tNS6jQG6x
gyKhb3a5VfvvTocMkwIb6op0ns67QjXeOUoz976Vs+esFK2sMrTscvzMNWs4J0SpfgwjxbQrop6y
baRhY97MzpTBpZMhTCRC3H4QqsFnvy9jjpkwnRMK2VXsxPE1ysTgbScyQ33QiGQ6WblrnosaVxR4
LVTC5GlUd8+2mHZqLiUPfdx2XXH7a3D8/yP0v3g4UjG4/Vdz9CMsotTO36r9/vM4/Y+f/H2mJq/6
N1JScAX4v7vlmI//mKlN+7eFkCCOwiaOg5TffwzVmv+bRcIAATYmcdeM10vG6R+yag1dNd+LuYGs
oEV77dv/zFj9e3z2vyn6XR8Ofsk3xFixSLidvycrpwOQmj3r9UnXGTFXwpyC7YRPF7CwrlHwdcEq
qZHr16kPnujZ8jBXMn4BWqbbZO5UsMVSpr+OQxR/DXarHoPMjH72GP9tdMZxujHqErCZ44Hw7ZaM
gNs2ldExYbJoALRMeaBPer5whnUERQUqvq0AWPc2UcQ/3EUe1mm0nxe2nW3g4vOt2cnV0KLchp+W
d46Vjyt9TH7IoUPFhR9Pe4Rnrj6cgd8iqmJ62Yc60CpgdtjMMHEF/zJRXiQ3xWTNN8M0u18JNqPv
X7+LirwsCqXlxP5GH3Ik3rE+300cGsCyDICV12iPjRr1A+l4Ga/qd5aNMK7j1JMFUaEOfQ0XDw7y
PMNI9PyFffylc7LFYdVX/CGVI14tFHbgcpW/pgUaUY7WKCZa0nQuaQ+avbKhb7YpeSjkP6BwLhGi
wT9I9yxUWzy2hVm/kUcTvS0hPLTPd9o0rnD8lg7jXT1ffBtMP0gNExZG4EErnLLbUIKg4+3iQ/Sn
JAjduhqpa+8KxLhl2bwYtBQBk5rRIyMIZVWDnugwwQLMzOi7dIsJLbt3+oHaXLPo7WfOFUCMDEQz
ROnZMfgyZ7/Uhe+8Q3J4e1XzScdjrx4NI9JeUK+JvTfT5Zn1otxEZG4d9KCIjp4azZXZuY/AyzOl
OIP9lUypgxMd9fnN6Dpb4s6CN0ylaIGHeN5OnT3ceKWPWq2bMX81fnFr06z15UN5HQx9MN9w0WW3
QCTR29BlVhe6zNJ0buJV4dY5nUTU7RzDQAvEZnqFr/cvc9lXr6No9dcmjqenRBTuLe3giMd9vgUY
NHvu5zrlGqlraCEHBDdgsZtqMLSNtsD8peb7Ozuf5KFJYZInsNFNMMr+aSzLG+hPWqL6HjlPNVof
cQ+Tm2NDQGGlrHmvFM8DrgVkgk2mk00AUPiGCZOzJNemi1MbgsSaTrzPdCTvBom4F26t3pJOkG3a
WWYXBu7sYuUyucuNOTpOqERDet2SHa19Yt2SjrZu3M45CTrudqpQnIMBA6+elpgHcl6vH7zywY2q
ejuZnX4bd568jU1o+SLJaZGx5WuAHwJnfDBdLHMqfuboC65uO+H0w2D2FbkJMVvZ2K9Umur7JEuy
S05aJtkbls3ckMAKz5qbb4e8hbQTueSyjMWta9aFLqt9LNR4BbBE2UGGVbzKBrSJoKKoZKooy8LW
N6OLEsq7dpmdrtkch0vixv1RGw3/2Ppd9hBFdnUy0V1VYU3+9qMem9WrmLz4Ie6IHGqLQZ2kK7LT
hAbgWBVZ/VTJCDViSuLDsZNzd6gTT7tklq4u5BN0z73IjXMzIgMIlbTn24r5/7ab8+5cY6u9b7Le
2Oe4fvcY+eJDEenGFirURMDeuB8O1MvRjUX0ZE21sQJyyNZlXQz7P505/4GH71e/zt+2b44qkv6X
IDxYYk6RP1vWmO4VsVdGdrINkT9jz/SdVeDMkLyM982uNaKTi3duRXass+dy1b/W5M/tvKntXonC
GHaJ1va7CB3IS2Y313rQgUA113woUi991dGSnCwg621a0qkzOk1JBU0dFSuyqoL/xvxvu3/1wOEs
I/MGlIem5yWSVLf/ZvEhIbkrequuT93YTy9+abNrJm45/sS/2b3Hy3soFdeVEF8Z7+7yPsM58/Qt
7328fAq1VO4+QUq6RxZU3pt5351t2MfbbEz125Fj6QJHDFAwNYa+C4STqLBZPnZz8roDyEd7tCea
bMN6WSDzslTUsmi6Zfkky0KKlyVlLIurWZYZZWCsOG1ZfN2yDMXEgmQD647KaIcLyGa6bpeFWyex
dpl0uHOtTfYqab1bwY2kXidsL1+QxWzMZs2GWAlzDeaprx2XfAum1IvL7WsTEXS2XorVFP5HVW5l
JQ4OMlyeaJEmh0XHETShBxfGvk96zrp081Osv2cJXVcfGm5qwbmCxi69Ty0iVhAK1D8d9Nzju+A0
dVtsLnOyQisY35fyoxyf8JlsxuJgVjfp+BmgR7HQGNo8XnZYTq8Gcl8EXmvRnhI02PBrkBscqjWo
x7lMk42vjR8jSh+xCHfktvUe3UFu2uTG0UMsxZydXf8ZZ8Anq9RJDhmB2/m6NE/cGO7FZ416j1t1
9moRAVxs+/lNy1+mLrT126zkRuutk2IbBWh+9tOnx5IZkpsu2PrTZSIaOUkLAKIKT22ytXiPcyvA
1oVF9aXVq3WPywRAgIQZa+UviiKHZNXErrkT6OZTWfbXosfkOTjHvrFO7F2on7yVKDP0crD7nIMx
fg81HmPXWARbgJYHbk0LWJ5BnLQDnHLtx+2LBcKyKTveE+JMzlpfQGFok7ZjODEYB8qBmyneb9PT
QoZ1WKh522YBhRoTyE9Ujq+B05+7fF4rZi04I/KEWOh+Yl+C2NimTrF1Em3V2m+uhaclMa2f8zC8
Ykv/kU/6mqnnyyQDZo2mvBjrTSfLpyap92OjToOEVGtR5dedg7IzejW6/VhWiP4ku12i3xCnCzNk
Og/Il/aeSQ5l8TCL7VziT/mcO4O70HDU8IHlbroy0J11Bpf9eOYODDAxnZ15KI8DV0xsCuYkNzMl
OOzlyBq5Vu89nzDUMEqtDaiJuup+dCu7Noz86apX4y4V4pzOwWemJppdSLLpJm0/kNG+Sj38CaL0
HqAUSH35TDFLebge+Vjs1eR/Wt6jLtdmUe9861wNFC78qCzU5wG1MDVPfTpsyvRimuGM18qLYpS6
8BCFuCkVWiB7lXlyXRTrAY7Mr3e59jIjJSuprAKsQGlwV1dbVpleJwdTvgUWpPy7U9ovTutsCXrA
13VV+pvQwwbSvgBk8aIHICaaLtMwM9eFOiYo91qvazmR+/6m41bY2EA6GtAjliIkQ9ZbPN2iDTdf
iGlZid470DuwXcT3SHK7ibOQXDD6+8q0JMTnZQ42I3isqbVha9z4Y7rpaAXx5JcnDnZ+sZ4m4xaW
J0TxniB9TL98ezd/15KTtsEQVhNncVbm2jRJv58vdXPlCXQUooHgPchOZnLT08lrDQ8Skwjj5t5M
7wkOOluoUjp0bqnVoKQyw9jsYc4uWbzcYtcMIra5PFYwoYncWmSYeUBg48FqK8wFqIPMLVK/rWT6
nBu1oa6vzgGzi53e/Wznii8CpFXvS0bCLMWavIhwkIQn+Ra/r9r47R3Bn+ueZSI0QqzQJPoNLpsr
g/rGTPLPWDw68jYQ9PwZQNZxaON104qfGDpXMdE2Ce7GvNy0S9nxnD1bcl45kPvkahp5fEd40iZp
js2XcFug2RO5CxCd+zK44nqq8scFuSjqvQSlNZDoomV50ZuHoCAuLAEwYyTX+v2AutRCbjG+GQph
h6MdJt3fY77dGGI/wIvaw08be43XbmtI0bLZmPFHk77r0PKVs/mvx4RfWS1/spf/Olq559ke0UGe
i82Xu+2f5wTHiGthGVV+GquIhQQ3kZMACe5GvFJjOCQ7lNOCz7XljbQn2Pva0/t3upkD5pmRm4dV
XFqw/GPdEg7Ek5wDaxDBkT1HyySg/RoKpmU+QF80Hzyzzbe6ctOTXkw8d+T63Li5Ud2QjS/3balQ
Tw5LHHLnpUxX6bQjQZjtLcj7U53JaZ2J9I49+rkuEtbIMhVjRJBDi6grODUdlt94Ok76fZ2fEpUc
/CTiCoI/zsq+veqzIije2mR981RBT1YecRwdhwQ6i/FcxpnOcxXRGIh4Bavu3iqmbU/vXF7HG0/N
7a5wSwGJ3c3DVc9ksZ3rR4wWoRhvBIErRXdxq407vfvWayrvtMHHEQuwRtQU/eHkqF3a4l5MxYnL
7Tdm/MB6zk2x17O0AibtkLuTB5WGZvzYVSBLp2zwruS8ATih7yWbAiAetSPJfVo+H9wggs8un1o+
Ha9Fjd9ORz+6m1v1NSccxxpq9o8ibg+VE92V3hM3nnjlGhtzhjPqcUIXcl+AY3VNe5p978FQlCSS
N9fHaNLSxwrvRz9H75S1nKzx3mh+uvMzyWKrLKB8BBUJ4Vv/XRbn4hf/61okJBNUgywrUuh0Ig7/
uhZn3ZHUJjb9iXA3RgdAMKfOz4R1vTMLzZcMXHE3l5QbDErUnPieTYsp7jFg5ez3XIl/CsJCxsx/
f49s+p9lAfzlu3bf1fWj+FZ/f6nlt/lRYStNRNyqf/31ZfFdLZlLf/mfTdkmLdLWbzndf6sub//1
f/OTf3zn//SL/+v716s8TvX3//mXH1VHARavJnh+/wxT/SJ3/3OS+L5TKvn4dz/wO6alGW7wm77I
7Dxi2FwCoMiq+APUCn4jEZntxfG8JYR5aUD8gyn2jd+AwDBuU3RC0oC/DPd/YFq28ZvhE5qqLwyv
QRy++c9AWr+yl//tSkRwGOkZvBSMNMiAAc311+UVWVWsT2kwp7ibbbHtSh3VnehS2b2OdosogxjP
Omu3CDJneasDfrv3ke+n6T4gcIPDd1G0ZmFsEVbFKGChitvjYuDoQhPuV2sMdPpdRk/PcywSZL0S
W+sEr0eIyqaK/y9n57kbt5Ku6ysqgLFI/u2olmRblpPkP4TlZTHnzKs/D+WDs91knya0MZiZhTHG
1cVKX3gD7dHPBshw9yCyRPj5Rk1Tu0So0xR00CDkDIUPkD6cguGi0JpHc2wVbeNoQnmwKdX+dpRa
DA+5cMJbTGHwmm8rGgZQM1DOIGMpOjxqjMYkYtNrQKshkPCd0lHl20Q90Bmzc2kpRwHpMbjyutQ3
KYg6Qu7A8qtDiATlo/DgWfAT2pw7WmtVeVLUkEbMQVYDnyoWTkGcW4PPJeC+/hBN6eh8bZD/BV1A
gXMSCTtfm0KkrcY349IXmQf0b+jKsmJBcucuidRyzeZdpVA6G4/CJig7FdgArKq5trkbeBVbDmYo
HJ4QhJXWekjHIC5ndC+KlkAyp0xS8MSn2RD/HkGlfW3zrnoauootMARV3618gXMlZHanSWWXOwtc
BP8g504AFYQewttURWIgBD0BzyFDXTcbBYWDUO/GoxV2PiFO7FRypxWwLPZpggrBys+YuSUZ6Nwo
yKRRmVZxpZwO7PlKSJlSPotdHmcqUbHcZYGbaZ+iNKI4GOE1qxwMF19MWihweu98ENguZRk2CmGg
0IAORbk2/tK9tnK+s+ltAxRY3yLzDKioycf/1Boc96NR653/pXPhINAK7asc52et7sz3SfNOs+Go
m28aJFiagMU6n40S2rDrapqQyKba2c8R05dkL309fp+V3DQQm/dNWZ5MgwrGPI5KdZf94cKO9K2+
lkR6AJs+0POPMJWEYQ3g0ExIVN53bCb/AXB/Fqs1OfTOPXcSdCvyVPrulJKBHvajfDjoMnN3ZeiU
KyWlc2VlZohhHUGiaqgaGKCF+rAHBCjWopjSiyvjHhE9nYL+DY3LlsJGUZvaHZ3vvndWNuR57Ydh
kQ5hRzqcD8Qnmeb5CtZua0Na9CRIaG+UoPSr6CFxw6LZpI5bfVeHEoxBInNerf/3rj38vXr+FcGa
X0jTsFLST6ETgvXh3Gtk1JIOUoVBFmgADiigVnb9hwb2DQh6NTN+Xx9tEnH69/rD5csyVRO0FMPy
4s2qdVYdae04onJBNTTCW7HMraPb6PpRgO5+qNjZCK7oI7Fxv+YvgU/2YnBT09H7Ui3EF2kczQZ3
3Qhh0kJn/1SoOYPgjRyjSh/BNI3Rr9i0DYRNpcfvPtrmaNXsMkDQMeV/EZMsR7miAocyqpqixxYv
Sjk8oJLbph+GVq8kkNAmBmPTC9nxUEYakscbpxkB33ZZ1WdHlwVOPmd0I+sDsqfDGyirK4bHHHrR
CGVBCvl5dNtgfNWDIje7G9KHiDoItWllpHDRivYPem+j960zutZGv2SwoWEDoNKMj0GqqMXn1Elk
TwsLJ7hw22EGZ91FigXkmUyls10EVyEnfKy8zEj2vd0XJQIpY6CNDdWLNNB+hCKrZYuErJfARm1C
y4m/YYun0z7tvRHDg9zyjXIDmKsfn9BoDOKd15qUo4wo96RBwEz/yT7lMYBOwDiK7gNpt0EiS4iV
xg1/B1Z+B1+Qg7XbiJHDlzj1axcEtFHGuwjtI66OSpHCzj4iP2aH8IUUCchgl/dmP4mBtcCrUAYW
IgJsY2noAMSopPb6Q6LCKjNeU12mXXlT5AmA2V2mw1aDiyUMOEzbRncHA6WMoR3SEwqXwv7jiMRp
vmllF+ESL03c8jZ95ls5LNQ817YB0IcChBfaQogmqZ2o/hDbWCCQwGeFfxwnjlOqQC5RySZFmkS7
F32ag6YPvBGXDyyF+m4fGXVIDR9KU5PBnAeW9sNAZQjYmkQJ8pbmT+LcdB6QcaSp87o9+WkrxEcJ
RJT3R6SOX33x02BIH4he8tcE6Qzn0StF59Mnz/FMeaoMywPThRYMksO0IQaAqVDBtMchpXgOoQwX
4ANKFYPNxpUBEpQ1FX65C1LT678NednfeI7lRgdYlwO/S41ii65nMpUAfSstvwZKojr7ieFuC+Ij
Curjiw2PuSfGZMkQmI7tzIiOHelVWt9XBdAKeczTQI3zndNhUQHHyDOpmom60regQsa7Ttqtfuyr
JIqBCvOuwN20UO+wPSoZwrQK1JlRtf2Kfl/SfB/9FEk1oAqQe0+9DluTrWurYM3g/ceUZCtFCUaq
hGanFz+0ujGU26z1WplsWgT5x2wzYu0OxQEgoQa0o+lqKbGzE6gxlfpghCe9b3OKiXkupQf5LVK0
B1tClfY2GHmOxgspKuRMFpcaj+GqCDMnXhnBV4/g0GyVjmL2z16Dk30wi6xoPuZalqf3QCZUKtgA
VoKtGugCey14q8B0IM61/f2QWSoSEJ2leh9U0/aC71YceFHzoQ2T3AYV3/kT9JfNYfT0Z5TatV+g
brnVNxfcREAdrwzjfuAx7mrS57SvafA5zqgFD9Ko8q65TSwszU9tZEW6d7B70iXtE9VvlKo3SkKf
9jPelGgp7GJqrBACR1c14ueh67T6B2h26pWQflTle2I1SnNnUbfuT6LUaxfhVb9+xKLOMH7DpbTi
tQfx/Lomh3pD26J3pk7Gg7xR5w+im5rI2duudSgG2C9ZGlUncOYFSvMF1RmkG1dijOV42pTRTU8/
2RnP4fl44eT20rR0/yO38wGdZNVNZtGctnUu6XHU10zlz9/CaX4aQTkiwQ6eIETms5BNuLJt6852
DnmU2Wg8yf7Q+2AEjNqt7u3GVtHnce2dkHr2N+n/mytfePNnWcHb0ERuxmS8hm4TgtPnU23g5ReU
O0nRGr/ybyOuin479LELCMIvfiiyHU4xUaa5zTGZ2Hph0iWHsAgxfIahod5eDwqmrtZ5UGAbYHre
tB/pY89zItXTRWB3ofvqD55+GzaqBucTcZvroyziK+gqJO18bCovkCLn20k0cNL7uHyNeHBBKldJ
Hu97VXdvu84S3r7ooTAe0K+hFH195HnGY1OLpZRoqG/eL4sQS1L4zTMIeK8FRw35W5hi0bHUlLA/
kKp37Yluce1u67IeSVPdoQbPHSrD0/Vfcb692c+MPsW0xECIBy6qAohqFnBF8YDZVL5LXnbM4R9D
105RUis/FKSJUHL0Qkdg//rA5x8e/Dt+TZwrtjrhtKpPkov/Vl4bI0gHqmnGTUolQd9Mthn10cb1
4UOjWWa3LyLhfpIaAJgv1wee/uL/2VfTLldIUByQ+5MGozK/QITmgZg3A4BitI9vkDgubpEqBj2W
EietrPGFsabKDjMlfTCBnZ9PMtZQ7QvJUw86Arj3HoHWpjfN6CGX6Ea9d1oaqEHYCOC7kWWeZ2Bx
o7QdhWZx6HzPgkyOruCdl4ki2CjwmleM7eaLxyXF+2rDYABchG/BdHb/UYQdtABIQep5R7go9iks
I2frGykUtLyBTm+noKGzUOgrN8KFUacck8uJ+ijWU/r5qJ5dEftS2z3EZlx/zjStO0k5NDutV7Qv
KI1FW1W0yOhd/7AzhgUbRoKHVKjfGToS/Pz3+bAIrhCFaE5wzCw4zcckbBGYUDRcGDeamsiDA7bR
9bbqmDXjPo5zerjVoFgdmkAlFrkrP2expaiN4EfHhmFbAXOf/vyfT4/jh+vlkqAKsUXRbfMGBe3v
bVOAvR+KoH7vJ5+uKOqFXBJAzhcZtu0NNhuhLI6Nnxg4cHQV8rNBlBRbe6LJG0OEiYkM7PJw/aOf
X0t88zfXRBv0HW8RcvqzWRptkfU+sHLYa73yJdS17lHBXTjbNk0jkClXZbxyH51fx28jYq1lSuR7
efBBEZ5/VyVSBez6rj56HW0CQGufUoG9Da2f/Ae7+gnab/qYIE557xHOfb4+3cWjT8hPeEERY1pV
kuDzwfvcUOJCuvVxyEg6o1ilXBRk1dfY0NBSSCv10Al6+z1iiisLPLOymubNS8/NQdGNghfVr/Oh
XS8Vno9B3rFFmuQY2JMuGsjs3+XY9qchMJLt2NVI8Ks5mq5t093ISMpjpJjOzgpsQTuopTfjanm1
siCLjc4O0mFH4s8zFePU2RbIUEqSYV0OR4E8B+CdJj+KavyFrsPa1bn4+gxiEAVAo8IYwZncGf49
UmZQJE1WjcMxDkptCwVFuR19GA0R7cnnWvjVfT8wvdDVUHy5vvCXJik1hyM9Dc5dej40wKQUDBVm
jFTViPHMFriIHnu/HL7tf9eHmumas9LEsAZPAx0AR6GINbvHDFEB6lM79ci1Uu2bWIU4U5cZ7Co7
OhWxrLaZ5uKqaxfwqDCoOSLsK7e2Uipf8nGQhzEufhiALLceidrWiVRAMRHalKmQa9fO+YpYnAWd
N5qmh0n1S+GFOf8sdZIUDGSHOzMwdfU2Fr2B7hGseS4Az40+WTlomATvigxY19ApK6syH5679a0U
RUXapCU09yCOOrtvaeSOhy6z2lMq8vQzfblfkeq3RyoIMXL1nYN/LIIE19fo/IWzWBUGtvgXARG1
2HlB00yqPsIlCkUXQ03/i8VE5/CtUum3iW7h/lcYsv0e0OX5dn3c8+t2GtekJUTpzUHFXLPk7BJQ
tSjDUGtQDk1ga0fK7mCtMrgRkPdZ6aqLT/+L8RiOg61TVp1f7/mgAwdwKaabrlXdWaPdfUD710CS
K3zx1V5ZuV4vTU/jmnMclfho0V4Rel7GjV0oSCZlDrR0gMworDaIoJCMU3aTrrHySl8ckcOGjTX+
Kcq8fprVuoOf1qgcOkPxoKQU2nGgbAhPuAV4DC1txafi/B75u4BEKbzVE2adHPn8wMSGaNFS0/ig
8CgBZwztY8f/smvlYP8vhkIIHVtc3iosgGdD2aZO/Ky542F00SRFLQgQHSw4ex+5vSve9Qj8nRcP
k8HTCAEXh4PzedVwvgbDDkB1db15X4E/v5dFCSKDat3j9T25/IQ8gKyYaoH7n/i050MlnZQjmkjK
QWsda+/4DmIaplt8iybSyvWhlsec0jo9Xwah7ryod9eOmeShigBFBN12bxr4bSHaY2/9jmxfMf1s
z/0Srdwtl+ZHixFRBQbHcGh2xhsJsgRvROUA0QjOHeY02dfe6HTc0wljq/31KS6vUNQ/MEPQqCMB
sJnf4JrTRDDvAw1gimiKTyoMgWETpLUd1uAhK73Y4bfl9igB1PbwFTWlHknh6z/hwlfmOuVqY74w
SeYZEUJwAh+dRj3g/VbtVDzttmke54eCB2ebhxaKMWMYv39pp04RtSmdt4vI+XwXWSifambHoIUE
IEkmY0E5pdgK1lvdF/pgQlIb1lxqLiwt8CWedQpU/I3zXJqP2xi22iPtFMqnFn/lgzqkxtZM7GrF
rvrSN8ULx2D70i/hjTqfHto4faOLTD8oOsG4lsbNiY4LMWIcjfj+OdVGF7m5Upi6NL2J0gM8gm7m
4sYBNm+G5ljpvE6Dv6tllmybYoxuqrhYQ4Qt72303GAWkWbS0CRjP59fAAWlEHJQocBDX/ADoX/s
LCijLizIx1jDG/D6Hr0wNR5eahEE4DYX9/zSkVmL+h/jaZmn7yAn9A+Gn/wXga+/uT7SeTltukmJ
AEGhgCehncg9MJtZkXdR1AzjIXeC+gn5JVBhSpyGKy/7chiuNap2dNIo0cLiOh/GGaukL1ETPFSK
j0I+rzzgRC3T9B/Xp7O8X94KKxxslfrR4nDbDt5+FcqvByW22RO66hxGysD/KZgO4X7YlntKWy22
18VagXa5RRiZmgd2UCZ1s7kjvW3UQeKNvXogL0EBzOjEAfXTV9oI/W2R4mVwfaIXh5vaolLR2JL2
dCL/yfdTEgfVoyV06PW0IOWyGg92C0rFeox1WIGea7Vy3OYj0smGlM5lwuVNQjx/c11RoJfsjSjd
CcfforX3h4rcbS9zd0MfuluZ3/wEMBozowE84V6ozc1OQKpiBgXxF+Me0SqngqDwCJXUjZFLxFbn
nWHZ22By4gdSzSfwnA1mkqtmPiKQ+xzxhaOWO8ouSpridmw9+HJ5JlcO3bTb/6fWOJWWmdxbjYwD
QYI5Ow12oNDfbY2ainJtnlIvB+bmxK65G5okvGO86oM7lu5Jq6T5xD8V77xepvEJLyZUoUW9dR5n
VxGxUxcKsLMehMCxRXAKO2MseuHfruyaxTqCwQBaRvqCGgp3zGyf9k6LYEKn56AT5fDchqBGH/Ki
qcJbGeTRX4rt/7dVcWkwrmgHQRYDAZT5ZaYDWtPVwCBOytMQyn6U7p2MFmntIMN+/fxdGAoLMI46
lBWKnfN6W485r1FItP5HSA0oPDoewlvCzVBZz/C1/fnu0XipLa40/BlJWGbva9RIFywYZ8+jp34g
TbK/YzMNVwaR4S/Xh5o/5VRVSPRN1oqyPiCw2VChBdSycC0I8W5dI4cuT+QWxl6ChAFQr4dbrNqy
lf04NzJVGBSuukm5hcqeoc6rbIGt06GOM7DtuZM+CJNtsvFlWd+MHQ1eN1LVuxIm+Bc6jPibUqsb
9mhUouXa1n36BXM6un1x5o8r98KFb4GEIvCzKVqkFbPYvFGNwAbNfLBN6SHtRxQeCiMb9h7J641M
yuBQIt4Qv3dY/jpJiqhMFXtwNrNh69Dw8JxOu73XIoze0sneGEjSbgFtjSelhseLFMXKA73Yz9OY
7GUSHaa8iHBc3HV6P8q6PfIw0Wugw9uoMLI6ZblSvXczT0MZ2lRRm8aa37Z62GQ+RszdHhim2MRJ
DJeqjZEcG/C4ub6ZL80KBNi0n9nRWG+dv5LBOBZjIWW375Fl+OglQbar8LH4bOnhmj/gYq8wK4c7
B0c6YEPYf50PpZt1oxe51++1QkMwzxyLjRmMGJY2OXAgW0+PQyec976SGp5hLJcyOcUq2qQn9W8U
ELhRr6ph0+OKiYsp8HR56mG+7TMlXmt4X5gf/RXK0KC/uGKd2VBaPtQpWo/9vkNX/T9apv2k05S6
W6zu66+ZofT4a6jJy7sX0EK7hSxmaizxr/MJaujTlVg7d/vAbF/1JlPvG1AllL2M4fP1keaRI/cO
I+FCA0AesOKcGgq7CVpiOnR7GxHu+9CahF/b3K22MtJr0FOu/yBQmdyKMlujpV7YpWdDT5HXP7Gc
kaTUuk2dsxcoHpJLglvGqZxdQlN95WqZwdoIPaZp0tSly0zZZFE+L0M7sHKoGvu6dtBWIU49obDq
P8RWjx4imUyL2HuA0W5GMD9upD04cLvd/pNSlRWK+0BfBsfNd+iTVOEGFSmEaOjXi5XfOc8X3n6m
ZfOMs/YcqNlpcknrHIP6316t61cVh/ivLY/wylO3iGj5FjoWT1NcovOoTlvin+8O7TeioMJ3r1or
us2pkBzs0tXv7dbX9yrOVStFgEXYN43HbLiO6JA6c9AmYKec265lvMLQDlVNsxndBbSzgeOw7Zrq
wP0B2bIDjI+N1ppd+KUTjCEhxoST17Q2D8UaY4zQ1QdiVsg+/qAWaotwmrT7D1ZWjjZOTXHzqTZr
vJqun6yL49rEgVCup+LgbC0xwrBs8Fpsb53NFep2DcM0btD3HcoHfCzlnhqbvhJiX9jok0Ov5Gqk
cUcOMbv62wrA4SjVdp8XRTwRUGX4h0Kk+RW6Ql+jXVsahwGI7H9t2LW7HDZKgbWWUfzJBsRhN4qf
ozTWunG9b1HMQGaOAsPOs3v71/Wvszz8eLVKnieuTPb5fKdXWZtQ6EQsV4M++5qPUa7uzVLN1C3g
I91diZCXW544C2bJX+7IAtehQulDWcRu960XtR04osHF8z4O4CtWTeiAX+K7ZStX64Up0p3WCcth
MjH8bCkmWL/Mgbzt4ca3sNZq5U/sgBxpXaG+f6hJU4Z6FwBlGhbTXvznSNcG3e5GCZt9lWPvNdL4
+qF4wKCx8QvDlcd3eUfZ7GlAKhYmc7Rpp2n/MxbYtsFGb3zAarGp/mitAVcsgqN1fX/M4FfTSaUN
CVSEf2tkNfM2JKFGXqbhOOynq2VXWbX/pJZKWJBzaNproVfw8VU9U90N4t3KH2+M+8+e1xW46UUU
j67/msVSEuToyCcAKaEeRrR4PueYGqeeESIcVLdCWAsU0k3mQ+UdyP7214dabFVCG5uEAOoLX3dR
MvIKb0TMojQPWdA22G+pxt5LwGIpQ4HP9hDhXfbuAUmKyR/pKpDbzTMfv4ua2ked7WBXZnpPscfE
th2qDZKY5gdEPkS/8sgt3gOSYuyIgCVM60s1/Pxjkk3hAoaD2KF3leyTFnjyUdEj/dXDDAoBHFhZ
/SaFcjTceo2jJMggiLUMZxH1TD/BAYtOk9+ZUszzn2CYUAziCAspL/WL55TO4kfMDBqkLGrUoJGB
8HZVg6FFGWrFysZebiW+JfneGwGOFssstLP8rjFciXwwfY6JamQ61Z6IpTl5UMudlc10aTDUPekY
cQ3pC3iomSMMx2OgHSAeirtoEFW3K+LKMp8yz1Xs9754fFU2EkgyYld4dbNTghpcjEpUrh3aXqQ7
pHnEI+v3mgxesDPh1t3EndqsnMwLm4m0TSefop2pLt67XneEaXQ1/i+aGewMbejvxsLOd5mq51/0
vIMV70Xxh3bi4MWKlv25fngWlyEbhfvGnGB7QM3mpRcvHHFPyGP1MMoouXUbyz2NTlivLOMMdMVl
SI0a0RM+LM0beqja+X6dKoZJmbbGQfSK+6Po0+5UIVj3VCWxJ3d14wpUpP0q9vfxaMLXR9C7/Ukp
2DJWfsmF+eJvS0oJXW4qNs0ODnxKs8ppWB36yeaoAAN2wlW5WMlfl3cgc3yTdwH0agF8OZ+uLHu7
TkmlD6gVvRoajB+UtVlZYNzJvWsDV3/3KoKBZO9SCrAI22ez0iPpteRAyFkq3W8ftNnOFPZaM2V5
Fh1KrEi5cd1QX5qXrivBiwEj2zgYyElsswLhQ1Kg6sbR6uh4fT6L72dOhGkQamz6ty7u+fer05LU
CvrgIegAUOMRhqupxCvtQa2yzygOtiuHcDE1xsPkQU4QbWryc8BEbWko1Yw1TYDed78hzuEjjmGk
SGlRf3BXFmtajLMqMoMRT5kUH3l2FyUbYSU4V4ShehjQHv8yOjXO1fEITFgf/VsSM7rjeN2vBD0X
BqWeSzpKlgxwYl6bShpRQi9ghkAu8/u8dZQ7iXkUvoAGhhdOhfaHGb4Ta8kxw2SdygOYP8ig5Oiz
C7UWOXryKVNVI5xoVE2UqFnq5Y7PghS8L5R9loz9plUNFEeUzLwtU3vtqZzNnIocHTKK5ipNMx1q
9vTn/4R7VS4UgVamfM6D4DXswGooBrC8La7q2g7xuvo7RiPa++L1v4PCZyTChAO8QB+06hAbStLI
57ZHJsdApgtf03HsHym3GxvbjDCNvn5kZu/I3xEJBTguKB0udpXjIT7b5qn5DLsan+10MlmmgmaN
mwj17I9gYoD96aFJ9pBbVrZV4MN8vP4TZkHJ208wp9onn5ljNF9t6mi1goy+fMZdND7WKJvdks1m
5MkoyyoRMiBJgD01Iq/pSgj4Fr/+c6behrZo9FJ2APW5qDs0+tDiru3Zz0GP/86HMAXr8oglnDl5
iphag3VMH2GngXzPdpCNre/bfPBRdulU/2Nm9hrSZmEnblo0t8bX0ks15JaVWqaTzLal9r+BVtTI
22DvpD6O+L/ZW0TErPsuCYF8XP+Ms8uPuRCi81hO7JRJ9m+2YYsya4SVxXzGXGvQVGnqEGaeEVeb
xomijxj4rfGKl3uHEadaHRVCg+rN9Of/HBF44jCdhGk+t51okFMU9VOPHPyh9pPkFp6selPpynCk
v8aFUZf++yBIbxOmTU+Rhcdl2UXAzaY2OqTJn53Wb464hNc7pNL7g+f34+H6t51nZdNY6nQPwBDl
iVkQRPzcgKTd5/IZZQJcnxqz6WkzvQlX0haqd63dxNsaKcsPWAilzk3NcdtrHaq8mzjIM+94/fcs
L6dpsYGU8VNI7+fVSxghRhsPqnwuCHg+wzAv6IEN8cHyczyprUA54r61di3PXru/34DqMyfUYtnn
bcTeFggn5DXa4VpjHSXy8C8oTmGdVbmZ8b6mwf8di6iKiJrbcH4nDMjoI3wTyWc108Lv3TBpSGgD
lnMZJjDXv+Xy+nlb2+nmmbC380e8cMxUoIknn2PZ1qD1DWuDDgI6qFF2CkwPi7IR61zN9IKV/Xt5
YEntk8YsGMjZgfX1ssV0yJTPoqP62wctitlOYm1goPSbvMHVsit/uaaarNy3M7A3Kwd5nb4ikKwJ
DMl/nJ9bs20C0/CL+KfRm1b+FbFSR93otqd+05VGQb/IDG0TBeVJ6LxIjMLasbciFQ5p3iV3hk+R
dtd2uZocq1bHJxmRRH0l7rhw4IgUeYJRLQAUsygHBFmdUXPu8ZPN65+uG0cHsw39Ce6gIX9En6yL
BLYq1Yhon9eDxUWi+hjmyEJc3x3LTc/9AtFiQidQA3Bm36oOlArj4tZ+plbu36p12z9URSt+DZ0p
3tlTYl3A/OpE/ux4EAOLTQ9VNZFITTxHaVxPfpjlyfVNbPwGRXwfVUDhFY2tlQBg+WyAO2IXEHRM
Ydd8F4Yj2q+jbIOfpaaLRyQtnecGnd8KLpbRUCht+v+uf9FLA2JSArQZ7hXVl9mrYScZ3CRDCX+2
lTn80FwNyw0Ib0cRqcNTUysv14d7Ywicv/GgShhpckehsDxPVfM4pANiWR56XXYuvyBuCnhdBSOg
3KFfHGxEHpp7EWv/VQTxd6WOXtRmsGr1mPu2u28lGudwcAMsF01cypEITatx5ZMsr/MJv0COBCqf
8vBi4Z0e1yG3sp/d0iCFNwm8wr6GP59H3W8jaexN6Yc8MNe/zIWtDfEQ5BRRNrDaebYpAM6N+iAZ
VR8xls0i7X50evNJESG9nutjLe869hbhHdIVdEJIBc+vHBHT4/f1MfyJbFa4LSiDH5OyilEPtLw7
6SvN46A2cAqiql+53pezpDoxZYUUKvRliJfXvlt1jR//HMcMarcaRmgVVqmPBVti+Cu3xYXNxmh8
SooiU99lnjWINLQa5HGin9nEvsD3paAqkRtpUjzAI0rrPaaX5rDzYtdT9zEUA+tX30b9p9woe3dj
aq7yqjSlbd0NeVtQao4dO/wa1RX79PqCLD6LzqGHY2xPUu5EUbN7LaAkCuu09l+AjmGpmjVILEA3
GNy9DRDk6/XBFqtPHwpVI641FoIQelbXwOu4NLvQ8V8SDeftVkbx0U4S8yj4PJs2E/q3Ugb3etWu
QWIXd80UsfHCTnBR1n5+sPy0j5ME0ZFfWNHgCIvR3F3b5v3nPC76X6GMrJUjdXm86Riz2aliz+62
GpvbzOgj7ZdbJTizxA7i3n0aI3PaRJOTthKvELcuDUi3i3sN3C+VgVkMYblxFwRub/walNz+BVlL
PqRxhuZVFaQ7vTXStQ2ucVDPblMuKZ3MFM0dOqhQps4P8qjSoW9MTfy2k7JBGKnD+HSjaH5wKl0n
SO/0Ei37l1gdLEQd/TSvs8egknX9JdWHwjvA6Mu4WtNIC9d6Xcbsl02tEz479yfVOOrss1/WxEg+
uFbvvOD9aY131oDchaC8YK+0dYn7ZyMR+uL0RsoDFZRuxTx+qhTEueo+wb8miX2BEBXC/ERsVVwF
1rbrU9t07+2a6pYn7Hj8ZJQAcTf8KUmkCE3f+Zh7WkKNCE7prlfNpPtY5w1iCinVkOqmTK0uPfXw
8cCZpX2q3JKJq+bNSOUzuCkHVWkPYPgT8VS7Ta9vgybX471NM+O3TkyCyFNekwV0rRqkj1GcVNLf
CkPQedjLHBJngWS+HX6z0dEYnhy/tp4Bsyh0iI0ArVzwJUh9Ga3X7EMswP1tlQxIhtY1IuU5nd0f
1Gb8apJa8yhNIB7iPxRaSUmkznX+r1tTIelxd3aFzMsp8yjYPFph2Dzi3Oz2NyJ1ky/AnfwBIy1p
BBgUWhTNRNTnd4NWa18RGavVn0MySeVmUZSEn9o27O+k5Q2IpFMOjvcy6mTyrTJ6RTkhTpHZ3Wak
KdbtKFGF907eu/YtSt96s7E8gQ59EpdIVmtB7sCdNwe/+FNNcuTbqlDLfidHLXvE+Br5s04Novje
nnpbLJ/jfjOtBi3pCsdSuTFlZPwYbMRldkGWR9XRHTxx7yZJjwVER0v9qywGX+n24ATx7N1jj2RZ
/k0Web59QOFWfRpFqBi/I58GNLhy9O7QExD6q4ERG54p+B04TbaT3RBgwfrO6xc0OzfwGwuJu2Ke
p6uOpwRJrgy/uYrqox93Da4vtXeYsvdNKXVrB0G82ClBF62kGouLH6XDSTML2jClnQXKJpN6UyZD
a/wnOwXPWq2phLcDpqJ+rp02+1biv4PnqFXHqKTWPtIma1DfRYkCEBFJMhHuxOjR5+/xgOiYmSSp
91oPvfQ+A0awnwTKrAR8Sfmp89MwpG+C30XoN8k3XsFh5cJchHaTpgSGufQ1SbhA8Jzfl/FYqCkJ
UvRCGqFCrMX5fJenQ4rIqLA+inTM7a1ZOfkaVGz+MExQfz49350ghHtjPq5doF9cKvIFq095KMYB
BzBtUm3GZufRMQvMy69vsnlAQRGI5hdeh5N6Kf2E2RuvCJGPvLLOC5WiYIPfRfvVxDbpD2IAprqy
oZeTm0Ismk+8QaiwzQHV2mC4Q6B17ouSZeNNWI31bRUUypbwCcOiFv3m63Ob76JpbiAamBdgqokb
PFtEO4jjwMmcF6yj/M9Wi3N2bajuD2xOUQByc6oFCcjQk17kv2CKi5vrw8/bYPJtfF4bGuQKfaH5
YpatmpsW0cRLUjRaCdUe/E7kOOnvxBXGa9SEzS/oN/4fXerOIxbHSoJ5FFpD13/G8oHlKwDswQGY
gtuiVGz2IAGaUXVfii4NdrKyB2+r+/bq155fGm+z/WecafX/KSvGWEv1Y906L7ljN/KEfD6aEm0z
2t7G6VqNC0QtRkwqsvCz2gze5+uzvLi3kN6dasIXCg+DrvVYaVV8a4T+vhhOqR6wGDCPvFPdnQyc
8X09v7e1nXI+qngAYxawkqxFR8pxUGfvO1P/ilqZvXMGLPKgURk/66IMVvbypXMKqANkCSd10jk4
/7otaDCwnJ7zgnK6+aD1pfec+nZ/Go0wXhO3ufQtJxQpnCN0RheN8agkDCy1gLH81uqPOJDFkzUx
vRpI3E56TGNT/3Z9+S5sUjCdMB4mbOekenk+PQjTnS3CzH0RrtoArpNM8KBEvKsr992FXcpAYKI5
DJRg52WMPKF6YeSj+1IpeYYClev8GvVc7GXQuDcaIlrYS7vl1zAsq+P1KV5YQQr8Ey0HzDi/YDZF
re7GwChK50VFPtQ5jsoY4spn4Mqm9G0yrjzh8weM06hx/ZHNkr8tyycy0GqBO7F4gV1sVFMVFneM
SpP+bzcXk+MURq2e7rhP1yd5YetA6FKpGkyh/OL96n1DUlY2+bxu6f2O6gwl8gotCtEHYm9GTbGy
nJfG04gfecEoFFCQPd83UJ3LGP8j8SJkKXDOadUdjlRDvBd2EN4bfIU1pe9Ly6hNIC6L5JTe+Cx1
o9cUOq6rihevGEFz2zLCY0qTYYrvYrjWPL50LN7oviDw6WzO88TYRDY391v3JTUgPe3R4yueVLVH
Xfz6sl3aLYSaBByotlC9n4UdTlsWejRa7ouVeM1p1LphH8VRcAtKz723ijE+lcPorryPlwY18VYF
PUYvCsTr+drBLsycqGq834KwHavtstvHbirxpFeLmyZvjA+5FoTH984UwUlCK5aQ4HJBbe7cVglc
RXq/m8BHtTAx0d5pQPvU6Oh5xT1WyA6kFs01VgLK5UoyLkU0HmGQxQtYL2XqsscRlzMR1ToGGSzE
sGupE71en99ye3KBmggzQGCGKDK/SGWDnSUS5f7vvrOce31IBkxfLPloaOKdaC2ewEmwCl4VvXaI
DfPNmXhBFCqNHzBUl9wPQgu/+klbEERm8buvFYaaCGpvve6FtIZXVH4FDJ1ZOXr6IRGVOAH85ii0
/j0O99nh+kdc7kwIPdQepzuUMs08UDXc/8PZee3Ibazt+ooIkMV8SnaY6Z6kZMk+IaTRqJhzvvr/
obwPPOTsIbQswMuA4VXNil94Q2njNdtFz2hWmYcIUeRvrgLXPnPj6DoousBepdijbmyjVQaFw0Tl
i/d9U4M0TQxBjbyInlVAuGedSstBNxBXi6ZEf6CsjDWbMoq/QqpjeMiq1s5N+tbG4WCgMECEvkUU
BFE12RWqfc+U5PpbnsnYN+w8/WjPfXT7/vRuL232Dh05cwHggBhZHXwT517cvKrsuRlTvTqqEH6S
JyBUivhCWar9IEthOeHO9701KL1CGBWLWuCGPZqVSZL3JB7P2lDLsyoL9wNFGv1uGvMQ53TnD3Gq
y+kgaQd8thDDkR5bfSTed3NtkNM867WNUZUqsEdBZRsXQpBbv2Jqwzsv/nYBf/t0AiWAAb/oRLy+
TvklcS67MX1WJzGjEyHtL32EVkqj9bPYmcw3xqL+vAgQLviizWQSRiByOJTJM4Kh+vx5Smpy8cAN
MuUWt4Di8/v7ZTMa2dsC3SYNon++Eb9waiHLQY/a5xHxzn/wSu88jQCVx1fR+/9hLFBTC6OFugON
1teziIdBaalz1D3rAJSABlhpcORN1A9Do0R7fYfNPSNA+dMp51FYCh14RLxKmXojmuoqEOOzOzbN
nR5gVADT33wc+xgvzvgYYRm+c/Y27xBoiOXKBuTEMeAFfD1kUTpBnspYPKuJSvjS2nmlHgWFu518
bLtm1HTpHAE7WBoq+moe3aSHruNa4rmlMTF4o7DkJRyDvvVTBHV2tuMmqIdVxFrRquCRoGi12vpa
YyqhBjf7Z2p2wPvD3PzC7R77yAOjFKlEua9PgXuUich/vr81Nzk+zRgaFfS7eW4pWa3hO/pooWRc
9/Uv6pfW96jOyit0hOljFRvBBVXf4WepdspnxA7GC7Qs5y+RTcPOXK+JudwyJjNMkZeqNvoev8XD
/pN6R7kyBsVsti8UQ2oEmfGYreE1dhiWm83UNZc0UrVviqvPxhfFyEKQcJOu3WSDWeMdiWXEd0Tc
g/g2VbVC3XlLN7AFtOlQ91/U+VxQ+xtMiB5xfbSpKV4qJ9E/9kagf1eAV32j/FxnfrqIAY50LOA7
CfNaxXlvoxenaE+zJoslmDD6v+o5Gb9SIYVCubN8ywn7b19k+XHsHHJdOiPb5dNqJ217bRYvWJ+6
91hjyG+aqaRYRDSO/jjEs4ISZFu5tjdQO8+wkbPD8NDX5XCDy9sQHkJUyM2d9Vw/VcuPgoSzyPjT
r+AFeX1G7Z44sUc4/WWe0vHFrLTil5lS4jRYtY8iSay9WViypNezAONtefOBoaFSsd7Eo2NGGcpd
9ktc1GroySFvUQherKeqsJGPRVPm6p0dTqpnpHHnHAqe6o9BbkAT0rXsZz7RqzyFos3+zJmC8i91
UDo2FFjgQRJhrlyVnLRYuAZa8DPpzO9Kgsiih2cDii52Xt5kcf3y/nZY38cMB6IS6iVbjbr7+hwF
btdUXSHki+QRwKEroTuhVMq1LhEUHPCyuhiDE+7M/vry+j3oguFYFHVpUa0eAXdqw7JH2PYFGHDi
t3ponOk/udirFtpT55baeTQb7baR+HC8/7nbfcabSoFnwcqCj1qLNA5zWJlmp8iXSYuHv8vFByiM
I/1qYAJ6GJ3wD/M9DNrI9RCeJZSFyrJWgEWRRY2iOI6R2x+wj4NmmD+Peocxl9tng0ddS8ft2sDF
7P3PXI7Lq93NuCZSmQt7hXrrWjpR02ZshZwoealTjk6VLwxBt4bRqVq8e4f3B9vMKYOhuoIOHyeY
V3b1vpa1LXBH6JIX8BTR5FVpWyhH3BaUYx61ynGwJgTQ3h/yje+jeE+ZDm4SbIDfmKz/3P64wsR0
x/vsxcSD56YOHOeazTnMDnzOdnbM20Nxi/PQEI7Zy17+z1Cz4RhlopbZS5iK6Ji5moK+uRC5Z+Nv
twflfmMq4QTwFyBfRDbFcmv9ZzCqkIjkKnX+AmQx9KNk1G86OkPnaeqVp6yY94otb45HJYIatgY1
cY0Zw6Iq0WItKl6i2JSNZ5dF1d6qYsRjus4LxStLQ9/BS27OvgMLB0mb5bqBLfPbPPg/n5iENOKV
xM5erDgeoTpU5bEuYsuruwSUjdqI9q4yzOSEeciwFzS9sZY8L8C54OksWpmrBGXito1hVeUvYTcW
mNnT479pqiHGPtfAKvz9PfrG3FLxXFgXC0+GqvLrtcxzPUJBoile5jzRj4VhdViOI0bQB7r0hwkz
nv9hPJ4OHlGgeeTTr8fLhOjCMhuLl66OrRsKEgmmmHX2xMOVY04+yp12wHYycYAjoIalx1Lypa/H
q8bFzirTkpfZHtSPlcQEnALz9ESVfQ8wvg05HSohFLHJ03UA8PbqioEdnGgES+mLdKrS8fJZpCcr
dayvboO2sTPNxaGK1Qq4VK8/WgOuGk0/Vztwiu2C8iMWqh5yMNS014eFquSkxlPB4bTn+GwmRewX
Rq7/tFG2uGnc4k8hOqjjGYhWUteCzAvFapVPBHrXl60y5y8N3pANzo83UufhKmdMk0mVTu9vn+1y
Em1AkF14wygArDUHOtF3iR4o3YueGMFDpM7KKYnd6NbQ+5c/Hwk9/YXZCSqHlvPrjRMh1Tu1St2/
BIMo72bhhsehl9EpQ6/oz0qflFjJjGDMAlLVwIOvgYPT3KR2rGTil8wL41xqjThSVZN/lRL5oMwx
5SEI1WaPqbKKqf4dFV1DkJJg1mjPvf7AAXTm0Iat9guWg2EcW6cSf7VG252By+jPeinSr129OGO8
P6+r/bkMC8NyYdAvpd4NhAFUMDBorRW/JjFBurbyQP8o9Tz8EGYN/rZxUu+xypZj958w498RITVA
ll3ugPX0WqNu50Lm+i/MEFK8GYv5LxHbyk6V583vWnwfKE1SNtjQ2VsKk3mu6b9aQDW3WqqAjRyU
uMcEKFdCH3K51v0ZWI0P4xgQl3KvgR/bqGI6YzdiqWTov+AADuNx+Xt2rrCmO8ioA7E0E3C8v3ir
4/fviNzedFcWVPW6slxWOWh4kRq/wB1Gx8aNrdso7PqT0hvK8f2htvNJskUATJuMP5v8vRvciPNv
hFA25VRPwLVm2L8NNnRkNRl8Cb378ccjLrj0BTIOjG3zcZp0isEExoI7W9y4l85xP8Rkve4hrg2V
1mfW/T9D2P+v4Nr2CC4QQ8qepBq/6wOvj+AUxIWSGD20VCzBVOW+g33ii0qZfjUp0r+mEsnvOtC0
/Pv7X7rcXa9PBOMBtgOpTFFm0yBwEzO0XBwO8BCGLHwvxy68NSfF8XQkmL5KzDGfejHaUNYa42rh
uvBnzpw2+4jckZIDLyU6xFzprz+8FW5vtWqBNV0C0/sG66ngkVmGjGgUe7SQzfGnjMFTyCDUX5FI
W0UcZV4MitLYvaTfMmU+MG28zfoyk3uadpvVZCCwM+wfui8Lcez1R9lDNU51r47s2CCbkyNOgoY4
pG00l5jFoeDmAW9r5aUTQ1ns3D6/v+LVkjI41zgQC8JWNvHqK4MKIeJy1tlKAZyl6YSnRiiuYVrK
pyjTzdFLHbvFijoB+XfA40l1L1oQRN9EZ8+FX8XSyr0KX9LWE8ijkwWOGrEKzqlA+o0nzGWjwseU
qDU84LE4UteDG0TfTcTIlA9WXYb5xYyRmvSKLgL6xzGbiIu1Ma+r0gtQmIlGH1t050cfDfm3MAsx
V7Zmu9a7IwKNDq5L5E8zJKFaT6Nv7+/2VSy/1PvBKtN5synC8eos//4/sXxvFmlgNJnAyhLsaXM7
VMVU+4sNiHunpU08oyU0zTcYL5UZBjkJ8hjv/4A3NgaVXapGaI0RaK/bKmitVHo66pr0LDdrbnMc
Pe91o8r8EKHFf8hEx2+N49R7fITNDcoNDcP5d8+I8Gz9Illwu+D0DHrotUh24DZm9HiIVgD4Vb9w
8+6HZcg9cvpmrhkTTSgCJxgY2oZpDDx81JpeYUzDLH4WfY3hx2KfGAqk/QUaWWcTSP/JGmdr5wS8
8bUL5xUJIJxNjI34PelRYrqJoD2FNfYN7uVVciOFmOXHFgUJ464gCs52Yu3NwkL7ootEB5R+GcTN
VYyoSQOoGLkO/uoRIhytnVh4x9emlnnZIEtfwVj5vgbAEhze31G/05ZXxx3RkYXxsKAgKd6uj/tk
94Wb6Tq8klbt2/wycjU0Nb41upZ+bauUTnZhdFp744yJEbW+7QDfuRutKO/u7XzgCT+RUc/iVCdO
8tjhzht6Wi3AnmdYzpcHx22Ncwi9D/Je2cwLeBl93tiDvyvtn2GSWt3BIDxWb9EClEHom/Tsgqvb
cpoFNoo2lsNJi7PI0cgyNXqwEoosh9Rs6vKQgmyUO0dsHZiQuBIpLIWWJdEjP3h9xhPiZ5W8R3wd
3O5gii9uGnrZ9On9WV8v93qQ1UUSDbjFKUEkvnKKfOOAKtZROb0/xJpBjSXe6w9ZbaksUqqkxWX0
ayzPtXHT4COaPSEn49WKedEE4tLmg+kcpX6r6YqnmBWIhVtFvc7NSS+rw2AeHetzGnu4VP7ZFBPT
IrC1qIEtTH7SlVUmreaDBPpaIs6QheaxUvse54A5pasT7Ol3r57s30NR/KeryGO2BSuVnSKCGgfI
kwjc5H4YJ3mdY4xR35/r1XL+Owql7EVHk/9ZY2uU0c0dq0FzpSpC4xRGQewncR2eFF68q7Qy44ot
4p58/mqj/h4U4AKVFo4tl8bqnbZ4biPbQYphpBrjd2meXnB9iLCZwhvz/e9b3Yj/DkVuxx0FNpFo
+vWZcIJMdRsuBMSmYvUANl7xNTtuDlFZRXeKFHuC8m/NJ0VrgAOksHBiV1tXD/BtBF2gnWqob4+i
LRa+hRYchwRMvx4Uo9dZyR8WBP79SHIOJFHpeW9Y+pmYrLjCc+40OEQrVZvUvDUgalQ8YXfO5hvz
uRDEiZfJD+ibre4YfMBG0dehOJmpMhUe1Z4JoyagRX9jYGwcpGnXO8WrN2aUEcElLn/szQueWfE8
VMChT4OU40HW8XxeYLZnbHnrOzGF/0x0TW7e3zVvbFDqRovJCiu5JeOEgMqsjswMDZZU+lZvxKfB
5lW14mwPeLkKFpa147sI7Ba21VZtvlRHQyRuoJ503JFPiV4WB56X4qCXab044hKYOXN5DIJhL1R/
44JZTiDESWD92+IOVKEpj7pMPWnl1BykTRVOus6eysFbGwZ0IAQ9MPpcmKsN43ZOa+kJ3idxKTEI
qcbZj7s+exRhQx9Taf9YCJX5JKmjkQKZDCXo1QFcunCyozZ/ksuesSbahIERZDdYBvz8800CXAEM
FpE1aJpV/hbzSNlqkvNR4ZSLn+RVnfVBI1fQFhW9+dv7o23nUSMwZ0dyj9F6XV9k1IeFnrjc0SVN
gpNiuAkAjAibxClKL2qKrvf7422PAHncAn1cgklGXq1bO1rlTDnaOHWhat4YKTYBoZirfywnCD++
P9TvHtB/AjnOAGPxZaSmHHJqx68v6c6yciy7OoNOglNWdwYpwcLusVN0RmRk4xHYj00sT2aLH/SD
VdNlzvyxE1n/uXQwIL+hNhvI2/d/1fbeIe+nXEa/m7xpw4IskUqvqEyg5yqDgBCDBzGRP0bLmLOD
OfUyOyKDiyOS3UeJtjP2G4tN63PpeC/5wyZZQj+o1ICjmCeZkCzzgjjikofCOWGrXfk2Pl7++x+7
vYUWHi0kzEWzC8zI6tSk0TzQMczdU9cUyamb+uhb4PT5LWRe9RhXSnOf6UHgAVAtdq737acuRCYC
j8UqcEtVoCDMDd+hZaugXvupEhjZ+7HTJyUoqn4+Vqnhpuf3P3aNSGG/EXhANIV4wqVL5en1fgvt
Vs/ybsSPKSxVGNLSbP2+wsQnJuyH8KqP1yzHXjoyc+tOHUf1Q9WXxbmYx+GzYVcjvcVZ7ByCt+aB
1w2Qs4Eo3CZQ6XFvB4xSEIgZRXg1RdMdk6nOryFspIfSdD68Pwfb4w3MnxdsgcMTZK11I1lMhwqJ
1E96EuaNByoXw/IGdNyph9q35+CgCWb09QkHWwymGVkkKGQbDAcMX2Aukge1aaL6YDjl6FlNJz6O
7ZzD+unbgzlDnKYNl/3gBv1G2cj2sxEpdLOwip313z584Lqp3gLc4P3bTHWWONrYkeidSpm1iAi5
U+LjphruMby2S8o4RIJLzUWjVLwKc2mQ9n0aok6JH3H4OUOl4GqlWnYFnat4Zur8eH9J3/isRe+K
4t7yaXADX+/qJrFyGRpYNSUjcxwiuvfghIW60yt9Y+MsAD3sgOkKgXRdnZ3SaSVqzCoqmGlsfG7H
MM08NxmGa5fDI/Pe/6TtHUzwtUABAYDwVWtWylQlE82MAH3PJgy/h4prfqeaK+db5FyV5lia7aic
o9pIyp378I2vRKMeTenFAQiu5WouW81uuTbEkhHN3dUMjRpNDxp7fjMp6pf3P/KNbcI7A+6OaAwl
g3UBxdGQ+ANHZpzgEWeXkJvrEOslymwa7bbQTvYkrt4cj9cWMsUi2rrelo1jjU5HIedkJbAm0thJ
LzYBy61TJcZBgP89/g/fR+dp0QXiBlgz24loa6tuJ+OkZ7F1dOl4nYoksH3qFc0BUaZ250XZXja8
14SbnDx6I4sI2+uDoCdTqDuVg85QTXX1VOat/UmJRkjqkHKbo+qgoubFdm1IdFqg0B7stIHyNKHi
ruYa9kfl7pWz2U9L6RUsHxoOSEds5nzGxqk2sS875WR/SOCL6ZiPWXVK7Wmvn7JZXoZaGEdgRDii
G/x6GNdAa8C3n2YtLR9k2Y3ncB7DY7uow/U0JXfaYZtrh/GAWoMrgrZGaXc122YUBEqBmcKpFTWm
vU2GRL03T1r7hxyAJekkSuQ4Mh7Xz9o9IjGy0S77RJw5mvGpHY34PCHyc+Qm//r+jt18EvVxpKwY
Z8GCbUS0ECVrLIlq0lnHJPITm8a8YPkX7nQut6OYzDbGVGDcuGHWEX002wKntMY8a4iVZEf4KoLy
fDCmY+Ps3KOb7UenEuWQ5QGm8bxhb8x6arRj0TqLwEDyjD60dRPkU3nQEnXYY8dv9t+CdmYYqkm/
Ga+r/ZDa1H4LvXLOUWIg/wx0FW6xot8FentNVSXYKXlvZ/E3dk6l2A0Ig1fi9WHvkw7IaV06Z8Oa
xiO6pfM1qIw9tvRvkOl/A5hFlQPiAn1Kqgncm6sUpbdsfLXQDzsMMP0tT9fqNK9vsQ1Hr8SNSyF7
2MSmPdwDo2JKBS6JAe3ZItQvOP1ZqddSl3d5Qxo79YYazQQ/Tbg0PTk2U33S8LX7p+pMsGulrD/R
xXIekXXSn8wgMVKC03T6gh9Vdw0SS3waxg7moOxyR/PJ3UTkDbE0n6H8Ga4Hhdv+UneG83c4CCc7
VCi7XluIV8bBFlNCSbgW7nwBIsD9lxhlK9AImQLds+xa/SAHgQeiK/BDflCLvu3voBvp4xGMkvXT
pYeQ+SI0ws9BnQ7fMzGHGBzY1EbuZGMElcflA/glMFv5UDT90J66zFb6k2VW0XwA2ZYV+A/LDNma
RI3tozWACHhyQLD+HLoiy88otDs0wwJN83pznIefusSe+CBHTiNeP3o0dLTHTFSW/DqlAn9IjXjM
yksHQ5cgzkJM3jOSbrDCs0ZfTtdp+8g6yJFTSbrsMW9SGR5lLc3gRTdQ0DgSeNSGH6mRnt225Tg7
vhNmldb4kaHU1fdwMDoqCISjUXVCu87NXE91EB9WTuizxONtkbfj+JKVlVlRfdPdnuuom6avfWDD
WfQgw9TuuVF6fFjfv6OWOOvVhqRnzH+9dHTJYjbRHrLEswb5Uh4jGReI1KEXmeH4kHrooM0nIKWO
JwskuHIlp1EJz2Fn/PUxhxtJAEiTlSsFTPIala1ZhRJIocXHgcz9tpQhrVMFno3lKNXJLUT+aed7
1wNSAeD8Ae5cjOUXyP7rg46MVZjOoR1fpJ6VwWlwBeIf81gL81jkpm4c5jCLhltDlMK8tZvKaY8N
cOkrfNTOhWkPwuJsG3E0n/qgUoNjVdWq42WVMU2ebCIHea0mtEMPYMSo3hedmgSfLMfAi1TPiW0f
plGqF8TR9crL6EJXnGUj+5DB+Oi/ttLWiqOoBtEeLDuhbGHqCdiBGpUi1UeMRwses74omgMqkDka
N7YkFErQdq3/brARsU9RooSIquNs+7kUQ5s8JpjD3WlKWRUer679Q+2j3jjWFWiMB7cONf08tGqo
3YhYJL80I07M3FMrciyPayN2nwZblCjv9fLvHuNMy4dnNd/HWhP196gozcdhgM32Cahzol75rWP0
IzERYP5Lxoqc79p5avRzoFd2cQY6aOOXlCd4ed9YCXAs2pvN8BSNee6cJ8UtUizbR/3eLbQp+qnP
kPBJ6oPukMBSco2jiaK14tEknKhbWCbOxJ6lxTWcgQRKivhW0accy5shou5z41TpHJ2R95EaNivS
tVsvGqzZvAiSUwVyg1vJJ32K1fGTpc/az5a4TrsCKNPkuRxLF+CBI9IMvlcFeNOoLaffqcSRu63O
HtYVBAc4dS1k+S1FsAmjQXDnFRfa5VrV+BXFHPuEMzcnPlSKQrYefEm3Pjl2RiNqDMZfruReeCpz
BPm8pMDny2sQMSi8lvpOdzPbefRDdfLwQRa85McMIkrvc+pL4xhxIKTu1ULFAruNx0kgXRyK/JE9
PsR+nqmi9soJKUfWCwrhU6/IofyAa5mSnUwnC4ojnE0z8vMq12vQD4OqRnd9bWuJ107qXHS+imTN
eCrQFU7ulSyOomNeZU4fIQ1ZhM5XY2qM+W9LmR0TXkxa/HCaULf9ztC65taJJBCaLlb1yfHBC4r0
wZ2C3nmJIDWV3ERWE08PrZUW2mXqku6YAQmNTy4qdMhO0rnRI9/Gy6f5B3Fu25/SMsi8PkRY6RLP
oVlmXGjmhDFJUFXRIZr7Yva0kHbrKaYO+GCIwm0eAJ3lwd+WlfWWh9wyujRRZxfTKZac7vsghaF3
XChzrR9EenwJmlrpeEAz+EcfBjKyzhPIg9gnMwK9kZiUoz7Uw5DfTG44Jj7CJZ16O+WKE1xRJnY/
KGYWOonn1OMAPUCIelL8sLbb+EtCOvINKG/QTf5Qc/oKH45GWB+ytM3UgwrUfjoEaZmYB7twTMWn
sxEWlt8IHjsvR+jNwT8HYvSMZCOw+cGDzBipj2oeBvazPesKQKFJL7Jji2TaoHqwruL0w0J1+2us
8ib5TPl5Pii5FjuAURz5XKep9rHsZK/dMv3qdKjsMf7Wcn7kDfRpFjkGhV0ph8CcxVlX4xg2kVVA
zSxHqX8LGj0yvTDoogNvp16doyafp+85sFbtsUF+cPpeuo3OMmliTB/GJETJGPPH8bPswAT4Qm2H
A2ZgKKu3fZrfyEIU4WEaSsk+DqLQxArdCWLhpYOZp19yZQr+MZSy1R+jVgPsFsWDGp6spsxuzEGZ
xGcAvVN01wyOS+Go7Ivoc6A3WSzOQ4qD7a1bs/s7r47gsVcHCkBJdpyNIZ8+z9povhj8S+wdjBlx
LU+PNF5cz43RQjznknfuRlZaGFjHyagbw49j1Ie+2zPls69DEBgK0Tn89fEaogZiXMI5dOxTriX6
Xa3YzXAzlZho34duZevXOVAyDdxTXPboyocJuJvZGd2jKDqR/qSB1rtX/r9MolXQw+VRtSv73FmT
TEuAi+GIKLhUotkvFuyDpydNU/7Ta0Bojk0Db1ENaAc892UZNYcwm1v5Qen0+i9Dq1CxzUF7TlgF
CqPw3TKMrh2Umem+BuKL6lnK63JMW025paihEP31PUG011Wui6j4pObdSV1MCEffGrLwGxCMtLiP
h6z7UuWuUH4RhOk5ILmgKC8wsgfNG2NV+ynVMFZ2qjCbJ58UHgHZBQ7L2w9y6PWTHxtAnZWqUS9o
uaXpWZsDaByJTW9uRIu80TS/7WpF2Yk01vCD3zU7rJ8ICFBlohqrvx5WTrgEhGNpXhLixfyDU8+1
O/lURupnXYSh9WDWPfyOJMI14KggRjYi65pxmxmjYs5P7thyZBzk336Z0zTDcS7yvu28wFxE7mYl
aH4MoN+TwWsHdNuxrtecO5q6lThkfdf1yYf3IyexTpHoui29FeoO3KbmRlrQICVLRhrsF0drJG7I
etGlt6LT3PqAQH9C3Fw00fc0L5wvRm5W4L8yu7SfHGPSSQVG2h93Si4jdcltNKPyCpyzgo9kWTFu
qVIK3SN0z/Sjgv2q9rVJ2vhiFKVmfsoN9O0cs9VaT4tcDN2tssv2jHJ+dxD/GwkjTQ+qjIIAXWKD
tt8qA3RbKryB1PvLgK1JeUpzVb3vLFLpsq3zx3hSE/fYAlKKPFeOAcKAavN3PeWFfpjysL0ozvS3
QXPnBUMbqJVoUvRfjK7/6YB53zNt3gQO/FSN7t1CYwRssW6GGnRca7uZhgtMq6mEeFw2ceHJuATk
5I1sqMZHGUZ9sNVhLE4LJTK9fX8zbI8UoTo1YsLSpSSwTpeNLqQZGljqpaXd+IUuVgtkukfIoYt5
ckaZEbu+P6K2zlTojQL8Y4Hg8oDFWx8nPrUtHSW3LgA9YhX4RVmAdOzJLq52qcfOA75qmerDK3Au
iqAWMnn1JOzZ1zo7CYSH3J9rf4CyPWcexKO0R//IcmLspkw0vMahi4RPBJs+WPxT+VCnNKl2vmFd
h144EIvL/e+aNxnPUl/5D3oSGVA7gf/nXGTjDLclAdEjDQb3rq6gpXb1gJ47Zp97lZTtqFRhuf+o
nMIqASLwelRX76Dfd9R/S6gR5rmOa3e4KQa7d55kOqXh58TVW+fO0SKx120WSz3j1aEi1VoUfPkM
Wp+boi08KIXiUJldm0R175zBQcakxcVUfojoiz4pVTWUXlzpqDdpTWmKxzCpGvNkyCnIPQQX1P6G
xYsepjju69ybqtpMz2Mm0m+jFBg36nGpxD75Tf6r4Rv1U5kEpbtDYNvsPDjdtJMXkjJ5/KYUKpsm
7ISaKxfb6k6TC5B8MNvphbfEfOItlMdJCzsIxKb5MplzsFPf+83DeT2HiwT60rhYlIuYytfrJ/qo
zOdxTq79rFfaIXTlcJe2lUW5htAjQ50/STCFhFNbfbKpl1a8/GbzJPrZHP2gTDJUVOHZyqOwCXAD
v5+zIPvhwLG4n+zAKU7JTMrpFwhPQIwJAadB5uSOrifP6BzRPg24zt1NwDJHbzSMQMGGsgQJ4uVL
f90wFYNMdJws3C1azWqPUaWH8krLyhVXUPiD401NUipwb0mVY+hFg+X4bFcXFrYJax4fPXSw1fPO
fbHdeiwby7U0vhEIW2PV82F2qYyp8XWw5Dh7Ohzki9bMwwMl9OJMHSC+ujTHPVWTP8vR0S4Ygbbf
3/8R652zUKsglHDsKG0sf14vnVuUkQysrr/mNa2g2zQgFvE441p8oalHcVPXY0s9GFo96CfFLNTo
akQ4Jp/++GfwXFPCAzANnHddWx/nedCcNGyviQ0o/DhY9uh3paqNvinCTPNCJ2qPpkyU+37MUg91
4mJnE4v1JcRMIKNCkEmjGNDjut9XuyE1uSisrkMwS+cctm47e03v1M7t3HYgXIHC99UdKVb9w6gA
WR8zyygeknbsaiT5+sq+VClekn7ZA4U9dXXU14caimDSAtsVE+jcXu3iE/bdzV0xq/mIPQWQx0s/
FM41N4Jg9BQ7LS+NK+uB5AgwvXVCM1I5BwrarjvNqnWlnM+FELLIYfK4bsW9B+wGZwkZ7Ko41vOo
Okp/iMPka1i1pbET3W76VMtYvCU8yKzvwuh7vcniuHXSiPzuitXN84hjrOEFaRaZR1Tao3PZURz1
olq3i1Odt9mXIUDcYY6y7m9Kcj0I/v2zt44OlkNH4AuXCtgJIcrqxpqoaA71FNdXBX+RyG9bCCN5
nlStr5rUMH3RRLO787ZuqikMCvYUoRlQOovp6moaygG90Vz2xRX+QvswhaYqgT40ZXoDMcF1vDZI
NHmozaaavbxry2c8CUfnpMVQWXynYWUutKXUQwTzIfLL2Ar/gvFRTDfjrCnxoZyEftubQbdncrGB
LfHDkcihIcAtRUNqfTTanLZ3OBT11bZZtsem4Dm7j0Jqopo2Fem1SjTzQZ1rMzgrApHXRxhiSeN3
upWMpzFPIvvr+9fFGzsKZTCCFSRXFru69fqJWp2cBAwA94VeXkerBziInPeTphWPXeWETwOMlScC
W3Fbm2YVe2o56uWC3xy/yhr+/s7ariH6NO5JokBL0xq0uVDX2vU8FZY6Vm13jZhHMl4zLfUbNBCb
/mZIWtF7RlFlfXRtVEUqnyYrS8vHylDnQzKlbfoNDcMh++ZSxHqMQleRxxzG1pWsXdjUvWut+2nk
YhhPtjWnwTmmNdN6syXt6JAnSYzjGWLqxCN6Hg3mA/6jyfDBtE0CKmoW7TcFnpUS40aTicLve55h
inLG6DxAFqvkzsXyxtECZE3s/S8Ued11H8MsGIYu1a8NhWTqPbM1eLaWz2ejouE/q/ShdyZ/TcVm
8nVuFWZ+8YbeQiGLrk+1QFHbqw5pt/aH0s5HX2+zSD2wr7My92pjEM1HDd4A5uEFZdaDQs0I0E2S
6ubO5txOgA5DmleMxjR59fpJHWwjkGpp1Vezsa3oNp3pgh1UafTWD9jpUXloisxQbt8/EavrnKuM
ziqyu0A0uT02VBy8hnMW1F6g+tqcH+cUYVNoqG530bM0/vX+YKs8e7k3F6EU2HzLrQ6a7fV9nkxW
b5bJbBzndq6p5tGtoFOo6Dv15+03sZhIMwDYWwQS1s9G6ZqjHeAWcYyQmRjuew0x/q9DB9TrZjKc
INgph6zz66XrQsoDTXFJrrex0KTihBaYsQV/D+YJTHr09BOSti5wSL+4lofzoMhe3mYaoVHto+ba
9Qe3C9IfyiLgfqT3EiZeMLDW/TEzILFWhzrHZNrvjRLLVeQlqjL2nF4pxP9RdmbNcRpdGP5FVLEv
tzCbNCNZI1m27BvKdhyg2Rtoll//PeS7iWZUnkpVcuNUDANN9znveRfjVjW5Hln/KsK5+3VkxKmC
WS1ucJet26xAlT17cc9d4OKwQPUqgPfsoETgmj4stVt+1wakOEssfPeAULJ4LptmfGtsU3Q3iqmL
Wmq9F24Bz0ZUn+AUl53wMOtOVVd2+lwlXmeEiZ24UVpMxvdRpt5LOk0eOGBQ3CBoXHx4XHV1toKC
zXlANMvlVSvRc3SPSp39sYr/ioe0/Bxr/rL81CoyczaFssf5hibs8mj8/zVX6jzbjkec3kUhUZUQ
XgDN9fMMKyG4ayYo0sfGriu/DKu4MH3w+DJ393GXlDVZTZNbNN809udlMwdjIglY6HV1y0Ploqpf
74pHAM0Vp84PyulmseNiUt101vNl23vF7EYsjrvRFLYTTSTq3JN60jsrLl1ZhxRukrxV8617wL+W
I/sRUobVTYEzke7mcjnmHhaS+Rwb56o1kiw0G5W5e9loi/ZGxIX+tPTVWG0zqaSKunTu0tcYjkZ5
XyES0PN7K81rI4Tz7ZSbxGc7ujVW/gcte3+DbBRQ3hjqrhYFl5irrCVBXXrvwgRojUXco4MIENSW
LVmA4ZjqpXay5YxpMuh3wNDXGBbPiISkBDjr/hionWQ+zygIfpPNoVNZRfViVlbSHWNiTO6WmnPw
bwlRA6VzqwHIw6lDbLsrRTLGoRyItQCFq2IzniLDlv1LOZGexXR9bjJ/UzQNhrwbM9GMg1HOzrib
jDkoP8VB1eQ7LUiwrR4aX81nv5UuGIWGvcNWKgq1rSgSR7uv48yREWq/8bOjkEVuC0XmiRml5Sz6
Rwbnpn1ucjNhLFxoYiT7pptmB8F9CyTlpnEzHMyJMEQNdbH2zF0Vb0BBjNtHXihZJYTnUNzo+Vze
D+30CIneLp/iukKKeuuAv9jbWEwrX35NbVzFaFe2641Ww1eze+M8tqM6VThcAgPMM2bPgiC9CDPo
NdgOq+SR/Moh3pjT2DLsTtdBFxnQn/98/F3WG9wOLodMRLEuBm5mgb8//9Km4LkQ3vLcjF4abLpW
iQCIExZnhAgkj9w+LqzPmTK8aNGb7HmkZvxaBOJW5N0Fysp9QICjhzFXdiO2Aus2/C+0TmOWJzEV
GJ4Hj7dOnqgZGkU5n0o1y71ut9kPoZNfU/Su9uXPj+Big+fKNOq4GKwbDVj7pctG0ZjM/krU4L4R
T2JXOCqdT5mQwt5AbZs3oCzKCOumDm5tLBdFAVd2DNhkpAvTAaCXuthwJyGnIjDqkqQGjH6SqMqa
PLlfpJyJnDGk+x8db9brWWSWojZdRQMUPe+fcWG0mqznRjyrgXl8kwlQW20kBy+csmYHZMCk+c/P
9h+rufc7EywOEBk6LSrJK1rn6EpzgKdun/NsgeZQabXF8YkXr0LjTKIvUhin2OGXDyTTtzaGI2Ec
p0H/dTFozE6N30JMSHp8G+8Hu7DEI4ei+yTj2FxeuHNYVEw3yiUNtXq2gr9mXJahauTzhOrfiMvZ
IvQ2k5Mz3GDSXC9XByIgem26NsyKLoktpa93pG1bzrlYfG41HPA0sQjvYbCIdClz0SDHc6kerZID
NN10WZ7dMr/74NPFE4DJBLwGFC94x79/nW5XLsKdsuy5mnQ2EVwx8k8dipA7u2zjF0vp9sGx5uzg
9ot3xnCl22p9pv3HWo1FhW3DKnOCewnqfFmp4KG0EmWr+rnzkqoi2GnKpy2DfDuURHx5G6Jxff9x
bscvVaKJPRMDfMhSCowHCUX7BtH9omz6/81gYMHDAJ65EokUJY2rXSzNs6fr6bk2vPR3H1fLwYXN
90nvABBvbOfX68BlceMYQEg5lmuXPOkGr2L8FI3meZR18b3rUUKVM0aA+Hw2xxwscIrKJK6BbLXh
xtZ9vW+tkjLqBUrhNdfoYseEhdxkxdTWz9bQiUc1WPqG5JDhx0RdHc6FQz0mevH85w/6/75q779o
zFfp+9fp7iqyuriszjU7GXTF87iOPxkBWW2xIiOzbhSAnSuRuPYLSnUiJHWM7wO7Wl4mvkAZ9nNg
iXSTaZMYT6OmGNUBtIzxmdy0ZPp7gh04i98z6t/xYYbwBT9AlGO67xMzIAU8GOPiNDVD2oZ+mptz
6DbTlDKjl4Z5lnklj/WYEHlXdByi214x/Cx9Yc5RqesTEmJoM5A8MwP/FNOLlXyI4V7mO2YgtdoB
VGpChHGbD91n33LqJ9eal+8xDzk+O3XbuvsJClW1RcSwBAh+dNHtOy+z22jpXRJZU3fQvV9LjzaK
oGCjie/xtyg423s58v9aqXCfYj8pT5WAzrCfy8DpotrU2B/DhQfW38u+7UjYZQQxbDyFBDsqO9OF
b8MwuH1BGyK6pyr2+/I4To6wIhQfPhyF2lGxUUVpVWZwLKZyyneenPxnNFBeHXppLL/mUIUAuHAM
mb45bul8X0EUHybn0D1BZKvc/ZCpUkAekCnmHqMaJcxwfTz4ZaWNX0Z7loc8mwT0RNeS2mkc6dBC
vxnndOsK9jyqzEpBjooCo7PFX3KEq7BROdmX7N5za7ff/THx2LjZ85cnNASacQfP1unwlwq8ZNvR
0FgRYw5raQ+kCukPgqxk0e6WEc/zjcTByI8Wb6YKmerG6r9J1xjrk2eTI2PU8Gt/o+T0n6qxHL+Y
9Tz5oQktqNrgS9YEG7OESqSrwiw2S5EEB1h+TDAivWS2HwVpChMIMaZ/n7ZZPO+d0a+/10Hdm+Ho
L+IrOE0R4DyzkuPcwqraCG8OU857iLC6eKvxsgj2zdI0M1E9LVRVWftdgB7OSeNIzuMohq1jy6C4
m62pIKrOqNTPtiiTfEOyd93MW7tR/msHkmOdhqQcPESbqdaGddorrzy0hTBxzndtdTS80rNf+tmw
YODMSNmzjV0G7vyJhVCUPzqTLuUxnsx6vNOcYMEkXtNEs/cGrS9h8o55eQTB7J3Pjp0k6rS0utOF
Cr/NX8syE3k3jU2gH0cT67YcBkTWchqnRLNtSXxq9qU32sZnDY7akuxcwi7uoBFWvblbexIaotLT
Xyet8ZnWG27DptfFTr0TPjyp8rGsy5FQHCdlJhKRU9OdlV2L4slchtkJh7zU4huSkovGkc34/1DL
mqrNQrikGOSiH61yaooX20nHXafp7Ip8AWgDizaqpMoPlZZbnyz4W/daJoxbEIzJ8ftuo+RsXoW/
nNDgpAzR3x/P+LoZcDul/syBMK6Bj0VQszUq5/cUqOwMnGCH7YL7yV60bvV5aNKiCDHZ8F4Zx5bM
WUrnP1e6EBk4qPBcW+cEl0c1YgLYZm7WP0OuMzcQbf2taFL9NOt1SuTdkN83zEZvHFNXJyTbELRL
hFcUgJCALx4DQzBYYig2SaBkoFuWRfbZF379K/A6hmE1O5xxZGIWf6p6LHT/a5m2rgHc1jAj5oy8
6tyRhOB96ivxUnqiWDZB57QHDYbi3miUfvCCrMaVFegIll/ltTeK3/WXXSwAH0N6GkmQdAvnhfcL
oGAW3GoFolORZ8WzBan+oPvWEsM5tp2DyFV8Ugu2Mn8+oa9KIIS5bF8IdNfMBuqC91ddYDnHILT2
c4vli3+clVWe4raE6Vy3QX4YYVH++vMVr9oYgGcKKGAHMppAaS7q0FRjIQ1TMj8Pk1Z+7lqtfvYy
Q5AvySH150tdP1IaNCpv3HRJU8AB4f2PS8jQxIcrSF6atJFf69H8Nma+e6yYZpThEA/51iXF+wYw
dr2CV3EWxF3dQbACK/P9RSUDCihYbUx+rZUcKX38SDfamt0ydh7d1vOObcXuiUnarG7AgNePlisj
R2XqyGcLhPz+0os51VNeDOlLDUJxQAgEUdNYvaliiYLqRi3LoIG/7v2KBf0j0WSdXTNFv1w7NV8/
pUjmPdNatPLMVB8vtLojtnlEA1ja3W/dQ07+eSG4AM/6xCgB3zjJBKmlwwQNlzVipGHX90a1c81G
+8tv2zzbdVlWPsH+LOOdBUlBhkSgZrBPwVrSe0z8O6sIAUx6P+xIr+0YI6dxS5KEozIZ2WgG7sbR
qIcnDjVj+GVkflA85o7f6hQruW1Mn/p1LBv2GhLMw0CodwYDwWu/NGVWvrYEjhdQtDJ3BYxVsmyT
QW9/Gey/+aZ2hUyiWXSWCl1ax8dODsguOJ90mC5pJX/7nT2X4Tx0Tf/g9J32TUDAHR5h53VfUllr
b3hzd7+KxbDEFl3Q8uQ6ZWxHiUqd/qRbg/NsT+XyCzYrNVwpKyPM1Ry4ERKUuggz04yHsJiT9GG0
zAy1vl7M4h7f+/p5wPmqv6tImXc2JJANURNk0K2SuVZVSNoamV124I/lVseVLDl486xHhJRN7Zd2
MrRgPyRd8/co/JyvokBEuS98fUxfKgpg7bc0cWd+gl0sNrSMZNA6gaj1YwzAckqEVWDRtGj93/wL
r5oGcvwVuGq0iC3HLTQErlGv2ji35tdaNtW97BiX3yMhsvxtNsaD2MypMXyzABrqLfoi1OrAWJ2C
iwvxOGygA9MU8+dkJg/SgcNq5nXtPs5kNzPg1Jn2PPkUHdPO1/G8OxFSa2avTifKdhNTNE1k0CRW
cZiw9aL0TteIB8eunYOsq9KA/A2nPhzqQWDblpXl8NDOtCAR+Y2G+uI5bR7fY2WkTLVdzDjDJJ+y
JWi+Y/KsVOi0SfVlQF6Vb+ZEDXs1+6n1MtXrrN8yCwnvgXYyDekxZytMMdhd89riZSIQuPbfXM5C
91croW9usL7oX9vEDkTUY90qjo7hVvVm7o3ZPpU+6rQ7SOLZjyGxCGetk0yjIlbWoGqMHkfxK6Eq
+JrAKfteFlUpQ01vKlQ06I0fRZb4D71EhbBt4zH23gCBa/zPenf2CEhu0E95rH9SoOdgztA2Dc5f
bP59dx6ccXocNJiLGyiwQOcDm9sQlm7PbCgjf+GtQJSlP+X94sZz6GWu++zHQN8QoUoaN6kC/UAF
wS5CaZ2P7RCKPiWkvsuzNiPl2pqINCbF13ut1WQHODN6GPSH3CpOZxu3ZJASOalWWbtJjUUdxh2s
nUOTsdj4bvJy2npexx1BXLCcB5HK/k1W4/BrZWT9VRgs7mjk1U6nTgXd9wqDpuxUxUrURHhVDa4E
M5aVdiYm7y7vSqe806dYU0BEVfbmDFVX/hVLv7eprAfTjcyB7JoWrWV8yJshqEKcVOtiMzYzI2kj
ZTpGBjcyG3qEsbTPUMUbN8otOfa/4m5W+b3q22R5EYNTGIeqnXFUYqqj5fs2n0onNPsGmj/rEXK+
z2lxwHxpYshWyxwLh1TlmOxkWRPp0LfVBl6PNbE3eEm60ZUf23daOojk3vMIx+AJmmIOfVGaMY1w
kRmbPpb2o7dM3iw2onaybAeG5tJv20XzZgcGEVGDE6N4DCGrWwuGT7Y1bzVhpruKAsJ57a14GB5U
TFcalYZfSQh/7lCHdmK6X8a4RaEU21I+DDzVwdm0M7T0o9WkxrIzFbV+aGuGKHeT4zRb0ZmA6Tl2
hX0EAVu4z4ELg6GArZ/abjS1OX5IBt6OpEfWM7x61Zjt3kWh+Tufs/H3Iprq1TKMbjiogBf0GPez
N8Hv15cOKxfCylA9Ot2PRsG+fESX4SlqKVmY0Ww1Vno/9zrGs3TcxeRtUCfV5l5D3eSf02aSf9dj
ILTQK2rtt4aMXMGwJ/5421qxd8uZ5RqaA01HasQYjXIbgOyiCPNqMlDRi8QvTo2RKL2523PvARO1
cNC0pN6Ndea+4nPsfbbBDdLQtMb6kwYN5JbS+5JewmbDrUCFpTajNLtCqDwHXUYrVPxiV8OInN+u
Hn1c3pFPVtCGjaLKdqZRaZsx0eNvhRkXUWZI63s6D0hQfOzDb1QZH9yQ45o8FxLT/plxXpRTs0WD
7Y929tlA0nnSaTK/DQUmSVHmwO3G1KPLNi0jXmBcc5nvk8TgjMqDJf7qmI3+s1fNLW+Z66oSvS0s
ptWanU7l8m3ZFndTJLP1zFA6OXWpI5qNbvvV0+TM3bOCsob2tR7GG0/iulLnsmAaOLpgfnXlyrFI
rF27ZLSeCW+ldlrSdMee7j/mxVI+um798l9rZzbkNWYDmBbPmkvIGvIjYeNmZz3Dkuu+T7NwQuIa
hmiCVTJHg1N1h7bVixuI7HXxvEbQ0B9AfQAgveRb1Q18FqHS4sUZ6AfCJGjxlKhL9Qn1Zo+2em60
sJdujqqs82+ZuVxDAKgo4FvgI7hSvS7pK1nJGndK5T8PY4PGBo4jBF4zyCJpOWm3GXAYPXQLyH3U
oFP5Oo4Y/t54yR/cAs4HGAbQlWG2cIkCMLmWE9b/1Us/5Vo4jzkGfCNJ8F6YtEHDpHapwkQfvbcq
0AKFvtxRN8T218sMbiRiEoIKuQ1e/vsegv5bV3nrdS9YDVh75nljH7qdYd/biaieO1NWr39eaJfi
AZAXruiuqI/3kbuE1zQ9jD7VvvhJmk533Vj5d2mLyf0mxzCoL0Kn6dy/kzzIPoGYaRrqYGoRjMQl
I+gBZu4Ww43ciYqMc3TrtHb52/AkKTfpGDd95JDKre9FJseTN2dl8J97TDRV/zDy8PfDS/Cyx3Q9
aIxGKl9KSAkN1foQbKfC8EPN1ZW2td1UbdguZPGfVwrtOsG1DCNXN/dLCnUgdY0H1zcvFoJfGptA
1uW+H3z0LcvUp9SbfT+aUabm8W0k93jEJz9PboUrXK8WgANgA1KNwKeu4P0WNLcYa6N+WZBq/cRz
OYWemY4oR9Nai1A86nd/Xi1XF8RdRoehBLWC8wD1wvvl2eqd0KCGmy/GYGcP7Yjaccxs5x48u71H
aXIrVOHqgyQuhkZ6RYPYeYmQe3+9PA6CVhppAZCpyynsPM3/0XfF+N1OF+fEXvU2O511QEuu3+VZ
7dzKVrr8vaQksgWv4pr18ldinoBkGqcYCnnW2qxJ79FbyOLJayq/OziBiaGq12Byf2MPuDzhuCiP
GRTUIiSLfXD97/+arldJlZWi8P2nHPuHv/qernnf8afm3tQ5grbuVMphZ41lK2+cOpf7P9zr1XQJ
YR7GU9cmOvogIW5pDOMgcwQ/4750H5p6MeytMIMx2DqL0L4V+A/YUed2c3pjcV1ymnDiQwPEqGTN
6zBxYbr44fDWJP7DTnKuq3b6MZkaOtFqKZvI6or8GxKhfh/YiXYOakxYJ1woXptBLaFPAX4Lu7oq
Cle2NPArFk6r487VxqK1mLnDcijORpnN96uV25YuShxiLI+OlpFINxyCIME4mcpgH/tL/kXJJbYO
f/7gPrgPqk9qjtUCk8SdywNBZIY1jECj51np1Z2c5/LRlhORsgNEnV/4ahs/PHvqXqzK134DUCaI
YZ0bZ8T1snBxvsUFnEIQcO7SPyvIkaCLQjlnQnjiOnKrQdSQ9m39Veq9PROCOFRDZKOhcUOiS0gq
//NDuP4gVnYzYN7qXwgB5GLXGfDeFFOrT2e8IcpzbkzlbvGGIDLjqt4X1qjd8YhunSzrX/pveG3l
kBkeMdDscmw8l+VIrDnWGt8wnLt+GYLQjSuSwcfC0e5Adm7Fkl/tM3jYkd7GBw+355rYkzF8k21p
GGdfLwYM/CnRwjWp5u9s0uNdAun3xrl5ubFyZkJVpOfhajZw8MW52ZVTNwp0o2d7WYLDpJbqwU2n
bH5keqnuWMf5FwZCzhYM1+MLW4rUv/FSP/rJFB+rFyN2kVj+vN/l7Ho2SJts9fOCKVO8A/NS82My
YMcdV5lh3BWwEIobU6arhcyvhrDEtsqRcs0fzth7yi6f9TOJ7xm2If3SHYBWBjvSfeURBh3n5RuI
YFxGdh2nf/15GX/wzNlf16RYantySS5+sdu3fDOVtM6caTXZmlYqvzbwcXZ5jwXOgdNL7KsUlAoq
uxfFKLBubLBXS5rMhJWXudr2UuZflvcMGxqdnHbzvDBu6zd21mj2XW7gKSaDOMluLLFLaQLn9kqZ
4pIm/6xksfdvuEsrjJHIOD1XAk+6TdsqB/57X9vjiflVX++HLseKoozT3kKq50JOrJ180n4yk7Us
EGuliPyrYJglWZBhmhqoorBCZZP4rqLWbrry2Hez3nh4WDrpjsmQcKJaODRpjTf4YWN26Ra5MVYr
4eLC6ywiijU4qapLgcSzplEYQ0x+5mwmZ+05+sDuP2VqEv2N0cA/2P+73YRnQRcHF2EtaGiuLp6F
yvqaaZJ7LuYJyEnVZ4E9EmEOMa5R9RDTTaRZ4R2HrKm33dSPe7txqx+Dn85vOJuoPQxK/dZNXegA
1xe0snX5CGG7r+/o/U2RU6KcFEuVs1EBdu8zLZHBCVf8cjCiwq+0PQ+8AWXEFiHYNr1ZavuEEyJ7
FkZT3bIiuNrkuRlOWwhoa4UJ0+79zUAhSeUy1cuZPMm0wLwjjTfZPM0q8oyGvIEVHRN5bN2YwH10
WWS4XJqih4A06/1l0TF5mJHUxtnDBcS501xJPmhRp6DWbUsw66mDXbBDA9XfGFR98DECI1BOc6LB
uLvUMkwSgSH0GP0MpyP/25X+skmlZipm8IHe3viVlyLD9VWvpfvq8AeDFLnu+5/JYVcFy6L0c4xy
4lvCYHmIBvTkFUBfkW7gHi3iCIl93KRD45nbNhkZWBiVkHcGTNuTL71ZPWHe4r4pM7fMsNUW1wun
ROob6fZi3o4N04iXAZpyGmGdknkbjHbaQ4bUlpzgvKmCjT1mBRIKqVYGOLl3WYiPZFDekuV8sMsH
6BBWT1hG+lckN0NYCNrVZJ0bESRbJrtu5FotVlRwookNRrFUhQsT3r+1KrVv1WsfvFb4sAAYPOS1
hLx40Db0k7zrYvOMyW/WgZoGeYypqb8oeTdDF7ZeOiXGPUaLFiYKmlM9BPRwBT5xjn5M0sWft4nT
E7CRapjgPAg83j4RFuSbN1bEB8fvqlqA8cCMFtrDelj9q8kwEuTY+HYaZzl7+hezigW5FN00RCUm
E9VG+jK70Vxc0ktXtRTHPdZOPrNZFAIX5b0p8qQdraY/ViMelg9J3DGwWJTAlR/VSBY/NbkN2uw5
XllGcbG4vxoEXeMJ4+D0MdAWrK/IKW+/VCyZPAwGle4GRxT6vT4FhbanioMAXsMyH4+NVajvwpSi
2Gazpu3iObeqG23aZbvyz++hElulBkh36A7fP8JcFPViwpVHXVrk3ec+aI1PonBbxmeM/kSYx2LJ
7kH31SdZdUN1toAEhhATU5F+QXVe3RC/XNQX8I88rE8Rf63+Fyto+/5+6IyCtGUEfcp5yjJHN7zk
S6TnRmfhmcaAVg/Z7eovZuZW42acUVOGQltK60aVdWVtwI2siLpNsQNX/SqRoHNksEyOK04itqd2
iMhG68a32oFhFjH8y3E7nD3JTCfroA6EVadcb7NURn+a7WToj6MveyeFv4VVkMFBX1MVh9oQGNKI
aqvU/d92lkx4ekHWPHmNnAvMapK6itwYAvqNqu3igNDXb5minBACD6YGAq33TzXFpm7sk9g8AXkO
3Ve9NrI7huWjsQE1a8QQIduInd0iEZa8/rlgdC92sn+uvYbhkCfHl8MR9f7augqwoBxIx8O8zp5Q
HUCWizETyxDP43xYjuVn0ZBIz71gKuaEVpcXKouKeJRdF7a52U+wH0SMXWzvJm+IwlH+dirxnV0G
x5Eay+nzYznoMBBNnP5g2UHZ18E8i1I7QsZtv5n+UD/DSMNeIS+DXp6IJtLXMaA5l3Foy5xha9aX
XZgO09RGRlBZn/rJxzW6GMScnHAtkvd+ilncFifJpI8sBSGOmSGr8K3shrnalYU/PeCKSTPX56pN
dolhNNMrCpTsS6/gC256DP9+aR78q1Pd2SlqmK72f/lZiedJWUr1VxkzVArpoTs6UEQP5b4mQW/a
u57WHEmRx+yzL01glByt9QEXNmQbXixgYYY4+GX+qQFIRB7bMXEgTNeZgyODH63dj61n3OVNUGf8
QFvN2z+/4esXbK3yLbDJFb20LwHnwZjmNumD4OhBhvzd+J6zd5cMgzPDjp90jd40VAw8QDvSKrix
XVyG+bG6SF1gRsn2tcZ8XXa4gTcnCya8/nGk42Hr7MUIy7VzRfXTS0lNfOWIKzx8pwLjB9iLk712
CIrdn44/Zlj347WjIlczjR+YfPS9DCvDmz9ZUEeVcW+IfBavYGrwPggFLNQwRanTaF94rAuOPE5c
Jo9xS+zfBrtBvxs3CxKiHQzdPPiSGGnwyY/JGYz6lmUp6b5xsaE4CupHvEVrIoYn2f6cjAkewq22
xeSj+lepvn506IiBv4AqmIFcoh2lPjt4E2vpyZRNL+7GXlSNgRcGLtth0DXijpS5OLsP2qEO4NWK
OjXLSEpv2o3kHqC0Vnl8oujrzW3t97XoMLw09a9O1gafHKYrOJDbZgG/hXy0JH/EFXv+3DbY32xl
YBe7wOL0uM9dN3/Jl8yo9nyKOqJrx5VLvpm6fJrDSRP4R0ZGFptQqju7+Kee8vyeKVwg8L/98yp1
rx8Jdt8rKw7HBviZl3qfxRGO6Ta6c5yGpqzRfmMJGDwaTjtsocu0hIKBGuydUlT5PnW08s3W+OCZ
S/tOuzT4LsG6/d3K1M3udTDqLKx6DSgxkC28XQHAVu085OTmxmiAeURUSqEPz5P0217b1kwXOEYr
VF6I4cqCE8Pxhd3uoekm5QbNW+B+d0pAgxejnfz6wc+zpNt4nehY1I4/41I5icy+kxZ6zBfGr5X1
lBOwq049QX9QSNJpaaLRyGZna8PyoNEoG9OA7OIv1V6SODe+4BbJSrM95Z1libD+MfBy8VzBQ4T6
MLmzbDBKaNr4a02cZcKuC3oxb/EwtMWbG1u4PHS8Ju0V2QzwYV9NAjvjFnpzbMP8wScrmLHrq7RG
/p1luY+jX0M79uXP79G6aPjWL54WB/EHdQKZjZdFX1boDq4hg3EsmnVq4ebS/0HNlRS/ls6sil+G
LypyHI142eKKPGfbOV2FpMpjT9gMnpEmMpTx3JkPFPG58Un+o9wQsrdeE1zoVwu2Eru473XmKO8l
SXPOC0cfW4ujaUnVW0MEdfqrTZXcVqtrQ7AN2s4OoqAXHGF+skwvATBYBp0ZmkKTUj/dKHs/2HC5
J1A2ZiaYYVzObaD6+4VfBvPRhW/ZwfoPhidLs63hgW3I1I+2VLBbAzVk3YPo9SUbb9zAdTlhecY6
sgLSXUOcL3puWAQT+J8yjoMLmP+Q93ryIO2hV5FRxDpwhSAf9Iib8CJ3f377a7Hwfl+jiljh09Vn
Cyn9RTGRFjWrY6jFCZ/GMUdCr1XnySzIa9OdxrtxuBgX/QVLDfU8tOnVHcDBnenid/aOLq0eAfvR
SEolqed9AtsPcZFjAMyRVtVvQ2vBzRmtsckjHJQ050vR8SHlu2KYu/HYzmLa+6Rb2aG+JEKdq6Yq
zDsW6lgW+NpWfXLjAV2/GoJ5QMUwU1unIJe3rBu5L9JMaUdUlr6xx8RPL0NvIQDpuUbhx8noqC/G
AEPgxoU/eFYwPwiEphlb588Xb6YcGYmbw5KesMxrxg0T2+Fg67Bw9phdLIc+n4yvf14L1yU6s401
xpTIMCzXrgZ50NNIRqQPObV1Zg9/BWo0vxPb4qt9EZhkiuZiMejj27gyvRCihRdhvYgLNH4mwoEd
5lY4iqZEEyzhSJWS3Od5Zsz7JakdmHVjULlfM7HI11lrxuzRIfTaOwwQ7K0b6+yDRU0Bs3ovkhUC
IfuiB+NTryetF9nJT8UwwXUFzHnVhwRLb8hck6NuUQSuNxAcIWhh8TpAjctg5n1JDu1raFORiVMv
gtre8ZpGe6MonuMn6mg/++TrsdHAqu3SnwPBS935z2/ug7WC5xkyVHu1ELrC7OitPIElRHBsh0rc
T/GKwnAW6eeBidaDWcSLunH6G/bVxrFC5oyeaHI/mIQwCS6aUk88+lzDw45qYhZ0RoIku6Om17J9
K5I+66J8ktCEU4zsmPpXTuo/GclcfnMTI4kxt1bYcL8gEMYP1tTn0r1FVfpgSTtr4hRNMNQJNAQX
iIaujV4TuDI5tUHMDCmcNZUvv9TYD4/aTNccyjJDXJivdI68SJtPKEZhl1RtHxuf0qrpq2QHn1zr
T27PzD10zTLVHoOqcKGgzMiEDtpkOT+12NBkthl4B9Uu8UqV3MAVrrchApXXro/Fu6b+XuwG1dA2
Swe77FRPhnEvEgF5QelZqh2ytIDdHmoWpcQWFVrV3BK8f3Bt2Ea0upj6ETZ8JcPBvnjtFJOTz9dU
brSgowPx04XEPQi1437pXH+T42yU31hkH1wYtj5XZuz7gRAC30VanoQcBQgBQ06rQBqAVGnNLWgS
ImBZipPn2bcq2w96IMaK9EAMoUDBr7IvvbSkNFTxclyp2J4XSaFcuZtx0CzCuvDVb31qRBwqbMiD
+9j2lwfZV1W/jbvR1iCh21j0jpnwj0LM/lZROnkr2GPEuyXA5hsZflBiIq3j9Pg1znMMtrqunLsH
qkHDP8Q0qfMxDWbhHtXsqP5HMWNi/6h5eEo9L62d/1BTSy+ttSNOJk6MP/O4ZSiAYfums/O4Uv+j
7Lx228a2MPxEBNjLLalux45kOYlzQ8SZhL13Pv35mHMTkYaIYIBggAlmi+Qua//rLxtsjtZMVOec
IEp83BwnbxGUR/oSwIGoYuZyXNWP4dgKQ+DA/RTbDWeY2eMcofWS+lnDaei5wa5ScLCO1uJzMxYt
eRf0V+Ci253Smz5u6iLMsZci61pVRzjp1sJrFQuqe+ZTCv6xwi4oP0y2rP7nEe6lvnakq8u9C0xs
siqAVcCJNr+5kEkfRlEfGg9d3OWfiY5tv2kmpGKyFPQUbYORdx7VxFiLJhFYtevqHL8wDPlTysKN
ZoANtHDxhpcBa/eSMr5Jkx+jCu34NYQ1OX4hUqSBTS0EVvZWFINy0PSo9Vysh/0JmKo9DOa2lgkA
6fRjkqJiwAy82ladJfSPhYQE/mdZCHlQPvudX1UlwG8bpp495FFGU7tr9dR47BWIJteW6I8jfom5
uqsSPCRtqjeeYSTGrrLx5k1/cPQ0nMjICXXHo5X2vVNEr493ah5PNl33j6I/Z91tRfl/O2BKFgq8
BVt1aggZSipaEOWzEI0oDI1yo9RROlwKbHi+8JIo0rAdsa7cybI3HNZbs9+gkRwraO80n9J9mobC
f9Cjscn9519nTnUTiDPNLSQys/OgauGS+K6JUDJuRgSOWHZ0/lGVAu531hiZxt6TsupT5ze6+yrn
fcLlhpiSoMBzCR381UIiqWww1QrUH+2Ql4G68v6Wex4NeHHqVLDclsE6tQE03OM58NhqXXgSzRAZ
TVlSmnlHtWY/2ZMOTRquCn0+LVfqpmUZgTkO1DmKPPxnF/egbqjHqMU8nwCMyvxNAg4ENYNEewgl
DURjPQ/UlSJ3CZejejdo7LHJT2kN826jbIS5HLpy8qj1yJAfmtgN9IPldua+DNIziqHxd4Rfm41j
8XDVyw66etFZ2VnE0S4/3p8cC6gcwiPzlS1ONRBPzctGIzRy6O8FgLM+ip0TmTIhSqUsJF89Dydl
Byod1obk9sI0PgWZkf4IM0kVmpWfoS8+AwcthFd8zdAwL29JMfEHiVIE1aOXmlH4nc6Vn17gLJq4
09M0P6lwJjNMzjkTMWHVLQ2lSRx0X0qvi3aBLhD0wVKX8H8RAMNTrJ8BEh3OTePNRX+cviCDSC8i
fVSU9vHofnej1vDsAoVwvMnyxHwNDK6EdiENHOm0pF1jL6UxkhI8VIpAjTf48KvdScuiAFWs7/aT
FDs0JaHe1DRzk4PbuImJ8lvWvO86QUztRhUiUdvSbc9w6XF9MIFRroj40bS0SZ48LVYsSACW+t3t
Qkk41b2sVxch7vWpNtPRnyDUMiE6S3JwqLUyoDEdwZs5NkyqwpY6ta7tXIQSsJVGGipHHQtU9+D3
Em6LWixT2uGEapDjXtPx/KFHMCH+JBTnXm6T946IJNYjE8Y6EQex8FXHTR4RtK+UuCvfn2WLBT55
btLrh3MCf5Hq+fauAKCvayTQeI+CnkrNu6+1iBFdlM4nUpYEDNx8dumJhre29S0uKQys0/6cajn8
H+awcu3ndEJM6PHDOLFBM03wD5XeycVv0huC6hQUUm4cSty8M2dgH3jXulR/G+MiIt1J7CNrePM0
blG0bEPavewNQZY2x0gnA+HkqRJptnaNQfa7z/6/lp441xywHVL+4odHHQgHa1HIy31Ed1ZOw0dL
ADXaS+FgbJRBQzqjlO4jiK0s24QSu2B/dE73CciT76ihpNiAiAYpGrivr6A2y82L34RCV4JlPNm6
z6/oCP3FuoyT5JE5Xw+kxKhqCA89K43HykMJ5pDmQi1G4oiyq7yifE8N13pDsUd4p6BkXfPl/tSa
ps7N0csVVGILA6iGGMcUuZ1aXm1QqSLdeFT1PAM/CRPSTfzKMI+iTqVxfzDpo9GooPDZBjnju8yO
0piTPo6ajJSCyMx9bIULAo6ICBEjCJoAGw5ob4CoNlPj0m+doel4BRsT+zcoLoknFO1nCXp4+kBh
4mEkS5qAhcOzCtLT2WbmjYm/sgQWK8BERzOJjmFbWaA6s1+MSSs9uqbTHo0e07kmyowXM66H0pYR
v75gcoQSMUHd85y2vrHS/1wWnSbXt4m/C9BHc2RBZSFxiGgVS3lkwphpdBQqKf9Sq2JG/E5nemSa
1Ibiw71Icyjx8lYLqlBz7X4oyb8xkDoireUmitSUXpto+wSHvPu1OWSf8riLyvNkZzLsUZnGeBkR
nSU7JT7K565oe7B5TMYV3zEFqxkjbESiYHgRRUE1f0ZSGf1SozQgFkoO2siREmXwHZke+jVAQNfb
A7Z3xtZVDTSh5BLV1kMq9plMFlhbWci6ECEEMKxUudDCDTuMIG0GUUy9N7nJyscu9KGN2DFkUaVx
PLIhzr0iIcBemY3zQxPuAAwCGGzaRM/Ejet27tP1A8UuxPTUl22mwfKqR2J6RkPca0PaXBAPk8Ol
TUFMnPIPg9YkOySX2UHMibdiq673pM9Ip07U+sewkTrFJnRu7WY53/tNLMImY3wZeyMWqTZN0L/4
FT5W0iFq/vKEa4R2MOM4+C+jJXAYkFBsc1nMnuPoH83R2PkmKhGhEyDb/PsfLvFfY4IZZJ1bCd0p
LjBMCPq8dVxRTh1g2u4AU48kFMVoV2b7fG8wYVPKHDTIomjawjy4fdA8zBHDm0VzSNUxuWoG5oa2
T4ultiuRvsfKx198+2k0KD2yxa0OnvzstRq1JdBkE5tDToojwFcaiHaDE0++GaTeZ25aePH8Y50+
PaE+vU52fmhUc96KJ7ddUZAwc0D5pn3Fa6YcN7npRemTClOQaCyhjK9JTXm1MvBHrxYcmkTMiZi2
6ETiPGK5riY1h6yuyo3Radm4Q38fVDbkCWPtOrd4tQDXE8scBTmAMGLI2w9Z6pDCUsCMY6L2/qaP
9HBrJRjGEBT+XuYU5veX8QfDTbPFmHAG0Fhx+u9/T1ZJ5caP2v84ZJ40XmU/lKCJJeKvri/H5ike
iKm/P+LiddJiJ+l6IhxzMuKFfjuiFbRUDVocHKNSip8giErlDiqi+F0I6iD7xwPInAZjTU1ByZQy
5uzxkiyruUQOcEWIh1S4WHJdJ8is35guoZowLfNtWmFMZ1tCsqZa+eBBVWpOA/kgtR9KktsH1YLO
dBMkzsyb3gW9l8WTJ+XKJ3WU25/33+kcX+ExER/RU4RFIFHPzh4zJtOMmr/UD2xNnV3IWUgSBlkH
4dq3mx/o00DA0Fwdp9qWd3r7TE1idci9R/1QYksfk+RVDF6D6GDSynxGCKV2jtGM+visB0N+KiMh
1x9j4nDyz0VSArsVo+R9J4dHDjCoEgS8xWoFVlGIhE3YyHqovZlSLP4oOPr6rTxgd7TRuyy8piEi
qy2kNss6BGYqn7HRwq01SnH7eExLS+8OVhAn/qs1jJhI7dLaxWhhy/akuj8DL9GkHz59/Y5Nscvq
sXMKsanjnyWIDk4VhafhHpCEWuFjvJqB9KZp4NZO0STNTxlTteBBxMEs3hEqZHhfI+CM5ljBptwU
pPB5R8IN28JR1EHj4Oc4lh87rkrb1IR16aDRN8k7pCQzX2kkSSB4qY/zQzp4KSIDo23LqxFaUfbr
n+cEDU6Tw29KxVtIViSrwm46C8yDh3eF+rUV2047JaUqNmsb5OKQnQINcGblHOCMZdDbSZFXikQL
XjQPg0Ep19ZNdyFZC4W2h0zcowSh1szLMvzHHsxkkMlFAL0SbQPUwNP6+2vr4v7ro6BHN2EkMCt3
xgD9dmfJVLlxha0DNqx1mR3uv9Tlmp4SszHzngByVvZsodFtSqCbuAK6MzOsPw1iAcSowql4GpLm
+/2xZmuNXwv8DzGfww7x26J4BoAS4VmU8pmFOHrPTTpUr74sxMOmh9tTI4MTpTe8gX3vqBiV+uX+
6DNs5s/o9NU4byfVE8v99u0Odavk3HzkczNZm1e9pP00XK11hBSPTIHYzA0iYGtXxVAEKkEfV170
9CL/uln9GX5qBXALnWyo5nOKp1ShwY/K2cuJfmmznBhKLZFfLVx+JVwh1Hrc3n/g2af9MyIYASA1
pyEN2dl0wjGusUh4V88ukTi9Exlq+ypkIRd3NSjkz/cHmy2Z/w/GzYRNG1/jRTFDXJ4oV3mqnesB
cPSpN2rht1znWBfritgzryKfWqb+d+nJVD794ZtBDF1QQnmloUCEvX6mnxO9CwIcDAcgxDipGNj9
Y+395xkNXNO4/wH8g4DcziAZU42O9DX9DMhHlRj2gnDWW1d8xnKP3raPaG2TVU2/0rj7U1/Pp84k
x530sejl5pR+2Q/0Us5c9Zx7o0UKggpNuWwaI3e0QOk3aZpU/1UiPB8xFEiAHTVvi4xNfrv/hT/+
GXBwJyOzyah5Np+EDEunXjDUc6sIEg56SrTThU7Fpc5LhQep9vWTHg75z8EPzCc4Ui762WBNVzFH
TKaPAPMDXbnEMmVTmv0KXSvqrOBU5yNUTXGUBnyL9piBeJB+vAA3uRY+2Ocx6vUU+U6E5YzVdeO0
ofjxAW+NYvi3XXv6QbgLoG2lu4qp3hyNU0s1jaMyUs9FEsFDKwN/V2NKtg0NK3qs3bxcwYyWy5od
W2QqYKQ3GUfPZqEfIkwi6db9PBZIKAg+SfKvYgwvPOWaX27vf/TlpjkZ9k0YsoLBLVex2ylvuZEv
5HIenaU+T5vnugxHZd9XXbtRdMEncNIMWmOT+kXxphPl8s0SW/y6Vkr65d5CR4Szkd0blGzRcakB
6YRMG7Jz1lTJO7+nccKuU0onyhJz3LvEmT9ELplC9599sWOzTyORhUzKHRSTjhnWI3EotV6HVwYM
hD7d0bO2kYgfCVDLq11Og23lMZfjYckBExwvUTiii8fMcOgfIOm65yzqffdYK016VXO4bZg9eVW9
jdR+/Ld2zeRYPNlyIN2Z0FxwyNvPm+Lpj8OUaZ0rrc6bY2Zpwb6IDRJ6cy3tu7046mq08lrnOOyf
QQnSBL+mRb6kJfk6DYc4S7xLLMkeYTpEh5Xf8Jkyx2tf9Wq4KStqvZNcWPEnLuIopAeLaNfJwTfp
j0VdlMW27XRfWFlYi7lOS2+yPcB/gcJvcZZY/qDlyOSsc2LUzWtUEmCEZZWJaxJXY/W5LSLqeNp6
8Tltk5RLrBGsKOc+mAEo86egUWbBFNx2+zlaKSkyZRi8S0si0kn2AvnNzTAxN+vSi5xIir21XuGi
JOOZLYMTFOtwaGJzvLd3LSHGPcU647Q8Cg+ZEifHODdNVnNPuHZkjrm68QOEMY5FXbWGAC/2skne
AqmGlgIyvaVKTmohoeEXdvFhy4S7LjLifYX/vb/XaL6srK/ls+oUf+iTJwLMUkLVKnWQul0RXUJB
qI85f/c6aoXyHe3hN4RfuP5bGVxszERw27i/lSzPThrFXGdBb0FdKANnm7aSYYxuYDV7CXEW+oIb
ubonaUw81p1Qvum+luHIB62jdgW4AF0a/O7x3lpZ7B8sPIxjwZqQdcs0HeaSk1QnpweLZuOsVGR5
kj2v1PVL0HuC9gymjuMBdspULwHOAFM8ay+4B1VIo96WyKtPSV/y5ceyk8dxZdrPc47ZEaaAQrAT
tiO22jlDMq0zOW3NyKKK42jfEnGtFRs8BY3WjktxIEycrF+XrGZPbB5MvQoKh2icautDy/IOJiEs
OJaFnRs6SNNCPPSyPvkqDhxsJwpkQQVgHkgfCEHVd41h9b/BctvPNX7T44U0vrxzaO0U+daHmP++
8uWnNXtTvPFskxJDmvZXesOzEzQMo5EgypYVpptCSfiZYjg6OQjcsY0a5X/gYQwuqZhREMbzEA8y
bEejjB4NsV2L11ico/wUbl84gOkq+8t8EjacPoaO/vsMaUSjxRor3hdPl0pjW4md19qJaUIQ8fQy
fLn/Ej4YGL4EN1oUR9NdZF6z4ZqduWxBZ0srJQJYECh8A02P2j0YN8lm0dhefc8XxpVlt9xeqMhE
MsTol06KxNm7ZyMgrTbuvUtda1Jii4NUOPCzC8nWpD5cAayXlenk2kN1iiSdSx48t9vd28yhcLVE
eFyaOPZ+QUqpon3dhkr93AmdpW0HDJemhBcdKmACjzN7wSFJyDeKFBXKphILYWVdfbTrUElMq/1D
GoDggVQUre5fgi41XnNO86cmE5EySQrOrVEdFDYNuP6YJKqLFERoezg+fr2///X16cFnS4C1zTvh
4g8qOL84QGzFAav2rHMnNGl+VANhNG0M22USfwDlx20SZC0GgUFU4gnZGto3T6vwcMzVOGwOfSak
7qurDLVrC2pMCjDcbh8Kd2E8y2RifYZR7Cd2DB5UOO7Qpy8DbuuaY4Je1U/4nA2B3aiJ92n0/PiX
0VB4kAGTKo+lhV3tzouUMHgxxaDxHXgPJu6TGoZkIPERvtAK6bv6SZLKeKs1UK52fi4Eg+MWcBX2
WlYL+yY2ybLQXKiASJBF19rg5ZMFP0miLwAVGyJ8o3BQQqdqmfdED1QVEZiaVPn2xN6CsGJ1oWhT
36af4aa3w2ON0KzbNJngFydRGkXlh6LF6nCqapJotj2RW9jq+2YGgzIoxmeCGJXvuZVKaKeiMHi9
//HmhPtpbyZRigYFMCnl93xWt00Wa3Khu+daTYf/hrQrxr1vCroOI6sJVCfD0x2pyoDEzk4qM2ne
ZY4yj1hyK4l3UVWXrV22Rf2k4jnr2a2ZNT+x1iwCJ3KzKnfu/1xFXs41dtvJfYQdd0pNu12EQdoj
IPEs4eyPadJu0Dmi9so8dxAZW/P9h1Zu4+LZqyvR3AtwikpyhjpuMlXitqqdY/bKparslLawhb4R
1S1Tu6FFU4WePXaK9D66IvNAicX8h9SF0YuRiKG6BRQV+41U4+W2Rb6bPGs5+elbAZoIA1cJci18
UOWCWd5G5FVauM0c44L3Zed+OxTbGgLA2vr/6GXQzMSFgYAQWuyzfVcEkCGuyXLPdIMV8QcHHUEE
NmIA36PVM+Tqt5QmE9G83ZCSXV/W1qlDp4mJ5lhgy+u4LRGtGWz/tTvsstCF9QDlFpoUW/NCM6LX
hprpg5JeIprQ5bNS+uNbqJZt8AS3UTsgIqpWzuHliDBxqa0p7DUq6/nZ5/dKDaHBSi5ouGSRiA/6
l0NitKXtVQPge7bGPP5oQMAa/C/o8sH4np09sI3ocLhVfkn0zjxwAhLXMDS0a3PIQtJerNy8WoEY
l8csmDSGRpzjH3kExJ6QWKPU5Bfs0SvNVokhr2JllJwmSUNHaRIsLEtg/5Vhl/cmvGeIaOQP+AkI
CG6XXIJSwtQCI710VuEaTwGu0pkTWn3xH6ElyHg5oEYLR+ipgzqSRqzDp5Kbslk57D944ax4amv6
Th94yLVGG8glFcwFdzOCKyrIYuyH/puuolPOiixfKac/GG8y6oMKSnt6ilK4fey69zoBg6rykhEh
sk8y9zvqFO8RKVS1J4bQv9zf2T44zI3JEVBj2oBKLPIwU7yUumFQiotLqoW0CwcfLYqJybpLkawM
u5J6w99S40jyQwuezKHUZnFwQZVVRytX5Y+enQsEVE/oQjSQZ5NbxN2FVK62vHiu2+09ecwflUhS
RgS12TMxtVBh7z+9/MGITGv08qziyf1ntpXR+lER/zewGAOV7EvXF7V3ALLeOoy5AZYelk05xd57
DC2SMwJND0Hvs4jVbWpT73Y1ZKbCxP5bTAUFq3rJQMuNDyg5g2rEFbtQVJJsvVRMHbEZoRk0bCM+
+rJGwcI8i9qdX4qoGDsTK23oi1mlfbZ6Yy1b/IM1zPwFRoTeRH78/CpkqaGg9HodX4qyia+iH+s7
hLpIJkKlO+X5GB059473X+4HF0P0INy/oH1Rpy0cpBJkw2npjsZFxSz1wueEFSD3yveiK+W9LlTh
V9ro9c63Gt605+n5qZAkQXZcyEAJsYTS8M9ry6RiZVVxX0UpMK8YB6sOjAotwcULpIi040HXtgnB
PD3cTFN+zCP8+VYqh+UEo83M5GI549K6SNLC+6CLwjYyLjE0eQHfeFxxeQnDaxBidYGUtOxXSqtp
yt6WxYxISYXCDKLCAlvtiKeDO8aIkTuOb35Qq048joFul0Xabu9/YrbB+WiYok02Hpx/bFs4aN1u
V64WFbRwfYtd2hibH75aY4+BzBxS7jswTNVXOw8tbYvtch3IZHl1EVbbnt946isrO7a+1YoiVKLN
iiqGB+w5BcIh3CqMD1qmx+Iv1lulY+UTtuYmi+Cj/ahll1BPzR0hd4UE9pYH7Aa8Uy+Sqwjfsqbe
wiW+P4o9UsWrVyue+jT5q0Z2rqH94kVIYaP8AKBCCHDq5Xygzm+B7+INRCVhOBE6In+SvaTSGoeD
WCRUQNUamRvlYMmvAtd9DoLc76/ccduRVEeVcE0tUdwdCYQEPSMmbSJbCF3jq9Eq7dNU0EeHkq79
Tut6v94UpDOmm471GGNoBLnQ9gQRA2+nI9FMfG0KpRbtiJLTdfKuHM+mUFjGNtas9t1XhTDZmFom
Pid1J75IvSYNuq2lausewzDL3Ufd90wop4GknRPTrVJMDmPpq5ZG1QCVWnI/h1mPCjDBsKDcZEot
/6Ie1ZQvKcswe8g8jSBWtGjF+0gQyo+yAT7bN6JUPbCeBTxYEFyOdhRlQ3AtMxquCjHm34i5LM6B
6hWDQx/JvSQRgBQG4VHkJC0w3SYr4uoBW/AsdIKiNy46uQRfXK9rr5ERuT/byJJidDgICo6t7Hnf
clhuv4AmJXeLOW3hvaDiHxUnibgH2DE+BYpD7E4dP6VK63ZPodhl77jGcIsapBD4t1Asn1CDmEgV
vDDkwdsPgNX5JrAqscY/P63eR2QS5oMv+WFBmpVJ4CORh5a/45LoqZ/M0a2tM0wKcg4EMdEfTHno
XoE7s3CHCjx9AHE3LafUySHhVPBxMhmCoTjrY1rXW/pdXm2HoZ7nXM6mDcAgJdGwRYxhvtPNzX40
udxFTzyUvxmH1my2I/TzExzhRLbVTmy6l8FEm7MZRxLit6UbFb9yF5tPyj2xG53MNZr4taF7KJMC
keHsr7aVZFwJ4XbfO5Xr7QuC4L59MMVIKBwjb1x/7ydE0gLIDG25cYtsGJ0craRaQ8vXaqY53bYf
ZU07xIGrICbbkAi5aXl5ZP0GQS31m4Z2O8FbvS9xF7NyvMWDiejnhGKBjbAut9K3NiXK4U3KC1V+
9vACb14UXv83EJysfVd9g6w9m3AFOTv6Xtw9iq1UZt+9DqbrmYvXiP9WVxKqRoR4ZfxsKi/sfld+
oOpPFdae4y7BWGGwc92sT5kYWL09qbIUPhEmrFpUWc+56pbaQ4TXV49so0UfMZSkajvd0HFr2rhE
oTzh4qglJ/5ivK1JD+l1B9NI4MmYWmmy0qZWOJguN84viRb5hIqJeU1EfdFRa9b1MNoxLELR1rxk
NDbDqBbGBXtAL+P7RpW5ERKxap26LLrnchxH6RiIgrDX21Cz9mg3YevUnk4wTdAMQbtLrZr0NLmI
B0z0cRfxjvoIP+faqrlVPvG8bvYahmHPbTIusfyTCln/rNa1J23VpE5+1QLJOCtH5aJgwDqVmxTg
CsRtqoZZYaQAl+QETQ8X0ZO1s4unaoTGwsXkrkUScFJHlEl7N3ajNULD4vii48mEgfdGub002oRf
75ktF7yLHqfCf1HmXWsgi2AjE7larZR/i8NZm9QO9P7454M2pKgSLYXAw8QZo812WT4m7z5Xm8J2
B027yHU5rBS4y2qbhoQGUMqTcX+m4r49LkeQJSy3ZJJySCrYAjSIT0Gfpf+hrZCepLLqT6JeKXtp
1NrBwcHJLey+Vb/dP7XnN6uJ6AeIAVmGe9UEjd/+iIAuZ4LmJnmRByWTbSWnCyY1WfAuZHG4K8WQ
q9RIyGdPBkyHMWWZNGstqfn0+sM1xOAPcj4wEFD27U/QQ1NwPdPLXhqtlL2NpdQWxokFKbOWEdaP
flOWn2lRJb/uP/m8V8OwGEjSl5pyRq1FX8rvchy3Sjl/MZHiuM9umtIX4Q1VX0fF9/a512beJkmp
yD8pJOh8vT/6fGpPo4NU0q+hBgcrn60pzn+3zfEdfAEmIAsjSTPjjLVTe9SrlnyW+4Mt5/akJWDp
Unpjyj0XQSQZxEOa3vELGsvC3Ymh3P8S4obnjUpKmxM5kPLKjX0JVWuYUlJ2ahNplSbsbHaTqoz7
F/vwpVKCzI41coJCo/A+FVVB9WXlUv7UEctuboYqrt7zDI0n72nwKf6A0/+18p7Mny2yGaHfQ+2b
cwwwcwOTldP+Ynb4rA6hVDt4L9T4c2i1cbZqYU0JP/+80p8tk9MO0SDk0rmCE263McaNMly0PEbV
WvjaIVGi7stQZ+6afcD865L/CMRF84GKfNI+T2X5X5w+Y4xCRUc+9CJ3tdiTT2X5NkYhvbmljya/
q17u+ysTatFOo5XPtRx7XPSfkwvr7OuSotNlkEOLayIoeFnbk/WUQrRTamCBFBWJd2gwxZK+ZGJP
rU49P1obCDPKe+bJtD5L05MGB0coA7seXxRb2+tDM9xBMJYfNcXVOWAVT6gcP8FgjRt2a+2gURIn
kyld1/4nCl7/deBq+xbj3aa/3F8uyw2JhwMDwNWEeyHb4u0LtTT+l7KZ1teGyMbfk6skVKRGeS4F
PQOxrfSHYOzCL/cHnSuVULNy7FgT7RS0Z/KsuB01aTwzH800u5JLjCdTUuIz5jRG4D14WmNoR5+U
3w0Zkwm65KHUjJMp5aRZVUKp7DESb3O0r82Q77nO9gdroMo5yINQ9ysgkcrP+PtKyc/k4VlCVLdI
C+a4TKBBiCHKWH4ZyjTHABqspN4r6KxWlux8Bf0ZB7WExB2cCTbfIKU688CbFfmlLapw2KWj8Z8G
4yxwpFakyXH/5X80GE5mcHG4wgK1zaYzfPow7kTCIajRCxMpBvwAG9+Pwd3QjYHgdX+4j97h38PJ
t5+azKFcrXA7ehFSgeyvyEv9o0Hq2LCyCX/0WPgloX6jels2vUmjMvLeHJWXgO43JVsePGhaEP8U
/Shdw0aXz8TchX8wnapwueaneBCmteEHMjcNN+reOiF3dbvlVb/ef3XLRwLVB7SBzwEOrcwJkkUh
Yo1KD/nq9YWUUarUI5s6vTYnCEv5/f5gixJhMjJRTbBn+DITsj/7Tlh6SibBklcli5py4yep9c7F
D6N1s1GHR1hiwVULwvz3SBnbrSyAxS40DU62Kt1lur7wiW8HhyygjBF4xJVbE1GIFkpkBYmcadmh
68Xuvs6j9Ci5+rgC1X300EBi1JuQ4SiGZw+NUgBRHxrNq1+XLq0ckpS2qdF415Gs+WuGEy7YRCPq
ga1qhf6vpQqrDxgF7gzj49wzB2ENwvsEJS9QJYWApUoXoQHrU+GHWhX5sfGrNUxuMZ+m8UCXmbSQ
exfUSridrp9AK7ziGG0KJ7+TknzXN24MewY3CGvl4FysEnSdugg5mwkBS2f+cmW9NGQKA6JNS69O
QE4S9T9rzNfSdRam2RPIiIQTuJWeHFTpWU2tqj4p5EUyXM0AeOR7ApUWn9rC9IjvK9vmkx6DpB3k
RrfcrULjCoy104ui2KeaNZxiI9BiO9a7ajy4gVZjY6rlmMQQJVx1PrfeoRxPhV7E5dU0/fyQiWIp
kRskNIkTtSPhsRgScKu365Qbfb1H2Y4Gn9Q9nfjnMvzhBxXmK/fX6uJDQjoxJ3YsBlMfENtK6nSj
RrN/HXXBgI3RG98kAjX3hd6sOVAsh9LgunN5w1L1A4O4bpQ9BG1+ecUwvL76fmTJThdUFyILtWZ3
/7GWldYf3332AqJcPvA1gm8bKGDq5bWZRDp7t6/iAwHpluJg71GXvy2xDquJ3zJqe19p8hcY/yO4
+dgDdkhuleCRkI6jn27EyhDOg5gUsmMUVQ9poPVU0hRVb/wZeiadiEpv5N8a1doBFGDId0I9ZZGG
gl8VzwWxE8kKn2Wx1XA2sZ1Pog3E6Whhbrc4lngZBXrSXCWjarERJAMGm/68+dzLZfZ1kI18q5Kt
vg8JA1iZLouiWeHrTQk5kw/MZFRwO7RkJYXnkjJ5zX2wPBwMcxrnJOiqjVMGYlHtE98b13IlFlv6
tBqxdYfgzwJdXDmbgqLSyOX6KhVS0+8FOppwUvKQEAnKte4pJTNnF1fRPx8ljMtJMsnfJ6e+OQe3
LDUvCJSyvcoKyfQ2X1U8+cp4NHFSf2sph0h71uU1RGWxTHBRhP/0J/HQAFyZveLW78uwxvjpmjZg
msRSQuOwrVaIk53bGXG+vb9SFjdObiE4JUHEgpehSoiNbj8pXCNYbengvw5w1R+Cgla05HfhI0jf
p6DM9roaSM+TteoTQJ12aHjkp6LsqpWZtcB1yN0yJsxKnXLKyUmYFZNpnyRM9yh8rbxq3KpxICc2
wR8qCaekqPZ2PvrV45AXuWuHOSICIglNts9Wr6yVV7KYb/wSiFlUtfAzIL9NX+ivm2EddDntgj58
VTivI/IR3HjfBZMxRT6W36x2ULaU72vb46LXN5FP/+SnTOgGVqGzD1GhMm6D3ohfEeznz5Ove2jn
YqIcyw4HZdsVVAFPahJvc1utC31fmrnxyYQ25TtNXhRbviHN1fuzYzYZoX7ikAbKplOjTvfl2asw
Cq2IiRy2MEUWq59dn7jbBuNzsoqMQVwRKi3H4ojH+BwqGsPiZnL72hMvFkzP6PyT6WoYRre9hnc4
vsflps5NWGj3n2y2k/Fk6HWZZbxnVje7y+1ok22ijiO6e8xjSz3E1lB9FsOh2IyNZW5kOan+Lf1j
Go+jVp5IIBSlwCq34yUD8LuGAOaoFb330oqZl+OqUVogwIiu//3hGIzeJf23P0PeDibJKLrHZtSO
aaF9CcxC+kylUZ1QB3dOqXXt/v67nH77X5fb/z8bVQQnLU8Hh+d2uKj2GozqCFOJILFs8CdSbUET
s63SRJLtisJwCJJ6hPJlxXvXUpKVw36+hf0ZnwNiAh3ozzNVb8dPdEz4hDo2jyQi+2++WcQPXtqL
byAgyZvZCjWNUEuOHEVLzcdEFYe9Cx/2lIyquPJTZkfz/38JjBvAUdrHcE5vf4mm0Avvgd6PKV7W
G60Zh58BypmD0kNty8mYo+2C/fIhwgP31/2P8MHy4d4xmZDQt57U2bdDj3RTKupP/Sgg8T1BVSTr
nQ3hxciKNQ34B2uHzgYzjMYtt6z5UAniI+5zDJWnar7rmiDbcEYTwdk13V4fkCfcf7TZhvznrU66
MrShGmKEuRQco7RSiwaJ6SwNqgIuGFYPJtm1jlSJ5aYcaGY7vNVyZdjlY9KsJjcMwIRPJs7tA2AQ
YXXi9urRCHz/Gz22xNbHpt/1SiU6eApKK7ec5WNOfGjQ5j9yXxidt1/QGtkiBK9Tjv+j7Eya62Sy
LfqLiKBvpsDtrxrLlmR7QriRaZMeMuHXv4Un77PksKKmVa5CF7I9Z++158omZVzmZhzY2fiQJHXi
hB3X13ttMumK/fvtvh04PJZ71aYD3xxO23//n+0urRN9W3BtVsI5Pxhp55z8gQMs+ZPuh38/6m+/
kGujg62ZejLnuT8fxY08GeZR2Kel6/VfA43W56SgkhUSSLuqkA1ovSFYtFHvvNm/fEmCSSi/UVvH
VeVt0/Y/PxGCq9Lp3rsnlXNoI4jcv4DVWKK2F7R7k+qdnewvC9IGvUPPRd0c79Zr1AUXrZYlMXFO
LtGBRzNfi3ttlQQ+Vb27PJk9FFpPed3FzCd4ynPiUSElatE+6yiw31kX+IX8uj+XZ7CD///WXwNb
6GOY5LEMgEtdSz4IB7vJqe1dUC3YmmQQqj4ogxChee/cIhpu9e+eyAb8XJY3nvR6VgkA+9yB8zCb
ErACGg63j8wVaSs5AFzMw6EuxLJrXGgeOwuV1H1abEppS1/0T2yvaohM0MAavupU0slNnWa61y2R
iN06J6J7NmGVLVcptN6/nxsAnTsvC1rnaC9d3ceLnSTmZ+wC+RzZPsPnvJqNV+2tedKbeO7bdX4a
dFoLH9mDDGJQBCkKoY42SYR1WSWPDVIzslRrcnh2jWGkT3VjaGlsiny6ba265sbHj70lukJkl07K
7kErlKK3nLuVt8tnu/tYcTz65pnC+zjayUqSoBVoR9mn1i+TaJLvujMPWoRHsKbUzTmNk1sF0DEc
rZbpjDgEjVY7ld0OqmA+ndNpyO7lKkz31ncF4IQec/2dl+vpA+aY8kttdz14Cl5f6BF6cC4SZ8wi
i6iEJgIc6ItHw6iRdctS2p+hcPaUXQ1j7XbpkozWwZ9q+vZCaT/6zq7MndQ6x4hXyxllyP9uukA4
9+Fgij4IUdBV7SX3liCpwqy05htvDpBjFBD83Bs/odMeUejVCGtyM9O9yQrJa10JLvg4dX2aHMRc
Zjc9ydl9qPut/FGmDkG9iGkmqBSp9qPwDLJUaBxUX9KqgIuENqHv9A9a1YI8dipRVfdsa7b2vbS6
9TyI1A++y6AUxV5lZifiedaQrcquVcFZawf9StUR/cOwLB0St1EpsDUOBpK72iPsJRRmW9l7w23Y
BHvdaA5OFhjBHeZ+NIZzN6NvR02VlgcJfVVFuZ/m+o/WmIv2hskMqLWjX+T+GoI8zSKHtKrprhGj
te5SSzi/IIpCoPME9CtvgANM92YcDOcucRQKPN9dm3LvweyKgd0k05Ne9WoxInu07OsIuHaYQqRO
nVSxvSjtRXTB+sEm/Gj9Rq+iWeqdSCbxvbX0YvxiLon2rZUjs6fDnYMguk2WpiIKZ1zhhpBPTHU6
bfqpGenvZHr6scssr45LbZmri7fUDfHTpasvJQtrXurRiA5mCKlil9pHZiMi0cps5rPEMgNIPRt6
70c5mppH12D2+j2pTeMShOyx2XNZaJT2S+R/W5NsdH7opLF3x2qUUMBI4EIJiC3u4+jOq3VUEEXv
kX0a3tkdtLaLmnypXvou72w6MW2n7ciu7Wb+tqEan4EPyvGcoiw/euWYge5anMa/pE0ju2O9Gvjq
uSzINmyB9i6XCqj88JNKWz78nDW7be+zsqXJExHjMLdHf3QaJ7LF1J9q4imozC2zXEJYnqD9tUDq
YMxGzWmvVBzs6q6UqsKpbVnLT6CwgYq5dlouoMgl18J5gBq6482awz2tUNuPYdoZz30v6/vc0Vx/
n/a+asLFbJyccL2yYGIM6/SxdomuBVLZBH2YtcOU3gxbQBIElhHIoYGo3qSRTAkFiY3OHS7F7Bu6
c5MHpwKAwWMNi9QNpZfyDwJLDuHkuSkKt4ahsodEXJ17m6hCbBOueRHalugg6rFCckRbq9xVyaSK
eBk7/SkQq9bHksgjyGC5mihPerk4+VZP3uZInhnVm3UFg020pmkfOrIP7GvXpe7XWij/DoILXfXB
niYUPZU9Fztv5j1872WhUjojUzpHam4UwGggkqDVXZVYYe91Q7pvnX5KCefscxmlyKVIEKSs8KLR
+v0lqzT4rhA9fnJ7q3Mi7jLsgK0RqJ/zVLD6WBApL8WYZg+r24B2nwPJwlFlWfCkabNVncxML7oD
HJ31VDBM6eIlTfKs0qpDXe1P+VdVevqN12FtibW1nW4ys/TTKFuXad75k6ZOQTA0nyuNSkwoF7P1
UGxrI667wPrVa+YARNMduFUnoqW4NSkv/0lwSk2NtvGaYAslrViEgMVrGZADe92vSL+CAwHSUFPG
ftaMCJMKH2kdxvIuywgdjVxUXB9MgmIyFGjOVN0FWameUFdWH4o8yde9Frhdc2cXnWZ/sGyNdmTI
uTYZTgpA9K9xscmj6q2yKz9UanUuyyjJ6tW0pf7aJqP6omedU+4xbQfmHmxsf822NiEZxqN9Oyyl
a4RycvHYzVtp69AZq3v1auTCoYeA5lNFdfkFbJ7RndTqScBF3cBXsUHTczU2/CqaIEmIyCLzodp3
TarNYTK2NbKwBH760Zp5uWEJbfkGkJFts+HY4mZ2pPsok1bHuNo5wZmWe+rE7mAX4tQnnRxOFhe0
cUcg5aTv+ibQiDYqJkSPVTF0VyufK3ACbp4Ncd4QOBk5A7KU0M1HR944pMbcSS7eXVzo9aBTrBWb
FM9y82sVpIHa+03tWlcbl+PPok/QR2aw1EH9SzEWIRCM4cEXtoe21s+rYqe0eXqZfNF+GS14Sztq
wuORO69OIwmyuBsmmVN+EHnSTkjX9WoODa2ccE0EfKwDRorpAX0d4UwQwoy7pWk9zlgkOn8JStNb
7+rK9tG2FiTihQZXizpUA0cYdpy6gctKEpEW2qUxeixDgfHDs/NawhCX482o+f03LdVlebV0ObwY
Av9guDaAzT/qosIBNfe1/2w5QzdEhhTzS6EZqjxNRBTWR9Nok/TCv7CCqNWGzAsHM5vufIUN4+Jn
g/zpzSkOzMztnPHJaMay3aVDr1PUrYRlHHHFbplc6wKQMreN0TwAmhofnGwqcn4gjcd4sBLfJ4Aw
6ZNTiSD4dpla1OhZXxpFOHIkt17gVIz5wV/NpIy71p13QTMgb+HUOL/M7CfjvvEV2G6ZKrSjTild
SJipl34O7AFdIY0Ts4gZz3MQOSn9x9DEWJidVCOW4qDp/uKF/aR3+WUyltqmNGsl9bEqZbZDDO8k
h8obrKc869ZmNxKERNjJtHAuC4J1+QiRWXWHXHGM3BFH61IW4pwGwktTjncUQVA+aLkmrX2KxtKP
2tXz74vUQI1RI7i/aQOrSc+D0SHMthbDLo9TmfovWVDjwCPPYHb3QtVFE4ksSzr2V/DTcdlOfPWg
yerxTDsTT5yDZyR77pDG9LgwJ7xINbLJ2F044KH7RzFyrABRcGJvXUPcJKCakwMFUQL88ibJi1MJ
cIOJKHGWhACjoCrXS44UDW571jy4tmPIc8agRxpdd8knb820PjS11JhgQwfNT2KcSmwpDkdBx2O3
OUsTSvMkKyZAWSawySp8JORc0iDAtKtP1W4IUlwbA3rkFQn1ypGu6qCXhzbR2uR8ehODPnZzNevb
oC4EPYM03dW2n+k43BvPuMcZVQ443QSmVz0YiUZdnKy8lGpVfqzWobxzG7PpL0KYYzwQqSoI6WlG
5u/Qrmr85IxTMMQ01PgLvNURj7UgD/OT3hqJjLCyjUwAE9PjXvZaQ/y0NWTGiW7YZJShatpR3Zn4
hcqT6SwiCIcGpgILeNbu03HuZRqi3kdYsmEZOWV7JnB2wDXJ8Nz4veopRvhzGhtzVTR7Ege8YDd0
k/ahpGxvffUz/p/DFvtTEmEJdTXgZEal3Y+tbXA0YOVqY79veWw3maK5gVI7cEwRlfbQNav85PdB
hfigm8YSvisQPK0fWb99Dqdgo7Sxbq50rczyZNszGnsjaPhyjSGX6ZYbvxdEyAtaeWMPguMMtcBC
u+dkzdHLSbva+whgRftC0ddKvq6y629HaOzjQRuIzn3H8Pi3iz+tI8SYlHihNJl/XsCdknLJNKb2
CUXyeZ0R8JlIcKNk0uy9LpZfmwX38O9ag/uqaUzVCAmCycUXB4dPS+VVLU7ixusIVLROFoXL4mrh
8rTiFOO5sdPBhjArMp9gYCPrO/OcZCxDYStn81g6Wm/uCegCmOtyJnlE1ZJmu5Ql3AsxuuU/IWfw
FVwjza56j9AyBgjifrKDya6vBGkYP6iB1XtzyZbsxnNKPt5IT1WLp3kCfTVoXDYfWq/IzYuppFCg
G4CW7xa7mnkZQ1lEld7Ud76cWRRDjdA79bVsMVCEzerbv2jjJPbJEJn/qOd6slybTjnP7ggEJKzZ
Qn7hceMSGLiJlu9He9Uqbl8+IhbmaEcKfd77gH3JOCUloqnwZo0QmfwD6YbteM49AvxOgKL0cY+1
br0srjTrvUHio7HLFrd8XAJ/yh5bLVlEzJUQ3qQ94dRmdxiTd+oofylcUKHfun5QzWnHbF/4P2Ub
Tg1mMNaIuAiFnI99O5nI5okHQ5iKGk6wKHwdJvN7kSWJ907F6G+P3tzVZP7i7ENz+uejjTZtQAHq
7slKt22f0+2enaTfB1S6Ockk9fTZo8Jz8UptfqeG/LfqEQ0QG5Aibkm0CK8KcpaN4EB4i3uiqA2m
re7IL2LkJJv1XZsirs2E0Epu30ZojMCRwxKPUIpqwPZvAdZW6p3J+5fqGYjYjbik6wA59VeTlwpp
O6dAR0/LOg+HVtZBF2tK08+TqtqcQkuh3nNF/eX1wzTWTQAJ1PMppvz5+ocA0HrZSOcEy9mMIQCk
B+nA7cTEkJ1NY1GHoScrxVpt8fDvZeMvKxWCrICGFx8eoZ7+6smGgikPgvAUjKO/r5K0+FaRhUNw
eaCdJsJJt3SDVfzvw22TMIKch/QIQ/b1JzdFkm7lFQJysPB/q6rAyvaziUtKmp5sYm7baWTjIwIM
uqzBe73Hv73urXeA3A0xv/H6dS+aWkePbPJTUOI2A7BpXXy1yPtOjl4dDVmf/EjzZjjWHPLEO+v0
2+YRfCLIfagxEIvZr6veNT6zivuveyonLqJh0VFPjbjHkSYaDLIuwgIZeaSI/IH0Ors3IF6r/7kC
zkzGmQ3iCTgIhII/v3kzzVYwZL5zgo1nIhPt0hM6lWvp1es70o23c3ujDGF1t8lJZHP6HcT0nyVt
8CSIwpV1ZaLkN++tGlowC6hPXUVkdtVdZ1HhE9mSh7x90JVF9wGd0pjtkSv7Vzkb83vNlTdpb+Cm
mWsssww7GIbBq7Hniqo2yFv0T1nbOQez54wX2hwKD24VrBfyp/uCAFu13ntVN1aXSYcwf7FrVOcX
AU8hhi3LhbY08n6niQFV/v84IbdePK55xCoboPT16kPwVZcQqxucXKzbN51JfTSqtcC5jmIxrhrU
jaj33fz476e+WfO2p6JSwgCKnBBR/p9DggKfGMQ0+5DXbO+eMGRyDUyIbN9sm8yHUJS2/84Tt9f8
R5WeKYB0cWsA0Tt806NQqe8nvjKdU+EtJsHmtciO+aInYcb68x5c9s2E9/hJqAzIz6Npyy7358+j
oTRIr7WysxbU9oMcrPVaik1xIddK0aNNvR9o7vtDpqZP/36xb38mLtdNPajjVoN09Wp9TamZE4Pa
FOdgdM++J5IXUms2mbrM30OOvFnK6e3TM6RvyE5qA5j480cG/rCpe6fiXLUzhV63wCnOJSM2Us98
We1mN0NW698Zrn95s/w2TBNsWhw/XzcN18EeaGyU5dkRhpaFvZuat71XdpcsTav1NFS5MVGcWYrs
mOqYG//XjWQTj7gs46yp2PFfU4MdvTNpNNmkS0lsumON2j0caLpRt6qM7lhgAwUjjIsGc6A7f/z3
t33721nXfp/yf3PrXovPWTOkudKFPiVpT+aM2YJ2MkG3RemQyjO+zebUu6PsIpDY+q9/P/u3UvrP
+bPF6zJ9ONIbONRfHfct7ltLi8zipBPe9kjQdl8fdGNUXOkKWtUoMIP2quoOacmQiTF5kiaZJnE7
zcKiQkHOdWyPzVyn0UoiY/XN8FVrXkizS/VDKXrr6E6l+vzvP/rtKsNZY/Pq0WBm53/dl2xrqVFU
tFv6hJiOqX58Xkhb2ZtO/3NWgf1e2OPbucfj6PUSbsAa88ahYcwKA0fntqcqhVhuU7H9NYLk2I+1
MRThv3/a28nHs1hcIPtBbMRD9Ofk0xsS4lSD+ji10XiWEzIznJ2WS0CeofJ8N/dDelsnQr7TYn67
w/JGafMy8VG2clZ4tZ1tcAj21Nk49YGY1ZlyrQnCp55vcg7tX7qM+3APPR1Pd1AJtGSNNrz0zUwl
G11D+r+qftAP+FxdqF/zut9Mx3bRqOCMnXUyoOo8Y9iVd7aVWsFJBPZc/2+GU3Bq8APRSCCT8zm4
vl56yOSQTt0gw6FqhjiT0PLeOOZbKtxJM5ErkNLR44dfcMlW75CQ3wxkLFv0mNHuoZtDLvnqa2/k
37zm9nxaXVWZocncubFqml6NOd+56NT+PbjeDOTtcQ6dMsQnG2z49SZCALCiWDefenzqcTsuxT2e
y+KgZPXeyfzNOOZRiGw3NZVDY/E3/uQ/BzbHxpafr/V8MnO9OAjbTHYFfLRIQCvKCOMxb4WRju98
yTcLKQ/12Bv5isSBvEFeIAPxRjTU8ymYaunHWe1WczRX+LdCOqJ2dSQQR78lrdR5KDqhqtO/X+9f
Hk+UG5szR1XuQK/JYi21IA/o43pCQ5Y822tqfqAYbDo7K5n14bzkHrlsxHEBGoFhBZPi349/+8o3
IRdVIlZyZBSvvVKTEL3G5dY+EVcYAAbQvSys7Ko5j7I0d+UgXjoDKt6/H/p2SPGNPXZPJE3o01/X
GnJVasXicO9r8rY8V4YzW9HK5auPNKpXyfHfT3szXwKG0nbQw7KBC/G3GPY/o0oGGe0Gw+svbddK
AWmipT+WphndSbeWL9SNecP/8yMhekFOZp7iXH49Z/KaeCe/kuMFjZ5BH1VWdPaqglMCenyVntu0
G9/5ldu96Y8tGfbSpiraMkkQjL2+WZA0UScMpOmiEwZvHLIRfO+pHWlHvvz7t/0WRb96EjQ8tlBc
MERs/mas/Od99ggL3KKAVlB0CMNOuTa4dZRTGM5/pgNOR98Z1BJEq5I54BHsQF90xq+4oVtT3NMD
lvmPpvakGxIv7r2nI3/7sVHlcQ7dgnb8LcXtz60QZgV8uXTSL62g9Bma2IpDE5XCB580tKMYlv+1
bIYvBwPUdubd4t79V3cX8hB93VIBreFKKe88eKt9O3bOL2UY2SFNXGP6UHSWfixmWRz+/SHezCIA
PTjwtvljb/aEbWX5z3dAOO6MgqyzC1mWszuFwrLIrnBU4oorUWbZO4fttwNs+6kYpb2NDUSN8M/H
raNFPF1SNxfLb3r7SfMavdqLCtvNOyN5+7v/HF/b2GIL3/TpLIyvDpeYu+j6ulp7qTjW5MsOZN28
8bGn8lk4i69OGre3Hj61JuYfbmI3X/79Xl8/n/gLQAvI5rD7Y3x/PYTmPNV7Jlp2gQksvlilaRPj
6ICyNzfSSNI3xTfc+OvB1uYqfedK8Xo5/v1s3jD8Npyr8In/fMml6rQhMXl2wxYb5j3wSxos9Cu9
dv08SlE/qaxXz//+wa/nzPZQy9z8gzxyyz/586FM9sJfqj6/5AmHnTBHMfVgk8qFDUOR5FnQvU/f
WSBfOxDYbDk3cmMzMbR51IK2wf2fwYvmkXpNuhYXMlOzHXii5ASUery3vHyMXeVWRzj+bTSRwm1E
/YgUzsMJ9s7b/suXRsHnoR3U2YZQ9P75RxSoZrqBXtgFmoL1HNAFvNOAJl/82Ub+5iSFOgeeJmMH
csw7s+n37PzvKN9eAPdkXgEFCMiIr0b5gD7IALBWXDJ6lWQy0F/GGJ/SKgtron0e+wq1GJ29nlDw
tV3XEz5LLYnKVKMtP8qZ+KPeXPbTgnYLxb4Vg49yjy1W0QuNiuLbPGTvosPN10sOfzQsit8EPqYo
h+w/X9hUc+t0+3o99zIobl0F0jfWJNrVEPofFKd8rIFNk3NYRIhmKnVfFGn6a5isLZihKMHv9mwo
n2qzG14QjclHS+VpddQK09UIj2SzuAboIfMv+HAqtU+CJk+uwkqJAJ9pZV9R84j0Kevs7EXlehns
vNqVTwC853mfLGZ/XGgWwxJtU+1X1ibKgOVgJdlCH6houzsmwXTFQ9mvdUjxty7iYZim4dOCAqDc
q65rwZRCQ9DNA9Jo2+BL6I74JprO2LGqatnXbu2W4bYxg6ljVCK0iVjArPtJQWR5bEYnHUJtMaZ0
3AlrcPSjbdXNS0Ye3J2RrdPXWhku4eipOT+mNLcgNa25+jVKo9XQivZldypdi+tiwJI3h7Y95hd0
7I69mypP7pvEoVC5+ka2N63MT85B0BORqiqDgApkO3P1qUFSU9z1xqjLowWs5BZn0SZ68CbwDtJZ
R5DBDX2kCKSXp+3yvivFTV+VycmGk6jCoHC76cPidsqIjIZ+OadBxHZA0YYhjTtPtQXwbooCca4L
+SjHRNR3mJbSJmrqNdWRJc7uZcF2m0TONNFTCPJ1PJXt0Izh0sB3Ggl0nUNYTv5XLLskyppmp8q4
oJ86xSnJtF+Ahtp6WMgRAJjjZer7BLB9CnOEaS++5BJ6O5dWr5GRa5oPwbT03G1J61xuWtYJPOQz
KVVRuSpUMGIZrYtLfCuUYN3vh11Oi+krjtLhg8zWcksu9pbhsKa5h7GnaTLATJMV7D1J+sjBSGyG
CNr7BaiUP5R7xAUzWm1GmhkRw+zr+85ae3GUotPTHScbgr+Muht/zkva/dD11il2Mx3/6t72kra8
rn5iGwdtdjrjJkg6i+LM5PpP6+Ss7SmYEdI4niOnD/laWcaVInT1w1PZpIdAMmi8HYq5HRhr7B4f
/ZQAypcJf0t7acdgRHE4WeIr4hE//YWmIis/OFJ46pdDH7Hc1eS5JjDUiC4+WmnXEhg9lTXyB0pU
B8nNg6uqspb7ySpEjqOxS8fTEqgUpla6okEVzIE2Btk7DHGSKDL3hoZV8qTsmS4NmgbdeGDiatbH
RFWIQ7w5A+RfWdL+QbNXVnE6b3qqMq9tM1ynahwfkVmZz37Gsnc/yGLcDU2lG5/ybELJlhiwlePF
Y2X5XCyJ5D5NcJQbkAax2j+pADAe0BLpfeSVq/iw8QIfRZVmZTxluvNIPU6VjyCO9eqxtj01hBWF
8+HUpDmI0DnVql6DjN1IA8sMSrs5LuUa1N+w7g3fqJWuX2uj0H/qhCDk5H0j7Pk6DiWIYL0f/APs
4sCISyvp5kNiyGRC+EAabKwctN24Fmb+oR2MaX82BgoyISAo/QHA+FYjVKNzlbog0WxQE3h/cmuS
+tL1yloBoqXE+q6DZUSFp+NG9mxrulNDR2ek0/tVfNFoxCEzJZuO+eHM3RgxH/r2Sh05mXZ6R5JX
pCuXApw5ZtmZ8EN2E4uN4Ru+5DYNKeUTAQ4RLbgYk6363dpIz9kndes0iJplqXZNsSafh3yRfUR1
c2joegbN5xmrbRcB1O0/L0HLpE0wHDxbeRp8KSbwVzeeSZy1nsEdPGt9khyCxtb0aE6HSRzRxQFq
CivSI8/taublAf0qpxvREmKjooJwDgSlUOAfjKxe7HND6ml2MoEFnzpnnZoPLQ3y1gxh7WVGjFAz
vwnsclrOE37ks0azxogBd9bublPbPwUVas+Yoxrws2QwpMaK3FhfMgGv6dAGaK0P+DMKL/aRvuhR
prZYE9cYIDyFC4oRwNfBXDcfA8H29mznlVnfAwryhnOPB3LBI262Aq/x0mvHJmvTl2RwDOzMrNuz
vRuFYasY0Cri5gWhJfGHdPn9z0FqBs+k0+ZrpC9CeISlw1+KEfm6hMenyPNPiOV9ecwzmzQrROAj
6qxiwsJ3t4xj0twOhTvLC9bSFYW22Hp8kA/yehi/SD1r85MEv3Ct/KAsr2Lu1VmATdUf5kDZZzS9
UAiJO9OmeHHH1uA0PXcnywBKH3O/N8WpneexiCQRpUHscG/5qMhpe7RBUtrHvlm87DnhSCrvN6na
FxaQ5vtoZdrNimm3OmcL7u/PXPcDucugHOrkC2jCiH2geuUntGFGd558gH4diXf5Ti+c1PjG1UED
ZGp2zXWzxZxw5hOiKCq3gfbnDq3poDDCLzvgf8zX9qCmdm2Zycoux+sKos+7Xcda9i+Tm3kvWdU0
zZ5SmD0edZh3P4HgojYGKOLSaUnsAiWBgX6giTeVBpIpbhaH1RF9/51yqWxj16/sl6DhT4mCBV7g
HgW6YcfKTR3jRwvvrL4GK2hnVP1IvqtneIRtcSL008h+JVNi2hAwk/pZVfjejmkOPCHyKzEfgXfa
/snScuepMihQTjux6NQEKANnF89ZlLPr616zjovmdTYmfdusLgTby2+5l89jXDiarl2yDhzCxZ68
Ko0I+LK9azL7+gHUBpewpgY2/KgrPTgsdAVBWenEKO3xdjX195R1Io3qpiOizPNgSUQKxYp7qNhP
jf32OV0oR0mQh8MIyL+xEeHh5KD0dcsKleaxnqbNLptJdTht0UwlGOlsgLfQGpre4oX3xZNmFWg+
W22yk72oLTb8rgPNhmbHlLGZ12Z28FbQinvOiDNyR9CMRTgbYBpv6gUldqTJtJ92RlqlU+yOo/Os
ArmkUcsf2cA/7bxiJ5ug+t4t3WY/D2ZkkWNeeXvfzmaOMX6TcEILOjTBlhY8muniDd+9osm1kjO1
Pv3yGg8hWjMW+BNnPaeIOGemX9z09mqYY+iKtbgp67ZyTovn53GViNzZaauyYHJatbuEhvQGJ6rb
1kp2HIEXtHVe6SJsmjQv/0ood8VZN5PqrqSOSn4Dosspzmt/9m+pxwzZnfBq0JILfMeDIKidIx08
weCgjYNXI8xs0gVhXjf4ZIuGbVCCRQrRiXr3OIXK9qbPqZg8UEEqngCSrfVRBT3QVU4YZhdLq10+
a82Mgh7QZCXMaEZx0R7h1BJL1ueVo+0oHeEN6BxEcHPtqDmSoBpU6CNCa+uw6jJN/jDzhoRxr20s
e8fgRgLnm2KhMElBO2LBEe7XsrTLfkfwgyxZqahmxsr0wHR0Ofnz6agNadRJa7jJLXdwb6F45rDE
dMTI7aUhMpscAQ3VcZRxLiPEXCsMtNyVDTJbl35Q36Bjb3uqr4nWFVHD4VhcJZD8gjFbaWh0EHJv
J24q/R+I05gcDo92p3mbohjkS+EKsSDR7odPqq+dMjYaMDy7HM4x5VRFcpu7FtryQ66QA2NML/LU
6WWPlg/4SHCTJtWK1d5iJzDv20AOH1Y9ncor5o2gx7gwBH1a41MCJXJdhZF9dTUn60/JFCysW1RG
zAfNH0tgs9Z29gxYutLdQOJUBjvMrzQvDBpQmDSE1szas6NOkHELGiPxOFR1GteprEDkA9+6yfTZ
+Y7Mv0WdMQZedtDKaj7mVqBaGN9lWYYjKi79KlepWRFOgryPER0YYi9yzmsRyWnJJx4t3GjslrU5
513vygODqHMwRxVKj5IhsMq7pRpW7eAMhqBi2GZdZIL2C27nKee4ZGdZbTyJdVOkVkudlecs6YEX
qHIahh3y3fboplWu78B5ccEz0ByThFEi7YydptERKtAP0pI8dLqga1jJuqCOZq3wBEeRsZTffY0D
SViNvqN2aRBUeox1zWlDB0vccuI8Yo7HdXNUrx0uOOB7mpegr6WhSDrUxmDcroykmObYGpzSKP2b
OkjtdcdbxqCckUI4h2O7up+Ea3L63Fwu6WVYxNDhZXJxTk2jwlRUCZWzWDXpTlb+mn2CTJvsA075
aR1PMuifvMSci3NnN/knI1+8ZVctmGPHcCywJyNVmIpmp/IaaOsMgL06DnPHf84pw/Mv0Kg0wWGn
xzSAdHdyoKmrEm29yF3nS7IuqEgTc9X8HcpTTs4koLQKwPO4jtC+2TeMKCtZI5owJwClvKrc9YYb
zTWbG99UwjymAwoYZjKmTqLLwfjKUGZK57uJpYzmuU8+uz7qsdDF3RZD9nF4k4iTOmDNqvbOKXA7
bwe+ef66TPbIb7BMNew4gSS8feTc7hOZzC3qW1fO5Zkt3d9BZ1/rGABa8NKzgpQJIhp37H+MZVN8
6UD0qidRNRj+9AT3Yi1z6wcuk2658Qa0sgf5f6Sd15LbONeur4hVzOGUSt3qduxuyfYJy2mYI5iv
fj/wyW9RKrH87ZOZqZkpQwQWgIW13qAV4TfUPfrpqGK3NGG6U6btJxE07TE3G63cRkNuDA8wpPS9
VtG12IopquNjXjohji9TOhfJoZ+9yNqGWCJykRlxB5SGaqDivuLg0jfHgffX93oOtf+qGB0gP3Mx
qTwYHWs7cpHlO2+01HlbdAZmDH5lxHUdIXwhIBmRnwOy1AUsQj8ETP5J08dU3QM3zeZjQYW53Ttz
WY1bHjXWsAFKVL5NeQ0kFWiO7U27vE45SVVrNs8OhtrjbuoDrdppwNq1bW3E+qajK5+fEdSfvX2O
/a/9ooOMFm+1gtzENp4xI9qGsxWZ+8mJXcc3Y2t2Nyixa/O3QNjj+J5LeGi3nNy59dhTnObla6kA
FGsUy0cOzMTRgXPNWXo0W34+TBROMWybE2rFhzQtbIHeM8hxf4ZWG5k+xp15geBlqA0kifbc7njo
qKVPImgO77q0EZ9goYjkYNuFbh0kiwGfFPAyvpblkIKsZNbqw6whLAn0A8uVdymb53sTc1BsDS9I
3H1S98kERaGO03gXGFE+vvfsunVOXLSa84bMPem+Dx6t+a4Flkg+1iCOtGdXUHPdNI5az++gVWmg
y6dJsl+d2vvByco9VpRjVOGQTjbpq/UEELwRcG52WafU8X5MQvUsEFVQN00XAc8OcPYGSzsN4W87
TFqVd5yttKFvanGgFCtVxuuarmGZLn86Whv8w7LS12hzSoypzZOG4FX/IbG1kMPSzWAMwNasDo1D
PeJzTuT+oxUKRVbZJaajCuiaJv2ysGsbiXCTtMyejFIt9gjqcxApCgxT34mT9iAQOe+PKBzZxlp5
VxYCL6ubSCNQ1QUXQJMP6drLQmGLtnQW6owMNIQUjpd2plD3qnQa42Gowvdy8h/hmEIP0ZFx8O1G
tyF+ueKX1of5Sgf7CqYgEYdSJ5NeAmAda4nAEs5oDaalpE+5CwaD636ej5QMs5IqSFW91WCw2qcp
bWhawSv5ljgRJQEwLJD0NDge96vtV0VnDg8NHhOLYxkgExcdI2WcssjT2/A57q3spGdz8ihQavE5
xTKoRWmFKGbrQNtA6353f+irQr8BUErCpVD/oT+2VB+o2aCdCRTl6OAZ+wWt9GCvmAa8EtPon6B2
JitF7qtPJfBVUBKuRBfLduFlFOD9Fc6FMaXHIarLTTQM1gcLSf93Mw01QkDWoob2zGaM1lZctiwu
4o+R0VeihaPxofyGy5FHm4dxY3rZUYzg5Xfp5OJTb1jdNMLv/INl6EIcCCe3R10iGguM4CYynL1T
IJsyqQ3sI3vqJm/XpH3hnRNlVOdDyulk7i07SyIMz8LJfMxcFPiQaNdxDLy/VFeOY7IFRKTSZwUe
gDDwotSeBJ42qCHRWeVF1PqwX7stpKoOPplAfcSP6s4hA4GoEm6rYmpqSpSJDiE1K5VXd6yTXzUn
ys8c4krhG5GJR4ueRd1BDNmwAkhZdoRpcuNmaANZl3+T2+xytrnsLDHX0fSC/WNdkH4g3IjFF3RC
HzstMfj01NB4A6+qYUPGy0PBOsLK/jN7Jf8CUlNMT1NVlqcu0fR/NVGRvw2gJ/wCDgGKvIt5xK6W
fnnnjS8kV+IJPLn3WRdWrPp1UeWPFjO6hsZa7LI/s8HpJ022wLNeobEK0xN9oXTjSxYHsI3SLgqe
PTJp6PLUa2K/Go1sTU3x5pjQbiQoCbjzn8bNX+20Lu1zvXfG8SWm2vbZsd3pSwob6axNabIFwmT+
dz88Fzv7zzdikYMEEKcI/L/FISa9oFrWcXwxZws+eSFKMJ/Z9Aa3V6nRR1dILgJPfOTZUa3Aum8N
7XKIQ5hCu+pK/NMe0XAgGZlekOYWD52rWFIFyfpZVqrYp51lPqp96L7lhdm+3f9oGcZ/HSp/PhoJ
HnA6VP/lRXIZ5nauAckXjMwFkn4yh6puMOWhiqeEurGCSroxloVSlhQ1YcgrQlVY1d6Um9P8knaa
+KKNbvskdZe6rTkjnL1yTt+IHjAEdKEocPNlS70sekZ9CsZ1esHPCgH9loRLww6z68Czqh2KE2mN
btf9ybw5pgQL2+DgbXspPz60veKNvHJeODx+IuA0VBtXmJ6yL9PGRIynFVW7kojdmlOUSeC6gFnF
5mdxFGjUKAwkePlMVClfKr38UIjUOGXT9OP+ty0yPhko3LH/N9Bid8AkJC9z5+mF41ky0RMseRuA
5k2XO28BpkAP0AOtn/cHvZpQMAlwmOglg0jmHxeXbdeqodYr9viaC4SHfS8aeLYHqWfVYFzHFN9G
urvdCubSXCR65LNAuCDiETwSeLO8pkRdzVrmONUbAFQDlbUZOfDd6GU8R+IqyT+WNXrpj6Ge6A91
RJF97861pj4Wut55hzAyRH2ctbNjV805jGbno1kXYg+Hen6uB31Tt9Ymc3poqoHtRN0mH+1JPUy1
kSq8GS2UqalQeoimYCcUvYRmMD60QVg3GzsShe2HVYKuCEmC8dEII4rrWGA2pz5G1cHn0hm+JF5k
BL94Lofz9yIZq19lP7nPo95D3sYkMhKHutLddCX0l+EBKvaPQjTJmA30bym+Bz965nHdF29M3PCU
2Tyh1FbvPjiFpiKwOaEZnQXrkAtzcXwBcaRjL5lHYNNA6i8CxMHpxXCZQFm/0ew9/vLWGT6w4x1r
ZMSdPW+IoccCbsb3KlHUJ7TelXLTwQiPjhbbOD56bslDT+3j9ntOKX1tfy7zdBlMVK1A9MNMggyy
xDGbVe8EE5jpt4ZkHfZVmMDG09tpDA5aAyvPryqLFkZC5eAH7TQKz5k1OCjpWBSKmqnAXPL+nlre
NX/g4i63KkkYJ7Eh//tf12pgAw/I4f6+laMRCQ5Gq6JIZMp2qZKVtr4t8LL4Yqr4MPmosUwrZMDl
gSWHR7gLhApYC4g5iwNrrOAVGMFQvTltn78L5y54AE0TzvJu5R19/1uvsjhG0xHlBSDPjib1XMTH
FFL9zKK+f6uIwce27BKwV/1gfkwGXUBIdVMNlIFW9+M2JtN6tfOmKDctJUVMSTKEqpCoAW7jayat
mH7l1y1PN34cimnoC1vw14DpLu5enu02XqEUSEwrMn4EQef+NENjCLd0LQa0Axx3yP91m0KwMAlJ
mDuccHBMLhdfGC3ppFN3b0pOd7bxivoEQk7dC5ENPxuujpK9i4LWyqJfxRyYN24nUgz+Ioe/HDZH
WJAWmKm8GngHi4Pe2s4Ho3PFV81JIEbl3I6c64VTPiVzUuYr82xexRx3E1kHeRVlH/Dty4kOUDeg
oO28IqdER8Ia3Wz8OifhZG2txnbaN2FgJubmg/XLo+vzxu5RrIdpihA90s02/Z6HRuwdBjOb3QMd
VvHiTgkyLSkxJHaz2WM5206DWWzpf+gJrhoNHruz6NzmwQzqURl8s4WMOB4iCETgoHGIRRFHS7Wh
244VEEx0DlTvzZ0kRnwOiga6TaglO8Xso/SQlkQC4Puu7nZDGOjBgSaS0r4bx8gbPlDo934jfutW
v4dkmsyXCX+P6pOF0gHj9s2EWp2vIiDfvLMD1XN/3d9iV0GMRRVrK1U70XG9CuJY7ZzanUPvFekJ
hCgc9GZesdbLnyo9ruwdnhrlmvTqzbuGpxnwcsj5eGNdRhM9/BK1CuqTYxHXABCSyPzQTkVGGzK0
QynlQ7PisxZqZbC//7HLkam1ABLleiOPNQCOyv/+99kZJWpp4Ov21qV2Y/pgOarviBI25S6YzPH7
aE3BSw3BXfnHLO/PuEgCkuOBIoVreTlu1PTgJsYiPClWUAEFKY1t3vTup7iPyt39T1yiGK0/YzGS
rLLJK2KxWaZBo8WtKcpbM1biqRVt9b0PMKJTYl3bVFodG7vczT1rIzBmTx55LNiPreUIb3P/hyzP
DPk7JFYVVwIYKVfq2alJ8xiv4eBt6kfXeJixGvySibygjTcg52JKHMqmCLtZf87jUZtXDo1lXHMm
6xghcGlzdEjw7uWUz5qbVg7U1dMYqGoClB81m74MhnNC1xRqMU2glZm//mBGhHgjPXBUaqqL4Ap1
KiYKik4nVI26o5la1XbIh+F9nsHa9xuDO1IN7amElWeLw/3JXtSWWHRPiu+yl9GcBWO+WPQY9AZ6
Dm16qsNMPahiUJ/LrAvoRbeJBURo6HdtYlgfMBBsdsBui5XFln/+389QOT5JPipqDuf01cZKoylw
gR6mp7CfhidFK52DBWZ6l3amsnYd3JpneNqI7Eo55asAFw6V+kCLs9M4V8W+j6z8q3DMwVdgNx0g
fs1f0XXH4L3N0rVH6fX5IbXgERZRedJweC2WuKsHhQ6ol57c2QZo3njJixp19a4GmHGchVefA4VW
wP21vRHJVA6ph/DJwFyXl+845nQMBHVZpKFgcwKeQYg21lCJ2MRxko4kN6O2hqy/8aXUg1EDgJ/C
wi4JXYqGeFITl/kJuJl9bLu5fSWyZkDfWA/wBjLsL+2shP8eRlIlRj4ZSbqvwjhpvWDujLk40eQ/
0mMKjc3AJt/pQ4CM079PK8kbuFByG4Dfiy0DqFoNZmFnJxxn6/mpVAL3vywwgq/gC7IG5QfUxlY+
7+oxwTYBqyznFOdAdM4Xh1I3WbjZqjwSNIQN9lXu7NVyLA8dV75ftrrz6BS401ijMm2rvB4fqI1P
74NJWavk3FpdChyoKVPrl+Xoy8OxjUdE7IO0OAWQ2E78H2KbOoiBtqOKVqeXTKE/KqX4xyqZ/Hqe
cxikw1GWsjyXo1Z57DVDFRenebLDB9sbVXuHxrI4lJWww81YtvVGLTxYIvVg/g+rzVvij1UVzLJl
yZU3WpKyS4uTM4ER2gxAPEE3iPF3gJhStitnlGb/ebVlnsHDER4qE60vIyzqgTU7sZGcK0WfOorM
DRTFeGijXWshPwxSLgO8FmrK+7EnRTiQIVpHp4HJBLJFTbKVJP46M5C/x6VEqSM0wF2xmH/dijCt
baP4PAWhAbyuHPrgEFMO4FAxK1CAEYn+uPPSKnZ26tgm1bbBfbbbxNTF3JUFubqxYKDRaTJ1tB2I
iuUBM6lx4Pa6EfLcT9qfE13052jAHfXQJSPyLq1QcRMpgN5Ym87Wk+SxcMAj3D8Cbv4GzjYCklwB
1aDLgDQmHMVpFMfnRljzdjA160Gp4ux7mvbfB3V23mIjR9OzCKJ5E9ZptHKwX+1CpkAaaXKRSaWf
5bOmHKqhtNDuOxdq6OzgY9QJ/cig2fZt633VaBM/IwoWr+Simr68qxmWWiA2R1zX6tVjrsRIchZJ
o5xQlUu35UTLZxNXvFMy3YvfcnN0EO6tJwnCaJ9N2twP7ZTiARmqw4eBwFypKt9aBE4FXtEWv4je
xOUijNSVYG844dkYUTfxowIg/ziVs4o4SqL6Rj45z2GQNg/l5JZb9u28EgVX+QTzwcMWqhwFDaob
i8NQoxCpID+OyK0dh68gR9AYRRXjOXPM7M1WKL5v47jOfo5zOpzuB+DV1c7Q6P1wvUNgowG6+HYQ
o1gmW0SANoryAQEnwUrU6ruwjqej1Vfu4f54NyKOdheHEaO6kDKXAT/HWg+qID6TWg0vnZq1VNR0
dWPHlrqdrcD8GIVEw/1Bb3ykpnPeUIGmVoL+2+UCp26KRvOgJ2cPGdsPqq1zrNSajVi3wNpZWWME
3fpG2een8ExD+cp9boLIZsNkSmmQhi5qmcq80XlWw0WMUI60Q1Cohp55K4erXKmLBBhdBQpj4KNp
8XKgLVZSqQaY0KObngsDJzS1iJA06WYVvkZKQeH+hN76Qk/uYIhq7OFlUczsBEcqSPVT72BFPlK2
fqm0CXHrOXHAeVkpr1k1+nR/0Bu7RNdRLqJLACvvOlQjWzHUPldOSqd4lR96SXo2hsLZhpnVbymP
Gf2mAG/45CS2s7JDr/MmuI9UOuk5Q+1l/EXcoiyg6ollB6ewxNoOeYHebODaNHqEcLEWgHq08RnM
EBP3PRLXdlNht/kwanB+/bTNhpVtdLXYsgQmb1B+E73NZURHZRBMFVjzE/LW6qM9WSANY4Ej1DZr
8SNaWe6r/SNHw0qAlwd8cRxkL/dPoNdjO0KdO3VhGv+enUBEvlP3Q45irP0jzsJW//8cUcbCX2WS
RtfDFGHa6OQqsbcL+lw91EF67AqEURC0nryX+7F16wspplJfBJOhYrp5OZ6aJxWCMWZ0iuvqe6h0
8GFaJ30VQKQYroi//Ptw6HGAOZEmZlcHEu3hJKGelpzUVsSfQSDmx9wJm70SgJbakBC6yeP9Ea8D
hncj1TUuuD/thMXpENvhQDelSk622mGg4PUaODiVmkdf5era6l0dDzCUeWZ4FOclveFPNfWv1XOR
U9IoKiYnN+GsU4CXB8eid9pqOzb5NG9dJzAetQiA7/7+V14vIwODcXEoBmBxvDwDtUlPLWFb8Ska
QTJtpsrLlK1ixqm2Awcu3qA2wSm7P+bVsSQ/VurLeFwuVOEXJwOweTQxgy49tW1bvgUxhAzgqp73
3lFG9zWYs+lXYDQ5EvxZlK75Hl1n1PQmaEuQ20vbKnoBl4FbtnFsKqmRnjitg2954yIOnUdGeFDy
wPqBhGGMoEM96lCIIx7tYhLjDuB6/c/nET+DNyXHPrrSV03kAP/GvBNOcprpA/W7JrHScKemw0Rb
SnFe78+4nNGLm05+M254LDQopqvjCILvJLxKSWFYqKjpesUofjQT7TeXP2Ufe9QKfGBi1beiCMFZ
wxRIT/d/wY04QxuE5gvebGgNLD1z3ajT2hl4wAlVnyh6lZI3hg//JPjm9Vap+3Rr+jUPwhtxhmot
1w/lPRndix2MbgRG9wg7nzB0zIa9VzRd6+t1236iDVQ/O7yZUp/aT668s4JOXckubmxpUgquPlnQ
RN9iEWcZHgmKhdD/CVigq/iV5mTv+kbp4XPCQYFI4Q7uGU5j+e87mmoXBRLUhOTrfXEwu/1klqII
shNaWbU0Kh8TGLMi+S/WkmB4mA1DrFwF168TPDJVGGMWJHQJHlpI+ziAruH8BPmpzmFNdypeshlI
N8BZGTaIrglylnf1Bvg7YdaF2VHLw3kfauPe0YsVyN6NaecngBXEthTIy7LcVxd04nEtLQCBdd2L
XinDIbRcrJnmOfjsoVS5DbKyWJnzmzOgwYyQNr6cp8tJr7URl5wgyU/4647h9zQwq+yAAGtHMUwx
whey28bcqmQa3Q+1M5Eh0NA6ayCo9t0jMubtvFPqIVl7p924w6TekiwhUNHg+XB51ulVpY2211C9
SUsyXOF5uzFNJWOBmHRXjvUbMw86Tj5SqALS61yUKkRr6mi4qEQB6mHRHpH8btghXNPA+kClS4Mw
K+Lgk9Qw0Ffeoze+kxcvtXrg0aTyy0WnJdWUagPyz27bHn61wQtwE6iW+E+hJP31/lF2czDpWmcD
N+IWWUwqIgNl0jWiPE1VWn3VPAg5sSFoHpdav3Ju35pSzmxqX6TvdCcWe7nthA0LnQqYaY2leXDA
uRS+ZcX1gwKzxY/VxnvBG1A7/A9fiEOCw1OXxpu5vKCVpGxhcxSnJnXFE2GT7Pi/oSwqihN+vj+W
eX01UUohtZNPP14Ki6jRRIf3DQ4aED0sYz5EAT5IxyAp0rf749yaStn4/9PNM4mRy60wTmBXjcwp
T44aQvcP7Wwr6Nc/hDAb3kVBVYc7umMgTe8Pe3Xv0aUF4odOK8Dl62GzCVpNPWXayaRB+oQmPpyh
wKT/DAEVxqSAwrjWTbyKT4aUTz7qVFR2EPK7/FLFdCnCY7xwClGI3UfZJD6kUYsAfz4KjFjvf991
OoXQNm9n1+LzaNoty+OZ0ZZIlWr6KdEm8eIU9fDRHSBY7fMc2TsE7Sqrfug1DRpnpmT4QNXOIz3z
Nb2mq+XlZxgamxKos/zqxfIaNCXh8WvGqed59wAvcjzj9gMa3u0LrPGsgzrhSLj28TI4L/IqRqUe
R+8QGJTO519OdZEN5RSmpn7CPik7J1GPnB0Kph9pDuhQfsax/oEdOSZsajufi6pJtmPo4NCFeR+2
1TUk+qmJxt/3l+Q65PhR7FqQlqSWV+gAJ5myknQS3ww1rR94NNgB+jdm0j1oXWEphw6vzTXFveuY
Y0xaBDSPpYLV1UHFiz4pR9s4VYXrfE9wpHtfIwMAsSnSd/c/7+rAkHMuPYfxOEDxZ/ligUE3I/qY
m6d+HMx2gw5IkW2bQVmTxboVUfS0KDXTNJSJ6+Xahi4OcPUUWviBZdUzTX/zW9hjkiFCTfyycLvI
/M4w1k78W4tnq1xmMnXkzl5ElK1MY5nyi05tp6a231k9pLhYIBhC9935MnYemjP3J/TW2nFKkDSy
ewBcLYZs2ppeR9gYJyyMzWcldMz6kA0jwg1l766pJF6vHk8vermkSWzTq+8rcXxV8jQxTk1s6Mp7
BwkHY9c2QrV/3v+qq+SfG0nuSfnoUcEBLpYPyiTgyNnCStdQkc81W/lo99JA/RzRbdkXLsrt28HA
IXpEAC5bCdLr4GF0jgY+9FZCQmmxKqLOtk5VrKF7r1ToUKGE9YC4TbMN4QYqvmdP9Uoaeh08l6PK
OfmripCldZxlusKo6tS/REiRPJYQdaBx6NZ/CQTew7/PsUnEIE0oIUHLB1YD/X7AtM8+oUWf7TJX
j3bUG2Nsf0LxDsWMepMEyAnjfNL9D18qcxNSIo3cdvmcTPoQG5lutk+hamE8mZlqvImKWTS70kN1
LJpCTGDuf+ytySXHdCjokWVeVUrQ4cVdsMnsU52l5gNafsHO7HBw3AKss4GNpnb94/6It4LIAWYL
zutPXr3YmIkY1SpuU0J4mMfId1WshnbIP+G8ZZcR9GwXajEmHnmIU8n/8LUOuoekx5QvryC0Y6PV
2dywfVCZcN4bVZqPO6wulS9oYBpbiZn59xucu/v/RrQXj8jIs+wpUAUjuuJUw9jdBHpcP4Zu5D4H
bZx85PIJs+39KZZTeHGBg9Cgp+9Je1t5Usiz8a8dk06TWyQYGJ4Rt1AfLHW0RzDU5W+XRl/rZxmc
WA1dzy2yHSHaZPa/biDMiuFWSoKPi3z8cviub1UouEp17uJQ9ydTtGct1rod/y7YVIhcv2nNZDw5
eROtjHwVW4zM4nJno1Z7o6tUjpZAkq4+J2FSoFWgmbt66MuDMcQxaiRVeIzzrFmZ7T8HwmK6XZ3K
BDkCQlHcq5fTHTYJ8lHCbM5Q3ypvE1JCf5kGp9N22JyhOmPW5uxXutQ/mlEws7Y1uvOtH0cxzHRz
VBKBrVxGFZ0dD/8Cm5wQm9JEcT4akaUE+1T0w7FoESPZpF1naX5VRkG6Uc0ERjzKmR1KR3CqnU1U
pvNLJiDz/XM8ASXjKrXZsqThi3iqq8pFkV8056iBNdWUYf2M/F9zQOrJ3eELpe0wsK92GIzWn82h
VVaOxetsXOrgopBP3qcCY1gWN6sitLwCVbOzjdpGh7qD4v22gfvOH1RjmnlBkn9iwGpbikAmhfrY
g6K1eCyn+JauXIHyUy/XmtMScw7ZCaHgupyKakxNQiwVZzhrWKiGs4Ft5RR/T7TBWnn+XwezfKvS
kKY/QM1+WXmYMwQZWhTzzzoyotu5lHZnlD22MVZpj21XvXdMvVqpM11dB8y0i5415RW20hXXCZwm
6FAnbM94ezobr5Me4yN9rnlGHk51q3+vW8sBJYgfcOSNR3kQwLsPrL49o11initBY5Q7R9mHjqoc
0aQDiNN3dbLTkrnIN5FrdNRdMCe+H+A3ppovlirtFGg9YEGXO7hH0gIQVtWd3VqPPvBLv3ZZHB56
c8x3atfoD0GrryHMrlI5ySPQwXtIIq6sr12OOYYJAsmj2Z2zGuXqTQmcE3yLheBKN6kmXri5ezB0
fPT8ysy/3P/eP6YhizCmcs4Tj4eUzm28+GBsEQXoqD47UzmP3oZUzR/csemcTV2EBRI7tZj2mPai
EdXm0fA8al7zLWoRc1IatLAeO6F1sPt6pfw1IH/+IcG5fN8ha/KApG/oG9XHqNyriu49JLAPD3EH
znrlKr++4ygDI2HmUqoi516yYdJJ7RsMarKzlU7J1xYG2XOLtJnum8hG7JRMy7ZaR9NjdLLIr2dD
f7w/hTd2Cjq/NPWphCAQu4SQeW0gylAt83PlGhH2RGr0PlIwLMUaEE2fsHJWuGRL73Sa7JTbgS6w
YMjuXt0yXZZmuMBoxZkGf/MsdCd9wCOiR/lxnnu82czyg+eF0WutO3nnB/2kKpsCGaNPKeTa9xlC
RC/T3IwdumkmpOjZqU+Glc5bgO8Uti273YKiVD7Rz007vxRZl25Gaw4eGkPPXwx4bBtnmtHnzA3u
gDivzec0hQ+zsqy6rOMsIlNCxVFSRQTgGlM7Kh4yppWenz3A0dj/YOiKrr7dlIXfWmL4RvPJQ4w+
RWCGHqIR7rCsTqtHyWk39niZuO0m76v4h5gr5Ys3R2azhz5nWv6INaYmQTxT7GdssyNQInSUHD2y
31V6Viib+wGytAH5s2AAOsET8dAmUBcVq5r+U1NiwE3yEzfNztQTRAsrxD82ej04D5PjldPWIol7
T68lQcGfZsojcq7BK6700ycxmMN3Q6Wxt8UPOkMENJ/tva4q2QZVk//u/9jFbpKCw9CVCWgsv2Qn
bZGmgksH8VqbwRFAR70HVKBtuQVLFEGNZjOJ2tn2KFAdUOpAHLVv45VbdbGZ/gxPnZs6i4auGk/p
y7MwCTIBE8FDwdJIi0NZ4A+TajmFFteNzn0TeSvjLc57qA803NHzR06HeuKVy1g1B05TKHN2nJDd
scGXDbr9uYUOwjEYOqXxLUc5GG5klqwStG8NDYaaYh4xTiqxOHmreUqDsqVbVIW5+h6ZhzzeGMBD
3hRu42SDW/1/oRpNKx+8xK38+WJsXSBjgKLUKP1cznAeuBDS3Al8gapOhm8MaXlwpyL5HJVDgSYS
vMKD3TgEm9Xq7vs076HQVTQcftoN6tP3o+3mrwF1C2wF+DFd4kW4WTo+XRK4fmyFEuEPMubBru8y
49VUwEf7gWPrUnPKm0/0jhPO9KESyQYv5zn5QMW7XTlbF1fxn8lh81MWAxvGs3CxU+1q6Ho1V/Nj
mw+/Y1v0u7loUKUqA4NiVYhMgaOjValGOvJR96dCLvdfx50c2uGpjxICCR5X8SIcMuwS1QYRt6MS
UVG2I62cfE6HHya3y9u/DyUp8zTncUBAzPwyBLJ6bvs4FdVxQJ/rVdThKZma7p0RUEn9H0YiiyRd
580AP/RyJER1a1cpwuoYKqq+n+3QQXOVt8Mur8Ih3d8f7FornCkkIKjYINFOJrAIJtSniq7v0hJ7
gSh/NIwMzYMiE/EnWHdl+SrGpvw6DZbivnS93b4ZilGiPoULzsHjMIauUbVa+EVpKa8/mZR79C0o
zNLywYjXv0WQ2v0mofJNTeL+D78RdSw8HQ2KPRQjltB3D6YkHvVadcT+HeAzwm/D+Ji0dvh+UBpN
2+hITO/pyk5fzTl3h5WYvxF4Ukmf5g0CMDKfuFwjUN0zpby0OrZ1nnzootz+KGYxfNXUwXj41w91
qFhKrRuMESTo/nIopWx6U0xFfySpRxoYTuyTUijWI5lF9k5R7OgdjYS3jhk+3B94UZYFcQSa1QLu
BGMUst2yi1MXveoE6GmiuuvGz3nnYIPGC9dcmcqrI50KM+sIGALsC3WHxfHRurEd62rTHWcn03Zj
i419ETbzQVUmZdM2jXgYw/p8/9OuLmy635zi0k5YsmOWF7bNG9SpbKs6Njr49Y3bZvWuRLT0VR3x
0ETxq3Q+lkDWEVgOQkI3bbL21/2fcOOzYR/xHHdla+6KES1QoIwkB+mR5o+DevRQ4SWvz/NT4g54
m5RkRH7WFf1KNF0vqo2PF3UzKEGMvGSdq0WaWAMyWccSW/nIR9Uh/WS06K/f/7ol+IHgIR9hbnHj
lJ3H5UtfiSsQXDhqHwO1ULPdIFBv2HWugcX7jPxweWpmTxv9KU5iZKy9WFMeU1cv2v2AvFfouzg6
l+1D1Y2x9vn+T7teexqTzKlsFzERS9ZqA+yxRw6vP2YdhT29tWqcvc10fERDujD8wBvT3wGomB1W
L9Wj0eLOcf8HXC+B7IxSCZIkVpZ+cZMoHaK1nZUNR00NjV8GrKDOVzJz/ud9RUkavRZqiBSLreVK
Z/bQTKJy+mOPOuTXzMhOEpy6A4VaPcPxGx4GLs7V1ETmmhc3MjsZZAlddRDiJIky7P8qnsZVi16q
rY/Hidj9iAleVW0kkL3ztVqKNgIKHV5jp6WOZ7SjrT7i7l7vC7Qlpm1gGVQ8RypH8XsrViLQjjxg
eHpko7UxrCEh10uFcLa5Bhl0g2go4oXwqgME/DHUNsnDBP6rjtNA50sTBCbGvNWeWk0tAixOR7fP
/WgOsg9wdqPqJXXBF9KXmECWO33bvYaeXfBHIdNVvaC62yA4SuXTfDWR2u4+sK3chyKeUu2bhjWC
93vuNcErT0GIftfF/WA/o2HlaX4z2o0txQx4/8d2BGUXucqWIFPK9oyESHUKqs6rjrVVGt+h1Qio
pHlRT7rPKaEVW5j7trWpagz9kD3rskM1Vm1xJglVfhfIPHsP0pESPUmmpfTha6I/2Ofjf1E5es9m
gdGYj4NR6yJC7szeoQdb5G5Qmu6fvTHWGxAiQfNG9TN9TXto/1iIBx6a/b0A/x2g4zgeSqyTXxXe
ZswX/gOmP6Moj5MKZkzRedbHQD8knZmMv9Mkjmoq09RCEH9ENf/RxIjpeyasARH8xjGUd2hf9y8J
kqr113jw+o8BrubBlidlpfu9M4fzhwrqQu0beuMMH3X4K4pPySd+CdBuSzehHWTpzqyr2n3U6hYX
yDrJ8YoT8RDhZmLFefMfk4Q2b013rdh0iUulD3cC91uQZV25kpstn6Wca5wapGY8tFjMK02aWe9H
m2SzObrGoJ4iF0d5Pw6QEfWTXBhfdDTep42S5Gb7DmTJqAcbhIFkgFWd+iGzvBBvj6DtRmw8SS72
ecvXPybRjHiQb/OmQXHZM6r5349jycakbw2gGNTJsoWcunFISSMWRwcdtK2NvW/v53pSojLfdcBt
nfEzOnYlVlJN/l5gLgmBSteObdq43wAsztNK9naVPzGN8lqQ1xBsnWX9p0fDJ291u0G6HbvYJDDR
aZyUAbmtUJtWrrxlAVyuGRoyQHflrQfrYJFhQIJI7N4pxJHtzUJx/4wDkojC+6mrRv8x19Blb1xe
zU5W5p+jsY72QcaJuhI7N74ZGyRK0hz8NFqWFWmPl2PXBwLfPTHZBywS+nd5I+JdZpTaylBXFQEq
/hTVyI/lKwLv+ctTWAe2DcV9MI95o9efsrTIaXWEEydDVka1tumrqPpy/1a7ymeoekuQpbzyebQs
6zVZVTg4wur10dQi61OZ5OUj2HXlnV7m829FCdGWB0G8Ftdy6S6uG5u6C7npH1YJJdlFcpz0hV54
7WQ+YVlDrReVdPsb/KcesVgbOqJe1CLcW7Elmg0/f/oxJMB8t9PcKrE0/1BX7tyrebf/H2fn1Rs5
kmzhX0SA3ryynKSS2qqb1f1C9I6h956//n6pfbgqFlGEFlgsZnoGE5XJzMgwJ84BWMn8voJ6GoXG
JWxiTtuG2Moyzg2tjceZ4O/Yprq0V9RO2qljvzUiYN8uX4iyknPzlamEL5Y/9yZgiTrUz3VvGAfe
g+GvOFVr5Tgje1gcZLuJvwYhZFkveZbAO/XBTw56lBwMHJuIKW/ulT414aggO3P2DS5xB/8blAj1
cKZFDDs5HLTZF90pJHkjZV3ZZDBlhG7UBTlsS4CVUY2a3Xe2ekY6wtllih3VP1MCxb/SMMjlnzEk
ex8NGU3yTOpN8EdpK6ONUwhAXXJ85WxFk/rTLo38qMyKeoLZSvsLnUcHhRt0cWA+1tWTTq2v3GDB
XPnOBIyAKSi34b+X8NJgaBJKi5pyrpmTuGRjp32XaoYykK+THmjDy4+pGVQv6IvT8bn/kW+8Frgj
3gw6h8z0cM4WR0zt2owilKOck6mdGhcN0fmVZixM2QGUpxtNu9t1wrgh+s+4LnAyb6/vu+hR76PG
h+FDQbXGDzyjMPFVpTVrqKf44/wLwlx9V2ZBUDO3lgdbYuq3DwVrfW9e/Lz35jVtKDpegjOuQjDn
ShBfVAz8uCER9j7Hqz4wM5f/U0Fb/x31S3V4HNUx3vjYaztu455BePC/G6zelMFNn4/s+Nj5tJTg
v0eTRQXBSB3C+uA8hBA4x2uCRoVghXTtraHwbslBZmayWZnqOZSHRDt3so3ER5EFj+gBmhEKDHr7
ly8lc/QCkUK3pXR8e5XBWABmRjiVr33TGtficCoQ6jTP0uwjmxTAJT7tpy6aPlulFe3pZBgb3AWr
FgV+hlEI7vKyqGEbQ+cUFE/PWp6VhxSZ8MYF1ax8LZ3aRFBLVR8+fH/EoAl+0sAmcN/FmeoUX4YW
1zpXCsOq2jxo2SGTwJyhKNRWG8ZW7g/DNBpuAvAKSe4i0jEl2UAT3lLPCRSyn0ctMb9D0z4/qf1c
uYmcD7AoGkm0L0rf2kj9bk4toRXBBsUUGm0UJxaJ39DDBF9nM8xhRaA3RzkZZSLjZC4LhkohXtxw
SzffkdI3jVf4rlWTA7xcqYxIE6GNXLHSpNyjMxQ9Ql+UnKNKCx9TOJo+urNU+3CDNKRo78Mbs9zZ
OoYbD52us2HE0rGsuJmlE7W7EEDqQSkSxUukMPqhpL329YMHCMtvhDxigEK+IVhwesnoDXWqz23c
ql9lc9Y+J8Ald3FlGeVGWH4TxGFL9LSZLIB+6KarHmZ4difS6zMIQfvRCNrkqeY1R3KmB8WgkAu6
alxt1aBXviUjsQLHAJUJ5MaLKxJEaKvkwaiem6w1gl0zRNJrXRnO9x79gQP0U93G4bl19Dym3H6c
Ds1vCxnF60s5h5FtSqBczpKvp98QTfDrv0w5tiAhTHpzNMDzqWl1nKo4fI1HBDS+o1QUw+lu21Gx
yY54e3Ugy3GAuZGlEM8sEVCIMnG1Qns612oBk0wmpEKD6S/Cti1/e9s6Yn9x9LB14HfFYNL1wos2
68LaUuZzQA0he1Rnk+S8l/3qpA459d18pFa+HzV4LKrZlOpXeSacQWWl0KcJvE5cxj/uH+8blyVc
sQN3tirA6VSBr39RqafgwdG0OpdjG8CEZCpNuvMjUqQzEloQ+oXAdqNdEOZRe8rJvO3X+z/g9szD
FEzsJCaydZCriy2ZMnsK6J6NZx0JC0D7YGR29GBS82GuIlU/RsgwD7+N1tY2iwkiDXuXvXD+gJAT
VXLqxWdfglhwWK1BvhB87hwD6qLU4hNY56RrGBhwJeQM4bLJhiJI/oxdnnSHIJiLGEK9NHG+KzGs
7c6+NIwWxQeWZikbHn15WOB6E/LtAhBo0Xq4mdYfhQnIb4fPQTs5evM85hKJI8i7trEe7EKC81DW
slCnQD8GpnKY/aEIU3dG+bF4lNqwBWyGz5i3ru/iyChCJFZQtPHi0I7j510fGX/OHZjJHFQsKeRN
7kAhu3kIwXfU+9qE9bafjOnFUBA9PZb9pG7NNdzuC3UUXAfNg7fkazlZ1tBeVdgX9bmytfLEeKNj
8hiAd/6rz63gpJb9mB6dKU2SzE1hiCofIRiTJ3in/XEHS4+fbvizRUVZbAi9aR4HngeglEvMdZ4m
kh9Ksfacotb20DJwM7khQlxbz8OidI4dpidFx9XCUQtW/uuNT1tnMpsUcI7FKKf+hGTcmLjwVFjW
Ls0ReT70WV6Yuzya28wF7gIwqxobwIX3b6z4vu+vzdvPIPNUyPwJGpcw/o7OdqUVkv2cGOhBuZnE
j3brCuYGppiZudwwd3vcxMwogSpvL1TEy6TeSY229kfTfu50dTzayaQUj7rko6pahMmuSqNxb0mK
uZcbmKI2vuyabYMZfIu9B2+2rBlFXZWVY5/azxKZPtxJlK7oRvmD+hgmdSA9xOR9jhtGU/6dqjyE
U/d3euEbxQdn8JL6PJkn43jL7ICZtLifSEifpQZiPJ1Zlz0eyzjOEmIL9TRJD00YbYUDK2tmmEfA
LUSh8gZmruDwjURunWfS8bjap1qMXCXtpGlv6lF8DpoBtSBkgL9q9aCoGxWltRUDJgBGQ5WXsy7+
+ft8CFki9KtYMde0PFi9kz5Msa+9kL54TR72Byro9vH+Lr+pvl8daMA7lBrxKbRp4PRZGEU2Jxjn
eZpe5CTQ4v0U6439H7CFymth6PCJB0bvCKrAvjdfczmZgstYl/QpwbFHXzI7Nb4jaJqm34Cy6eMu
NYLJsNxptPLAa83Or0t3lmel2zlyOZ1QFJm3JhpvHAP1GLRYgEa8zfstz8kYzmmpS0DBOitWAlTL
lMZ6pb+pdPLOiuG4eW0zwFi0bPyRVlA6hDDU7RoxK7UBwV0eHlDOYoxInFqkTW4guIUzIqxHFfxl
QsUO0WdHmud9WShDbx4laRpOZWUNzcOUI5H1G2ZcBz20+1/TWISzcCThJyyYLBR0ABwOxvURoiOX
oypcyc8O/KDBvpOjMoA2FWywG3eVJe39YE7O8STLwSPwZeWHYpSRvdNHs593ja42M6qdgxMeJq1h
1GwoUBvTdpDtD/Gn2ufGVLSLCot/Vwb76sPGH43dQ+5Xav4ZoTBz3PELzOa1DMLQPKQKWu876i2h
9jXzh9k4jWM/XoxS6cZHC4oDeRc3ddczEZ8V/SHQQy3ctaocfG6IiMMjyOOWP0gdeC9sbQYfD49a
r8oV/azM3vd1l7cu4bako2rasZtO2IyvJQlaW7r035JkL4H5RgiyB7DbHPRhSJWvgJDHxzpwgvGz
ojUqXKZaqOn7AW1A61c8zPOrHIL0cpUwY7Dm/gdaXnFU4KHw5a0kfiDgXAb/qE9aIZ3L8BlmZ1k5
GmpffQ4qTfrUIMu3N7KsKh6IvbaKiLfHgqyRgiVSBpCrWEtXrs3BkDVG6TzbWjXvCilpHptcwNLz
aTS/JgjwfbDhwEEkPjLpseCvVmoduQNrCKxVzjMjnvbeRwLga9caw54ADbHb+5t6ExRhjIIDN4/F
Ub1axiDJSDepqcvwBa71WXlIjAj0F6BnWXNnOoETJSy5sPdVPLVCbdFCtdlqJznZR0YYnsW1Tjdc
we2G84vIY+m6CibbZXTd+DbdYma+XnK7Nv4zIZX+g4yWznQjFKOUFg27+3uwjEvetoAtJyKhx8bU
6/XFJziCqx8qxJfC0NqzitkjHcDoyRxGY+OZujEFsYSsQ5fDMIVIYhcvRhf2PmmJqT7XYAA/dWo0
fpKqOtq1FWMVH1wVaQCOlNIoTp4S9MJU3dtSYbeK9oyqaHGYnFiJd5pTOy84tknaMHZzN4XGCFYY
DpdFuX0R2stqNqs5FCbnAOnbg9LEMwCBYngy434+DfQuv3W9sVXiXr5eqiDgJ7qh3gyN7A2fZj/V
QQfOyTynTlRJh7apnEPf+obpTiYOzJXK1nmEMRjyZz0cfzn5ZH25v8fLAB4eGsHmQFGCU0Ncvdjj
cai7sqrT7kUOLbPYp/Dgp89BNWXTn/uGVAHnex9qCEuUkegjwH68QkoSMJKYDEpNfgT+fdfMmvU8
DvCjQFTra1+mYuoHt5qUMiSrQzF1FwxqJh35WNTm3SZKTelV6cCEvyAKpZBspN2A8qFeIKltxwZN
e+RXTednSwKPNhgIl59+4Gi9tRGZ3lxu1kHJhHCDcgZN7cUjCwKjo1bLSCnlkvapayzlMyxNypMP
HOnfrpa2QDsr9njPxVwgvhTs2OILKX2j1ArKLy9dPxe7VPezP7zF6uQmWvYlKwtz45G6ueAAC9/G
W0SyRSt3Ya+RYqMnPm1f0LSZnprI9HlNzWT+gy/oXu8fiptLJ2zxIAL0I4q7afEAjHFiyNLaF7mq
1RclHqWjY8f+WQkq9dh0xvivGo7Txge8MQpiGDYeGtQMY6hUQK6d5WAhSI9mMRyZ1jwzKwXboakO
yUnpSmB3YH6sXZ8Uye/7S725aMIqgapI4yiBLbvU/lSoKGS38kupzAANJSOafgE+DB/vm7n5epST
qExwWgTMEHTj9eJKmmY60hXKi1XbaL6quZ6dRb3+qzpYyuG+rZuTiS2azQLLxqpuqiG6TEgdIeX7
MkZ6/sQdUI+x0JI1Irim0DbKy5/3Da4tDjQFkxmUinWwSIvFyRGFsbhHSRoCMdnl9EKIP4O8emyI
cbbOydszfeWxRI7Pumiroy13E64xjMtw5mQkn2Y/0O19XFMv3o9O3NH/VbqQclOlOXBdG/XPojST
C4ggOJkDmDQMt3DQ8YDz2EE/JBjbbxrQpXKXmQxdyczFDy6FN0v6jX6C1TAsU5TpX82YcRSn2kr7
34SmfpYf065E0bhPu+znkAz2t3rUiILlbGIiAPHqqPTAykpIG93f57fH7nrl0GWqFCW5neQzy3jC
hwYEgEOgvJiJCeEOaVNtz8POJH+bDoEW2tHZGBz9M8W3ADXJIEBORysRbY910h2alk3WPdVMq6mP
STTCd6XEhjW6WZY0zMc3fuigyKSqyc9igO0uP9S01YfnLIVEo9lNECXXoWtEatF9KwBwj7+I9ZVo
7zftKG14u4UzeBv2IePn/FLBAtC/uC897Gfwq9alZ6aKdJmKrP8E6St66SCTDqHfJA+l4Wcb+7vs
ArxZJd2mvoGPBTGz8LGjmihzGRqFR9CePo6kAA89Ws/nGAKDZ1nL558JlVH01GTjaQzSbBdNSFDf
/8grK4eLAno0IMAki0tGkXbM5EJmSNKrgdgxzo/YxDjY6S+tK8dPmja1e54jf6MJukiSxcJp+VpA
2JgvECjY6xus6Cl5fKU1Xl+Y9WGgt86QVDE9hqH6I5y6+dFA6NPNs6nfcPoLX4VhDCInwrQUtL43
kHIHFelOaYrBY3OHx7bRgke8l3RAjP5PVtrN4/3NvV0nI9eCEQLIBwtdXiAg8XilfOw9ZwDvapnM
wlSTPe4LSLP2gZbGXxskgr8OTrdVt1umQ2Kloq8EgJ7Egyr/4mwxH6CkY9ROXuk7/VOH5jZFQt2h
a5cqP2RfTo5lmmTM5lSEmbFkT/uGMaqHUVK3MrOFu/7vL0EaCI4KHqRbkttxrrJiaEfPHyf1n5bj
8GBodew1Fcr29/d7GV2+2SL7E30cROBu0ARJH0lmajST5/SjQ9UhmmemIeF4S3bJbEFIkZbAHumi
5ULULI1yzzC7AqnZno7HY1g44Q+iLCfbdX5cfY4z30rQqY+b7CnJhuy3YaSp4saqkusun7QNdkPn
Gz/uL2JtvwQDAr+fxtBNiIBkfEXJwxg9Ak9afVMJDAR52ak8QddVb8QjtxfCEhT+JB5wO9I5X7yl
YV8Vc0sl1LOsyIeFpvaTw5zNaHFC9IrCT6Xaw9Zch7jd754VPhJpDs0mQhQq6DfBiRH0KdlQp3gZ
qog7FYn6PclwMLnyJNvnsA6VU17B+Nkm6hxQ+UnGjWxnZdGCVlacECCphH/X7icVAjtw86reQHJx
iFWzeM6gFHGHUjb/jaKi/3b/i976WCZomBBi4nmNhFD162oO4TTxpNb2D6aVZLsGowdTqZ2jFJTB
3g4hq79vdHWRYOEhJ6afzo5fL5JUAdJlMBFeyfjqyc+V9DHrsvaTMbflIec4bdy922MLIoKGHd6V
08Rtv7aH0oCUzoz0egGNpwvDSG3jakGnfJ3GHtKL+4tbO0LM8XOCOLZUmRfHlplprc6TRvMsyFRD
xjQcin0DZAS1i9+ncF60pJGBPsTVAWEG60sWSdaHpW0cSk7cHSIjnpWbc8xelNAZaaYHEESJXB0O
+tMEPnNnBIU8uV2TQfJgbJI83DwqmKX1SDFPzM0TGlxvdCZB0mowNOLlM4MHJnkxLVEmI/dxLBme
BSvX2WrU6WRncbMRJt2cKRCu8FcB8NFo+RF2XJuG10qSQm02PLi0499oz8VPzuRbX/VSzQ9DhIrS
/c+8ak/IrHGwxDDJ4qLa02hPzBUbnh7rOW7boh8EACSOPtl9EZ5q6IA2VnhzVVkhn1MI2NPzugG0
QrvDPAh31RslafiRlwUTqygdHCWlphMU5v2PGlza1rD5ilUVuio21iYVhbXwel+TbB5ScMGSN0XW
DycM/F2hKN0+Ewm+0Ej6J5PbZgu7fHNhObm4Bm4rYYIYsrs2SmciRVVQlTwGJLI/ZWsqpatV5Y++
t6wf97/j7ZEVpgBZ0I2gC7iEj9qJrJM1DZLnm5F8LoewPGljqF9qDeGrQddJbtqeJA4Owi2g/4pp
GtMEQODuuTXLEKzoy04ZozC4aJAiTt/SqNG/OQZUv39SpnIq6H4k4wjdMjMw+cAo0IajWjnBmKdj
BzodX7y8rAB4xEhqHV70uCz+tfOpexpHq/rKDK9sEHzZW6osqwZBsDIWKor8SzSJPjrS4JRqeBnD
IEPSVIUfhPGdX7Bs5q4kp8bGhVk5RVQNEY8ACQGOZGkvbWstmwPN8aYyChriJoKJndQhWudmOi5o
Yz/XzIFVop3ALCpFxIXz6020gyfN8umFasnBqGhourLqyw9qPaTVR59QofHIpCbwfiCiprVwP2lp
o6flz3Q7Fa1SHrqx149tyynfGbCjGHuzKavH+zdlZX2YhCia2BVg7PKmlIlZEsBGwaU0OqbqtbCX
vtdpMY5Akqq/P26LSQFwjKDfcHsLr9OHujQn9AM9KU4l+aVCvjLfoas1tUf4w43/4fHQDUqXDEvD
UMx1vPY3Ib0bzSqn8FInTrmnTZt8zus0ObVTGx/BeP9zf3UrF4FPx0QhurUQvRhip9810iXYBoyJ
V+JSdXMMQ2bc6k9qXLdQfBuzxBweMzj/g0VYgei9gpe8abBBINnVSpyGl1SFfHxXB1nUPzVxbqn7
es7jBGGcBCGi+0ZXng4BhMF988TfghXAgDZh5mThBW1b+qR0gKT8WDuddJrjsSpf4GR6SdBT2Rg0
uT2nqrgVgl8XInsekOvdVbI6InvOootdqyVKFFCd7Yp65KVWpq1ruGpLsDnSb6IYtSx9q4WSoJhU
RZcgD9VHUMvaEXx69wK9RbFx49dNETNDH8nRWZYW5aG0pUq2w0sZD0PlFlY/tS6CnLH0YMf5B2vs
4otR/fh/a4sbUbe2PmllzSYCki/2YyGrByQozK+O7DdbnvP2oGBM3DHR17oNmWtJ6RxJw1jp9Pq0
6wIbSqBMT3Mkxu3i0wy9yDnn/r7eP58rO0r5UHw7geC5IX9TqiCEucOMLlRsowcl7ZwLEEdGg0Kp
2FI0X7clQDOUduD9Xfjr0mSibwjV6NKxrB9OqYFF8S1BzlCk+kfTHU4/kSIIJfH23VQMK3Uas3qY
w8uUafozMljSS9oO6m6Ymq1Mbm1ZivhmcHyKZG6xLDhuUriFpPAyh2PGXWsaHe3qbmiCHQ+D9WGW
TfHaoRBKxYZO3U0NRYqQyXOaIL6YfdSTIqu96xNQfJGGekYbQM82dvI2Qru2p167kgnaUANwc3jJ
hxlMEbiJjOdgGJzfdmNWn52AqaLXZiiZ7krwhIf75/P2mbi2vngEY658p5pJfKn5b38xh+LHEJoS
oy6d8hoNXfft4+ZIDIW0Db1W4sLrxea+z1QkD9LFqe3hnDix9D2wrR6txMn4U1P636q+ra1PZUyB
tppIVJcBE2KgRY5iQHTpJ8f/Lo9oWxRmUO5ae04fQV93G8NDa1+TVrbw02JIeblAR++0qgejd9Ep
KGtuw2C6/NJNYTUc8k7N5wenq2TrPETjHO84fltczmvrpcZrCtgJSerSfi9ZbeCDRLjYpT7QvCyJ
nyar8rJcLv5mN7Y6B2uXE7JFoWjPAOLNBFGaSpEWNn50Scu6/5YOHbUODZjgoxnMebTx2K8a48Xg
hmqQhjjin7+LaeiT9kxjyeEFkdmm+1y3ffWoFuVUfhpBKW4U6W9LyFSPeCtEZE/DHrPX1rJKUwaw
rvEloy/l03OGsW83jpEB3MqZWxdalPS3DVxpp4ZDw59mQ+R2qpI8jxRLNgLjleeLHqOIjTnNglru
+sfkeZ72fVpycZTCND5rgTPSZAt95zj4nGyIRLoweqC0BtDr/pVdUomIZ1oMM5PdWAKDu/S/fptF
Wtq1ySXOVT/eV347/dBNv96ZTeLoro7f5/8VwXfcREXp5UOV85q3hvNpmrv+pVXLLeS+zmqvSqj8
JLIETZCbMKm4DIk0FH8ZofLjS54Z2bTrY8pgrs7FPt1f+8pteqO4BJ5Howo3cr3rwQhlggG48qLq
5UiCLsNoP89NCkHKxFh1VzXW1/sWV/wHfThYlYjBcJPLI64mAC4gss8uaZD552miVYqc7AwTBEI9
f0eVI31rfKVhssu2NsSRVhYLbhJCFkABK8NHiRnmyTjD1qn1+aVq5HbaKWZUIUwo5bBRmZu+eeUr
Qi7IrBoslOC7l9FmL/c0SEH4XtQ4Q5amqJjtdGHlQILh/qaurIwJE8IUQZMK4mFxecZUCcBfltml
THQ5cBPwlnu9jgSQ06jQQjWbLQKANefBTYWiAxIe0I7LukuHSHwNZ1l2qSNfPdYW/eCpmdV/qOkG
T62eRw/0ItsdnWTd2Im+HADTOT7GijT9uL/4Fc8BVAAYCx1HYtBltb+v1GCe+LaXsFYdiVJpHO8i
mPtADjTWJZItFB+1RD7ct7rcchjKoVrAc5J8Ah5QxLd/56qLAiAp1dLJi/SgOU38O49x1OE7y6H/
x0qc4KNU8MIg/oAeGz6KZsKCR22ue94iVkpfTbPPYxy0j8UAY6hLv6V7VkYn+mBkLwySWou3XtT9
l9zoANOCDN0h1dMg5c4fQlgZ/oFXSGr2TTJvdfbWthO6jjfdMsBWSx8MbLvsgegoHsDdODlPklry
zirgpz9nDGIqz7lqw2X18W8IllLoKYl68LJC2ql2q6WAZb1yqlvlBbHHLH2GN0P7OcfBdKimqd6I
nkQo/96viz11hKMVE6ygK9XrU1P1oeKMObosjPnNbmjS26hlIz8PPUnprpjJ42Ummn5RTJlPXeQE
W55CvOk3PwC/C5koPSNgStc/IKUCWyODKHv+nKTxnoJ11nyTHCsI91qVp/OGt1/ezbf10qemgCA6
Cvbi0FZGWZZ9GSses5JG5qqdqn2DFi19mAWDottLXfyl1530+/0Pu3S8/zXL3C5DLZRKly4hmDuj
n9tJ8eSqUnK3zAFruUCK9f19OyunFqGst9SXIAoQ6/VuThlzFFEZyd5sDXpzMtqm7vcdzOfRKYpV
+bVXB3NLb+MGVcLiWBmAgzcpcMAd10a1GU55rRs0L27m4kso69lehvAph3e2GvjLEAi8zhRfP+nh
oR4H5v7U2twIHlfOES5IVPtBIJgA3q5/RKxBMZ1UnU5Z2ErrXWOb/qMc0s9yjdTcmsVexgxixULp
iKYYvoFvdW0MXaWxggxM8xJ/mp0nWZGqfck4b+skNYx+hkMxpdGs4rlyrK2i38pR4qHi8BI5kF45
i08clZlT0qfWvR52nWzPiEGsH5w22GI2WzlKPN2MHb7RyZPeXK8xT9GIVCVN93hvawchhDg8IeDr
65dhmuNftMcq5+H+6V3dVjFxJ4A6AkZ4bbJOJFrhkc/ShiGYTk1QAsJsgWLrrq9p0nM7O6my70fd
v6TDvIVgWXGFNIoMJlTx9uQgiwUzkJSTAo08L1Cc/ilJDOrTmGdqckR5YXgapSGfHpveGb4ZbUAu
EBsQ8Xz8Ecc+Nwm2KKpXsnBf7x5xSYXka1ZK1atkpf3MoGr2K6MgcjBzo0G0IdM2HpzVNb+zt1hz
FDAcBMcqPfs6VJNPkj9m+0ZGfvegpf1g7YIomkXomxfG3uBfFjMwoXK5/9lXfDLumEjiTYAcRO71
oisLirpgcFRPlcBEkPWmPZRwk/oat7TrDmWbznCI6VGw1U9fO+J083n+OHIMuC6iVKnN7EB2CtXL
VARzjmjeglpyEWuL4qfOpyHi0lYopF8fXy6unfDYACVFke16ue2UtrbSJ5oXFnXzJ4Q/2X8JM1mS
jhFAzOzoT7H9WxXI///BLugFYZWXYYkETpAVzq260DxpKJRjhMSgOwxJ/eLIA9OzZeQXKHFOaril
LrO2yxC70BehgQ9eV3ju92d6aMDIl7rmUW1uDgztOkcfWGXqquYcHWZj3BJkWjtPqO2BMyLIJWVd
nCfY3GkN1o3u2YXSPCfO0L8UVhEzEFQlNrrSeR6C8qdetqWEt2pYF6+QIOm6Kc1k+tgrelBrnllo
zadx6sZvfdbTgVGrCm4QurIjhLJQ9n5wYoXgWzQqyDSghYZj1RBvxrstVqqwiIZIBp2igencwz5s
tyd51BuIi+e6HDaijNV1gjMBSUo7j/j/2pzRpsEA3Ef3zC5MvaSU5i/Mctq+m6tziZ+qQ+1QhHT3
TvdP8NobT0bJYoH1kV0tbo4SSLXf9QQajjzWEDNXs3wEvZUeKVM1W0Pva65REIwJoZ43vNr1IgMf
SW7FbEyP6Rz/rJZdke2LsXip6voilXF6UrjE9hMMtqqb+X55vL/WlT3mAIME5x0Ac/s2c/nuk4J3
QbbGKkyvmcbRPEm9bwYQ+emDV+fjXD9AVcEomZ5F05YY+srCmbxm1pwiI1DS5cPvx4NlMoCNZUMf
dnAHans/ViMwi6X/L6+iGbtBoFKRGcYClYWxiHT54wdMuGPuEY0cmjmL+CqGvb3QM9nyCiYyT32m
IPcnjZTiQ8eY4TvlZB9p+22xCqx4KlHjpHfL+yuQMdefXLFpTEFPaXnVoMnRoTK0pHeVyvlXioNO
dUtz0Da+8tpeM3tNbZXiE5zTi5s0abPMZ44sr5OGoOt26RiH/ym7OAv3ct/50lHLp0Y6OfpcWG5X
W+przZ9ssRysnTX47OiGAwqiPrTw0OiwtFI6+aYnd1IRH1ogB9+i0ZH7Bx+ns7ehyMxdJQ6k6uPh
DtH6f59fhlSXT8OoqpM8QTTkxXVWu3M7mK5UjWHtGrH/DSnccHNUmS+4yDZJ/izICgn1eLwXX7hW
m3FM84ovnIdl6UoMOZ3pjuTxTg/abmMccyVSB+xJBxLEkxhoWLgrTR0hXNZ9wwuSWvddBH4j3c3t
fnTvu4oVt8j8JZgjfKNoIi+8P+y98JY0PLBIZlYzzAGQ930NxxJdm2jUptr7X8zB04aLoM62LBno
csqMyKwZXjFBpfoUhbbV7PzSpHUVV7m9QZC3dic1AZwVrZVbAdJZTcICcL7ulW03n6S4jYOd7jSd
6UaRk8Pck1LA/2CDEK9DQ+FtvogqAejHaz9g5imZ7GDq3ogWFZBrTW4e9UTP40cVZEz9pEIOxXR3
OEV/S/z9FrfA2vek/A1+H1ozEFziur5z/ZC3IpzeW7zmlWT9I4WFmu7moQfBr09yO264oLXL/97a
wgWluT6NRp3pnhzpnyTJdj5ZTMUcCSSaY6rN8+dCk6Zf94+Q+G8uryHQHMFExXGlerBYoR7EMusy
PDNnYGkXRUCrKuRBv9UZKoSG08mfs6nOv8E3OG48LWubS6AkuFsFn+bydUOkoW+StrU8LYStGkGi
+LfcV/puqqz6y/1V3u4skCr62VxKHnH+4nqVKmIdgx4pqufLQT3spKIp/4akxpyOaaoZ3cGWkZF0
5SqnJ3vf8u2lAWXJ4qiTyqAQl92axs/rzGQG3pO68D+RKuXhwZzSyvwqlCMewtqsIXG+b/J2X1UV
lO4btp/8VVvk7oqWVcFg9CB1q6x7DiQ9ynYVBdSdLEXhVo/51rNSIZVpZSiiX0jR+3pnZWcGr5dG
pqf2RfSXYk1KcwxSp9riXVrbRzqtgruej3hTEhjVVjED2N09w57r/JgkVjTv48mSjJOpFdY+Mf1x
ixtl5dQAeqE8CUc0ocGyym13ltkYSe149F216thUBa2puIpNAQ5q/HNp9/Y/TP9WH68dkoEDdiIV
f5OZEV/4ndup1AaO6iCILrkhJ5+DBrXRQ1JmRbG3O2jF9Wlu/Q3nfhv+XJsU+//OJN9topkMWNUv
CsPZwaoeHCPaqtHRbgLtT9bY834alDnaSXLY6Xt4YJOtmvutLxKFBxDuNvVLlBsW/s8e7LbrISW7
8JDP4Rm5oF7bVZGTaK6JbDoUfXFZu/GUtT/9uO28+9dm3TqUIjr8lFyghfVoIo0tKPFcVN9QXieq
Af6OrrD5Wrc6yJsxj78Q+Bew82fahz0hpBVcIHg6CYWoe11vvlY1ZprqpuSNlKPOusTUdZZY0vcW
VNDp/ipX7hGmKLIQNZC7aQtPmDJ+OedjElygpald+F2CL07sT/tuTr+ro2O83je3coVMUeIX9CNU
EZcBEfB+GT2qRPLSPETXFSKgcWKqyjCjg45E+xi49QQiLbBGc6Oju+KYmP4lXEHkD842ebGnTRdA
3mj64YXy0WQek34IrFNrRcb/sKHUgIkR4FGi1rG4OL1WxkUVGtFFQR/3xCMzQlbJwFZqz31zigyJ
Svv9PV37hLQWAbaj6MBo0cJinfWRE49adGkZXRyOEfFTfnKm2ggfmCWw6scM7uIPN2vQ8gB5AZMf
5xMKh+sTmiU+RPU6AF61hbRhmOVxl0noYBhF63w1O6M+NHq2pUa88pCJEjClKhGB3bRqpJkhE7Wy
g0vILOzoxrimRzXSsq9NbZgffzTFjSBC1QmH+JjXC4zp40qUdMDOp0P1RU7kcufDmePsi26Q840z
s3Y2iWmFiJ0YV1yezdyCRtGCOumSqG32R1aSIji1aVTl+/snZW0DwYqQ+bB7cD8tHucmnOtGSzLH
SyOrPyKpZfk7rW0D7dGY5sZ6/bg1jgYdA3CKoFYXW6gZkCcokux4vT3IcHg2cZijcy/n0aGJtfDv
+9bW9pASAREHSwMWsrA2+qUVpkQankGT/xP8UwCBgEbVycZtW3sWeIjfYFe4zWWFTQxx2UmX+h7N
DyN7cAIreoEcxH6ZldHWYEaz8x48FAyEfwIS9XrD/Nq7TM1JKCjDtgOI4fpcynJvMx5TSV4yO3bm
ShoSd4zZF+ei6RlPH53qyBZHJ1RQkuaQ5U3+4/4+r3lwQPsAocCE4nEWD4YShEnpx3jwsCv9F5/p
tpeEpOE5N+aURgRabE2daRu3caWRSbWLmUJZjGqCXlmcXD1XUGj1I8dTgqlOXoqi9t3/I+28dtxG
2jB9RQSYwymVOqvbUfYJYY89zCzmdPX7VA+wa1GCCP87mPGJByix4hfe0GD4aRzwdzHxGSyCPHR9
lHl0/ZG2Wf4SWEFjngrEIH7fnoB3oNN5ikThESAAaQNJNjaX50sQUnvtS08EX/MMVxW/ZrrvoM6X
AbIMWvug9l54CLW0xYp1sg4KyOB8Q7Kv7QKaZ9Mmc6p0W1nFGvtGrvzFz6IoST4OHOziEgkb3Zpp
BQYQq0Rubscmq4b7MlVjiN5T2N0pGMfe356Kq0PKkrrNTpA1yfOZQLa3C3VhOl/HdkZRTjGq9pmf
N7g7wxwNQrMot77cHvIdLLP4TJYfEB5ZIp5wS4PREqmMIh86Gwfx0tW+RqqHwTE7Q9H2FBzqxoe/
ohu+SJS83kRRHyIQaqjf0nkM3gJPRbg3FVFx71XBWJwMpcPn5fYvvHJBwKOR9DZIg8QAi6cxdoQX
GFYY0FQpk8r3przzNhNFiq9trysJJoW6le8sI3OtV6tsjLU0+sqiSJExCltA/AkIF9tzxJbUbTCe
P01jYz1Tium2du0WGzMhjgdnMq2BIq9cSUCqqKJhRiRbHPIH/ZkqNFqr6qMafO0gWuc/zaLsT7oY
grtqqlTvGZG1BCebMLfsV42ygbep5nDtZVtMOrJgMOokBZb2NGI3y8IM8j0NzUGEwKY0qj6aiV2p
fqqo2l3lgb3dZxV5/l3gSA1n2Cr2vL+95tb52ZPD095hxelI0B9fUrXUZnJD4srg2bQpIvidYolx
00vTEXrXeMHcHu3yYwkWJJiOeAGn8yVWsNIcaRMk9OdSxMVm6rJo55hRvveUJL6z3FTce9xMWwhV
9UpWuLyHpQozBRpQDrB9wFcsy0N2NzVhF836s92GyWM9VjGFt8jetIlnOD6gknxblq3+3FaqcWdP
butjTdGsleEWW5xf4crcSE60QT9v2S8tIjUxu6Q3nwK8P45Nh3hGgN/6LkjFtNHxM1vjmC8ePRir
NLVgGKK3z8V/QcrtPRJ8MbW89Hk6/67q5Ntguup9OpIT5llrbpI5ce9ur/LFnpKHGJoM8Rq+NjDp
z49V3LpKCJo8eR6EEj+G3Wj/9Dr7e+x5+Uo1/GI6JZaExEjSuOTUygP+xwGejMBU60FNn+dUJJhE
a0FZbY1imGwkd8Lu+4STw9qlce3rJDSRd0M+pMs93JV9U9PIS5+zpC3u57BTcCcaALrhLBd++vuZ
lNhoOPLwLIBvn39fH7lNEyV2+jwGCGC5oab9MICM/DSKuF8LD699FzoWiC5SKJJ0kvOxBPDIPDS1
lLNZooNUW7ToXLW7B8yarGS015aNjiu3ALfPpRiiGfW8Q0GePWd2Kbd9pz7HQ5IcrAQ7ml0Sau2a
9/TlMWA7GlRjgClLPdnFxxlGQrSLj+5zTB3+ixUn7hc3cJsAG7+k5fSLGaEFUF5ruluX1w47VLJI
6DxCl6Fyej6rk5pRl3UdVtDrox+FlZq7PmsASGP01+7LaXK+24qnxZs8MefvdJHGLzru3Lvb+2jx
0HEL8Ctk0ViKmTIBi3PSZZbVT3PMhHfq+Koy81ZU/UrDsVfva1fUPunbbGyxCAo3uvq31hQk2nwi
PCx4XxirA9o4n4TZgc/tZsN0NNtM9I+o2ZrtDlxdUln+ZKhZyI3fW4G7Es8sXZllgo9/Jqst7dzp
hsot/8f10LZxZdbANo5OGleu7ReVkn40jAqppk1Vl73oCfQirGRaqoYfHNEp2l0IcLOC8dMG/9hK
bmsb0zGmj/ogXDQFxOBZPnhMZ3hwciubnpwg1k2cuZ3u5+0VW8bq/HaZqOFtRjhGv2b5Xg1OiYp1
X3UvMQanWzFNHa4OUS98YkDD3YgGW0enUYLHyNOUj3EqvEPi6WW7GfBzUTeqKaJPbdCGKztpGcXC
INeoIfOYEigi77Okys9W6wVC6fuXPp46bEWLLIs2WavYx7CM23aHg039GVm1qJl8d8SVtC1tsyGo
r91kA9S5HN9SC3rqRo11LzlqY6JoK7fmxW6n9iqDemZPhnfL7RaLzhRqm6Qv6jSW7iYydKQ3Oyt5
yRvMrrciGRpz7wWdi928G9TNwUa+bA0+c3Hj8ELQsqAdhdOoFI0433uuJQZkE+r2xc5BQnUQOn9a
SaU2O9crKMqKtN8WpjN/vb1tLj+dAh6PL21UECYXgpet1dV1r9jtCzCwbj9WQX9vT8lo+y0eA06s
b4SVJ1tlKt230nb6lXv9yuiyy0lALckCF8+VCOxh7FSvewk9FZngdlC7PZHvoB8o7anhD4js7SsJ
akn/s89GqeOFjvFKge/icfkPyUqBQzIUL4TvRSghEZrXvuiKHexdJSKT0dzpl9towabSlfrb7Sm/
Mp4E9JjAzJ13Kc7zha4dCs6AXpNjQ0kh9McJVOHGK9LyVcsz8dtGpCg93B7y8nLALYC7jT9lFHkR
zE5uIhC774pjSC3X9ScRTKHiE1gqBopzXYDnt21ENceuzE11l4+K3e0Jf+tS+B36WV8sHUbsk5F2
Roznq1lF6rhyUbwXUv9Id7ko5BbgD5gV8tcuXr46yesEemhErzdOjmk/GsYGCrqIX0c7qIAnjubU
fYlAsBRbp0uT8iXqUzPzK+67b02dTgFac5b7hTNeh5tuDrwQUzNbEftMzQnMm2myAO66JV2sckxK
3bccoY8HN9UFnQCrIDibgVH4jSoM86Vg6Z+RwEzecg8aud/FcfEGf1T3DpU1dPXWGeN53DYVOgO7
QBhZHgJ6aPC5hLdMU7kJlI+JiPXkLQqd9meAY8X8yTYScMRh6DGZM4oMHK0q1T9lihN8gW/pGQ/2
PE7JzsmcIPsddl1TPqbU1I3PRazCzPKMrDa2VmSGwRZeUV895K2ZDTQFZT4AuKMq91C0rfEBAFVt
PlYA9r6hm1nGG2t05uZewbvXuO+TZKqP41SBwRz7mVreILwMTJMSNg50TrWMlP3tLSifzuXqksqQ
vIJXv5QwmcQQeXo1xEe9mfL8ZWymEKhe3QVfUhTy1ugAlxeLBOjJFIa3nChiEb5xnBNrHKry6DnF
hM+5MkT8CQgGyuDHqnW/oRdu+OiM2A9TFatr8hRXhmdw6WQh2Ts0Us+POI9JUUdFEh+tth0eplqM
n3QMBp8C6qmcPrOpfitpZU3Iqmpxzu/I1irSl78AOjDINdI4fgFFzPNfQBW/43QTyaCa2n2olSz6
FEV5u60dFVJrk+EMFyuq+WLGZbAHJ7wGnrscn2V2yERk24R8a3GYs9qZEZvXA4qTYDD3ifBAKHpI
eGUb3U0lQcurZ9s8JW5XPXfIQ2Vbj0ZruvKya5fbjqSLe4/fIVkSy0sls+xpFp4eH+Ninh0f29RY
/ejWRvM0DH3j+pqe50+8y86pwJ32AcmQ7ATZOHQ/zDz+9tcsKcvkkxbQWPpmZYjXPyZZo1hrAuyX
bwIYG8k5pcGPcfAyl2oqZFuQiqiOGsZPD5OewLONcp4mX6GupyDvpop/bh/IJVeR+9alHyqlvOH6
YlSwOCNxjm2S5/XFsW9mbdgp6lB8it2mqHeil3ziLLLwPfdTrYmTz3PkGflGL5ThedCSCmtQxQhT
69vt36TLkvrZLYEoD4EYIYH0fCUPOt+21lwgKTHk2mst6sx7KYOoa18noFn6U6gmzbDtm8izffBC
XvQ2WaOlPDtpOeF4pYpegpuTKPuE/J8YNmrbI5mvV0qb7vp6KtIvuI4M5aHNp8H7NJbdFO4EUu8v
NaJU4wf0V/NxXwZGqK4EOe97ffFRtC+kAgnNPCRWFmfRqLrU7QrTeE06c75Xp3D+x+1EYXx09CA8
GG3lJV/jquJcetEQew8eegjZvdl27VfDrkS2jfBZfLLNzDS/1llUPTkDJYtDnbWd8qQVaZ9/9qw4
nj7kDmXXTV04+dcs0ON+pUxzmZtSFwISAq4GtCRYzcXqRPZQJE6edUe1QWsP6qohkLBVhQg/9EPj
xH4+K150l8fWsGlKvTbfUvon/C+j3ZYrudrFBfOemKOFTZMEFPiyqhJHSd8VeT8ei1w42h0CfeHL
HFfiIQAYtEmLLP9WBUYM19fpx0/z4Ma723v14sjyA4D+IIjPJXt5s/RBIvTB8caj2WET6eN7Y/7K
7Tq2NoMGVkJtozXE+5X5p+Arua4UyhADW8qqGRGtbhOTpqMKN/+nOvQP0xwme2n64ifk454/uinq
bpoTiNeGDPeZmskaMvsySabxKAlKbALehQvnvnHUK6MlEzlCAEPat6sqs90qbdKjyp1YLZU0tzXT
vdojiS0QoyoejdFN4tnvq9wYpZqJpCDSNnR2hVuUsW/TXDF3ytDAOte8LBn8wWqgrFmTtuZDe3np
8eNp4vAikC1fXrQaNBCQNhOl1KbEwTTT+58AKPJ5Jzp9fgna+R+Hn5oCfObnKY2CBFkyFG+KsJW/
BHqDkaUSCc2LiJv6NhnQ+V1nQpHuylTOY2k6+yhxf5kodXxSsVh+SbOm9P62ls544DRQk5DGYuay
9jnHklfWutORq7zGW6CZX8vGNQ9urIcfo262/Hn0OCZOV1un22dFPiVnNyDYAuIhWVxh41zI81Gy
rylj9/Zxbvr2Sx+kTYzSeag5u4C++avRZP/GkJ++3B718oRi4YrIAK0DRr+QvcZXdPTKxnKOLqS1
3gcCmO57x56/5W2TPHdV/O/t8S5iDTpD/EMlATAMSfWi+No4fd0MSmQd5xlASl7p46eurbsNavJr
fmmXt9/5UOb53pnttFZckVhHu8ix+3OjGm8dFUjKNqqiYY8cYXxIvTzbjcaYHFElWCOfXgZWcJoI
IWzcOZjhC3mmUKCjndBlPI7IOab3Zl6WzV0d1HOKun9V36E1DfzHTtz8n6IdhEW8gGPBfdZW5kuv
CO2nMffJW4URWLfBEzbeF2k0rXVPLvcd9hrvhTzYuNyXixBH6bVyJADVj6UyIOmujt1WtevhE+Ip
KKnpypwdArrJ4m+7DNiHySYhqFCY1nDaz1eHKs9YJ4SkR8yY1U3gOuWmiUznTdDGvKPIEN7f3njv
EcT5+eLjKF/YqFxQxFqGcl4TjyaUcuc4cbtqh5SQwvCDNLM1v1QB3DxErYq4NTYP473WDYB/27Dx
FB5mCD6bHo67skliK+gPOFhrR9LFcXgy5k7BOGwy1d+lHrvTwWmL9q7T1CkAtSaq1K/c0RH5JtDV
ZCt0I/N24JYG69C1Gl5nepz2GjUk0019PS8myVBy5nDb6IqVvlmdZR5g3XcoYKnK8JFiYF18B0Or
fzGNWeFmgBzv+n1cDvdR20/BQw3o7ZSjMvMWd00XPA3UA4Rf42GOiHYxtNbv27N6eZzf5VPpvQPE
uAT9W00jOlFrzrFF2jHaBrkVKLsC+VHNz7ouWMP7X3lXGY9+Lg88hSGS/fNdAzZJgQqiWketw3B2
YwiTyC/VXN2v8Tw5OJXTzAdtirvcp87Ri53Rc13fA8JT7qLY0dvvgwCwjuzbDFNG9n63HeAgzY89
nAIRI0k1SnpNTsx2e6Ku/XKZYUnmH5fthbt7XsIGC4e0PQYhSEOnyvVoq8+NeXSollqfQrNTNgDR
Ff3fPO3SXUoR1H3VqraofLtAA3wXg3Q51CVVETC2nehTXwXC0f1QPCEQDXeL7CMzHs5r7eXLa1Ty
yskMkSuh6bm8scM07uwKh5EjRwKVt1hEvlo4xkMjROnXnuJti7H67vX4BvCG/HWrlYwU83aErTDh
gPe0uJ0wgXKLdOja4wQE8E3zgui7AIqLpHRsHuapq7/UTY+g9+3VumipU3P8D1XF9wJtWlxOSpsp
M1rH4tiM2H9s0Z0Ltk7pGnfl2ATb0a2b9p7rMb/LQ4GX3O3BL59kgyiEigSR8xU/d2EKK3atrD7m
UPvv1Are3kZ1A8JXSpCnIlTTH7cHvPICwL9FrcWCbgyGfvEmgy0Qdj4l/VFU4Me2YyBGTSrCh9u4
jIZN1JchGUOefr497JVJJkviAaDfQeC/rD+1aTXPbtQNR5ckKTvxA/ATdRx8FrdD2JTNr5qai/Vc
zFYhPjrB1K7cXVfHf3+FaGldll+6Wimohoju6OJskQIEwQ26MyYgwJNXBxk7zoblrkwIdRyEYqlr
XZ9r0w43AhAyArvIni22tjFgPpppaX9McHupfLNNYndvun3wZhQoK0IkVqh8j0q8UtS4sr+kWA7R
NHg1TLUWy02Ty+vLyeO7ZyBh+hDDV42wevmpBzG36RB4ayHGlcsP7j7dE9kzle1p+Yz80TMs7NSo
2L3DcXSdeHwoRqP4F5mBzNimjp02j7gPpL9S2UI8aJkX/DPUTq9s62rsg42u9Lb5aAx6qhyUolYw
+gvttKQ25ti5j9BrBzrWdBPk1/vY3t3eo/rlZPHLCRtAopOBWMsa3aAnuhBTMR8TLR7edKisxrZE
5YxevhGUT2OYJq9RSB1+M6NpHe0UmwB3O/d9Wz82URQLmqHI0vkCLxlwfnjLVv7k0RPeoLFVencl
vI3Gpw5dGo+FJvT0VHZ2OmxENjr/qnOrfYV3z/mLKbh7B0MMSKMOc4iV9e0PvfadcBMlucEBS7Os
v4yZo5WGoyBlYajJXc2j9DkkB33OIRRvORX9Sjh2Jck02fkcfJrYdDWWW6LVcAYHD9sfNbdKs9mf
dUqHfiu0Nmg2URcPj/zKyNtZSPsmW72wMI+14sr4iuhvF79p9mz//NspQPJexhYIxlD3WwaISo59
wNiY81H3Is3wO/xmMd7y4oeedHiPPjNugrdHvLwBGBHjMJzfaDhdFIDrsfTmQRnmY2vWiT+Ymf4Q
jsqnwC25j4Taqf8UXDyH24NerjSYBSDsFBEpbcKkOT+Lwu1zt4Y4fBS6mLZFkZp+OsLscTP1bhid
eqW6LI/2edh9PtwiC8MKBzPCYFCP/YToPGCS9juK0Kc8mfTPtz/sMlCRCFwD9wmp0MxSnn9Y6pqj
ltWleizzqdk7/RA4eypOVvazaaSHTKo3qDrQiUCQUsypm27iMR29vyT5UrIAYayjmk4BgRO1vF67
OPecKQqso6NN9ezTlteB/YXqrsHmbeUUXVlLAm8dgy6duJii3fknm5FbiQKRkGPTZ/MB9MSE3KSV
YXtcN/Y9KU6u7W9P8rURPQokYADYQFRsz0eMgtrEn3rUjlqlQPt00ujgjeaYbcK8C7fz0KwFJ1f2
DwwPqCzUvCH3LaXo67DRGtBZ+rHo53HembnVu69qZnqYAul6YK6kpXI7LrYrBkt8oazA0BZbfB++
crrX1552FDEXTK6ga3OgslrrKwXvy+DjHTwoVQws/l2+K0pUzmCEUv04tKLbaI1Jzyezhn2OJfeG
JEq9pwWcbDF5pWT810vICZGxNMefEuXinPShYYwVBdljmlXpQ4SO070RADLp4INukVFaRYnKaHk5
pzQYQWwQs1w6F8QVtUSsEnWsrAtzM0bJeBAQw5+KLIyetCDxNh5m0G8YrOjPiPN7m7juph3SY6se
EVcuXOR8+BGAp8AnLDcTOXVVGHjoHXmBs49zraW/CoL9O5Nrd/ALLTfnraborrJyTq9tYuQTkOOX
ZbaLXmc3lFMsBeWOdLONgze4fewr8gayjcBZecaujiWxxxQRKcsuU2TqTWYKR1M9WqLqv1eJUn/E
XBH8c69Z4coDdn0sCsWktniWL3FLArmNSB/5rtLIx199EOLbSwrbmz9ER+S5cmaurZ6MUPDpU5FT
W36ZlpjeXKPydkxa27tDIB+9uqRo9l6jzt8AMUDDrOf48+3Tcu0TiVRoZMg+xkUCKkqz67p61o4x
UvVvWFOoD7le4bgIhIJm6f8wGJmASWWMEH3ZPGobt5wCqmVHkc5J+aiCRdoZroKccaxk1sp0XrnK
YX+BsEEyDgWXZZIrBrdDVirhKretxNumiD+p5NWe/r2qBmXbofG+puN1bQUhgEFHob7HEi7eqznK
I1MomXF0FLfawo0wCsjSbrKVmiW+VhvOni2trcDUrywh54FrXcXV7bINNjl1N3Szyf0Tl/o3nu1M
+0HppLnjkTPNt9tLeOUTgcLKwibMUsjvi9KB48SZJYpUO4LCGmm39lKI7o4SoNUd2GMB1Wcdz9Jt
GZVtubKi18ZG5JAzz+PMYykn4o80i5ETdEwS46g4SvkKcCpPDwAtc/cAXiz9ToIyQLLNh/8lDiGf
lIx02e27uHPsMG2LiDv1OCt2uq0bJ+92WjwHz3PoVke1y0S9Uk+7snmBnHHpUJy64jJSRHGIlXDA
SYHf4tcdaglOOjolxdA0/9dKw+Tv7wFJwoa5iIyBbFWfz20I+0g1GkM/UiZWXmOMhpxtJfok3af2
nKcraq9X0iMbmwXKbiAzqL0tH+lRK6GqwY5+RRUsfHAjL7e3Tt5SJiiU+YGSTbzvtRRhuDZvHxTD
CeOXqFTCB+ona3J07xHr+fsN2gyckKwAUnZcFmpcIwtT2NjZaxzabC7Rt4bpx8UYfxD1PD7yrLT3
TTKViPnbA6x4a0QWsBzrX2AkqVFjISQ2kPrXVOgvQyhqyu8xDFuAp25x0rQaZJRjtfVrAPcj9eOg
JK4AhfZEbY36rz4oH1NAY3484Va/8vBdaTNL42cqGRRz5W9YbAeAommEYVjLKSt/o0wN4j6yrCfU
ipxDpKX5h6Iu+l2rx6Zvd2H9MFhJ/9c3jYz8pZSHZLJfdLophWOgXLjjKxFN0m3GGHDfSDnkDS2M
xPNdHd5lU6n6ml3M5dGjaIaCEbLZQNAv8uQCmcc+8crhdQqM/vfseu09HKBG+UzNiTfYMkMnXLnY
LockWgPEIJ0FITgtZ9ucciyT2sg95qF2iOpU1/2mTQS0udz9kM9V8OP2JX75Ykg+q8QswBABFbW4
SKM5Hlqkjh18FFrxu+97i3qoHXwdcDT/eHuoy9OFoTGNbcD00pj2Iqox85DXtkjrF2y95vvOHIv7
rhK4y3pDHjyYWTAc+6hTd1GbGvWmQmT0s2W0kUCgXYtPkTGJf+JUE+3KDr9IhHhG8ASi+MU6X0Ll
9TqoWtQ46pe806vfUJdHuE30LsTd7e+/WFoPOw5q3WCsQFmRVZ7fq0Fit+aEfOxLB0+i2Siumd0F
Yds8xYBSDnGsH/6/xvMWJNXWiwtTC7rpBdaIOxzMIuKEmi01AasJi9/hbNv72yMuNxPnk8+DJUIw
QM6x3EyV3SiQmOL8uSzM9J44wHgWRnDUovSvqYDvQ2EMLJcNetoyvsqqfCrCMs+fYyegp2Xirgyc
LxMn0MEYprut/UNDCnDapBqqLbc/cxl8yLHhjKHVRkGbQu9iIbvGGvWhc7PncaQHFSNiBO0vd/3Q
7rQSfTPX+F2g4/rt9qjL7fM+Kqr2vJLgoqnQnm+ftKhMD6Xb7HlqZ/VRF+5XzWyiDZ73T0NepiuH
dfGNkr8Lp1SCmpAMoVIkn6Q/AqyCLlUfzLPyFQHaINpWhaeSdFTAvn8NKY4yYKrsKgCUE9bl7vaH
Xh0a/i5gRNrXFA3Oh+6bZmj6BnvDyRDNcJcZ5QhYNDbm+s2O4/H3MJsJqhtJba4ZVS7fuv+++v8N
vdSJgICV6D2a/qdk7Pud24XJplQDay+iQPHuHCt1/q2ISF8as6gPatFGyW62a2VlAhbH6L9fwZ52
gVNo+Ezp5xOQBTneXamhfIXKhTt5OZnGW1OSOPDA4xV4e7YXscX7YODVyMLoBALJWSy0FVtqVYdD
dAIeXKsfVL3QFX/UsLTdEmuEj2bTuulvwuHhUJRF85eX1H/Dgz7CFY1S/IVQoDPDlxJ1FZ6CGgdE
r8yT41wU1bfUA5pNPFXYK+G03D1/hHjvA5JwkuBSkgdbKo/ZHxvbUCYvHIQT4skxuMN2RlljB2Qt
MbYtlxedVlNxxm2fuFOyaQU0qg2FY6VaiXqvLTFisXTjJDboQvN/rspOE3MZnhxcvu8Gwwu2xtRY
28oGin17ga8PBRJJgk8c3p3zD1asjAxqtsKTNg7pl1qXOjy6N9q+1vbOmtPstcF45YiiKSySJC22
rqHBvbdbTHzxCh2fqSma2X4qmxr3Rz13m5V0d3Elvq8lb4AhW+YqycPyhdO8YW7cKvha5nX1ZoKx
ws8kNaJpPyhNOO9g2g7Oyht3bUwA6OTXkvrPS34+nXrTjiGZmILcCvqgg6On27Qs3dcpGkI/DKa/
FxiWpX78N5hTlQ0jo5c/9ivFtDDr1VL5ahKW+aXnoM+X9WHxyTOjbM2x5srhgAVNp0DSbvDkXXyc
WeuTqmD/+BVgSLThO+cHDSzZfTeXd83Ue58KI3b2RqoMqe8KPM1XDueV7UNkyG1EuiN9KRYLWtLx
Ah/VhKdWm5K7ppvaxy4CaQHFiFf99rm49q1EKVJajruPPtH5xFqUYMgoO+Vrp4u6eHFCxfmVNLUa
3M+pStWym2dVbCpX4uYK4Db9tmrKVeO/K9sJCASESLCfGO0uD0wQjvmYZRrbqdSGAyhY6kR5hLJu
Obbdg8Z3ryE+rn33O8EPNKQ8N4tkMk9jpW4iKz+Zev9v6ORzvqWQ6hmbhkvvzpmV+BhAN9oFgeHe
1cba8NeW2KHj7SIhjZTPMsEJ9dzUsjjA78lKjO+ZOyDUHc3mj4Ib/9ftFb46FBVU6tAIrlFlOF9h
2wm7xvDq5NTFkRJskBDC6BNN3aH0RzWrVjI3eTYWDwtdIgdEHK82varFQTX1MRlbGAenbO6M+oMo
rVx9tRO7HD5Tq3W8zez1ff5PoGnNobaosqwkydd2Eg84LymlAtyhF2e3BMschJmbnMrQnMA5oEr9
L+mk+ckxGqvf5/YYrWGWr04wvGzQaZRVL3w/kBEjPk6V5GQW9jRu7NFyMgImOnTHIBm173+/nJQi
KPeTWRAaLpYzaMfaGOMqxZZsDHLK71U4O8c8d3P9ZzwM5srjcu3juAzRm8IODRq4DFP/uHizLgcS
pDrJSZh4ofkDN2OxbRsx31WOiNaAI2ujLVYv0KFFa2GcnIwWpY23qZrr4BEUtPXLbaM1OYNrg4GD
kn52ABIuYz4w7WavYFxclGnQfhiTLHE3M+KsxpsOP9tauWmvnQx6CvQYKR2SMy2CAmp5QpnqKT7p
igEtwCpR4tELAEl+blBnO4SD6wkDVGjf/ELJeWj/h5NB+48tg4rApXRYSWdehKWTnpqmdn40zuQc
tGRId0JpjLcYvOna03J1fmnfSKFA7Aj0xVXQmnYX6+CgT4NWq/PWS1EC8HU0mYZNrlarbc6rw5F3
G7LzSDa8mN++jPq2RET8ZEcGzMam1uZ006hOvmndoV4xNZK/fXHN0V2AzEdqwrW6VBCegrYp2izJ
Tl43uNWjOsWz8TjA1lgJW69cZ54sTMHs5n4BlXR+/EAthn1dGfkpyEc722uxaSWjHw/1tLcqZZ4f
hJOZayImVwelKwUJXvrELoOtwYicqpcul90YFKiqjeByfKUbh2bbitSw9xqau2s+lleWD4I/nX/U
1UBDLp+pEH1ES6/U9KRYdYQQjEaN06xJtoMyhtxbwKq5fZFe/UreKmmESAT7rtHwx8026fUYzo1I
T1Y1Dd+8YrybQt0oN2Wl5S1V7KFdy/KupPQg4ih6YVFlSdrb+WJq4MuTCc2Z05yL4oM5g8uiijvb
3caquGWf6YoDVFfVzsn//lUGUIHQK9UansalNdUM18zFCSM7Ub3Oq71Vog3jpE1uPGfznFabaNSN
uPPDMlDdTa3kvfvl9mRfW11IfjJlkOjey0LV0KNQYucnPU/FL7f3lGe7N+xgAyF5XMnlr431Lir0
HoGohnE+zZ6CGnAc1Bh3hpX1FGtF8Zl0KAj8RG1XamDXrgEkkySGjoaGuYwiFbMlFMGl4FQEoTZu
86l1wh00rTUfiKufhAuD1N+h+L8kuYna1gezdYpTGLnWT/rTLo6VXYEKR4HR7t8vFcmWJ1vSoDeX
sDj0rGx8sL385DZWdoegjnjFNtpxfHbYGm/u6ndBVwQrCoSKZu35UoUdUn6wQLNTleLoeJ+mQ3No
C66IgwZX/NPtD7t2/HRo38TC3hX8LzoGEe6iWJ+mfWJj06JavgsR5JgOaIj43Tj+rk1jvL896NUv
hIsJjJJA/0JGBYLBLLqMjV+njfmUtVn3a7LqftpaLRDj7e3Brl1pkoIofV3JafRFsJZLYJamsvOT
rMicQ10Y+eTHWg1KQ531EG/xAgr8/vag174QNAjJKl1wHir593/cox5SzkpsYu/qqrWI/dEDsSqM
yX0sQ2cNwnB1LEnPlkyySwg1dT9bD+YgP3nWQGvbhu61E9aAdZRmRGs9v6uzKTtu/Ae3dHlnxaYT
u3ZmIxNJrTvfoyOU5aB763qn5XXkPpAT/2WrTZZyYJ3/3yGdxQvhgpkucX0rTnmD2MhTnBn9d3y/
6mrjVmr3YajoC91evasfySMvJVDIwJcgyqRq+2bIWnGyVby3IJKPL4ESa4nfYxZ/P2lJ8fF/GJC7
kkDtXSN7sV0GK8wzMyzEaah4hhiRSaUGaP4mFi5+ZFrprhQZr34htSMCNb6Pk3++P625mUvNy8Up
cqL8MLB/fNuO1U2X180j7+G8cn9eexOkaBJQXwm2X/rTTg3bJWxqcXLUvM63tT3qUN2EW62EhtfO
gimrbzJMk7j+8+8qx87rQqo2p6juqm+ZZih3TZiLt3by/g4j+b4rIYsiwOXCKaf5fT7S3EriStGL
E9aDib7LwH78qLJoNQS8tlI8ciwU1n+XjNgB6CwI20Scalfa7fV54fmi0BRBJV4Py63tNGs54NqQ
8u//uLyKsEgSDJXEKXHq8C0XVfAxmZvuDq7eh6KqjZU47OqaSfiK3IwUohczSdzszZ1uFqeatNTc
Oolj7O2Asu1Hq9bTNem2azsRhWZ8swCc0tpevK6RUlRpGA0CzXvLeU2ULkajriqtlSfuSmJLaA4y
gDPG07pEIQ1jnwbNZBWnDmX94NHVI7U7ZKVdHUoyl6fWwhxjUweRUOH2lGva0NdW8M/RFyuoOo0M
V1xCo9lQ30KRhs0+zzXh+SlCBOrWK3Gtun2FXZtXmggA2ggnwLUt5rWobcSTEq04jV2eDAdd0YZq
X/TqGjrw6jjEDawe9QlCsfPN+X9IO68duXFgDT+RAOVwqw4TNGN7HHv3RvDueiUq5/T056MPcOBW
Cy14D+ArGzCbFFksVv2h7nKK+DwVLui9KtXfntDG6oNH+ec3lVZ+HnA6qrT/YcPDTFjlDYkzzeUi
eg5eLXLlIc6bZ3NCIiornHdxWYbFf7h0KL7+xLEw6LpD3lRLqPAKLC/mFA61n41heZyjbHls6q63
D7Hl7cHHNveoJL4TkUlR1tdcURtpVbdKeVGUsXl2y6U9FECx/l3oBz5wWts3vN2yp0nn5ru/Wbay
Tviv/zfyan82XTEaY5ZWl6VN3JMyjfNjprS5n7ZF/LBg+/nNq0Ll+B8GlcVl2hg8TtZxBo2cKoqz
trwgaYasEO6Mrl+NcI4TUpmjShjvD+5o7l1Jm3N16JZLCqdsoVxvWG9RqRQkNsnEWJ/sehB/48Go
SXEnuuQngST5axp13cv9yW4ek19GXRUNq3SsaMxHhDmXLs2D0qeOe5Jguv9w4aJ2LhHJpJ83fTaB
0hogPfl+WHJlekiQjlPPtTFVxgsCqNa8E1a37gqQz0ByqNwTV/XrxeTV0PZT46UX1E105S/Msfr0
Ve2tyh582SZO/vj9ZZTqYPRfkFq8abF15sRFGHcFxCA8qnxNy0gI68az91xgtyI2/QHJuqIZy2Je
T8zWauSxEx59TlqKv7pSj5bHElZgca4gQsG0s4z+8f7cNodETQqqG+UXQtz1kIs+G+rsdfkFp688
fu9Z4Nf/HeCetc9Rhz/FIUMBrtm57NdIr59hlRkChZC8V/r616PSPK8dVTgKJopLZH1vF5DAZ7Kp
XPuhmUO5HHMzy/SHfkC99H02ZpqDuGfTGRb6feYY975Tws96aOo2Fi8zyd6X+6uytcN4lwKwBvNG
b3X1IdrOjvoaPd+LWUXLpwKa4uDPSTY/Rbnnfbo/1lZooC9EysNXoOO2Wgtev10hDCW79NArm6Ma
x9X4Se/MJPRVK0HrMU3+dN0lt3fG3QoOUjhAetpBH173o1BJ6MhCOLRD02feV3jJnSIOGja1e8C+
rT0mUyDUgRErvfHEKaamU5Jqzi8tQlbhURfh/C9myipKvWHxp9Vq88P9Jd2ampRx4TXM8/Sm4O1k
JQDhWbCplbyb3uJuabKHpnSL8T8EPnl4EJuXGNh1aZYbzFrSgldpl2YGCHetEf2jq859e27jeXR3
bszNhSTQclSBp9AdvT42eTVgNm8DYiu6aXoQuqEG7oLbmy864TiHJJ6m8L8sJQQO2XCnlLVOYZsU
pwIVN76LluBvdlrKkG6ICYz9x/1Ptjk1Ca4moaNVsc7o0rxC6rfjLWornaD908dY5Qq0TseD3k2x
fUyAzO158sn1WvcqKK3ThKFSCfNjFfzy1CjTGXW0y+TgSmKpSdH7ob20R2dx5/Qw4Cbygn9D+Jgn
afUBklH11/1Zb519Ct+0g0HRoTmzOvuYNRHd6RhcVPzqhR92qlbBr+0i2EoVOCu1tWtEP4Vjf70/
8NZy8xJn4mBuVf5c76RkxpQ0odhwcUtFPZGsIzNtD51nH2kGt19aEHTLTjKyOVcHbqZFjYpen/xJ
vzwo1aoyBqdT8ktXOGNyTr3O8Z4Vpeqb70qyxCgYNh3GVT6Kcelekrs5NrUq8LWyx+et3wtZZY0S
7nlZDCoCkZXkToDRiUTkuFnxx+TGreEPBhC6nW7Y1kWCxhM9f7jdMkysJm3PrT0rLRX3BAVJHMbT
dgpcm8D30VvmJN4rUa/ZEj9vVpr7CFgCYqMmsNpRVYsvuJsm1N2bUftqTfGTOepU3dV+il5ip0n/
bJIhfk5Up/mqpwUmMJaef9L62Xq7v8Nul5z7k2n/b+ef3ur1zDUxlc4CWvCihG2NK6viBG6XJzHM
NOQq/QpMCaB8b2o/3B/3dmcz7k+NZq4bCAmrMz2AvhCD48YXwxmqBz0zw+TEwbW6Qyb6RX7qKt3J
RzdgoXJMACQ0BrlNvdWY6jKhHYUuIy/tLnX8wVmyR52i6PjFU4ym8Wkt2c7zJLwWtFuY/qO7dutF
vp5M1R4z8Dak8VMocMOkp6FurhGqjgOf3eodcUlqXjYL3JQf1SgW8ZzXmN+cwsmeugdltGNeIkru
HqwuNZ2H+59gYxPyI6QkP5kFn2IN0xKUBgorp6HvJGSwaGKX3d+F0Vt+lbb2yRE4BeCgCVCNTTxf
hD3yl1mEcjivoXZXtuc2G/gpo0kCgwylRavoeidW+tKhDzrFl2VybTQnzErLz3BjUQ68P+/NgSTC
XbZNAWzJYPBLhGv0xrbqpI4vteHVj4LaAdLMSNhUO+u7N85qQuWsgo/Cb+xSx1B2EWNOxXjOnKzZ
w+9snSUIPXAS4HvxJFlFL7dR1TR1J3FpU2TbfAx8VfXBRG5rPNc25HqEB9V6z0xW/qfXlzK7Rl5J
svQOi251mGpatUoR6eISIfERB9CEp788LYveTWUxZQ+gKuLJN8ZleCjm2k53vuHm3mUiJAS0iwAd
rwKoLqxeM+oa08ihL786Rjy+DHEXWecpgu3nZ22M2ndUJvZySqjWmr42DaNdQC5wtR9FpXb18f6u
ur1CWA886w0YcDBD1m+RzsRbO/Sq5JKMVvE1U5eGXgtWdyc75xzdH2trZ+GwiiQcRSZC2uqDx6DI
W21J0ksH62d6RXBFR+a8aSZvr/izPZL0nqBwvoGuFMg6dnHLrCLTno8VaNnuX3weqr2uytbykStT
vwNaAA91nelkels7Sgq4R8/eqVNc/qEM3d/zMjvRztbZmhI4FARc5EFgAa+PfxaiLZdjH33hZ4zZ
Cf3VHo10+gJ7sOatGE8fxeaIgBHHiOJ6oNwGAF+gJ38RcezMH71yzMR3JKJE4uP1WIl3qRsPIbQ/
te4fBqWL3nejHe7p5Gxd8L/+Crkcv0Q71RhwWsjr5NJ1rfo4uBmafzmJ87EbG/PZyiw9AFnRDztP
rq1hZXDgZufxegPYSGjiWn0VJxcnHov0GEWR+YQkjvoZnFXT+kuPZMQL/NTlNyXpyawoVVA3/F9N
nBu0qOhH3N9rPbkIgPEBYEryF93BC0pq5dt7MPKtbUvaCLCQEgQV4dVm8uIZKvo4JRekwLJTPU/e
J09UM6XCSXy6f+i3thPRHcyWBObTXbn+kOUAc8iq0gRqVIxWIyYHVecj65Ikh6iNLP3QOgYg3CpN
M+FHME0Pqhab7sf7v2JrwnS45IOEJwkZ7PWvaLS+XwY4aBc3ROjooE5Cq97KXIyObwwlXrr3h9u6
2izygf/VG6JGej2cDgusGzPu6opCz4/BUr+OPQ4OCTqIX8B0JzvDbc/u/4ZbR6GoNmdtyXNcc20j
bU7YwzneW7UswCt43Iq9W2zrkPwsKUnUODnPKkPI4eTojVZGFxuvmuwl19WwRc0RpwHx0CSe8qcT
1qN1ipXGrs73F3ZzpngI8JLnAXJTOuManCdoWUD0LXv8iKeRNEhRquzoFsg43h9r8yPSxIPixxEB
+Hv9Ebt5BHvbMFZca+MB/zIrqKte9fMxiY+xMzk7DfOtCC9Z7y5PORZ1nRsoppgRcFOiy2KaxXSM
czvyjsrSR78NLaa3hfsAIZ4UAo+T63k5YwfeXumTS9vV4n3SNLksuihpXh86Xe/1nWltLSM6oigZ
gcCVgK3r4bx8yMO+Jl2f6D/hubSY1ndlLo2T647J12Uydu+OrU3C5wLQ6HIxg0m/HtFIKYbagEQu
RR4N52yIveqgpGWH4icCPMf7u2RzMOCoYI2k4M06i8UVICrRUowvsW40+Qkpw3L2dWREOr+cEIi6
P9rmYtLnkXgKaoLrkqDdWl3YCCe+jLQoXnFIqF41EJtHUDiJdRCqIFf8/REpP4JsIqCResj5/3IR
N7at9CXyyZcSU6hjsUy8q9ChOPFgFf8uPO9//P/GW308DQbQnPS8p1D1LdDx6f61mjB9K+p+PGnj
EO98vq0FpXQDCY36GFjf1cXQT1Dp8R3i86GQ+A9AuFdrtnG0K3oMRcPKGv5DqHZZTAm2lcit1fRq
OxS1RmPhMtiFNh8qpZ4/t2kXeg9k+sbT/bXceuzIvgsJI72lG5qyjvrTOFKxuGRarZ50an6PFTD7
wI5VT/Fdoy3RylY9f8Fe6Pv9obfWleInCwphmNx4lWHgNZepmHmll7kz/siUSU18O2rTwNQmbEoj
Nft2f7ytO4laJwtLTwXa6uo7pmneWoUyQc9w7PoHpdWuOOZlWpwGuzQeSWe9Ry9s9OV0f9it0y8l
E0ChIs1Mjfb6dCDAApvN6QFS9pP+NI0Uog6NDYmpSCol39mrm4PxzKCYi+/kTWeyc0rRRmqcgVIb
2gvUZw6k5Qz9qXHMfjr/h5kBcuIlAGjmptSTqaLoEivDgSaCKoGWaf7mKhkNo9aK/0tCAf5OwrMl
un/9CM2nKF8GRMIuk9LXy6ODKc93u4qLD+gIWX43Y0zg60Ok7zGuNzcpIj6AL9C6IHpff71pcpyE
ZikP0qRu/jBL131HIrs8LAIZ1Mecwrqzs182t+kvI66OxeIKyx1dm/ciDu6wNgupyVZHbwAFzIMx
L63jIxEcP9z/lqtRgWyCPeeBz3sYqOgNjDlNFBAoVpe/2uqIpWyE2LLuzxjrhKdKi5pDC2nrealt
o9/ZsbcDw/DDUwJ6FkeOjO16ges4zERqTvlrEsbzc5SUX3o+cAvZJtQeRTqRflTZ9Hh/tquvymyp
UEpuJTkOUhBr4GEOXzW0QJi9Rq47A3LMDK89Z8KcuL6s0MDUb2zLnVtya6IoYUrEFwHvBvI11FGo
JxyZV6K+djay1ntUDdy0IuzjPrSznR3Qld8bdBUPfk5U6tHgkgdKyVlv3ygeZuhDVfFaz0Z7GsSi
maco6pfXhO20R+Q2+VS/FM6o99JYAa2KkixcO6B015+yrUUIqMXyTpEGskZqoodQgXN12nv5rz8f
A+E4C+wRNRRwj2vIUG1oYTbkrXeKQ8RZwtk0P2IzPvjSu+t953blzo28/nQ/x5NtG4nbkfYR1xOz
Cww4ysrxTr0UgLNJw49ZDs8uVbPppHejdhRauhd51p/u56A4TfIoJvbg2nM9qEY8dWNF906ZW9V/
CqWrT1VniwfK1ntk/40Px0BS1hP1Xy6N1VtUay3ImY2JH0JeWkcgJtWBNFLZWcVVqsH2oFHLZqSo
SSwFrHo9Iasek9AoJu804VDuR2Zpn8wYzwRdK/Iz8g3mafam5dFTiz0o6e38GJmdKal1ECfWl0fo
poPXFiMKxmlrv07M8uiMevdwP6jsjbJaRcsVYwxGxDtVvdW8jElTnL3BMI73R7nd+3IuvCIg04GZ
XtOT01EzqsJovBPar9I2cjQPEcrIZ7vKsyO0mj0N3a1ZAXUid6EWTQV+NSsYdnVj4od3ahcnOTdV
WPkWbevz78+K2pZmyWDlkPhe7w01VKumyyP31Cyu/ZhC0Ir9Ri8c+v3GzEMCLMxOOL6ZFx4/FNSk
jQJWdqjLr0Z0lrCfOi09L4Nbvnb2XL/CwU52vtbNIebcEqi4WWXAusGjRqlmdwYKeOd60euDanOT
Tk2RnMAfFTtD/azIXYVfxmIe0khSGjmuMcWKXSlKq2Ma1EZ18iVDcOPB8nplOeSa7vxp5n33gVtA
nIzWjWPkva3wfWe39o8ob3vshhBbNXdKpVuzZ5Ny6lhjsJ2rOnEqorKp0Ig5IyXbnDutCY+hArNg
SPDHvr+BbkI0k/91KPm5f3mDVkuGdUE4pmcvbvOn3GiL54n08EinB316e9GeZwTEd+oWm/OT0Bv8
MCSEaXU2rIbVVWLmZ8alQPwGC1eMt7u5oBqdFHuyQ1ujUc/ClBpIGO2w1Y7tw7RXjD7D26MV0Lt5
qbg2lVC3tc+A9us93cObQMOK0khwcEQgQboBqg54isxdXqRnyNHinYpUF0wlxF8S1B/OeeL8JpSJ
o8949GqZGfkKceD6C4KJCAdTR8RxNmsdQdJxOqHlURDTyM3ub5abmwicPyaMPwFFgKfW302PTT0q
vCE8mYUT4XsOdzd/tNK4bJ7MjLbyIcNbRO9xQrdw9hnqEbOx+79g41vK6hN7RyKOyLevJ6tqnRE5
Sa+c9HC0/gkbO9GOU25UH0JLlOVOZNj4kiRJ4OGJ3rx715mEGi2wkzqVTCItJwA2hcBTp3Mk+j7p
x9FDnaxZ9gRQb9cYQLdDLAdT6PDGX52NIksRJ3Il3mDMnYOeL92xGvX+vEDN+cCe7Y9d1MSHJa2i
nemuR5biLMghsOfJm2C0rs5JF9rG0oOzCXLcG5YHaRvxp/CM9h2cMdh9mFq23sHW8yZI0hiVxN/7
srL97lB5JtuQzMm1QmeTOJET4gMaqLnrNgccJuu/sS0xTgNt3Z34Ktfw14j/cyxZv0QOleR+7cgj
wHNQ1IiHIGoHPT41A9IliAfP9VNmCL07enWaJB9dOxqfuqSInBdSBi/aSXvWkZcfQTrCnQOPhXRk
fZiMWMnS1EvGAJZF+Rh6evTmJbP7Mala7w1gSne2ct37eH+V11uakajEgeVkcxF/108NN8X0HpXk
MRibZEm/aouTWccR2KP1zbRh+R5I48fP/78x5W/65YrpXFNfnAr4VFyDUf0BP50C1tmD3tWdlERb
uu8FoSveaTGsI4WcKY9FkETyTr/xIlSV0hr0NpuDQmkX94S+0TAcMT9LNd8V7biX7m0sLCGYpi6X
DG2w9eEZKkq4ZMpzgMma/TBYXfQlNblMh1mPq0M/J2IvRbrdP0CwEb4mHIMrJaW9XlYFFeXajcUS
aAuRwre0DrRY3Xbakxqpiv04cB2860hQd3oca6AF9VV0NaUxLI8eWRBcDYxLQmOFYh6DLtKUL24T
9r0vcuFox2YpPuhu7cA1A5j4IWxDm9TXjLUvoYKCzBPAxW7Pc/I2atEhoKPMTQvs46YA4w1mVxZD
PAV10kd/QE6OntNS/dGPpfKJQ+W8R+Y4+ch1tffOvA0iUilD9l2gM0EMkd/nl229JH3e1ko9BuFU
TGddGNExAkf9FcSa9lLEcfI20lt/NcOlfa9oNppi94/V5sQ5xmjswacw12KV4QBo2XL4DIhFDp+W
xvYav60HtDTQ17CXQxyJ7Gtt1NkPsIzl1/uDb2w+qdTDiwNtVQlDv558jD5mH05MPosX5YTlTPra
eJMO53weuuNodS1Of2qz8xLeHBU4uhQLAnG/3nkT/SjkJpwxiMtYnGbTmQMHC4KjrqZVQ9G9Kx6I
memX+3NdowTlhkcRnEc+y0yRcn0lp5oaWx1WicAi1OUPHtvqEbiYKA+aHXsf8nASp6GcorOVWu8V
mflpeM093P8Rm1OXClAyIaEWL//9l90m4ZoQu/oxUOJw+O6hsBXHakzlnxbjxzAW9cdOib3z/UFl
8n99TzJxOmLyHQKabH0nIwHTLVrnTlz4jf2g8GEqH23M8J/7w2zNzeBSohYuTYvWT0oOtVSazpDh
bqeG6OXMiNCpilodJl040cFo0aKfJwVx0vsDb9wRJDr0oWU8u80DzDmbwlTk7GKnqs5h3oUfxrr5
XLR5sbNztw4rn8iAIv6TrbfKW3kiqr3eDlNQLY37ua3n+Ytepu6jEmX6eHacuX8f6Y3Hgw952p2A
vTFLUGFSgw7OCIolq60TLphYUrmdAx0Ndp8DNAb6kJTNs7Fo2p55+EZUpFoqy+FSbfXGr9uIM3eJ
RDsHSDTovEEq4xibnf7EExtIk8j/0REm+Neeks+mkVR/3/+eGxsJ3Q2EPVHdo7uy5iLYPOKXQXOW
wBzCOTyTU8Jn80VVh9FhmnsvfikG0asUscSyp2ey8YUROSCHZfL45a4jYm8kkCHTievYBI/i4xUX
Ly/mMgvQ0y61hSbBWVrtFMzTEjEUe3zXG6NegpTsJUu6GzHqxoysN9NwzBqFr+y5AyMVnqUcIwOm
8muhi6U4jMqclfGh5ulaHBBYi9SnYtGS6sh7wNaR3U3i+mRKufk/1SITdZCKrDz2+uiow87VtRFX
IPnT/MKcG8Coq18Hs0VqLwpDnwK1GeeLa4bmwVHr5Df76zJu0w+mqSeVICQd7HqYATc2S4vzOaC0
kDgnbVHzk2mgMQBXJE+Kh8nq1R2C3Mb2h5DCnciVSIlsnRSgMFwliT4vgUdZCOfFZhjeLYmjvisQ
sn7fdVpU+GC22vqJGnj3XTQqziH3D8HGcWd4oiigECoQ1mrWJhIDSmclKj9hgM2kpr34HOL6V6Mc
OGTZb5Zy5Br/LA3TfAFmt64+JFAQQRvnapDZ5fxaGT3G0LMUxnwqojzfA39tHXBYqmTZ1Dw546un
BC4MIgsRdgtcIxofEtecPgrEjL+qRq8+Tu40+L2Xzjsvia1vyhel2ABqkeex/Pdfrl5uzKnU8lgN
EkwyDm3jmc9tNce+Vun5CegdgoUAn98UV1TvQ6OOdi7hrTkjhy5t1aWExLp8FY9ODJBY0wKKkM7f
eb84L/SH4ues0rTyQIYdl0d7luYa9/eRXMvV5U/xlS9q09q4LfS6ih5HaTNogV0ZYyiQrViy/l3D
TY0aQegqnXnQK0eE/94fdiuOerQ7wIhS56EKcr3ak6EWQlc4mLGSGkc0cIxP7qw2B02BSwb9LDk1
Ez1GI5uyHcrPVp5HA454RCoATHI9tKXmLOzYLsFA+Uocenl0WuoCjeZ8zry0T/xkgJr+R4fGU/xC
7x5AZQq/HrXDUPttyzFOFpkeVXaqBPKQrVIGszA5QEO1BHHRYJiZ4jsG8Sn2Z7Uaj/PYdP6oDs0D
+pjeU58gyxKWpuq3RryH49l68AELhEFNlZxK45pKiNh+lLgWv6RQhvr73NvV9ymdlEPbRuJRzJNx
dBS7BPXSN1TRFzGXz15HGUUbI07k/e2xcRqkDCqLI81+2R/X2yPmrxJ31PlGKJM9WlTmTkSbZTyi
QFm901MVtnxRxPXOIdzYlWRvQDJ/Ygh5cV8Pm8V2WdBjn4PZU1oVSnM5D4eUxDk6lbZbWIiJt1gY
uuFUHRNTo2q4M++NqE4NEsALCueoCq9f+4aCXFWPJGMQz6p5rsKl9hsX/qqbO9rv56pSgIcaNikj
AlirJTbLqRniIeUOw703mNsE4hsnsvJHAt6r3mJe6rdzkuZvVW8Y9cP9D7x5CqUMCWUbkAYANq+X
WilKs1VUjS+sDeIwmLP1TtPStPRdvOOfJ6Wsj6AiqvdWbvLEnqit+1Zdwky7/zu2FpxUSNrEgCm7
6cFkallrVis3vanhq1fM4hhVmNujTqfsTHkjHZKlHA4W0uO3WiUG1jM9rCw14LGlv9V21p50oWlv
9ye0cY0xivQ/58veKpREdQM4o2OUzs60b92UhZfC0d2z1rhoQ2q9+8kpwuwJjFdzNHDh+HZ/+PXB
pWkgFdXIyKSIFDid689KJiisyV3mIG1C79V1svqS1lPyTZ1zkXCT6F7ho+ps7uQn61njaIXDD/VO
nhUs7vrdjDS9aHTUPwNgnAu4ePA6nm+Ien5I867qj7MtKgqtVf2p7tyhOWYp1a8dcs56K8nfIMVu
UCODrc/vWU1dG1tvTjUnmN1kgGZBz9Q8ak0C1iNLW+c3IV/UA4EKYPBBWYZH9U1hKPMQrIZD6AQR
Gf+XPE/qQ96GeWAv3vg24+UKkc/dE5hfZws/B/V0YM+UhYDqrOYYuX1SmUXhBikopINXuTPosq5z
PpVm2rxDF9RpT7+7oaBes5lBdNP4on17vap11fLp4soN5hDKt9p3/Vs8qU1g9Uorjo3Slp+wESiW
nZvgdh/LYS04/MjJcl5X2WDaW6VlZrEbRIluPWlGj282Oaj31se9fsyL2TnMoTPthaN1jGB9aVGj
wkBM5POuzdRKI7PRrvfYQ5XdI3rjxJ53zG0Td5z7y7qxWRkIijkZp7TRWH1Is+nDLkJuPMgdCjCI
t/fnOrT0pxza805I2ByKrJYog0sIWq7XX7Ata1N4Y+IG1tLHr21j6fDj6uow6lG5s1m2hqKpRFJJ
bZ5Clvyqv+TwLSQzB4KnF4AxqV81NRvPgKGsb+Pg7Hm6bZwEWciSVWGO+g3wg26th9R+7gW9Eg3v
m8Xh+CECHoxhFH9oq8l7uv/BtnaGfOjBe2QRbzKDSSsRfHMaLUhE2kE8WNK/Qz0edhZwa9sDP6Kp
TQGKpspqW8AbAmZCVhe4TomJ+Jy3LUgTp7OeKsjE4YNhhcXDYAh3D56xEcCpIhHDyYQp062/nBO2
oFP71AgqvdMWH4vG+dnE3OwRoJUWHoAh6g+5rc4vPebcyiG08l0M7Tr5k2dPXl+yyyDfQ6t9Whbs
HS+y9WDsaxOmmumUxyYrs3OTTwOqU3ZWkSUkIsMBPqO/dP/7bq08WR+0Tmq/hJ3V1h0JB7VpRkbg
xC3GgFPVPA4FB0QocfNpForrt3j/7jz+tjYVT17eYQiIYIW1inJgbxTKWbEWGMjWHwXNwr9EV9Z/
3J/aTa7HylKsIqkGwfSziXN9LNWidGNg+3pQFF7yXNCkOdldi6WZ0ukneuzOuYSC9K6O8F3Punkp
j63w9oScNxYYeqlkXbHHJNjt+kfoFrJpS+5pwWSZgxmdcMxuzQMCKrl2yCdjSrvTQP8q0g8w7rAs
PtxfhI3dhc8pMF6Zc0sI0vXwwhj6wW5VM+jHKHoVuat9jsrOOcfIZXWHeZnyH4ZTKEfX7feq0huh
ipoCYnWyY3nbyeM+Kds5rc1ACAgLj8jl9dahheNzMdrJquJT3Y2qHu2Eko1YjJkGfH5ZNyIvWu2t
MKo9FRShGUzQNk+htbQfwQi5ELEN+/H+2m4ED4RDOLiSeMqnWUUt5ByiaqwqPVCMpCjPXaOP9nFo
osq0gNmixnmIeVBY70dTKcSnGu/np2KsvOr3TxM/g0SF9zMNgPWMMbJoyI48HTdkL/P8TpjZyXUq
c9nZShvfE9tUqmM80oGsrJMwdx51tzWFEXTCi/4tKUg1/mLV7Slq3dHv42GP0LxxdHiH41yKbQD5
kLFK6hcXfaZSL4xgGNXlezamtAHb5U0MlfsAxnh8WRIv3ynHbU2SpxJsN3TWSFNWxxVzm96KotgI
shYLbXccTPBGYGI1qzdPPIz3oOCb46FuxA6CrUGYuj6fqLqRvQ7opooE/LITmhNksKY4IASaPZDA
9E/39+xGPKC4gbo2w3Gnr18sKe+nBFsmO8jCQUdWh5qxN/0Rx7Pbn/CZ1qboMWw9mr2I38fKdB5R
7twDeW4EZqr+FMI8ABTkZ+tLBzGUsoq7zA7c2nSr6qDlWlx9GfPeIcVoRK2+WEkyDPqp85Ii+QyI
AyXBQ6uXc+9n4ZTupb+3i0LtE+95HjdUfm9asJOHy8dc1nZQUGHPTlHZ9s9pYg2HyDDTtxQVqDe3
Tb2vrlH8h+ufsdH0pN9MReTG3XTqFyhKbK5gzJZhOnCXoDoZ9WXqHBS1rIaX0e3EcKD8pkV+qynj
j/sb4jZe0iSRkDAJiSWpXG34Re9KTSihGeBmXpr+UuTjw5AvduLXqpHthKrbiCk7MvSw6GRJgq78
Mb8kyl2icxOahRU4hZhPbhIX57SOnUdjbD+RgIRfPdyd3hdGXDws/ZAUOxFsc3jkZ5B/k+a8N5dh
LyoLcyczYLz5BUQanbTcCj+CEEdrYg6rd3EPRvU4Olk1+WbLC3gn3dpcbSbOkiNAd1P38VAuc5zF
4Tq28vzzrGYfW30sn8Q07R30rZEAUZD7AF25fZM0S5nUduyagVLHjzhJhH9HwlTP5jDFv1nRAx/C
zoFZQs2Ux+v6GuS6rQv0jCygKl5bfaD6hpLXGdRAPn3I4x6TyCOGxN4FPKcaBQsawF9/awtjeUyW
QfeE/iR67PCHrnfVoDvTInLbolg6l8NBm/vlszLXneUbnmj2kDmbCwtZgqsWhUoi6fVowkiTzKpt
K0iX0QiarJ0+qnHd+3GNi9X9id3mycgi8tpjw3IjASm8HiqdU6MvB88KlAjFtwOsdoDikW0U3+6P
c3sJSWAmBwMqH6nyOoNYsOWozKp2Al7n8VlzpzcUqIfYT0PV8Mtw2SubbS0hVTrZY5NaUOsljCq6
nHXPeKE5zJPftgZvr24sikd7KKqd7XmbRTA5IpssOXDlrbFzSl05NY8qJyjdzP4KNX9sAg8Pmfyf
2Z3M5rs+otLuN2FXmjt37daykifhqSbb9uAxrz+f2/WjpaahHTQqDXrftRT3UJWWdVDyLEl9rUz/
+v3vSJWMex3k2C2ZrTFq3S0j1w6QZaq6RzczssY3uyx6PzS5N56gaO1V5rZWlzDG+SPJ5+m+Pnv1
4BrDrNi8L6r6Qz0Uw2Ps1PZ7q+qzx0VEanvIXFHsVSG3buyflgE4rXMW12kMUTpF+JEd5DRmdejA
YPI8btLsJRFVctSsbp5PI8o7n6Ze/U2bC5IElLg5/fBHkEWhcXv9WfUSPzIRCzcoQqU/xEumnEQe
i/NYq7gF4sS4s402Tgu6QdCLwDRQH1nn3b2ulq2mMh4lZOsJOKD7ggZV/udIVWOnlryxY2l7Q/ZB
y4JosO5/ORNPZrOeqQPSlj3hyIcIZAgBZcm04cwh83auw83xJKIHGiuQnjVgOBmy0HZCyp1FN9Sw
sBXv3WLn1V+LOrfv8nTYA6FvLSUVJonhwVCebOf60wlnwPZbmW3gnEVxbKeOuz8BZjoZs7JHJrhp
bJJMyi4iSFYb6/qbzC4p8qrNvMgLkGy3zl0ulM+5m2AvW9TzObGa5mAqRkqUdebhqKFyGvlOaGnf
KAEbOyCt2+PCT6HnBfaeWgAf6nretiCjp+vicV0h5gvVKf5WzJY2nBbRZU+2NhtfTbOOyjOKDcX3
+0Fpreosk2r5opJGLRLBvF50vXEjHWNdL8gWXYXWWxStPzpe+71VxZD5k5kPT6aX9yclLJXet0oH
30TL68zsOJuD+63A2ei9o7h75xhC/+qCRU+O44S3IBwXCZdX9et1ieqqSstGQYFT04EjlVaaGgeK
cV13iNMoN+B0h2p2HObZeWssygp+18wTvcoeE0A0tMamOFqK138h17SMUx+DOjh4Rs8rzshKqzna
GqJXIeol1mlBiMs4TJMZfkOfj5oaLJd5+So16R+1KlOUw2iFiTEf0GDVp+6QJB4yPYfc1DOtP0xI
ZkW9Py65liyHoR1E+C5Z1CL9Rm+tGb5Hql6Lc2GTIzzClkni1q8S2wq/Kr3edLof5oYzIYaTKXOE
55DbNOOPoZSL/GjPw6jYqMzm4/jZNJtIvE6YXPfnGJdr9Q8KGeX8vhJlIZ6MylS8izXGjvsYqjMt
S78dalqpvlcPYftQChRb4Y4ukZc/V002IMmdRHb0ZKuViVvO4IbaB8utwdemVT9Uh1hEk734FtSz
Ct1ClRVa0nT50Qt1znpfM5ekepobHXqaN7uNeGij/+HoOrbjxpXoF/Ec5rBl6KRoyyPL3vDICWAA
EQgQ4evf7beZjexRu0mgqm7dYCV79LU48hdKcFs+IDo6n85pvq81TLFTeI21kFezixRNvF436Fvd
f4DHHOu2ZFXjkDa+zGFdqPxymWoAy0OGuA/fwtuiKE6R2sd6QJBEwjosm4jsVUnS/Ys1SRr+wC4p
zZ4iWyCl2opqRZZYU3imniMHIV971Nh+vpqypOFPEallOtVIS6FP2iAl4uSWKNZfKrKt4byUcKPu
U17ftVsJg1DiAVy6g7gryLah6dS6uvoD+ZPc/UVKlkvgL19iDr2tJfyOfyMOYuOit9r6qRgsNN55
xyWicPc2yYJc17amG6GsrTKZmbRzYPfd/aA5FGL/pQYmfsigHiPNn5rVi7FHSpqedLtmnEQzfJng
4/UYyg3LvIg7bS8pJEr4Y2GduJg67J9KOj2NQVfqaYogeEN8a+mzFYpruSXh4rA9Q8i0Avs0eibZ
fb3fZXopCe2EZaX87rlL1tvsynw8bdkKeuEQTDSTS+Fg/SEH9NIKXi4JFr3atomXllookgN4fD1T
OKSs3fZRlLetqSBdDqD68Cvs/vfmNRFTNpddYhAX/HyMhOx/yBiWqYOTybwnAy2Z2fcOCeCgGOWN
hKVDGY0RLqbGWnzFHcojhb10wiloM70pQrINxRxcGLYIzqqtM1FTfUbwXrqzIRP+pA4/83ZMFt20
d3ETe1/2yJlBCwGXnwZTNeB0pgQEMdC/RTCLH7U4BYlVYtplKS3T5woL1dCPx56nj6YoZXH1dYXB
rV85ds/n1I9M/hwZVhK3jZV1eLPrIR3tIr+bpJ1tWMgfMSkDElGcjFODfnaWcYi7NIrL/QzJ/waO
VVRxRAOFEOIRd1VtiLjMsazMFUK0eX1y8Z76173w+27BrYV++cEpUoSW8bnK/yw8RTh6G8/2mNsp
a6I7+fWo4vHPmLPIf2aCC/UO/1EnbvDEb9aXuc5gYZaUIWQ9pDgE/mJAunJg/bA8a2UT8uZ1VLGJ
bxROfeFhjso9Ta+U+wp65p0DNOtTouEqcmJFCY6GXOGY+5NmMiK/J3OoAqwkrEsHmprZnBchYnlK
zZGSGx6xEr8FmIzqCfnCkUfCe77EOBHwfaL2lyHbEk6Qo9Xz2iamOI4LsbDCQLGpdfIbWGRMSKtc
E/uv0ajwh7J6GpeLSj08/RYghORF7NIczwmV0XGNxc7cO16Tquwy66TpSpXv4nyUiZMXmh4xvXgt
7i/9ptzxy3M4mIQHpQnWXeWxJvNVa26R3esnceCqEhGWUClRU/J5gDSxX+dabubkdDy6z02grHQ1
CFDweS15fbf9zIi6m3NbUe/7e2h4DmvjUeZQi8SE5vFPSFFFcduo916fVgeDrQ/4XsF4wtYoDckJ
xYeZcyPKRsBMoYQGc6AQeeiqE2GeeTeP1ooLKqGU32DJwfcPsPNiz4fSwMn5p/N4iVAy3L5VGHXA
mRIvaTIh5GOpQXt7rkoKPPVYGGzTsWt28E+BfWrJryw2U3TF767Kt2C9nf6jBGf7ejeacBcRpRNo
7UXB/dSueTM9HrocNebTvV4/izIq7YNBbtTdJFgvvnjH1mFZP/wqbJkiQRcn58IK0CM4SueyJ+dF
Ft7Y1iOZqTwb0Iz0V+DaOawHso0DD1WiEKVoQY3DzNJIkBNfPbD0bdjmGmSHlhWM18ha5RMCogR4
sk9yRhb6sBx1lOkWLGky9Qwy76jborrcTasdmtHWwNKEX6g3CiVDgjLc4dmmMP9gU15eCAC60N5z
WJqHZos5HRY4rdEfRckbf8tKp3I7uIxV9gayfd38MPsRTV/J0aQGhq+7UdlFqWpsWrdrJLG0qyxF
KvsYpxUZ9cjG+M/EYCk/mpCP0fkI2zTRASzlqRJtMOUUPpfdivXfrmSMT8iBrjeviMKR4Z3PNF/m
TmBuDp3PGdLuOpdrPFPktjXuJegm8ydkr2Cj9SuLwiHzDtXSjW8jVgknRL9IDUrb7uh5gxYyfSaT
p/wB2eAQ1fbQmYzwJkru38iKBfsf3E2bGzSHbwK8FCAE9WmAV/YWwipfZxnhUXmLtMYOlB4EUkai
Kf6tdJneKqXogfqNCKibMceOLo0487A4P/6W047Nf4SkQDl4WkWiA45U/Cjmup6ehdjq5bzutdrO
ZlvQhsfw3YC2mqTyBGdKRBkaMabAYBE6C9sflJbt2aqxqPDbVFyfPd/HpBWHPv5MtTFIyazJ9FNl
I3lXmY9BpSTVkZwmZta3LCNj8eLWYOcBxBMDP59Fx7w5Q2CTLyfjK2ke3cIUuSSRAVtUTiimN7Zu
9s1l2ehepayj5se4LcnUQqdcfs0BWkdfI/hn2t+SIRAk4cmRdWj+xlcfCjxOlx1F8hDHzPxZILpb
ujUX+duuefaK0OeQt82WNvIBvolL7+/io2vMY7iBiMrpuWeJLtEPww0UDR5CMV3niU/4GbctKS4i
3V2OINxsfxPYPEwoDfia/iqeS9VVCRx1+7ocDel5LujbeOCF7JIqYm8Tl+LPUtd6PKeN4f5nYFW2
/vEBzqadr5YSbzMVSex6WJ4iDYlabEt/os00zZdokdy+6xSuemALE8cuAYY9sAdl0cwe0S0JoOf7
gpZGoaRLdO2jrL6gyE3xzWIhmvdN7XPTwsK4jk8TXtfA2ozM1b8RfDGMaA2GxDMBhCXOckbP3FnP
xwU8hCM3r6nC2vLRJMLajzxC2GAruLHbgMgN0lwWjkUFWqlAyHk2JcmKXrK0xOtTZK4adE4rhIX5
Ej1zgmvw8ThMPJ2TnETlhGLZlLw1RxF/XZfV/Z3jjR19gU/ybcmiRg8oYXnalvVx+Jcw+qTBLJWj
WUDSfPDN1Ae4OIiuWKVc+sUf8PTHSpvRfpYJsrajmlTiwqFpb36gfLJimFGlojMWeC6MbYhjFfWW
Q4SG/XjNtvOS1fv4TNWSke9LpaptsCLes/Ns85h3nhaFOsEpZ7JPu1cGWyyx7fwTwJ9Zh6haUOJI
huvsh5wDT6933uEEYYR1zYVkNuPfs/woz0isVqAbscwb1rLFLXRobDnZV8wXle3ROdYz6KEyCddU
gLSFmRE20cv4EPN6JjjW2VzdcIOACdAWqlZlt7tdNJhobEyGCoKBrPOpY2PP0dg2eJbWMLzKsdTt
3XiHfs+gM1QnFmci9JVxxvdLzUeE+yBlJ746BOWVQ7oq2JXOYoH6MVsK4r8Fq6oYIX4r993GYXwe
4/SgxyIXDFbe6W8BMCp4G1i+NBZM4j3RzLSQ/cdyeljFBHfN1+jIUGVth3DIJMUeoMT6Yz3q+Fbp
Ncn7Ucq9dpiJKanQwULl/ighQoIJGG4hmB3mTvyd9JJJ6BNT759KBpT3GcPzlv+ieJisTxbkvLf4
GV4YuIXhV+3NBlZr4kz55keQXfvZGExBDp5fHzU4+Th2KsqQv1vsx3XzB6DuOcuDvTL8aXebRqRW
dy7j0dauIEB+G2du/9OZWj6rYuYxfLvoItpo2pAgDT/2hA38ELFBUVii7DM6xnjpTJ7z06RzzH7r
LpbsmoU1/8IwcAEp2ZNGXv0WIZtMJltWtjAP8XUvFN91O7kI7qpj3TjWR867uuOCHy9mScBKSqgD
kWKdx1Q/LDz3uAqgSGtnAJRz75NM0Zbfc4wvblpI1lEu8g9AHjDq4VOts44wsclOwslHDHMQoIxl
Na3y1jUL3dqtZqVHeiFDhQsMstx93+KyzVNd/2uOnfzYKCg2bZXT8l+sGvKrDFVgnZ3hf5U1SiT4
0eifiuhOhIjX4qjQbjRzNIgmJ2ubClJ8WOyf/1F3sKOjCCXxXdkc7OeC0HrMThNugB4cdY7xR8zb
eA1zbBB1y0FYTrN1KkAwBaTS63xCu181JE/aDNYOvwoXWdku2Gm7VsJQ41upMJ20U+rKeXDLWkUg
5FXr0llsWSDxxaMSfRTpPcI1Wpkvm2Wq6UbAGI/RAa+/9mAm2QeZewIjePSXUZvt/u5rnvvRdDxV
bGpZMFvSTZhOaGe5aqoWdpL0ZXOxV20pjQvnA0PIS7nQO8N9LNxxgoMAUrrREuhHhHtB7OtyEz6g
O8bgZ0cZAA9IBz9vAleSbyadOe9slS+/MZ9xiJIj5dXF3c/e44FAkaRL5DQh/e1oIFxu/J681llY
4MYQN8drlOeL6SfvkSe/gZ31aOFI8wSVxiq6BncjPBrJLv6l+1zGw4g0LDFMOuJnzXA99yBnzXtX
IeoAddLBTLZdCebiNnINFrWh2WAhu5cq/YeDkLEu2eHa0uEtW1V3wNL2a45PlgyglhE66Ni70NPJ
w8dvAWpRtctk2Dexpc62tRMoDHRHL9+Tckp+syx2R294ksz9DOQRn4XMJaoyeFuvJnMIB9vKiH7y
VG9Ll5RLHLWYaEGuL8xqezSTmpwC5pInMLsAg8LNt8BE5yCwGIiR5QFT2gUKlbrS5XfLMWXrmjiC
wbfU71jLb9irFSFLcTGHzMGgLwad085gIo5uhzNas2s84Hmv0dvUgWIcKEQyNgCt4OvZIqlgvqEo
6J6LRONBOvUlIO2t6uEaP2VtVgr1Q8A//V8cJ+8L3ev7lFv8EtOc/HRLbftGeRj6xOM2P5sDwEuH
VqH+JolX00llJcouBddIthKMH+AhPGQfsGlNVog4ClQFBhzhghO3ZbgzZcLa3e4ua+dM5lW/pcET
/L8tG2ALJeAvkMEprwVlito+CYSv+KLIgr/kkmSEAo/lUBNvcGXHdI1QjzuVv7TtKJcDCliSIKyz
EnNKYGDIGS7jrY6fy2nXMUp0DFtMkLVxmZJybv7kGZ+gosMd+DGltJjacqzg+Vipg39BF6Rh1J0h
17T1JdKf2xQ9gf0C2uQIaoLHx5I4xBIoS7bCP1X7CK2PENJ21bS6/KUcwSXGN5KkJ/gKAO1KWFyM
fTFt0y/0DSk0P9JEfyzfl2JwqyrfNpRm1nFDBabsuKb/4llzPQCK8j9Zyg3vmcHs1moKTVwX4NO3
v4EyTdgLrbTbn3mcyVt1lNPbNKvatJwm85NBqd5OoQbB+LZqiQ+5mSrh2DSYUQxkYyMCRq2eu9mJ
tUCLn2ELmaObvywAFqsOVvNQAEKKXo4tXrPAOwZwgp5ApFv5KQcG5U/AEjG6cETOtkgwDbrN+THS
LodRtu5IAfXwgBZDzQ8rMOdpiLFdab7FRxiBcZZ2xbgIA2pvo6keJPw2MfkLzZYhNfH8pZyiPL6m
ODy2gyR3M7/XKAYnm68qN4+JBNx/HQ3UD5dxCohHbdAWiB5hv+pNZGEGBAN/KNA7tlQCIcasrDvp
9wqTukjzJ4+kqqR1G9wlwPKGz/iZuB0pGP4wFH9EVzm5oi1xcVezKLg2zuDN0WF5ir1TsiE26iIc
/A06eJVCIaRpjp+uxh4COUvWs6coCpvujzzHYU4R7hVf4hn0w0mJcjnDBH6esRIB26mD2DJuOszl
x9RitU/3M5NmwxDWKFt8oMpXx6nagQ11qzYzawGNav1bTK7AciHCBNrNpK5Yv9UFPDzbUG9TjRcg
5skdGv5//4QVfcBks3ypQ2rfQZybRCdEiV+1aQSAPNEZSPt5IyZ600B701YqpiZsow5e8e4IUQIZ
GB/Lf3kqUOs2eMCwVk4NBuENGd849yAVRYPFbOS6kO7pVTRayvMGwsc7AduTdQeBkFymBQ+nsTDq
XS3NoluPN23uV0x9rL2zSssBRR/wYcZ3Wg15xaoXhqQbHGBqdXxayhUXH25+MVTNFC0dXE3811RG
9UdMonq+1SSY5DWVkqHVSdHHDdBF76pFgZHZ0x3BlYg+9CFcK1DBvk5Qi+y93SnIqgvDoTwl4YDR
Oo60sV1DMQFfoVMcX2WsiRyMKJKvKL8N6UcWbx+7NYVsw90w5mGKTZEPWy4xADU2y76uQE6nViAb
+ddSISsEyT24BCDdNgKgxETwQyIommVT5vKKpMlgOpIz8w/PPvprTLOJdkFr8A+umxhxNj6HtY1V
7rCXkGS6O1Zhn3Bq5pXMg4a7IxnmzfK6W6t9/c2zIPZBVIDiW9Csj2eui+xXfh9/2j1giDhjJGAE
S+OV37YaE3fva5qOvRWH+TExXn6W2A3+G5OJf5ImghfhOEYqaeOQp25AnUGDNe8MkNjOYAXzuCBr
akA44s77BagA/s2Y7VpRLP5lPXbFOj374guebeVxmPPtPZcVX+C1Qu/OuvQo3hlGnqSrRTA5RN1l
ZTp8NsZPZNkOoId7ndN+hD3I1vI8UDcY3NBP91P5H5h3o+pq6NzYMGKtEU4l4J436aq7P0Nh/1PI
T3L9tLAgL5hNzBsYNBvtc6XDq9xR4YZ64yY8QMhO/YBhC49rgnVE07EjwlooRTIgwdd+5HNXwoNB
dXqUme0EgJJtUEgx0m1jwGFrC7dSDGywZsb3TLdy6oLOwzMzd6IZQxvs8FDnRgIw2Keqr5Ss+3k9
rMDyi9QnIAopOeXx7n4nKO/lQDwj18PaZuk3h0UJlnQ73HjsSIGBzDmnJ5Nv+AY3+ObylsuJvhle
Al/Hu7t98MQ5tE22tEvHYC8pWm349hrkJGUPN/P5P6zd46nDxjv8HQ8H3x+yrqroxDLVb45LWZ1l
kOPPhkfrzUZKm0dS5vQ6FXQv0ekn9r+5sDrtZrAsHNZMevM9OBrIHdcTna9LkFVzqkdYU3cFtkgR
hjxNb0BcrG4LMOVvMgc7vU1VULY74p0+gP+0qG4t01H0CwrNDTOxhNdBpTLdsx19S6c8yCedVILe
sbcGU5CqgG4CSD041roLucejyED+22ERJYcCOyi0ZmjK5n4hkX5Da82P9siQ5NlauqSQmkPs/i8b
a4iTl5SHJ/zDA30qioja2+QPDPwpK8hnDQeoqFUHoOjuHkj8hKjuGXc3wsJ/CF8DR68nh8i3Wa7m
Iygfja1ntRw7A4TCnwhke++xg7o0xobux0jL6L+cxOMnPLf3Gn3PAsTahwYSYYCwSwttMo9vKiMc
AZwJLR4ytKdHl+V++y8oMv5zuIF9y1W8vORQsGbtRCQ3rZthcN2ROIl+zC6Cu/vSlGi0QOAO8xAh
Fw67voy7tGXjVq8dM9GdGrikAKEW0cBd6SjxIvb2gH5xyHWY0Op5UZRtaQR8gXhDqqmHeN3sPeh/
WCxiSsb5cLOy2JJExcZaEMjk0VtVYCyIFfXZrTAySrrD7MCJRH5srxXyw6D1dRqpZjATY39m12zg
J43MfVSHsOTkiyY6eqBGx3iNiNrS5wi01fVESkC+KNdT9QhjbpsCyGHTR2LgnogeOOUMwAFGRiRL
SH+cknxNICorY1RKcSQ4G5X0En2nd9P3TOD1O1WUatnysNG/tawDbNQTPeF/Syqa9xFWp/j7LLX1
ZcJwU59MQYGjuWTKzk1OV3qOVqwYzkps4njW0LFWbbpZQIHYfhwYmRU62QGaJVl36GbnCaMc7ugT
OGCjvYyJNhJ9SJp8m11FwxkINhrZnVG79BVcc9zLBCkyTs7KAN7eX/Sv0FgpePavViUoEshSX3Hg
EUQHPLAJ1rakLK04T3pPB0ZzqU9cGMSpe1OLpaW1b+JLma/Fd9ypeDkRj7Hg7Vst8RgITBGhwKMp
gSBe+QexKA2c0kbatxFwq6nV2PgBrSezm+FfqO8QT1xOsktniv6xwdy8tuPWwO6PA5/+nuK0jr1T
KTI3uDMIMcOrh/9Kkiw3Nu/NW+ARjjPob8Agjw1hGe2cu/nTY5GDrmYDhWGgxKfJZU6UD+jqivEz
Yw3scDO3mtDHVURvFXx/vmtKwZ9OaoU5AUyTZh3m0mqBth70C3DeYhiAL8cxRR32C8U7ZMHz0UG5
v4TemDT/2CRxsNWRWf0Ea0g07nFi1SO2GJycsUBM2A1Cm3F5ipjfyTfo22R0AfEEJT8J+QESgEj8
j2YyEpsxBrOHh0JOs/6ON2JPW1VoWHbM6ByA0I+pnbutLg8s/zKWzcNERYXrvpqO+kTsiFVXVGRf
GzXSdHBui/Cnl3KKuy0lHA16DB3s051s558tsBj2jmNI2dKOjU3907olM3uzqPnvI0mZf4NxIb5y
UFZqNmRwmfiVq2xnJ3wshJMinGHMXnYNvuePxSVaPo0glJuzTek+1Ae6+wvfGEqiCJAEt7nKy5+O
ZxoG1gyH7sJBqcwusRVb/JaDyhB671m+D3tdKlzKcKzxuAZ1+BJPjHlkMh7YHrUhUbQ4bxTFu5Ub
1jqPXgCEaHO0rBqhUw7/XYB/B8zncJ8trim269XHWoGcAq1Uc7hX4TQeqJN1qoGazgV/m3casS4c
mZwfEPrWZCeBrInmNRzlEZ10CWxsaDL4tzzQOg6qzVKsUy9F2OIDa+ds0h3fcssf6bRCb3v/kuzD
1oSi/GZhle+eE7xhBL0MVnrFWyh2xIYMYFopOQ/5hMEYzSQSpp4WJ/zvzTPUrQNl56LqdHy3gKAg
ejocNmLYwtdVK41SRz8uRP0yB5Z/AzZky88AshAdkCS3Nv1R+g1KZ03X56MoPbuSyJgOyNDRyZh+
wUCtcKctL6g372NZj11TKvVrtUZdcaMVHwgtzjFRIn30Z4DaL3pObI5hd4f2ACem/kRIrXivbPF9
gT8ITM9W8R856qnFKyLbjBlcXH2+8O08KbK+J9rl5SkWqwZUQN3PKndNg1q1jubPmiXLcxkr4HoL
OhDT5lKG6LbER71jqAzsjMsNtcvkAEiRpgTzHH0Uzd/GR3HdUxGv4ISQ6NUu4w5LVFxassfvwwtR
gy8DtkcmzTuQdlQeTScwKsg9YMOyHEitQ8Apjvj0oZj9vawm/sUrL9ITRZvnejaTBW6R8VK2xTGV
6YUUaTgncDxcsFqT63yiaUNbC10Z1M45Fio9bCC2YddYF56zqUnDi8AVgZ+hjRzAEdiGuKCwjIO8
rehrzC5Y+lRz8TlvFGBBbe6XECF+/IWVt/isZ/8CInyz9UuVN6I1qtlQYlPI/9o92sBJi2RaDYpo
oKk7ctlNH6w+zsh/zlVX6phpROiikrUUmbJxjxes4S3uYLWi3cQAol04YhzuHCOFZcJ8OUa7X/cp
L3KMVs3yE20EewY3NsagVqriovDmZpjZTAY2pyBLfVrXif6Dm1gJbBwz3w+I3JoEQ1ztf3MCrWpn
RzH9rSgeWFEEqr9AD1u1INwtFIs6sz3PhavWE5LGVPYhfb39tcItcetibbNrpan/DmdfgiEi3GGi
Iomjx4U1qvnw4Axlz3O2HR80KLMBmmQuuoyrWWdQeVRjcfmA79KGIrJVz2R0fyV0it2iAsXxnI2h
Gk8yrib1JKPVllgN0uIvrXn8ByRasrdwC4jjrx69E+RF2WTnN7/GkHay+qj/Ii4S52t08zJsm9vp
ubAVtrQKrdojSFjLDaysBH4sBPyPHM8qws7D7YMuFi6+5iTHmCiYW5JTrOPddlOJiJTBokWWPURT
XP/VgpoD7J0UJSlClUguCXRWwEAl1/AhxmblePTKyQS/TjYgnKOMk/MENgcFmmw1RSe/FfuJJgWx
HShFW7N1K0gjSz9WCZIf1sah0VehxKcqR8yIawWi2sk0PsdEjslE3EXf+94HLAqiLpkT8b1cQbtp
7ZQb+J/IMNftYcgIIkSTAU7NYMTRtGhA+TdeWLR0owAc2lFbLtONqKRxrROi+BvpY9uffXSgA8wD
TCzBXUFMUhyOQPD2KqeRy0ZAtUGUC7zj/KbXqB39LMxtDcGnp/vkAHAsxvtTWoDzLapyPg7ao7q1
javAZyEiyAEbCvBDGj03oCflZkJjGQFouadPgR0zg4mEQdvLDHchomHVreQ0lJeqAOuo14Ui/rqS
JafDBElFcTpcXh/YDxUbbcttLp6om9cvgjr1HQPPiIE8irevZEyKK2qRjvsmGIlJNWx3VN+s0VWx
QFgLDTifh3FS21ePZe+v2fnmOReZsOhz1PRPo+UENo09Le+IwdofmHg4UlQbVeOSzCd3nmDw2026
0Ve+pvK6A9KqWiYb9jDzWV8l0EgYxGA3dm9fE2RYszX9i8megamYpewbr9gy90om2NItO1mTFrSv
uOqSWrsf8I0AdIrs07i6ybHZ015rBodNrFgslN5RUvdrvfpwnvYReUzl7srv1Qg3slZF+BraOPcR
O+FhkOeM5PpHDlv5ouPjyN0wWb/eXIxQyBvcUNccbuGRKSC4lPNrSuxyPByIkvw3bSBdtnAMgG9u
im1ZhuDnRL37lJenHQoksA6QK1SfNvTcdxOuacbwEknE+4RjGVERQoN2PXWT+K+oZ/YXdyGIIgtZ
6Wtcx3S4NwOhr01Wj39rEAhPdT1iITsnxQpWiRzV+wiHDixt0TrXSAIYi7Vf2IZ7ALUeBoopBdEI
B2bNUfKc3woUBGUNIiWg3AVpg9jTAYb/YxMcCgnw7HXvIGgL0wAqCNbLET/0+nWZk+1HzoBhdDZP
WPZ/P7j1seKEYQWWGiF8P9GUYuMGNuaARZFezzv+nSCo6qJgLfCobcOeHy/yUCg6iX4tZY5lRDZj
rHABDt1niUFje9aNie11BJx0DiiIZyn9/HXHWn0ZNCXz+raOC7RWMz4uuguGf6KI0LGgGkEqdtHT
qBc8CDhx3pAQwnVXhCUHAhmBzfC4EwxTvaoFSc4BGmvM44WNQG1gWwpEsIzW+LJAQgN0wMNNBymI
sPJp9bxupl8rrf+4ZSEjPnSNsFQsAkDuNRiPfpUVp2mPVXJBu2aNsrhb47H6LAoHowiHBXfviIQR
AF8aeqoQ0v645lb9xrca/Y2FF2KQGFPjS7ZVFfZsIFxilTUStKmIpVIGfMSZ77+glsBMD7p5+oTM
+/BtB3OVd9MYHQ8e3bobkm2Of+2lsY8eXmD0bNF3fLWQpuRtuq5GXUoT0O8WTC9phxI+rxAUw0mx
y9gB0y4NzimwLjlyjC4cFlIYIcbqPRQewI5Oj6y55AgGGV/3NSfT1YP4UXZVflgGR60qM4hWnIr0
NEX35exmkLTaywDPX2zX1yY++7LEQlAl6/4c0IjIbknGneMNBZe/aP/H0Xktx40DUfSLWMUcXicH
ZUuWpReWLNtMIAiQYAC/fs/s89bK0gwJdN8+93buJjMDhT7LpmOYL0t+mv0eMsrULOeOVEox0tRp
HZxpk7DZMe8toy2n5exgskcgPKyiDh7Y7QNI4vmq8nbusCK/IteOCZXU4iqqdbmU72VVpc7nSotV
HDtkM7HlCe0mj7V0Ss5nLsdo2kG0ovgtIErJjoW88NshuVnJYUxQRbfzHMXzaSaLqN3Gjb9yXUPT
FTzTKhmYCLfuVwYC+7eOjC/4FfIhOnq0Kcnt/+Reri2v4w8GrzV+DyYVb0MXTN8uHvbqSEg2VZ/S
Qnt0mpH8069zMV7I7BkeRZyztjKvtb8gb0QRgkQOCQTtXtj5xAVH3a2jxRbnZBjY0MQWDse/V4BU
rGkWt8Bj5zYs3vV4E5MT9RU6Z43M555wvDjOTs9Tfw3MyMIJmXMOpGnDx+s4+k/VNyNgcRdE/9LK
5CElSNWsnDpO2N/FC9/glmnb9GxaAFDko6gPNll/I/MdBsHyEOVrXTyuIjDZLh6DcDzEXBXJPyua
qLo2yKzqWmfp8DvgvUYhaX00OxWzvotDerpl+LUFVMvay3ZL4dTfe8qtr7U3hIfGmeb7TJUewQdl
uzx0bFl4G/Q4xPtVYIAAHkyH4B4cmEGa0wfBs0rCtdj2mlzVCwtqw9eo19ljG2rb7AADWvZLTpH8
EUHuttcCTGRCfS5dJmhp7pzGTCO8xAu8xz5hPknXE9Y/7ViY9Q38jYBcT+bco7eqzeKxc1LUDZI1
t6oubHTr3AIqFfyk/o5ZyvoVWhZg7XpjOJqlWb/DiTUKm4ZzhdJ4mdddNo+MBzrHyb/XDlR0xwfC
YDji0MVbvNRRddQsUM93dbb233C00MMlCrhhABKuh5msjr1XlfmFuF6j9lOwVG92iKkNbjPPF2sL
uvtwqsLHtozydwpa7xmMJDrJyGs+pqaesw17h4BHuvxTtENyx4R7eYZhsX9wU0GoZoji6DmAsaSs
lE3b3RFDloOj+iVQ2cxduHPBc+1GMf15gagZvxf+ypq2oE6egvi2RlyWBKjddH91HYslvQxll1Gc
jeKBvTXi75CNdFxDGZpLrZvoqfKn6bHrvfGXq3Blbjg35kfNr8QwQEXivdaU9KuJxmVjVB/+bVfe
VQAvkuiaImqvrV5dai9sezuiBJd73bqMG7lN2ihh526/tvH67Y2I82q6wfwman+ZlN7H1gLdSTAW
84vY3WpSPfc3cXlfjbE+NItUx9VL5F+1iOBs8ig+D6Mr3wZv8K5FODiMWkMaokiqcpd1jAOjwb8H
tRz39NrzM5Dqn1JOBZ8Hv4ysyU1yhEdtQW6UAM3M15Mosy/8egSQ1LcZldJHN1HmEWIufru90sfG
Z+znLPza8xpWJxkU5pjK9K5QiOR+aMMNQcMMoSMtPkB+swfmw4csE89SpD4jUG7bbZeFh3qyw7Ug
iUK64ydAw9+WB3GfS3vtgBk3/Fd2wAbxcjeooXvNe2I9t5UKYju/VcqhuSKLdNyaVE3dDqYufqNa
8/N9lAzBlmcruI/KOIEpV6b/E8erHx8aTyT36yD0eR7ioUAe7jWnTtrBmlTTA656nm10BejwVI7D
Ye2mbtyXdWOJ2lEeJV7aRL+MvzrPK9FuP/sUE0nZFf0jdFHxZ4Yvp7giY+IrbkP3faSd+HR6J3yV
Tus9MvHuntxBtBddOPOwc8smOBTcFndeN7X7DLH6yuSfSnm0fvuvA8iEy+mWcpOGKt6PgEbM6P3s
wZoo/RJyMnu0WPHpNeBSG5F59UUwUz6m0NQM1ciC/6nwc33R8Uwcly1wUvLQ0FqDmsJ9bqHIxG9n
CJfTOs7+fkpYDhfY2T6GdsiepA/IZTx2YCPJq+Gj8JxcbjIU4fvCGNHdiAbsmj14/g+IqOmcQk5D
Z8fpPpNFBnHULuiL1r6EcfdPoBk+imGSt0bfHX5Hok13qwsmRdDkyMnKHMlGTJE37Ilt98k4PiK1
jv2BiVzyMyvW9o6qmY3HCqD9yWtC8c59nTDvy/2L65BRCjlh826L19E9LnMqrq4E6gY8ciQzGa9d
fgehUz4vMcYeUdXOQyKb5UXnbcifKYVG+Knav4VRwU9fqBrlEsb/nPgTU2C4uPiJqIP2YyF9CN7Y
C6u/fZkH/Pwirzgs9eR/og+YFxxNCtrFxjyESyfYpLawURQbg/FpiURZZGevDR0EzAwHFOcKGTs2
Ldw91wwvYNFhsFGyrfZzp4N7OEx1NZCVVx/qY2MSuT4uxJyVW/A+z9lFs4ShTEvOPkFfuUdf7J4y
1VgwAGTHt7wYqueGSTlUqussaNRFV3yONpcjhi0QJLM63Z9yHIrdAFqXbmIToeSAOrNEw6tLqzfj
TFuwaUAE1TbFPPbNIAZwMQjT9a2TbMTbZdjDcJ3FNxvXpXAc/zfVVssyMCBTc15VmN8mMatf6hM1
ihc+B8at/AudGSv71sxxxr9dq2d3gyjn/gxKPcTQ5pjvP/IJhv7U6GJuv6cxTMajwbzYfDbCtu6R
Fad5v6eNWaNtOjrNa22zSECzNBKIDzCFfdV6EGqlt5KxR2jSqno8Pcsqm6jbhOnc+Be8Io0903oY
Fmnf1ohiGEJ3IOxJ4+lS2HTZr5u+9NoK8+bEJazelpF/tR6qROfJk2FVvH9ftDDVeyqm9IyhZv1D
knfVbkvbjuWppDXonmRLDXGQobMs7qHsvTZdHzon1ok6DLQdNf1+gqRXbVI9KV5XfA22+qE1OO/E
1WfW9EMyq4j3UVV15nUM2hsfIgJlLWaHCNx5OAY9GEiFBW9l9WlnGVbs4WtTuAez5hrLsRN4rnsn
uoSPbs+fhOiz7dzaHxRoONMovV3A9JZiF8xx6T1IRlPpyW8Hk/N5cm/rb048nypwXrU3mbOfs13k
vR3WyTmCsVVm3KQTCHBAPZ+PbPhy0yG1A6va6KFd1jNWc/E6Ogm3dDqSkPkAR9OPiBxD4DZsM8V5
8BZ7YpTnCZtewhSFMvwSwhhkdLjLPG/Dws+Jahd+UOwriMHmrgwTk+/4u6vBZezGqfWLb6SE3o/n
5WvEreu+2p5j83NI3HahXWDtN21QMRSt+5ESBkVIzoro1DzHo/H6B8UI2D/jw+78I2EfPYB92DPN
4UloFK6qRbTVQ6wYAgJUDm6wD5n1JEfR5dL8i2PZDIx2AJd/YIbI5XsXjB6Da8RRJJNg0VSuU6W8
6mFpsdBSr7EOBwYG0C45RlSdxamgZ+MeCVzHMEeT6G7NKWswJx36LO26i57nob3PhgFgHvTfEPpY
za556DzrkiSxNllKgV0SLdGsXVY/CVDjBHhSBvmpXt0k35CAb9dza7H1PQ4Z6gVcQBLQZ6xOaqke
+JjS4uSko13sdmxi2c+49vJ0/CBRKKof2TjCKbzi3+WmjVWEGsSWtb5/dErCjpxN4eiGK8Aw4Yii
I79olpw8N2lahe/MGcUZA/zInDnpGbpv4rkrCsKn6KSjX65IR+8rrOMcU8ls8Ljs8SOr/NaLsMSI
eKO8z8ZjV1AK7RW/oe/thBlCcwwse0CDc937KdX2WPWoRtJXQfCpXGKKN8nQOL7D1uyEHnzjmLLR
E/leOTUsvpxoucsn1NsNR5zT7XK+x2QEGbyJItvAkQpyA/E+937Wbhfopwi2qH7MvZQJuhZG9P8A
RdviEqb8GNxNJaj3JkBLKS7KxPN0BHyc8y9Sw+f+X6+7aDhLH9F2Dxpc5jyshdXHMRnn9o58Bic7
JikCxqlIunW+OrDJ+c5LoEi32RwG4Sde1bDek88zz0815JNzGNAGccJKzNsbm6SIZXiYmXWXkuYc
XbDQ694pfBXzdPokA+3cppx9WuvR9ftDnrRF8U7laLRkUu4sgXuJMl2N84E7xccb0VdJ5VwRtBDY
TOU6PSPwhiR47gyeDwYtSbPMLA+d5dhfw3DKFOPZwdThTiehYw2qibHeD2cB598wDY2mHxUSJ7hZ
GCh17zRW8gIIpkdv89KWPRSCXsX/g2QIhKXHJ3adAYqmG8ts6y2LDLX+QLTGztaPaRFzvPGIdqTn
RTVmiEyZem/5UEZ7yiOydn90umPE4AddWF+7XLnAxUHhMgXYpyjD+tEkdV1/Kq8ueEfp+f1V7LoE
g21+aClAfHMYa69T6iyxJbX9UfCRWPUzNmj2Hy5eF98i1/K+P3VpNIj4zc8DXNGbkgUS8c6rxrSy
Wyy6Ir1IVch/E0dItnXEVGeHqDATtmeAfnc95kvQzHfEqGOgXemqpqcEByp+WLJznpN58miGgqZd
trMgeog3Ywj84XdHOryHxzFi0BAfqo49J49j1vVNu11mRP+7JGqc8CNZO/aVsohplAepIpZObBRn
cOlicseyd9YkA+R3bRJ7aBOCtX/hxcGxLfYBByUnLARkdjtw6u4M5DAy6ta+7O61r5rmknDBMtCZ
GXh0G4CDOeNhWmfvEMuqmU4iWNgGiZ8m6Iv3wGmK7oRWmTn+afKsCry3fuKg/S6ToCvfZUPaWAC5
iu/WbJhQrgPcE/u1JPVYE8MR1QaaaGGLRLmPJnQGnxZyHsxlCDIEq/3Mxil1J42HQYccpyYZtgM5
rtWzTBlp39wASwepzPBQbKzTV9lXT7DhUKDQO6gkBByS630I+zqkOmapQBxMj2k0yvWML1vJ35gq
GHrwVwTOs1Kon3deCoFd7pRT0LW18zLmL9i9DUsRZoSLfIPDGCq689nifeX5ChrGRrDEBebS3FmO
PWXrn2iNtbmEJifCwpnikalJojP1Y3XLrP9VOgAIIedak6kLQyHjIE0yJOt6clXDnG6n4XMqd2U6
Mxil0tHxdinSpjnSsCu8EyJqxbcgsLV8ionKaP/BV+ryXzDf9o5uBkOEOlg82JulQKtcjdFLR3g+
8RziivWLNkKWrabip5CJqM8jQGv3GEMulM/Cw6d1WOswkefZ1oYKaEUJEueg6iIa5wQXIpbQdI1c
hs1AeV+TNNxJxAEaKp5pBk2aDgJRqcZxbjI7HcvI9YpuV09MDU7YPhnf57fNclf3divtddt7f60U
onmG7b/5P/KRd+/SQn5dah/BlPocE/GvbszS/Bu0fZydjRhhr3cafixJd3GuEvXbXZp8tSdbFAkz
UknXJDelT/jUpvDciGQY5jozUs9UNBFxw1FK17X4S5zsNM7U6aCyKtUfbY/ojpvS9ZZ34IxJ4tDg
/vFeA2AcbiZWfnf9ToaAag/KtymTL+u5xdGd2hVuJlSzg6bkNflhbm/3yoSIzsQq1Q5jxskwAT0I
v74hZoxJQc99d/HPnr/09TGnUBpPXUKNX1P61Y3zsSJ4wMBWlZu9h2NH7MMWmTI3y2ZMwlr8SUOe
X2AUfKbBNmImm9/ZwCQMjQWi6wvDoDHY1lDeVFrMUeVTAaplfxbQYiRdOFzXuy514vCb+0W7xxlP
GnGweYWwPZXECFSbQEe5PlRZ5esHbJpOtU+NVeGfPHGTadiGbhvOh5qEsZqSBNJ54Rcs4v5Lc7BI
dJNB1VvPCVGDNjj18O7aSPgQ4UXlIBaOKZMNx50M4XeDnFR8KHM5RLdiuVBvTjItttpGY1UzgulN
Uv4zOccZbGmxiPl1YFOBPXLGk71O17MUhKJTGHo3zxlGSLBCGhLfU4H8bVcEN3enBNLa59hPvCCx
nGzy2oXDXN+B5eACr6cbSdAnY9Weqo47FZ4dlj0l7KcJ7Gtosim8jSxidcWGTD6Ek9S2Xigei9p+
RkHY90cd4Vs7mWwRneFJVs7yg2AKZnkHZQfkGRthbqqPkqqn3LH51ffswZlhkY9NWtDl8lXP0bGN
xhjuEuTJD/ChDUsOSt/ZAmPenPsiuuNzX+3DuJSBOoRmmrLfeFg5sXZuagz7W4rKt6+KDb0fcGPh
hwq9hVtMgSFVd/UYNZndA6SS5xD5o1dePV86uMZ4zuse0gTJwNuxXEmsd6bs/eGd6nPQ7/6MfZu9
xlxV852gfChOFGJJv7MjZnNx5nmXQ7qzVFW4cKeEC9ShgZpM+uo2GDTSo3aasYAzzeuV5VlCkmue
qmwZDroZrPnhB62ZZzDUuZQhQwgF53luSqik4TRgLasNYUfr2D16CW+2RO4fVh5h1dfl8gNa3ymf
Vnpm+9nAsjhfEQmIy++mQC8/dxys1QqT6nrZFx9rZ4+2jyGnMFsudbFzW2UWwDyd0ke7LGlYv4s4
wB9FsTaFPm9qkkGTMxQrKyfYRMbQ9fMc6snRG5IzQidjBAnPze3NhRvru5WY5aHfIzomnYRxGKY4
2IWkTbT1KZwCVb+x/6GDQYd4iJY/2Vr09hsdwDXfDPBi/2XE8Zr8K8dm9v+6ix6mhujAIBT+vYC5
nod97spJHrVbDbzfw5xNScolVcwm2nlLRw7FNtG9whIjXFOJoxjHnjAH3xTxiYl7FR6XqZDpc1eQ
pnJlq7Y2L41UafTQa3Sil545a/1Ld0Bgh3JeM/XgMpWLN4ET1uwJorGvviKGAPk5ArTmHuEW9XYT
27errVuGrI/0GAWFbysjgPjFtdSsZKYE8vYTmHbfLZNNg/4GW1qWivVcIQw+mXKE7TUv3FW8R5GI
sheMcPj96Y8bX+48xYl8yvI69k7aMyLcJx0n0NXwXOgjkVEBTJByCTpOS3Zo7OyCR/1iK+3Ot1CC
lR4kIsZh4VCyOgyeIHjW8BR7bL2v+FCCcTTHPs0AZRiAzyuen8gm1WXiAYvjHXaDpD0zntL+SlZ2
iJwzFmvl7FuGOJHhzoU70zs2jJSAYl2UOv1vUmZagRMRxyUbBKx2lvCqZk8uzm5lnvV/p7ZgX4YM
rjFv4h5eI5QruM7A+TsHlCOK/ZdxvhwBLufqIdKYdFjFvQbloRBDEZ1MiF5VEltBb3EZlhVnGL72
bryBrDHG7Xu+NdfSDXutAg6YC+0zDgpleJCr0xqKj3YlNKCDT0rvqcGk9zRhtbP9Hvs+YRQ+J+t4
b2ody0OplzFS0CSZG39RqpdMp3AN05INbSy3jLrJ+6YFHUfngwYiWnii15E3KwyB4IcdkGZBwniF
5WOq77KlrCR5PoE09l+fV1VzrxsOrHO55HNxlVDDOAu5sybyTRrP2w0yTksExLqQ9WVkYlqTdLRy
mBHnolG6cXbp8rDyP2bPUxnb/jgQlDW89kAkt/OtC5L4Z2tp2/8StJCqtzGWAttX7i8Jnj3JKPUn
1huX/JMY6vbn1GVBf9CVzLqPshA2h9gj46T6npU7qWcQSYdCDl8jrzEchj89O5a05WNTeeW6A8wU
7XPajjeMxdMe5X+fjtgsp1jMToIQq3Md35WdAMPvCwCPw2rqaTxawmGqfUhIRkSmQw+JcdcUCQuS
snBZ2h9dGKrsUTUrU8jZjPytc0r15u1YPDfOv+aSj1dR+0Scvce2Rl+6CBTyZh/x2WfZtlmKLDwW
Sdp/DIjIN2NoZoFKpsCbv9LRkAF5QeQLwg29HFkw1NNT1d4lCvvgZ56GFQo9PZ6i5veZPtQ/V9IM
Zio2MNuGwj6G/YRry3Ef+oxCnA9B/qp5jZRc1DsHLJXLphuHcr6HSJjX2z+MbtrNGR4VXxrQ68rL
pO0fvbIvmmRvM2SRjZNj+N0JwFfcL5N0Azzw2jf2gXuzIwnJMThBADO7ZphKhu5lSE9Q4yhuIY0D
cIIaQat6yLNQO1tcpKb/WuywqhOEd1dtiyomMCGl3IE2qoqZ0FL244xRlG4QBQTjFp2lS38floHI
3hbVZfC/oUrdcMPxVWr6D5+Enw2a2BLhmkk1v3KKNXVX4ZZL31aJMx9/Jl7mSOwrr2bbUx91Bvt5
pxMHK1pUeHLddW4u0vCh8Hwqj3MTarZax7rzrXqCxhnL6IXGKmC/Nptjk/C1ztxgPi+9ICQbqRbl
uWhtlpBDUlfBgWg9138WrazMc2SRvd8MWQveLzdlGHrICTYR16JVZM5O7tSl+SZmvBcTxZCo9GEe
TdNemmro8JUWVYjx+ljacGbhYx+wHaAG5rUlTG5326rKjNyvW1r7SIrafHbZqPgwSs+7zGnmVI94
5xStYN9Ryuwk9hF5dCbFjHgDjYgdcEdUE0AA87uSXIMWGqPEDtL0CW0rBoS8X/chwc3xPoX2pw9z
qjjs9yRBTdkjkm5bnThtmEsh9Dl++tEpqt5ftmcOjjfAx6W3wbKIIoZ12AvfRsdSLm/wvkMEE+KI
qsxgiKkGIveAZWPCsRruau4pXW+rQiJkJiyK8l9ETnyX2SayLtYPQ3QGcXLssergFhBEch6tIJTj
tM80NCpwYFl7/p5wIci59kaBPq3MphD9gVcyMDRnJC0zsQVYOkkWojr5FXxSeX+Lyen3ol8tONNA
GyYfG0QBtzqPt7qsopDAPih340SWcrypSrrMtLggUtH7PaiZGY8Pmx+Z8R+dcBDytbQknqOmxbVY
fvSzR5DYga3xnrzS9Vv37zroTAesG+xL3zn44dKMLDUaOz7RdWXwsMPkm9tnoUq3fSEQJo3nc7IG
oRIX/CmmfsDKUx86mu/mL/L5lAIsN4B4BsMq4SO+N756czzSviozfy9Yybgvi3V+QZdIk6PbddWf
siBQdbMu0RhAgM3u4LSbleMrODhjtr6HvBR/8qkxJVuOCCXb0FIG1yZc+vkf5b33VISyYqw5lpm3
i0aMTViltP+4DGSfHISTl83ZSX15aIUtAzydy/A8eTe8A8R5Sj49JNWOZJKZCBoIIuDKGZdz/aMn
p1A+lNzCze8JB6jr0ZVn5YTo5A/B/MY5m6SgYjFhwD/7yVJhbGiVPHHovJrWxCz+uD4MCicj3sa1
Jy+49wYan3C6dQRhF7FhGucQRG2pgZj8BWM6hDaA/WHgiidKIymG5JmLx/0tRAkrjj0ouMxRUnZH
uGga84lAMZ9ntKOjRe71sc2XuMVyxJ4KL0TQ2tXfVZmWfydfktOfgEu9AvAEAA+Ep/q/hjZlFYjo
4M9O0ah0c6lTGXgktGetv5fDUI931cjKjOeItW3BOxCuCd+LNhz9xzxFzLg67GHtr5UIV1JlRNz6
/TsSZhidydMSFzXoBZ09llkGg0M47DHLS+J3+WOd5lwLsBXA1KKLg98w/LJ3t31NnNwZNicBTg5W
XF6x52bOw1CJCbG7tXQ8Gwa/6fqzbKJ2vgcoIkli/j/RniDs8olkSJrFVJhsvWQtAPWHw22ZGspF
RE1UFVnyb7CjxxtB38jnmqBQmM8xS5h0wRPIu/LcuGitK7WDqSqJCJu1ybLni1uyFjMF5AQzvU60
WbONwrUBAyPEDYUUVDeX03uAYBpCobFaFa11cMIrZVTsXguYvPHqYJwKsw3L4JrxPYwi7VzcDJ4f
+T2C1+BQGKb+5KPhR19OpgmRY8lDNJ9N0+BPVVnXPEKeLpKKK0iavRf1FAzUNTOnSjqvMZkwhM40
0PFxxjlVefxkuhog5bpdQrVPhVzig6gzsnl8ohOxG9ZYYdWO4an5omle5l1KF471tJ7tj8WpaxRU
fw4IZ2Klknjw9bx2NztH/MS69GnaCzToeT8wd6yf5nzOgp3LjV4+WGFvtoW5/qxw9jwUIIp49zwQ
6H0sIvuiazjru8AhwOu6cEQyzGp6/yJwPVEiU3Qgla8J5qpnRDp8nyQ8ucFR+3isgc9RzJ/6oMnP
giMPE9NY6OiRu6caNikHWXpioALTQEaF8ngSUixm4RjHWKGSajaPYLRN8D0TSsGUV7JEMHFgXG2P
/WvSA+Ax0WqlJt44FCAm/Tajx47QxBRVL0tUhrq3854NwyxRKFzafU7GOSTKdlv3rpmIv3CcjPq6
8/5xngogJY3drpWXomJAHR6xnJUjqSmxXPcDaFaIrOm3v9PF+mrYLqnuPkgCxXJcJWOb3vYxGifj
IUXBwFeGJVYBOBK5cmFRpOBLz33yVo5rJJOYtPmudLrTurjCPpP8ge+K3nqwb7YENibJRtahfey6
Jving6D7i3vUjY5ZlMK75pSY+7oaqapcSY9Cq0xLCCI+sAUa/1hlfkXgrNOhoNg6J0VF7rTJHUFq
xVoF/G5EMdw06zY2zSGHZHmZpq7G5oXf+I7gwQ6fOdy2d+DvCF4whckvz/Ob6lTz5bQH0fcRmgK5
jnaTUKQ4F374cqidZK1+qGj53/xFOXbJXZbW7ghHgAuiaeXFRVeKGVbM5Xcg4uk14YT7dvwwtXeV
Nkn/YDpXv/EXDeFH0TbD+DsqkYAQtU0jT1419d25FD0TUd2pIt8zPSZUpcgGvAmexTbPVKRr9qpY
mHmJsmrHZx+s3Z4cpGnyTzzRFHc8WvI3K5tFfFj7Kn8ZkQKDnQqprvctUNTEU4BJE7kgKtMdIapA
1gVZQTAt/eC68ss2JiqY10uqoorWUO99VkY0v2nF8e5s6CfcFX+ijPza37kOY8JNmsFXbkygxRSf
CDQuSO1Ia8pCHAWKF8nu2YbWqS2TGN3ulgmN/FOzFXd4kYynnJNZTaNw5VqOAMrkxl4ysozsZ1yw
FRbKW4mEvAftUXGuGtJ1U7sDI7lNhmWv3o9N5WDBIFcueijcwfxFwHOiPyMBqb/6wavqHwyEK++Q
MHd+YGBI/my6zv6Z4RnXfqFd65yQPdM/aFHikjlEfmHVCEu1D5MkeQYfN/UhHmYiXrCOekQ4kzLc
kj3ABuyt6MnBI+4FHzaALSaOxwCDLLpgrityC5rVwQAYGeVvJ4b++g3baX/MUcEtNVdDMgcph8p9
yEnfqc8dwb5ACEGxRhfNSt+EgbyXPhbuJLutWRi4XJAQJ0GJpcj5gy/Rf9CHEwQHxb9BjoGdH3wn
T6dtR4aYB02VJj9m+jN16HmC/jlkst5CDDpL0wq06h6yJm/zYzmk7rlVQod3aJhYM4fmFh5Dr1W+
NmhAhAbSPvhbslzTo2XiiN4fCQ/zuMPexXstE/3IU9GIbQDb82fmSWJIO7H5PEbWY9sFk3aHTSst
k9yNV0kvRiIxyuwamTQsX56yITlRGjApnebGhURjnsRCrnntXzgeoHzXqhyWHYlIKxAmk+ggO1qj
1weZROrJ5HMojvFtNB4zxUmOMbms2JQybAPVtWPPWBgcJF9Uc2IuUtA103x5e+0MUdJfUoUO4/30
lBOBMeFLLIECsJ+QOz7GXn3XDDh/j5RxrWFrbJz/sYzcrvnopepo5pq4vABPwq8SYJzJKU30z5hI
EHpB6ikWe8RcHM5pIZvYfE0Cf82R0nOVu6KOOBvR6XGTF03s885RTIfXgiBEd7/yutkvUlTsMPy2
upO4sN28LWlhUbdcdrni6E0LaAmdXl3+z6R9ZRSnuHoSzRkCKcKRXj17o20jgj/LyisgiroyX6wF
cC6K9qcYsvXUDd5Y/CKrJieX0SdmaTpUvZU9Joy5qgFBYyimwfe8YOMHU/ZAUO/IeEnDixzgcxki
OY5DOFHq8b6BZ/esgMKs2uCz5j5b4e4XM/6qSMFdyBrqlmYXEDuW7QEBCP/tZ58QHp6Qi4uTsz9N
GCceUlslyy5pCfJi2cQ0Vt4L+1Om5s+itWakkKeKKCByarzgHZSKTQp7n16pO/t9QmCVkV32oRnF
ZHs0OmTxSih/PKnW4DBPc5BlrGhR+p1aEiN+cejb8o68in63ZADljFfG5VzxUaKUtCmx04Aa1R+/
idmWzbUaWQYSen6kqV/kqyC07t8wYh3E0qwEyQUY2Tg3Bzk07U5XM5wxEJ0t7kIIUfSdeiYtxG/B
dc4+2fTMsKvWiuPcZEt0sF0v7I/KZ8spk9UsVRdNMGoJL+Tn+pj2bYRJV6Hzbuo1BNwKEgJkGzRK
RhwnNZcLVFZKLkUBY18fIHdoP5N5Ec8xZ6raVcZv1GEp/ZEsFdFwmRYpCO/9omp1UTzrGNCS1Tm2
6rYBcJTafc517aT7OojGu1WvHoD4ypt9FQCnmK07PZ7rABf/rvDH/zg6s+VIkSyIfhFmECwBr7kr
lZJSu6peMNXGvgUEQfD1fbLfxtpmrEdSJtx73f14RTLAFrhF09RDE93QP9/jP5zkeFnIr7NSrY66
tNlAsK6dmeDelMOr8ohNjs1C2rAMfzYTMSwcYzUAamfJrvFIeP9Inqx8dowTgFC4qUccotWi8DYh
yjubdYYHvDHeEv6UAHiZq/OWVZ6cIaCWYcLSbL0hvyrYBvzv5zn7HGnAMzsCF179k7uQ9jfYA9dH
gEhTtuWcBAaNgYeHe1eHEaRYKQK8vhPpo4NHlhszm52dn9HoTMtxDD12Ol0W4TuJ/enXYmdSXDfS
A9akiOI5au/IpTcFy7NHteH70knoyYzEmK6AIZufEadWDI6lm2nSzg50RB6ZjZqunVKCDBFppPKY
uxGDrXZmcgq0kbUICyuNJWoZyRcsCTxq7AwkJlXn9/phYPTVp6Ey2a+55CHMqdVd3jI7G3+v7QoJ
qkDOG3ZciBhygHK7w7amxuYEf3zmfJ+X+i3JijA6NL4x+mBKM/zOEybv25Y8vbSlE8K51tj0gPVE
PlAe3LWGGPIafNaTKup9VVm/2ix5yYc4qJkENqz25ivJetnu6rb1yx28iBnxqxfxsV27gpRgX1ya
zNbvE7QKrJJtW/3EbpjV9z0w3Q9PgOC5h3zkPyP81x/QeVbkPZGN5zieNeF0nDnY4FZrSFimy+rX
jxjV4r9IrJm8C4DHmTN2u254TKKwvdNjP/P9WPPkncw2fL65JpGNBavs7WPQZKTziwpNLp/n0t+j
Mug9DkPbPpWDrrnx0FzV3+BfKZ5fGEjJ32ieG2sOAQv+fCj7ECkiFWC9Dz29Bylgxjw5VynOlh3h
xcqcqtmP7sAsTkdAiBOBBJMnGLoNw8kjgcvG3ReddQiE91RikJPDqy5w4h4L8ufcvTDdsQqutuLZ
U0k3OoA3W9+9tBTOQ96hXt1I6oqgIpABvsAp1G0zFT8QZF0+srafE/m4MnE0/TYNZJacliGr1aHA
FO5sSidJfi5DCrqirkfQ2HoRhLMIqmXuiZwkO3DSIou8DVUcIr07iwy/CKeXMa+MEduEW8F63o1a
emmHndyWnIl8K+2jg9jFmSbquRb/LebAVAfcN4FIN8OCCvBGBHl6nwMK1YiqTmqnJ0cWL3VjI343
beIMT5Uio3CcasoV74iIOvY4la4ELjYPmHjWoWK3HUfuGNsVsx1LZJh46qJngsW/RzgJT2ZiA7+k
CtwsPlSc+xxlAkDjm2kso/bCtR8cGaC8ecBB4fLcN5Yo3q5b1/K5CmT9O+UnfR1LFh/IADUNYgQF
5jfQopPi+FivaMHSgu2Hmo5U0Ic4xP2+lZzFs75qd4Vc4542AvxbPNGqxDsrmcjzMlr/I4yL5pG6
ZXA8Hva2j9wVcLwCKaCcctBcXi2TE9QYYunjwzJZ9PNb0oLLRKW9buflTiu/V0Pfxpm2xDgnYch+
zsbJnXjXA8AjVOyAVQSmwpOmnMr0BieBC7sRjoaUUMy4ZxgEfD6KdT4v04HJso53VTj7UJE7p/wa
w8i8Q0LnoNhDivvAOJFWl8QPnfFHlEna/dw5VwcOGLX7CL05fGh9tAdky6L8TaSxveSqVuXfUfiu
ouaFGzVDfgwqlZ4IFCxmYfCX82wn5C4TrMOXIS9HvqXhD3fCzV++T/QuVO/TtA4PMVJw8x2HQThc
MUeZfxPcv3Jbe6v3k0mqb88ArlWDMcJUv/rQqa7N6Fa49SIBkM5WbgKjxZuseRChS8AoHWvOKFPi
KvWc5CHKo+TPfbFzWfzWfuo6v1wStKQYpbLywOciZbFhF6t3npCpPKMXBqdl5C5wByRnDp4R5aT7
0qxMITx4my5c7ms3F/GzHPyAfI3Dk/Hsdc30Z/YStz9qk9TdPQ2XNbpOEaJVtgYT2maIh2XmkmdH
d2dExKlpM4XOOrzWfdAkV1y4YuFf2bp/u6pIgjM1zsL9cu2sX7qpTs15LJpZkpLwvHEXGRy6V/aS
On3riSyk21kNy7JXsGVfFryBHfqDHu+SkgP8awfdl7oOX4fHqh2BiTPbA2oisVBik/iBZy0KH2Kw
vcVmjjF/UoNGb8OpSrBhEscrk+owujEOsQStZhsAmd5DLKdDVBeB41+VoRbxklox4cMaKr1skcS4
MTYmWZ5zm9ELxtg+zVvrFyGYDOV12bbLvMZsmj5tcGmH4PIwrAw5kR8GAkiKKvX/Bh33gwcXG9Yn
oL7SPaaoFBKcgZheQsMLahflnVjpJ+nL6U8IUw3dL+FMA92WX/a+4e+M02YsPO4s69iFu6JEc77k
A1c+ETY6+JLToP1fMZPn3UjHAjdBim6q335g/XHLkNMRNOAbgTcinZIzdwePHX9t+ksxUdiyq6op
hdTasVFtcxdxawNsT/0gpASFdexUGJItlsOvpGphS6g1UAXy1IT9Hxbw+sdJfbYHmNLBn7UhwPGQ
GW3fclxbKYJAxzozjFqwprEGdxtKQRjVYPliIZjpx2FjbeeSg/BCQ/sGVbsen6hr4XqDipvJbVgZ
Cwt1pJhSYUFXpDkAPGC6HbsbqxBn1AlvRMqFTGOf8AqwfehQfTRuKdttB845nnhnWo/A+PstQLKq
Auji56HeCF5J/zyLtXybx6r7TdtARu8F6wTP4pSj3cad0+lKFFTz5ublmMObjM2bwXPyG148+Iak
mI1lbXDBihGGJvIX2nA5eQzGZBA5IkGpAvf0POJlxThYg17ZDNiH/B0oSf0jr1aopBVnLNpagiYq
H4pVQtyQvQNSEI9p97WOqO83r5GESWWal3q1+sgnBo4PEATnGTc1dEYyEsPZTxKXrGXoCHjDlQ7+
+Ylb/HQc368Pha2cX5jssXyFKimf9NLzkEshgPWcgmv1ge0CxKwsqTPjMCrGbdXfDsgekYdbYAQC
6S7xF/HRi9x9HZu5a/eo05ixK90I/hLzvPzhSNK8h6QDQ0he6DYws3zUSa6SWMjxXRYNbIAoJLva
rD+6aqh/rZHIi61AsaFvrwkIuqXTRIomraKIczqHVpKccfOSG4klqTa4b/nR5ui3hcp64o8WWSKi
LbcOA+DVObg5r/SttTfnbVPl/XVoepEdNUcJptgwnvKtbxNQvlTcrvXWYzV70200XHl31nANQ57o
hBzbzoC6KtRH4xqc80verZ+6IWCz5ZvZ5Fs5R8QWvdmKDVu2Ji0pHFtvtCdwjALo7MD0pOTuDinZ
l3hLCXXjsR2UnMNJAPQf8yjWb9ACpSTFiZU6Qz2ETB/O+b/bbgzvfnWXVymrEAoczitGOH7fzGsZ
h1Db0hQSdNoh+mYJL7vUcTwNtDJC64X4G29u3ssjzTVtQvBWkXgvuYQU25Lv8x1YvHg433Kl4yYH
dFFugjzG7GpIv/wwojI44oHIPs+VQGSq2zT+XS8Suj//JRUfZB/FH55tuKLXzK8vHDz5j9habx04
xcgX05l0L/drJ4F/jMD61r2I0/q5yLz8u9c3YCEhPOfQ8trJt6of+XQB0UkfI68hZMz4gHLIL4K3
sU0TBmlmwqXbLsVtDWnaljGpFlGX7bvZH4EplsWAs4L6sXespkjvxGFu+WybqLvZwyeym3Ad/HVW
J/tLmZASyPqxuEujZv2ceQ7qbTLW8mtZHJWjQBXFe1FG5qtuQhEfnDXQTzGMJeKlvgHZN7u8tTYF
a+xrMnop19xIgxxCz2bh90v86xwh8CSSrKrCcynH7jOxXLTOKb+833gKAYvAoGO9X6tcniWe1uJQ
dyATcARMet/qVD5xgXT0fgyb/CKahUeyv6RlDrwj7J/msY1/24Kvy4FYRuJsqGESzR7mJGrjjGbB
URop+OQ5ETvo2i8oUDpcjL8LQwWbFWXK++Pl0sPeFyzheCr0mD5XjQ8tY8btn+9u9ONu23WTAWal
CjeoN8YXgg+La4IzmTPnO+H0lDCKL9Ujv0tE7JFWyTt0MH4CskCZPrQUQrFfjUt/35Ucv3dx4lv+
CXf/Vz9FWRs26D0eQyOUfxLwpKtJqXD8abyLnzspdIUeVNdniVVKHuIR0j+BIO4l6lorfLKbicxO
zQd1gESB5JzF95Bm418kAXCA+50a/pkZGwL9Ip2ZAKpP8EB/rx6oFPSoYbDTo0gQrvgyEWYT5BC9
RZoP3B2tOBrg4PqrJg+gHNJMZbHAM8LFRDdNWpzwWfecETA0zBPNtS6j7pcMLff6g2WBDE9AVpE3
UddAb6Bq88YZ8ng5oT2TvOpmZU8lpQqMhrLKqf9KyGmHuT98FypS8T7OvTq9miHKf/U8l76JT1D6
1U1dkrNc51zsCEGTYVWcJv8kSR+t6bbJBzl151X5fnzHDbgngZtgseW3r0Klg8vMe6j5S7WPZaEF
CdfeSqXUbZUB/tawUvSJTn5KD/PYjntsFpI0Q545ir7NL36DBXl7m+Wg/dcLmTRLIICMZ63GcrsW
nBt0nXtwAPzUfKNPB9gQPOwuFwshPSm3jtAGWErcNQYLEaTXeXgJSVwM0d7lZNtvCyZ3os0Z55k7
vSr1Xrkl/zuqLGz/VCzcQjayduLvJIWFxVBG3mDT4r+urobrPW0uVVr9klxbWR7zzn3rENiRkMlS
eTu/6fS/wQYExRqYk/xhHIC+tFqz0O+h+8XqmIxD94aFUYUbzdQLyqKVDT07mVrk+0RH4psB/o2x
wE9Ge/IWHxp2RiGPPSZErft92LVus5vk5D+i/+iJJwEn13hDaKsa7o2niulXhuTq/nXwrgteEmMN
fydABDH+El0zw7H1sy8MEnTpu72566q4CfYa4FpXb7ljFfW3Rvucxl2bk0BmpLAZAd2NR/TPubDb
8N3CMS3/zHoCHMiP4tSXomV7AtYyhkjLaTmE92OMHZNCpiItN1MQ9pRTQXkaxVOc3qbAXluihqWT
R7ji/Ir9S6/G2C0SXA6tBptIs+yhdKUK1reofPPEkyVv/oaI3uoUcLOlNERz0N9AFcraV3LunX3x
ysi+WOysXKmWOeb73UUwD/msFgYa+VqK15XDe85bPJnzd4jQyfKZj+XcXVxvEuIhp7qcp13JifR4
yw6k9xpfH9VIDZm4vYyIKpFHrv4Xo0r1lMUODisCsJXa9bEfMamGiCsbzuzp+BRrZe1pqDt1z9ud
Nw2hOzP/4RoWdTg5B3RkkuSYzXQr1Htmy1Y+mCpMwp2r+X/8WeuyC76IlXryWUKE5beNPZmLK+Qs
jEQkbsn9Qn1isu4h2u2RiVL3YLTOjgzjhdzWRiC68/HTHUlh5Yzf+MO5gUI/wv+YWsPdDooP6Mms
XubhneQUcIwsVql+RA3oKF3WnNd/6JXvSM3fDPrvAX9DXTzDH0McCSJdf2CgHKLNNFjzlI8G7lEL
kQm7KBRYefLrsF/uEXgH8dGN/TrvnFBFtJyggZPyNqnrlf/QCRb/TpG/mK4jFXr9R+dHfEy4qHD2
CHFn86H/Y9B48RbJBmvG6o0SBqnGd0/RpsG6w07S0s8AzT4gRoNy1N+zkLJ1Nbh+gmcv0yp+98FA
EH/FlpH+iEWUuy8QEWdwYCy5Z0A1Sj5q3CjjpUa6PXL7aFsc+RgZ7oiZAPZZPQ6Sv0B4hgg5mKCF
c1fM1E+8MS9imofsXyt33jYloZa3WKo2eCMQ5ltM7hTiIHOhE29HoBaEB8kkuxDSoQq8FfgioiPT
vnvCJlHHb+h+9Hl5eCyLXR9ZcTVNkdtTCA7hYkzmvaVJRRjRITmwr3RbnMPW5eyGXJGBXLnVZb/w
xolSmjzm+rIMt3RJpJHNnhsHXf08kcUh2kt0hNzBbCH2YDGcnLsVf2ROotEFf/fkjxndk/46GvuI
goRtk9rzwv9ZeSi4P/hOleEe0yf2DxaVkDe4rvFz/qTpHhOm5KJAD1wt1dw889blYMGMK0lIbGTA
q/ksOHIND22Hkk9KLJ0ehsRJcAe6APsk6bSEjKpCyieNAIw6T9CGJ4xTD76fDG8YntpvVliZfif8
mN9ajhwzKyEqRJRibf+ReVMx97JaIB8ty5Lnd0uX5c84stdsNwFEGLcaOCxEE5SDBw69Ck2Ov1JR
bwdR3h5HIcmu7eA0YheWwdC8pLYfvUOwNqyp04KPFZqKWS3dYa58CuMmjA9V0nInCOMcEaKdF/Ae
KXStXYCexKeuKEy3m3kfOx8h19zoa5qc94z0DcGKzjkGkldF0PIb3kRKiPiBiph15nLjd7zWFWEj
wcSa9E752AXLStJ4qgqUSQWbJoutXC6ToOiaKQ0AOi0eSaP7lShD3D10tave7aD6G95t9dxryaHY
eVCA1YMrvP0qOGq+7eoYW75xH51guoJmAH8OCF0yV8dyCpMfeR7LvzF2YgaCNZn/VE3U0BYx6l7c
3IHtq5qihvpOentarDnt8sFai7/DFrN3CVpsU7SDmZxhZCC2dUq5YBK/pu8kv/P6EOAQbgkipWtB
Z8OxII7xLTEx2Ffi8pl9SjCgghkY0HP3jS2yYhvhMiyPtTsUlIU2w+86qd2ONRvQDpnaxPinjFmt
24cY/i9DgsS/46juGo6KvTCAWYl843mu6qfZDiHiEcQU9wNADpQ6GNdsgLNsxHpZ1hLEr+cnvT41
0dgPB+tyb8eoM4h6S2+s55wqAtzs534Jt0tEuD23lDu6HARJioLcRAF7Dhkj4ZBCTB5HjKy64HNo
ndZ+Bv/X1ZTDUhC7FVTGPWC3X+6YhIL8QYiu/2Ixbcaj8KIQDuWowbpnIh93RLZ6Ejqg1Q5+1JqD
I2kZ2dDGa5dDMyaquGsK/O+wUbyEiydfGo58kZHLMUVaah49JoT1PgyjOdxPqRS3opBiLruTCPPg
muo56H+EBUXUtI/YUR8RcuVHSgGZOnPmlFyVaDwxH+DoKTkohDMZtiUhAB1IJqogGiKm7STPov45
sF59F0R14QDH9cf14HEb66/RvI5/EzywqBfWxl5zP3aZ3WlxI2hzXFp3sxM7wz3XWpQNpyPscJ2B
+tOcQ/jiWou4Lw4eA8etCqUrg68BAz0J9KVwvj3fJeuGyBM0e5x52i+2M/SJ+oTysL6sIhuS5SiI
JgUM2OT04dVZ4yPK+6vj3GNvwivSNCmjZhY5SLCQ9oiAqqo88DhxrrgZe2/bTcSuKaMyVdTs4yiQ
87bNBx/w5ax8FlPd6p92jKv7cMG0tU24vSfHSPvRAFEJ1k/EKCmZcLe2iRRvcKIB8o5d2lvw+Ue8
CEwL5Bg1ZIU9sCJlRnmCD7aNlsr5zPEj3itdy2UbQdCxB1oIqVIdHCwDTJRMwkenWqfPlYBQc8CW
B1h50ulEtZfTPfOAc18pFknXZzVIBjxkza5lVlrIn9X9jdwcho0DDaGevii9w8/h4SnCHdum7ymu
uJ/oiKLkb7hwv8AoJfxT18TNkzcE3XfX3vAh6wBpeUgS619KZ+TlP61iGXZwxNz7pves/tW4RdI/
u4QZDwzMPSu9DaP2zeubMDtLNO767HInOwaFr3BTLK1wn3uUQ+weXiS+A+/2SSliYegM7MJu3OcA
AAKO9gsp/IhCk5TJRHvcvj0v63drn8EGp2SS9iE0BD9/tcucBrsGJ4TcLfwVqv2NrRrwiKcG9MAG
ZVve9JMqX5R1Z/cYaMo7N6YS3FiQ1KBpzMIltMPJXDvpER05QjMcs1SGx3Tu9U0MGf31BYLU8od+
jOjvwEh0gRWZ400Q9F8fRyXn9R1jOdNG6C3pH6X7bHpQMGSuPHCgZmFinvKD74Ny3fgTU/7d/80i
X66xvCDxw6tU/J5kRnu0OxAu2S+q4cnZ9HnrfDsjKV8hVBU/VXkRfhD86Nwf6Kpt/GJanpPYKnkV
ulQxr3249UJ3nX74y+w6qEY318Muz4c4xQhCjHlj2ABwyzd5r+4KcL7yDXtOAPcGPdT5Ma5BcA/6
yhJVr0uP6FRSadjlOvShrrv8A/CqIcGdGYvn2XgyM7uAkeeC7W/MHvgT1T+Id1ZUdYy9nCmJ6MYH
PVbDDYXTz/P95OUU0m1yv8n4QvMnb78zzkLRV9CPo2BxaCs6vri44ltnJ+LPovn7MuGB2Ap49jQ0
ecfN5FwIAsKNmQi1/IR7kMQ8A9yUcLyKl/ZUS7y7h0DywD3nTHjhyfXD9KFmk1yvQb/i9xjlumTU
jOQiu2MLxpm9cdEo0zOSnua1DURxPbpF2LtP2gdd3gBQwwXgNZCuVD1optSWn5YsZJWI8Ln1K3W+
BWbXPZQy/woxw79GoK3+CsspbTdjkMI5TDP5jjSgdyYiHCHCdXGWjW/VbMb59+Q0Yzvh+VLSvnRx
Xjt7ZZbbB12IiNWBSeotExXd0hvDB+kbRc4RP27mBn8PITH1r54pdHKX9CxrD00jo/NKIUZ4wWnJ
UTDmKz59csPU9TGpfWfZ5mMygYSxatzBT6mn/cjRgrdpfIvEbusoiJZvm6YjvGI+vssE0liu5t0B
/+0/hYC+UJ5pqObav+utQyD+trM94HBXwyOnxGg8dCwVGDDymsUdc2O1fE+21dwVVW9+l6ZP7TWc
l4Eg9zQn1O3wvCXmFppwfuaS4nl48W7WKl45+aPue9lwgOOeho5PK9dWhNa0z5R9jvUxnxEUtyZx
3LPbTBEtGWbiKVoVZd/tAt5wT7d4LusS3Y7BJlq8xrm2lJrZTeiPFLRMA0zGg2uIhsMEo1J+Z0In
e6U5RHhn3L6SH0Nnc3NQIAXelgEs/xbuuqR1ZZlz1Ldllpk8NIXnnOlfwq4iStA8e6RQpql+ir1h
W1ILSiKnxNVErUdZeo2FKpy5arfC0okOPke3X25S2hQ1IhkfOQfdjJowancZyeyV38YCw48QCBOI
yTXAMA4WTXvgAIO6Dpv8xkIT3Ki2coJQ7g/9ouiv8Xuz46bbXbOSbPZ2SEc2BdzuijaFW7uw9QDP
bePJmV1EvSn8LftGd+8TKXDxhOTriu0QZR42UCCGD1gOq3sFgXHdriUhM2rWmtKcaeor/3rwgbJD
Bgzt3peqyGAg+MPy3paDg9V5Spz7UuFYvRSuvybnogi7+lSZYPmbiF4XnzzK5ucmKWR3RqolN7uR
6GPPZeItN3KxCztPxzN+Up9CTKrQl57lwqCYcojyGHM8PZGmpQl72qdd3n0RSFzrJ/6abXsmT0fT
my0ApN0hIRIw4GPu2z8lIw/vDB2NzZaMn6DfQHDB3vGiQZ93+tRQ9N0GAiMOF8GQzpIKj3tPFj/e
eJqcVQxJ18VwW3TnGkwhHB+uYSc5jMVEjwfHrJ3GBkWHOnrpy4opUJ4QCaPlvZ4kgZQRisNJBarK
ttjabyWW1Od0L1OGdSdKTOO8xgsxSx5vaH1XzgfBs9NxF7hm/IYoXM9TTjwBYdajdEoMqz2C13fX
UFe86Y3SeAtksBwd2xQP6PYiOJY8Qc7GXUyOKwRA52MShJq+FR7Apb+VQxi3T4Ro3WNEFw4Yy65V
48HmmPtfUSuzN0pY2/7UVrFzNM0EXs0dYnWuYu6NzwtqZ/lNZF5DvoujtfijSocyVVihfPDRR/3h
c44G/yydwaV0cyHBPg9O1lzMSkJ3s6jKh34sCdlvYxLQ/dlqaNmIYElYH6R2Fqg7ltIH/omBsuPx
c+4cyOxcJWbENNpYwuxpDuW4nKH6eOUmL7LoHzhEjY0JWe+Fv3/OzxfLQu4rHywBfoKp1p91nXZk
qyWSoaDfmAskcku753WoguPEW4eUDnVQ3kbZGjgpsQt9aVqkqqurSERxuyBLTJtq0e3NUEIiRP9Y
GX/deqIWE5zQuk+NAacbcpKRlwDC6TWfab7b9nlefU5NXPqHmOL64qyIKz7Z1pvSPZmlISS5eINy
ryg5z/hn0De46frYIUov+UkgCfgNUJFpeOy4iUv492X/c61EzuUpvbEPS0Y5dLGZNI0T1WUJ6owV
bxNakAnPiXGxEQq37J87pjL3xKIgPsNRe6jDZWxOFJi263VxMWZhP8OXTbJ6de8xHFFXtqg+Tl5y
2cRqv4pScRaexD8uoob1jk/eH0Zqc8YjivnY5VkMJmVW7r+b75kKS3oZ/fMQ9fo5hm0Ubh3H4PzB
mEaG1FIXdmNmDzQb6ar+440FbvYtk118AN8SpG86HvOzB/Sy/kuWyQdARxRWYOIrxgFEoeEyT9m3
v7jzUcOiWD4Clln3D117Q3GKsTpxFCTMDELfa9/mNMQ/A+AxIwucDZSJ7lDL5ukeOEYMaZ5o0X6F
zk9soQ3s6wgUhEkryW3ygwZBCW1H0AUH5aTNH6lmACCrrI8FKXekKABZLgVVjgU20vs0Lsp/o4yw
l0Uw0CaOMnHpEVi4lXUSZGcokrPKXhe1zhdj0Yq3Ha226dadGkvRIqGzJ8G7ZnwL2zjtNuMwtcWx
nZ0APESyZI8oavzgQmkq+VqvE/fJBBRwo9KV/IDBvMpzCq/LLyZsnfEvDri7b5SmOfEka8gfJz06
w7EDgzscqS24TYYOOvvd0AzVaVG4/be2lisBv8xT97RrLr9w9zQ1tRNMWo+20EG6y8cuhmessb7v
hpUv5N5GgA8w3FP8cHJVbDPqCYKURj+vqdJ/nIt4ZMAN0cmOjdn5xhLN9siBHrhjGgS6+ahsuqIy
hcTYX9nrQag6kpVxi0EC25gopThRvKftIVq7qD+bOg+7C6Pewn9ROOE/QHsT9KpRyGOaxDG1iFGD
9TYjWj/c0UJIgs7SqpZySucX9hFPhf8GjD1GII7IWMGoyQTsjRKP4EoiQ524bvTTVxb3Ukb3PmOy
/dGui3LuFro8H8aoIZbEpTH4iPCwRNtiDCjogmewUspgnG7E/RflPX5AGjSBAriJio58f/LgaJIK
gF+JZ+dtVJSancCi50DpVKnFreoggAzrjhz00OlY2sVcsRp6CRW+BB8WfYsQufE+UIN9AiskAoyx
yXjbu4hW70Xpp/MB3gHtMpjvYXV3sxurDe20UEp54eoLJZg3uBXGXHYTuzgAm/xy3SEjaAVB16rP
2dAExQyDIW3PBYvgAQhe/Q6odqKtkjXgh1YdWnKPj5jHOtQ1Fw8/ZVeblHUmoaN5nF7AW9FVwU7q
EGFzRX9Wo4nUxWUZviEXJ2mOntsOj3xN8/XeVnPws3QqtnYqOsb1UpXW/R6pM8IMuPbyfTRVy1ZO
rp9qU56k+ZYsdWPR91kH9oAco3eW44xehdJ3BnpJ3ORxqdwpfhhrwwsahIb3npsheeRSXRW88/Ka
O3lrzKUVHZVSMFTmg1rBpD1UpiieFs/E2XboFA19Tqnb/MyLp3pqWFspkPRkEj8snFmJbfuT/6+E
xHH0pK2w6gOSPHAFcaIzSMyFh4VI8ysvM9ds0LEjb2/WAvtl3gGeExhh+DgNg/NFtF/8joFZd6xl
5XCkRKj+2wun+9VOVK7hQUo5xLPJlmULhzbzriEVAdCGAuHgwgSyxzIsLFeK7ehNWNBTb0TVTf2p
41vH9fYyUwEntnypIUJN/YqdbyP58NpdttpQb/sAgs/OM0516Djk+dumL/zgGRG90vuFAqibAj+r
dL+u4L8xqjpN/8DQQFfgZqYH8ZUPTEtfItdLtig/nT6iqmMUc0vKqIh/JxhGvZkvxb6N8aPvICGQ
Gh9J/P4NxBy/V4y11Dsvef8LxCRmEbEYqx9604nh00fx20tV65CToYNwAtd9+qTiA1hThJfxyaWj
6WApe8awA2brs6FBKqGOXEGRKHjahyhV83QOm3hxd5XwEUgqiqCvNuDYfRrLaZnuzFjEL+ANuBsE
XC2orwCjs6OmEJHWS0HrbKitYMtvk5TmRdKheXyKh1Di5BEkMO/oGseHDJBMUBAohuHDZ4dwfmEv
hjdLQZd6WEKTZc8+gNprx93uC58Pfp8wJGK55/KUo7FnYALGz7BLk/WObU3PQEa7BNx6nK7uSfGb
5v5Nh6B7IyiF9UvATvFktWRNyQmf3ZF3y5pDT89m94jUFd/D5g350EXkdcAvdPCnV3ps6vsGTJt3
TNX/zPYljmGUdgDyJ5q19smaBupYBCA+fmLQF09mYSjceRRl6K1QULyYvizgjS3+j5zyksX0EoZu
D32gOpIZnAlFho4neHkFXk03gb8+z8KXXH8rMz43sNy4GE8hea6P0KUr4LsBVxHdJ4BmAYslMtNe
f43zADv1jn9bax1e15XH6YKbp48YygvRwEOKa7qTV5gDfLCLmds+5czeK2h+0x3MYuJnBsug20/r
0t73Y+3Ou9ALyLF3KwPJF2tRnh1RDWZO4ZUYz4kPQW/HsOEn+3qKxvfWataDPncNBCJbhKdOcnPe
CyWiPwSGNQ9Hzetj07et+CxnEd+DoSy/4o7iiw2VLZqWPRUN3xTzsVEPHRUMFOhimNmECGRsON4U
XvFypmTYZDfG+0mNbbcfl6668/HY6JPtuiU4cp6hSYgREuF2qTBZH2lx6H6sNH86X65rKWt3IOTV
7DPpfKLzdLkmBH7xVzhD1X07DjbdbQICgRk26nASUt3ncPrIVeP/BGi7VncTJQMPI7CVZSNSO/2D
cFFGuzXwic6uEenuE90UJtpzPeua82zWW2rhP47OazlSZIuiX0REApkJvJa3krrk+4WQWhq8Nwl8
/V113yYmRj2tKsg8Zu+1gTGhWiU7LmC9h6kdqZvq/nl2pL7jO5uf07rPF6x2hEbHY4lNAsdqHh/j
0rb+4HRv8aP57lRcyGwIxZn6PEQKPTuNUfuK6K3oSLRvvimGsADuDQUpLA5BAJzkbNwZJA1sAnRs
koH2mo6miM9sbuc/YcJDesDaOXM365ic0FZxhaLog6mzo7JHHQd3plHPOOII+yyiIXa3OI9wEKBT
NQZMhiSZCcoanUvSMT+Hke4OcbL1+lyTqAGzaJ7uLQTWEpAl7fIRjINRR0vkXfIvyzLsilbROqSx
gOhHyreiflyo7Pk5mHs7NqxZa29SvBzultgoUvt0JWloC9q5BSgEzkAA0/zBGzxVqPWBRfRbqv3g
d0BF2qM+blgEVZJ2YaVo+5njtHn0HrklI81HzRomfCZlDs8lwMYAEycvCTqY85x3tftLFbKku5EL
6rciIeez7onePgZ+A9nKsKBZEDY4bE14AsvghLOiPRFSEIWnuuns5z7QBa8l2wp7l2OlMifyJKb/
yHIW/4DYlPn9hcn9Lb4bzRK09+tl00LDJsqitroH0G3GenVGXFDhnDBlYN6YuTTKUYJii+lYNrwU
wGbENYyYZf/UGREC+xlFIp8pSCv5wQOI72LdQX0KDzFfvvPdEs9jH+cEMR/zrXqy8gNxASLDyOrI
/2iiGwT8E1/RKZw0+bMby5aQrNlHjP2PpVIKcJ93jwCFsGvFERoW5mILJW94sGceylOI8xU3h4N2
lBPJgU8fKiFrj/xX1NZrHTLKHTbOBDkWjArMEzZxrqW4xgaXS0iEsaWvNXRm2KMBRc82CsCxb0Fw
aH2z7Ya9M06XMdmJkb/xA+JotFmmU+1RW5Z2j4uncmZyUuPSGqF2ufQylmp2UePlDzynIfFmI1N6
yMcZMBqvL/Q2gZQl+UhZJk8nEaPBY0asfO+1AA0HNA5Ur8uCuBo+RFI7Xw3ameClw5gIKp8F4Skw
3UBGr069G+e8FW+r2TBqhVNQXsZaEt/ZLAVa/ZCW4tCxpEo3qd275wF28LSnxKTZri3fZ7qIpaXY
KH+SaofEwMvf3ZTVxzE2lOQvQQzOZDX0UayvxE+ggQYurRPUBWmh42dGsormPWNQoPd9I9WV0W5x
h1QEClYr7HSP3c1miSx61pXXkIX6jMBKFg8LzKpkxyQt/C4rgKXYFVGj7YqeZM11YRsWUrRIpP9N
Xj19WMs4fcSe0dahVrUnr8zUsPGhpMwIw/Gsn3KoJWpGnbqwXTvbtlYFPm+DtFAzaFrQKmSreRT4
59NhmMy2IAwnIO1K1uWht0i/3KrWJwlWAGSxjpUe2+HEzWSPB9+l+7phohnvtsKCVrePgLInAcv6
1YLRgJAyKYjg8UWo/lI8cKJ0JZXY3pkZWKxCBA0oa3MijvZFIAmnx9sJ9tTplXlCeu3nrx5ju3vw
8OCc+QVml5MRucgmCwNom64LrzfIScr4DDCtz9AG6mS0brorkbkkA8AVDL7oNd6A92qwgph2ENwb
5AF62w5pl5xDkqDR4Foyzs5zbWT5uWgy/r74S7XhV62cxrO/yo7d6QFnehTsKrdzH3qf/gX7dxxZ
6zEDcHHivlkgUVIC8v+0dWndUrhVjGeWuln6Z1OJKkP8PUAfOA2wyvRuUIzATmwmhvkrdrLx4041
BTtjlpG5YxiKDciGWDKysYsoPmKg9ixowLWHCLSPRnG2WqH99URmYX3R+UgeY8AIjgFyIqPSEIbG
2QnSAgpdvLaz1n+4b11QLaVJAWVyAO61QtfrnVMnjEgeh26D6p3McXpixFDAXu/dSzUuXrqf/CKV
WxJxeHl0B/AFiiIPwjNzZh/O0BxwtoMyscx6itCsIXUNJLdY1UfhPxwsY/CnJqnAXLJp0Xw+mp8N
HlM9zN0L2Xht+kejz7mrcwY7pGogOwfjMsvMYwkDCywflD589umcaOhW+JF33hQ4tAvg62tkfUkY
7isdQ+tf2ROfEw6KBKLqsikmt3WIFfdk+U6jO/0R2i1toLQJNgQGZPokWCRZNPGWRBfvZc4zmd0L
+V2GQJ1yi2uRoASHYxVDTVJX+0E3jfcqg4SukmXkssOBjcmhgf/To/pmU8P2ybDFTzzHe+V4RQyO
aVjzPrXeQDwi1K2/3eg5PzFoOXRFHJUwSQPGRcgshHiPGbwSZIlikEBzUau/U5KRdU0pQp48XSbx
lGFNLg+cE67LJ1RApHu5duk+NrNWRKxBHqderDqPc2zVhNB8cJy3sB+cLEjEdkbWdI9B0UrsF2Ct
Lyya2aOUSKqzvWakgQws+n+QMgA/TCFD64iTnJwgBUGvSRJoCyoZFoQ9uaZ9O8m/qFAgl7Axw144
+8zloa42Kj8HRat2LkMKgl6aXE8bSkeHk5VoNoTlOp1Yug0DQi/Onxo4O+YIhs9cz+Eawkb0m/Si
IYCxGptPQoHdnyEp9b8oD5NveiAQF2gQfyDJVk+xjT386BaMylbElqfWN+cwSv6w4yHcUiQSGJpb
toekLIdEeKkqQjM30h2a8pBMqGIRwQEtf4hpt/8WzKrSjdd66Yuo5eM0TEH+2KaTc/G8IZvWc6tc
UmNmD6TjPfrTPTR6kmA/WAcyEwcBkXBEoNV8pk/v9Y7d6kKkwTJQ5uT5nFKJFh31FcS/xRDo4RT0
jxCLEACCsS+zP17tjMl1cJbsn71U0t4WBc6Ggd/Mou1Z078v39mMhnBfLG49rVGnEtgdDfSEJ5vR
X7cuPTutV1amKyQPZSHe2zEz743deM2u8I0dbNvUttxzFQXhB8/E2OxhmqrofcyBc689q2NA7nmz
vhYzPcXGR+9HuPRUR8SYNKEzc8OGzkvgGwLr6qBfxre2MeA4TaDEpSpnZpVAS0gKZfDlTpvKlvFb
OQuMV24GMgOnEfvFYDMF6O3WYurA6WMtqahoyxLVzgxI/yxmRcR1jek0ZwESDQK1W1pQ+70InH/i
NuLASs5OwCX1l7F5DyO6jXFKzTyJU5jf6HyjD1B8DNdwYjHTGrwwkmsVCQsvYlSg9i02HVkDiOwq
DVNu3caV1V+W0hvq9UzfkzyPqmk5xCZPBZsAiRlGwpExH4gzLCkTMuO2CXPJoT4IrHEdpkwCUdGY
4ElhwAoWigd8tLtoX1Ydxtc6L+oAfjqcppo1RhOlzM7SGvtOUxuGk2WiB4S+xvJt1OG48Ggq8s61
K7GPSTQxyxXDccxCtrFw2rdPTp009o7Oq67e5lIspHm5bt0HuywJOyzkOsae3GnszbeilgMfLJQ5
eBMengLcliyzg/nULsgYdxMBOsW18UutL2nScz6e7UhWRKug1PZH0HaccxLkQa2GPWv5YfhmDzWp
j5ANafrWxgVaZjJQwCSs7W4qkk3a1kt5EQzrUZMVTHBBhvlhDzqq8TDGj4zQ871d8uPPcY7dCdwa
qwqEuvWgrFM6MKfeL6KIk6cmR6u5ouFv+I8K4jwB2kVkByTs5tpLb0/59JlGlUMomzXLTeSLvFwH
tezOhNHI5VnAnHNP9ZgDirLsefSOA43wtEooQYkTJZSCGUOpZ8pd2YBk2hvWB//ofwzWgMyzEZlR
RKKk4pIuIQJFIITopCCJnlpWqsM6HFxnoT8Gr72xoX0CQdDClJu+QkO8CbCE5jeRkgPYrhpNmO61
nbm4kHv1wJuurB/0cEsdtyuvFFJz96YM3S+zzXsYmLImTIMuQlywJbrq//XKXeIHDPPOBbhM+4LM
WxQHt3EghWm8IIKBQUWezexSCealwyyoskvBJihp+ks6DTCRcxNOaE2a8U4Hq4BGfZYp6lhcQJn/
nfF+mS2QUZ2Ty0LJuepjoGJIUUUADZ0vRnp7twlQdSdgefVhDpaOdRspmvkaxRYRqWCb8SYElIEE
ynoA/Fi1G1Nfp8qhTS8bwNJE705oBzOSV4Jj1svB/7AZ275XKH/RvCDCucZ5miwP1jiK4i90kTZ5
KvFbQt2BELMgB2/JGn0e6NOaDZgF81V1FiV7pahMDujhww+0wfURchmqe3RxgpeeduoyFg0qxv5e
qBH1yMTphYVD452B6+IrEIgv7bVpJns6DOgKnC3xer1+inl48YPlwD0wX5PvsJm49r79Fjn93tFq
iDFAMlxctbav041d1nlw4okmqQLa3z2rwdSfbEbydqM0vQAQkW4+TXzfYm0Ug+VLg64A1QYc2v7c
1nW0DAc1LHbxsyh/tk78H7ziObGb6Yk82ElcLEeodypDWeSkOU8p6E3ADGhL1nXa+fb7VMhpzvZ8
F1nEIhr3oGKySOzp3zp2h3CXu176lrBKJXgt4+XDtXeHqT+zsAxi1t9B2b+GaRS1uOudFg8lWLzc
3ikqtPzK+jkM//LyLi5gXBb6aBeAEYkNHebdst8Xhvhk7E2tV0AAcNL0q8+gEt3PSjqgVDnOHXOS
KWLyHD9nsDfkYYeGckgS2Twb/jE/ZopTmDOUybN8qZZ+OsVBCn2h4W4h4iatcCjXGn48wGB1f9Sy
VH/RhsnuvcBXeuIJM6joRx9jllNrGkFy2CXE3wgg8Tc2LCUPnp/i146h3NfvOZuT+ojWgxoIgJeN
0KwBN7hzUIm/K0LmH5AyEB8I96ozO7LHnB6RRVhPjEK8omdE5cs3cJGaELd8tNxXNPqy2huER/Yx
u8N/KKcIMrpphZ1nMP2YH3JA6PE2VXaN7RNx3NnEdRSQp4TLYuvaGP8oXazwKOoJi1G3pNk3L3n7
12BzhyyrhfvB/oikuhlCYrCPtdOZNVu0+qP0QptY27GL3pamGJ6I42RyXeF2QN5G0DQOj0qO5TdV
WWB+M8vlfqkVUZmbaGiT6YS5pLiVweD/F0MeMSS5O8ZHDOtDyUrjvszWSMOn5c2bpHPsZqySa8tl
a7numcjWrHC4ivYsVEOkwOUAICUplXyu/HbOMFsBo2rt/F4x1Xbhsri4B7GjOU8nxoVEjx79fkRW
U9RjUeySftLtxlCZEQ8Jnd3FSQc4foNFiLVxHEQVEpk2YXYJqhIxI7WZ3ZJWMji7gdhya5sppa5O
Zg1oPhY3feR6YRM/Bo4DV771FIv7atKNt04sTqcdiSqTvw8n784JB7Sd9u9hdgcN5a0fteh2BD7M
LjLdV2YnINh82EH4fUlGGPEfdMxNHbd4KRHm8J5TyMmVwagCQRZ3tNPdzBAgB1ihtV+c64iT+L8l
ARu+bo20snUxM8uBiEAuTgHhLXq2HRdnFc/8/MZmjwoaHiDdOHOIDlZpYldIeD1j/XZpk5yhiwXZ
qVqiOj5YOiqvZUaQNp6/Zhyd1ZQsLlnekqnOZsRP9jlhkItOiYbO90blkJ4H0Zbp3UEbVFdDioT4
NyuH+ClsuiG0HctpP3hsYHRHmBSaNfNjBdlIp9Gba2Ou2TeFg9LyCOS7mD5HvAHIVycV5PuBydkN
WqD/MyLjQ4c/Frb8NGE/TFcif4j3RB8LvBkuf0USWI8Hf+XHTs2m0S7/4bLwr8TnImBwcXk8e8Yh
kxjNhBSPvsXQqznai1jYb8JeGR5KW/VkyIi2sJ9aMpGujYiIhQtDaU2U/LH7oLidAqThlszaejeM
WW4aROkkKgxwxBAUUtGXyhfzmdBoVuGr3PbkuIIWnVk0L6z0WR82wv/BJeVL/lJkRB/Q54wekchI
dVdF0jGOwN5oIOOIbsY9ndgdkPty1gClJN0TDrwC9wuV6HQJavK7d9II/wRpIvwePXCbmyG33fqD
unJMybzn7PhygGa8QTQZiAyJyl+vHc2+lJP7hkXD+425oYnBsOkQsIwT1wVm7iFAa2A2TgMnD6PK
VP1Hvz3Oh0mkoPxqwkHe0GhzCWCw43ZuQsFmxGscpjax0So8gxBe/qJSWb5wabp/QR7zyzg+ax4m
eljsdh6SonvMDia8hKCX5bAMlBBr/CVYmQJKww9ipO3lSS1BMB1I6RjuzkGa9UfmyKl+Qk1VCmQv
VGDNVSWOXi6QDK15g3vQw15OvApcQPuO4GpLuibedQ9oYIvOqvhuam26Yw2rCdSB56b5OQRtZQFr
JjLlpgQ/la5CVJoMh9Hec5xCkLCvwF0zbIZj692WuieBA9l+Qsr1gM+Nt4PU5IQr9dWthfWDL952
Dx6oMvFnivuQ2xx1AYEq+NSqTesWRfpwV7u/8taQNdOl+byGiJM6rGbn7ODYTQbOOguJ7vqHtwUx
aB868jAQmcLCNJXTRQdpJ48psZ3g2egBIN1jQSJ5JQlY41dvVp6SmE6eBZlJvo0/fuuOBUE8chhx
fzYwluu/U+u03sZt7H7Zs8iF/+cz52IXD425/EFXHPBBpLzv1WehgQzu8Rm4ZncPDprfVGaN/TrN
7lxQWBckjbDmInP95qa891SyUuMhw+0Pb8mHatBmdRKaVYp2ZSUqi3zdKKK8Oumg6BogvWjQw939
egcOk5Oy5cj+rnZ1beelZH0WsxWdu3LtEsburBciPMfnnMo+3oHUErcqAsu5EvdvmUFn0Sd77D5Z
wMij4oTNo96gLDKFuAjhFwdyKMmxoGVamgMMH4QDKaX+Zzp7mBsCTt7DiOqV3xc52hOAGh1+gyFL
8NJEuqEECltCAlk3zVf2GaRahLGy4GKOCmiXzxH8apwZEd4gbfank3bb76zsrXkrHLdxn+J5XLh9
MPYjDkJP/dLHzowzcUma6yi4rgOnNsEuljaTKha05YLyN5ck4qIBaW/0F61cFfiKfv2icZsz+QOG
HIMpGS6894WHTlfULwg1CAdH30E/01qZCWETzkO8HSqlHlP2hgtsTQykSdss3xXve0S3NcA8Zkyv
bFycLP7gosC7DYEo4IQlxsA74MFhJw5XBvxeQzuIBMsNnHTvcuqUx46ubNy2UJjLYccyJXG2fK82
3vfY+Oya8sFdtg3znqDbtBWbF71H5dFzPooEXKV9c7KUrq9plWXt+8qd271yOj4FJ2G3wKMYoRdJ
rVm8DlKZnObLQplQC2ZQG5Ekofc7gXsJSYgi0QPhWQNDr4SRjebKTB2vGJPW/IaQcZ4f0hq7Fc8y
iNtqGGsuV1IUrixHBwakA6fbHl6C+mLp4SCMpc/u900Jjv6IhBLFVZIBWFgrnBsvd2NYzH1tNdgm
yrG7phYFL4GPM7sea3J6ZsVRTxXZ5w7iv9VSRjiH0Df0J2NxYWwwxXB0ksVWRidNQi4g+86PHpmy
g34y+HbM1vPlMr2OaU+eCmVEDKkuIqryw89Efg0isAbNasRJg4EbaXjvyjXDU47z0Gr8b4nABDhe
g6Z30zE/Z+RQxsOfJepIP2ES4Z9I5SCSsc7C6Gxnlh+8NWIYDjn5INlK+yNSCVLCZtRljOnvWgHT
LlKUe/CdjrmwjY29GzAk6L5M7f2HwhaEWFV41X4Xoi/7DYJKI9fibls46CKewJ6pgK7cQspq0Fm5
8lDHM4TXQZFEQEFU+v6OemYwjzWJSducht3bRnA53EvnB22zbQk5katxgE6wy1KHCmwkay09ThDS
fptoQnGHPRHmJpmB/7UL2XKHWHsgvwG4kLZyYBmVLMdmNLAJk5QCnjdZEr4OPKuN9j2bHFa8XsMV
/VCjL/Fcvo2uHg9Z1nV/u3TqFQonEqHvSeDQHbi326FL6gte2sYfD5qkvu6UCSe30fVwnX7YTY0b
oTAgiJBoNQVfjXEmNp0NHsY1wndYji1tzVfj1dmIAmFu5hGhJrSXz1Dk1R6yWCHeJOLw7AbOI2wf
JsBYC+c+tYWZwC/qe3pqEmK7c1hFM2tcAC+gX8NDvGoYvKXPuvBQI3gkb/ss8mMq5JRaHt9SFnX6
AQ8FGUFsBO7IloXgIcLKnY6tQ5aN3d3HUmTk3SUZA0Y7UPrPnJBJcPBinzNrpXNm6aTc9cTgoNrl
+GdTns+sasOtzP2StoqnUobpzolnQNTojkER37JC2MGdx2J10y1Aso/solF10a8y4i3naEfDkctm
s8xV8FdZeRZvGttauteaVLdsk6NQfsCCNj0nVpiaFf5XBj8TXb2/7qAaX0sGlLeipXBmV9mZk+u7
qDYVRv5bZEUJ3Y0hyH1HoGZ69BBRz/saaK38tOjeU/JbUAOl69FKI0h/S5KDqOzGbvlcpEGYu+bl
zoHsCsfUqGnhkn33yVDcs7ECo5sHl3EX9yEDUTTtvsrykPUpEtO5XxHpjL5FeAmUNhkzMn4YPOQm
Zx+gHBvCIkQvueGuU3JHirflk3RBgHn1wAEYSkSekWIfibEezta65ViSJJB7EaAZOFWAQTf0c9Xg
rBwWkFDdp1QYuFAoQIlPJ1QDWPW/MPNJZN/ElACxdbEIjJ+vQxmp+oe54MQgJ7SFxsdeOYm9LwEh
IdjL8bbjlQcIvfj9FiV+Fn1Vth84WznFU3R2gK4MBF7aUxwuHxM31U+MMG6igupE/scKMqwJmxqx
yESd2+X2Q5oEdxsVffBbW2DZu7GCdOVH7fYWOA9HjnZyqcTSqu00AXbZohzOhl9JOyFD9qsxlIx2
5N5VD6xwVYGssQqh2VLkuPGjT3a6jbgpSVt8d/k8tg8YO8dsyxGYl4+goiSyQmh30SVRqDieWpte
+zucOghQW5uc7ZA9MgrPGNs8+xr9T1FJOHcVcJh/uFxq2D0GBlqnQIBi/phx6aGGL7paJKzgKtZG
xrDlqzcO/u1gS30PBYc/EejwVzANi45eJE4H9otsWxJvX7FlHr876dstJt24tnamarW995uecnmB
ExjDJPKI3th0iMMCMrH80Aj80wXV1dqxiFZh5R171QVBeBCRuZYskt0LApcxOnZ2qwQEr0ab+bsi
Rtjbj1KzLYXLi0n5M0spmdFgOnG0GWVVz+gsTVBcpqxxKkLVY5rpMQQH8m0bBdHGMJXq0UBw/oeP
4D+4GLDv2Wy1gljA3i3rESdqlwC09MYavAt4Zr929ku6tNMDJFpPMnyDlYP2R0zB68T0I992RTB7
+wG7TberkWmn07pQfTFsFcwb8UykEIGbzKmc9ijcuiNnOJFZznGHu8eFZVKFIzNogJOWR4r4RFuG
r2JxEpiC6IKQ5weUNjBxQTPsAAw2ZXYo4D3ICi8G5yChaqNn88KSKJSK1cyavP7M+r7XL7pBM0sM
U6tJKzIeYZjrKjWx2+Eqp7lllcxQLKg3XorLhH/J4uK7HOasXGO868xqikIhPzM/btP4zHvjuTik
MyT6FbYCSPqAWnIOaKbDgmi/SLQh/DINLG7lp42GhdlKYhzYjE2gniAXYTOgea75ZVru7I+JMYh7
YXWRiV9dIrJHlTtZQIzRTUufjImMwSjs4hgDukBBD8HRkwe3jgYXteHMduFUaIauByP95G58FC4H
OgkiRGHho0GO1zP+XytUHX9zSrjxB6kDE0CSjRx/ICSlAZgigbV03HbGWLeebAwaKml46KXdaK2x
grNiv3oQyeWT78LSGSDrgnbCFFrFw22g8mqCE4PtDmTcGgNoAoinxPmbJw8e7CCTPoAprIy/q8Ct
Nc0WC7BTQFsshSf8NTR9LNOzX6NsYjaXLuMuK1MvJwU5Csazz5PX703ZEllRREFi2KiXXXAYJ7s3
+1rYBPNZnQRcxAQDz6ux55nQpTtr9Mjkvx9RBMdIOtuucACFGd/vMQHD/doWg56OOW0VwlA+pGJT
IF1jp4xwgdlZmic3RLMNI381ZgQeNXQM6xlLRL0pS8r9jWWCnqqIUQaNWlwSWoeI2ll17tzHB2Y3
aj54LAHFhu2WeHF4gIKDIGv5mwOeeWORanmp3J5sW6dd3ptcOMNWFFlpcIh3GLkkvhHGSypEUIDx
gBFpPcXjERZo+NtVLinLtQr97heliFJfdDV2zVeCGG6tUbSoA5nLjfmDkI40nGFyAS1UaVd4O0Z8
kJCzprPWFYlrbP7c0RrZ63EidZsae5/Bc7L48jvzTXVGJpKC1ssWGiibgp1aKFcTfo/IwdfmDwtm
bdNkybnr2io4w18YK4zNOZK2KAtiZ8uWiirNiyKSTLw04cHyrCpFyFlNauFQhOGIqtePP6y+SpZD
Abyx49m2y/DMKYBiqh/9/l/MAvJF5GJi+4v5DNG8XVEKlxIlCGMqSgTm4/RqKz/zK7WacM7Bl5g1
74AF/ZTUpUAHf214AeppdqlBthQ2Gi0KvUl8InTGGx9RjafJsQtUL87elM9qS2BE/NqN0vcRAtP+
XaGYN2+pj87yS5cRA7pSAdbahIoVwa7ObOtv5Kv8t8dcXvJt2N3rYC0z7iqiAIu1QfT1DTcGtz/x
vGwT6vAeyzlq0dxwJxfOcSHQ7V8e6bqC6gRnHGlfvSQECUbGYeOXmnMHh/O3H5GDASYNguUPcVrx
YwX8ad6HRaGaNcvee6ZNJbxq6xHyTPZM65WHIBkpUKiYYZ/WLXrHP73D2mnXt6RVPS49Q/5nFleE
c/D5xBXHLalJK3YHak93BDcv7rI3aAruf6pK0gPqamD3eLiSF9kMUXNKtQsFg/gd6Ojat8TDHI2Y
gEkcLW6jkGO1K/Rs+wQvBZKEPdi3zUrqpHtuyiljTs1htEvROZd7P6miR1+y5T6MLoMu0njyAIfq
SILk1uoaDUdKxqFYuR6z6Me4LIwGOD5IfA5d7zOLiVJrre0ENwJJANI7Ml6Zjp5lY/oejCfpEMoI
nw/R0M0DoF5SeCztYT610RGRXYtLhnSKQFv7sg0Jy8gQDWQMomVLgk+bsJImb9R6qvwJPCGIm9Rd
oU+LEGhierqf1vjbdo3mNf4KIzxtGy+01A0JEuj6oTTRn6YQ6Y+0UnEpmZgzg/s/r8sKFAr+bFnu
ByI2fPSJxdxDYu9TpmiQecuLgliBVKzvxF0yPYUB0UiAzbI7vrA/gx3wUJ51C7eNzgrzz7Ypfz3y
DABueFVyHAkkuI+YMAKiChwlkV3WUvQboetmPiNzj+oLOjXcEVMaf1L1zZpsrzp6GbB9qJNRMUFY
mByy99Lq6++UTPmfFN6mfboHPL9YLerLNQvH8tTwKyWbGFc5kxqbGI6Xyu6Ct4hz9KamrM6RgnH4
CuT4rXgpoOvWR0J6xh0rQD5lP/TIJ3RrZdYeOvSO4gaE7AQCOvxmYuWi7ABYlu+FSl3nIBo/+bcI
sfz47JkIYhyWdB/AssWgZ+XCP1DqzWwsA357gqtFhGuVVyegvxXG2xToQEj8ilR36UEKShblPCmM
TCoFw1NmjMsIZlpOZhg9UFxo7q+orvroyDfoQnG2kUFvSqEydh51QDM3WVkIqrvPO/vcY2dMVoM7
YbHi5i0f5jYxI04FYwMocuxy4y6Adi7L0jZvg58NH1geIesElp9lWy+ijlwPvX1vDpOo/tswBwJ/
kjBf+yytsftpF4EHP+gNGUnoRlLtn3On1OM3Jjwms2CI9XdkZl7KwZHNtGLPJ35JQ51/WbqWw6VZ
QpSZK12G0T8bNU+2juswxciV3avYhBTwVQWAhyMVdbyzQ1bul9eh8VW562jr3LXrNap9lkXIYpzI
u2CHXHAg7oOY1/ub2/YvJoLKsmWteicLIqogPIninXQ1eDB0u2kZuziQEL6tTS8xUERx7Hxq1sPq
0pEUNr2UuKmB3LhxQaQvIibMz9YI5scNLfvoD0FO1EvWUhvrPlTlGZkZ+aEAKKp/qbUwjU6o7p/9
SmYfOMui7xAuntmWMxc46o6AzrQfPZzuiWwfw5pScR3FIwD1qm+jTyfgtceIPmtWdVXYMAyKWOoh
glSAftA5DhvlueRkEWKVF+tM4vqvJOo0uldpyRtiIBaQOiGkeSK6238qbO3+ABAYYZ7L1v3KY/Ql
B+wXdMRuhfiHILDZ22qijspHFxtJxiWeiOzBFhj3HkzSqjsUFR4Cpioft/kmV/5yBMA+QSwsJgiK
oghqd5NMNv6X2mSdpKRvBkiZ6A37QzNWE6Az6Br23g5QDPK3Kgg26kGTbGJsxmKF28Mf/piWvmfl
t1hXT1Wn0kM50Cqc5yZuAIa3TABWC12Q2sbWkHo7DvD5SF8hEQcT86qtByOxZXgHEdL5bDGcuuO7
aNtgeaxq9gj/YbPBt70dvBr26G5EXJ1EV5aBBEzvWTS4Xb9NPTymNCHOqFI+5yx6tiahkvvzmvG6
yljZr5zknrdVcZx269nLo88OB0X3s8z4reWWWW5vr7XBy02Yt3SLrybO9XnosRNgN0FaUBAQheZ4
k81yaK4LHXq38x1JNNoq1miRN4pyLORpdyxckU3I6O7GzheHhAKd26yyOXcCmA2e075rsK/VHldu
XT3MOEUtbJQh+Oc1SK4yfiIVLHGYfC8MbVDhzIiJWaRCecBvTjgOFDKdrzNLLuZsOB2Tw8Ipje6L
SMEITzKioyN6kp6OUnrjPXNAB5wcWODy9aLE9BovQStx/3ZFu0NmZBdbG4XiTUWYzjZeQbYQ4xQr
f00JC3CuYa2pYBlIID9lst/KV6Zyw2/AC0zB7KuRuMBJczfjBdKC7SChtmuemvsd4FVNsde1Gr1D
bTNaZqsF0ubAcseJfoj+QhwJvlDqXVXHCL89DL/xgTCd2WWRLltRnlU89MMPt7yTXIFE8HmlGPju
UJ1KPjv3ov2GMiIKn6FO3TeM88JXsstnHuvd3UEe78wC+ouLLvKdg1QRIkxK2eHdm+M52UcREIBV
002YzGjLkbDT0Av7Dq+kg9HUjZBqdO4X69Sn8F2XKJbsm6KzZ7dQELOePsY+hlWuAZBS2QLomcoI
CiQwB99XPqCien6i9HGICPChRF2BParfDmDHfGGW4XcvI09St2Ym3iAo8izvWGRAk/6YhPr3o568
Rh/ciOEQkqrSYEWPl3E1R8oa3uP4f5ydV28cSZqu/8pgrjdxIjLSRC52z0VZGpGikVgl3SQotpTe
+/z1+2QvzoFYXSiiuwfoi2EDURn2M6+xdXFTDABs11RWS4H1VVV7n1UxNmJLoVLwQGBdWfwyJS3B
HXA2G8nTMA8pgSp0PZ/Bu/fpdR8OlMwoynhAoQKgntajApD6rYMfpu5qHI3bnfSJMtBUMKH/TAnL
tetxdV/UI+pxqNaQ/ULctesaEMobZRJ44LgGWJ8AB44S7XgMDoCpGn4ZfikzPb0SXEz9Y+Vh7oxb
0SDtPYg4EwqRUVo6W4E9z8u7IMib+BbjBje+LwuaPxsPQUNa2HA/cio8aHgrCJzQAhHkNxViqxTA
NbpM4LPKylt03nuv+uQ0TaTqRxqRZvKlS/oIvD/LwqU1xTTneWY833iIHOnW9RfSjQFb0kAGGR0o
YzHSWlWW3zqHEsLKiKhFB4edv2jlHYqh1Ph8Yd1oJHuN+Hx11WtbRgfePGk8UDIf/CcriKvmimAG
28FhdBUkciV5UzK7sfKHEbB2uF2aPvJK2JDgtk4ElIvMmv42zSaBH4lvwT/3M5sQlWCnwYMW6Quj
BoVk7ShOD8TZJsZG+qYMYOBsHTtqsjcUChC6GEM3OlbWEFyPFrwWykomHlmgSPqvpkO9AxRdNYzX
so8hiVnB4Lz5mLE365rKNE5EicEr6nq9eU8tHFuSJGazbpYnzFnKrs7BM9EaouKNcBQdwAKdGnBD
qHHmjayv5l50i3xVBcNKeOA/6dlMGJPZhUabtM71fEOh1CWnjlB+w2Z3JvmeRJXX+2kOgHy2iNO9
WDjZdWtgiFC2Q1UTmFqAsNegORa+nm8Gh0rVUsBLkuOrX8HhuMlcYd4NcBHa1UxtIaWak7ohvz5J
e5zwIJMPsPcMyqzRFGwKeyJ0HOo4xSssE8ELNLBJb8ijybp0AQNhQ1uMIheSfITItAGcQ+11i3RL
O7rfYqCFzg4iM4izikP/FSlmB65zX/pXlD4KJCubKX/OcG2n0lJZgigY95B1qzMIDwXwpHLnAfDM
17OevO8TXX3IRsh8xLuBbgoMd8RBvmXwMBC4hkN3MGPE9EDl9+muBjZjUeVHdmSNVr/9SnUUFFY9
VXW5rdFkMLZelsZHinRTROcoMt+sxuy+GuDkQ6DOQFE2A/TF+yzEN2vl1QVYLATd6rcmIVKhx24m
j9Bq1YsnlPkriaI/TZu6zuXHZjVI7c6pBCqYMsEyECQynbsglxtHmtyJIzDUZEMHObvVoDRRQcL+
uFqBZkReeUC6NOfCq+AyTlaFiRFUSZoYsc+dhk8KTaNMOxCGTCvmrp3jCUpFFQJkW+lGkBKQ7hkp
7D6r+FVbZeOsUXuIvwwiidutOeRuRPCSo+AZ56Z72wJAFLCqLLrguij51gqPm4i8wvXSG0elLSQj
7qoOzyhArFqAVwG7GPv9nosg+zn0lfXDGLhrF23wzLjpSqd6c2nveeD5shxHWA+S+TYwUMHadrNV
3bdK6mfem8C5wqEPJ4cJDC3CGDnztOq4U0nfjMitr2tqoEj99UH6XFcNZpUmbzVOvwUN262k3fLL
ajrjywA6+GquSvMz+sqL0g4STQ39siQEbMKzvh682Mz2kR9ASJvCVN/W6ex9zVHE6NYdmg4gHYsC
CklkEqCAAIHq69ENfDAA0FTXQ6bNp75vw8fKl7yDgYWPFgIEwXgvmz5HpANYuVqFCJXdQvCbf4ie
yHwdKjywV864gM3HTsKutfpxfBnEhGYm2Sg9T/rVNUhtlVMUDr3s2gb41K+72m4fOUvVlziYirs4
xyVrBV6GypnduM1jigIkdZrAHX/JJAY3QhfM2aukTYtdK/At3xkGzvRrMOgYW+pqnL9Dpaqedd0H
AEjEwhNue5lnO2ImnM7hXBT9WhiEUtvcjuZhPXDr3NgA68SKIl/yECci/AEFyqVINBR2tIHPGD95
ZLYuEaOfvXbKcN+8uO3jDTsBq6ySnOzJQ/mHnyHh9GzpIlS33kJZWM9BZlBqm8vka+1NYFQyY7A/
BaXMzZ1H1FStOOHcnUFNJQn3IK7UlYdQ2bEeR5eLzWH9iRh8tgaPGeCgeca0jI0TyQcsESPSj6CR
rwE9IjZV0Vn7ZmrTo92Z6RERl/xb2ypAllJM1ic6DvEXP3fQhW5z6vXXfRZn+3RE+W8z0tP+BgSH
7Mh3K2D9wwwAirghJuR1Te4noK6NCq9QfKAx3kB17a+tnPxZ+4C/kXqa6HHVHEakmsqSUACPGwBX
0hUoG5M8YiuZzO4bHu/1gKSZXR8z0s1n5RiYMUMG0VCDKvU4wRwatwasrO9pGPafBw1hb0XR2SZg
6zNrXkBYXMjIy6VfDQHqawWNVICPDAJv2FDuaeKtAAAEqLOhELxqOm9RYqfdQjmncOWL5vzSTCcn
QIZ8INtdBXXQtWuqQ31JTxwUwBbQBNrPBPXJwcb/S6zmZMDuPKkbjcRcH2ISUTU+6VeAhJi1y7gq
77U7B7eAYspxgxR+HHyLm1D9ioA5OSvwWw23ftpCyMjC4jVCtuFWRMPiAzBIlIrJOAKNx8qUH9AA
ltNnqrU1SiCgte7CcTSzaxmPqJog4JEhW2RWqHzGJC3FVV7HCwgTPQo0oKpaBFsDGeb+FtlKGolW
DdqTaoW07/sqM352ALP39vLT0W4NBmh0OJ2+OVMmQcJ3C5hd9fYCf01q9Ak9qAjPyZi5P7y6GXB2
4A6Es4ouyHYSpoXCErXQT1ZnIblJcoZsj0ZALd1jfoiGXIf85bCqTTMbcUFATA6oKJRCNHWqdI+T
cQFbqAr88MouC1RH9EDkvg3RIrO51O3hl8LMKNhK0qCWt60xFoJC2VxD65RHxNbp344OL9E6omBN
L7crMYd0BiOFXk5nxl/xotEbQfiL9kOHbsMTMDUUDaCwBXf0g+ljoT6rzZUEM3VIMc2NEdov/BdA
+1A8/WBQ+7Klc8niwC2X2BMu1pmjXrjWOXmbWWbf6jTLw1v4fNZn1r8CIV7G4Q/oyMXXTGfUn0vf
CrKbALUNKvOGoDoQ0UtqdnWvi2cfsxxCZwKBOwvGE1I8ozN8C4IW0VqaHFa9CaUZuNvewd9+JUxC
BMRFdLEZaHXpVR/DlgS039SfFUkvPH3bqH5w0rHGcBy/+DXCAMJnFngFoFWri1+1B5tadWSRu1yE
aELB0msfPZyHiKTiIr8GzF72FKBcjMiWeJNChzuahxTBeRoiNIsXXjOONEhX6vw6DcKl/t8kYAU7
CMNYF9CA5TWqQpC3So3sUrxm8vsR8e23AM0ifG/mKqrWYZsELw3Q0pGDm7f3ushGgy4Gh3VlJh1M
llTVLWYHnv+TDU4pB9XhnOp6LJ65GbPnYM7rfGO3zfRdQsN4pOPQ2mvq6xWy32hj3ftzu+wYrOsO
rjsN1xjWWmI9N55YtKl8hDRk0CcBIiXjfJTAnu9gBkKyEB2iGkyfoO7m2n0JZh8T6gGF0RC9RyYD
KuE0SnS8BJ1VgpbEsItN6hnqTlJJwbYlyvQtruDQllhOs9ioWtE7nEZFMNbiMynWxlCbNLGJTqAF
ydkbtnViOPUWwDazzzXkvqRWRNE2BNhDzaMq1RX7n08rM1kdHFOTumVjTw2jBfz8OGULbQr2m97k
SO3HS5EHimxV0ppd56lFStZBILiqYeDg3RL1/Ve8DfNnku7+B/FtAsWowTHHoMxQrnOKltkqxGpc
rIM5k3uzxfNw1ZgLkbdWefICfL1+aVDhi3kcF1ZDZEy0rD2EvdFmiPH2Un3k/uJS0e4GHkqst0Pa
Dq8hClmHuaQBu3IUZdwt1nGRc1VpSGb7gJj1c6M70i6Q4jG4ryGNXpQFkwFZTgzrb8LGyJ/AFIbg
dCDLw9ny8/FbWBJrrcOcUuUG3UZ5zc1FMt8AQEk3BniB4QpaQXAPsYu2lqLqgUJjxLOztizUkz1M
cGAozVkFMjvryG4VDW9U04Ni+JGl9H12UKWarcRLgF5hBdoGm466Njb08vvwiSpzQMxVFsZmhBop
7tsxluPGy1OAZpOmWXvd4jb6BYJvc4WCoKBJOIN3pGlLo5VGthl327ibfbQY2BdqgzSP+tYZLUKS
NW6U7XWoYbfvlj1jM8ccpS09bUQ4yECRrwQ4WOPRZbhOtTPgQWMljVf4hLggluRjURFjpdpCLEJb
uB2AUsIDlv5qI9BE9Iphr+VQdWsiUN4PeMvVk4t3WbCrpDN+b6JxkYCpTRjENF4tcAyAPrDxarvi
lWKrhY6BCS9lZYA3/hqjcINsjMRUb1XloC83VpIgziNEBESkRmIb3bqokK9tier0mnvc/DwjQARO
xh7wkuoBbWHK2loTLX1v0ZltwmSYr+UYR80uz5z0oKcptFclslvAMAga0qu2KT0cpaH2+Xu8u8hF
KB+iXVqjyfEr7vBbZPsC57rODLdBvpB4huKjNVj+VUCtBK77iBc2AkTp3Tz1lsEbE/T5F8fFD2UD
j8L37mMu6e9dOIR0jIpKy02V+wPpK96+P6gMID7SjU1JVYmOnnpELKasNxAw44coqdUAuIE/bmAw
zxwOuCX51tFEOhtlG+FxtjJg30Gkgoe0z1W7xe3J2veuwGNptJPujqBvjPYmjc9oZfEaCa6ADnmd
xkjkG4pP8avsEH9Z16WR118QbtePmejoLw6zWYu93QENBbhck+HRSYgQ9EaSiiKPWcWv8FDzn7DN
ZbFOhQ+JA0dKOW8NywkNKF7QPbjbI4OiCskK0ntEeCEOmP2mH1RNOIPU17FPNMp9ddc6rySsuoYs
oyRIzCBcnKqdrr/yO9sCCYmlXb7ThL0/FRXIYBMDJCfKhOfyAH+IV9cuaN7Bymp/6jEDp0sP3kVd
CZqcv+8FNHx0KuzsBdwQDbyyaa0tBRVwIZT0yOZSpBe+UHArP1VU5SBdpXU+fMlQOHRXwHLouYDQ
wWEZHLNJXTJ240W/HxvSILOjq0bA12EXZxMq+NRbuz9moFXxtqkBWmwkqI1jwhX/R86d9DyhSRut
c9uZt5q8E8H8IrBfVBfnt6D6I7Z9oeilK7v4nrkKMA2iUuUDSmfh51lpS7Eo6fSLMu34U8Bv+UZM
Wd5oCq7xpkTzDxkrq822KfKjLyEL/ESrCrxQ0lHbj8ICJfvKyy1A5dlSavPKrhlp5WTYUMHuSe45
YYgcEfD2Q4kGPDbP3R9EYBRROZRlnD4CnQkdQKq66M1tH3NHb2Q4dVwiwrR779mDnJbv2rB33JUp
pyGBf1ML1+9XmaYb3a1nOU7tpygxC7rMwK2a7xgDME1uQqeZCncTCXUdINzf0bsppgr8EXVluu35
bFLxWksjow8csT8XX41WRfsW+8CRjvckOCmVDLzE4ukDDHu96HYoHOAr9ETaxFPjgwl4BjKFzQ1W
Pfima9K9QWzAwY8tdtIueDEdKTK97lhzKKFVbOMEgGgWupbPMQbRqOYPpdvdYmXnWTurm2J771A0
yd8guZouAhJm2QyIMpaFs0XpoajMG+Uh1UoSEMgOFfowlQ60XqqeY3sX6s5t8ivtybJ2biHw04HY
RqGOmJBRlUjw0L0DNR1sbUkZ8ApNKedXRJkUjduGFvwGjt9IuOYZ80OKbn+2B/JN/w5JT+7IzGp5
9DMwHu5NjJ2gsR5lXuBCAeIJA1aIV4s22IBwe4wR+YyADibB6zCEwo4Eg8ntAxsoPMQeimOruAaX
SnQR5RJOrWMrcnTivY2Fhem9DbS+oPcPXiRtuJ5W8LGN73Uepb8cy6pfqOXWzTpGeoCgKsO4Zd1G
vn2gs42jTweLEyCejf/5Jiog0GxEoFO17nun/rVAhvEEGKx4kUGpbXj5QNmxPU8UEqQIklukZOP0
SzsQr/HEzkY6QsD6iX6gNCRbeFniClyhaVOGKOu7sjPsaTVPtffDTYdph/I71XksNlrgR10LRtC1
FNC4oWujbyMQ/e8BvnnRdsxVTu2JhA0DMvpi9hW/gwa8NiwxX0GgItJHMJjArBwrJN2D2e4s/m3o
OyuDFEMN33ZBAs0tDMTRIWKl1NT59RYFJLziCxuXkajPvSOVdTAsUGMz58ahjw+usklAQXptZjwJ
x6JGY6u4+hVSg53WdZ0sHd4BLSmXWuWTjmvzmQgQIFfgESavZoGl6HawgMCsbBvJJUsIFV/jigKz
pMxprayhRQJGikyNsbuyDLe6aZfNsokh0Bh7MYxzhLaUBMbr+7EbrHE2ixEDkbP+6pDf0lYFVmFi
qtebUMSAguIyUiVYrA8TcLGRhhYRnUkJqCyhhnNPYIxGSgzUG52CHEuRLqy1c9XUeXsT+03gbKLe
HPq1tn35arYN2qG0RLESjfPC/wGwqDl4gEQJWaFb/LRlpf5AOqxnwzgTe7w0W2TkRxRtV1ELqHUD
6c06eKLFlTunXP0IfoxqE9+WXHWg7R8RXxp/2Lkq70wHp9tdRDfH32JiY3nbBnc2nk61iB6pmjb2
xjKhJK/tiqXGucGp0zV+G9TYKqf0xAoNLtQMdO9PtE3j+I88zTFtzZvcuEfuKUUVzhX1TZ7kKC+7
jq72WYSz47UHGf9WtHVydENuZq7Mxv2SqgB7S7rfv7BzguYgCkkjEPKw5a78OcoOYD8kVED0un6E
UTK9DYgck3aDQmlWlKOjaAWImpSILBldWuaFWKChVPrVCc3hmzm3xYNvs2KUHXPqE7mBtD0uYwpF
3WkQr3Fm57Tvu+gpkUvhNcrU1KPDrtmCFq50MPRGijkkgfAKCGfhCLjBEL+KYu4/ySTqoTEYaD1A
hZqjgzdJ19mEYAy9XUnPulwRItA7QHfZhscneb7RQB/CLbgCSgg1gkQR5m7u8EZOOOGkXI3tLQsK
kyiWfrQkYxTpVh23E3qXpWnrRXbB/WZ71sJcnjMEa0jJcmByWFZ8JvMaSeSNyO6uKFjW1bpzpP2A
0s/4CsWxfo1JZN68DMk98sB5PKbQj59oibZHlL3r5xEZc4SIQokCj1QOX4xOJBPxH5DhQGUaebSt
kDAtryrhhmhv1F6PTVdX0hu6iYD642DlQC0wt//+1//5v//1Nv5n8LN4KNKJzvu/8i57KKK8bf77
39a//4USwPL/Xv/x3/92lS2EZdvUeIRLHdQTNn9/e32K8oD/WP5HKKKwqRt6z6XK2rsetfzSD/uH
y4Po94PYpAzCcxQ2K4r2kLTE+0HIrXvdoTF69Fy3fUzt2HlWKjeMLUZeEXSrCVidTh2xJ66D9nx5
cOfc4K5CRtl0mR9rmYHfvhDEBxUC8J7HuKmnTwv5Sz8S8vifkFn18+uyrgd4RpfHdM+NqS0a1sjC
u8o6mVWZ4cnrtCI9YngFr3mmQPcH/c7oWz/DGptCOezyQeJVc3nYM/MsBUPiEi08T3nLVPz2qT1Q
sNKuouToVONT5lP57XUCjoZojPb6SL54SOQCFALwmnrry4Of7KRlkRlc03HUsOikMt8PPpkTLcC8
SY6pWREkFtBPbgBJp93V5XHOzK0UlgNxwzX5UPdkHKcmFWQYPtLAkMYwQq5a3ggqH0PfvgzIMe7B
WwzfLo+6rNhv5+R/v85GdEc6rmUB9n3/dZpW8Ojnbnxkky8aoTAmJ3T+yxhgYNGW4d3l4c5OJseF
LWtpJdyTlYSGgJuOUSZHYD3o5MnYPoQqRKjq8jBnzoYUnnDAgmvHce2TYTB0bUbkJ9KjX4yQMTG/
qTE/p7nlcvEDbqpC099dHvLc8knB9gRPDybWObkLsKdXNjaoyTEaLDN6GnRCqGUw0rQNhtIqvusq
ED1ymySuN5eHPjepkq421xwRv3S892sYNMjGo2LN19JZpTuDRm6FLm3Q/4Md+ts47skn6j6ZtYxs
OBxA4mBfV8EzeLRqi1kZZIAwQgy3CKIf/+DjLNM0HfSQyQ7V+4+TpZ4p56r06HpF239OksrsHx1w
Rpt/Mg5NPzClmnBRvh8HepybjbByjyOpESrdjZiDpwKglPfBRjm7WtQSLVMrVM30yUAjyKe26vLs
CER4Mai3R5IYr3PtD+6tc2dAesqlUymk63onE8dNAm8B2NgRvW3xWbopcoRcAPTyJ7R0fzQtlaDL
U3j2CPw24vLlv13TaWr7FN8Y0YFU9ZXgIZRbJZSHTB+ZFvmerRoJqC4e7A/O+7mRTYCirgW+nMts
+ftvI6M+FWP42OTHuAN26/P437X1mD0KVIhRWSzoNlLOST743nN3Jw+vQ3fecXgkTl7DqLLmcmjy
/Ij/CUiCRMzlDwQDy6OLycLb5bk9t5q/j7X8/bcvBMIAr6SP82Om05qxDCfKt5BxymfZmNa3Kgfi
8MGkfjTkyaTS7i1GyMgsZ6TaF89oF9GtCufiEULxYw///OkffONSqoFkLR0ovO+/McTw0SzxpTsW
Q2rt6W3Z7Z2OcaFbz0T7SJ25sVPdXh7z7M7RLB78LGkr5+Q02nlcyVinKeKe4SstzAmCQKgeI53Y
+gs+qkN0jQ+u+1Egde4S4Pz//2HN958KZhxKbN2lR5rETbWufQxotyNN7Q+m9OwW/W2ck0ugRZgj
7N0mPfYIS0lKG5kPZqiiK7fHP96Kdpdn89xwy0HgBEqT4PjkRIQtehdzFGUg64S/S2AyXRMZBqhB
Z9GXy0OdWzhFyE2HmsfWOX0XlKBCDgeV8Ne0xreFHXCTK7ABq1QHexLIK1Lf7oPZPHcilJLoPfEP
eisns+lkFNftkAdwoF3jrlEqKq/hIbm3GGsFFPfyqv50+SvlsudP4zOltHABmZgeIMH3G2VCW7B1
DItnSbfhqwswoO77a6MvQE00ZrbUbqCWUqwZaesZumx39rC4YF7+GWfXFRtsE4FLz9XmybrOXlvb
mdLx0QjQrFihbdHdBi4NqDUZB/XQy6OdXVptcplL3kmhTqbZjnFOCaYwPvrghq9h7JYg32EAPzkZ
5bkyrfRh9IT1dnnUc0dSeexZ4jcL4YWT685C32yplC6RcCiA+099s8EgJhw3l8c5N5e0Bj2qGHCW
+Mb3K5pCwQYI0idHC+ee2270y243JnMlgQ5U/gfX2/nBXODemggK5u77wfpiwJvCm+Ij0qPWK5rN
xo0oAgddVdFtL3/XucNhKXiDvMLWcpu+H6pVEyAoQ7FqUmgM32nKrMewmh4w5wDrDoWv+mDFzu0T
hpI2EgSaFO3kbFRZITIXAu2xa2uUlcNiHH5MDQ8LnXbovrjt1WO9pzKCgPLlbz03rVw6AtQpp4KQ
//236saveIElwT7VdEw5o1Ju59xWw0YjxfDBYPLsaBQSYbF7tvfXOINSUT4BzToCPa3XJRXsL6Z0
EeBwK7U3oDttuAQgkHfONDxbXecg2Rg6+qGBxndLT89Gjgg/NNpOFGJfEqNyri9Ph1zW9vSWIs/i
9HieNG33ZCWwSS1S3EnTIwx3UNRIK1xlRj3/TKCQAzCTCYBaWz32HuaSSHXKFj8R8j5zF2Jdcfm3
nJ0svWSzmtRPnF6YUWyOTVIWZJiZaL7PJcomG7OXUl53BWjtDzb9uUuDY/X/RrNPQpZ2GIRE3Dw+
pgUOj2gNCjRKikE04Qcv65KHn86wSyYL/FaZ9l/eAdHYgCh1RRWCnk2xntF3ARxUOy4tGcTZKJPh
wQmCOrpHJahZ/+05NTlfVAcoM/Gwn3xlVw5h3QjTPdgm6k0otKadc2W1dv4CxChUH4x25lPRnqDv
7YLmZmZPRkt7BBCoYHkHobr6GYFIZMpkhfrGzgYNH23cvEH9JQ+G+pMBRJeW/eWvPXOtmC5PPBq6
NC/Jp98fbnOEYZdUlneQLfbxS+mWm42SduU9ThJ/F9+KqIDaOOLlHzwN5046CTwphQvKxSGZeT/0
gp6qYnoBB6d36EH1nSk54cHsPZQZINwdxdMgf4JZAyZPe4NxIIqETiAwmdsavofAtWr7YfwUoGaD
K0c5depuGsH5Hy9P0fkfqrn8SGC1ye37/ocCFLcgYZr+wUONCNv6GPf0tbD76QHBC4H0x0TDSPZE
EjAnx7m79sWCigijaKSpXPa2vw8qXgsMn73E3S+3+16mIv4H4ZOppW3zS7l4rdMnAnQQJqa27R7G
hXKNwoun4QSl5lsTo4LwgJ2IZTyj5TzF+4qOenyHyG/SfhmzhRd9ec7OXEz8FHbMUsuw/1IgqmER
Dn4p9GEwoFjiUN99irCOeEPopJv/wRZmBHYH1zEfdrKFE5QsA4ED9kH1SBfTpJrp7ZXVIG+NPg8q
FEGbIbTWZSe96PPlz1yu+pOLarkpbDaFsiRaBO93BiYLo0kw4h3AniOB0LX4RAyppOxg5UBVPje1
XfyCmp9+b0qZPo3ohccfPJjnDrAnafx6kGBQH1gu7d9yZazkbdjcvncAiUYvFW0XiMBlYX3t/Bn6
itnH+jt624n9wdNzJgIiQCZvtZVaDvDJp+N43UHFk/4BDssAJITnN1+k3tCsDuYk2iPyG+UffOu5
yxKFYEld2tY0IU5WerYSpFlK3z8kyCFHN2VP4ytOCtPDqQ/uKuzDrqbpA+EZpbSw/3Z5sc/taWzw
gB55UPcJxN7PNBpmuYTLZRzizDCnDUy4FPCrqSsVX/VWW08fPLd/Zlgnu0sJSnTKUQ6Xs16m47el
HXp2DybpPlXjRjYrSMfu9ewnhXwJ4lE89VUxPcfttMjsRxUIuNGMr7SRI1MIEA2WF51SsTW0Lz6o
a5+LgAh+qDYLqahjiZMLEYcRzKJKZRxsBDJegnru7xLmhsYnMovxpm/6DCm91kE4ME8hg868Pw9p
iM4SEkTLdF1emDNbkTxcuIqXlHxVnSyM71KxwkHSOKQ+3YPFCCW2fs4pveKcAlW9IYYfzQ+2/5mt
yJguMdfSLnFPy8MZf8E5MfAOXeWqmwK7dyxpMafWG8+pEtBk0GuaPfWWwAekGaX+y+VvPhOL8bmU
VCmCCwmo/v3ekCmOcwAn3IMxJBkuol4JN3jqgTVdHufc3NLAsMXS9bM4d6fjBGYFjcE7pFEGvCmf
pPjkhj1+Gg0Spkj2F33/eHnIMzea4k7R9DNd+rTmybYfZe8VIU4EByBPzS3SzEO4byMzAbWGUeAa
jBN93yIYuHUuD3z2W/9so7Cq1l9iMbsDauINg3doEIe+yUq/4hE1URp2qVh87WWATsA/GNEjsLAp
W0ly5Pez29NTnhCg8A+Qr7wbAyvDb9BdYbtQv0VDGLNSubs84plLjJeKkZZgk0fj5NquuwKArd96
h4TLdBcgFn2bmNGXpB67r5dHOrdDrWXLcGMTN6mTnUPTvGqJJilfhBg/8Oz7/jpAJMr6B6tm8Q65
ShEEMI3v5zC09BTPaKcfQphqV7FTzJBLcRlbxaYRb5IcZdl/sGoQWEEAC9qkf7mXEfikvZAZ+mBV
TbsXrVWFa5gHzpMyUHDd5YUhv//9ubSl53HBsWQ0hd9/Y4z4MarSkXfQbJGtTRdlAewg5fjBXJ5b
M3tpyFKudTyaKe/HcQGn9QYKpQdibFS7yAzq/hFViSH5oIt37qgRODhgMQis6WW8H0j1COin/ewd
UF4anlIPp7pdoeCKIKezyBxos83+uDyHZ3b+0vHRns0cSr7y/ZC4O6MN3Zn6QLF7XgvRWC+zmglQ
u+Sj93F5/04e7qW7TArLNGrztD2a5SOaG8hrHzyNBWTW1uIO16bARX+3zvfogA9XZZTVA64PUf1c
IrCzNpsy/Xn5g8/co1xiVHBJpNk8pzW+yfFNJ6hHUksL7XkMTFwkMBKlXX+jYdymj1MYVdXXsQKD
+8E+OrO8DO3xj038Syb/fq5bMlrsoUbOfouCvYod+XXAAHJtD3Z2L7FM/eDJOLO2hCFLV3gpyHM0
349XhGgWdb5nHBDhJ/afdfCY+KFE9sb0ug8y9jNnZAl5wdsIUiwCgPdjeUnlZ7lp+QdjzhFfxzFs
wmQ3Wuq2l9fvzCSSymlJwkmsy659PxBif/iVxdI4WLoBn4sIfdKt6sw2miuc+PLmq4wBaH+Q0ZyJ
awA/LNeMArNA7eX9oHCC/KBu54C2FJ5Wz2Ee6K00R+xN7AGR+w1OJ2Z4V4ZBhKX1WH20Z8+Flozv
gj2hNS3+cnQw6XTqavSDI7wY2e9MNpIHe6Bf3AtwZ3uUdmBeU52JgGvm+AclY5p/G4ca5WmI47hC
/P014KcQhHjEqOIUd+SAUTFz1wiOsFMgFkokZmkq5whUJKDrY3uWXy4P+Oc1dHJ3gFOh9U8gwgtt
naw6cLgS1SmXBdCLWDDlIfuYEfNWV9MgQxdxQlwogwewnQr78bKMrWOf9v2M0xqmTDukcKf4KsB+
BdECPcvoHhFUdGoHen8QVRwLkSeZWQFmADOBx3AYYWPfxbox5GfdLKwsgHIiAdOZDiBX/dJytyXA
kuATwmFt/ePy157r+DhE7rZDoOfShjjJJCajCHvk2oLjUBOih/gRPjmBY8VbC7sna+skCFsB6PeP
k9K7IAReuLMLsDp/P5oHp6NYX7giHtWT97s+QK6rGazOOOCo7rsJkNHKGz9ncsq/jH3uPmbSza7H
1HE/9Xg8bS9PwrnLiwwPXUb6CaDbTuagasDFRx5zgGJ98+JH6AzhRpc3q4Sa7wdjLYHC6e7iWSK6
dSk4/uXyQq9iRDt38g/oXZAlownh16hmILKEVvRwh9EirHwbNnODjvkghhXK9Vb8waE68zDZZEzc
Ly4IBu/0dVBm09VTu+S1iKphPotLV/Ds56F4IvNOh00Hh/5uau0x+/X3Z5p4g9NF3EHj5uRyC9wM
HpHb+gdflqhjNPB9caSFOidCe95fHutc9m5TjeN/SxX5L7CsHF9VibEX5QJHR5863NwezNJz9nqS
GBn6Rv7s4t+AA4eD8EtmqxcnxcG0qY2ZY4f+1gpxicL74E2Ry04+3QDc6+wBk66u5yyb8beaQlXZ
oLJhHR1SER3BLUeffYRrrqMy8z9hjoBcKeT48UEWWGzttG5NFNtsqGW4PwL7hnJaj+UHdctz24FF
cSig0PV1T6sJnUftpOu1fyjNDE1vB2S2uCpwnhcrnCBKuRLoNyIDxE1weYnOHbwlfv8TSgYeYvlh
v82FM8ougrHrHVA9b/wN9osO7pjQGlCN6DF0/aA9ee6yoxRKDo0Xru15p/BDFBOG0os7/zCbJa6m
lAjgLuCDBsR/WChMtY1Zal1ZGcSupEu/1laT76yw1c+Xv/tcYPH77zjJJsJwsANkFb2DSij8aoSc
VqJjJ+SxvFaTGj5Y37PDIdRKRLwIHsmTF03MBdzwNiRgCvrgGbXZsluVsWGuRxfJlxsCgai/v/yF
51aWodD6JW5ahMbfr2wBfaypR8c7RDhUXPUEbO0269w/ujjsi83lsc5FTJ7UAECoPaPxcXKiomRB
pY2sqp0P8xWkQ1hEPMjjH5kA2COx7TYenblFR1vjSWp9cM2cOTzc4guWhycUIuvJWgauV8kS3/ND
lGqYs24zdp9FiFUizOwEjltrQXjAAB439cuffWZVfx/4z83+2+EBkNqZyNUGx9mhOYRwuwFBRIRU
b7dRHyxWbFR4/A+ur7ODEh86JHGC7vLJU9kNQg8pXhZHs0iWeAWRotcJZx84xq6sbxYfyOnvXxIU
nC0qiwD6KfidTHAjwaLUqMMf2oWhN5qlW+3toX3tjaqKPthK56JfFhIAP01+1wKe+X7fDmPZAfIm
5M9MghwCtWJCm0KJ+SZs8ZxeUXqgqog8gCH2lOUQY4aFUwI/wAR8HTf/Q9p5LLcNbOv6iVCFHKZg
EhVtSbYoTVCSvY0MNHJ4+vvB59bZIsgiSj7lgQcaNLvRvXr1Wn9gJy6c3TMHCbEqOrAgUhVgRrPN
ncYjomkYShzGtAz3sZ2ilYGasLmlC9X9Q11l6rGRcKJ1Tn1/FiiaVu4xPArDQ4sww3ecBjGB89Lk
roUyiQVcvgTiOJMM/SU1yDpNSGDhs3QAomQEUbcID40Wa9DgkXNCsLysy+TW9Ie/OouD+SGno34N
GSQIbnq5wfr48jlSplFmNzL9OhD3VK6xD9Bme7puIXI1vRoe0EB0foWA1OVdGinNrhwwOeDVg16H
SzaF5ItBzeepzlt0/t0eKh4kGLhT9CA0w3y3pXxUV/Cph3Lh1J3bBJ9/4azCZndIEXHowNVIE/QE
OFH+3AGIPuiVrP3DhqNjOGUDIIZ4jxyfAC3W4ZQErMYg6/14HZeBre9SrUZWnrYLVhaXV/9cQFEh
WsiWPTXh560DnBQNYKUOw5Vw5reJilHZtkexHD1RUGbBrW42H5eHPP/BHROECyWSic9yPEUvCHwf
CJR/yFQHWJ8Lj9B8xC6Jo56gXp5ftTIiT/t6cKrbLHVMTJMcK7YCt0Hbdy+TjI0rrDxBwuFwJn7b
jd4pC+W5c1+cstyUqFAmBnl4/BMz5o9JL0SJAFmOCLUzHZ8P/CiupBLppoVvcHawCf0wwYonGNzx
YH6gWWllSuFBwcnVf6hGqa63I8a49W5E7O/P5eU/d9xIfG2Nhwdou3m2WbTGYOFDER3SIgsSBKIA
yz6iIzgu3cznUm1a3zzrKB0ogLZm4QxKhIHoTooGbCGhzhprKpbvZgefUMUiu1gBt0MTRAWxTXsj
6veeFokNYOoc606jQPBNa7eX5z6t5DzUkO8aBi4qmITM65JJLZpA6+ToYL9FYdleG5lU3CteEHpY
h+jVUjw/l/CSlfx3vFngqMg9NFRMwoOuR0q7x4mtSbeN1iMHIJvBTYHPpPcN5xMfEmeNcxQPTiQK
0qDIg/XlmZ/bYzD56BFowCz1OWZ+uktsRUa+Ts3SYnAxPI7WY9Zqvw1a9gsZw7lVBrDCPa4SWOz5
E2usO2eEQhzBGzNwh6h6K8VRtAFT6sptgZ8FED15IQ08k4RiuQUjB0gnKZY1e8r02LOpSp6Gh5RS
QnbneH1c7xTEMO9Q0PXjbVh0/rBrBHKoGOn0GeqI/7DANlGUqjcl73miIElm48mcrIOWS+3PTgxY
aScO91HapoevD0XVi2QGLAsnSz2OF6XZh0BIq+AQoNQWXZuVrG+w99C2aZY38tXlwc59TDIx4gRZ
yVTwPR4s1JrMyr3BP5CQOteQA8oPhBetcCMGBFDWNLnSb5dHPJfRUx2h9gqghFRw9ilFXSLwXpb+
IVXj0ljpOSrWG6lHyXUvJMNfFZLdJmv0KLpi4ZCcH5nOK7ku+CFtdlxlL5ZxT7VJ9my70aAaBtHw
aCBDCGa/l6y71EnRTHHIM7LN1+c8ISt4HE41MF07XmUFqCY1zzoAjqzU2xZ9MjckdFwFSHL8bEXX
16g8RPH4L8MqwJIpR4EcmrcOUd41mt6nuptjRvDkYarzVOH3d13IKLVt4xQ3JtdPJNz7Lk/33B0E
Goy+OgBi1Zl/Yg35ogn45h/qPoChRwSFma0hbLSE2Dz3RSmt/H0GU2C1p7D46ZFGVQlSlJyEh8mI
5rEfsYO1Q9H/UdO4RUSXZ/JalpCguzy9c2fG1mk4gRXmoM7B0egahGhGB8EhGsPxQLOkkb91TqGN
jx5wpXKto+i61Ek/F+B5EE7wN8iQFBqOZ4reDwK+RhseUPioXsuomhQfR1usLC21m4Vgd3ZZqdJT
2uN+BwJ8PFiupllYwg6EJRvAUk/xMPlObobZQt5rZbJNrBj5jTLMkZP6+tICpmeOBg8yCubHI2tj
VJMWE2YD1Hbe2ziwb5GHahEzV4O3YqBC/w/f0rHpQvFBKXDMmYImqj8cet0/+Akig6u8tfp2Tcdw
XFmt0qwThLoWDuW5LwnvmVewDqAO5vXxFD0pURFN0IIDngiAuVUsZ9C5rQxRb9CJicKFZu2Zm5OS
IyGHdj5F+DmEGt0wMSny8PzibVPdVrhTiVVl+QMiZ+lYDfdNE+MLYiWTuFGIAarYXv6kZ+aLhrCi
wDShy0Tn/Xi+GurM+Yhj1gHdMXUtVEFOWBv27wG85NPloc7s26ns/pckCfFznpmYDVYeWaWHZKSt
snacMnDQKFSsPwiuGTelnyQ7TwFI+/U9BEYSmpTmQGAAO3c8wyJB5mhAWfGAPnT9YXD6la2FJKb1
ipN7QWMvtLN4YRediUEW+KyJSsQrS5nHID1QsTwZEhATfpffIoilb9tI1Kjc6+q6VqRhISScCekW
AA3CAYdlQksdzxFeVJFgHGW/GC2at3vFiEGiWiLpForI57YriQE9bsvUCHjztUxHBM2byn4BhOLI
1wWOlP5VrJem+aREDjouhaQ3j7TltWKnU8X395e30LnX61SlILNlniATZxNFhyuTHHTpXgAddvso
lwKk7KRuP1iDtEINJ35WU7lADr/MURTupN+8rtF78c3aRLvOMFHYGq26wFBVa/9hn01dYwPhAoqh
c3qj1bYGEnRAUq0ixQ0lqIb1AC5uO/SmscJ25B8owNYEAZJJDuEczZeiTJVAw3DLe6lgc3/IQlNz
rKlMfAnWoRil0DUR5u5u+hGD6AXAw7ntNgHyTAqSAMfmVCcP/WTq36n04lmAkFaaVDQt0u9W9evy
5z4XnHS4P5OwiE2DdrbdcpRn0ZoAi4dGXr1Csym9oQ6Ok2qThz/+YSisSEgYSIqoxRyfoCytJRSC
GUqT4viqTeWP2Cu7H6Ii/F8e6dziEe31v5yHqbJ7PJKHM1GK3icjjWF/FYvSSlY6hZYlAMfZxYPK
REKC0QewreNxVMSbsJ0NvZc0DGqQaDlmraKVb0HMeQu32LmhyGLpZCGNSGI5+05FbLRjSkPzRQnN
0R3SKsXnPMS/1fWF0z1dXr9z1wg1DQIQ74SJb388LwSbKw1hXunFDHw8l0K5wwDdEu2IKQBG4HuH
jtJ47WhjvrBFplnM6hfklP8deH5VJpSgDFC3h7C0yndeUOIpseQP0ajOrRIFHorl5iQWH4rito7r
cuGmPtfSPRp/tsrIohoUakLpBcc3R9+nBf1ZhOKQx/RlZLdGxLURyuTH3UAFNMgirLVU8JhaKWUz
ojImC/VHLZuOv7Chz3wQgtBf9Q+eqieaGBKeMaKmuQYNzMmepCrth9XQOuJGNdrkzSyc8Kl00Ghc
Xd4HZ+5YW5WpcU2NW5OK/fE+iNEQHHw7Dg6JZWevaYPrjN1VqCabUqw/kl5EC1Hv7ICABiZs0KTK
MztQNari2A/Q/gkwtPmJWrX3ra/8JyVtYoUbJvEXJngaKGjETGkhOHd5gqccT5DExS7zFhbLQJvl
EWlELrKs77X3y+t48vl4KYGRA9bJS0815kJDWiSnmYS57KGiIf/kZIpdu21vicC1Bq1GFk6zQ6Qs
jSXRjKVxp+X+9DqkTBb1iq/mB4je3FaeZXxHazDf4U7fYYQUykiyD97+8mRPvuE0WVzRSAQJU/x/
PGjSszEDvEcOLV9zzQNRX8clerj4TqmPjmjyhbNxEhkZj2Ya/+ipsW9m4ynQEzF0RqfChMzewpIQ
mox5nSmkhxCsTbK9PL1za2oB3ZoqKBCe59PD1oJ6TRcXSJzb6NIEXb7Gjye7opRT7nKhmyu8dq2F
c3E66JSDgADGyBDO5PyRNvS5SHWjzw9TfNr3qnMTeyHywGZH5TEtIsmNgq5cQAqeLiyDEv9NQ4cr
b847z52XlwHyqvlBcTrZWgdUbh6TIZKHdVEvvlxOTiKqADCNJqkFgN4nfcg2tMtOHTJxSAYTl1qU
v9GvBYOHyOfl73d2Vp8Gmp2JGHcTxD4ScSjI+H42eS6+WwLkCUrgcr8w1ulRYFJkcLieED9PitLq
KCJaBB0SKkLY37sYyVSMouOVZ/kqUp1289W3A4sIHd2m1sUrBQWl46OnGCH2k1qUH9IyH2/5SBI2
qWGP2bWNR8rPpkj8jwBzSbdNDe/LMe5o7HnnvucmKkEsZoca3ve+ZmPuEYgfOhcbUuPGyivpexHW
m69/TBjzIL3A1/G4n00Ykzy7R7ghp8GbVcCqErtd9y0y12vajP3L5cHObVGIaYCPDfi0J5Viz054
/0Z1fkBAv/geg3NBtzzPMn99eZzpRx8lQdNXnKZDvRQO1rz4VIyt6ntNmR1QY7d/CptClzmC/FQb
H+uJpnWeR0302L1hX+VNqGHp+fIPOHmCzn7ALAtTJc2SxqrJDiPQC7TaMaDynfE/pex99LkFAKPJ
jYAei8iSL98dTB1QLA88EPwnOod6g0a6wLPwQDP8RlWFfq/iEo05AVaDba9mb5cneiasTkzDSeNh
gj/M8xvhELSJM0ge5XrtCrlP8bS0KV1S8oyfkfC0bzvsExZukDNRAVYdeGPGnsiz06/6dCvHyJpk
TmNnBxDz1k0o594Oal12DeURY8IYbZBiIc05E/MUXkPqBJwHRTe/InNEVHrEULMDCs4exjYw0Xdt
06oWtsxUSy4v6pljcjSYejy9QnRlNaWph0zU8aYPSrW4KpHDrRfu/TPHhCoA342PwZTmSoZNGpIQ
hHl6qDRRKLDLnWavNGX1awIzH4o4gpiMwD/8JbecPFkeI4wend3lyZ79lnDrST0mgMm84FY2hRJS
IuZbon4O6yIed37t2VckJONurIGuXx7v7Jc0eanD5ofFM6+0NYoE17nVsoOIMe2QaqKcW9GGuxpH
J8sWts3ZyXEgkTZEG4Rr+fhLqkaB+ann58SBsMEmKh8f6W/K+7IKlHs8Kv2F43hucugSg9AGLIDw
2TyTs3wcYUcml8dteds3ulS5oumCbC2FvaMtHMNzhx9sswoNgjr/yd1hCtUqkyrMD2xYTGwjvFJG
z5K/K3bTfKPrPW48rbL+fP37QYYCoG2BDz15WfumnMUYqnMSdcW+cwREcg15+7fMSpekQ859PWgN
bEo0Vam3zKK4kiMf3Q148dQ1IuS3qRaF0nXeN8pwR47ce29yI9FzW9gzZ1eVuxGsDVVSijDHewZ9
/s7JINAcIiHLz6B6bG1Xy338oRSq/Vx48V0uB8g3X17WMzeW8rfJN9EROYpTrPgUUq1aB76mVelB
9qrwh4NnqFs3qrDXdhcq+IZmhhO4wWCr+VWA13SwkOednTSBiJOCwtOJ2iIdodxTJNS7kgS1cs/D
0h4zSc92pbpUNk0wIkSdtChPX571uS88gc8niLMF0Gg6T59nLRt1gAcuwaArU9AlsN64I6FIFpMM
OtiFf5gm6QicN7p+E6f1eDwnEVqGdTcSeoqavOItUaxL2MnfRrlucZEF3beKVV8sQH3PfVtK7jI1
fvS6TipftiR7GqhBNMNUD6npAYEgshD/BXfJftt3jbRpNL3+FddB/HR5fc99Vh56SG3wCCLWTn//
tL4YuJgJPePkULS1dYecODBUnAJSVwgxrNUyFWvHEEsiaWfuNaLLhBtjVEqzs1UuWxkpkdBnvuRa
V1Tou8cOL911NkCoXIeVMHFTwssY/y3HMx6DsrU+Ls/7zA0OMlUj+yTs826Z/v5p3mPcKrJX8Asy
dbSj67BNgweohXa/EIHPxHvGIfEin+bZ9xdf9WkcNQr0srAQNyp8y8a2LBmaZl+OZZzjrYZ7wNXl
aZ3ZSCDQwF3gQTmJG8xC09iNJs9XE4EtAh8mOZbUu43kVC+i5E2GBxo+aX2YfcRFNy5APs7O9NPQ
sxWl/KPSojCjA3obbOIc9pZ6a3q6N8I0yxNEBRcC4pnQwFxBetD6nJgw01p8WlqrzNU4thBY0nw8
fVyzwQd+i7VG87NwOud3jOj7wqY5c1gYkc4RHV0bQPUsBHe22dd6hSF6WZTBg6wFFqCdPk+wsevK
PxjLO1humZjQXP6o507Lp2Hnz86mxYlP0aX44Pjley5y6ybT6xjDl7wt3oVX3oB0ecABrLnO5DAv
NpdHP7vM0xklm1d1sALHy1xlg+qpNVtqbIV/AAd2U6T+8F7L+rDTa6tbSHnPbiP4TSDAzAnQPFtj
tLtjKeri5GA29UdV5hg4ab5ykFrFWNKcPntY6P8RgxQ0uqx5LtY0XubIAWLwiXztFSK91kqvb9xK
8ptdWIc17r2BN9kIfx2bOtW5Pw2tHi8qpn1xiBBzclDKCNMOq3CsjSPpxktNGriwoud2La1roi3p
AxFv+sCfzgnYYIpusR4dcPVqsS4Z1bq9VoukxXxPspx1LKlYjbUFxkwL0ejct6T0rFPrQiYdEfrj
kbPGd+pEAoFL72+46Q1YYTaA8F96UzULecLZoXj4aZO0G6Sw2bf0kAdvlECKDsBBy71djNW+zSE9
JsiKP14+EGeHMkirYRhPcJLp75/WU8oHIx5w0TxgXxvtbGz83D5u9PvQ4iL5h6GoSsKe1ijim7MF
tEY2LsrlBJyxaFu3jQd9awY69k1BYuX9Qpw5dx6QfPnf0WYBtR7iHh1INBJVrOSwVRPUMO4Ur9NX
YYJZQIE1keciXmzthFFlCynQKc6WI2FNIrQ8NVGtM2ejj5iOy37L6GlD7wTLckgyGI+pHXIKsKMs
8K69ekvtz3hKsdrGNQPE9XWCJfcSnv7cBwbHMkEzqVzQzjj+wGrRDNgnRukh7apu2waxdYMScbkx
Dfyb3a9/YfJNBSAdB4Q69PFYWD/DxVGkhCsF74cwbSJlJcIKgGtR0xO/PNi5NQY7A6IN6DjPl/lr
NzEqIQ1ZHh1o6NYDpBwl7jaDPDabNimxzAWO0HSrCqfW4VrBDu3ewQFNrMGGFd8v/5QzQQkqHWeI
EiB2HPM19p0o6CtYUIcwT6zbLOw0Z2VJnWt4v7w0nr55qi7t7zM32ZTTTzQgmKw8GI/XWhkwm4j1
NDr0Og2w9TjqiriWYAe1a8XukcPjWTcs4VHPDgpZlWcqJ/UkWtRqLqvy2IcHu8mia2/scyyhna6/
gmMp3/utLH1ZBRyWIihfBZomPCw+9PE0kVWQ8dv0kP4dJMuFvGvv8cxMvsGXtFdm5HdLA57JpWlk
Up8mR0C+Qp9FKa2rc9lqGTBSInPV1Gqfb2Jw2/Lm63uGN74KwQIU6AlNsFJ8s/cVm6Vspfi7GuFW
tE9zvfNvOnqc/q4QNsVFD52H/qsjMxj1IVphE4gajtPxkobhxJtU4FtkncPLugU7FaDepImEVnns
owmC63a5MpzM+v3FOU/7hnuNVgcJCvf38choD8mIDjvNwVfoj68svKsaWtNmAJk5NHttpWRjvR1a
ZSlWTIHnqELPwNRTHWiZMA7Is48HjjLbDvM+7ZDGr8u7PG+v/QZFYlzb0+6rNTGyShYQDAvaf3SQ
ZvsH5yVcoZ3AOsR6Nbzg6tg/hhg9rZx2sL4abqehppcudEBYOvOwU5Sd0bdKZB0aep/dJpdAYm20
wOhv0gy3tsvf7uToT9Oa6piTwBm81llsFxEwoTHSk1cbVuvGr/zxj96Zw0tQyfkP9tliQnsSVKfJ
QXIj3Ewo/3kNfBRaUpV1nL12gZFu9LIqA9ysnPQmccT41mldv0f10/mHaXKVMFGw/pOu4fFO8bza
zHqnTF8LpzTXWSZLsovMXeIiFJBeYVhbK/80Ig2NCbvDF50le4KTGNENT15TMXZuD+HyLrUa/y7A
inArcrtbGO8kMWJdOQvGpDZBLjvvEg+aKTqpt9PXHoLIZmhCaVPLRv+DbkSzxWA1KNw07iNeDo73
RTMj3n1g0FFeALhBXD9Z3TSLAlyOh+hJKCVmleOqXrIxmhN2yXHYNNRQAUMCTDqpEiOlITVmpSnv
Sl8M27wU9Su1vjd1GGXYolrwKvpK2sZ2XP+g8FDdRk31HaBW/Xz5uKjTRvkUcvgdCLnDHeUxDy+G
yvHxRsryGqiIPBZvhpqYuMRpUtK3N9ghN6iuN04OvCMHxh1u0KSQQSLFka9VroWjfPcwJvqoX/mN
nTe/6hrFh3WKcuxPC1u7Dys2HSx7QaP0CPGHOUiGSYCpvS87s/oPWmHGCzbDcoUBetrea8Jswl8L
U5vec8dTAxlDfgeziZhAmDueWm3WnQg9JXzrOzKNe6AO9Rv2szg6k/cCwR8s/Opj9KKNq1ArdG1T
mL2caJsszJLxZpCFonyzQilI3DGwumA9ZJE/QLsLR7GThjz27hWymXwf+VQ99lqPzs1epGqqfI9j
/miZrWYsQCdm0Y27ni8Ez3ki/U6ClbNjPwJp9CyrGN6R4cof1cYJG9dRMFmoVcffmlm7QKqFSThf
RMRlaGRCxWPDnkINRNhlUgI1681IQmHspGrgJeaCZi/M6zHtLX9TtLrjryxwMcpd2UBtctAZGjaG
lysZjteWnm7LyLff5CCQlLXnDGnkkvO19qoITRFgKh+U2WOKS2XsdvnoP+B8CR3dsGsNp/fa6bJd
YBdK9lLpnufflCgLjcXD2NeiqO8wb013ukaT5XGM0JS8ivMG50YMCiSBD69e9u2Odkx5LUdZWmHM
2yvht1Hxu7vMLFXbtaQm+jCrACPCXC/HZz2DYbWupJYzmVhJsY2GoW+vMM+MvV0etWq1ws8+x0gu
KaJo2winb657eyyp+XXa4Jn3eZsmv2LqYq1rqV5ZbCwNd7/3QR+Qlq/ixIpWSRobvtsjxalHWzPp
vPCJElDy6gws2U1Gj95aFUaaRHeiQDq8oVqg0xp3a6MwpBut8Kw3i/Qo2GiFkzwU5djU8N0xC98Z
yJj5m8oZEn3fY9Aq1rUKonMztmUnNvjCJrVbJ73ziLqqiiVkZ1TODqhe7LmDAW941fuVht2v0IZ6
C/WnCfelRKEGDvcoPUJx6L2rHMp56oK/6oNnp+iEvckUM7DXVQO+9zaTZZGg/m2mTrtB0UIOV46l
99ZNq+eKRfcAhbdVUXgRLKKht39qFCvNG2tQneIZlrXe3Bu5kenAD8b4Wm0gdT+JgDN7W2Zlfy8b
ZdO4iRGEDlK1Y+nvi1btHS7AsjA2upYr6U5qHCu6k2M1Nu9FWJtAdBHZH6+q0I4ct7YD8PXpmMGW
1nvpJmzoyK1aOeqyNx91smbVc81/2GZlDavCzMU3wue0apHu91hwq8Fwo0H0T+6tvBt/+2MdINtd
55bAAhj5EGjuiVx6luqKNuzsFXeWOex8bGTS+7GTJSVxtZjgKtZSCp/7Ticx8Z4x11GafVH4jnKn
y6WU7T3co/t8pTVFlj5jOy/52x7tw+Bdac0ie6hkK6nzdVUnnrrpPFWgw2SloRz99KSgCVS3Uyor
V1dpF6bGk8zTy7xJczBWe6vIEYtJWl4PK45eUz/LtqRm/lYdNU3gJh9KFqqbqal7111n9oJTE/px
CdW2TeyodjEWQU+y9NQ4WKvm4FFax+/oIIbAl38Efik/jnQHfbckLkT7kNCsbHEZUP/j4R52oyvQ
ttdQd/ECVdtS1p7HQBq6d0UTGnCQVm6iHx3K5/e6pAXFrYFlPR57WA/SBbd9zE8Lr3P6lW+odblu
HRN0TqfmqfyIvXD0nwa+jHEvy7yLBkp7pttLUTqusFI1diMqz4orl5b5YY6Z9lKgg6CwvQP8rc1h
xCDYE1qXQFO0qsrNUUXxV2rhYxhaWFVeoTZlw/PXU9EDcxpDZVWh9PDLxr46XVWxlH6rKF7bbmDm
dn+V0W0Z3LbyPXxzrSxPrwucoqqtHNTBftQSTVmXNX7jrjPUQ40anRQ18oakKk/XftfZD600SoVb
6WamrHXPyIOdpkeqjiOxgVnwthzlIt630I0qwAjYORqviESkv7xW51wnTVIFazRpW/0B2l7dXCcl
crS3iONHbbqN5FE3r8PSC16MJBqqdTJqRoBvgIqzt1X4xjOc4KhbS+NgYdyK9mKb+25h845eqchm
P/h67NWHxAG6tKJPpEZ4BcrT7HLRSmua+6rYkgUgASUaQtT3vFXbK7nLVB5tJSyXVdoH6XhTdYnX
PEDIhb2ewCE9lHSP/nC96f4PPxuGba+g6PSrtkxfXRnVCMAM04Gk2hlizL7JTuwYq9wsI2Oj9Xoj
tgMXWLsSZqH3W4k2MtjyGE9Md4jB2F8l9GWCdebp1guOqeFw09UTH9ZODL3ZN7UzfAOJEOZuN9Z1
dlvGgL42wgx7c58pHfsZTRXVdBULIuKjHmah2AGjas2NJ2eg5SthScpt22q8WdcVOknKx5CijXQv
A+RGfM/oo0S99adKKnAAn/V0uDOalcdrRrw0USfycEd1DAPldSKCMV0tZEP6yUU+qY9zm6NaMSmn
zrKhqvRtg65C9O4HtfQYQf+p7zjweb5WtCS114ZP+W2XGa3hPKQpZNZNIddFuyn9kZs01iLw4FCU
ir0HlPpZB8PZUpyrnfaP1wU24rwwgJvwZycFsryFtpDK+9Apq99FZpoJm91O85uRgnV7xQWdaQsI
xdPEyKI4QY2NBy0J37zI1ka9WSHKYryPpDjlFIIV/1usBuVNJ7Vl6FJfzMuFAsXstU4yRkULKToK
aihCwH0+zi/LJrMHlTLd+xRqGhdUexdeNxLvXTd3/GZJPnTWkaJ3O3lb0aqmbAnLe45FAP/gNc4Q
j++Rb1TtVe7XyXOBTHjz4GkeUdomEcA+nE3ab/O61oSbZo29pDpzMmnQCNRdpic28uUnXWSMMxS8
v03l3dMSHKK5tg9K7cQZ9KUlSc+Tb8pQFNRI39m46smEkWyOAr8W6jv3Wnaohtq/sYKwfKvFOLQ7
oVjxF+1jWGIIsqis4Z1LJebEKilG5CvmaRJ8OIkeGK5kie5eQfz3tpYQxvIFlhBWLrDj6GtFLBzQ
04WdNMtBKJFn2zRWZxXEzOho7pVS9FHXWMCvYizLX1OKimuzT5KFV99fWcrPTyPOGco+eJKocBSo
y8wG8zskP8cglN/7CE+0LVp5WfOtlypsxA0eMt3GKJURvhGBwFhnamK/Ac9o1RX1JChPg5SEfeJG
cD+Tp6BA+c3cUcQdy3tVZI1yhQG16TyOOG4LPMQnn+XMFZoWiP+Eg/AM0vMWekLv5ig/hD8EN5m/
8RBmSO8dO0nTlQp2Md6ojaq8oq/YKa6pFwXgSUEbjUeOiKrrPA3G4FkvhVF+8zM1bzJI6X2Tr0Ff
y/5KwmFbsnEE77xon+rgWd089FSsjxE0ljaWGhtRu6rNVrG2KPLiCr7q9cpCyIStRoV8k7ZGOxl+
53VGF82LRFs96iNX2Ivj+Wn2YQWlUX2xdoWsykSvpBoAIh8gwbx2hRJwFHZlN7zSMPA34ZjhXRSE
9r01ah+YPUoLja55QDGp6WLEQUGMAw11brYJ6jLolS6o5Vcp562wNYfY3w5SrH6TEyPxd7I9tmvV
TrTIjQOt8N3KzGN9IYbOzzi/ATguXES6PvTb5qXWzpclP3Ey9dU3fW1l2XH8jON94FLB10k5IPMt
FCNPCi9/R6S3x2BQsvQTlKxQGqOIKvXV0skqwhqOfxKU4bbLPc+VOnPcIQ6nrLKw/imFUnSjNLq/
sotkSU//zMzRlYG2Ay7ZpqM4K8CmRpByVyTaq1eH4V6GerXR23L4DvJKvmnqpru6nADMVYXoS3A4
gQcDwkZd+6T7Uw5W0xmdqb8OkVP9turEvHd495g38Gks2Q2byHbWdR2PyQ5rLoknbimVm0Ztxbj2
OgBqW8AW3kJBY1Y9/Z8f9VdChwoUeIDZHerjwNNAwtNfwQEFKxXhm42dF43sjm3WvaU5kgXbsdQ8
+WVhNaa+01EEnPgMNFAop9CfOmmTV/EAwM2xjNcgsL2fgEzKdI1sprgqglpzNkEeDOM69qLgNXby
8oX2abSBEiwrX0xcpq9CzwjuHgrkFFpmC4B0aB4ZXW+8NlVrf4tK1Vp5TmDWJIGFRdJp53Gzuzz3
2blHUAqmM1RwavEg4UmbjvMW1AgNoSaR+sJYwa1SuxKeNL/85/qH+nh5pNmddjLSbHIyoI4o6Rkp
sD7S7nuVvTbl0+UhZhvoZIipCPgJGKBaUZTnXaC+eHfZOlrLT1DoF0BWs5N6MsSs6FYHEOYNyVdf
jHgSW1n50jWShvZS82dpJlMC/2kmptVDZ0PB7kV78q+sR/lp2DsL5bylIabv9WmIuOlqbVT+DsHV
IrlYvYcPS4P8jVyfjtbJek3r+WmUEDilJvCOfynei/titw1R43abH5jOmr9DyQ0Pzt5fS3tevYZY
iO6zpsHJ0NMCfBq66NXAkks2nPIQX/PyMzbGXXANBvBfNh3hY+q+AFqY7whNojyVMMPmWtz61+q+
2Mfb/9sQs92QCT/h5RyqL92mv9LX1OdcbX95iLkiw/9frf9OY7YdrFgJhESr48V7E7fqLn8zv3WR
21+35bb+GfzQR7c+BAuYofNb8L9jzjaHZIpaS9Np6Tb+5n/mJdaX57U0xGwTVL4jS3XK0uV/xhvp
p3ad7fKly3SKXKd7/L/TmDbip41WBrqwSrRC2GiZ47a36eCCDS8/RImr6ir+LX/83+Y0z9XivC+D
kPGGYQV9vlhLYuU8mz8uj3L+ZvjfWc39CtWgUTvuIzZE7D6n18qb8+avUQFeWL2FDzR/OOdDFDpB
zDD5n/gq/zUcpP2wuzyTszEbQjvZLQn/SbUDWN6YVnmsvljldS492fqT0Y2u1r3+34aZ3T6YBHuI
tzCMCDaOsYviayFW4aIg5Hy3oQFBk4/XKULRpIvG/OtbZdOXiTy+OpUdZK4S9s13z1Z5BdOWCPRt
nuW8hcmewysJhE+2jqkO/AnjUue2Aj7x/rVZT8BCRIAmj2/CH4DR480/dH2pRbWnvNpxAmZc7rOH
UhLS2sDxy22ssV+4tqZY9/mwMQR5Kw8UGDUUr+YPFV5n/JzYCd58vMR114vCBP6pZw0LucT0u4/H
mcxZJoy8hqgSahjH88JkmlaernqvbYU5H5rYjtzI100ujbayskRefRHmCx6Clw8gHt7idENPcLeJ
H1ihXybiTStSAzdiNZNXtgQE1jJGeINRLZZqVvOjRwWUK2sS4KC6oZ1YMtfI7shjqIXvlSqFN2MQ
hw8mRIg7miD2A3JS+W2Sec5Cjnvy/QAVUzKCe6lTVjnJtVMtkXuJZg01I9XeFD1WqIAJ1IVL+eTr
0UkHOEMxDrQZhcDZrpSETZM2VbL3UsLUbkXbLn9yJh7mbpS6dOF6Pp0SjPKJUEZFdeJEzwazBbAF
0HLpuzCz5rbEzvR7VhhLCzdPZ6bFAn0AOBR2PjOa3WSyN3aVRBHyh6LQcxaSady1VqhcWYNer9vQ
HKKV7se47kapeL58xuewRap72JPzMuGlyPvrZG8achIXUuDbP4r/R915NceNpWn6r3TUPWrgzcZ0
RwyAtPSUmCR1gxAp6sB7/+v3gbp6WszUMFcbsRd7VaUgmSdxcMxnXhNy87hFMtr1V2uUO/0qL8KO
SrhdL44jFVYx+WeKoYgSuyYCxdJbkvJrZyb8h9j/u80JPB09HAoFZIpULo5yCQKVgEauLg6tRK8k
9oKksfKN0bW9uMtmYVkXdZvrig9Fv248QePEcWWdlfepRvyufDMKOSkMj0JerYyuGeb0CVwnbcxm
n6mIxPm5pbR95k2Clvd20ptYP4eFPF403EdIrf6g6YEvoZj7/nwRVVa3YaPXhxqg8xr0krVuaaCe
iYGPt/iPUZYqP5cFZT77KMJS47qiJVXUB4cC/qbEueWqLiR9HTiDAUhoGvJVUibtmbPz9NkWYQ4A
LShTY7+kHi1VkRhaabEFDuiedpo/jUb8aOiTlp15uuOLfYHMAM/hQlyMaE54gFXqACUZEv1h6k3p
mqISjZyevsZjbWfYPtGMKiBSfbwXjmeUMRUks0B90144BbDVHAChbWb2A7Wj2AMNFrjAwaw9fX1t
F8xmdaVjMr/7eNBlMbxf7wtwlY8xFq0M2hrvF0ugDn06l03wEDahIfwameUU+lKjGVv6/ba1SQdU
OHdR1sv5GgfXPPDVoZjMM6fqr76GsdQjEaMCw3tckxySsRZG2EkPJqYzN5KVf6Vg1/jaJO40RA2R
yjQ7f0rj0ddzmK4fz8HJkc40UhDnLcM2ok59tKjkuNSNSFaLw5ygGUc3Nh7HtVEFSJ/mnSnOHeon
wznIsaH5wMGO+Q7Ux/dTbovaAt1kJYcUA2RQvE2OyLoUl+gUJMz5mRP25HBnNPDgi1olrJQT4dFe
bwNJt4T0oFdWPt8PUutoGJY1prYL28pB4qYeqmJVyHRhV0VVGsHdx7N7esQjNb2w5HCuwtiQNfb+
ecdcNoJaT+uDFtbSdZ05zqXex851MXWGx7PrF1qSqXdKoIfXuhJ+V5U223z8HU62FmIiiyggKpbL
PXpc/nKMLNElUZFucl/HbhZpyapUh+TbMBj5Xq/Ec4Suy+rjQY9nHsQbDH/w2sRetHqOS6+0hKuk
t4fxYBaWfRmkUd69NKXqpF6kxbXsgh4fsw137LApJroBZ1b16fAckdAnYHLQ3ALF/X7aIzuAAD/3
xkE1ZueyEV1xN2SD3t/RMJ6/D6rVmj5V3Ka9nprAOUfAOnnrlBlZdj+em419su4ozahaOkXTQdMK
TfbCWLX3eWJ3yV7rwf65RZtO1znwoE9x1Zj7vJ+il65vy3Plh+OTfPkeRKI/qKAQ5Y+jbclQBmfq
KvmAFypGFaNs4Ik6DunU7gRY2sTNkQn6zVIedyMUBAXEkbZgHo/Dtm7MANeAkDjgmmb7rd47N3Pl
vNpZIvk9dOAzh+evLkVjWWQcKMQuxyjdrBvQdIscjQOll6L9jESt5WVqXf+m+JClLQxxOMwKwSCB
9nGG1ADd0tK0Uw4iGbF/U4JiNdCcdkOkuX938yxDEYWRhgGu1I/jMKeLcx30p3KgiV9cajOadd2g
B25i8BLlRI79FkGHl7R3zkEYThcMiODlJkD6iAVzvG8UmLVp06nyAVS3tVZa8oFdkgDT9fC0MD9r
HfjOjw+K49OJaWV9AtSFLAQQ2TnaqZwIgkKfLA4pPeM1XaJuXahg9maKDpCyasNX8+ac09rJYyKq
wFBcDjwlM7zcUj+VlkQu99mUd/MhLtR04zRNs5OAfm1FJpursuiePn7GkzUKbQVHh8UzGwWXEwCw
7PQz0PZ8PuRJGF2PvaatqGzl/v/FKHDN4MewPk96jYGgWd/BZTg4ytj6E+qzYCHD8UzMxFdncn6O
miBNEKYRZFOfWG5W7f3kGX0+d+hmRQ+BVEvtRVBPUKlMraiSl9GsokZ2w0RGmNTVYPg6sYt4BToH
c90b2dKqhoP2bQriZtqaA3r2nop5Evw7dC7KxsM5XXVeKNNbU+I6I85cT+g2IeTvSaE51I6rI7Ar
cYmNpjl72jwE2U2jFV0coP3XtOamLsOOol28yCR5w1RzyPkBlLNp9EbLKrMLUQZgY7Ch1SjDbRrU
YUFMxUjMm9TObbCMOyBnVdi4QWEgSeUhFdDPgARTHcTctoOeCHpoKtRKMd0Q4E1iUY3sIsPtB63O
Lp0Y6Nx1Sg+6Hvwki8cqWRlVYycXWBuGxVMUq0XxKa9AWcQ7kOd6nKOuJwfAPSeciUXolooKvtAN
uzqrJBchpRTUHK4+PQmV1JpYcAxGVe0onyjx4xyrsO3dMChJj915KEOzIyWjKLLNZGOab3D7bWuM
znI7+S5rgwOmQhdVL90ExtRRHYRLEa9rELvRaxCZeb6KgLEp2xhihcUnjbzD/WC0c7Amwzfj78XY
JvK6CtNh8Ixq7s2DNjt15WpGombrMSpm+dYW+OJdqiI1IuB1Wtklwk21EJs3AFHwnFxLx0HvulWC
FI7j2ME63aZJZElbIQC/3Ot1KrJn7NVhWjmjkxq3SQ147FmWqeaMnhJnSoVJtBXrWs0iyQuxU3Cg
eqOdhyxjUaljtApSbTDWhgB6tnGcXJL9SW3G5hOEhybfTETb4aakSDrtQrNEm6EctSD2+zwUjW/Z
ktC9IRgQiO6Ehi0c+DFn8OpKAw+qB31Z7+HAmPanxJY6+2kKJqeevbjnfFuNUloIL6q70NhElZyF
4ChNu18TqcyJZ9gN9L90tuvenfjsyO8VeRSJ50QAcSJXD4vBmlzVHOwEE8IObO+qr8wK1gAUjHa6
lUJJmvcBqqLtzdB3avQMXlo3NkNgW+3D3KcaPHaRjoObpQjyfBUx4P8VEJ8uywm6mgVZToWvkT+H
ehWbLmWs0LRXuoXgE2FJoWtrDPOs7EoCW2pQ+zB7GREC0eDFk7t6OhH2uLga4UqjIbBRf+Yr2MNu
ROEkRbykd+QVgOIxuy9aaS7fKuoJCci/QjduJ1upDNmLwMgpAEoHC2gTyw80YDXrU+GViWVMuSen
St3QQC/RM0YGPdciIOozmKDrUg8t2J1pFPTBl4qvBGJQAvMdGH6KcLrzMlR5MH7V+3FExUUgnzBh
O8JBcBUnQSZ2jYJUoekVJQYIC7xVzpXPdhaCbdRtK1YHN8pFPBtubRkdN6uSC0nZ9r2o82+5bmC6
uU3UmPnw1YqM7NusdHa0ykNLOC8fn+RHSRLFINBYdKoptEEyh97+/oStDLusDatt7oskrz2ECCVX
1ih/61UmbX9vKO56BVc3ZPFIhCm2LjflTzfhrMViZGEV90MXazuwDem2dWTWIyY1ZyK1k0vXRPLr
B59qca8Gpv1+KF5RDKI+lT4raZPbriZnuuZhpjJemWnEMSrnZXQGfnM0kRZkUaSxF5gP9AoSsaOJ
nGptGqpayp5x763Q7qDamKw7KdLGV3goxjmFqOOsAyIMaB+APkDpFq7qUSyDRSclRgTLnlH0dByv
C8o6fEtGLbcvkrrnJFWT2OpzlvPcNptQNUbl+bdeJzE3NohgzYhtoHaegM4MSy4xK4vTxxKU/KMT
auE3uO/NnapXsCd+eyzq3At8EGw4kmZHk6s18Eam1oofuzS2tkWJoZZPSb/t3TCrsND6eLSTuYWj
Tb+ApIz0AmTNUZ1C1ScJoHyXPCpDATjdgVl5TwrT3oK+zzbwP9RnvmqCSYOVFo8fj30MaFqmFUYQ
TDWw7QRWxwTESDeoHBD7Pk7hEHwuzZjqxboRY1lCV5VyvVulAikBD8qS+lrUkxgzaDklrqaeOuuj
ctdbgTSeKfkrJ6ubAiek76WICZzxxFeqQUUPkHMtH6LFZSTahEYuw/zIbeKtW07icUzX7URpYT2V
ILs7oP+BPBwEgmWFVzV92hReE+BAw3RWuS228IRzU/gg3jk5tXKQ09/dj9S7mT3AaMDQyB2OXiLu
RNOiM6o+jY1SmBus/BJ1O5QO8R1xX3gujzrJwykoLqmaDr0RxT26eu+PnKhiJUaTIT9l8axr13Qu
1NEPbK0p19FYZXg9D4LjYaOqUhsrrsURJG5FaQzamgMYss/H6+hkDWNkgvIwta/F6ewEiTdWsipa
/KmemiawVkqajHBlin5jxErjq/D118FsVN4oJfmZ9t7x2bv0v8BPk0supbeTjHK2KikqueueQIgR
RbcxzOzNUnNEICWTtOce2GR2Bnf2izHJEGhj8rZR6TzesVk7NHNGVP9kzVayo9sQ7czGke4Brsc7
s1PTM4WHZfH8nJfwjKg604ym0GdSdDrCXKElVOMXNzaApYsAeKnZZwdE7ILab6tCrd1mNmrIl1mg
n5H4ONmH+pLdEW//0Cfg2H2/ygba4Mt5Pz4ZEWC/fRU7Un4VRvkc+1Yew7b7eBX9YlUvIggaUGpe
KfIpxw9KgzEb+qF+GuI4yh6MQgzw6So7Ly7kSejxnuIHSq/FaBBBZVnbjn4IiSDy7CJKzhXuT98y
sQP+QxQXudUB67x/+CzJ7DDph/CJzFfxJ8MMdo12XVuaJ4pg/L1ohYVLUIROAjsIyYKTst4YqCAJ
m8l5QhO5eijKQbmNS7NLCRpncX9mmo/L8gy2NKlZVNaiy3BcPAvMvHXMrpaesjYXpIyWAWsp8uLQ
gIzrK8VsRPuCtCXD+rWTJRh3nZMeyop26GWpSUK0NNBUu2hd26iH4EGOqxGqb1eRc+5Ksi35EsOi
MN1nYAWnpw5gtvEQjvY5R4iT5UkJknIV8EfigcWX5v0bagUsPiuXlUcaOVa4Z21Uzzb5bnihwN+T
zlQhTkcDbQnrmpIztzTi/O9H07JabswwMx8R9jIeIREG0LUkY1XB5DmzEU5eEM3KhbkOjYBSIyJ/
74eajAkeX2Aaj3mdf+9kvfZSVcVZ0epHbxaN7sa0lndcvfFKzPo57fqThb+0SmELAfglsmQHvB89
GpsI+8HefqymSspWc+fkyXpk8+duXEl5cCk6Kz/zxCdjwk2h3YjAFpcoBcKjMTtNwnxKlaVX2+hw
3etnzYs7IfZMQ7Oqkjw+gyQ7Ho+Vw84mDSGGZiscb+4kgkqMgLz60qvmrW33Yo9vefd5KLJHgrRz
TOiT0ZZSJ89GoMUCIkV4P6NlM7QJ/pnjq9XK4BfmWoZ/aBVOtFGtMipXEwoI5wqex8UsNDiRMVxi
ZfSVwSkfjZn2bT10ySy/Ok6Q35KR5RddjPfBx2fJL55suR+W8h8TeZL6QHOLct0u5FepC/oD/C9U
8p0m9YtJj1NXlaq3j8c73oSU+knrFmFl1HGpqx5twg6eNrFpkLxCIZfdygnTVY9xo9vH1fybkQVD
4Z6LmAr1WK7e44oxdTaKrHXavuajWW9khCs2Kgzbkkjyahrz/kzScfK+VLTzgJRzmfDJ/OP9Gkkm
QwROrE4vymzVO0mn4IN1WLn6zfkj0F8yb5Y/+RQ7/P0oaCbpCdfP+NpYXQE1Ppt3kaSKyxBm6uHj
oU6WBu+IOiod7aW7cLKlgxJ+rzYb3evUOiliSs3eFpgDQbVpw20tzDO32nGQhCogb4tmO/SEJW84
OkHw/gHi4UTjq8A54QkLXJwvlFEe4BJ31pivOopyaAeQdJzzwTlZk/QVloLGwjNbvN+O5lQfSnma
7Tx7dQouOZcgLnBnMmFv7CHinlkmp7PKUbJIOLBYfiF323XwG9LOmF7tKFW3VjSFaO4XufTNyfsK
JwwrO5PZ/FjnP0efi26TRdUdCiEpB5of75cM1bswVYJAekEC0R7RO0jzeYdGIOoYnp3WQd541jwl
pbqa6yYddiVGuaWXV1ER7iakunvZ7SNWI6rZdpv5bR/FeevCW8jj9oJwfemGyJEsdW6ea0GmuB2+
zRawpDRyKA/19eJEr1dh2X/+vQW6YEFYNNQ16F8vWIH3DyY3SpZNZi6+T4Ey3aPgkG5TZ6pWo2om
z4aCS8TH4x2vE/i3CFKplFGW0tSJ4Y7clVKgVrX2JSigjNHQHl20BZINgnjWuQz6+DThbOT4Wo7I
haoHBef9sxURm0AnH36Bud2bb6WM/DRp8iQ6KfU7QSVhLWYMNddqbHATen0EiHR0o4prGh2nth/z
1MukKNZivwETp1/Ojl53LkevnZ5b0ydVCNzeAU4uCmE/SLHHb4JbM+zToExfO2xqhje1gtyHtHCf
DHCjKVNLKD41cvLWCwmeP5KurbjD+6qippoQwopNDkQgO6fffXSiLMVKdLQwu6MAAc/meA6NQJeC
oFTa+0KSRl/Vemc9pW26G4u885Imsih0hc6ZA/o4B/rnqFTTFh39BYm4pNo/1S0zUceBmRrtPfk2
2Jx4CLcpBir7QqUCUhtDf0Hw0K91jm38yy3tBurZOQD0r74EDbClrQfVbUFYvP8SaSzVFP7V+j4s
JDPfdSSespunhR5c1FOkqhfUbWLlvlZiffLDQK1jV0cIonUVqNPVmRPo6Mj7UTQmHVyuLKCnJ225
DoGUItCd6t7o6NF45IA1LqndZG8sHBSuWxGF58zUf/Hql6Y7IZRuUxlzjl4CqOyhHAuluk+6SbvN
hxHRnj4ZcQBzWqQkOADnQFc3H58PvxyU3IwWJ21yQJvvJ91KGrj98VDfo2rY7hYhpI1McfdKinIM
lJfGCtoz53xvjw4KMCTLWbQUMgjiKCQtk//TcpPhcKqDnBf3URqJK8lR+lVXhOeC0eXy/ekO+TEK
axHAN5ck+L6jR2uViA1alfn9WEwh5vDN65xJ46dWFqEvHJQ6ta4CbhjG1Rao5peP5/Xo3P0xOGKA
NOE5w6iYqe8fMZaEFfdCj+6l2YnvuMkkzynmfm9EhEAfD/WL2ST0QBIVZjRyburRbNJ/GlPJyIp7
qe80ektje6OmTvL141F+MZuAQhYh7UVHlf+8fyAUgAK5iaTyPlEgkqWhXHtxEJi+hiTfqu/0attP
Ol3qauFbozFwbs0cb0jAL4uRwoK4QmKNSvnR+FUyaPBB23sgvM2Nk6l66WlgfIHBIiPyokeyfSYW
P+af8g5Ju7ilibkBiIIDeD8kpbgSQ3i1u+8HSbqoG/CGwCfmDGsalH2BFNKcuJqUMXpzqjbbA2Jp
XzsnzF4nObFeGsNA8/fHS/iP1/F/ibfi9p+rt/nHf/Lv16KckKkJ26N//uMqeq2Lpvje/ufyZ//9
a+//6B835Vv+qa3f3tqrr+Xxb777Qz7/r/H9r+3Xd/9Y5chXT3fdWz3dvzVd2v4YhG+6/Ob/6Q//
9vbjUz5P5dvf/3iF194unyaiIv/jrx/tvv39j6Uc/x8/f/xfP7v+mvFn/5Uj3JSmLNl/fti//uLt
a9P+/Q/JVP9ERI8QnMtz4Qk7bJHh7Z8/0v6kpk+nDOgUuTwsgj/+lheglhnS/pOTgSPeph6F28oi
gdoU3V8/AuvFZQhwiMwZ+ZE//vXd3r2kf7+0v6HAcltEedvwwcva/PdJxDda2CAg4pGHWDxSf/z8
p/Nuzvq8a0yh448np74hR48C9NNqKovXwmlfMIW+66pJ2YZqUu6bvhPupFPb+mnG/vpW777FEn69
/xYAU2mBYm1ObVE/Di30dOmoD7bud5zPF8h97ckf3po4/oyOwkUUS7lnx1bqws25pNY8nDmmjliW
yyzgmMEswz8guEGT4/12cqa6VJqu0v2MazvyaTZoXqkn1U0JtXx0A3lu6fNIyGi5E7YxpR/ZlWS4
c5MM6yFFWqBFG8pAuEc4pW8jfeGbVUe+Xxf1Nk3LsvD/n222/q1uu/rtb+y15m/rLv/2tWV9//+w
7XQSx/95331Ki/5rEr3fd8uf/HPjqeqfqCDwKjkKiR7J8v+17xTzT/YNOQdVX7ICEIX/ve10509K
KQualBdMjWqpBP+17XTrT8p/iz089Xj+hiXyW9vuxxX/7yVv8YVwiOIrLCQbmpzHIUDTTAnCZ2Xv
BXWmhs9AhqzaRc2/l1dYBYAgKdVaafB0M6MI7Q0j/WbHgXDnTvEtfJ+3Q5RMtTc5AcK5UqramznQ
4i9THyF3NqjVczG0HXLcivMksmA8ZDGS3LU8fzZKA1cAMEF+M5bZ51mqwZT0NFonwNpvaVvGqMvh
JjtY/XyPqpefUw28zOxZ2qItMoJn6/NXmrSRP+Rjf0DLw0Atx5DugrKVLsvYcoRrI/6xNqwh26ry
FHrUpuo9juUvdDB7niERX9LQWkex/jrE+a2T3Ib6oQyC7I4wpFoZWtbvKOt6Zjfo30qhZZ/0Jhpv
BrmLOh/TjPbaQtn9RUy9et9ZxXxnxaH5ZEwilbxMwamtzpVpm8WDeRenwtw5vdnuY7lOXU6Cdl9q
tkf/eQBIJlkeGmn2Fmu5xK3KFC0wATDQ6YpqC2g6eHJ6Vb8O9MW6rPSRlRg2PRHyOsNh0+Venq/p
/Tx0VsmRKIHGQcUJlZlLDX+1i0wd5nXRJ62P6EV42RlNsCGT8czGeFUSo/PbQRlvc8sYr3otyy9p
ISgeORannB7d2lqp+K0mj2u5DGJsKZ2DGiEpPNayfdFlDY+AMBkcoQb9lqAefQ6wvZnhdiPX+jfJ
5rGj2uhd28w/S4ZkXDlhCZ22aMcNOWd+OaqQKw1AIY/I16TuYBo1Cn2N+RBHxnMlC+NWaoPAkypL
uyxEWG5waUWV0cbK3bXzRt9MefWKlAtaRVOmbRNjlvYq8L6VVmvF1y47ICE1Cc+I6ztT6tSrQWsH
r3fa76WjotSWlp1yk01B4udm0V6NfK8V7umNb+Zots4jRtpMQ5ve24LkksJRtkVBMd/0c1e70yR4
H+3YHpTBGg5jz8ThLCA/as38ANeKlNDKxEWfN9W+zPEaUA1p8EUK8ghRGLQOVZiBQ6W7CN60iJCO
6rAPhgI5HC3Uv6BbV22acHL8sC7lqzmsxpXWRvOmB3C20iczuIlxlb0CiIeAX4vMPtZn8fhMx3na
Guh23WDbgC9qP42K37fTo8yfePMYCbHLNO6RhuBuGwCo2Kb09b2+Mqyb2oHI57XIYxxyfZ68BOUa
vCNRm1RnlZxgVK1950imJ5VzuYIrFjxkpWBFA6+8UHu1WieSU7+2el64banMflUL5UEH07YLgkim
423Y+R52pLJT5Fpbizh5HqyWJLbNMadNKxlgQ3w/Eib0CH7iPsPq+erEkFKaGVVOHHQLX2vQ4Ywn
ClzyoIMoQDhuE+ro2CEHjaLibH6Z7TDuVvIkOatpkBS2SByus76qLjLAU7vBSGQU/KqsdWcsVv1Z
tziBEm7SIZybm3woa6wRon4v4w3vhUUSr9So7y+o7WcXAWDhCilGB9DnUF1o9PMBSykW0ySBzjbR
Itp1gwqSsijVbT50+tcwn1E51/IZ8KCgaaQABzDCtLqw1VL9JJG4r0SqX6pzcUWIED3j2HoP0flZ
ipoOdHCiXlu6VF4iLRnupER8mqd5QsbOvAnzjCarVeduypZ21WHU3HHoO+Bp9F2Nym79erLgu0jU
W8GB8gaLIbkMAC95stCtFz2ZpoexGSPZzXTrU940yezWsrjAl8xYxd0wIBGomZfwSHT2BK099hmn
L5qA8m4y5VuhxC+RutWx31tNlrqWOv2LkLammYV+FjgmZWWozE7zIolJK9ZZOFyChUy2YZUlsZuj
xnOvIk9zo9lT6Q7wERIJoSrLKVcOFUZXbkXrJ1FfrsJaCdY95mW7OlUb12mGR/p98UqWMy8CNwgS
BREqgI5eLeJbYjzXUCzJ19QE5WNFpViC5bPbtbm6deYGbdboZlJMIFpGr64aODHXXSL1t0MXiUc5
aMtVp0pfmgrK7igM+7bLYiAaJnDVPnjKDWtXqUO7rZE43Q+6s6VesUefpf1kzfFaCZF3kQZrZ7XV
uhWSfGE5/F8wITy/koUZ+WKqKPQN0n7UnO9aHN8aODCt6gp0xDSKr7IjypWkDMp1HFXlXjejyrcy
o3Pr2p5f276KfRvhJi82y9ZVEc0WOGpcSoncIrJEf9LNtIa3P5XfazV5pkKLKgM4589SXos1ashe
0o7DW4T4qYvFcohoapBuZ1UyniMzsi+bknxVMoGF6pV+gVmRvSpARKd0knV3jHoDpa5g3MW2VVGt
TKpLu+yuxqme9lbmECMod2yyNfqxQ4LsFzL/1nytEI3edCkYa7NqlVWh9hq45yFP3EAozdru7XQz
9nonr5EPVtwoLcLvTh/0D+h5Y2SrD8MGxSz5GsmsL0WjahshCwt4x6DtzLD+3odpurZDB7zF6BTg
ZMtAB5cE+rOpInEh2Y20aVqLFq1sCQDaEmZo1Wzo18LpylukFS1XtPm0mewwuzdAHG+GzDH3HXjw
qwz0x5pee7mbp7S4CJVgQvx6EN44NK2b1bH0IPchYpbFMKynKea2a+cI+V450ucHR0RxAbWwbN50
e5ojxEEr1a9xW/Qs7omXJMCRxcKcc+/kheMRxLeHeO6627hHio/cc/iWl2Tx7izp4iIGkXyVxYm9
MiUM5ob+0lJTba1n5tbo0GhMU7naye2EVCcSw3ocfjLKQv+WDDoTy5W9S2Utu+y1lnJSo4+LzqWC
qKsNMy5NTXMla1JwM6K5uK0IsvxQUu0tCrHiSyPNhHr2jrr9xahOFyjbuLC81mYlr6nne1oJjiiR
g30SoXkb59vaiUmgVNXDoA4NaIRf12GcXhnl4EUcBfuiL3UXhB01glTzI/DZl4Wd6esKtHTSjXvk
vMu7qTetuw7d4TUGCsXaFNOrJEu7ALnWuclBi6Pv2V5ELZpKKG1qJfiXWDyPSaOtMEC/kqP82hbj
7DXSdNEa+FcWLORNZ9SPSjJDuwZgXKAsbcp1405D7c01EIqs/eokk+pJyAZuUFrmsyvPktNtJum7
dJpzn5q0XznOawgpyQ9jFjF7ZB1lCTdw3Tn078SqS4aXSvrSljlEazVUxitoQ4YPtwYJa2e6R3L7
3g7qNdjn0QWdpq3TWEcRPnkA/zt7Zlp8hqCqMRZRlygu7CktN1F+40xh7QEFQdFsihcTCYpMTRu5
7SRnfi76b7WiDr42tKWHIwrwo7RyJ832hUUM7mp5tpPU4LXonYNh7ie1u8oIvRcDm3glydk98Aae
oUeQGuPvlnkO0lZj03DQhBb3Y6oIt9RClJCdYPYmPdroQvmcSNZWieFbI2Y+3QRh+y0cxosRaKaf
TJm5Gqzw0CLGnsjdFy0vPkFH+4YD+PcgqVaDHG/DPKnQVq43dUTEMiWT5mtGRE1w6DyUSrNLSTbL
tdYT/HZ9dznRuvQVOduj9raGtq67VdhFq2Ygvk55+a6ZGPYnh/dNRrCIx2rJWvSPoVZKLgLw1WGe
BHZE0bUwBBemGnlWseC0tfQhX5jGU1kdhLW4rvv9yJk6GVl7N4rYDxSxazuQHQqs1RtpFsOjuhyd
Uu855YvUap97BP4yN1SiS4ndTEl6X8I1nMZuW9fV59KI1JXS2hj5RYaHemx8nRt5vZeU3NiitazH
aESqzlNZ5cDHMkn9nqJh/CUdA3csJA8K+J6In5datCvw6ChXmaqXjuV1wlIkv0AL10j1yIVVYIbc
AFb91mvOvBa4uXtFxUqn8LHWKmvGrChGBzbKpeuhjpAUN5UXnm6fStJV1kNWtMymv5H7xH5obRM5
4myUr63aCAiMZvQeEGP0kBLH1NOuDTfJuuZRiZvBs5z+JlM6ZR3OabHp20q6kIxaphXpZFeVI8wH
O5ExxTTNcqMWVrFqy/tJG/naDocdirVK7TWx6iI4Fbpx+7VvUzd17EVcej3L5nRpD6WLbKgHaPe6
CKJ9GVWF7Yo82jd2tJn6+Hmq2+Imbg0VfYN+n1D79DR6VutkEKt2sK8jFNQuGr2vIH9VyhU1VRM5
ZBQpc21Eub24QlTvSyL35lof5yucKLj0YCXt+jhtt808xLuusm+5BlRXmoOLFteeVVpU46O+qCD3
1fCWd/FIxiNkFz7wvh9ygn3MT8F+9j1hfz1uilADsNfct1UaQz+DR9SIUmefYGHQL/SDrBFuZtbB
TS+3JjqpjSBBdzjfJL1ZQct5QajV9HCO5rlSNAccU6ybsfisp9khp7bKpJnfe8X5pBbJPTein0eR
jiK1tbPNuXBr1ZQfUta522U6+zhFgigYaPJGOvipeeB7lk4Ndbmd77JhwFgvT7+qIik5yibJT2KT
IMJuo5Uczeor4Bq0Qskkozj1htzYyHkA/bRIfQml1ZWwS7ESRpk9KqaDdL6u7Kn8+oDYSm5igNtW
bB1wBYo8NNn2SYGJQOpchipdxs7Rxl2plKingHfaICt+309muJoN4yq1rRUHWICyf2i6E+SfVRtY
zwGrj/vGTFFIMKcVHdTXVu0OBEc3XSYHt9Y836lGdIEg/bMaU2tLcyKgzABLbgcBkUmsbEJFftQT
y3ZTPSc2t9VgVdVDTjpUHApn7twx/N/knelu5EbWpm+lb4AG9+UvyVxV2qXS8ocoSSXuDEZwC/Lq
58luo7/2YPoDeoABZjA2YMAuq0rKZEac866Fee34JTAkF/CBsbP/HZbteh4cia3DnVaWuqZlv/em
L6rIQp5i3WvyNqMmPFFLS4lgGI7XXjBMh0A2eR7PW8UT36/BL2Jc7YPy3bljI6qbs1212auxzc7L
tg5r7PklEfdVtSR54S1phdc4FpcKcRLao5NSW/9sT3zGsnZwJh5DjRsK71J1R7lRwXW1lomOWu+l
NZrF3VM38VpUI8DAximNItnGlxaY63rjS4fCBLPxn9CVf056aE95dQk9FzQG131op/PKeEyApErC
3MZYVwTih1G67qmbxiANCNC/t81M4CAV5olTr3zq6DXds+UZN9G2cvMGY0BiXOYON6Njd1Ucmsav
JavH+2mMugRC2fs2Wva+elut6wiR0ZMc8u5oYvWKgbtpRJV8SOPZq+RLOWvzOJpbfeLDON/ygbKp
HFgJMPB7q13iwW2zR8vLDIdA5UHs/L6TD4sS1TvIM7m4m/KOXmFXPGWD8SAiuV2FrAOJPbDXq54U
S6d1SRmps3Cfm5l5CKuBYHRRNnuoagyBiPOL+8huGB4VJbGRtsRVYww6GZzB/1C9ExA8OkRnXsWy
Soog6BJ3wOPnbQMfREyazW6SG9e47ty23PXhmjmxQf12iqywO7S4t3YS+/FVTW6LmbTzMjDZBOUW
FzqYktGrrVtlq2aHQS304kE504+m9Pw3f23Na5WPY7LOXpMigpfnOo+MVLXWcLI7HXAf1dkelUT1
7Lv5Lwl+d6+D9RdNkzUlGoFxQNOlThS8O2kTOTQKFBxXtezcy1vo7nCnM/2J1M+nVDrtdcuEkpYm
MF22nYTogEk2WlZY8f1tX7fE9Hok/YaEMIQ0DvR6sr68KQjPDPpRSjrOdiwNGR69vu8PRTeZJzJk
nLdOTknVZahvL70fRu4wWYKnGXfdgN44cXVbnA0ouCN+8OhTkFx/jNDTfvTTWu5HSjcOviKKdTcS
RfIcrqP32AXb78qIOK3QcCJ0yZ2HzQRMmkFoEiKx8jsjA2LgtjdSqw3VUVJ9c0fErrzHcR68cLo0
L9HslU+0QQSUFOjiIOzBecimnDOgsQzAS6J4TnQLND876d/Ybm7wHehuoVkHy99jTSw1HyB6aSPG
K1t3iVdW7Y2le+eFBH/rWocSPq3MXTYwdObmye2kdasddwl2br7WP6hHoVykop/9EASruMtNLR5c
UBtgAa+Z3haBNDYpSy9/Xbi28tjlSHgs/Mq7+AMN0wJmcnJ75/j5eEU0sP+/Qcn9t2TbX0i6f0ve
/V9Iyf331MDD737iHv78m/j+21j8/lsiulz8Kz/3XzQBRBsOAjS2/MU/8a39kyaw/iDFA1cJogeL
yIEICu5Pds754yLHh5wjg+sfTME/aQLD+wM/FgoJ+tfhCiLS5f4DmgBD11+IsZCCSaT/iEdsfksf
uceFy/8Xes42fMuvVL/3/VWnTo6r5hr81HF+aLnJ7sesDIp+QnioZrdEW6HP2tbqtXCnEvjcIb4n
iSYjdJNtXdYqXbJpqtJ88xqAv1n4ZHJTyRMlwI7tI9eCF5FiWpGTUg9r+dNupoXFOG/1yu1MHFhK
2Ur23QHiqf1KlPPTEJgCV3QRTNejIzKRbKazOccp5NA4BK6glsTVI/UtVcDInuoo1z9lGUTtaZoH
a30BQZPr2VpHQ6WzIXI/laXlHm1LNOCingYmonvIqmPuiOzdBYTt06WY8BJXfQvksKGEaVj3RT7H
2msLFoDOK68jY0XF79sTiPdmrZsRz5NRf7SBHbyb/gz6qx0P2KtSYfRzK6vyVRK5te5zHY03ddj1
RBJFjfVN8H9mMWgosSSRK/zTohdWXnotmrtCkCa8c3qbqYmmF7vcbS6mp12+WKCqJQHpOvGYTp7K
SivFj1SuAHmONEJm03p7XBgjzYSIZvzWiyeImFD8MKlFj5G/c3Q5hUhsJ8Xm6YzvQzk3LQhOF9z5
yGBuyOuxy1QOGyuPnhSQfDMsNbWcZu+SCes31S/0SupB+Hm5xgNed5GoZpnXFIeO86NzgNEP5oYI
JJlwjNupVYSTTpwuUtZemQC0B1v6lgSD9CtQYcVi8rC1cimPGF/m4bROxPmfhqnCa9m6lNfs8sia
Nlq9GqzcbaQ47Ox+7uh16YdaJSTIwy/YXKL9oa0aj0arfNyMg0Ei0fijbqJp/FH6ldHuCxYUnVoX
zCTFDdDJ81DbxqukcKT6CNfKZgrn+5DpZER9FduWL62dtOq5OOYVy3PaajcPkVs6G9vBKK0xadGr
srtWRWQnQ+lIioA1IzhGBaXVEYeNWPfBXNUWt89cWiFiVZkbTyQh+94+t/qakP7VGHDb1IvxUrZy
1PuiDDw3VpSRlj/KHhT6ocTuMT17DYh3qnvgo7eW66RPCpTn5VNjFEt1XXfZcNYwa+1VWY72fJPr
Jlpu1YjK7yQXPYR7MPUJpfNUO9krPWS1+833bYhDROMVXSg8QN6e2jCrRC8P0H2PAK7rktxc7XJf
EH5Q7vS6QC7RvjSWJ6qQemAPIua49HySIm481QbhbdNR4sSHRRvO2dlywd2fITQ/FNHqfQdeNy6p
W5ddvTO91uTar2EPWVpbZJJy9gtrV3tLWxy1M5rVAb1AIZKQAjN1nSNvJUIvm/r2xgZz7/fAjKP9
JS6pDzFrwDTeRVYJPjhp3VGTI006toisCfxYmg0DSzE05ngSBCAUu767/KoNClceHRdT9LXdLEN1
XMCNxI1tcfIcGfaa4jRQfwNcOXas9zbPUXamUmVmO9qwDgHUeNJNgslSGaC21ZKu6RSFlQqgOPpN
RFO6jy4QEGkRpas9mNE1/OlGNd8O7z5f1AVDeM4QucuUepbqrbYD9S1R834DylMM1g2reKHQgD+d
4Z//YBSzusTwZKbDR6xVbhK6WZ9xvpn86uzbHDdFOda8E66MdpLyn2bvGhd9lDdCwURbH9wU82Z+
9RjS5bFFUKw4v6tCxQQHlL8tWwY39crrGjf2JF5oSlLfDOFmdhxcV32v2vC+K9siuK+WpKLHnYVz
PmkLPLOhNYQX2HQQX5kgJj5pvJ4PKcWX5N1cvMxEeeB58sjOWN9whaDtL4SP0Wy2tcZsAyLTpKW3
9WTUOFMIODlBCGHX94jyVmFYTfsNf/7PxXRpnbIYcZ/6URT1YcEeZZyokIEz4sIgTYTGMufVM73a
IRPCFoi7KMiyAJCoWxE/prU27Xjs9LQlbsXDlhRmOz+3yAV/l4tbm6kfTevDDN2sqM01c1azbCLx
oPC8E4SQB04ujCw6utaQXUPlOl9qaqilgoEAxFPWCJg5ZpVe04xSuMs615BnIXwPaakTzda+J6ac
7NJtFrf2mkVm6sFefnWgOXZCRpv60eLvEsnktOs9FXiuexjLaIriQCIMTrpVO0HamqXx0Q1Ti2to
ssMvinDDB9z4EnowsNsoVgiTr7Jcz1DSfoTzbMrrpoxNo92eeqsc7sNG+y8VfFURO5EKzjkpImOc
OXPxWnfg9CzJOn+3Ocl5twm3reJ+kT5AN7sUYSfO2Dxtpqp/+KYMq72hKvU2OmF+vUSL1e2Jd6hv
8DZ1Lz0ylpeuMexXw9TYm9B0tneTz+qX+CLCRKvlhJ8VDh+a3i5V+2zBfzrkuNcON0zYBgMx/0Zx
UgTJS+OAlds0XOxLwOexHUiwsRkHXL7rt9az0tqvbD+RpBN+IeYV5l4v/oyDuhue+soDQ2X8YYf2
i75qsXhR5MUIMKqjORTUp+RI6tn2ww2iozGtzEwsewpuJi3cgtiYUj2MdiY+6il0urTw2dzi0nEk
+yE8Dq9Qy0zPUxVovLnoMV/cpVOfBLbydroKBh4ltFEf8lEMbTKLUj8AoJgfdr6WzyjxyxJhRCmR
Cemyn3dhtMGNIBwWN6JxeGUHkmXS3q7ZlzLpqfewNKOPbfKaJzsX3pVVaAdEo5nq1NWN+EKrSTtH
25RFxJKsHcn1qUu596NGwJYrz32RnMIyDbv88ib7lnUUihUsAesfWjzFXBtJZc3DZxkEA+0PGjsV
+xqdinGDPc490ooo193ouw2gjjlq+M+mt8m7aas5pTxxvpP27Lo7nqf8N/BJvp6bdS7eunyZWup7
TBtElzmKMXBdwzL1Rn/A5GiGxecwt6KMC7a/u3HRJo9/LrqF8jdZgx46OqxiayYSBu7z0gej6w0o
DJNuexa9QX24XvotBFimqMaSMEjHrImqO+I77AXQgg9sYl4uU4IjvB7Hn98tb6XX+Bi4bGcB1Tcw
tqttrcIDKX+IL41AVPqy7oLfOlkug70HeVmDbffNtZET8Ly3XLE8uNRdo3WjYPSubaJi2EXdlrtx
KPxBMoOULgiyVeavFGs43wplR5uaZoXl3zYqvh2dG+0zY99y2zEUgNXW43odoZ10YQUcgn7szAGC
XGn1aRMJQk2UACWqHrEJaw4iDrL1q2wm2Z7cCdFBik8/hPdFFPjeZ9ols6qajNSE6IDn5xWdUo1t
YxcVHQhfSw4BTffjQE0eIazr74qak5u2mqYsafwSA4fXDJ8OfTD0WQo9U4M9cHkQa9HayIZK2GlG
ZqbU0re1jElcqEQaDH57pwaj/Azd1nuzwop8mYGJwU1rjlem7JwcyZ3OPHKTePxd+0owad7TqQh/
vbRUURKSFJpu0jjSv8+HIngjWXtm5KJw/MssECKmspq3Z8ssxPM25Aux9coDgTNxNFBmlKn+C6vt
1OwYobiColnUTUxNaOggPZicOS7Den2v2oBizCLsXMHNVvrZzsMD/QAkBzifm+ZMJFZg1jcatwud
g2YhC6a1AqtGSJzrkmR57n722hOYQDwxv45ycOCAK6v/XEaVKaJqah+r1GiLbae43ix4QCS+Me7r
EEWT7tsOYBhIFM+vabygVcn8h8Ebig8VtfM7FGt+F440jN17/tDOcbfR/0h8k+AdncyIQjPXG7v7
NRozkRKa2FvcbQo0hziu7IdCwufE9uSbILbhXB+yTiuDl3ZTU4opl7xQnzYSgG3RVIm1LNVn2Wvz
d0GLOxw9YpKcHsJc07UF9sqDudBOka3Ocg2pYDcIXerhsfLX8rPsLFaSNWuWn36vphdtVfLDnrVh
xBV3808gDlsikhrrx4FewS2JOq4KtNRz/VJtCBMumZ4EuU6MqfduF9k3Kwrpt7aGYUwuxbvewaYa
8C1w1pqmawHkmm5GTl7UTIvci5Qb8TMBzNZHJNgYYoMOURzla+TBg3nu+KsdyvLDKJzqgwiv8ZXy
TLjcxoDXTqbAq35YKmcf5D93D21Y9+8sN80MBb1Mtx4dNK9RRVegmXYRH43XaS7zkWuA5S3OvFap
2HDb+rnWkf+M6N/4IMHN6ZNwKL3XzQ5zg/XX5rGnXBV9AWlX04MS9QLRw7BzvS5t+70tWr/oOd8+
AtLisx37/PCbTCi57Hmw2nPQdXqMZTMjFkLBR6F5Prj01i6DOb9SSyHeTRJ7AhDr0ari0iqmcC+p
xiFJKw+hzFUe+Nuuqr3gvSGL209oNyLb0bEnY6KqdVn7Hzks3ndIKNb72DakskHKS5kOw2hLgLet
vkXsaOT4qjabI5jI8ncPTwPFkUarboxyRRAyY3K+6YrNf1qU3Vg3uuho4kQ+IV5cbCY99F0WUYZr
OvnnUM+WOrhDUd8yIdv2zUQaAzrGqTQdqsdGsT26C6tVHOXQLBxG4yU2zF4HJOqc4l2CQXc0wE4h
Rl8sq+KFyQKj+W6LdRjTqLdW9CRLkcnYn4N2woQWKuqhL1MrcJwuzDdtX3ItUmOY4DkSuvuaLVlU
KFCfbVtuv2xOJG/4YPkcIMqrx/Yf8vs/teZ/kVH/U8T+/4fW3fZQw/570S2S9/Ljr5rbv3/Fn5pb
D0E7OQrYIPBIAprh6PmH1t2yUM/6AaLbEK0WKVQIa/8E0wz0uDQEmjgULok/yMCRqP8pukXlwK/R
IBB6UFmejyL3P4HT/mp8CUlFvfyNEYXs6Yj+rouP5F/AtB4XsLXaHFn+rKx7zCjvg+XBR9R00f7L
q/K/ELQj4/8rcEfIGw5wcjUxvlC0gG/qr38WC4m1qssxZzYqjLk65H5BVBVXTauNZGQ98mKPZTaR
7uTfmHPDtuvr5TFos+5XPzrdjbh4deVUtKew9Wq0QtzYlU03Cl05v5ECuse+1y+liJzzMA3GXTnZ
Y+piorurm8x9I1Q6fBShuCksAG5Pe9Fu8Obfq5rJYQNv/ywNC8Nqlr9m0aUM1r9UMfqchnk8lhlH
vGuEMJ3Z7EPptOPdbMvxN+WYpNXhLPoImQAOZeQOcTkYA8h2dW7m1UkyIWdwwOAiSJqUu8s6JOlr
2PqsIezC7Qwdk65rKR+VDIAke9eNit20ZsEQ++2Y/97yegPq1Dl4hj2ItHa8kSWwbJ3cUONja0RG
be3Qd1Kl/Ui5l1NY4VG0pbgYfibPbeTZjAx7G/d0Dq7Bcg50aCyvq92w1gLCcJpHS0CZvKLS4W6u
remz0TkRiNyULMiN2Tm/BnYzvcvNyT2ZIWKexBXj6sdiGI23KFv9+63NxNfki/LBmtYoTFgCZ5eE
v2Eek2pZvfdxk350arAPRHFU2LzmlzSr/OwVTvC6ig4nrx6rjblgMTU9pwoa2VJ+dtyyeXgexALo
CZlV+md3G2SdWuAkyMIKSMaYmQFac8Uk/GKLoRrPBgVsZoz6mMctl20QMVYT6hkTwlrX1LRPk7fL
yYZGA8UfLNJOkSuJZcHxxL6XeXEOpt7YyLSqMhpINtUhURF0lvMzjE8Yx5eIsXHlYinNyf8OdSjW
dGtmBC75SKZ5Qhe0c1kW22WIcev7Weyag+3GzmpS+yzqwHkZqhmMCOQnYEBsO+P3TKQgyBSm7a+w
52Y6RMEQvYxOYKAPJyGKtvsL8IVkODSIUS5UdN4WBNBxG7jZFDtz6V1CRC9PrgDn/iQqsrl1zUyq
tBpCLffBErSUCC3Cuvzfo/zaWJrYP4OsFjujYxlNl7qZVGorV877GW0QLtphXFbOBQ4lkrR+1yp0
ixR13/LmshV3cYdL70zfW71B2hSRjJED2mBWRmPJXWdMXXGW3qrEMRjH9hfhpPUryaSqSemo1iOg
+cyL00aOKXdhTbdSHNLUvCDHKnWWUnTOXOdV4SfPROmeyKs3eXGbGY0OPHKYc2Do9UMVRuHuRrtm
jqvcTpU7VlxOEx6f9o2AC+PRroIa5QYL3+1modTnI+o0Ibuuht9e5w0+q/Cq7L6l9SKIAaJbZEyN
Mtl2XAcVnJim54EKiuA0inrkMlahNzBPGysLwOKVx85fqJUUmkmn8y16SdeynHZdBxhzHNuZLgiD
HEi5c0zqrO/MWS9faO6URtKLHh4wqaMTqTAMAxmrLF9NDWv36lSR86UtAhIsXMUPNludRbaaHX21
W+iwsxozjKuvYZdj1frFtpegeFT0xAFzPRznTq7+cJf1y+bHQz8VcmcRRLsdxZSrh0vdAks/EhQ7
rqM+/66dNi93Fdqy/rwpCeg8ZdWMGHQkwXRntlpMt6b7d+FgC4cRz11G81rolFOxp8NDiZ29yAJE
KgPEOWOg9PqTBAjZdgicHOsYjeB2KdON/To1INnJYkfzIdfuaqKq7y6fJts18x+rXPk5KQV1kXs5
EfJ/O9rkL91fcKrJQuOd5koHRhLaNRyl42jv4e8dCoSGAlaRBNxFO5E7yyv7mN0cLQIIw5h5NYN6
tAknYi3DLvAy1B4THbnxPj3wgtOBlchUfKSb+Sfy1AZAxYSJuUYK0ubvAvHt+DtUVtd+S3KA9YfI
kEOktS0lAp/Gshb1EFXaDe8HAVkN6up1iFniYg4db4dmzlwQgi15ebN2pUUa/QIjnfMBGmzmPS8r
upk528dzAvA7CMM5TGqtllteeMs4taEhSnZCf+6D2OH3z44FBQnTVV6sLj+SdpuLXCez88z5RqTe
t8fR8f16iodxNkKAvMBbg72QjrGQ0rN2HdCnMVmbTPPRyDinzEAOz0tkrsBtG8qo8GeAhHTgyKa6
+6GX7oIEcLXt7ditnnAP2eAAFSzsPRwwYwYGY5IMwF0zz1txAvZ3AxwTVYPWa7EFNyvX7/TaIkkW
qHJAHg/ZBMUAPvl3VEES+AemVk3gA/noaPu6IzxXcsvapZ8yz7YI0CvU7L9zUzb1l7NYMnpZB380
d52KvKxJe6Fk9bnNoz0+9RO01vXaBrq99rzekqluKUBWfFxFUFBVz7t6IM62JZyqtqmixe0+FwfC
DtCV5OWgtl0NEXK7LKvj74oQHOqao3lZfo+b2RKXW+ethwnFhHgsOHqvlk0uc0rqtIN8Z/V191BH
kTGeiyLzP3sLejxFh4cXoCQeI0hHeumnu2l17A+S6vPpW60yK34R7dFO1/nk1MGPfCbe4lijMMBa
I8xoLNA60LoSEJeMgejA86JRzvXKVauXFC5BT2dzW78AMdCJ6R6FMxlpN75BdlfMANMi9l17Uqnb
aLvEORMXnVTt0OB0XFGB2M7QABlXDCOZlx89Vz8BRnZvSy1p5yU5uqczuCl3eVY0N4wT+pvOG7Ci
kRMt5hEd9m5nbny+wxWN2aW0q26LvT1Ju0/6mdXcMhBqzPMiT9j40VibDoYOoEDkOWt/mmexERJe
Ibme8KOn4UhFlj0Qzbt6Y9nFuesZ152lQbRQJsR+GS0pgRE3eJDjrg+Co4NN5YdlDct+HoKvfq3n
YzGOPnpZzpc6z/q9nGS+r0b9tU3GeGDrt8H26wKvj5heEFZgvNIgSFVQWEflu9Vrx86FhrdVBAcL
asnTOewi3uTGjkDXN5v7D1XPGhuNt8R5gAgdJcPRZUPeUc01rvijJpunujcdk5AZ2FxSCpq9GWzG
Z5T5Hzwmw512LSNxLuqjSrnTNVKZJdG2gbNAE56yK5xpu1tFU6fL6vdnApG9g+WNxmfuuj/Cgrhz
eUEg280h2Non0LtHL32uglU9zv50yWMOJsPkKFPVIRyK74nIzpRBT3CFdi7cd1R6NyNYSmK7zU8c
eFm8aACQZVjMhz4z5pRouuCEe0bEFS6PR4C49TqzQnk9jpU6dSRR7DfC49Nqzc19YZIWTWMe96fI
+vM68MTg7kHA5zdmSR2s/ahH9mZLFHAdyMaSzOi7nRzYiDnNcyi+S/JVPo1v5qWvrDQ4CbTy+u9O
rNl9tg4Bql+Xum7LuSui7plOcFLXK8OA68q+XQSyxyUqZ/CPjRbDjgqpUAmUbaW5/mwyvaG1jNx3
j+kXTtHXJyJlckZ7s4HhCzc+1OlohP6vKcqCO04hrBPR4F37XKeH3lp+Blq1b2iXuETqyTk3Oqgv
/inxJSPQYIJhxdmm3uXUFc1jJK01KRa+8ZQAdJj3lnKkymmjANYVkDSxbf85KiWaacKcxG9LdH61
Q/WivlF6lSdBWVxqTx5kZEjOYQdqhZVQu0RnR70xgnvZJnCyS0zO760NL+DHYOxION+4R6zXC0LC
+kPFulHX3skbI13Fo7OYO3tcp+9KFnOe/B9z4fb/j1neWY3/PQpAPPiw/Or+ar3lK/5EAaI/HCA+
Vmzin8hDMP/LeRv9gQ3epHoRjzXDzcWT+08UIPgjQDBDzgvWWtPEbvUvKAAIAUFSbOfcolg0/zNR
Dal2f00WYTXHQB9YJCig/PH4Nv+n5XwJRw6IsaXSVm16TpWjhhqMsWbDdhtrMRMX3ol4+Iz+s1tj
NYXPFucN4XS3YCCE+pCUG6TCuvCgOS+CeV0yXXAD5UuOWcohJmJXtOhniAbM6+hsjkMTxqGeh/E5
AGs0TwC5+Us5WXo4+tuK2SVa8uaXybXaJt2MqDxujTn85VDvytYaTXeZDt1fQcVoWmdD/VoGwtv7
C/CzrIv6Dcmq16Ve1n5E0cJAo0vUEwEqd4MD7zXTyFgCdCkXtbfzYnRe8365l4kZn5o7BfqcYJQm
tN/ULa/Aiq3QUVVxF65zVsIVRCYTPhcrojUfJbIZYOCcJsN9snUvb1VrZG3aSJHfTzoPr1qO2MPm
b/om6MScDFuFlLyaBnJwi9m5sZZxmPEHaP/LlMNbZOPlDExIimxR1h2EQMCov2RiL9yt29EfAS3r
TlIftvHv+kWZWTi+aKpDyy7C2yHIyg+L0EswxAZzc1dwGOn8CSdX3+DJJezYIWN/B+QQPiNe4etU
Cwflhdm3Cvs3brs6WdHgxry103kg+DthBZzZPCLvhPyqQf/Z18++s+yNRaSFcJke0UxYe2E0BsRi
5+1FNsmrsS+Jp3YQF2zOMDzXaE9ui8y6LkX9XNKaACcUqiilsyDHB6Gyq5aIYLTy2dx+KXYG7B/N
drQcqMvYGJri2l8MPcW2r8RFqM3OxvfGBG/5/e0wzPo8BLxbutk2NxZ9VJymDIoAhaXxGPkzoVWD
5aaWW9EBhcf2EBWXjamYZDKtpnfOGtKJqnAm/rm2d0AHEX/ecOPj2oFmwDqj6+pAdJxFyOsapOHs
XKMZMVK/jtYfEXpKT3bOlcn2A6S1YpEYlH0YGzu/pmytf+qqoL3JxFh9be7mw0BBf5+asZwP2lkp
bWB0/ul3jfmwdbJPoLwgEYcW0Jqc+kPXCe4ltB83iJB4AA37iimovCvpcToN7aVp3djkuVvrcq8w
qWx12x87VklClyamx5x2DKCyOqfLxu55E4ifjkPbH0hZW6edr1aoI+i+J9cLrQdpLPahqnJ5sMv1
2S65dFwOjtivqK1PG5wkE2T11WZwhXe29b44bnUCPMkfsopcdEY1ejtEj50VCYq+DTtd7Bz4itQ0
Zi9pIvOwMUPfjobX7WfYcqYJI0Il3WEeN2Se5I43XG2ludEIgtvzS+Sk5a/msJwGqcsrWWKVtwLC
jomS2tG9AlsTrN11ZRE7C+j6M7eRml/lOf06yRJVY7jXvPXn3DQcAB/MiKc1d58YPZnr0BIHe5Zt
/TpuAr9Bue7aVfKWF2XWvFN81yRZxZeNqlM8O3rE8cRayMCLd8/0bpnA2hhn4QKGhPA8y7sBcFOp
6pQpepT9LG9eFp9JQS6We1WTb51YQ43pzMp2ZqC+7Ln+KK0+uJMra3SL/AuBGEmP8dCJ4acmvHs9
BIU0M7iWIMIszFt7ZIXLc3QaOFSpFrPqYj6gikQ/ATeir4Klyyzmuu4mmhbM4TL3rOMI9verdjGg
N6MbISN2/etsnhszrTDi0blSSusBwCmA2OA1VPWungPrx+blnD6sBsCaOYnWxb0m+z2MrQvFxAoG
dDY3e0fgukRvNgizP9qqPzVNjScJN37G43dEIWAdrNZBabT+7PP5LK1LMhnyC7OcdwxaHy6QQ+UW
eyLpGNBNrHruejSb4ia32wytQfM4OiPmNNg20ciUBRAUuTgMFsEDS8a/i2PjY3QJ1k+3fDQzzrkQ
0/5mJdCzwIjzQbANhrbaE0pNJmGLgJ7S0Sq86qsBv3FzNbfOVabFQbR805tCeS9PFHEcigHjnrLj
QFVsMdEO6fu+y7bb1Vl3OKqTKCo4PhBfGNjFUM+IuNfkCJiEEBieJ2O0AyVml+zBqTSHg32suYgm
InKXRqAxWO9QegJ8mkhHmyKyYugbBnC/QFS02CVCm67WHkItf7132sWJ0ZE5O7st7uVCYw37yK1E
+yry6rFGTaMajGtGpVLZmvYR47970zRe8WVQWL2dy3qx7gHFzFNh1ANqjcx/lnauol1t1c9BEBAk
p2B0q8Cxunjz8TZRErntFT0Dey9qjN1ItSeu5oDi+zH6tjtkkXMLRfs/2DuT5saRs1v/l28PBxJj
YktwFimJmqUNQlUlYZ6RSAC//j50+1539+1oh/efFw53R7lEkSCQ73vOec5SiVPlxD8JU7G0runC
HhNir6Qy1CGY9A/GyuEcJWYfYs4kWd0m0Z0HJW8NTAGblV0fJ0nKgpie2lhQTLZB5hy5LSYrT7es
upteQ3FoIE9jamyCO8ggc6gGlaxzdhv4/Ekp15FPhI+Q5dswjL8iEuwUWR9orVY/lsqGkhHclfZi
7SMddHyZ6kfXjB5do+xDDi+fQ4a4XXYjGZDimpi4porKZotuuNWZgQfeXM4FnvYwK/Rl5LkYUFAW
ThU3E5blrxldKetpBEkw95iR+osZ26dWW9wkx2IvFVK67MzyVWMLYT0w6v0As/jcVoRstEPWqKCG
YBcN7ICvYnW6tVtKCwCWiPcEzwW1C2jWdhor9vwBR6Gxkd+9aKyTV5blBnZV/pYA4n7X/nLmSYJX
SjGqUuQUOF8pL8mrTOswtKracA/UYeWiplJk9RGNVCaz1hcbl8oDvVKYCHY6ke+CdReukehRFwFu
5Yy7H3IFTBC8C82a7iQGIBKr93iKSdWoYZvZPJjSZnmNghJzcFfc4WlZMfiTPF167oE2sI3OPo16
QRjpu8OojXe6l7bSJEuRyH6bTGij2Cov7lJa+DbsU6lIipWWwBaLMrAJLOO7b7RzjhdNOCJ/UC5G
X91gvhTNzQCrxFD1ekqC/DtDcAuNxWDitlkhxMAqsjGo9/k4kpPlmIqNAv3CxmgKsMKcn3vCe6u8
4CDWzOTjBmG/S1F+u1FmbdsSIMrcNESNmyDE0/HqwQQJ47FuVh2tJmwRSuKzTX7tNHLMlt8JUMaZ
Qbk4LsUEnmbRT5bFEcornc9IUhCcYlU+5KM5ga6h4GsUD0kv77IMpb+NGBtPXeL3973vd9t8wF3K
ibhYt5Hh7XKZ179i7N9FiGNkxjZCF0no4S/+dHuymiSobZo5YlyXBKLmUz1Nw6XmHVsFqdOyaZ3M
FyuaEMAkC71ssZbDbIz8M4IcRBuRB2VNoMXJ91HvEipStc/ih8/UXBXtOJvHwmvnsC3LhMRZ0nps
BaravlQs1D/o2uQHWnR9Rxm0tcF1mhUm3ug29qblfmgKrPBl1S46BCxTnfvZaj/MSSewAmJxyH1T
8TSaxgN7WC40C18QJwN5YoGFam0tXNu+kdu7UjbtloO3f5z87C0rAcZie14Ij4yOuOlF7BBTxN6S
ESQnyonncUrLfiOT9H5JRI30N/2YtBL7nMLX6j4eBvhVbtLJ8YX9EtmVhvQeN23D0yzCu37amWNW
33azmm+UEIZLO/U0m0zPPWCTfpdN9SJYuy393gjSZDqLQbAPKWv5EDlpqfdBWszlmv627jmRJl8Y
jC7icwza5KWwo2UEVzS5p8ZPQDWsnJFiUOAgcfeLVJHnsWgw+PBnYYGyrmZcn0dTlal3rkkzVTfc
qzsyUVacGms4kIgJWGWYL2YJLCZkGWqyXmAFFg3XIF9mbi28oS6WfY/1aTW1sn8oENF0mEzdZDxM
PeEK3KGBk7OAqiz4QnXneTBv497wj4tKG+sNkB+hhIbOOCMkiOu7a5VU/Qc7R4n2UJZpt87HDESI
z2PHuh+dBZ23JDJYKYYp5jNqvT1WoQuk64YvbIxqEOWu+wO5qnxqLWLfB/Id4/jYjmVk3TJo8phG
oMr1iXQn68jAn/N25DHbjZ/4Yita4yKauS5JGZTNERHErQ9LR1f3fkwLnEqkyKZjPuaNutERx236
6vi9IF6tFhavkMzigRLkCt3WJhL3NVdjfLAHkf8okgrszWKNl8gY3IOcK+8+Kcm81WpJt3w+BvtC
2EOowmDR2PCyq5mM5H6yxuIppQW08JOQy/Ig2dmvc/wkq8zozXXuG8/4Su8gO22tXHiHyO79fZv7
azvr6zseG9SeVUyzZdK9ZYVsNp5q201dcvXkgdr6PexRhWceb2Yd3OZ6LN/qWn5GfS/3joeCgWWS
Db/fAVuqxb0VtcljZHqPRcnr7BpseiqpN2U0hHnUHoMyDuDp6/shdda6aQQeWOMG5YR2QsN+uuYO
MwfjvOiLF+01zXZOp3yzsOEKzdq5zLX9DpjlyJQAiJS655XR1DsrH76G2tugOr9oHdwSuHmN1OwQ
kofTyv4ge+GjfmfRS3jEZdwz2s8C8OKQHzDc/8zMeo9F/9Q43ryflPfCcvUgpyAsh2VNH1o4epjQ
4qY9ZC2x3CwxXtgYPrQ9W8hR3CmiG0i61ZFm8i9a7DzQCAEeeaN/dArimoVZ3seOfsiX9iwozgv7
0YC70IznKepvIt+6Hyak19ocvgOLxQhb1ZzV58m2E06hI4f5etqk1z1t3I6XpS7e0L0/mM713s6j
g0dmNfQ9JiS+hp7Z7K4PwSrdl+13FmFB9qL7QvIooxCzGNSWm+8YatP7KIblhkDPhOtxXEdL72yN
iCAo4wYo/R/DPHMmnw/IZ+9zQE/1qNP3OSHZGekUjEn0Xsjsp4MJ6UaY1Qf7j8PMZjXmJrnGYrls
rLp8mWLrWlUHfsL0Pw3W+WtjMa9uwJTduYlvHT7O/poSb+IBsJhDp8RoLZ+Dw+WYVhmvmyJ7XeEF
UBMGbIyMofIWm/AAL9nib7L66p1oWY1QAX1JyuJXlxrbekhMjNGGDC2R3UyFeZJgcbIGkxd9eVcS
gRjJB9sP2s+eq9y9IJHvWtftLim166EveZelxz42PVicbuUCkYF/nzeOv5ND8dgY/X5Ie+aXahdn
1qPJ0Z2Cwdssn16mlhaSQpUbGvTWvrXc2kH+jBi7bgZ5TEbzgO12ly7d3l+8Kx+hWHc92WoErliD
ATEtfTMO0b6L5qOkfiLp82c8dKEniw3SzqEKqkcLsAorm+IounSNuTc9BaY4Do3YQV852L3xjNWR
+IRKvyanv0ZWF3tnOsMxmqsNFuYHe476fTLzBec536LhOhtiPJAS2FAUc3cvF0PeISXfsUc5sLJ5
y/r0FynM1cIjGr0kj25T21EnU49ixVP8vUtm+yZoLFLKlr/uEu4YGQmkdZbMhLU7I7jXGk/5mFWQ
NMwe5kpbv0yTsMNrM98q1RMG4WgoL0USW6wLmpu04/GLHjyvcrO4K0rzEV/wRmZYI70erEj05OYu
8a0geFBxwt4CcgkMC+JlomXPEezK0Q6p2HKOS+MchQ8ODYHZyQdjz4IHlauwNnQCPkIdOMxXZixe
RvSN9mZppbOlpZ0Y1gSNw1ZHlltM4Wwo9wuouSkyNmk27rG8Vjsksq2lKVYdavfH4iRvvREc/bzB
QCv5oqS+CJ28urWzK/8vOLTQEZiHBthF/tEvlo0kgZBVzSGTAYn7Yu9MpkEp5G1Xt6cSG+xK4yDI
B3xBdHqskflCOot/VVdrU0O5XzMBj0iGdRbN40sXN+ugjV/72uaK7Xe4CG5qZkbCUvfcr1cV9gzt
QlMYOMeXvm2cLTd/iKJgW1Qe4tpD0fiHrpXPprWsx6V8sHjDado7KOuK/eaMLjiSWvnW8xWQqsVk
V1jbwWqMXIfZfNFbRnD8TXn7KZNlA9/9qdOM4mmReVsRw9R3EYvhlYEErq0v7Bz7RSzfssP4o5A2
ss4r+E5H1x+ANXiYxqfUH88xdtGqbzlBF95DgsF7JTO56SuXnSDY9VXqt7/GtjrqXH+g6Z0LHW0H
Ma29YnntmuJdBAR+4SPyJPJYzFQERgx9L2N7U7nDzVy1Z82Zw8dmDzToZVqiYZWL9DUr8zuslqGj
+puqdW7hoPpnt+Te4UYsMWhooasoijfe7ALfcO5yt7utZmtaCSsARIHIE3aDOHCQeGlquTVrjuKq
fmefdpi8EkE6LVY5yXIQcfpkUhUaUiLC4ZLUBZOr9RxjTR5K0GOSv4b8/XQGkOSD/0sfpVm+y9wJ
1ulkbnsNHUGkAMEwax0HtxJbYcX2LmvLz0LQ3emO5IompeRBJBmrVeG8O1hmw7aJMfg7rLgrNGiG
raY7NpRF0rVZYbLO6UrnI1gjfvo77fVI8c573qPviaTbeEULgqKumnDsgwupwucqUoF+CxijOMqm
zhxgAkOd0ljCmt8MYlPvt3yYe/mbfYw6r7IQm2vUn0Rj6KedTVxrhIqzXWRpNWuLXNSy1YaIHvpE
zvY2pVmrvnEAoie7Isqc56X0EAfcCBbpxtGeeCobWo5DcDqkzfH6+9/LtaZoAxlaUSbOlfGr9iM9
bnOcNd9Ae/0HoJf6oTUlXi0cTxPfc05P/qqXDfcI+HSKDSf+rH7jkad713YsgIPSxVwzScmKJ12p
89vUa9AWwFU+c3IO4C+k8poCmZP5bfIbwq4oEwbAhFIlTPUJ9wleo0yfrelqa+mxNzRXtcz3wniq
sFsgg/MxoqFVXBFk0Lp2hz3Y7w9ZUHvgStCzJ1hLvWKhD4BvN811+WFlznDRslvuBEn3JKwEZ97/
Fd2AiV2p0dSd/Z3q9vhVfcWfxe9z7P/8f/wLNI3FFpIsIhmGXMd1XQ8B7V+gaeH/wwUWje0WajQt
H9eQ+790N8y3Hl4PR/rXPLtH/cf/k92E9Q++iAGtDx4u/Sug+r/x3v5JcmOJCuWaMh+ScVhbiM3/
zx+8t3VUpdNcRhcYKuLN6yA+0fWgh1BMKuUJPNCkUk9+9B/Azlch79+QXVjs/FQ6Eq6Cm0Uvmn19
Vb9z/PqStFZbBRdyTd41+ZE+tnOc/odykb/8IQHdYD6ypYDp/8cf0jJsyHiQlxyPwhtp8f4JJw95
i9992H9lKf6LXwUNFAvYVR01/T/9KkqywFfYrfgC4+SQVuxc+P6OBK+1uTcr/78qCfjtnYOezCUV
UOVr/bk+KM9Aq3Kzv4hctDe0gz8SbHdPvSKg9Pe/11+9e7/7Qfafmlk8IiPEa/yLLjqxTnzprUi1
/adG4r+6+ojnAfjGvkE3758+Iii5Y5kk3qWMZPDAH+LkPWl2xAU31u0csDpB8qV74e9/NXHFhv/5
8oPpwPrAob1Omn/6sUWGwJIUWORKm3OPQ0f9qh0cEk+Ja2+XOsgfVRdEG0JoPp19vbd1MSX+SDmZ
XXNrCgkgo8je76g70dfSIZBJJYaxv3+Vf/neoKlTogSZk8amP16+qutUG2T+pSbAjhiYL2SVM8cP
S1Om3xal7/c4UMz93//Qv/jUJbkWLi0TowCd1H/8oag/iZNo68KmXBytDvgMieHkv/9iSpMStsAD
oo9edGXf/+7b37FYYcAwLwSyAGJG1/RIp+Tm738TStD+v0+Z2kh+BLfea4PYn29tJO2zrmvS07SM
SAWd63IGyWRRHwnEsq5PcWGXOCYzX61HMuvZRlTkiWF82kLtZ9Nsv7E8RMSiSuZbbLYOx2pd8ZHs
ugWNl9kliU5eu8hgreuJbHS6BN5DroGH4RW1o/uFAikDFN9wXTMEafPse2Xz3AGn1AR72u47wXjA
0TeW5sgB2O7ZIxC7Epz0GpvsEkTv1TVS8zRgGw+BQYqDiSQw/HNVnodmmhLdodxj2fR0DDFtWWo6
xYa2Lxz+I2td0Tb66YqMFKYDh1VQv+2JnUSqeY40PJwVPGD7obNbOG89UE086aIrL5nBV3CX8y+s
KwSSZFSvXf2BoZhsdtFWJqzgtoGz2PY02obY9vgj7RANX05StUaYi6svTFnTN3Fj58BRyM/WrnYh
D8rOSB55H4MD7jngXGJBWcW+0Mc3XlvX5YHaleHJRPom1VUN0aEyfW2ETW8xwfdu0sYEmWqd7Kpa
jPU69vr8m+M65rfY4Gi7wcW01CdLp/BeU25h82pI3BgrJ91QX900zuS2uCfsA48e8CO7Oo0qS27v
AxMxGG1qUZZ67bQGMnNHqyoyzFAFj3bqtvdxGbe35BlakgQ5loYqIxK+qqUhn3moxDv+dnYOsvH0
u0QQPbFvgFbZ2nl3v4y9e9MCsf1MAp9DdYaDTZAAm/I3ztdVtk1zd/RCoAfqxPGQWdTixF2ECZCE
aGeaYObWpAd0vk4C3TA4YxJFjMH5sfUlyL6168UkVgU0YMoQyH3g9tfNj5KOY8Kv2GRvcSgMWWjn
EzIxdSOEc5fMr/h4lzz+6Y4TZFUH+2JOeLubf5qaItVV2ftsKKfcevWxsZbrJclwbvmOvMqfrbaR
eZGPb+ucIuFzqzXw0NLVNf61XOrHIc2HU2vX9rfJFTrf5/hLbwDm6dsaHAhsQWUBXslBu7WrYk4Q
BkolgKlUS5APO+x8RAoCzeJ9m7nLFZPraMcMyYB2KYXJBGfDZVCs2QShBXY/dEiGYtQ41dBXRrWi
AFwuBE4T/1vLylSrdgRay8qTMzqLZzPluZJK9qLkN7INk/z0M52E82whvnzooU0ffXIKeThm3uyF
lqHsT93OxbPj47fN7SX9EUylZARygh7jcVADWZu4mg8Bi83bduKrByLGqQ+qrI2J877TgIXWfECL
dMsfphnF77yC/rUafdyh0NX942iVJEqkqIOPgIW8y9zVebhWg6Hs1s6i5veoGpYE31x6DQPFhEjW
vmGa5wLwzwdsXS3CCq3+a+ZjyBAtqvFJWFn900P5fZeVbBsYFVb80eBAeYGXddWEg6y6Y/NC+Z0Z
IORDnwDqgQmTJ2HY84nfS8O1jBXBjPQdgkByxhOYYHeHS0KQRS+Jt6UmrqNuo0T/XBOPbYC+os0+
1844PpnF9RqcTPXCSt+IQ9IqgclM2uA5H6YWTyx+YY3g4UUXLBFFvmvTK711EYz9O0RGuw8rPSZn
004RdX0E9ZkN3+gULIwrgDIjc2O2zd1UfOtOQbROuC1P6xlpEE8PmjGxBstio9zExQWizMx85Rri
5HFUZ506gvLfKNdqgYIYAcEP7FfkYWs9Fpec6/7q2G9wZHWD4973mqZuYo3x8oy6UznHMdP5YVzo
SDlP3Mmbj1J1NWhzh0oAYxtQiM0dqCVVhNfSqwk9nGTXxf0KOx0RXWAQbqmw9fidth9JvUpAtgR0
boeO4jhuzjZoJ0bJwDoaAbGuc1/kmcEmlwjIym0sVECf/x1trt+KaeUHBHbWPiGF68MuxkrbWHpe
S72klI8aPrtYO/UxsKrA2RRTtuwWWzdx6KA59oAd8ftoANPF/lqifWNUGQsL0469984t5pPTmBIC
/eIBYVS2Z/wac6N/KcYogHszwT3c1JmZfigC5/dmVYxfRuKKL87fzoKAk/LRN12SaMxQbOTwoPfF
tVhAOpfGSpJqY9f4EsWLTHvziRwz/r0GxGe6b+UUD9At09wMr9TnZGUk3Tytkqaci/UwFW68xU9n
/3KnTOBt97t82nu0e2QhqlxuhYsmrLO3C7JMG092/m3Rkyrbk9TKxGa2W5xwZkA3+2aEKGOHY+m0
ryRffYr0hqB8jUyweISTMjXcRAGXz9qg/SdfVc71ynKwQeNiKRviOo6NxX5NoN8CKlx5n1On82qD
6cpv2PP16Ku4EFXKfptUbugi94zbySmxPE0DYiHk2rwxNib+E+DkSrG86M3p6iZJiuinPSFXDJoQ
HFH1ju8O292WJQo4rAjmZ5RAigzyjq1mwOqCRJGbREhgNt2QbqoxF+Tj4pUwx2qWsiljxbDSaazb
UKdc9Rs/j5S1ZkDNnRWbl7gNMyPhMY+e27dn0wKvte2FliNxi5onlVdAfNqnUeUZJ+BAY3KkhC4i
7uKiZR5KtoyvlJFLSORE7HEye90bO8kSQduc4yh0IYkm65F8QxRWBhjXp9J2eP6Qirp6Bsqyc0ny
Cf/DIszQrCLMUpxPloGsjcgjUtG+XRacmFgnlqu2hY0QLjYjwwp2mXFneQWGZ9nbGb4z2+PgYCNL
8XZGqOKQfwfBPszlvBdiRGBb2vkORQS9raGRQssWGt9pJL4nZSu1t6Iei9EkALrCmTGm+3TGQrNl
ZE8WdLapMfZaZOWjZ9hKgr/XBILaFIsn1imC8+Oxc00zeY5o1CCs5y5BuesCES8hIKml2hZDp4if
88Vw1o058FTru1SmP0c511g0Eh1ZzYZqhd7ctWPcAlUIWtsP4K4NzZRvlTD9/G7OcvT1vDqOcW2M
h2lxuqsjqCzxncWgurgc4uar543GRIrAjOyqKre+mtob4F+OW4jQVrM4KQweuAM4qSh23kqJEC8u
a8bFaBnEhmHx7iCZBNTUREvxnC/wR0mLL8iVzFpOsqO2xd1MMjGeJld43U3pjeNwaLIgH8klptmb
Ske/OPzznP+/me//Ia77u5Hn2p/2h4Kz82eR/n7p9M8//tvSySHvzdaD2iwckfSHW0xY/3fnZP3j
6vCmEo9ogucLydT0r52TBSOR/5A081hU0br878C3MP9BNbc0KT9l5cDf+1/lvX+rJP33AA4+0eOV
4U++mnXYafy5zVEKY4hZUm6dfjLdfZ1lfbUuJjMd3mzNKyP+ZnSSbgkyQjJMAcdq0gMxdSWEmcAe
u17bjA/21Fg+8H/Gi4MZR8P4TfNe3eM8jHDplDy9D2RkcoCumbKr7VSDndvWHt+jtUBpjIBIFZV6
8XmQtZAHOT7tgTfPxLw4fXRXQHLOfZmceGU8yVa4+S+pJw/Z3558Ujgkosr+V5bkKY6uHltYUhc6
/TX1TGxh53VdcMhmTq13hBKhECa54MnJ/d2/pMkyJTwVCcmuGWpE9MSUE3Q7Vatpnc7G06ChtQYa
ID8ObioDL9QPnTo7tSMOXkVG0w8EDrkruZcRtTGHoUH2qgP5YnIQVJAa4sPkRLYZWh5PzMX0n500
eXXagbBuG/TVpnGnhbc0Y5u+U5GSM4qzPYpNFRPSgh5tg1mre3ArkW1MzpamtCG+0QGYXF+mSf8C
WpVosNcnfbik06hfFvbx3PP4DbrqkE81da/Ytk5KAj3a1rkxHeAlkd2pRFMeem7RfZi0nXjqe4eK
qyQZqzyUKpLRYamNoA6j1hEP4IVhxuOfqyUwFUqrf2SS0mZs3TDF2Gw7dnzPvSmyoYHQqGL1jCN2
lC3+peNgGpchIc1iVUKQf7daNX/mvewuOgWPn2Hj1pxgScrZpIxojfMeAmN85lRmHeZU2F9FLxLc
Wgwm4OqbyUuSbTWRWPjJkOZyaEJ7zXauA8j+3DAXAWIagvEtJQGKEX/uyx2Jrq74YPZu5x1eqggl
buiIns2DbqOHBDPX3YRBh6AbenPuf8FXKcRXTkx7esznodVI5n3Q3RZTSU5xNTaFjbOX+WUooYyA
i2xtgu8Uktn7HqxSs3ATznLz0JBRtn6yqUJRITpuaiph1FAmQMTcxX+/5tDSe56wkfpKDSMb2L/a
OG9WbBvqatz1Mojq2sOOJp16TZdGfFaLFeEAM1HPu80Myyzb5HXf1z8C6gjiA+Nj6z8209Clz3bc
9+SmQXcWOJ/kUvc88612wERmYj+65djl45zlbFGIfSQ6CTEAyITNKUWJYOQ5xBNYki5P7NK3Dng4
6xvY6nLHgNztLETwW9kGQJt6cPF0UVWrHFIqQm0MmilvqenJhLVl+hg/8srreQr68EXJDWB1ywlq
D6ZqQrHgM+KVBVvUompPLKncZUFEkbTJopziixwrDycgIFyRnhZqnOC8rfB250/Sh9G/gnfE5Zsr
9TIr1d1wj8v2Hk/HY5XV+LED/c3eI76dmuiJ5al8qPMlPpqFz/texy1qk2K1vxqBBHEaDLy7spns
J1lYPh7uqnN2JnfCo5Yu3EOyz3SoGMQBYmakZ5NgzAWSVU8vwTCcOqgRjFSdh88areeakJ4wvtjj
q1M60M/GFljeivxmJ7d66ThEsBpZDb0tb0yprjzLdq52tKeMe6CB9btVYawdrdTZyNGhMiWRLBoc
0sqE3SJAYKCfwqExAX5ZvXGwitQ4q7G/FwMTIUkSTleVBjJBkUw4RlfT2NR5+CwsQpy+2xD4g4V1
g8Er2BRIsgx5JeaFcT4DRZx+uKOh95iV4cPRv7Q3zJRovCPwCo7WtLWcnNYzxxA3TiqH45zo5A3W
sx8aYBfxwHvd1p9UdAAD+pj7XQSZN0Mip3Rgt7gwb+JCZbdp6dYnOqO7B1pp0wMx+5mgCaY0IBiG
8UR3+w/LxZeb4st7i6WvLu3AZKXi2l4Jxn/eEY2fyEluTMYjFHrCwpFBK56XFZ/xMqbgJPjD10te
YA8t+SPSWlaQptL1hHK7LZt+hmIHT43NW0B5p8dENPlkCxPDebNIut44ciSGSgXFkTnhZrS6fk1Q
g8bqxXQ3NTzcvdMH/ZoeD31WXmwfp9GNznGdRDubUX0/kT/+nKOx2wiopAevyVBjLXA9qK4/CBuB
eKVf64GT9bYsi+SUx5TTgF20b5wlku+FiYN0ZZIO3Dq5kZahE2HuCsjn3zdVkT1plKR3i845AP6y
jcEqutWh9gf7XiQzymccSfPASk4B6I119UII41JDZQshIlsPBi2j4IESIqpmwyxllcVl9M3HsXOJ
zpaZ99GZZLTLVCPpmj0JoNyWFEpV9mswY/DLLOidsTv9NArFrSW1O4u/D1JkFHrBdWtXzA7eWbIS
j2bumStLUsPEf5vqAWKYv0lYZ664dVGKVQkF3pNRx8B0cx5Iha/azlxoQ+7qATjL9SnumC56N03P
BZb9xfYvbey1Jyufsm+9xHZ/UkDgUqjhMPQV+zdMDwqfMxRm7MC4yPEwZ4VNr48neezEb0rGhEXu
U7ZVzDVt30eesUliIwOjixEtpV0uw+zeRTDCmAp8P2I9YMsssenX4Q6YmI+mJSwGw4NWXqTCMTcT
dSs9oy+/0Fe86NPy1Ew+Q4IJ+GCurA/wqFm4ILZt4RlisyuHj6ItrwxKne0BsKb3kr4IghBJ8ZTD
CpA7I11sSowQ8fJr6Vi8hWaVlaGS9EUPHPHXVU58Kgu8YdMRicXRBol66w79ss9JW1BNgoWAsXcO
qVorVs7Yg0AcpN0dRKrGg2HM6WlJXHo51DXXhrWk/snmjoOVWyc0KaZU2kVV5V/d588UJFCE4mD6
tFO656BGZWfDj7PPpi3tZ0M1mjzA4KotEODh6DpmtYQo8dWtV6Tjz9oe2j0xBvcbMQuojTsN+2bJ
vnTUcICLfXGRYxEcZekND76quWPwd3HFZMonMpCliUF0CSOXYj1B7tV7bHqWhm6Gi3vlzob8iQ8I
rtug/efWLd9ouB/ojHOIKqUJ0k1vjfaWcXA4mgaz7KpRUcHMpzGX0LhA6AwSr/Wonai8TtxFhcPO
ruwzpQcJNtbgUZSJvG84+G69hI2smJPsvmU9766ILEYshaMG2ItNvcragzLyMY1OeU4zz9ovtduc
QQ0pLD5tuqPWs9jXCRQDIiRSPUEQmk5p7OMhAz52DcW74wE+bL0u3dbjWbH8MAJUsWEUrJoqp3ob
fGoy/GjE6m5jOaRj16phEMKQcGGL9CkiDiUl9sVbpPmmwDEwUotG4UqPR+9Vy9ahSt3sn3koskEa
poXSz1nltxhKuH1Ptjgou7M/7RLbsbJr//mKAf2BfGzF68QeQKDg3zhZdA/Ccyuvj/JSJxiRDfAK
wCvPiTeZ51IAGIZeihnJMRrztJSL98TqpLk3fUXOX+QTR24m2+ulMCf4MkR8vnaYLtvFNobHURA5
G1y2Z+B2ponelaCM+o/Yg+ADYoOI4ddUVvKBl/vaGRR5ZHWkc/xbTSqsH7JtB/fcESKf72a2TvFr
m6NK3GVKjJJFoicX+uVMW6snQQCjORsG8A52FNLu10msetCcKROME4A+zrPxGJQtz3OFIdo9i9HE
aRKXtplTgtJMgq4nVu4AsgOSZ+Qn8ngv3bHYeFHPZkIwsIOOwyso4FTZLQ9k5gJyDe0rv1eDn3Ds
ednXNkeDByD9cm1DC6ZuT4amG0wrlyI2jEXz4gaXvnWymzLvsQGXhIMGTeWQp6hpg/kz0d7IzmYA
ZLd26ahNXHZOgF+a/ZCk5cHzY+/guuX7mBcXZcFpxlZE+9E8vgMJKdnppWQl8gImrUsRpYef7BcM
dWRtbt3YD7T1PugpeRZtkB+h4kY7PF3emZsprSyGK5atYZvpZ++1xc0UjfYnpHV/uNVmPf2ces9f
9k5nzAmj0qTFYZwZB9ei8LrsllO89+EKYS5HnIqlwZaE+fBODCorXst0nr5i4fDow1GD+a4U3tge
WMXxyhBKrH07av9DxWnJ7tKJgmhLQwm1HKZd0Dk1B457YLfK+2GkNSMs26ym25h6HrPwusQ1Odh5
4KNNWxKkkn59xfTECZewj7yrDgBUc+doTa7u72ZJEvDTiZ3I2iRQRH+m2DRoYWxrQo7QMalvkY1f
ypMixpN8YuFzDFJO0i8vhj/y1smYRGIAJ4DbuYs//LgEAfBaahcmWjgBn5LPnxrQtq6tYv9SRJEg
AaP7Jr4It/CjszN2DfDtMcJyXC6pdjcGv9SXnfRet8G9NI9hl/WWCiXAKHerxqXHqIRd3AEpafwf
9s5kt24k3davcnHmLJDBYHdxzh3svlHfyxPCsmX2bbB/+vvRmYWStn0kuMYF1CALyFRsksFgxP+v
9S2euYaK9CwsuIlI4Gyk6FS5q3pXAd8nMLAd250Wtw8W3ueDL6W3NsfWJ4bY0y8BEkSbagI9K/y4
/qZPTfil7RDZOVNqPwJ2mWAWG3iWNL/cxuSV4L4TULgq4cBJDrMhfcEsjdEmN00klHoqju4AmAe1
8BP0XhTEoe5khxC26iHoxbC2kmzCdIECnq5ITI5WVbzQmAFZlbI5+JZFSF8XQqR48Eaw6wtCneqd
ZtXN9zGdioNOOPFLSR2F5dAqTW+V6JOEL1WicKW+gmdlbuGggJQcBWPdLLcasBSC/AjbXOhBYWxF
IBr0EIZ/HI2g2zqaJ65GvmrrHnvHBtXqg0MZmqK3bawRRNbHrlC8f1MuztwxEecBnc14ocraffIi
/CaT0JsXmN7tMdXrcANLggUEst53rWzqY0il5iYYKd8t9MpFpjk6kMsNPjyL1mphmAKcpH0lTU7x
vPYbKwPbGky6yx32r83Zkp4Npn/sJd08DtnJ3gnBT9Clld5Z0wCS8y3fuiUfI7lvgiDZA1iaJN1M
vyU8h65L0QpjP1LxX6Xt4B/Js+1XQhjJrjGAz5JGUK7LLmrO9ZQ0qp3vV+VzDJ89iTkW5K13qdOw
aQ6Nhs2R7aQVDBgezdK5LCt84tvEqKXHyTgtvObyP3XHv/VulAQ/gEy85lH+tu44S9P+Kjua/yA4
HWkaXTkXdKQrUZf8VXbUgUjYCC49xwM9gX3b+1fZcdazoVpAbmLDkeD1/xdhwv6HQPuCOkjaFCwd
+mh/InUj3eGdIsRBXTur3MjBooKpu6Y3q1/eCE/EmPgdzirMeqE1RNvOgiPHbKcfnW9o9CP17kLg
eglQQOm68NT74rWHZQcHrFfDN5kZLLkhqlr8MSU8l6U1+BiUFFwm4M4aPGjC1wmGIuOzEnThXBcx
R54ZhCWJ3DXumsGyL0ITEcSa8L0pxYDmVpjoOSaHi74l6OA86SXcAAYuiUDv+ZO7KfQ5WFmoZWl8
WCkVkcICew58oQ7avaOgz1/F0HeQgzZxAhPdDmiWOVroIqh29PBRhEHSLpWX2e5B9T0muxLRK2rs
Zt7oaCV9KL5O6Yoqa17BXpLjcZiFWYtCcIZeoh+JflROFN+02PTtNX9CqiVApRbzoTEQJF2ZsrqT
ucHesJK1f++HKsKTaA1sFqrUkpzAVK1uiX0qNfhbzcihoKQfQROz6L9GVY2zGXxEba4HXc+JMJum
OQJVKuOHKWhmrDu3JWfLmsB4bUONquB6oJkccgvawb1EnhPLJUFmlN4o6pFyoEqnevEIgyDCKlFi
RJI9ksSnlW350FRmVmwJ2NLLZSq7gKwuVD8XOVFf7jKgz8o6Imd4TYBwQJDmPvrjmlO4ElvBAosn
VuOkhQLXd77EBKew3xbtK+kaIj1adVw1l/RTYyzGAsAjj4Hm6d6r6PLv2o6C7YY6M86M3AdYvrBc
SUJ2TFzGyK6UXOltThH0x9xoEtuBOwoe028snCdh9qVAwES7ysMo4S5KvXKG+34gYGihcEpHW4hF
cUA11mlIQKSzRlRDh7h50cguu7KQcObrEPLX8zQKxUE1sSiDtmHHWcJRjfmlGEvnaywsw9oOk1ld
SYMd50I0Ni312HPRZ+D5phdUYfyE88Rn8MztwLavdNUFDVkX5HHgs5cTzuEqKWALaT/N+a1j+pdW
azVwJIL0ljq9fss3NXb422xOrLhvb/mgF95mZAvrLIosQW6fskn9HndKPhLGoZIVnPHxwlGO8aob
rXZRBR2xAh68hASGZDcIsgOM/KmD9f+UVHFI8EClufq5RmGND0nk/4DiEh5llwbfwWSLmwZd7dem
g5qKoiv3XxotN39EaVk/i7Yj2iaq5b3vgx2DDqaqnRl3gcFbEwYEAFqViNe1lw8H3VYaKAOc4mwP
YAaO7qqhwcW85H0EnxUU0bNT2KO2weqK4zOqBawKN9DxthZdh45Q6zOPLEk9RufhK6rSC/REEyUO
u2q7pYFOAv2ABwDACdJqOVN02ZeQZU8JAZ42J22TWPHSsMOXInS7J9ONmnsqa4SZtXz8V1UIJJyn
Mrav9s9H3RiVugiyXlzxdKHXK6PZZ2FZv9Sx1ZBWMMj6hWoEF1VHMbY2R5mcdAkH0chuVY71SlJx
Q2pDzfGFHjxAi0VCNM8XQkOaYyNmImqYSAwLJP76Dj84cLxNQuskoiDQtnekCkFSoFxh+meQ00N3
QaJ4R3ZtDG5qyZJFX0RS2Rwv3WYws2kDIYf8vhZcCsRSiGpRdJVbQPs0Kq2XSrejlo87NttND+jk
RZ/11BwLSiWRGGD+3UxBkJ17MHHsMxXwx2tZkvnS27kR30RAvo2NNaKb2tpFqLV7s5pYHbOiNMx1
PFaigp/OUWxYSzVHzDSWdDc1oLlkTXqOfc+mHnYsGiHDru7dCdrByqazTRj2bL+tVOeF2xKVEccP
f6yNx1ITxvgNf554Nqk1lWuRsrrtUKkWV15RYptOXFRXywIU4rSkgdBehqUNfwT5gEYfvNdsWHVU
EqiXe13zNQiAkyGOqGbKK61iMI5RHuoc7pLyPoIC9SWgMkZeGC4/pjoviy9wk/fOGF7wtY0w5gIL
MDhVd9bFf3ZHf+2OzI93Ry0V2O/v+rLzf/D3/khng8RmBtT8rEml7/nP/ZHw5tara3sOalXHtmx0
t/8kcLE9msPmdN0g9A5q16xjVUXbhP/zX5r8x2wdMJgxOi4C3RLOn2yQ3LnD+1YYbdOpBf0vBZoi
RjOMkw1SXLeRxqHkYaSQxrHfIjIMAyZ1YP1ACBa2wFQeQptqDMyVRdU/mzQhKSqaFOhJIljb1m1n
3kISWsRusuI77+F3obcI7bEHTuJqN810W44DvSQiRrIjotGzokWuZw+B8WgGB1PcGNrXtLF3ogEa
j1Zm1bad9lAY38vOAFd5rMQud8ylpV60qj62U8aRopZkeBp1tUSC1FAInPOmm7VD09C3/ZVpu69+
DSPY6BduC1Y0gVobz1RZbOPzOS24pEjr8Y63+xTKhZdZSzu+GNz6xppuIjOi+2GzooK6Cbr+UHXa
QVLtmpdEq6sERSUO01kDAbEFdqAbbN9q7JAhTCW/rnYQ8mBFZitHpdvQ0o8CHs04PXcOwNKUytMy
8vGCNs63MUVH3sTnfXJe81qboIuXOtE8yyJy9lwZu8p8E4MqNHJKYj3VxHgGLmkbYuhXraJ7JUak
YD+0Ily52Y82NNdyAiVT37ve95Da+GTPpsHJu+mkccGXAJYHs2yrMF/HSXvOjuB+Gmx7ZxpoVKl6
BJs57MHLAaIDUjTb8DWk5i4NmAJWz1rlxA8x+HQEewSFxjt3ZP9ljHQPNOGgGor4RERxcNCyMyG/
wo95AgRLsVRoz1P2QnQtZQGSjgoQHIm5NktIx1QHXih551sgje3RNqW6aEmkMXPrgRraAjMXSBSe
rgVOyOLoHlioxXobUKP/YLD5JsCMGon1aAPaoMF3kbVshhfSUYfRmq48Tt7byD2iHY6WGhTwgLyx
NLCOgxyMiJ2qeW52NGi7fkPbnu3wsOY0cJxB1UHcvlZ+ylQu6sNg52u9KPcms5Mv7A+DsrFHI13S
mMS7tzEqQndKiUFQg/HAaRnQte+ek/6HEZHvOXFjwK5nBSPIBM1pSeojd8LTg63RjbRs+dDk7s5p
ddoVcEC1cm2khDTSiAoJKendeDUl1y3beWxpyBanbOm641YrXUyr0aXvxOi5aO50xjXn9qXu3sqo
x7zRQxKm5KwhFZDmnlC0JfhoqEggxx3tACd9SS861aJNrr6p4g4uXKg/+Nj0ad/tCSJZF9S5rtAi
5XvObFgKicketWPpgkqNMZ+2XwYEpXZ+3UJcFiEWolxfjz1UNDMDKZ6H2Of1/qYdIIdOxaUkWcXS
64UpI9I+8hY0jX7TF49+pB0MAEakEWKvh4hLEWOjDxd0z/k3UMvzDql4WDv9D216jPQnwT4lLf3q
us8S4LthAwim3wiNDca+sW7AeYfLLJPtpmmvjRh3qp5tRHMYZH/bVvF+UtcFb33U1c3KjvMzYoR2
UUgqi3MpOhTloARaGu9QnKhBJy8NFpCwt4nVQC4monJdg73yY3vPgXCByPCqSJ7tUPzw5/RuAq/a
7m7wQf1ZvA3ulDOrXnKHWHj6sOgZVzU8qXF4aUrwgn6yzkLeNJwOS1Kq+FjfZz0RJbzmpU47rWJL
Ob362g+SxBcdcLPSuiGxbtvE13HsH1R3Qe6ud5xM44lvO1OblGEjeDHoZ5NDeV/YFowiR19jtT3L
rAYJ+AEY4nKoQoDvY3hwZX9V1zSzmC6U4eGvhLlDLTfeYdPapCNgYdfUyVj0Wfkmf9GyoWhmt2hy
3UyPnvsVbc6i77nDYb4pyJtk3mFd1rHPV9TJlyBmJYht+rhO1v1w6ukwudrZNNzq4T5stlD93Wtp
lnfofymH189Ucrc0x3aJAcyuyHIbDUnF4g5SbTpzqeyskClf1FbUXCBtqABnR+kLepor6kAYcL3q
ysm8Lx1vLZrIax2HPCJL/VnxkanhWX1BHEwVKfeMsyBRa/R1JCYWc9YCe2Zi8S4zpN6ithe5hc6D
C4uOdZxc1H42fvFinbXZ2BMpft5PNt2E2t6UYPQuioKwHKPo40MiWiqXjb5DytKuC6AoiylQN1UW
AqGuwQE1OmK4qtdNmBeqs87MMhwe7TpSW5hx9b1JSifVcZJh2C+/dr0nHg1aort6QKPQ2QrfRCGS
pzpHQirBjRAUOayC3Ifymsp1R3Nxi2C5XXCBG1l0O1m53zKkQUdN1cGeggvtABi1oDXalowIp733
LbdZ4RKN4KmzEhWRhcCdrNVF2LmPc5RAFEKGgVz5gLN4aRl89T2nv7ZSjzcyPK8G4546LEVmncpp
EWAIcI0Hb+Te1fJGUbPfohK66ia33wOGX0FHemS76nPgB1i5GRpgeeUPYJcufVQ9fzGqkkg9YPuE
Q9mIEZXvgU1jYlGgLfSA9yk07oVFx6drj6MMd4M3PSKFhleBmr8Btc8VyI3A/jJa9h6o3N5oCEhT
OQ/YaTke5dEan2KyNC2tWdpNGm2CsF1BAnnU8/6psMRjif6SDCMobXm3D7PqKivrDerlx9rptyHe
GPw3A1kFhk4Gel7tigBVD9RNPvrKmebPC0d1mrk2uUPowuEDZ5i7w7jhZkZas5v0Oei+PTZ0h35k
rlcf0zJXK71o8gewx+5mHP2B3i8xnxx8FbrOlAQEcEKR2WylrZrrRjNpBIJyuAQM5hMmHoVATPTG
b+/wH4RrGUfBF1tWdPO0vK6NZRnKETONDdIBFTYi8cBMF8D+yn0ZOT1NnBGxeluKq9yX7ISiWJ3n
fYLpiRLvtVsn5KeVQ9g+0EKV4d5uZHkNj7WYexExH/+xM6NdQrbtMunzLVgTgklEGjgpSyhaZo4o
PhVmH0bNwaEETU2r7T2I+irJDknFewRrRnOOvNXqMsES+ExYIVUPlTVn1N8G4tQdZX3J9bBwgEDO
RgxiiDZ2pbVPBZNh3bWAlFYh9aRgQ8uLIkbN9/Xgdk16Jlv8c5wLmz1rorWm+jNukik0MxQbDl/R
ZNxmWjIdGzMIrkXPh6Mxxvxca4i2SuQ3hMqJ0x8tthcPbZ6M+0ZSEh9nlWCBZu7MHIgvR90wPEt+
/YUd8kHqY99E9+I5a1cp+7qYRvfcU0NxzU9BrRITX5j63SqLLVapGNXhaKAb9MDS4g0Ad8gPmL61
QPi2qeHsS5+4ei9z/Ss+xhj8qbWvYurv7Af1Y1Ka2kULvvklj/T8IXSK4szqSQhWlKgW7Yi4Lsqn
EZOGKttsCbLW5Fh9z6G6Jyu32nokoNLChTifZoDUHG1hWi4k/RzqmmYl90FaP46G5m89P0A1ZqPp
j2vCa2Lji1PS+yCrIFrXuTXeaVNSfM2EZz1QxPPXWEr6nUKmuEqNUK2A7/gbMbr2vZN74UxvFRiy
fGNZVb2GB43z9350tXDjJcG1Fxv0mqmKncu6ao+F2cU3MrW/kStzqPPmse8izP/XU6Wew+CuKqae
rkiXnCdhue/jqGALZzg73+r3Psj4y8b3IH303V1Ewg6CD9XyjnrhmRzkHXWHnqTs6pwgAk4+vhvN
RUXgNlH0WoHfW+YRcS4zE19Uw22NWFvOGxL2hjtyPfx9adSKpjpFODLQgwiFRxnbT0brPMSdbi1r
gka62LryAdUe7E6excmPlGe5GtMIZKlqrvSYL7EfR/kKqV2yjoPp0dLEY24NbG3jID42YbWkPYSf
rfNuUjfALhIcwSmAETL7a3ze2Imaq8YE+9ioltMBhEq0EGLrEaowdvK5mA8sgtNJ4CQHgx7cArkp
2g/OHJ0NMASCDCclTw4Dll8mio02QjlwL7F0bWRNu7XQMNtlaCA3tSYegohs4SySUP2akGhIKOXl
amLevuJAqFZYIvx9DTgNDbuGRwbGDLQqq0CWBAQaLwRauQ0vvTon8aW9SKIo3lIljVGYV0XCm5HN
IIsqJ2nDadWqSDPwGRVOPLJHu47uPJLVjPRxcL9gIc5woRRittDU3zvo8f0yLQudXlPUr/q6CF8U
osbVaIYH4HpKnTUdjesJYGSL36felVrtt5sy0a3oaCvq69OOTtL0RIMuWVcacNPReI1BKOHLdWBo
FRh4DPuZ0/BMDhq+EvkHOwmw838E7n+DFWgVfdRpOv/6/WvwVX37Wr9tN/38j/6qp1j6P6QzN4yp
jkAS+FkZ+avfJM1/GFh+pSPRvuue6RAD9s96CkAG/l26VA5paCjQJfWZf9ZTkMDbOqcXZMkuOngL
Evr/++9vw/8NXgF+pSNZnn/Fzf3r//+fvM2u2Lw16n/+a66WvFG5GzgxKPPwE2xU8zPH4X27yS1R
VhthiKQyTIf95M7E7IDy6Zub8veob0d539RyDf4+FyP50TYNLq75ZBTgEwbmOjb7VnUM9eq+a7vH
1hrWxNjShZEoDj8e8PSyGIpOnie534aFNX1217/polGXhf4N5nfZeLZ+GY4lXwSn1xZ/OAoVKLS/
Nu06nq7+s1T1ZpSYZBNIbSMuYxJIV3CXxVYqU159PMr8CN4+IikMxyPgjI6kTe3NgHz/9lqIqHFT
o84xSJFPv5xQBwLW2RDJNRtx74Y4/tYO1CU+HvQ9foAnhodCCmauwyonzblN+nbQkaJ005POhge1
Cmj82M0GtZzGwUwArtTBaH083mnmnSTtDsWJNE1d6K6YX4a34xGgo/uujXFZI+TM8dk4MRzEviBp
Phnpl6mBAl63LNMFOcVZyjm5MqrchYhj8NS5hc5knCT+/hJJ4MfX87tR6EQxFhAM0/hp/H8zNbqk
jzHvzgC0KoSHR6XeJ7qPb9zwyUC/vFq0n7G7CB2jjKC4ejLTY+mRHxp6zTJN22DZ9kmyJffWIp0v
MjelVogfqmmy3R9fneVCLjCYGSaz5GRKFokwew9NMupJm8aEVyicEXX2GR7hl4lv0gUXHj5Xch3o
HL2fE7rj21PR0qFshMzXtsyHDc54bQP23ftkup8+Lk93eY0pNlvCoMR9ekEIAmyorhCc4j6It+DG
AFv1wAc/vm0nLxVTfFYPOCzpc3PfMU6gElWV6oEnJiTDTpnskoADiEjPskekNH+jjt6t829X3N8M
RYsXMYFjUzw2vZMV15qI74YySsUVFOucR8Cs8JwDqd3IbWnbfDIhfjecoCfAbOflJWzz/aOqFGKE
CnM8bh7bUmvdJTULsjWKNxJ1NWPZypSj9sd38+SZcTcF+i++HILsD9M5NWiZRMAoN4mIAO5tbV9K
73bepv3xhQluIBOdm2h5vzwyAMiVslTBIEOv9rRFQTlSAV8TMWushx42y59f1Lz82Q4rIRqsk+cm
3fmjkgHqYFGJNq1TpuvUo8D08Si/Pi6+9/MgM4uDSc8e5+1qm5tpNJYkdC8HtGELP9dSGK+CckqD
D3f2lH3yJv/mUfGdZCryvKx5W/N+PEdq7cTLnCwnP4Px4MpknRrEsX98Vb+OwiNiE8P/5t2GezKK
R/ZTh/ojgQ1HEFrTQT1IWlVsPh5lXnXefI6Zdsw1NjQemzDDg/X+/loakBoR/e8UUEhIeZV/XKtg
mvOCsL79+VCWw/LOVtBgrp8OJYzAmXrKEkiR7WXYyuFWGR58ajHGX/98KO4chkreJtxA8719871q
p46Ys8kjw8EOiITzh2MXiZaaS9/+8VwwQbjM7B6BdBTL5vuRiKduIpCXFJNJTEioEkLPQ0/v/BsX
xKqOSIKd9HxZ74cJ0Wf3ROdk9MloJ0yckIwL0eKmuNBzrzx8fPd+M/PYorGZYDuBfMua37c3d6+P
8wrfPsImfc7Q5u3qzvUicP86Zf2va/pvRiGNyjY9k4XWYLP+fpRM03tr5BVd9jVK3VhN1J1S55Pp
/dtBTNNil85MRyv3fpCoQ9PoGwxCImm6jmhcXgY4/c4/vmG/eYlc+80oJ09HlEES5bRc6Cz24Q58
hbmYgO6vU1gEt386lGT7IDDQEKass/d7f0EWSThj1ZlQNHs+vfSjrASdvBU/pm6rffKEfr0saRss
cEI3AN9RFX8/FrSTRPQS+btrxWCPHSc/a8ix/MpZRX6yNvz6nAiGnr9Ngs0JY53cQaQUWjEWDFWw
rq4tmI5k3xrqk1F+/VCA3jNZt01hcVI0T2YDUTw9KTbIccOAOJJzIgyKpzRI3ObYYaAql4nQUveT
GfjrmBxy0FmynSCwi5Xi/U3sObyJvggo+xomMR6AYzBWI51NFQxjacKq/niCGPNTeb+iW/NKBITP
c2fA28mAVJA8IyyIVAjIslNLxyy9gE1tSXJD443ug9bbXrK1WQ9nzmijxjV5J/qzUKV6agwX2IQf
t4FYljkohoXthe2lpPcJ4sjGzMHGS81xKkRr4IkRXf/J8fDXOWdxnIHowdmamDP95Nejag8Cw+R7
1E9ZSZVt6lTJqWPyX7TUpwP38c363Wg2h3jDmQ9P3LP3D0fV+Drqko1eHzvNuMkSS0ALw4JIpxZh
4iej/WYqGGhGOGp4M7fwdN8gfFy6bTZ/APU5DCDpS2zg5OgQz0QeAZHCHU7C64+vcP7+nMwGY6Yk
IpQSDrPefH+FeoCaCVp9ihpV30St/TpOM51WD1dRRe9A0pP9eMDfXSTvr4PH9Ke25WTAVpdKaTQ4
l2CkCUcLzEdiTc6rWa+bpFQgPx7tNw+Qu0ktyvkp8jnNrzPTjqo5fLdlwDmFtLBGlXf085N9LCPz
L/35//rB+t1Y8wcRjAL1GM6K72+lS8uxH3t6vJarECrYhXbMuoBQk0xN648v6zdPjQjA+awtXIvt
+snKC/Q3sF1f5Qh5ynJFsKdzL1ylIwjAv83xMV6TMBx88hX79clhVIZ+as5v4Pzyvb++whVEG5CC
jFhPgT4i2X1t6Xh4vCiGdGfQkf7Ti3S9eXfBlc7a9dOVUSOSuQrh6XDMH/qt2xURiehwCc9SeiuH
GPkcfWViYj8e9den6KLtgrFCnhD/MBM/3m5uFD21wmkZFWJBugXOIGmnkzVI0vZnk9PlT71/91jA
oJRKNjlou05vKDHeTtrlCA1ikbfdYhpldlV5NUghk/XzIZ2S9DZBjgmNEVt78clq8+scotTAfAUu
+bMOdXKhacR+KCoTEg3rujmnkm+RrkVtdOFNPXGIFtZi38qsz3b5v3zJYZ1ANMEmyEpHle9kAU8w
uI95gfa79MANDm6QnnkmstOPn+LvRmERlbOPAY3e6bI2ITweCdzhhE4+8cpJ6hrYk9t+MkN/mSuz
wA88GnfQQwPy093wZiPcNEPdGch0lwZqjfW8JUNu1fC4wn76d4ainsJpEQyxOP0SpVNbN5lFk1Bk
PVo8uxlWUh8z8FTasP3je8cWa654SXSHSCnevwGZAS0pEkO2hKWEo1BntVn5dVr8YdX6Z2FSADad
pz/1rtONSC9UG2c5Yqlc4cxb6AROfLFdrR0/eaN/mejzU6J4wkmPVZl91vvrCbShVlaAOs2rkAct
lOt3cKtKr14mAwnqQ0FWx6YRY/nJC/abOchhlloKYZ8OlaCTRToxYyu2c6Lkawssbe1r8VcrMUX0
bw3jck7neOkxEU8ur57i2rF7NGe22RKaXUYdrn8KYp9Mi5/1unfLFffRxPTjMBLtmF+ux0kKwm14
XthHAndc27R3iQiiNWil+0I3dyVYuzTvYS5XLsnKXi4+eQl+d0ff/ALnZO3w0kE5rQ0trG81BF9u
a+ePrZysmz9/Ad4Oc/Khgw0xjIqXa9mZw3Ceee49BpXuk6LU769lXj5Afc/7//ePTXTdpEHCY6+F
E68m7Swol1qmefonj+13s5/ygz1TnahUnn5k8jrqkrYS2dKKiWXoEVbeKCmgGpjs+MhDdSr/zIB+
+ucL8Nz+o0vksNuj2vz+8sY5nVovGFZOUU6O2xRPj2nQmp9sX3+3AptkE3O4pjBPdf79MKBKNGqW
7O/I3MRFVYxYO5HusnHtTX/842viZTZ4kefqOUfrk60rmVcSdw7XpJWoAKciLCP0YDgv/viNZhw2
kRzjcVPxnXx/UfS4DbKZWLDMyYWtpzoZbCGmRJ/s5369d5zdbTghrIlCp6f3fhinGGQpZDCnk4/t
Ip7UuOpCUHbwTrNPrmiezO+XDrZUgtlHj5I6ojy5cykxwTglOvpDxK9s4kKrtmU9ZpehbZC9l2fq
kwqVMf/2dwM6nN9Rihk/SfOo599fW2yV1ggjdljG+Lbjy5K0y+JrSrWTjBDTq5vr0CrRZjiNV6yT
0knFgwNDyNmzZ9DK24+Xk1/uMzZi9um0TCmW0Ag5uc91LuKwLAhLSpxK20SOnm11yhnXoel8tqPE
O3ly4S6vm+ToSIOd76o83TT7FeaphiibZVoAO82WY6513qUzSqmeIMHqcDxRjlQt4nOpSTSgHH2n
6RL+t4t8jU8HdngKsXcV5pToazyqOl9FWQCPVEGwuEg5ad3g67OtQzLog1rUZY8qe6wd84kA5cY+
DlUGj7CqTRuXcj1UwT25o87P/kjUo7HsJrZ7RJXiggOpKodCmO4iI4eSR+MNou0vooKC343vDTMh
ucGD7D9keurtFFpcBK5BnET+i/RSEMhrvlIu7AN9cmbehShgQaIcNpzSfPHFmJHLOdpsMq7HMNEc
7AhAqVO1MNw6owbn1Y7KjkVC/Ne6bQw7rhd9GpjmOfIs5HDI81UIksYcNecMMDqRvWvPq+fU6diy
8imA/j618Xc4aH6+D0XnUKbMzXH4ZrpBFlHjCyvMfHE+YMgCeN0PuAz1KYsfzcEMZbUYotG3b5yO
cLh9jSHCuipQ3jmbarRNhVJa2mLZjIVnrO1SjjqXDnYnBG3uxdVWjq1NvtuUjuT8EHJdnvkkkYyX
UKVS7V4LMkFYWdfU3R3kStNCiW/o8ChDzAPaME35K3bx8TUuWk2cmW2f5UtyEAk6qhzAnee2TOJ6
L2qibPdBUPg1KUqUgp88v0qsJcsgFCk0/sF3yabKRbQTJFJfxJXMg6MJtzMKVpQDw+hRkyFEjYBF
GYW0lLCs89FENbAwDRipX3jbEn/lV1bu3/p+6toHwypdZ6MSMYjnDBdAvAbeWs/01lBPc0ogUQZb
dQToFKwTQpWzRRLWA5Z56D4+VrVa2Zd5AttlDcha53oAxP+ohSde6yLFLQFQLAt2JpyglA0h2Ypr
pJS+3ASFrl0qDqTJolR9NNyZbY0CLlXSwoY34kx+rSJffybmTaF5svltEFdKOFBTFeUVJpecaKDR
hp9DQU+fwJF0VQPcJWpj9rY9ZBcjY/OyMBBsPolagNZGVW9BsYH8Vq1ayowt5v6gCNapzHXm9pQ4
JmS2wfxmdFlGlpE3aTkEtYBUw5zAGZd5WMSXqomNb7pQSbQqSNY1twRDDnfg09x6b6G8V+tQODpM
P6kKuUwIY8IvkpaVtclLXbwGMTAXPJDC6bbg8qWFB3EaAA/0SfPsxIBgz/FRMvA4gSRaIjWxyXgK
tLFY10lh3JX9bAooAAP2B6ecPWx1SBzwwfVHfcS3kQff+oJjCunEM/o0N+zmC+x7q7kHexu1yxo+
PifexGYXRAm4uiXhWh/PnQRd3RKN7hBSfZ0aj6jPrnKSCxRkvtrkBIqNizRzQ33VaaRBnoel78KC
9htXHeKqDeQyiGLzboKAET5OsOd5GHEco5WLcnrrcWPIexZ+MHw4h29Yu0WyVmZj+neUOqHoKbfS
p13Pmvmj1mXzbHVZPSA1xbFLjTPKjpD8Wgx8pF0NK/bgvrbS2yR71YVv3IcdrWrcIbKB9xuIDpqK
x4xdEnpa2F+6oov06wH8hnrMylG/0WutuSSplOJRr3lyOrIO5ZdwrNt0r2UlAbUWrNhpSS2oui0b
0C3LItPcH90IAnk/NkOLWDRuRXRWhob+DCrYCraEA0BxQXsUvJq9YZSL1lVev8+8ykJSnceltgjZ
MbobI6ri+AxSnAfDptdx64S6wrXZSvEU6xzYXfb7oVbxsg9udBgD3T0a45hNZyX5njnETHiSa7cP
zGJp+2HfLT1/DO1+0RfKvMqAlBurpAI8vNDJzHDXmYsn4cWnoV+dq6xwmtnK1GGO8ioHV7OTjVB3
QWFepxMlNQBkSv/ikpie3COqSoxjqjRb7tCXs+QTYg6Q3GuNRiwhlGvgyq28g+vmKnTUi9EnV2kV
aNFoLZU5ZMFTSuDSS9lV4tFOCxdKjKFlCCEwd7E2RHwD6vXQ9l1FPcYMqhtgKiq7SxOz9h6h/kfB
FnVwy9pdcBTBmGqKG1NMhEGI2IfJA3MZbAunIsIYdL33CXBDQR2u5uZTtZJpquPfKCOR7IMcgOSj
nQOR3Caoi6czJ0Cedp8rfjgOH6VeyW9PM8LRC8fdKTeuYcaEdR9i8YBXs61Hpvoz2LXQXsZN1x5I
2R36PdB5sHSeG+lqjfon8Qm6KMZkl2ckKfyoafqDYkbS+bUPHee18kBwfxuS3kBn1aEoWEdaASKh
nAnDq6TMbOuBtSM1CWn2U927ZslSaldkJlyPkhfVXEKMiX0qc4SV40xCkuw/isqG16+5rW4w4117
XEV4COrt3O7vbhJDluFtVvqN3BuFUTKvM7eVGYhDJ8/uXJ28FxIuQpcEkmxCMXxeY7tKDqqsvXQX
BJKMOCwLcgSSxKGmfsyhzjRkc5MOCFwxwW7TfWlg9KuvVhOo4Abhb6YgdrsD71H0/9k7sya5jSxL
/xVZv0OGfTGbGbNBIJZcmRuTmfkCYy7EDjgAhzuAXz8fSKlaYlepWw/zVvXAMinFjAiEw+H33nO+
Q6TMdd9k4YfbweSLtRlJD7MVXpW4hVhO7LGvoI/D3PTcY+p/J5vgBeAK79puLvpHjkegwmNhkBRw
mmFbuw9utZjWJ5JOA/OLD0Y3u5+50tNxUb2uPw3u2hP0BvJTHUv82vkudKb6ywbuW+5Q57dGwscv
ASRgYMsAAy0uLJbC7qEXYT7Xu66dACdYS+CceyM4uyeRrzTmiMtshthjKH9RmqsO8WGWdNBnK2qh
l40wlGJ2ClOdBoLooZqGhSU+jcug2YcEpnQMHK7k7oxzc2qNF0Dxhj5aRHpsYX28wqVrFzo4UFzW
1hUxe3BnZjnjcuuVSfw1ahR8A0222vMNIcCV/ah89O6EL3XBpWKqK99EZCp97WZLR8slqFxrvM9t
ZCREWWhbHqQRCOsmaMsyPJrSjb4a0jTHR1Lf8MK5vojsOp4nA2MAzyjaotBRO5c4k9RfyDOU5JGb
X0W2aOOp7wA/cYWa5fP3w/u/Ydb/QVfjXzNl/u8wvX79k8j3d8u04Ue/cryHR+3TusMgZlLs/dD4
GoH5K/LdbYDFtDsIoUn/Q+QLU8anvPLYT35wY3j53zS+/Mi1QpOTOprIIPCYI/8NiS+C4D+Wfrwt
On0W+iVafvw2ats/l35GWMqFOPAgabXV3DKhqKh11uykkdzlZwBjYKDponmYQiM7t5Z+Wo9eExDA
ikfioRiFOjeLpkbgbu57NmzKibm3PomiBJfKI8s7H7q0uPaNMrizAZLcq3AMu4MNmf9Hu+H/x9JT
H4Ocho9frr6K8ZcDfvevsuja/7W91FtHymbB6ff//PkfkU3/9k42jvmf/mHfSvTgt9PHsNx9jAi8
fv86tv/yf/rD38joD4v4+N//8Qa/Xm6/LeNt/XFZbcqbf70Kk4+mexv4LG+/3H2I6RWXxi/dt19k
/vELe17W/fybfjP1k+9nMjaKHATL2yKkKfRjgbLSrE1lvmlktq7s1gz7TYTu/botWJan56HX+UFh
/12Dbjm/MtRjUgMrGvwcraa/s0DRTv00gt/k55tS1tr+h5j6Z1M/WZTKMGYeckDtdJpEYHObeARU
KrpvmCXAAI/AFdu4I1Whj5eNspeYg20/C4yHsJB8nWVxUwPvjZn1bwUUuKIzJaN2JDGpqTHcNeta
HFGDBzduVvRf/WnCMF8Zhrl3qmKzf6QzJNNyqPPN9IEMO1acdAEDAivbFWiTx7hEJuDjr2aMQ66T
Li7drJR9rCJOlPG0zDbFXTs4MXVV/XkMtsKlc0zhcgbM3GHnKIIIICWvQ37GgYpCacLcCsXHX/23
PE/xZHmRDKm//cqAvd7V7ymqIiw5XZdfAQctECQwmSZ1aA2G884pyZMYFh9I0xDqbtm3NGkVTsY+
pZIo2jf2rHU6KS9kTrgUlM2xOcr6Yex0SlyOW0whhbLRvtAxBik/j5bNQ8eWpKEsoj1gBoJyH3kS
wxg59kssZRT0Mdbg/ktPy0hwY5Q49K2RVlpsSafN9jK19EIV6S3LsWtWRqO2nAXYWk26qm7trQ9J
/obCZ1zUL+C7G4tgs4HXYfDnfqOkXz81MLBafMpudjfXxuoSVR2Jb8TqgCRsqkLNZz2HMaDYqVms
h2jpM6a+5hSSdQKlZI5xYXv2gYipmitil9O9ObcmHRHfMB9EWXkvxPLiOqA3Ez56Kh/V0Sbv6bFL
x/GtckMfc3Ywmxd0DcoPZ8jUI01vDvzUM+tIK9C3b/POdd+DSfUElRQZ/qo5wqUGTUpZwCCEs5R7
eE1DGdvk1sITVOgobnOZ9uNAhpVrpGcN6Gw41lWh4cZVBDpb+GOzIEqarjc3qldoHvzGFM5RNZ7x
0st5uYbAE6zpEU4fRHB/4DEf16kszwcni3zM4eZiyquQkz3OyWkFBeHWUwoJ3M441Cnc3IDw0hZG
xm06Bj2gGaKdB/Oyb2YJ2Z4ulZdeD3QR8CeaLn+GZJoUj+0QDc4BYWWlz6Bebk0NkUaL97JwViv3
EY6rYt9VLMaLtYwidWnmRbqekZjSmQdh43nkHQPd20d1C3KJybzdnYvQgO1ZcjoKd5I+1Jj4KQlR
V0a7ePaT07pudg9mtvCQI044PMeBQx84jLw2P6u69tedau08faltrPePU+/b+trMF19cUPCU3hPR
VlF90RLLvdqxmNCLv65ZKco7VMgKwCD6CPfObGwMIrnGl38051nrayGmQF0wAbZ7gJ9TgOczjQzg
lWoKtbMHqqbNe7d3FMuawnnleJwOn0q+RF7GCqayiFPpeM816XTZfmp6a0xaTMWvDebnnPCatfWf
s7rIAWqVun7UBnBtMA8DDbQMQCPmjmYJLxefrgzyGs/cNboGf2S1I8F1qmrCKx1UeKlhrLo0LvD3
GZ8ig5FDnLLNwBVJc2f6uuTueo9HjwYL+24J17uORHFl9Y2b7mGENuOd2foV3rOOcKNAd2F1yKNU
3foz1Ei+95xNCd+RJqBLehgvU1/rbxmBLkCiFHczkdgbB9bhK93AwqRdp/hC7nk+ETPjwWK7AxNt
096lJXjSC2pw5EEqUxaVGq78A9NcEsrGZXxb8Ug8uRgh34qgNKeD9mb9WmWo5xHU6qEhWBjC8fzc
2xAb42wem/JEY8QeE8Rqg44nv+CdZLIOjD1e+Xq8jdpioLBv58qMa57BKQ3DgotlTCYgkGyTNnIP
0hZkDYzukQkGkLaKgclVbkdLkRik5gS7luZPm0SQlT5J8i+ryolFHy3fbIFh9lhOIeTXIkvB7wLe
b+rD2BWhOCpl1ueVKHuwnlHqptdVK6vPvl23lNC+zaYbQYG/qSs/IGainp1i14MEJ2AsL4oniUrx
uQ4Wm5/5liB7rfS9vV5aRsEdaRT9HTYjcemBWq/hbjW0k+vObrEELRhAgNZW7SMM2mnZWyofUBJR
qzwDCA3uDemDaM8dirkrC+nldSGa9BtMTvi4bZitD10mR33sLRbeyXdo6wDkygl796ypeUhxyU94
HCcQ9QPPnCheAmsOdi5QKujKjuqOTj9FWzNpe6uk09XFDvt4Qa8LiS+Lo4XjHaOgsdtdDg5a7avU
qQn8asLlliyn5bnH746mvio367DsHBaXa5jZeeikOTGHzSgwlTqzR6RBPgWfaRaTkWAvgYL5YjgS
NPhsO6fOGCMezzP7GaEgdHD3eblI/jQ687IRpiQBq4xaOCB2Mfq4StbBP1V6Fn1SCFO1SbNqvAqu
Gn2RzEMdHGePo30iSxE+2F3F9zfpBVeri3U9rsuifK15MtOhWku2MxKHupvRttJ0t5SW81mJlUZ+
pWtM4qI0IfF545iEoljgTnM1XjnReKBxAjk/MyRuXrELwp3Vo625xE4fbcvYMR7y0c2f1qqP3iHY
0RjkCFD5O/oNvAmvRxAMJ70xeWzm4RmIMt5PRVKad2kOPV/hRA8Ilp7pg0tlMrCy7udmjkf6v+2+
KSzDuw+5ZzRZMaSJxEYGQi4ZZ5pTl0Hdgj8eGsv4qLLR7w5C6pK+sDTE2ZqFjLU718r8XUj605OK
yu4TuA2GdCHWenb3qBs+0f2owl3J47rY23M53aRB2ssjKF9mhLPkcBWXaQbs1i5qmMt4H8a7QXZp
v3fybnLAOlkNnWBFkvjeFQ7/eVqsoaLvMEG0KXrBOYXESIJyMkwtl5pBpTiNFZzCRPtc6OOarWl7
vRbG8qwGp1FHjzHzN4fpDIsBIT803R6jz+VIU2be1t566Q+OIKutML5U8MoesiWDHx9KHb3S3iF9
jD1y+WhwJ03JysJ8Tknla+CRG84l7lzAhXJxBzfmXxYnNY/rV2eYQg/AgOHK3UBaDWs0NGkUjIsp
gAZBwokXeyT2TU1iAubMZrLTtfamGHpDeeHMvbT3fdGn56anemffD0rethxn33UGLSNei7G5R5nZ
v0RqLt8zOUdVYioIJjDYneKl15mGgQuP7zPdyeWD+kjclLrAvxWuZvQwBICrezqQXzm+pnx/lh7e
eCoPt53w52GnOmLoOf+I8rHYQgztYVnvo66nF2w0EEaL3rBflGk0d5NhQYizuhoYCenFxZs7SjzI
7phFr32tsi9LUHtfgwk+x24GJv4qsDMiZ6sWSLyOz/kqzVPMqJwuw+eGlXI1B4D1dh0ZBWSSOhpl
USvrdYD9ZNcT52ARXsKKg4e8ZOXcJ0Cj0X2YBCu9+lj1B8IZRODEcpjEA7IXfSL6kolZS/TmzYDY
BxiMjVcaI/Ua3S9EegKQH9flzGLLzzZCmP7CnmYaPHpqYh1aNm4Sa1YHRfTsjKrbl4RHDHuxrRa7
Ulv71S/qah80g18grBk8fRgWIT+EPQ4vRBKhUPQ12Pi9ziFMxq4tjS/p3Og3v/PNh5IdA/GulEZB
JMoafCY3bZAMGsHeHyLpr6d1TR0OC8CCMzIEAJTuUrgcBGZ4UgVxJXL0PGlqDt1JeCuUduIVcfsX
jFjafWtUMjrJcmDosPYlhOo14DwNGHvLofA6V0AjW1wGSJyPjYcU6hbTUMMV5/yV9LEv4P/HNucs
I8HfBaDDIq/G2WMPWNyruU7b5jREK9CO3qhpyro+VH3fcokMdjymVABbOLHvlGxo51Zhy8N989F/
zLPyo32qOe8mdji4W3hNxJPF8J3yq2SVAPNAdgK6SCrzBc88FaDKBf34ymhGLw7TQIY7YfKieyS0
zhPfs7ixqsJ7HkLDwRQ5DfoaFlr9lEp7Il5gjWS4lxDSHnMSc8NDsBr5CrehARtKBeauO+Ij9Mdq
0sHmLZGAtBNjL7MDt8t0SruI/ltq14B21xY+LD1ehk08G03RJeHsUkACwVhaIPhWiCK7r/384M66
QU6Abcxh821GlpGsbXEKzWaAn+ZJk4SXqoVo4U7sNYcRuSEU7yKb+WpADOVJ7VmNOI7LjALesmR4
IMGH1CC6ijNVR7ZA6Qxdo7cBnaKNQ68ox/5YQyW5CuaSAQCpRVa36+ctFKDx2MoSOS10UWvFUJEW
CjaKXaCYBu8rn9zSWNR+4d/XTlnbiWNklKRkqRbZqcNaQwQGjWBYtmSVlcdmrVK6rB2t60Q5jK7P
JMnCLUm9MG33pVp4oJurR/a8WNMInAVPFviQzty2Rw4z44PhV111nuLQrHHPiIoto7KIvyDUi11W
ZZ53Ha2NA/wh08bd3HC0PY7DBIRhobkcXU1Lx4TEykI+WqWj6L0cYAbvwLBQD6PGEQSpUW0QV+z5
43JONkhfnGpXqs99XU3GUdBZhd8UjbZ9budmlH0mcFOae1FUuo/9pa45wOYe4/Cltoox4X7Joxh9
SNgnwTxgIY4yHkOQQouoO/Y1S+swkMhgcHHDkmMnyH1KPydn7jMSRmAklIQ9QcBeSndgmBSxUhjw
J1CF1lin5zBTgOiNTV2JU90HZX5mBzmRoBkP5u461fVQntYwE82V3aRFceL5X2Tc39LPGcjbC4mG
ZF624Igw6JKTtf1UopjPDyH8OTLXPAOWB8dslAKIqnv7PXUCIQ7CJzHumoHC2u5M4Lj99ZzT14xJ
PV7LY+npJj8J5efWnjdYdYdqyCAirx5qBHQJnhz2FUwnQdTT4n0rTb1ax2B7vCeSxDTnPOetrXDg
Oy/8NFGr19dGUMg1mVeyunls0rY7izx6/UnWL3OxN9bFLhiYqhZyAFhQcTsq2yySqq5S7yDCMrDI
OjXT7uiaaUpGetRyGIyZExAmpRzid870jA/s08JIUV3XspuaC4s9or6FZToUDwSQ1WIni1TpZwWY
HbBzQfRWcAfvKM2R4UKGJl+8GueDWtjiF6GG74Q81LraFp53cKBTpQ8T/HeLGXA4Ifxep75dDj0l
7kCZTudkz4LqoxgMdWQzLc7X6bKSvSV3xBGvHTm3LiHB1PCiTHpSXvKTXboC1XotBWzDGtFEMuaF
Ne594sLL10p0xhPRCU1/TkLLSuaVHXZzsnCJm0MIBoLQLQRMkicq5JSjXDJn2a9goHFqOw1VJgTk
km6UUNC7bBq4JMG4hWnutXb4MuwVdc5+xBdQ7Px+9sVZUTXTeMYDfmKlecPg3/WOm5d3U9BaPXv7
KppjUEEoP0B/RmGkGIzY5BcCrt4Bw1mnoxPNzqURzihZabT63Q5aZbHEzGCGuxLo4Fdm4h4My1Hg
9l6mgaPvMK4GeO+JnkPii3okQagNbkgsaZp4UfX0EkprOK7zqIg95Y7y9/OwDl3S8o67fdd6HAnz
jrWuW3e5R+qRhnG6lrObLHZNsAMhMOLBN7sIGYC2pIkGJGqXfUlDEEJQFbSEOnZW2EGIW+sb2gNo
c7x69s9ovXV6t3Slv0VFl81zOM9dCiY5ktfF2jXLwaDQfSrwwzxGql0EqhlWLdjFLnixCrd6XZip
EQhehh11lrEAgqtVoc6haIAZrGyuM7slPUQe5w21LCArEF3uUC8isYmbfiFXzQLUZvmcViwOWzxK
Sn/cUmK78Z2b3xiSKBj65Vyp0Vq+DAX1wdkSZfPjNAHc5uIPAIY5wc8cRSulp45uGPz18oqbaYPr
LGqW+roWUzHVR8RHIwepDt8mY+GpzTM/8Q0QYaChhU/ddkwnax5OklWiYZQbZfbQpDNHi5vB8jvn
eiRiWhG9MjVuJQ5V1Ah5MP3Jo1dreNkoiMGKvkft2K6/99Ky0m9TuNoWobOu12UDKGcTtI2XFhCO
CGWfzfYBQZ7X70Nn9oFt+bAwkiykXyQO3UJUDJwvdyILjZGpLQAGuORQhbtc5YCYFNyiiSdAVPun
GvB3nai+88U5taBa96Qg23QpnImu+BG4uceMlvDO1foKoy9SdzUO8PCEgsdz+bL9LLhrK5McFhSJ
KSfUoZ6oKi90EXjdkcaASQnTMJDnyUOBnLNdVEKH01segbq+MsVAZTc4gakscHLI2Ei7CxrycCH5
2aj04okUrP6VVJElfZEEZU4PVdpImpcFig8InlNHYA81eIfiZYlBVXnuEwfqfHzwshV794otMn+3
C0ODVmPznv37QEQcvqMt3AfEvYwKmx6mq8pPGUujQ8nG0aWPm6HERsNjUgJorfvz0smWz0MOSv+o
QNOCRAun4NoctgZvSbIuMiNYRJT+vZ/0yAw9hGVDc0bsut+fM6+UeSLzmcAlgnLqD3NJ+w/RFdYj
CRp0egrdm9BkewxJFBN+Tso3xaI4ZrIq8ySy2tU4czGMAp0yZHAZkApigTKIZgICBK6fnbbcAnOd
04bzMXQKkkLA9HFOtqjD2cUMsdyPRsg8VI89EVwOEWAbqdPNOcMSusipqG+tJiH/obIpy6wRMx9Z
kCPtIbN/AjqWvxvAPiN6SZVxT+ALgr6SmFCbrEkJBztiFuyetXOX3yib30QooyGvaBNlSD56DZ9Y
d7LY09CcvZvW7tBh0P4nIWrInHRGr6Xr9y5s58dxjbSRFHUoCEwy8nliXxnJzRyCtPhm0QXlIwTY
0/iCvJkmgE2Ua8L0IoPC1oXqrXckCEm6ZTjVwlRaFoxwPTxtkfd84FrZd6WWs0osuVhvlGkZ6su6
uqvaOdc7jaQFG64PKJy4W9LUVi8gGlvapLFukZoE/Cldhokp4O7qUaZ5zGqmGidrqp+JZ12DFwK3
PGJkMnv4UMG00WdNVd0ugSmzfbgGLDNCosQJIYe+S9sgHFFKooBwKVC6hCIv/5AcEe9oh3B1EOvp
eyyY6MXY1ADhK2P0bowiE8TUrsggY6PkTsbv35TFQZAatgB3LXDs1EQufmnwBVNjCHe9ioKCHO5h
XjlgGiLlJLqqkqpR57T+QBMWZrUvqpp2Byq/8KtRRHpmyxPNN4yo8kM5WZGkNImSpWejuDRSj8d3
MTQpNTqNaB5lBbpSsqfC6tnlNLwkzN/p9mtj0Q8po5f8LKqNTDOGKmCY2VZf6p1rBPpqjgyfyX3p
lh/UUYXH1e3Cy6YqCY0jgYE8QYXxkyxAQUAtsZdhv6ujuvjmtZDlkbmQ1ROj7d0wkdgrvGuQ+Oaa
lMIM2FPqyi0JqfB7d2/QJbH2A7tffj4QAMkRecNmdihtKDDNyqZ0ZW80Ee8Z1kOW1VAJuxIY/gH+
24hmhm3JReKRcdJnFtZWW4eGcRBqGUpOMRg0Pih6/ftUO+ZjCMRuPTSrk986g9mzisoVHWpNp+m9
YnOnHaJDKejjKMpx2hiueT4I0b9Fcz9/triT3Fil1ngNBdDudwHWQbRPWYHQlGghgHajZOo11Xb6
MLhWihAlc5DxEFtCMd+jByyuORKGt2LuJjDJXc3fTOUY9aBBmcafVr/xzWQiAfYp6ufM2DXK8U9k
OAFLDJnXQ8GwexRP0l+aaoe8aGrOqP3seyq34DzNOCLvRyLs58RMBcS3YWYuF9tg9tcdFpfV3zm9
M5TPSITlt7JXaCBN8uDfAxca+J0vRxklNjpGGj1FyiAoDLvpTgJgMC78oHWuEffNQdyj933ym9q8
hdlWoUYW7lBcjry/yz7EKxfrKV0fXcZOxKjkYB3o97TgSUW3TiSz2JwyRsMEyuwEVn6nCL3/6jse
AQg4wcZHogWyOTZF3b39WyHyA6xveWgr/vV0/uor3Vb58cch/Pe/8WMK73q/Mvj+x6D9DzIRfmJu
ZiwTM9t3gwPz+X+g4JCJbHYEyjb8wSgy+Nk/xvD2r5BDfST0EE/46d+LPP8vlgQoddgusbFyC/C+
N9/MH7x7Rm9xHq8g23YOoRBEeDiXk59XByxabwjr/iZDis+JaMYBc4OCABzSz6oUdyakjbyWKJZj
auP5YauGQD3s/vAF3PwwOPyRg/RffQ/byzDopo7BrOu7P4lfcibItKMkyZQo+/aB6jMOf2h/6SU7
FwvH3iNzX1QCxmAz99cheOTZtZO/fhffX+VP7gveBRKh71gDPu7PBhZU/+Y0C/r6sHm71xIO1O1a
HVdkgt86ZHXv46ToGCPHPm98u+Vsn6tDubFw9+1QiRs/qOwXsudo/DTQEY5lWiCAUSTTTh569snD
vcROU10y9Saj1Oxq68IyoCzQzeQgwDAqPDC+cc8ykmjIgiR4BHw30Wzku6Fz751SvpHt7eV7vwh4
ffzMhy6zpxfErPplHZYbNxLpNXWYtQvrnF5k2OiHwGCgYxlDmTQqbFaME5pW1r/3kh97yV+DJXdf
G+T3P0mDUM382EosH3YkxpYQdRW+QwBVvwt6wl9J78CQhVJyu8Eshw3rt60E0Q7CFIfBDpYb1wXi
8I+dxPoV8c/GJPu+Njf37t/R82y31H8u9gBUoW17tIXgSmEFdq2fbrmuIuTeIXZJIaI8bVmfF72j
FaU1KYJ/fV/9ecv6/ZV4Ia7GZiz9acuSFsdRQtGTug3tHOiFVzLcNYvq0ATm6+Yarn4o0P4l0eDP
BvUfL7hZZv3A3NgQ5vbzP+yRdIV07kZlgiu8OALG5xRYos34thCeDMB+k1hQ7Ls548PIePzrD/vP
Lis7Jkw3Zttc3p8ua6qtosv9zTEDciAZOQssR/SjwDpNHDv1f3Np/9mrhRA+kGFDGLQiHjt//KSM
1GTLQSIBE9aia8KMQ42tt7pEI6hQN3/92f7ZdeVcxUezt33yZyNhYRGW3tVkDWCvOLocXBJZBQgD
So8aMmAkJUrnprL5469f989e0O/fJ564wPU2kSSPv5+caMr3MGaEXaJ8CyZyT34Vji1OcDzxhnrc
odXK/v4KwuiA98+PmPHyYP/zdbXbEDHL0CQWxeq6GbOiU9Wn4qoK1pEWf2Vdcn6nC5fp6b9xN8KI
+vnGBMHB6dbhpLHxW+yfVlDgMOOZK/ugpDHS5aFhVsZ8/QwHJ7aTdx3YmEY6I41OQWp7PQLt3D/L
08l8MGYzo0AMRnDMvecj0jbs2kxaK3Q+LLkqQtLQI+9EMah1K5JNphDt1F06JKohc7Km9lXjyY7i
qLPdGyPyh/k426PVfHZxEnRx2Gqie8eRPLI9QG+PKRlRuUGyTO3yydWlussZJM5JGJaEd7AsGGwP
NSj1OhPi3LC7wklIc00tHAsB04YaD/RCR5CjBUkkwWTvkEWJcYdkq+suwqyo1vIwD6gDDjZT6LxI
yGGAa77rFoKzj4twfSLEnMakuGV4wpR6an3G6Eo374TAzE8MGAr/WFhFRQKPO/q3pE57B+0OkKBF
TkcK3Plq72pCzftkQN9VxfaSR9O+QUarGd11VDg4XYhMawZ7vTdpY8wHow5WvDBeke9QFDMp0qVw
IGKPZUekhVEz7Bq6irBnxIfx4LLMkojOxWctLLc9RtDbERwYWCgOZVgzKR5tutqI4zJ57SFPdDFv
he6ZiYKEnBwll70Mo/Ld6RD9km44klRrc4Y5971SpSeU5cp9dAgV2rwMWdVilBkFQ0NaEstz2RVM
AEkL9qwn/Iu0zehAjEFz7aEVWDhJGRZ+qHIe2/yxovIgRICnBjlCsxSZuKUMMo0LMlVrjwbsRB81
JabNrfono8qQ2NMsy/Nr1dmE5m7RK31Fb3GWbv+pslG3xAQsuuUhl81WMZu5QReEYj8QNO0mM6LA
kWF1Bya7yM8bMo3dqzxXHboLMj67BpcE42037s2yyS6ZK3jGU95wPdrYnA25yXcIouyKJFwsb3m2
s6JeLsMAh9ql7h2UMrJUqn8nQ6fXSF2QGmW0aHyJcYEviO/l2nLTInszJ6Oz7t1wTp0D+ZsFU3HR
b+n0Hq04/bSadkcyfYRQI7G9wU2fucsGWsCTSaI4BsGBPo/sgm9TveV94Oioot1irZqbMiJuElIj
2gHko1o9NEFPI8DMHPrATpExBal8d3nKVaQflnn2yt2I5odQF7GCFilAPt6j4NBPdMn6u8nleb2z
1jG34iFSApkjE5arOhj8Z4bMKQM+8vF2IJjoZi9GSYtpbiL32hTjhMqqm/EfkqpoEJTMGDu/pLPc
cQ+Wi3WPn3n93Dj18mZYs/U1Gqr62WEveevtiO5Wz3uSe5Kj6puMnI3XYSQIqlpS8VXbqafg6Q3k
Uc4h4ZSouUgsj9vGN279Pk8dnPqe85ahn8cdlLbufTvloifZJeJ60m3Qj+m87T4h/SuEfGNVEdWJ
y5nMmxARAjKCbMfUoYNxjHayeekLx1ucXeAxh2zPFMygZ2vSK78xCNz3ZXYyskP9ciUYFb17EuUu
GCqs2t7zGvUd0VdTxVCw8XDKIkJC2iEgSC5kdvB/cT5iiU00wqvHiszFMdbMLHp6z6Dw4rz1ycvM
spX8ICzIK8MIBzNQHNoVX1zU2Mx+ltTpznUE5BsNqlU8GPhtwyR1mSYRhKi8J0GQqxlHMPH9BOtd
ymLvsSZLJsjIrsI+Zb27bvMyqnKM9iYdy+bgll1GshkdRbn3nJUGacO4vbtI4RU3V2EErpMWVo6N
dLCy5SodG9L9TDvI7tDYVCsxGGN+FjI5zD8VoV/gMB2jnMEyf6+OmMO1y3IjhomxnmNNYjifm8le
8VnPgT7ftL/+cRM7+QfcRF2KV1Mwwx6MrdFkw7+6cmTFcC3SkbEeXNPdrF/YidU9NH/QQ23vDyRn
GAsNrEaPTpa4pR5Ip8J+CLkw91y517URIhwcafVmHyRtZNHnTARZdpmbS6UPxFxH9TEIOo94k7JG
Tm2Luc7fES2o4XLow6WJ8VG7CEJ6RKTJ7Cy6v6mEFO4Fe25QcCN2gn4e5LjmVFXGKN7IPqkut26x
sU85FWok1AaRsReLKxr3is+1rk/jFDLWl9iFYZhxOinkXVWmk/1JBUxE9iGV3nDkvDKoC3+0zeU8
NwmWPfRGVEwjqa9On70yeiFagI3AHUG4TAvxEUqTUopaamyKRKBKve+wjkEhYeurYk/Zn7OpGL/l
Is/viAoqLtB3k6M0dYbxPpIMd7LCBmn2gn2bYe+cE0RiYf3iznOJPY/VkOEet31e6gCPj6Z2FGbD
RRcy/kWQ0PBAG9fK0ztEDvN4lPjFhoS+ePCmwh4B35xF49EqpOHtZ7Kdnkddu4+4UNN8Z+ghfBuh
ILH/FGP/qolUJ+QjGnsHHL2VNSccltI96LlNH33ibtVIeE8KvojskvkJgOFMc9o3qguHpvv2fYOq
YgaOSuTTstakOFVBARyPrL1wTrA0TpfRxOz0CnKnZd07cx4+kr2J/4CY+nDdjzmd6V27amUz/yhp
Y2uv0N298iAana0ukPuEXAmEW31lkc2uAhJsr7rWQo4y9fCPvhRDtvpPbN4YYiujm5hF4MYdMP9F
wXtmhd5Tv8oIO55vXGfaavkmpW9dI31GpdJX/nLyzEJ0KILhHJMXxyDtILNOy3j2ZzwHK2LggYhe
cjx3oHvrdecYMsf6bWIXP7ns8sRqcPvoGD/8dlmZvqrd6Pd2ucs6lb1AR1nIBSY5OlaKIxBz3Nx4
sYVvX6FQoNffe7k780yvOrzIwHvfaV2Ol12FZeGqb6dC7yo3D4yD7+GAA9SShcMXzaTHOKD+c/zX
OVyi9hgYxLKdUL34TKJh5UTIepDSnENunqvz2QjZODlg9Okhr5YxOxhyk8+gW+i9ix7nevdQePge
L5mjq/zCpHmOrop5nnD2zYS+JC5zjhK7jISMcYfKgAKJ1jKqqQSJh/sEjTtLyQKRpL85lTvWnAyC
dkTKXac5x7UxO//OjtjJKBev/4+9M+mNG0u37V95qDkTPIf94A1e9BGSQr1le0JYls2+O+z569+i
MitLCqskuIAL3EElkEACKYn9ab5v77UdMREsFDhyZFnqjRfT2LlqrXymIlY6WeJtcDeM4SprEobh
eIjQVWHHA4ewKgkzsp/QHJKsR/STqYhldozA/xkbRae20ka0stKjMIofMo/uDGJMbp/73cNgCyOI
V+wTbLLiUSPPkMuRI5p9qTuAp+eS3bci0MfpgAzciVZkB8uf3ZBGxwbSxJe6yrObKbQ8o7+JEPkV
K4kQwFvWecQuqukba4PwY9xODnE4u6Yzm5uqmswfhq0VD5TNFO4Wk4bnqoV1QfxkF0RfaQCTJ+eb
aUgnTTdKkiZd9yc0doQTGv7UDdpOhSh7JNSa4Bz0cbbZmNk50oHxMlQdC0DG30BbjGMSgFstBz73
2qRxKQXu6XXUjpSzO0WWBb79ykQnU9Ty2xTNTBySKnIiBp3oya1iwg5FDpgB6pbVX4RVNWfPJpX7
rQ296tYzK81a8Oj1XSOKuFg3qT9dRRm9ESZ8pe8mHUk6UrqgbxDDCO0x7K1q35XAApZDj3WP/ENH
p5E/Jum3tm69K7NHHGMuCZDoKo1CmxbujTpxa3o2bFRYciGcW9Coz+4nVLPVGjkt5iGbLQYKFhoj
uFVNmV1RYvRytK218blosv6hHKv8wUz95MiKjCh3FqLBha9i9WWErRdvaFom55aBOwc5Dl0+YfbW
uIxRIeMiwfbJbEoP4CvDlVGuPaMLP/e+yJqFBNlxiDQC1lGV+fYD6YH1dd1P010TJEyS5JI0tHuD
oetxhufOWeugIViwKKjEypxq96ZvJTnW+pgnG38ctMc4HExnZVc+wt068lqPdqJrYvxlMr8mxDAC
wmoyO2YS/eTSlKP2JDDdkyuM5+WysJJ5KWQQe7MRxPmBNzDS5hwfQo4txY+Hv1hm/xOewPJHftuo
Hz8aTIGvrX//K52ALHNeFDNmp+FfDsIjtcH/+4+7No/q6JUl9fk3/qoQij8sAlBgReM8FSSu/F0h
dP6AZYflzyXuQEfm/K8CocH/MglMoThgWgQuzOW0v1oNhv6HnInnZO7OnOu5C/FPC+RfRfj3Qmde
u/2QA1D0p9ZCGZI6CObDk6oLIhzWx+PM7xB69jWN+/AwmZG3otTQ3fZayiitpgEbtN5Txlb19sV9
eqMncFLa4vA2dUkLiiYSGdCdJ0U8czQaQIgm8vqKKbfIp/aRMPrhtnFC9XtVNHKKsexRYGJdYFO0
0+eKzIt6Yab55lD3zsyvjNM7piF7WeDKWlUi9T64ql9uKhEFMzWQrBFoxgBJXx/KUISVqwHLko4j
nkw2DfVh4mEfW2BcLzYY7hlbqNOLzRiE3o+aTbyxf//GitcINx4sV4kr1KASO/s5rZPLrQG797rC
ujn5XVzsMP2FhDDmKRQ+DH/IkUVFNiGC6OlQO2P6xQpMqeOzTMpPBnLMeKNVzvRk91Ut1zmU848C
OH49P2d+hwH4UzenhjvfwxePIxpJ0plstBE51baLUou7g5ZV2Qesrec62osCOLfBYdbg5YXsOZf5
Tl6wqo1LrxLIEBJ8Dz4t8mFkfdVNbDUtJfUvDjigy4ysxGRp5lk/bXV2PgHKjsx8AgemwutIyfAa
UUpHmEHVFbBEAmrLSKhi/TaukTQuW/403eMCADxe7voIaaExUOgilNiqZJTGZgwJokNmVprf33/M
J1V3OdNKDSqmAGAYXigPv76LpHFkIx9ZtpBtkmzshFzJis9tXiL1CAfD/oMi7TPK8+X95IBz35R2
Agc0gLi/PmAAyKV3i3lWDPWtaaXU0gwbLXW7kn7y1fUVGx1rG+PQ9QrzC9P6gXLaKoffxcb6Iphv
Yq11H7zsDIYvuxzzXSAVRgBhxwFNJ+bkITuWpltaxwYxJN71tmQkI49v/DGxWCCtuZtrf0RXvn/n
T99fOrRUjDnk/IXztZ98X1MX5gO0D1ShFK33odSTTZ7W3QeF4reOQmuDA0GMo/B7cpQ2AtccSwgm
iGPzJaYLAxtmbX9w/946CrOAOfeA4RxYJ5PAOLCK7/L5KF0a7AU7oVXhOenxt+8Yc5zLvOZ6cAPn
2e7lF195eQbtlO1vguc7M43+q6iU+fTBQeR8S169oQ5rRXCjNiEdcxbYfLEvBpYB51whOuu78hDF
UoLqrWRHBKdX/rAFDPau1IMHNpipvgtIMJKrNJkcax2Ijnzvqi/T/tg2RiGPFCwJem71xCmOaHWb
elfb8QjtnNjAat+YDUphFoUs6VB+RRTySD60rrNuIGlH2qlrnAcy4Hdn+WN5QKbIptcYCXxfdiy+
2h35p3myylWIdt8Jc/NyqgK861Na6hmhl+Qog970vC2xs/DW4bA5uO0zq0tWCn/NY2OJJF6ppkco
PaERJFi5LvvgksKKsRtGNaQPmmWwh2Ljq9VgqbN2ummNatLv/SIM5LYD2jutwSoplD6aFmyUyiaX
VTVMup0TpQabhYi46lUOS4qCFYtVosYLWWqreVeRbarScoPtSLXxQS+hXK1a3Q+aTeaX1mVeqYQ4
b+W67cGfym5aJblViBUOA3+8MLFwgIqTQzGuLKoS9cr0RXjn2hM1zMYKiSDWRoAHLL1HCqVVLN1q
K5s2d1Z+oUw0uUaFXrZgjy/IipzTtupOGDvEQrraBFNaGHt4tNyfpLamvZs4s463DvSvxZgVCV4C
kzpamVgajZWBvfoKqx130MI/2qxH2wqukegz5UXM2UeE7+h2Am4pNqQSghcPY0T3BzW0+4I9P/mh
eqOr1w7wP29dcPb3qlO8BKlp3szqPu2SP0Y7Hq8DVECVdNmwpbhVsvlK/OkhkQSFXgxFHDZrgT/e
w0g/5BuA27m/lzWD8EG6I6wuVxlJeoVdu1IbkUiQalaMaI4FRqt9Fri8x7VWVlmFXUShhcY8+uhH
YJoWrEmj6GJEXVXgDLWH+CiKqfqiD13qrjJKXNFORW4sV7WeVU8dFlJA2zLqduyE0hEHANvNJfv0
el9MYR5z4y1wO7xLo1j7piZCrLdO5tDSSWdDkJERjj4q+tJkoA7Go0WIl0ZRpfFQRWXUMDehM4j0
rBQonjkh0q+pViSPwLczeEJTgN64tE36YgOldLbghVYw7gGfShCCO8G30YF8vrMxd6h1Rvvr0R2S
oV7WegFzAAaiZq4QBzfHrBpyUnCNIFcg2auxuyK9lS5MpcM/WMpEonYJKoWBGPSkMFYOuVw+9gIq
F+sgL2W/xBWJBkNOpUbbBvz1sM3HdnKuKOzJL7ZWleWVX4+Bfy+a2ooOGumGe+iGIlnOPgQaSnWX
h8s6GaRNpkCIsAaj2PAlhvVAiGA3dMXKHxzRbWqvzr+OXtRfG2EaIkqVvuM2cMsoYS1qPBbxBgOf
ba/LrkRLUkHNmrag7GBZ0EBr0q0MEwLbo0DM6nMch8bOzdupWZCagW0gqJP8HA3pwBKIMdND5YaX
FU1/YNiLYfKcFpKhcs+qElsH/sjMw5eG1/OIgzikF0w0NLSjPjOnKwn6CiGLrMwnPTZ8sTWHMQo3
NlXKB4EJl9ajn5RPkdE4F7IgknwNu4N5uB28mAKCV5OMG7vlmS0q+45T8i9Is3UxWhdkdixoStQG
Lvmq2kWp6vhsY0XLoLNy+zYykM1orvL6la2n5gV+Qhznle9kPVrTMglQ68Y0PanWeXiH0kJdIM9g
NRSHhjL2Ui/9W9OZuOIOy+6TF7TiiFbaqfaZW4yIQF0ig1bg1KHuJCmGxpVhlRSZO7+Z7L1ll2ZA
UhJF8qWND4k6COWzb8pyxzM9E1m0NIvEwTyEe+iToClTrEtGqy2IYUTQaR4a1SbyXEK5kUaQ+UAh
bzHL2S8nilfButSsugdFzLy2CCRYx7A1xYFvMzPObcgHZ3mFipAb4ZXXaVbJZFNCnkREmfV9upwc
PHBE9QrEsTGQIZzag9R+8i3Un0f6iN8KnCpoYKeK5BMnC2ElYizAaiGgvwYLx/VRWPYDrJclIBa2
g7hCPELrPewmi6F0rK8eNjCJ5xui0KZwOmTnVh02VIeCTLsaO8BsyBxxbCwnjvndpInsbyoTYTlp
t1QNqV9kQItoovZy3RhG8DlmcsoPZiAJuKf1U4FQLGztMvDxVawybGS3PjkvIeLuKOTFSdvoLmkG
994bSv9nRqGmpr1QSagZIkUpZyRjlG+nsAx+1m4XmntEZdmnkRUczsughioYElMSL+wIfxW2yMDF
hOIrddG2fn1OKBrTa5Q4CLxKu2fF6FOjpzCJnXH2GXyZmqq8trQ0v0dTY4olIl1pLSV+NoQKRa53
K3pV47imN2K4104Zp8NOtIOZbMd+VBAWuSGUlJ2iP4Q0gzoiiFVLEBKW5+8ZDS6ehK1XqGV8jcwF
RnWKPWVsTZgW8o5ieWNDM+sQd3FM7EkU71pdgxSaYExZtLy+xPNoTjIHNM6flRfNT7XLq+xoTgK9
CLE5Q06sd6SoJOOf1cRmKHUnuDLgtg63mjBjjHX0ORoHmk1gUiUf6TPBWsmdka9MpnYwpqvBGVp3
X4EGpTIAHRcLxHGsjZ9taCLaB6iLl3QN7NO2s9Xzwu6/xaV/zMvtfy9khZVZqKJ+KWSdf+EvHav5
x7xmp+tJ6ZkqikDC8nekMVUiD3Yq4jIUWS7L5L91rOIPZFOCLQWBbLyPHvWJFzpWtjToMykFUcOa
pU2/UV2aw5FfLMZJjJoFs2y/HRNFAaKSk52FonqABswG2RG0yl7omjVSHnZZiU6RfmM0gQXKtWUV
Z4qq+67ncISZPLJbmddWs46VPu2LPP+SpvmQMZXh1sYkaYoFbXwq0xisqN73rWfejSnND3bYUXTt
FBHk+gl6EI7cOmjvesvyP4HQjPD0UNb9Wqo8Oy9yVbQrPFKgRDM1rcjgGS4w7XizYh8REAyc6fMY
OuZti3TfYd5mds3Ce0AOxYPWGwUMzbQEDKDTUNnqlFPJV+/ddeL2/kPEkPB98JStfbDrfM6d+Nfu
Zr6hhFGwSbNtvM4ega+vdzehl4kxzahhRFYq7shkVQfSk1I0pGqyjrML/aeIVbepWKlXy77pB32J
nKS6mYA6+QvHaIuQJiLO30ZMJigCH48wioHoVsls6FdFbnaHOEwtAxwHXfkXr+4b5b7X5Yrns6ec
STVKEt/JhvakMIYAGCPrCOXZyPFi9p7lb3M5Dmtbi9w1D0//c9D4txpB8boy8OsB5xN6sRk0fD0M
nR6xDiISHCqgORC3gAnFVmZej2ayUQ4eGXNwD/jDNlqYn6dTekxTSSTG+ABiZw04gGjOfvf+jZg3
oSePEUmQ5c4hMNR/Z2noy/OSqh56XnkA3LN1hh59cQDs5f9W9eDPqye9gZgi9vb0rE5ellKr6dGA
PV5EmoUTVQkFMLztPnioxhtPlbrqrC9FvjfHcLy+GMNIKCjGns1S3sUoGoHBhEAq/IAtUO9/CttQ
4GyT1figIxP4pCxby8EF6fE3ZUzVz1BHPMaM4RhLtFgU3+JmwmoG8fOHkKwGeTt9sZ7aAUf1jEld
+YkJWsTxUSuV3a6UXnspwOdib0eCdtuldf65Qvh1GK1MUebz03UQSQyeBD+zzsR73YcrrVVno6P0
+VU07PBPZeF/J6t/CI+n/+9nq20b5T++aRQ76m/tyznr+ff+nLQ01M9MC8ZzghUCaDHPP39BOlFT
O8IhNZa+AP/BvPb3tDVDOl2LUY9qG2hCJNV/z1pC/wNLhkNMOk0RwnR/Z8p6PWJYjgEDVCLINJ3Z
J0AB9fXLPFT+2Akfc5xOKMTSrhtDWyiZ61sA3hK6iKbuUUKJj/LrT8wRfx7XtZnGbUwScxrD6+Oy
yisqyByXYcBcWFx0Vo3yDXqS6s/tKPthpnJd+1G68Izk84sn9Mag/NahmVIkyNQ55xjR7+tDj7P1
vq/UZccG64xNatuuh9wwN14cIao2K3gHF6Po6z2YLECiOpLHfsnPymDzwZnMw96/hsXnm8AA4nEy
FAeY3E6GxV7UAVI5FEx5EEqceKWqQEkAdmLnEghyQFDo1QuZTykKWMzQbO2yyudnPPAMbKnc8EzG
GjRH2wYH9IFc+I03gwIzDh9BxX3u572+TbmHnJOt8jGMW9FD9AOltqL7mt2PA7rzNQiIqD9PIB01
H8xi8x8+vSvs0RwekqBhchpgb42umYVFcInsSj6ijyoeh8KzV74cokMqMvFAlcpByVsVn3SbMtb7
D2V++r8c3ZlXi3STUPCdjO6ZjqTWqr1jHKgQjdDQPOInCkFPyWD7/pFeT4p/Pn0T9YLDR4A14jRi
EiTHUE2af4Scp9+7FDJ2hBKIDw7y1uVY+KrIX3Pozlkn3zeKXligvnEMfLME1BYM90MAcKGpmub+
9y8H/x/Sctbf6OlP5OVJGzqxNiYU/0ArVOh9Lt2sMs/fP8hbl+MSXIMYmGnePp3i24QCFZC3y1xA
35yFQtkeYqR5ExfNePb+od56PB4rtzmQmDH49OMsemQOfpRcmmpq110TBmqZBS2Qif/gMHQEGcdp
lRNZ8Poza7weuW0SXULCmu7irAzOa+zmH3zLb415lpihz3zNJgPOycKwp+pRjm54yV5BUvd3qi7f
gFsK7yhwFl9rCvKQh4ZGMurGbuYuVQmeY2v7YjA+OJU3bqtl4iFx5l7e3Jt+fb3EiRdWlrpH3CNq
nwSTvutYCq7fv6mvl2jPnxbDKuY+d+ZiO892hBfr4JJEGYXy6yhlB2CixSvdFvlDmCaP7FI+6Lm+
cUG2ZOJkv0er0Tw15jiNRQXHGo69nwR7p8WArRvs896/oOdB72RYonjHG4J9ivbn88r/xRXFSJQ9
PZVHD3z8Iavn8ogC7Ml7BULA1Gt2PdJcy2JEEE0Dzfps2RNgSjM2zqcW7CuUO/+uqpr4VsZBBzEW
cy7CvTi+sVrEcu+f7RtTB8M37/LsLCUZ9aSNZ7aUiaSUR1sq7XJCXPtoB+w71EhxKiOyYqf3unXz
/jHfmDVeHfNk+GnIZmnjxjzGknNalo0mwVbn41npwn4IjdL24V42TrcUFpJ6mora9fsn8NZ7gMGF
9vtzQrE8+cTasvYixpOjAxZt3aEduRjCMPrgZROv233Pbzafzdzuw2Lh2PZ8Fi/eA3p9lcgb/Tjb
eY11S2QTrehQmKDAJq/7bGV1+KUkvPdLOhGwezBjYEorVPA2BEki7T5ypT2v007fS740l8EYRpZ3
OllPQs6KA/NIyd/aCkqA7HxGxLZNlD4i5pXrKVHRJ1x4+UrUNX4bJu/h85BTAwmjLuK/PO8q8gfx
M81gvr3/SN4+O1YvOrMfn4578lIQ2uL1ROsdW2JxD05YIEFNk6471F1t7gpIi7etqosvNq7/MwXF
9QHWqwOUqILEsUhZua/tQMn9UObJgXZueff++b31ysy7YTyTNkK2XxLzyrZGxqEfNWXl2zr3FGho
90Pz1a8LGgfJANP/rMcC5Pn6jQmoa0ZEfRzhNdJMrVC53mcAnRfRROjHJo+HbP/+Vb31juJ8mKV5
vKTU4uZJ/MU7Wk4dVBQICoPeNmeiSSQdodj8qig0X/WIhVDijubwFbvEAAgmEsMOAFx36xMW8h/M
NrPdjA8Gn7eAZ/P6VBKUmQal52MagGmaovanLof0g4XCm9eLw5slnDH7FU83FE1OYTgJEcIoauS9
C6ErVLXaUnoybiIiPphvKYKzevBncM7oNbg0iKbFYK30D+796wLk8/AAOp9dHWUJ9FCnE59qFMJ6
TR2hi5QwWsSXcmp/9K7+CDpwaU/TtnaMj6amN95izMBUT/n+gQE8354XjzspXZvUofJo9AgINPYw
Cz+GnG0KwLxgWvdmDlKxHeX5kE406RkhjfbaGps1wtmvwbzaeP/9e/N85tGIV54i0Lxxfvn6AbKs
Oq/J4fYFas/rDU15tJwPrvrXg2D6pQDE0p25H9XV64NoeaB6VVTHbJDhfaRH9d0zof93rwTxEbJI
ev9sFNCrvD4I5jhaX1Z/zFpTfTd6OzlMuEY/uJJfl9QchMIcXyyiGwaI1wfJNa/QLLs/NnovybOa
mr1PJF0AI90CePb+BZ0UKOf3k52I4RDTzOUwFp2sDEaqYESUqaOTRvm4MF0zuA4HK/pk1MOAOoN6
11JiuL3X/azdQ6cbvo1ChgdTT84FBL8KqLmntSstD4s9QUM4lXo8n3NYGGqQ1fsne7qi4JaTXEEm
LJURRulfxg7K6KPhy6OCAoguNNaAnuleF50hUIuI6KMDTiyo52XGIrZLMRE1RZDPb77M80mwN+AD
QzY762BfP53EGFI3rMajjUt3yfoThxMm7A8ey+krMO9CkZJZAvsIBdpTceLowu5vgvbYg3wgaz3u
L2zyo8wxjz/QRM0Nmle76+cjzXtdli42G4D5nr8YK1qVGX3D88cXoa4nzY6tpYt26hD1nkFwAmkR
xPY5W5K1rhW8/Cv6z9qPxqu8Q+lU0937D1jM38/LxcvJ2Zy2ayLsWLYsmmNk1vUFc0h+Vcm+vdL1
/qLSQMJVwRjewyJdYgCcDnbYFvuumaKdYweS1DepJR/lcL/xzrk43v95f04TgocRIwLxk8ep13QY
rEI8+UgSrvveBlCcONCohGmtE7BduHqqjwa1t94DCV0FwRpxLdQlXj8dD7Zcp8n6aKrm0a1IcYNl
iJmnRCbw/p0/3SDMN34ebTwWBzAF9JO1cpa3ppbqjJ6VgV3ZxkHM9I2wKxYbNytgjsMz3r1/yF9m
6fmYBonBDpVTqgenYfeplsfQd6tjDcUIL1Mv5XlWg5PGlkvzWAr0VsvKzUhHHSMj+KFBoCGK0dbg
1BqiEN4H39ybn4IFqAJVsG47rE1e32zkcGjaoEuSkuGdTV1GGS/qCNpa+rEG0xxDOYwEZ+/lpr4c
PBrMbTRHcwg7vyqysvr2we1565GweKE7ylLJ4p/Xp9OAxC9sozk2xDhrK1mE9Rd4s46Lh9t04mUL
Sf+iqMa6Wg8UgSLaHk2Oj6Pq+luBICYhiBkC7XIy3Y5UU79tt3E0GpAacaB3BzOrkh8fnPFbXy/j
M8PjLM61rZOxhAlEL4YiO1ZyyB6bLpwOVae0AGmEid4D/6ErVmSmAatKk0ajphHUYbX0ar25akkH
+BEWsbeZCRTd9v0zO10bzG/avEkjnmGm9J/OqCrFs2535VFo1QTzstX7LVrMtvtP3qC5nSaYpliK
2CdfEZrLPJZRdkT9hMWFnriIlwnkWBZaCRBRP8mKfV4VBjIau52q5RQmqBbKykiPkR9UsAKJlP3d
+ikXD2SILSGaVzxupyflNoq4Dte7qDHhkWNpptcwScOv0VT2t799m+mpzvFSDCX8e7K2d0LfTPxU
uyhGZ9ibWQaHNam0DwqO8z08mSIoNxrgmxgSqZ3NL+GLCcthoY471r3AS2zufIKaVjl142t0KAoj
HQuDD4apXyeAZzHCTMGidgV16/XxcuwLGQsOYo9l/VlXZQMuNe9zeNdua6KoxaZvnlGHrHpGpX58
ylFrfZR5Lp9XFa+umgUaLSd4PmyaPdokr8+CrRQAyLa8MMhzQcjZw65aG3QaPgPu8D5jFuvvWejR
jwiTtBm+48rq9Vme1NRXAxUsA0e5GVoXoBX8OQXLybGN+jAo4DgE0KckekztQddqZzqMVaoftNao
iShpG25qqyzSsNIpIw1dImo4iqlMbqvYqr7TESDIwNLhJizBDwMscKbczFbmoIXdmuQ47bHN2+S6
ixQ60ZAZ8ntT68Gx6Ifxu2XXoPOKKoVlRV4LcZEjpnvki2gpLxq7I2a3aq3s+9gYqbZsUJ/FK8Ds
7Q36J+UvvZTtxkK00m83CInacUacJk8OiT34Jzqh3VS40GZadI2CSWcps0/iov9SkkKdrCKpoSkt
kiQF290ZxldhBBJCJGtKJthpci+jyCiqJQeXCfhHPW8PQ+y1BA0MRrtrchpWWPnjORN+rGwYFItB
MJRtvdITSAvIlQYa0SBrjb43iY5ctQ6YTQDYmswrEu9oDgHW1cZlQcBBts3wZXuLGPFeghAtch04
vzlzMMmQmtG6O0gS0rogW5xgjtEbomHjt5o3XHk50GPDr/lxj1XCLOv2xc8cKUO/agwUdWSKk72z
aPygrxb6PEBjbO6zgFgXNR0zo0rQseBWTPD3Qo9eKTsdeIBJWlgLX/Bp3jfkE7Wr2DSTO9lZCrQ2
Cb/2ovALVuF+zy50UYH6J6ejCRC4dTVPZzV5gbomPJbpEzG6vLZ7ktOPZj04DH5+Z2fLzKpFup7q
tlU7wcP9ksQ1kvZGhjW71hDx8TKWDR3IOcW1XjheJH7UEEHYDWnD16LF6HzIdZTQ28D01ffCTurp
WMHezMBXgHQgQaQpbpuUePYVSQaxuWhIvRFLfLnWFRHZyU1VmOGMum78bDXCJ0ZYjIiZ6lzuCoRs
ocBmMulzuE5vGfEAUDgXRMspA4lqWFJLRcM4YqxsezF668DzM7UWbjwa5+SWas2qLOLgm9mEjQ71
PXduC3sc7gwkgdAWohisG80usreGeEjuiIt3mRH1BN4Lm9cO0WffXYuCphxEniLM1tHgyScbhrjY
qM6TpL9G3RnYi3JrpOBM0r4jejYgPn7vW/yZZeUh8Oz7Mr63nZG0U79V4V0EIuYcJ4Z2VtnEnS+c
WkzhInPL1t4XWt7cNa0XXQ6Nj/gZhzKDGrS65lNDbpOBzyD00nU79SajR4C/dVWaHeSO51nkv9qF
f8xLuH8vXVj+IAXyW/p//t9PFX3/lv8d6vhSxTD/hT9FDNL5g74DSjlT0EZCisWa568cR5PEUDbq
LOWFwSbS4Hf+iX0Tf+C0ZB9BVDidEcBlf0sYJKbOueeJwmzuFxJb+zsihnn9zoz0rxmLLTpdLXo9
84oLoBzuqNczFhgftPNqZoZnTByLprdqA895ieNemxOqTaV/tWveXr302q/mpNe4X+zmsmT5/yCc
brhUQYlhGzpPPmd1eZ9Aez8aVTEPLmVHTFwHdYk+nlgBjmH7HyGm+eEY8XiwoIlgaOYvDlU0ILVJ
H8dEitWIIY3cKjo0D+GQNdF+pBK219ty+EQ3pDmvLCO5MXtlndtiBLntFiW/HWsAFSsVXxblZN/7
YTh+GroYX0tbP5mj4C/Wlgz3tRU7uxLuz0VvhwQ/C34XHHi+9vw0v0jzelX7aXMZRllyGVntUxw3
DlWXDAYFKdd7KL36zkjrJ4qS2kOUZ80lZnFnGQsHud8AYRsTfb5tQ8xr2Rg5mITK+idu78cOR8N+
/k2t5y/qiWHdaW3/VCEgO8NLmILg4ZQRaTd0gjXrZ6VFzi5Carxzp/jRCbiBk2MklxClJ2P5fBlh
7tigQrhPz2fpEntwqcvKOfZj+dRH/FYCoQysNuv5uq1XxWDZO4wjc5h4Y/2kx1E8eJTIpiWBxs1l
KzJ9h1o7ubQ8n/wK1jIrlOc8Hsf6yVMdqoVQXISuEUUBqkaIbYo27t7Quc1xFrLJarp+A9HAOVI6
d3YNcNLL0Vf+uq1ocPcmAJRFwRt3nGzJlWicvuWU+llLPT9ZjnY6T6okBu7Qxg9r9PDsbQV56itC
xeRT1vI3+8SAI2RbZAaCYuPhVWMDUqZwEsbX+ikOXaDAuEeQko4+iRZO+ljlKUc0+ifsT+CKaHDJ
yir2820lfMLZeSaXnJOQtjKqjNRBncUInOeVUwb2T9cd1U+L/NE9+VfOLkXquYuN+skgTeVoWsl4
HDVlfpUFAXwhKNKksfqr2QqFfQtKGz/6Sff1K5H6RYfxpZB7x43YbLV9ld6qqnHWcdg7l1pUJZT8
/WjrdP0MNWmF+wnij1olvtIvrWZ01yUEgvOMFeg6sL2iQ+LTFxvh2NpK47M9VrDr13o5+GdIbY2L
JPeylSNb9SVKhn5pQ2/dIwoK0ZIbyMqJMEsWLCSDJ1xhFqnb+eCvLFn4O6d1jSdDZ9JdNGNRygU8
pwKjpLJWRoEHtwnKcukWbvMj7q2U/BkviAlb8qalqUgbcly3vux54d2CsgtrIFEuoEpbW8dM7OtK
742HkmzGm9h0ijV7npCoeWMMvwUdH8I02erMJTYHeszY34yBEx9569sHFWpinQ9sm5dJC5yazM3g
WNuiPDhkxW+wVeDtINadFbSwq3Uhe3nUEPLdeCTf8Go13lWLwnhVkSa6REEvLwiwmo5BSchL7xMs
biYdUV9kaixHho1wqVRXLIPG63YhZS1K83ngbiNjitdOH9vHxm6NSz33+1u9AEtSERO/xKQSwLjP
4D+AbrEv+jYxHjMOuxmH1Nq35AS3jl3fCIbKfk5ssA5pZllr8u2OdmRoROX4+lJUlMRznu26J+xz
bei+sTZ8Au/m7M+N0fFJ0MKwVjKSuFwgmVNiyPpDp5mfCvjQV2ErxDG2i+g+0X11kLlmPtagJ4n5
k9RvNHJwBAkHTUI3XNqQKQLX2ItS3NfQyR+81LEe2tIGuE+OykQ8+Z0T5QXK28blhYN/NYls3EVT
zxKyz8PmYOa1/8mSWojBqBl3PtC/K0pA7U5lxA4s/MyC2W4kzRJPR3JGeoB2YcPGvyE31luC4u4q
llOtuaCUTjRJDd5mU6L6Zv/vRukTaULERhfFItSGnREK+II2IuQWzMWuJSRAX4LXcxqmn5iQygHG
iwyV/VDHudyLhjVmD+d7p4bQWQM+o35u12gaoMp4yzSLL0PMIBu3cqt7lt3Twh6EdQgB310FwaCR
fNiw0LbM4ctgONFZOPn4QiGO4FwIiHiCELyAzZiuQ8kCrFUwB/VCKjTgeM8m+IwLS8H3QdHarPRJ
+5xMdOoWWFs1PpWB9KSJcIALQpaClVRS7knAhAMWkXap8hwIcC86b03Wq7e22hAXasnn7Tfd985s
L1TsDgvI1qDFNOssHQhJ8eq02+v26O2g5Q8ExRVWcZZmmbFW7aguEgoaZCeAESEOtjPEWYik42yU
4YyCogEHLcWqbkK9DHcsSvplpg/jcvT8fo9NzH5QHW5prXf779oYuLMD9g7PWrRXRZnd16U3fYIy
4J6NqKTmT8I4ogZkTVyaozw08GCshR3YDSD6XrOuo6iGljRp1p4cq/zcH4tph5yoW0tJugfKx3yF
9sJZy0mkR0LKAoDIJGPBdrTXGpGIy04v+CBoYO5V5xzqqTIOdud7l5IssDX2EoJp5pmK+S7ey9CM
r7UguEnbdjwGVu+dkWCUPLEdKNgdWWTyFvkd+DPGZ4GXrzRk9iMQY35hZx4BUQRaz425YqNa0iKz
tL7NgjHyFoXt/3/2zqPJcSTL1n9lbPZog3CoxWwIUJPBEBkqN7AQGZAODYf49e9jVr/Xldnzqmz2
Y9aLtqyqJAgC7n7vPec77kZeU8eIHAbQ4k0zXiMW/G5HiWEevRKpBGVJFqEgqN2DwwdiD1DNxa9z
/TOjh3DsrolmkIZetbkTRx00I8YGMZQbnxnJXQFM6TTHLGpO1VxxjyTq4lyv7i1wwHHQGuTQmHUa
XXAa301CN7CLJmfdEc1d6sKAaiKNp73tzZ3N37+xNXk7aFMZpqpUDxiNrnA2bdxGibzUif2U0w+6
1fRIYRfGDRrhMw4SuoCgBtFWW/LMuzpjhOQh7jxxGF1U07Ku5YXkmtvOYgNIpfktycrQkcs7J9gZ
0yKWv8rHFhYZPKa9Z61romF4aQn/MMhnCWq3eLBSl2Kp9cnetif9gFXTXnFM05ga9d0T/F73yEpT
ro3RMjakAwCSq3P1vqip+k7qAsPhyEvby2Ib016Tkbh0pQYVUEz+PRY/f0t6Nv0AP1m+SEY+tCMz
c8PuoktjptqNXXpqLRpEqjii51A27HPO6FnACYgSslOCh0w8cShTCmudjNa8yWbH2tTjID6s1CvX
ReLOzZqWrb0q+u7RYXM7S5INgaPj6d0LcwDBWFaayTx7ZNDtSacJ6SugXZyk8zEbU7EpOfgGttuR
4oRrK5wJpdwOc48T0HOnjVVN/cbDO3vlOcpQ5RO5XHYPA5ZX+mDZ/TlZRitQQ+GsO8RWhywr5baq
5BkHR75qWqff0gwoSdRjncAr6DxaAM+y1hzXCFGade8Kbe/Ivt7a9oQGP5nl2iscEWTowQhasLGD
auMdSWZgj3yCGdgcruFtTNW0hiUuruxlV5XavFmExNo4031D9sqLRn7PkQBMkirEOOw8o/e29Zyl
W000+uec5M4WtCGAwo7AK75TBKNtWI42TYPbiUNBmTfNR+zgg9TT9nvnExAjyLC+WzivbImoEqdq
FpyGlXdT28lFWzi7GQSjrEht1B9m3bj0TpKsSjNugmqYvS0bA8TG2TXVWvlah6V9Ea+IfPqPKJn9
fVkrnq5KX4w9GHXP2JBMVLOO55p1Bs1GxiM6To9wPTWMR580qL0rCuuWN7be45Oxz17dwrJtkPG8
6IDcT7aekP5Gr5GE2dmevsHxbd5SwtDDmm7Bzl9YUoaOdodRqewsi3E5ep5cMLjWqQMRkDSK1aCM
5t4WbXknMXi+GhbpSow0nWg7WtdAS3YVwi0F6MZbFTfa/cArCuOisiIs1Xm040zYPdmRTjym05GU
qaWdeEzJ27qkvtNvEL01WzrlWYGSmq4k6mnPux39Wt+5mo5dtC375k4lfumuLCeashWNumG/XBM7
LUe6n2wUy95OlTLDnm7FLTjtZdtXPHmJ4Q3bohndp3HKxjV82LFa6aoyzrFfyH0Z+dltapVYE03V
QfhPPSs701k7gxC6avS65ZDIJsEZzYQc24gJpZtS6V4jtN3oOVgRNe7R45FveVbTEOo6dfQmglXc
pMeO4/gETStwLnNsvwBfmAMQt4/yGmFeuuqz5Y/WsdQ5M1YzizT79GnANLKeNKoTudTdunG9NyLd
lmuA67BD2axOItaLk4r7t3yQBr/0oG2wZyvSwDmsRzy0n6onXZBspnt3qbdeDpuWa32asZEE5pgf
4sEZ12qA98aAWiOrBWzDpOzzlHXpGZA2adpk0N0UySy+DL827sY4Tk++SSo4ZAMOZTM24MnS5Y7j
z51bzt9nrFwgZFVMpKfVAlIdxvU8Rs7BNez4UDa9ts4tEhLSoTlN1/xNnaIUPISotjUxmjf06PPd
7CrjKbJx/9KHAqitIaa1zf6k8vmTtROOQZl4O+mKTdUmOQF5clNo/lPUym/5ND9I5Jyb3sF6z/jq
GybtUG872K9qfJwk0zD6uuK1Hq+hnTJzb605Kh81XBQr07WesJC/RnIpmS+RUzk7RhRgCVrOdZ2x
mw+faW1X61wa75MkY20a8MUOHiRBvXWGYJRwNjNrwXChVfKU8d32FefdTbNkD7QY9m4Cp0DkY/5S
pFmgsmm50EHAPZ6273Oqv2MzR32nWd/aiV3SjwBacLI9ZDKHgGnn37UclkFv2OTkaF+A+Qg/hJqm
T6/VWKmNM4230qazV7rdfIoiRzs4vRdtFscKC4t4TRr4fP2SxKHB0J4NBQeaE+BpHLwMfnLustw0
2drvcvNsZbVaQ/qrDgjP6PTqtY3fy6NhIepi68XZDcdSY5XpTDQyLGFrHSjqGg826c7mNcK7H04E
t1YfU+XOAFQGnRBg21hIWfQI9PGn6ZsWu97RW5T/HWtnFyrPjtfQXA4NAi/+DetDZ+c6jIW3Mm0d
BHJ1zm1pX2BWq23GWTigDfQ19+6wHwm8XvUaKWZkhpmbKCJhaxrKY+b43+FQPyy00FeIXM9p6h9J
y/siHvnDip1N2eQHzGjEfHKmSHvbx2QZHdOKfZNOzg3RF1ua0KFmZcesmVjZdCnX9F2rTdrPT2Wh
HTU/e+zSeoQQMmv3dZR5gWFWX06ebYbW/LS1ZR/7XhLmBpVcb+c3zGRGnPI16cIdE4/eMJ4b3X9O
Od9endA7VdpHOB8RdTfGssrrDgXa566Ai5WOmvOg2CRzHgiAfNpr7k1ocoFBbuNpfBl1Usg1oiQV
ZSFgZ3jARJTgFq22kXAvaIQYknuEuVmZHMKiB4nrmURVNV7aU9IvXzzghHhnMzjnCvuQnJ7q2JZ3
li+GreaXB9wJNQ2A4lE34q0stIwMcEGCZPOk9f6pHorpYOrDD/pzGDTrmWBywUwo6axvkLifpaUt
d2SZv1Ydg5Bm7F6Yrt5VtvFDCvnc+P47ccNfmfBOilCk2Bqoxv2vuDD2Xs252yxME3YAbXpCcu+X
oX9LqmY8QivkaautYUPK/T7unfal1oBJY+fML71uWZwV9ejkyipb25rlhkWcENuSQPPMC8ckuqXx
d+x49crv5LyFWhkivl/pDa5DMLxbVcvD1FnbthIHWcZUdZqza+Lls1ymKeByulXeLEdgHa/czIe+
THb4o29KL5nWSaE2g1WwrQ4ALVoi1xKNjkDeFrtrMOemKCvnUg5aUFCnrQjfesBnEtNnUhuIEIgp
dJ1QwtSHKlrf55zNY5iT9Dwpmwr3FlzltvLlwVPOvk2rlUNVsfIJ6lv5TnuYkvTpyiTWZkYh0E7f
nMxiE9EtTn3jlmZT9Oj2cBhIN8DQDH9SKbfecY6/0xbtzPuw5W+5d5bsAkymWy+LfSOibN9PLfmV
XvGcxd29qtkoo+oI1EgL/GYIq2x5rJf4mt8NPzTO6WaQP38n2bdAFcxPzAMOehFdxJAEUWzp24Is
NwLw/H0S51HgpcPOcer4m1X6faA7wysBIEfqYRAtpRSBUxlEyLKUgf+HzFp3Lk9vgjJ8W9U6ptSl
cN/a1qQGz0G29i745kDLzfq+q9UjTUJj2xWacUjiQg96nA3bvOyaYh2VWfe0EJjD4CSpaGD4hF1z
kM8AGrisigCul3OFSnY/VESaqXQAV1Y2bmjSRUZaQmtojdndODh57/8oTOXtI1DMIYBrqEdVSUpR
il1W+MC2OKmWn3MuiufrvGvPMCU99C6dYXoEEylg7STLB7dNko+ok8YrLTaxIwzBvEV+3D22XYal
rF20ldlnOmV5Hx0KN58PcSXCwe9+XlL1xMnEDdyK8sdoKPc6DqokvPY/FkMrjry29ka5JTd4jucN
A8Lp1ruCp1gnuvtOS65No96hlEuMdoMGQ63hvC6XfKmj82wKLAqFn9ySQL6ACjb8l3wYQMXojvJJ
1m6eXDhj3zqMGm+wOZrt5FX9BrLJskI2Zh502P4MdzE2c1uHlDnyYKQrq86616xNopBpMayWllBa
jtJmsfEFZRgDpXFbtK4iomim4dARbIqJ7hX6K12HWg3JKi174EKpHT24EE9Df2yMwJVTs+vsptio
xLV3TSbFnTcvP0h7j858pWifVZ3aRJXkpKHHFLxGrKd7yKz9gR2lO5YFFCcozCTBuK1lvDgZY32K
jnKdXOOQZ2I7w1EzaZNYcX6f+PP8kKBE2rvYEz+HoXfvE7t7wZtndqE7aGdJMRgSNCpWaDeWQ12a
d04LwbqEHRISIsLLDY8ibLmgtyj15ofa7vRN3SPipNU1bTnGDK8LfYOjU3lzUJqy3Ymm1YKh9zi4
ukZ3bGOteAR0Sz1ssGLXJUT9pCp00rh884RlQoQC8fEhzud95md0bga723tlPezztvUC2xfaJdGz
76RRcFp10gdi+Jj31c2lJ3jqVOs1gwyv/JaK3rxXfgZhBTorM/9exvj0KRg2um73eP1GMm9FVu5B
80AUz5f81Dqw1LKxL3auhCCLvpQpo0xKBW27rj6WXA1HwN8zFcOgrYf4+sO2ZdYeYlKumatwH3gy
13HkGOeRZEtoueNDLK1+PWR6w24OLCiDOLYvXUl0oQ/TN+5ggAxxy7DbM8ZVKocSrYGKDyn8pLcJ
LyK7bput4+uqwlS7Pk8Tn0pRSXq9F7trXDvZJiqHfpv6ZnvwAN0H8WTbl2ImO6ue53uSkhOA4vq0
Z9xLUDSipMAtort+tr2NPaPHlKCPDk3XE1JJgMQ6g6u0gofEkfzaXCUdZArqRCbBkiXpPU9u/1kW
hoklFF1CkTEzYWDjIkBojY1bDA8En6mHnvH1emF4E6BZLZ9zMIdrx5ncA8HmCRLMsQpzt60JxUkI
U7LMZkuvhbGJo9k3RkOHqY2y5k7DIXqOJvKOuZ5zRcwBfUTHOkPKlyfTy78LdJybfhbFfohUswXA
QgOFmkteQYo1c8MD7695q4xxuCgS6NH+AhhP7DGHmpEUGzseXgeH8JQxd7wTQQvlLoX+v03n6V2R
thtWc9EyOTaX+NgTFIN4LVefcUY+IoGYi3GY1VhuE6G3h4qoizOjqGzDAXVDj2utVNNvTDEYnLdL
Ym8K5Gxwjb2NFsOJL7HMBU4U6duJLsSRpqW+NhKRbjI7/6FSaUHtT6a9RbTaOtYz412fSm/d2tYU
JnEnUE4aBLc79GdhwXsbb2mmA/DnPHBGwhN61gaANAt+Z61hXU8G70wPxn1UlijOcVSbIfzSbl0z
Cwpieu1tXYCSxN//LR+zfo2OEayU0/AGZl57mGfLJ+JSDsU+s4s3ho3FFlnNeFb824GlFxoRWK65
63Ld/oYSy1v1RRFtKsc+JRJfKPvzsARxjiqD5OwJ/o7kTYejx5dUjlj5LVgN9ifnDiu5066KGikN
Hqs5fVAArLZEIo+rAsnENnGIkV8tVV3eublgEoWy6tFQTM2Mzl92GgrMD70f6pvGXkY0lkwyDU0h
akGy5u4iJoZnEK3NtpsKyjB6KrfwpOhWuK5G5zflHTBKa+9Ui/UCTpX2alfIJ89Wkr6rKJ4cKp+w
0Ok/c5n+LbpEZD6WKg7SZVqIQUo9qkZ9pqmMb2THWYa+vjM+1UqbbmoQ4IG+dJ9+8nOKy18yOCVS
yMEl+L1ylHhZeMVv9dmNWO6M9oUoCP/W0oQ0A+JSQexFrDIcza1cf27G2GQe7KhXOZLcENQVWJZg
EGPMA5FVQJrwy+7ixPuaOBTRb025ck+WU9gZdX8gd356Iie1CzMOhN+JOdGea4J7d6UX94fB8RQ4
O1/eGb1rM7USBL9Ytfc1lnauVhqz+FeJo/js+kpcXAihByMf4pRuMjcTJR3rm0ubo2UKeW7RrTwr
pFVPDOe+/JaJbzvPEeUmA04xcQfIdCGuadaY6izjZHwKm4/L4Oqx1MXZe+P5411jleMeTjftL03o
2wZWzaWy9C70ISLf5u0IKA6FB6fJtB2+4qTvyO6bFZnNk8/xiui/AmiYVobFQkcDvFJoekzdbXco
oqA2KKzbmT8IZsUtmpI5C3VckMzByphI3765TdDZXpQvor3h0k8dWJP3lt6Kl8ZsQSCWOXd2seqJ
0ofv6yvm3IsxtC9lxFB0NRTXayMFUQvxIDAhHmkInxdTUibP9iKvGRTFu+rHLGQmFK2Em8igJlbV
rnhYfFlw+bmq6j1j9vpQod4OMjHEu9iV1oVF1UfJzrXobiRRtbVt9T7btdV/Do5sau2Oj+mPpo03
KohT3XuC7wGTlKH1sLIs1EXb610p+a7g91i7wlryz1Nl0dnti3m5FaPHTM56b5YcgUAF7mjYEoXV
YUciBmNHrw+wlgUlJFwmz1gTEsCjbhXvV+OUtYSNNY2fEa3dwC+LcqaXQ/L1K2P21r5P9Tqezm1R
ujXHdfE1SzWQe4x/qTnlfZ8SLFwkfGhkEPd8A60s+7GUvZw2dtbVxaWwWy0Eoesax2xOF7FeqCST
e7NwzUsd6VYHp0Y3jBChQgV9pizsjt1kKaiXWRfEAmJ4mJ4iuijRA84EhffDi++zFPEk+2ajO1Uo
4XZzU+f2EwVnzUSWN2iihJdLezNAjDRWZte1Lzrx5s218108LVQ97Kbdoj3LeBnd59IRmdzk6BJG
zroqPxaVyWljlrXDg+jDCGW7yvwX4Kpme2ZM8ziY/BNU+uQFybgrlxuhDNvbThUEUA9tNPtbH+nG
UzpVmhHMeak3e3IE4zkci6wNbH6WxwW4wYKkcLHXbj1kL7rd2W/KVv2NNirN2skUjSDj2LwhlSaK
CxeBeJXQh2jKOy+O9YBZk0HOxhyzkO5cnqhjjEwnNKhP49DzGHuG157ehqDlXddox0XHBTsW+tJu
koG6iBEk0cgJqUDbuZDeLc1t1gh77mCsJSMoyplzhncQgmiaZwh3U74VYw5tyu+SLEN12KbFsKX1
UTIQrfrmRHIxuELsMEWTBlhCu5bJnSGKMFEZOWkeqoVxVclEkiFWDoporKHpOf+KMjrRK/EQdyaO
8yMCakP7fqwo5Ap6v+RNuX7xXtilQMBoms1nghvbuph5FZPXZib1lw0w46I1+hX6xIfd+7NDjWy5
y8IkjJSPexIhJ/2YSdSYR6antUOnB/5ILQSq0GHUfHUouWrKLUJQglLvObhm0UKj3q+SO6jKbpgI
HveVBZLTw8xnaQUpZyzM+qprgQcqd3GR98RjMe5l4+MWXZX5AvSO/Gzf33QTo44vSBZZAMiwXrv2
mIa8f4EfYRnXiFTYW4iNN0T2OBc6It1WQ2F/Mqoh2xBJFgc0B668v/4bp2SLm9ZnPyhPiLGYumhY
++685mjnkHZfwGNsijNSxz0EVdrGqTPvhTG1oWZ7PsBRRwUVqNA77mbKJG9+0arZC91ohiWm9ACq
JFOz2uwDZLkfzCM5/lb9M1r28iQYiCdzIjaZo30fqsVmtm7c9TQwPtuBxaJm6ex9IbfwUxAuZFQm
dK+PE02QUI1OdKod60G2rST5w9uLmJC83KZCskuQgHVlrnKCfpKFrgcYzqlCccvROEyaPphppbU5
RTYq/hVHlc1SDz4RFiWpWobuYzyguub3s4BssskCwPq2xKJBq0JHvYoBFmssY8yn1u6k+rUel94z
1twS04dBRZjhagiyIeYiZiAIcMwXHlRWxDKlC9RWS3mTpm36TDgW98Osu+JUN2XzzcYld07m+BHW
Rbpx5/rJp0M7ohe2R80NCOoikaTOYDPdeJFLgi39SKemQxQZ2XVeXa/yzicoL6/staiM6ZamgTos
FaNIjj/ptu/tdRJHoN0gyLrDeIcpL4SUeCvIsqdjvCfhqVo3gjiUTtduaY6R9FNxvpCyvYsioqnA
AevA5PqpCgg/GYOiJeS+YJrbeeOmt9BjMjA94e1MAy0xLoNOP9cvnXqTC4Bo5WLSbhP5+5J17qac
pvJBV4ir63oygzGazS3jPj2gE3wcJj3flhkiOqAyi1o5PUdHZJsOA4KFEzklkB7iqALLGMfZbePT
8kzafhvrdXYnC+cYQ66/BtDsY5S6Gt3BfUVoDclh4dg38Y42IB2tqC6Kg595dPiMoXpiVjq+mWlF
E62vWzqU6bNWJ/mxtPLvKOyT+6kwXyfodwHEWm3tg9FZzaPebZ0WSbuvNnWzmPvZs52VWbE76dF9
a4zTGjjluOuEWrbYEYcfgHI/jTyhI1XKOWwkg8HCqp9yBsj7sbO9G1SJNOHIPjoVZa5dB47gVLt4
X2jWdE0QM0MTWMnKN0xSBpImpRGMusJpKuMk7VbfFLRfWpo8q7hJnbWTTC8RG9UwJdUJqxSdDjDA
14CmrseLYyBDscX4aNtGQ7McMTZ5QSSu6653ESkD517Mb95E0WyVDgVARuaOKaHsWlV58YyFwbVH
lDI/q7Mm/DHfqWkyVouXvblYw6/jWGZe5oBCB5su99Qnvc8TD4yNPgut5VAxTR5NxqwP3Xk5JySL
7uvZfdSEO7HhIyNEg8MoApT8a5Wb7lZYTDFme0f3QwsIuf6eqS7Zpq1G+fCVl+apLf0Pb0Cq4pgL
6XGs0isJxfhbNjBUInNu5xva2mjjzaBfbcPaYZbOrenzq3emV+znyjJv5iS6k6Z6z7KHyskuucbh
CG4yyXflUdezG2H16urivDXjWtvJfkZAY8l3l3CDuY7PXVdFL7WqnvNerucUBHYzMm5vdDfs2ij6
UNmwSVUxf2ttk3nkfA/sm7aW5x6Mtr1JzKVal0MRACX9TiEcenXypfeZsfIR1NM18ddjS/vNy7VN
Go2HubBsDluWvwVlxwndqS4ZUYkb1CnzwZBxRTszjq4wlpdJ1GR+QqZKMTYJAMFCrnQxnaYWj2aj
/I0zopLpXDMmBsi0zzZFiRym8WI66cWxi0cv9vZJJtIQ1Op+oSFFGaKotdS7nxGq6csEjLeW3dhF
RoPabR+rPjmQAAl4rn6zOPzljdat+q786Gxjq2JC7wpSfZj3lMklwiVYmNlT7DZbYgpREfZ3vl4d
O6O8uOm4wwoU0i3ZWWl/k1W1c+z0LhcrJCacfFSJ0N8owrhMcYgh1KuQfSvEsqHb0sIoq+oxIUqB
aLLori1GuUZ+v1k6ceiH/EemzJu8ao6UOMYq98oszDSCUvWSp75I6P97OroY0PHGhE2zop29JsjQ
/m7lKIcUaA5SpkxkJeSVBllWuZTXUKuZ15mbVpvwV8bueO9DjN6DM6A3bvTIHY1GIhpSrl2GjSlO
ztAbN51g34KPu0SEOkbDOAdG/zPYlUhAUl7dPyJfh+aa/wp0kkciEWhh9NkX5O2VeyOJLi0im8tY
5FQ8CET8nAsrRuZaNVvMoux74nmfPI77QYJWd+dRgWglAVgEQa0cVk+xNGQGigBJFdfYmhhYjAQO
gVtG9FCTYc/8UkEyskQAmUe7HQYo6V05MtmDE+AOdnMqpeediqzpoPGOd6mIIDkrfmSPQDM9H8SW
Fo53GLoy347ddOyt9gZnwxNb21EvgU6bLWeltNAFIlbD2eVVz0MwCnmHLcS6bcB+BNx+FXh5dMpi
Y90M6Y7ihNEknaE8qrdJ046wl99pTjNryHoj0CsvEIunhand7nt3PGl9SxcoPhMtuK/64omdCL3a
FFqyeiTJAIXvMNK1qThnr+Yo8j6F15ADNTi9OayRytg/RmGl58wvsxPTSf8cMw494Duw8JFwJgwj
ZYtPx+IclzbyK/evlGw/l1g0Uk7ubufdkcpKO2rOoxBdrh+y6Xg3IyOzE/ZJGfyvNeGPBHob+f5f
WBPe6h//8fSj/cQRikuBaej+87/+8/rf/JOoaMJGdDxM8cCADUzkAs/BP4mKpv0PWIo+OaoOaAZT
5z/6v24E9x+AFCgUTFsYKIev3up/YoAN8Q+mj3AWrhwLGMKkB/1PKMBXr8G/vAjX/B0POKPHBWAu
xfjwm406lo452gT8rSYAwPtcSP5vhCDq1a6ZA6p8sb7T+o1ZONsrY/F6uk393LI2aHPlW2VkxGcM
qH81rXLCKbvWQrLQi4tT9+JNeJV5HDxd1isvHRl3RIuJ5BPVjPcSsU1esiGnssjnSj6jehxOGoLo
ibAe9gqic3at4WvPQ1OxlmTVvE0GYb8ziNfehIR2sKqNcQ1tYQngR1mrolDznsCWMcwdM3380496
+8cN+Y9ykLcV85Puv/7TvN6HX+4TPlmYPADJhOUYwrr6aP/krSTwusAOZn3Z0GRQ39Mc7YpmGrf2
gN9OxAWTldKQSEbtsklXiTN82LNPeYkTD8kjUkhA3oB9dMbFvfkQ9dc6uVVTi+gjOZPpXhe0PXVF
xkbbMvEzhiFdl5xq/8Yi+t9+D2y44mdK0JUo+ev3sFQXU81VX/RXknssjz8SK5+3Rc1+jySLfT6u
Ptt6EizHsbWNVeLc+xJVaj8z4J7dOguiPjbeIyDsh8ju6bdK/aSy0dx7cdIe81KJW6tMMs7F1d8B
pX73t+JSBmSC4Z/Grc7I5DdYSktz2KIA+SohI59KqB0nOgtUW70yT9fYwb8x/v8biI46AnYVNh1e
jCsW+TfT9jIWiBVM9weTbfK27cekWIy1XWf9jllncYzGkXx1HqiA/jvP/iQ3f/3Q/YwQ+vWh8/ES
6Ffgkoup1/vtx2rGpc8zs/pR9LMDMTpubWOFe6j5rKLS/FqKqNGDqFN7tHR2um6UPr9LQYchWFJ7
fhuNBt2FRBN+KibzYpcuCZTDUjTfcRliL6SUSkIqUewGi9TQDMIhLdeV4WpPVaqtlaPn9oZoeP+Q
k/T66meLi+BCoQmJEk3/LEHVXYbFSf6OK/ETevPL1wYdgiEdNMkVBolJ6tdnVOCxiJOk/7BUq5pV
ZTrzYcYc8tJODfMkmCLVhvAKHTrxZCqkshONFJjG3U2BgJIs7YR2yIS9haPWWM3YgVAbAXSrh2dH
0/sbGA7Lspls745Js/00ETJ+wx+1gRbFPkkRmY8uZcr3CJ2s28kjMoAe9f6vf9p/e5QpnniCSfbz
TcKxfgIX/rSc8HJUsWrtd7gYSB2jYlkXuZZwjjPId8gIof7rj7sa235dvvg8/gejlP2Ex/k3y1mT
6a5pzc37gCDpxY5iez3nWDOgzMkMl4Rvvlm57+4UpXHSR/VMIE53b6ryWqYq1iMCYtWpQuDNcZeC
e8eRmUyPlpSmLVNPl8rea6wAkkU/BENOeb7MZneXQjf6BuLC1FZNH4/fjKkOZZEszUqvXKtF68CJ
vNUsZa1sVMJITYFeJZV/wVp+W7ptXv1xSvn/QsevK8SvTxbMIOEIHWQqmuzfaQdSpGKa5PIxMtoL
87jVyY/nPDgxkT+S2b7q2Fj+5tb/N3fe4x1mFwe0oCPD+fVhTtLU7e16+tCL1tv7eX+d3rlxaOec
yP76R/43aggusuv6yC+MW5H35uo7/NNDxS5NE6jtPmbgeg7AJxpEfVe8Gle78OKTAuLE47LL8SQy
H8ZG/T1ts/w8C4qyv7mUnyjmX2/0z2dNt02ingWy+l8vJffRHyam/16hanilP0UGK1EA7a1JZAwn
Z4WWPEgm6vAsGhGDaiLWXpKyG1/MzKELCfP44nq0CDmgQyiz6/mYFCO5GKnjpxu4Rqi9+qT+KI2y
XfCkl01Jc8DH6xAPjeADpdv+ze94Paf99uzAifjpA71yh3hof/1Kerp4TaE5bx78AFBwNGZeUMBX
69SWxhn5dU9OjldyvCGa11jXvDY/ptbzV10qBB3LGJ4fvnic7HWajzcL+vI18SmpF9p8i7eRQ/vX
NUac9rlG7AxxlOYDnpnuJo9npnlMBp+aKjIvmjbgsc6MXR416R3jpEpbuYybrnB3L0vRmWJbXLU4
0HfmPMyveTG0ZDjMaNnq3sanhhxU1NVwMgr3KrdAm+mviFN2KmxcuDYMwCpMwhCg/x3Y9SdK89eH
Aiie6+qCGwDDW//tDGWpvhu72HxrzUR/FUPrIBxPxNiRBCeXGInz3Lqh4U8S1YczMdSjyZKT6I4s
lFy1EBG4zrCLGRtZYM8wVZNn+IwI59gNv9AmdMhfZU7Df4qpLCFKVnc/X7D/tV//J3vQn9aafwvR
fajkW/FbiO71v/ijxLENXNVoezzwQNcJqcWq+0eFI4C/c4Zy+c0t0GBgSf5V4Rj8IwZfPiJooOrW
dYX4f0EnVExwhnxOXy5qMiqU/1GJ88t761qW4UIGdwyKqOsZ3vntvaXCHjuQiyazlrl9T9HvQ9nV
EQ/+6Y7c/vEY/7lC+HVH/+fHoBAwYefjs9F/+xgzzbooWgRiFlpTJwR58b4deyNUelyvsau4D3/9
eaa4gk3+9TpByCET2IWFx6oEEE9cb/ufl/uIvWSMsFytsCBmOkIkCFG0i/RSYtlIcPT0rAx6gzVh
NSJMxLTdUb8dUseNPBS+vV81KLKk09+15KsyOjMm4W/go8yVt/0/7J3HdtzItm1/5Y7bxxnwppuZ
SEfvREodDJElwrtAAAHg69+Eqt67YlKHHDqvezvVKVZFwoXZe625cj8BvEXgO30hYA5Si7RhnaZo
mpxN6gcxIjTNBgbOec1DV26BlCiECuhFMz+JnUyNjAiTae5tAwWO1XseKduNk3rqDNPepF5ofw5D
xLHTCkgdLwE3BZjBdGuk118EcHJm8JQBxoGvRMJMtG7bVLdjbz0iwaSk5GAndNsVOzPKb2szSP0y
2I8VxT6ahBzUoidnUnL+4hFBJaz12BkW6eci5e/WSBX0eKfbrUstRQ6zF5S0v6w6SleDqqZRp5Wv
jX6DVTJz2fzUOJ3HeYVPh7QSX1defihmcLfMNxb2ajRyhaewhaVMRw6SBZoHa1+zLRJx7AQWzybP
CQenO+dTkb6hEaknx7IftADYExdOWllai/KspG3yaJdF6x7iLMjTMGtmo2bHxHYu/kZEYtkdIO9N
ZoZIr0R7PWVS3CMDwnepZS4WoXacTbGZ8P4YK0Q9KliTMuWb9wBO6TLHVVz1Yea5afZXHWeuWLu6
5uk77jkC95GdhdgSrxMkLyrnCPajqqk7pSteMwPS4SKUOpOtZWibGRqPZZPOYQ/+M8qZJfAspcm+
JdJ9ypHcmJwKtPUAI7WEV6c8HOZeHkUEvo5DeYsTR6uPrldpIiewHqURXRtMNMW5NVZ9f9ewL3Mv
iqav2tspmxgw14j8uSyUrqyzmvQaDt8OLTJYd0Qtoh6etcYKS7+zXAgwphqA+pTOckxIO0gfZ66M
W/dqjJOmN9ZdWTX1mYbMwSxI6nGkPEA00OkUDEVJV2VUqLhEiNBiKDkTZ9j7kCu1hVdvY9wr89cA
jRn9UpHbvX5b5h37FSl8O79oSx7btVW3ZnCJUKUhvoiKZMm5n33tpUPChHFvi84t87XpV9pBi+Zy
P7kwYuiyBesE+mwccn5OiYJ0FWiEy5Qg6vRiSKfY5abTMz+0o1fG7QXKJ5zO1GT0oBVrT6U6VgV/
bqZDWzqWe8xcOeOSn+3EX/VU7I2N6vqhb9DAzPR9NnPbqsygq9Hhr2+MxhVfUZh26iZGQl5YqI8g
Gt6JfEQlTjIUHrR+lRC29K0mIE+eaUOe+w9ZzL6P2Wc26DNuektvG754NzOJOqNUU7bzrcJw3S1d
Eihj9XBH3VwTzR1UWSsltUCXECvWQplx0d9E6O7H/gwZL9Gkz2S6SeJBK7zWAvEhsTXTXUs3BgwR
PU7AELVoXJr3A8meIRmYetJsoAW1RH1miFdXnZcNChAVh0EXi2mjrHJVM5UGV8SYpGygIAigJFxp
HF5Ip8z1eFwBMGji7SzaSOy8Tnr6VUBKQHZEMK1pIbRl0pKF70TafpRkJW1EpqXY6DQoGQeXicN4
QGTYOruqSD18gr4X2cecRt9ZRS4VBhebx7HyNCNjA0NeNG3sKZolJu55bipCM2sL2nmwsgggij10
abEtsq+xNkyY+gb29HFxg6cEdRJZzSVHcFBOBT6bT45IyybszariW2zNqFZiaKdeaZ3gtCid9ZJY
5WRl9U5MhidWKdy6qC8eP16/fjuOTzg2pzGTMuey3f7lsMK6r8vCNuij5M1yUimQema1+Axd+HZZ
/meR9GyWSbw17ENOFkkP9U3rkWC70lotcHHQjWct8pZOOAKBAFKJ7ceX9faEyXi+rnPOtsmxdzy6
jSfjRQguxhmVx8qawf8gQ+gBJZGyuqkQLW/iEhN7bU/6d7oIn+FX3x5Qfg7NnoBZhHgWHp178uRq
rMwuVjoQEkuuUqbyYivbWkelDNb546t8//C4SIs9PAQ9FujTbHMWa4cDAkMZUkRXtMnz86j3P8Pz
vb+Xy4WYuG7IOIEvd/KK9NNEp3lp+ttq7lpWt4aLAW7wZNukW+IEZZWbsmQ/WAgwf17g/2712epT
gfj3/Yy79IcQ3//r/Edd/fi1o/HzP/unpUGmE0Ubdp/2sqU2reX0/09Lg/wojPBUtTgHuD7MT77H
f3oawb/4AgOXdodp/x0F9X83/C4RUezyA59zAAeCpUXyBy2Nt58Bp4yATxArLs1owmQourydWOhj
Uh+esbAUgfF9Km2mr1z28tmw4TD/cmt+s+d/+xn8HIoCJZF/0PVJzvtZdftlDsNDnLVtOx4EHZRl
t0qj1IHZ8Z8MArzbg+yMwejkeswGj+ycjgeyhWdoMakKtaz90yoVN80AcKVz1wydWvPJIGNvofou
1YG/k3/RiNf3JIgqAAdt9AlW+fSeETlJegznLR3gPlz1kwnSrXSVRKpG/O07S2OkQDHX5IDo/uyu
/T0MMGwAYCC7fgbj/fJopIuZ2ovpjUbSuu8T9hlwCuX+40GWu/I/ayXXQQ0RYD9vNQc+OF8nVa4s
QO85KTSr6KZ3vZLWQKfalRju+FWHyWraTyI13t88F3gZVSi6gwZNu5OOhNkFQqCdxTsWlYjsQLHA
sPfDP78qPm1alnQ9qMKfrCOerNHzl9Z+SPFUmw5+YV3ZpGppSMt9Qdv//2c4irJvv1c6Z/Mwa8ae
rZiz1TNoDbIpoYFxdNwyj7R/F3H+bQn459p08tDgOJuuSx+Pyqx7Ugqf3c7t67ECK6Wqb6hy02fY
N3GG/M3I5DpPDXzpeenn16M7uGBiIkF8IpgxvM6xH8+byXYGwWGq8L42JH66G6+OWm1f5TgSV+Tb
uw9d2ZYdpr2k2/d1rg/f8yJ1tBtin02G7brW+OSJnU55lHqZ7Fj2qZvQTNBPaswyAMCRtovasYP5
FChxUQKh29MjTT/pH75/4ymfO0zvC26VSKuTeSJyfaEXU7evYqmHGobAdS+m4QdET85PcuaU+fHL
8bsrYxidAhU9S86VJy9HO3F0jcW+Sr0OCfMwccwZ1R7bRH7/8UjvPy2uLGD7tLT6aD2dvIaQADjr
9+2e4IkZ63itbYoq/SyP8zeDLDO479H6YXN42gzo88qdsqjeW6NH7rSn1QiHS2P78ZX85p45BvfL
dIn4cCmAvL1nppVqRu+V+0HWDcJmHDRZHHNWap32kzSR347EAI5usOv1TwN+HAzfljbWe3w96XmG
6Ghb11UTFiqxrj6+pt/dOEqCtGNdXnQm3LfX1E5Y5Q2N47Kp2Xij6R6kHH0+Wc5/dzmQIQGDorzg
aLL8iF/WjBTxut55+V5Rx18pGLy7RBosIRDgr/+Dy2Frgp/fXKjFJ5cDYxZO2lTstSCddrWyUlpp
SBE/HmR5zm8nuuVKTFIzWTJ8kgneXo6rzzU6wmxfe8F3pymmi8YDk6xQjt1W5jD9hfOg+fYfDAn0
iA2EhWzFPymCJnhL4fdm+3ymtJhBUd3qyij3rpiq/TTJBpe2Vn7W1GOr9e5K2YuSu8x+lBWLE8Pb
K/W8XnJYLnbA6WKfxrXSX7o6JTq242PD9JEvHRMJ2BZscyO/YrXJngMtocMxWXj0Q3ay+mVTV+oK
nOMMXIHywtEdcdjT1Ms4aiwlqVXC7wfAZnfRdiiM2Q+THI7OOhdBKtZtQxn7pktM+9LBjthfZ5gZ
0q2Bwra7JYLDh/TS6gg0ixm22iqIzBL7IA6o5LuDT0y/NVNqHOuUlwb7d2tGV6YwstfUoS5zjKAf
OaGItPpeG7Wm2Q5mp5cb+kh7fUYvtrLGRL/QzV4HudZyM9aeAZ/OMmcPI6Tfl3HYlRH2ZpLm0wOG
Bf8S5U701QUJgvvQGMxDNebRa2s7nb0bYco9Fb3tyU1W5P7Az8nIGMDSQ4m518H8UsbNt3FskNGU
QsM4x/lc41zxkBUQZDb2LgfdsW33QdNi8WrwWYh1nHiI4fm8fAOe1cQk3mbDhFhn5uBHQcSbsvVS
myQKzXdUEkbebD8NgPP4k24oX5Nuyi+pSDUF2jwZ3bXthMcrTqNmiz4JbIhWLXaveABEBsQLz1ls
NHNo2OZ40RUSTXcVVNNf2tRwbIzKjnp4n5SRhki1aM/kZCw0TAWbDAhXJd19PBHDR01JZtWqwgZE
0Qy70W1vu/3XQOXyOeIDg+8Jm8alBiaG+2zy6tukgZ0F0nWkDrdvR22CdG0qIxlWbeoAfKAgke0x
reQ3FFdr62JOlIaE2jDqnfDHwljPnIR3omnvXa0uor0/seY1reTo2zqKkhd8136XRCPpcC3f2i11
AdIeLVlZR+nn+Re8uPO3IqYniTcsfmTXP+ahrWU5aAOKg9NKwC68j10JrtOZW++pnHzS1pH7wGaH
f8VJpvHo82/NjB46L6Tsnqco9gacbEaRbiwqzd/7JHP+6mQ6GVhC4gm2XgOTDsdKzieORrxDwaTG
4pU4jkVhTWi3h/ywTL7P1AGNw9A4UfpABjZ3e3bcyV8pSa7kxi5EducofM5rbChEMuXS8uo1MlXU
vrGuKtCDSaxNq9bR54vYM1GTt/jFD02MJXrTEwGJwc0WGhiQNNY2/ZBoXywqpsYmAgMJrHxsC9ga
Qk7z1scP9S0ZgpQPSe9RlzGndXRqDLq7fpHqxg3Z1pq+SXxXPLpGW9d7d1wQu5Ql/C8FkEBMMwk1
1m1gz30SukMefJl6HY2D1ab4RHBK2w0E+DiXm4QSxQPctRbdc2BA8c683h5DOEvlCyif9K5IZ6eD
IMSHftl4XllsPIytr8VUw9yZO+BriHQaMa2syGnrTcCzAC1V+pjqB0iPLaXsKnpxuxQLA7mKKeJi
WRfFtnE7kICFWWB18NxkkBsUwOMLngQ5UrX3hnktJnNKcUnHC2wgcQoFxLdBQIZzb6gdbNcDnhmA
gZbXY99KTJryECaSC9fs5N8r8P+WXf576W/++6pLGE+N/LXcsvz539UWy/3XonjjFEuNhC3+srn/
u9hi2v8iuACSP0H1dDkJQvl/tRbL+Bd058UqSQ2GjuQSzfBPd9Wk8RrQr/U9ijN/N17/oNiy7Ir/
Z49B1YP/B0c2mwod5EcSzN6uvL421Yaw3Zjqhw2NER9gXRybFjsaLD67wB+Z3v9yYz6tufwzIpEd
tKNsSp2nx7emTPxEzF68zoEqgczdldFnmRI/hX3vropDPZodwpXRx769KowdErIl9cxmkx3mHtPA
xn2Njuk+XV2Nqx9c6ap3X8Tq2KyDT/agJ6LDn9eHRIlaD0/PRt17speZCqOBExDFa8D9SXdVAIJM
3OaswYgVM6XZ+iWtP0ALrx/f1vfj+rBCeYkoaXCwY0/69prTvgcNqDNuJS0AyPVOE8YlXrQz1wod
C/pZ1tyYhbPz3T/aM3LB9OTpznuW7Xo8ztObLX2tjqdpSZKwa/rBA5AERO1hMQz3tWWBhDZAwH58
se/eWoZc1AfcYioIENpPrnVwfGJJGLJrpuduHIejl/mSDpd2Pejeg6A6ctuV2WcBpL8ZFkE3jQh2
NLDpf+pjfjlf6LgHPFxiCV6IGLeNMsznHOpkiFf1gA9vYwVHmqXay8cX+/bo9PP+Mir7Y5uDLdXX
kwfbGr7W5pBg1oWGlQNDliweWcFwPX88zttN+N/jEIJOBcJaQn5OM6LcuHBF14JtI3ED6AdirWUN
1KszYFd/VBVYhuLEydkWjxh13ndVATceOMW3CKoqMMTpfDliTbTnTwZ5f9+WQUiJpL7LieY08ryZ
i6I2NAj3WCmhoHnRulPjEH58094eOf+5EuT/nNIIcXdOb1o5lhnEFytbi6SOttrAnmKccTJlerL5
85EQmrGS0JyxOeW+fedpTWcm3zivQcIuiqMG24M1H98nF/S7u0YtiqWKuCNWoJPpCxaTb5uke+CN
TO49R9y1RfPJEMZvx+ArWkq7ForKk0vRsDg1+siTWfJUUKpa5jVS6Ho/iPqOUBIsWirIiS0BpWNp
ASjqYAIDWdGuN8VgmOtROhCLISB/8sN+87v4yLi9PvMKGreT3zWmoOV0zJiI1iowZ5LwhW1Z+9Ht
Hz/JpWlK5dnD9Iu09O2TBHxnxcTBEL1AtJkZc6gCAW8TMPTxMO9XQRKd2CewvCPicik4vx0HEqIh
uxRnPcSFZxEAxY1ldq8HhYPJCn+qqdd4TWusIkgSIBm5qViZbd8dU0JWzlF0pHsbo+ChZRfce731
Kns0v6qwIDvovf7Xxz93ublv1mx+rUnFgVoHLHZmhbe/1vViu6CRyF2Z7orxLy+6LNbmzWQ9fDzM
z/X33ThIt6mzekg2TjPhjQCOYz5a+doZ3CN8IrVVHAUu/ZooPNzy3cJW72gVIEQZlcvJXOx7LHKh
wAOym7S8dkO9aD+Ze9+vLGwNwcIsmz5EdacrS9l0pj71gEBrLQb0PMXXkEq+53LfOwcJc2JftYb2
ySLq/OaGU4njHVw63iiOT264VlasKgaoH9sLa0WBA7/fMarlH/U86HuxCeJzQiNAOw+J88mDzQzN
NPqSB9vAjrgKEgutiTK7T0Y5Xb1OR1m+7V/WZjztkQXZhG8X/Q7HNSrboNzcM3Ow2pAeRf/JEzu9
e6fjLf/+l/ESPUjjgWrA2hEXtnE2t1+MP50nfg5h8TFQBqTRYZ8+oFrvhUTCQhzYuUvOVYkErcaQ
+8kHsUwDv34QDGOjr+R7IDuHgJyTacLMoVxlFdUTx4nVOUk27q6ImvHrANviEu1B973rgLulqP7H
crzulkDGue7n7pMfcjoB/Pwd1KHpW6FRfne5YzEZFUF+YIDxawMXFSs/6pmXdCeUpj6EEMk+eWd+
TujvLp2NCLNkQNf7dMKnTkUVtBoQU3r9uLObEld3P1bUD60C7ceQ3SFKdzY4MO1NSwKIa2nmdsyT
69yIUReSs1G1e8u7oZrf3stPW62/eceAKSG/XwQUGL5O3jFntjkbAUFZ25HqXjTfyrd10LEUkg3o
fnL3Pxtr+b5+eZ9bciccM2NanKCpTLr1lzsFyPXrT7rHyzv77o7/ckknS6zulipRMzt3Re+ByMbm
CDRkrVz7agrSW5IVTLLa+u8etoHNx+/56eL+8/X6eXJmr8be/WTkmaQNR7Ng3Dmu1pMo4eZnwvQ/
m+xOPBzMdiwrQK0QEHnLZZ422FgcEfADwFvnZQKWoKTlwbFv5dT62oEDI7L4oVYxaQfVEWjgDkDl
JxPTu4MgW3fmXFxn6Jg9kmNOZsJYK8U4+zYs7zj+y5P2ZWEVxEvogKfK5MoQ8l7vzU2XWtioo8PH
N/ndW3Qy9skbK+sh0Kn2QqOzXhR5CCb0dxxYn7yrJ3G2i5Ti7SWevKzIAQHqUkZYt2oK6R4AXU+/
S0osK9dsji7l8hwvaVv0B8uj3wTgLNkY3WfRq+8mrOVXeEjPEW/76NNO3qjcazs97XjUmPyuseod
U2SGyAPvrCIKYXX+8QTJeMs84LM9Qh9zqrhDjzgR0e2IdeLmJCJ6OwApIG+2wnUWnPp/cpNxyXB1
AbUrDlJvZwTSuIauw+TGTQ72SZMeE2e46YL0WJGVYWTBBarTZkUe4TlxGuaqmZDoT+KzOfp0Z7Q8
ag+GC//Epmee7oxyBOcIM0CPzEll9/eSami+nglhutKw4IovldWr5q6wke1ux4LC9O3Hb/S7aYOD
sE+tbRE44R32TnYvVTdqs5RsCvNZnXOXCZ10kz+soCyHbRYgB0EKTSb8X2/vdJ3BIzNHXaxBX311
nH4dN8m1L4NbV6+fZPSZP/O3l/TLcObb4RRomTmJAYOhf0XimLfHcejvPr5tyxf4Zp4/uaST2zb6
dkK1CucBKysxNkpsVOWFQ8TXyJyw/ngwg6X6dDwOxpgomG+pQ7GhOZl4YPD7SVEm2kq4eGrHboLg
5MCOF684XKeC3BQNtgNU2TwCaBnVdzVHT2dFJJVD4M6MYxLfV5c58IP8rLny46hPHpPYd4gvpr3n
HZtpANyxkgD67mjLjajZDe2JRBLvzJr1GRBL10bkL0i7vlIY3iFhNRF80ynLIFwZnd/vc9GKa98D
9Paj8lPzKtIHkT8EBjQxpo0evD3hK16W+WHnad4DUdTljTIT5Z+Tz6v8/aQCkiyCtKt3+LDqG6HX
WDaNDs6aOw/jF12ZA1uS2Z+ubL0sD+PSdNRpRb6mLKxPcRE3Fyb24MvMc2jkIm3e23n+6qDwtg9d
PuJ2bwbDIK4mIQITHz/J1lJg0A+ngvD63WRyRFxX7OfbHY4RTkgA3b/TYRTbFO/qsaLaTEoD8R0U
P0HGP+lNYBJ6F5FWBC0cmbzfzOI4yNS6zmW2LUyZnCknio6tkQ/bIrdBwrQkUekanpW9Q0vvXDcq
+wZHmQVNZ75zIX2Qg1rJg5qTDpyX8Lddn2wj0IywGDtg0hERIaFaUrb2GjGu6rlzigmtVV+r7dDb
coO5xrsSgzSvJcyZPiyd0tr2PNGNMWlzfxdjzX5w5NihmJrTxoHR6ATlYfCr+czIGx2Iully48oQ
516fLlh2yNqdnlwrcDrKRoM0V7B8fJ3wpSb3nlxIj69Cl1Y4DeLCwEC39pp5Q9+1vaYHBSnY5/w/
FuOr78Kqq5McZr6eVFpEb2zXOBOoeqWhTLLdv5qS3tDarQgmy+Zio6XKDRcUXLcm3Mgizs7Mr/F/
6zc8LzIRU7pgF0E7P9Num1c6Dy1epXHBfbYr/II5O2orqF4tsl7ZzfrX9VJXqjW5jjP4Uaq2QZKB
uXskfvbZs1L3K6gpMHGdAm9TLT8wzZvDULtoLGpvJn821g7oHV8by8aPkaukXZX4YIA64mIIVrhA
HrIxLsDIECU40AfEZnAbJT+CqUOxoceT9jQ69dVU84yZmLCVTCDWLFGv1TwRW0dDa80fQVTyJnUE
dK2vtDnysXsbmLCb3iSdBQTaDJl5TUsPStKoG9vMGK4wqpnrzp2MvSo52xeK/K82nAv9vrDaAUdZ
RrcAwChlr4FWrzWm36qOzUvnlP16jNqXRXMQtmnRXASGMR/ZOuVXBV/YX2rs9XltuYl9jMS3ucjO
KMwZah3IKg6evHEiK6+8KuT8gPC5iULVG+qh5vWobog4GOvQV2RX4TlA/tUFJnTzvMrvlEbDZqUb
rXnX6682SRUb3e/hgQYbuG5fiYP+Hmu8ZqOhE0ytdfqGRy/vc0pbZ13WFQ8dHdSN0WZuSI08yY+S
qa0d4D/3WrvtNdd86VLN3aZtFxxAQBleGI+wnnLjQjQ2kGkJGZ8sxjggeJQ8oq5wjlUSb0nJDGfZ
8QGR+UJndSxJwnBkvNLNeVhbBlwaX9Zf4qFoNi4W45UB1MtQmQjTssPaWfj892re2Umyt/0urGaI
+qW9svXgm9ObWzAdG8kCUczpdrAJlcz6x5HIJD1LGS7bFEYByBQKZs0hBRe7G0q7Cd2x3zc9GZPj
ykCUis9o1Q3RhoVgNdS1kvuhcS0wuca4ISXuiXkMVGyhD0fA8qRWNIJT5vzqgoS0UxrgZBZ8kc04
wJ1lWohdqLfATsdmu6g6nw1dKTYB5hWwk/ZoC3u+AG7tkjuVWcpc+TMHpyHuuxdADy9+7NzMelHs
fdRp9I6jsgUDKaNw0DID4Url31kxT7pDjA9NZUZR5hMUQSRH1N4i5Jh53ha2HECB+rVpFMQgEB/6
PM9wgYcp+svvQPsRQut+0au42INAv1j4lpK+eeXYTxkQpMbPplVMPJFrVWPodRbSiLm9RrrS3rYa
GUEoDJheK03BC2/Hlvcp7gPj4MAqLI9iGu0bktTRoYwRielJ0ELU8lgfwFc8yqqGR+z3WRGWVavG
Y8TBZofVZRchnQAXo/WvdtnAswbIOiX3FZrXa0vPxx06Iu08dovI3c1oDM5klSfaZvJnf512pU0K
14Lgz+Jz30fKB1NlDQaR4GpA8ErCkJ8N46Xrx0d9GN3mSEMBsOagopfAm0aSJ0d93s2Oc11YZcOJ
vcw3Km8uUwsKDdvajYbOgPMCvMLpiG5xVYgmlOAZsQACtpqSdd904z7FaCMBUkcO5b8eiA3qa/0x
IwzDPupFJezbLrasH8Jo2eI0qg/Zw4bk61xYenJBiWTXRYg2yAXEHB21uMEu046SXhMQFQR8/VAU
2MkI4HZi5E1ueysm0R+LRCjShqwUb7fysyewLFNx7DDbGyvbwWmTlFgkxRSMBR80n6gTQR1Gwn7I
Ykt8QS3iHB0PT36vExdPpFhVBGdj7MzrlgrFipdZJ5mH7Fi8F1RyFinYKknmfaLi+d4feoJxC/Qq
D7NQAzUnwWjrjnTBMIi9eR/FPRIoZbzEugWjrZ7BJNdG88RM9Z0idEPRHAXKJhiD6SY2NZhsQIcv
C41UYUKCdSx/HUKESw05BbC9eJxQ4ga5KjYLLROOg1+DcTCinGOjVl9gTdU3SBgynFmiVqsSs/u+
CHpvXVNIgACvOyLdm63Xd2sRB/FlNrf+t1Y0agcBdQ5YUpwRCTD0yY52XWX0myENWuRKDlhmAMhZ
5j51+Os2VgGgBFTGeC5N7eA07R3s4vpb6jnwkO25RYehGR53T6kQMKu6LN1yuk7A94MeDB6tTLbI
83CWVYivUdo45c5ryKfjr+IrY6zrdO0xU2uWBolzILcJAuTcbPH6PhBLTLejVQ0wizbILiRu0kXx
GT/FZs0GZclXkKSPksAMlwek5/zVnqbLinSfbO/G1j7B6YqUN0X2wgHlWipfnkf5mL0AWSJSqgqU
T8lovIngrHlDfWY4sr2tkzjdTBzWNzKx833ZJ8l55auDTHSLrFM/Jkil/ApG8KCqQiRhm9+UkX9f
NVV3FUTeI8CZGBG1tZ2dBm/POIJcQwMJCSIfyqd45q6cFd2Q7xrWhzVzWnQJi8/b2/NwBQXwzs8d
aMpTz/4Qjj481sotby1jGDCs8i2tarbA2ioo7NusxeipQX452lNN0q2ZdE/FNN6St3NjReOjNlk7
5RUy3hcFU04hQ8eq8L02Vex+z9VsDWEkLPyDuW5k11bKYiOjg5jt4TqVNUqnzNGiYKH6iWeVVO2j
jHxx27DxvWo7wkdUNzf3/dycTdpQik2tmts0JU3LlNACc+lt6rrJX+dEh1onxqemQfyz8lKKtW1h
f0mcbNygIv3u9ekPcgLG88QccZQHJIAchddfpJmpdsbIRdSVqW+TPP1iWfjNRN7DIh2XfBeypsg+
Ls5ip3auYiytO8fJ+5U9sB3vpvQy1vVzKcwwmAkHxw+p7lpCezZZOi55xQ3SrTr97opk7Q6N9yo8
l2KBbOKrsvePbgqw3He3HE7XLr1su6+1HSxJLyxaqz5XhlXthxp2qUuc6B5FPpEivi82geZlGBiZ
BkA9zsv3uK4T93oCRjHkZnvhFW5BKydvM0JfS7IUseiuVVOwcGNJMIczi8ytZD2KaIdQEzyZAbA4
qyn46hM20FU96uUut+SEFpJDyUsfe+CkHWWu7TZR3wgjCUhRiZ9dEzpkH8UkUCXdbRDU36p2SkJc
+3N53gowf8whk+QDSCAC9UZ/0TZsshIpxytMsiBrgbvU2ywAIur2QP5QZeoxDTLqhag8ATA1hgu9
lDaQnTKfeqMQcARnkBWmlWgHQYRNOGRtZrNsEqEXZhazahkIClNkCIQmDnFawjIDFtI9VxMNTxKr
ScGIiBlT7KimtGUSJ12o2Rait/eQeuD68BrAQ8zHL9WSRmnXGilm+Wtt9uIGb3BVbC0VFFdpyjK5
l0yjJAn3in2oISnDbFzV1vGGD6f6PqsgaDFrW1F8NsxmU52PlTnNNRt7C7pjDsHzlqBRJBocMWM0
eIaPCBTXTZnvAwXwEIgj7GFvFbBmyou8lEQ0rqMxkBsiWfltE6JU91ZQvbG2dFwGctMnPTiMo1WY
x6bBK3ltGy4IG23hw+wHu/Sxk2dSI0/bNcK+mKzpMRW2aUO0BGTTZxpkWvo3C/3G95AQEsq9il3d
ih7NuhxSjP+JandG8jPBD3f099aNiE3J8rxaUqL04mHqBq8I1ThND9T3c2vXNlPwIzbJq94MttcA
PLOSaw9Z6V2AaeBrbzpRFcbzlIznDcbjI39paN8UfpFylyXC/wLgZCDaty5G6zklIPWaY0fNrAyw
17piQ+KpL0lvArGJgQesolSb/C+DFlfRVYLgE7J0M3pI7PvOjS9ra9IdaJsxPGYdtB5Lkjxv6sTY
j0LdKmz7B43wX65F/BAyJzjKgXm3akoOWit638I6lnnVBo81mZL9GeXoosJHBN81z51gl7Ifk/tx
TpH/apyjzMaJ85DFO3J5G4PLyZbqgh48fLHsrFpiIaOqNbuVoS0xn8xs+YsSsXhIDZWco1gsOHIZ
MNK6Hr+oU0t7fCANwFHDronuteAuTQVMipqDODAGpoLGjdasJFsWvmZILuuFbW7/SOP2TpCEGh0x
PpjnHM3jI6vpsIltTrH6ztBvnJxjMVnIxNiXAtXnPsEv5yARVhzYtA4NaGKSf+T0+qYzUzJaJog+
20oa4UDYTbXhRl8WaXRmpU7Y6NOZJR5t79s0w+sWRrqNrKm+jFNhFTdCmG60z0i67jFv895dQj2v
b5rK2XjzNQPWT8o0mi2wzSUsl0TMeQEsXMzRo/A3mtuQRX02dX20QUdLhS4T7Rbq7TMFD22NyWVJ
2xXVedOl50mrywvJqc71V43GXXKVhCYdCQjYo1SrPNV3wzjrPzq6Bj0q0Dny1pbli/uCswBS9FUw
0ZAaxBmeB+sWsGT7RZntQ3O2pKOce31dsFo2/N8F+mvO25q0z01LNiSH1dXiWNZD3GyXiwa8Yjp3
Aw1IhEqMbaHn0VXquhPgix6QnOCY07PZS7RnE+m9W41EEUqyG5hkq5k0L+jnZAuspGGEaqhcZveC
mIYhXSPsXdaelWcVBkxzuzw4wUxcWSrcEptMkwZMcDGpwMTIJDeTTr7e1hZ1Ii9KRzsmpvktmKfx
xcNLuKlNDalsrCw/QREuOdx4lUumrUbRpaopygjq8dW5n6dSbLWxSELSCtLNEJgAeBdr0yVa8oiC
jhUh+El0fjAbtyLsAbXdy2k8I5sEqAIo969jrh88EeH6Sm0YxmEd88YDkjfQJ/fJfYvIrAmVZ//o
bGtXet2jbDmF7ctSJh4lqwTnGO3KS6OqrFXF2hzmfCf37EnjWxk0W4cw4DiMksg5mAYlqFnp1pU/
EQ+xLbS49VdWWw7jve3W9orSV/t/2DuT3rixdE3/lcbdM0EezkDfXjAGhWbJkizZG0KSZc7j4fzr
70Olu9NBRyladTe9aKBQQFU6fYLkmb73e4dVpDl+v5a23KhBcz9YeWm9tBqRgDFxliAgkQlNPMYs
ZTLRdnuZZL/LtyG+u8ppa5JZk0iinsP6rC+6qw6qMcibe0aOdnnVqsYmL1RtPbaOTPD9nTqc6lvF
1DDiQr+ChXGmmMkFNjlTs24CkhMIDDIvof7jBcG14Znsh3hYjdy0z+w8I5/cTGDcASbg8RR26XDd
IaC7mZxoog6zi59pSjzbbe5M6p3r0xdaaXKSuFulymORxOHFgHNJfk1Uxcgtrxn809apakGGr2gr
bG98gsPPOkLF8BTJQER9v5A5twWMUewUER8hoEO8TUAv0GJMSX4fIt87nbCLeCxCPc4vUHIUWI8n
aSU2gSUSpCF+F8QnkxhtXK+J7uP6NGLSrmDS6OEqZ/xUsR3ryamnPuwUEa9bANNTNxfkHBtWfy85
9H+kap0Qtego2S0ZfsRJK52vrZMyIc1eSAKe2WoySLPYngOXpCeuOQavSd+o564WBzt/6uxmhfNP
oVuQuoV+iuWRthkRARDBhev9UOVbsOsyM7+UjY1MgEvT5HLeeUVbUo1+6yPdoPJSjEGSsa7hkwFK
pbYBLCBtG/oTfwV92wSXsZPJ8ulqh2UJMGDmUXjDHcp4ABO/0eWU75JM189HVZrXQ0ZhpLW6suYM
7eOzgFiH+7hjZoFLaAUJbWrnGNRnWWxuRDWCwu+GVC17n7zUWkyV8tz3sGcUvHBS8hmHfs7cYgcY
dx8D/cuuAtPvndFkmXiQ0a5ftKSwZJxCcg/rlWzqNbIu0PVsZbn3/nCk67PsOs0D0dRDrUYqBqTL
RYNRDFXj4sdfI1dImxUhyuUq0+LHJLQeKVr7Nc0oXPE745gUatmaeR/XhC8OwVvVcdHcb82EEMKJ
xYPt1mVZeqLWQXKVjUV5hPewbFzOoyCQRIyH9I//WrzGoFGaEDs+GomGtdJz9DyZIOPCdra4SXWn
Taces45b9oXfR5x7lzbyfih2iw5XE3YItXp6iXl2rYznrkQjFZpHOpaHZgeNUexe6btDLly8PG6W
OYy6mSoYnQI7U3Vt3I4IbM60z09DzJuRz4AN6fgd7H+lMhXEcM1EDAMMOVD8kzhP6qtk9juKSB79
9GA4/mj0QPEmwWttwQKKBwVj2ZRobqOjOuTqwT1bFiTM6/qR9/cHd4GvhHAWyglCAOy67MULVO14
DKCYM/uesPD0t1b94Gd4RrfcZsDLo61jnlrasTl/4LOxyfGIUJ1QBSwfMKpd4oV86qJUhvk6lJX6
OJDJuMqTtFj7RawceaEH1hiESMQOiP7ndbZ4yhCQtk5HpombBHiqTar0WuOYovvwIOTNzE4uqEQX
X81UuS/0EUvMxkYZ5WBirvXQOOb6cODVubg9oEGdHZVhTu1PxJYOq+x1Xl3uXJOdnvc/CByu068f
z8D3hfN7M5d5wTDsgqhRsJ5eNlcJckIXFg8VgQW0yuLkq4z6Z04/eDvpmR7HN5B6tpg7F16Ks5td
O7sEk3phtyugpweR85oVSZqSSzSZTf7cxz/v4EtwIIzSPkeXveSvhU2GZJJbA/gTUtUyB7LvxjI/
JSdJW+nwjHYfjzd/uv23geERTE2byQqHeWmvoPW2XoiSVeLI+MQNxlXqOFcxxkd6O+56UpXGsH5p
kvTp42H/fEwDtrRDdWSgeaTnuP+tI07/KrFrFn6ZnXByrIcmXJnS+uI3nzOQwBkGGJudDZEDq9JF
erA/1EDYOPpiplUGLEyctwrfRKsps4+cQ/NK23+THAgwQzno8Kri6+2Pk9PucmXJPqpXuIOm45qw
RvrL06avScJrtPmGfGyPm4kHe2NycdCxL4Gzg1MYG8H+mA4CvVqxOdlbTOK9cdBOSA9O5hKIVrn6
ILXkmyzkLqCvUZGnSqbVG3LGL3FML/PjD/rH02PEgP0jgjAEENYfp0inaChiZ9aHGfG0+m3Rq4Qc
kdBbU6alu/yYaOaPeTuPh3vB7I9AlMHSGMykz6XWhaBrsElvmvPJq9aw/R6bk48f64/LBcPMu+tM
PMcLaOlUnVsACBZ1AypUJfeQeRDw7I9fSlO55xIarRzRrf97I4r9T0qyjZMJmngrK/1Rp6gKUkTB
Ok0IpdnO6T4fj7bk10FSN2ZKEJRcLojs74sZBFUJL2zMq4jZbM80y7/SJSlZ1KjAIwXJUZO7JfRn
G5a/TMA/Ja68LzL+8z/nf+e1KMc6Ir3yXf73z/86eSuunrM3ufxDe/+O/F/v/zh4K2az2L3/sXlP
wbht3+rxy5ts07///l9/8v/2H/7K0rgfy7f//I/XogU64m8LoiLfU0kyRz8QVVbtMw6C0XP6P07a
KH97Xv6rfwsstdm+FhIv9xVEYTabyf8WWJp/gUdzYyLri9wHKFxcO3+ZWel/vf9p/hHwGDYyM6Ho
H/taSLfv9rWwkREq4m//CYXlwrqd3wOHGFGVgN+P6Qrb6f70jAbXKLFGBqHLE2dDhdRZJ+BVJW23
LMqflFaJv8NtLshtBRrBzLyt8uEky7Fmw0QzsPs1Jqo2vqRmPwEl22Zob/zOSp5yoIJoZfbqgFuh
q7SvUaEqzyba6vTcUENZehP6SmxXhKnM+gXDuVfz0bdWLn5ALI0orK99IwGvhFjVUnOD8mwU9IsQ
agzyho1SF/lFS6ZURRfBqI/ZdSw2QJ0ajs+G9lXl9IbatyxDjGkwcV3wbKJDznD7bJ80hAKnQzqF
hAMp2gmSJzNE618Ej7/No5u/t/vfvX4Xt7P3kV0VYw2LY5wvPJ+1v5GdQ601cLQlDwOazKq1yuaK
g6C8/HgQZ1H0wD6ZJx2uYrP810GZuT+KE2l56ZvJKhrSlmA0uwJIjKbEvFUVHEv1U0JL8+4cd3l6
a0qndrexkoeRNsfNt8lG9pNVR6QMYa6VQbWC8+rJKaiJaJMkRybEh0sYNQGNrTYVdA8ygF3bg6vW
Gl7YSwMyA5vvg+Z2RUsqSVNBaQfDN6hazI6o8QYr4G0T6HgHgFjeJQB3P8YyRZyuhphz91+SyU6/
tJAmvtWVHV4lYSh+1sVgkZEeqON0hkmT+owVC8b0oYDb5AFz+euqoOXsjWNVvriTTN/KvAMUVnGs
rM4y0jfjtTKi/drU6aTGlzBo3AlJe0aWkqy7PCBeUK2+Aboa0HOkU785Ft7sqwGbCbFJJj+qyNmS
Nh22IPWbVTG2lrozqlSOtz6z/cYNUgItUlF08cYohfYkYIL4K19p8ZBEslG8Za2Yhl3XV8Md4bGq
AUvLpbEjEXYqa7w8IncdqKWfnCe+FQ3AL2lXgPTVwIKlUdCqn7DQGFDxvxhmkGL5kfZRuvl47ryL
Yv65pjikOXDRZmJiZeTaOA4tZqgyFVGSyh8F0XlnZlUrtx3Af+mFDhSWPu0AV8qKSDm1+NaHyUD+
mH6V5am67quk9FItDHbvP+hTZ89l9FoXsvjZLE+WvcPoGvbiXVO/vTWXz+XyT/4/eAbNGRL/+gw6
eX7ZP7LmP/7r3DH+mqnRGrJPdPOYaPKN/hb2O39heCUMIAJUp4h35vSnX+eO+EvXkKTyRVUEgNQs
/xw7+l8uXAtsMWYuOQcQZdgnjp0DWxyFoe5CbMODndvY/uZDmiS5HgQxlb5b3AHHOZddIaojao79
HY5ZSsnOC9CobxFUcIvdH6QpsQ6HZOA5Wgm/ocpn+fc0p0z59ZEFsf84v0biNsmGjb6dCMP9kZwo
RKQHVVeElb8WsdF49TAeS7048DhYe80+81QlFHeLDTswHRi68BSxx6l2gVsE13Ksmy2MgyI+covE
HZpfvLfCUc2jQ3FMNL1cW5a1uxJpaRem6cZK8gL2Wqj62AkZ1WTOpiSyoRGLac6giRj+HCle7iOF
IYbwrW9l+Qq6byPmFiLUC0Laq5RCtx5qj3ySYrpz20jVN/BsoEvGsArEVRDK5DrpdYGzu6oHr5Xm
u8EGqjl6ZaUgntw1fVoUQT/k2lWtKtZ9P8joarLJ5yWed6ivrLYI+5Xs0ug7RmI+kIMvjfjErqfk
upENlOA+TCtYw0TfEVLc6NV3JUuqnzUNqPLCEK0CxCwz2ZxkSgUBCr9lB09025o2GW3WZF2TYB14
dd3YryTU2OmqE3Ns7ZC4qbtKiOr9Nki1ewrlrBF145mLVqcdb4fjhk5VY+vZWReaVb/1bVW+5Umf
+Rt85sYX9v/hceiz7GeGj99lVZBZBhMnbL8QLTrRRQhEQJB9YeB57srIfHLwESeDCQ+5F0nf6ME3
suTBp/FKe9TwYeuJVgto/rpZ3D458LvJmtXCrHnK4HJeT4TzdSAySfndIGoezTLMa08Q536B9Bfn
/t6wiS9siDt5qlmZL7mMohdWT/scjgR5kOxaWPrKB2TABEYX8tmmdwKZQuM7qQp9NCIxswzmgj4m
dB2aqv82pxSZJ5kzEhg42UShBnquXwlduvQ6g46aiJYgP6LqksdBOGPl6clwPZV9WECUbZK7vK05
A/MkM75q3aAontaSNhTh4QMYh6NMlSg+scbWGL2aeiLvYISJdCtGWsl1QqMdAhCESi+ZguHCcQd8
FzU2IOmF5aC+QZiMX7ugoDab1aKw27o6uBVEpLfr1oBn69WmA1XIz2PtDNIE/TSiYBRSulMsopIo
L7UVhAO/WPeZmd82qtvi6THVs5K0HgWXHqK5O6C8KZtuh6kPbnI8sb4nvR2+4Pke2F/wtwueWgvP
Oa9qwjxf1RWptKtRQVtCsw+TM/5/GFmbrkosJB64Itew0bTyVVaSpLo+srmd0oFvccnq9Vd46Hm/
qiwSxTzLH/BLaezCjvGiUpIrZVI7wysaSwKIDVP2hQI1hJFlhGTeYwhTeLqDi70Xwz78Tla50eFP
jz2LN+hmkrJjpzGMREZMN/SJyx9ErKsmPHMzDr28VXoDkLQtHuq4mx4Sdn53jd9++KM1SPH0wjnq
K9Mr61bAjya2M7WxCOPHJBMorlvfqq1vivPRN0NyVhMY7Zt0UJn/aon177qcdOJICdU2v0n4z68O
dvc3JG8Rrk0fgnnjykAZVlGs2gRpu3omoD77YQ3neuieJq5xjdez/l4HJtAXPRZPhevztXDw7a8k
NKc3p4Og4LWVn/QrP8zR+bmJ72ySoCCg1SnVnF4xdvXKuiIX7GvN1gnZRyHxyGz1vlpHCtkJp67l
588R3DqCiC0clWbuOOyCoJCk2eq+TlRpGJZYJiHsqA1Ppvp4WWRVw2MaCq1ARHIPUPH4A5pK7psH
fZ8g2CAI9Z+TxlQZoMSSTF1Ykh0t8rHagkUZyk2Ujukt/Vf2bWEU/Rcc8opk2yUwb5zSQiBapyJZ
G35Q2XT6jd6HeEss7BZOkAm0NTqJc9JB+BsgNuPP61lRZ50DwvXftBwe0krLIn4T4Wp9uipLjMe2
flokNyZGVjCDcKGHN1aqDkZb+HBhVgxBl14d2bNRodXlOorA6ocK3jCJ0Z350/b9NfrnU7q+tb7p
NJvsJtkPqgstuzJv6i4DnPanOno1mK0EfIjWjdZp6KQZrcBWJ7s96NsMmr4bfqMWjcazITeDt0gb
TUjiZtzdGGkWQ+KAM0pmhtoMd61lAAQjpqrGDZ1by9glOQxjTx8KYsUifQS2TLROvvodGptVqLZ6
Bv2yZPOVSqPt3DwQLraaeVStMTIzHnMDZjPGcziYhZGivrV+MVOQyYyh1UgnUnfG0PK4B0G0MqZG
3ymEVJKEmZM/X2lWeNHVtJpa3TfOx9ZM79UkdV/w+a85yIYUKYQiA7nu6ya4NMmguGp0tdRPiHUt
uk3hkNe6MgnwjdZZnUYPil2qL30RDV8MrSdZHk9SJTkpsFK7yXI/KqBni/q1THrtMaDpNeAkp/hY
qnQVfnUY5qE/bS27elHZ2zZp60DQbIVfvOR92t8WNWw6I6u1G44F+0qWtdrDEhFbodj2a8/fP9Lx
DTsB8N609S5xegfHQ2ue50E9e6nFZk5ogp3Le19mIcmP5jBua6CJH4mBBmeFNxFZEjY9WwLJbfYv
z9DK+oyEC+h/gWWrAR56KqdPLRpnWDVaSBguk++l4m00K+jvRep1OkRgW0QWPLeAEjV35x6ylsN2
C1up0muGTkbqsVvdBZ1tP0dVJRHmTF1/WRpWTZywIUiah8uQnXL2ypMM0DtfkfE9PTI3tecCjjmC
l0HjAInbMYFnqXVMJ9iyKUmkBDh+g1nInWEcI3aAqO4QfZDAMFzbRmNkFwUiLc4UMRJUX1Zu9c1k
8iVbeyrS25FeFMGDOpwIDgrmEasvWMFYj76LZl4fMdCAtdbUoLZXfNziERgYCkhnNF8U0pGVnVEG
5jbSMx8aea33xmqIHBj66nudjYm49RC8V9/qeyWevlflSHLbcmuPrciQmsyVe8+t0vWauaAfax1C
JukVEYW+pO/NO21wPE82OPJiFAcbBnAgh7Oc3GqVkXYEXlcVAEIVmMateMcVrLIlrD1+L0Xhk1OW
ssNXL10SQJ3CndmDs0kBO7wXs5hWzoWtKhyy6zu9t07rkH2LiVNo+qbpo+4mDoQoTiCL6Mr5MLoh
XGucjZqVUwVT79FXru/LiFuoF/OvoOxKygbiMQYMGydzarowAtfCIbOk9EYzxoIRaiNf3tCS4QWl
gbCg+gv1LFYqCKKRMZXQWa0kMlZua1XWVo9ZdxwnirgVUjTBlnIeqrgcaMXfNMLiZiSheZI8Ngnn
oi5Vu8Pix4qtdRxgkHUV2vilrkfiXuJtO2hWepVV1vBcx5hDeCanIxbfik58Jrqf7kctDJ97ZNgM
DtxgvRFeaGTxbIg5//KWpmjF9EL3uQowFjszhkL+aOEDRgS/FHkNt0nRshU+ahw7gaxlv6L31EHK
lpYlcathJ1aLUT3tU/KD1hlkZcfDvbSsbqdhkPKywUDI3bjS191tYqrdLu1mlzSAoBI+KnihoXoa
ngkvdg/hYyMmsms2fuoKcs1rU8b6ddSkYgsGKKbTbOwSlgca4TX6tSZH4UUPud4krUpAeOT7kcbG
Izpj51sBUZFrGbh5S1cZwuwaDm1rPWshJYHn++gFOJ3VILdeZGnrwIxcmGdeFhky1lXl4CgOky0t
nzR/TtmGSxKrX/GGH8pnkqbc6mamNdk3pcC5n/tFwElcZxEml38XU/8fnPiPuXvyr8GJTQ3JbR8W
n/+Fv+EJQ/8LMy+TCGrM0giHnvvqf8MTOBLO0APoJ6JZINg5v/UXPKE5f1HPAz5gOwywARDxf/AJ
DegCcwM6dY6hvlM4/hvoBICoNtvvECRBHwVt9345j5v6LNZ1DA8DK7HtA3RcyaAca0Xtl9j8tS4O
+0BowMt0rzH42B+Fmreg7DKx+4MG9tS46bCz86I7C1E7dJ7NfnWkE7UPILwPOKdfAFCwzQP1zyjG
b7jygF1vZoPwcgcDfXcHuzxFLNKcYRseHxlqHxD5NdQMuWBURUG3dHnAjBkdklJwsSHW+jv9hXIV
KGV4/9t8OgCUL50W5ldIuxlHQQz+iIlZyu81C8NQbUDCTbxsSaSrz4VR9Ep9JxSlWoVpUbxBFe+4
R7RC3w6a3W5TTeZPksDAraFN6RGp/IE3zNyFGgWyxewxFhNH6nBzqf5MjmlTdOzQvrLi9iWfsQM8
RvM5OBY9cOA9GprQiva/ZkA1nOUxYiwJzHddVn17X9oQOUiH4kA98qIPzFVQLQtTQ5wAyFpcQGl9
VI8j0hKaQuznZ1rt+veWiRl2XaCDMjt0PclkVme4i3By15pPIatqZLmj8fLQElozR89vCVuOu/O4
ScetUfrNEbv4A3MOxIrJRseexucSUxz50JOWZNglZwpUdx1RYCnwHv74VRwaxeIt2PSHIOEtqTNq
HrV26CSWx/10CDxspO8T20JE//Ewy+4TM5sZxG5m6bTnTGexOURuVvdZElA54Ba6taY2OI2xR3wl
Kb4+1UlfdLwQjHADyivuPh760KpyVMOBt8MGTfrMPPN+2yeEUfZxE4SGp2IbWHpxY9k7N6D5t+3I
uro2OU1Jxe2I0miR3aDedGsiGzAPg6pk9cUbxNhjYekH3jqzbs5p4t0DX8+8id9+UuDklVUkCXtl
Zvq3EFqHdSmd7P7jJz8wy/HWg1wGuQQSjTH/it9GUSBfIWhBK9PMYQB9NqEQVhF/2F5mmdPWYD2/
fjzioeeCCzgb/kDY4RjYH9GvUrUqosDENBqCPO8xWHVQX9afH8XFnXFObYC8OQP+vz9XLyLNngLX
AIC11A3Wk7U3Foqz/TdGgRMjWBlM36UT6JR1QhsyxKaRLLsbSrFo41RTdSSq4cC257ATwRCF/mPD
pNx/Fu6QWgrSRcMZKhgymx5l36iAvSmK/fkHwneLJI3ZfIsSc7Hp2TnJhUqTmZD86Rw6WNivc386
5mQz9wb+Qdrfj0qavVxdmHAuHf3FA6lDDWVfbRhFWi37ZG9DtU82um+ti1rchSOslFR3bqhYj2yY
B17lbHk3h7zCqRLLrcwx67RSysj0jB7srjRlhjChs1aizo+5+c2H0fIh4aJBeJgpPjNnYW8G2lli
NwNHudfFxTZtwaJcPQddCVpPycVZJdtj5MMDK4uoYPraZNfgFbrcQE23cJoGY35PR8HlYYkv11JH
nvDxnD/0CrGlm60s2a6hpe0/l0A+PAlEGJ5JpborICZs2yarr/q21Y8s4kPzBMtYA4IjRzDMj/2h
AiPrO6tXDGTFVnDqBo44zdS2BwoS2kWsZ8pKKEl6X09Bt1VLQz0y/KEnhWjhzi6YTNRlGEuBsiq3
GsEekgFB41uVXlpu3Vyms9fcxy/10GTBjRHzXfi2XOYX6y5HKQjvD5Bar/vrwc+/jJFf46aCB4If
XzgB0aQfD/jnXLEh1HC66HCm6HwuXm2bs0M6HUIXCG76Nk58cR5Flbn5/Chk0MH9niklaBr3P+BA
udn6fm54EVD92qYrtSWCwT4SofTndyKFEm9xKD1zI9dZjGLCUp6CAHZXXVTWHUa/7ivmMs2P1J+m
k48f6N1td39V2yp7F/duPBEFRlj7TySSsOZRqWC4G9oqukKnbNd6pE/6OtI689rtuxZ9oNPPAJLZ
kX+ApA5IXat6AqUVo4u+Tz5/i2e5BUqoHhhLWZnu0PyM1C6dtkNfEZ8aQ7sRHhLp7BueLQF6Eitt
ui15rNHliOosWYum63UvAq754YZ5qq+IDelKAgksA4izEOa9T/IEapC8TQovj0hB3jZRZBKyga5X
51C8Ns08fizgXxpeWfKr+b3C6s9NDH7uw9zkSt+kbi63RW6V35BrdkDseWReuLYS8IhWFZz5thMm
a6Y19I/elcoE8gIHY9Xq5hCt1TQznCMM1QPzFpYvLXTaUnPazzwXfruvpENsRyEaZw/QXlxmbfnd
wZ3g9MhX5i9ZfGTQG3YdiEIYYi9PiaQMC4l2QvfiLhnPY0hXO4cU51WVpfLYhDowFGRuC/cvEp6p
v/efJ64iKKAmEvhpQF+SWAkR3P5oBuusG8nG/vi5DlxzSW7XkbNQgVMwLBmneUrjHFybjrZdgl+3
poa4P0U8i2ga1R13M9wjCO/2wc6AT2mIifGHHsroBLFzfFuZbnPkVb/frJfvGp9hfPI5InWYsPsv
oC11oym44qItFulZUwJQEkcTmTslpulM9nrqXFYms83Tzdh2Vr0MhivZkRbrFeUEMhhEpj3Qqcup
w0jv9W+rwVGPObT9uT/zvaFP4Tg3m78uww8LR6B2g/DDK8rEi6wg/SSlYv6k6Bdv/ahZNPTj9u3j
z3VgX9O4/FONwCY0YLbsvxo7JDMlBDpHwWnqF7S2jXWmRtpuahLlCG/k0PM5AAoquBQU+qX1MEF9
MfVVbnpmSCGrOpPlufZwW0fFG2jxld0X05ED6NDDIeQCbcJ7nui7xcTXSZ3N4mCGS9q+2snSFF9T
/k+a38MQHZn3h8YCboLsyWUCYvviReZ5C1pdSK7pWtmear1iQdLUywulQkX7+W/GCMS1u4BzrLX9
b+Zw2k1dwZVlarR+Z2cqsyOlcmuOSk0OPhRz0YBDDhhiLE69fsqIcu+ooxD068TEQb4Dk3bibUFx
eixo4dC2CxEKvg9ONfPWuP9YIRwd0nDYkHpMVC5xIJq2FMzWy8cv78Ao+ElST2GPzv18WehoZCx1
eJmZXlhp2XVSJ8VuUkl2OvKNDg7Dc7imhYgGOt/+w0C2jaXSMx0GYI3TPBT6BbxCdff5h+FWwqUE
ypk2k8f2Tio2MhAwqMie2cjudnDFuA4qVxxZuPPFcLF9CuAfAwEKJSiY4P4ocI0Ls0kV2Agh8jMU
dz99rb3RIvsC4/JPWhIzy8A331WQcwKevpQpxlM7+oPOYBww+pNWoE901bA/qUPxeWSLoSjeVSqN
WRcylwa/nfODoThW3FumRwfUuZDT4GyxO+mOlLsH3p6OkI8CjbvcvJL2RzElPeV4opZxUtXeOQqM
ahy1jbsKQ6tVgC7tCFj6p1SBF0PaHhE/M6FUW0YPD660R94WOFNJ83hl54l4NDWjOVMApG+nUpt+
RMmk3UFHLiwP07Ju1/P7Tj6emoceW5/XF/MSZeayNJ10a/BhepgkqJUTqXGi3KBaFl8b3LxoUzb9
kaVwaDx2DkxrWQ5/Cl3IRxR+OvHUhP4hA0MhsHX7MHxoJn/y2LCV24+f78DWSEdE1a3Zcxll2GIT
rrsBMPwdJ1Zku3XwToP8FFgboLanf2Mk0DP0mZY9q2z2J1AUG6pvpwNXZRUuUU+KB0y4Lj9P267/
NHSB2y5qXdiJ4n0f3h8K9qOiBQZrGv/HG6nn9lc8C6ZLyxmOdWnmnWmxp3BwudgmQntV8aLfH8kM
hRvj4UAqmeiSG06FO8dWxjXeaDRpQlLU1p1aWzssJ+zP78xAXGBcOig/Qo3Fqq+bocdZgT2zCwfn
gbPI90QaTkemx4HpSAQNRxZoCTWps1j1QBquo+jsLY5NB9VRpic69jjaaOGb9PvPb9DgF2yWAAgO
itpFoV3h7Kt2gj3TCuKSs4AEQDMkoXuM1X5TgqYcmSYHDjcKF3pQHAtAFsv+UDpNULOwqsYHoBq+
pIGdnvRteGxFHxrFnnU07PSgacvDjcsW9KKceY805AFafrvp46O1wcFBBOG+NNMcNsvFDSebLSYq
nzq0QEFwCaHChAmL18nnlzCoP+gqT4N5+GLO5YVOkkflmN5INXtiRJZxNlSIIsjzVP6N6Q0Wgnqc
vXc+c/YXVgini7sZF/qphAKYBIOLAZFiHoGL5x+8XL7c4sF26MaBsS5uu3XtJNxrmQGEBUS7oDaD
jSPtYtvp03SKDxWWOkp5AZOJSVhYRxGSA6Nze+N6wLnF/rF4xgAmWtCqHUs4S9SvaSmD56h1xXXu
6v6nSwjk9w6E93mrt/8oWtS4hf8mTa6LnTPCVYu6u7Bo05NBx+7y40ny55bIULTfNVC4ef9dnCh9
JULcXqCCZ0pHEC8pFfmqrSrzOVIGu/Ew/lw7GObOLcPtp0eeRWqsMw5C3uli/6irabIUWD/whUwf
/zUzvksK03mgBp0JKYUe4WNmR+tphIR/ZL7+eY5SEHIBo01DF50e0f58dfMUZhTVhddEgihTCrMd
zvrB6Yi38JGh/lzrCNq5jMD114nqe5ff/Hbf83H4MwsDSMtWWvsmyfvm1G+6z58vFBe0nOiUUlkj
Td9/IEBWVPMpD2SMgbsyR1PBrEQ7Rjo48CwICGiVcimYnSIWS8ApwpGNmeu4SJVmZ1V4S+oNrk8f
T4wDH4epzy5C25SyfdlEgeiU6VoJSRnvSnWjN52LMRWurFIa0+nHQ80H4v6OgiQQlTvtGnsGJBY7
yhiKPoNHR+qpZubPaZuDQoZN+2zAf7zGxjXddqHQPn2QMShNSQ4zGjVszvvfioBcN4UrDsgZ+MH3
YYShn2Pg9vLxox34VnO4FXjirAnkUr4/Cg7jBqayEzOCMnorp9FY0xQa1//OKGzJlE/UfMtRysJK
lLhhlDqP/Q2fDQpDlk5HRjk0I8AtKc3mziq9mf1nQbuohEkjdI+2yYTtocAF23WwIHT0/sjWewC2
YzcEgrW50nDDXsp/erpm4whQ5hHAWOWwndV8o9hJKz1gBO104AT4FvUGZtfYG637XmQ/KFVd16sG
oz5JlRCdTW32X2KZi3VvjsanceJ5t4b+ChmAnXPpQVFbxWgM3Jc9Hbr0zihslV8SHdu1/rxJMgrr
AcCHdikvc/+NBzXkPTdhDWKOaD3qtp2f4cyOO3qqhtmKAzI68okPTFdj1rDODRVQsyUkODqNG5QV
n7gMLPWS5Ldpi5/peKShcmgULkMzoEDVRlrj/mMJBbLrFFm6l9iZ/sDPeGr99tjKOwBGzxsxZhb0
tsGwlvk/A1NmNJu5i1GUxuXMTD+1pry8kzXW0/i1BvljliTlqs7y4hIL0PTHlIQtvtFdLC9NO8yO
7HIHlg9Iw8wUA3sC4l2ctGPtmAlZQnxMissvRmZHJ4VVNXdGM4kjh/qBoTh8wO7m7QC54mKlGqkd
qLWA2wFvM7zOsIe/IBNDbjHlrY8shENDAUNBRYElSEm1GEov7PzvFhwy4OoF22h5MsZ+te4Qjh3T
0B1YDuZ8TwcM5FIGzLE/b9pegeMsaSqqyGR21TTEV6Fiu2s0FcoWX9xjDdoD85SeKUAre95cFi6+
mGtQgThaZoDK++YGT91oZ2FWe2SvW75B3hmKUdqlOuAFOOviqRBlVw0SF1p++InuUCtZOP8H0X2c
Kp/lEOK3hO56ZuMYfCokj/sv0Bpp+8kkpeFN126lJGq8GWRTHrlracv3Ng8DFAxzn94CTlbLkqeR
ExbPDOPARjcz8yTBKVSP0vU0EGdb25vJJdMThyEP9TVh7P7DrLCGGb+ek5I/Phr/fLv8Fo54UHmT
dbVEUEQ6dpNq07w18xSlUGAIjvnGOSlcvVl/PNSfjw0YxMQUfEtAIWf5Ia28SbIIRgY2kvGZa4Xy
XAocMz8/Cr0GGq3vHXZjcaPQUyLpI5a+V0lr+K6Zo3ysjPzp04PM2ltsMbiQkdi7GGTEDrNE2YHn
pGtj0ZUIibdA9NlrC1Cdxr6M/NYFJWWwxXQs+yYfel5YojvVxuJee27mWKMfeRZjuW/M40BCIGsU
tgUlzvzhfrv8YwiQ9TS1dc+C7PxawGj83mV2+n2yCuzcJ2GXP5vSHR4StNPPeo+zPcoMJHmQ9sh7
CaGvdZ6vZRD/q8Ieb9jwzGqn9ql9lnaDat8n2VgmhLSgXsKMN1NOg6kog50doZFA1Wsjn5P0g065
A+cXeR5ntOeHTn8d00SZNhEBJ7u8K0gnUKZRb1c5S0UCjqlCoqio7XZdi766CM2eiHYkPM03vfa5
52Xp0Aa7su9wwuEMcXZpLZVn2bp4MXZdhhZmEFZkbnM1TQidTRGLBjvHV1RrVXApDa4Ht02u0tEe
v3aGVrSrZrYbx9vTkGTz5LHYEqM5kfiF90N9qhopaQJDkWWPRdPi5z5GJQ5f1hRdZnWl36tOoz2X
vSBrxk4rNIUy1bLsBDFm4G8cEytpLgTJd7zqK3Jpw8HQtrU7aO5lFfvse2Ekivg0TtClrGpudgRK
OLFRbnVncBXsUgV5NopW5tm6wSjVWZc4hXQnArpV8BBW/dCsaqvETCWAR3CeEa4Tr7G9IXPAr1rE
3KWi1OXKsqr+uVRL7as+9lW3SkLfrbwpz917wxwseRr+F3vn1SMpku79r/Jq7xnhzS2Qtrw3N6hq
qovAQ+D59O+PnN1zumv6dGvuV9qVVjvTTSYZBPH8LQUHfwq6PThAe1OvB2xv8sYSeXZtDhLTTxtN
xTPHlgTzTCqrKJilRZ9Cl9VOQ66THFUMgHlzoSuG+aiTx1v5k2Vnjyr/m3XeDfa+VTJSjb3Jbfot
MeGDDAcvYvtPUTXThVIsGQeDBRm2T7XA2FI3UBOQmjS6/R6lpf44RIms9nFf8m8QvIoVt3Gs5qOM
pYguUFYtGVGBinEfq5k6bfQijZ6cZh6ivUPQy60z9O41YRfGIZ1775AIU1KKQlCjgWzOH9Fiv85K
ZD8C4be2jwSVODDF6Ai2ixYjhQIivbwJjHQgrBhZWjHtWpCND5XOFmJCinFisbtuorAJSuV9jTp5
pqTeq4O0p54vcJF8TJhixXgrrWGpw6bmxInZr2mKI+hZPPs2lqc0ZPrNVPJaBudxaCu8OQt//s9h
mPJiRxT3dF56rmwx8XrpnmTSHMuubtLXRTSz5vml20wf3ZQ772OHsmeTTmokt0adiqcJsKEMo9Gu
rm2ENm6Im1ISDKZNblT6eVnjRJvTuhcb6IrlXLpJMV2ho7DfhEysPBy90mq2XWZ33QaXLQoHsyld
+zzV3XS8slppGPdWri2E77tzzMPQ0FQQlCbBVGFueyOdEHbmlDfoJNoXsVJUO6wTiY4exxqil5Rm
qeIiWcQ4BIMis2dpum7tx1NDoUfZJPMTyScNprwS06z72izKQktNMlXn9Clk475GeUgCMlzWixQL
NpzGmXP2h64ctCCzaixU7TTI555y+9uY8pzJ97gXh9JIKTAgrNhNjrVFYkrYaZj1CTzPzdFXTY7P
6HXyicMX/pIxdGWc4Isvse/jyRqi4dwSaqHt06Qvz6tGFhJTdcqPR43Va1HY6h37f/tadwVsiWs0
Fq7BoV7lSzXqn2FuvS1FtI23MQQJrYxVMpNB7I3dVTqnhIJPaksJFtJR/qGFseNRJFl8Pcx20vlz
py+9j908ysG91/IMZZTWZ+5V29h08jctMePrLGosnX5OjFl01eTck1hNS8+fGQ/w3kbCnMIGK38c
FN7URBtKPY2rrmh0PezyhbQab9ZLsmCS2RvDDrFvTClVm8/xZuooojqAi+bUSS1eOd7PMhpuYq3P
MJ0I6ZqPjTnMLr0TnfYaaab2Knu2gmOvWZPxZtslo/BhiAyoztr1oouZ53cMxlLqLwoFGSX7f6I7
AYrPzNq0s5Vdg6exNhtDtgkGMsXmZmtuQX+Yl7c3mN5TjHJu1rs7Hd85ayD3vGxD/Pt8KanDJmV9
WD2flaY206aZSvNSSaL6PlkcWmIQwjnW0Rb98A0J19Lg0zTGu2yeUGs89WXeiENDS9xDQQhaLanU
Vo3ic45lTReHsJZjlg0j1nMvwq6xEk36hkej7YOeeb70a41aW3oWVDcJBkPLjgbZQ1PQlLp7sDqF
xOpSbdTXcWEXIM5+dt8VgXKf7zcRLYSntfOpeNGnbQvYvbDL4DDcJNUwvyleJR7wTHYUmRlujl2Z
BwosPM8TSeh7nbKAyYOgPw0k/nZJYM2dnmb2EEl+dDQUNaMZW6W4xDfjdPY2lm3X78nYU+vjosWh
edNsmD2Wok8OSeeuCZgN8RaQ4mIAmiUPXdBh4xX0FU1RtmvGLLnptGRcNrzCJIlM7mztB6/x7lw1
o7G0ne2J3Dr4JyvUYraMjcmWd1NPCYmrIutriokqQ+HZ9xyqtoiLVc7opBoUkrqbPt+TDuDdLNFA
wJOaNc1ln5Pa0XeOKQJTLNFGRQePIbpq7WsW+jIFZckL/k/NECKiacDNBkKwUPldtBNd2ldLpI3T
4nd95HyauaUo+ChrV73SkMWmmxaLifk65XaX71jWTnel9mbC3qGxSi+Ij09JgVlsYd8mZsvel9h2
P29FQpD2c6tn00zPiNI3O5JY0VQl7WKlF0quz9qt542WvqOmUegHRp6qPwhiqKjeEslobaO0jbFE
e/n4JuuOsI057Y1b+hujCHNrIUx3T0XDoG0iJ2KpMhFb5UufDMbnrw+RfxsjtHVEQysAic+49pX2
MohaZzuf8THMI65nvaDtzoyzK8cmfOLXl/rKr3BaXcmVdWhZc+zsL/ShYmjoRoyFehFUpryXbDu0
JWZNnKretJVkfB+TuNUPbT0vm7bty82vr//Tr4poAYBvFUJ+1RCMmSoyUbSMMQnJhk1nGQ9NZEzU
0MnmN7TH3yYmvipsPCO9vabiqF/GDEESjj67a3ZGBAGsaOZMcUc3/UOIghvqgjZhA/agVxC7/Xj8
V2y1jJyRN5fekqeQOpy++p5iyLpTfxfx+ZPfDj3nihcgY4Jt+IKGLKqbL92CfJduS9XXCwNxrJXg
4neFbVyykSXbdKnFRZ869ZEmTPfPX/92P7uhJzIHyQNJQ1+v36SKU3KEQ1LuRs1uniP6DCxo1F9f
5WcrBNsLqAXWISRIX+b7ui8WJqnRJKKkqjfmpNAi5HCwmMfI+8crBHAeMgMGAinV30ZE2Zl9JksX
aUfipZsFVuDCbi3326+/0N9v23oVfA282UCXvsYDao7GCQbEiVRYdNX64JK5NqXdb27b33ERbbWE
IIbnP1hgvyalJjihXSfmMkqbj1fM387GINlny+uAeinZ1u7l1E6EKM/DdGkXmrKp5iyjSxyxycFt
hwGgmeoLR/HK35Ah6yPwPQNDMMyKsiOKgIzjCfnyiBRz05JugoLGXGz1LSb1YEvBm7ntI47oLh41
mkF68TshyM9uOyliQGuooJFkfJn/I2/uK16p605H30xb0KE7TsL4zX7206vguYOSg+sn0vrHx3/K
+rFj5zT9vixojy3GJ1WdfkdY/B1iwJu6pviDtoJqn6Ihv4MYeKElbmzzfkC/TyZPp/XPlJfglm8z
56YqtOmvL/VfB/y/VpPb/+2A34m38u37WNj1X/93PN8f2upiw8nOswzOs75N/vK/K8YfsMxIL0jl
RCYDDwzw+R8DvPYH2BPK3ZXq5EVk8af+nQtr/nFSQwFlsvUAHXrWP8rn03/cNiFrCQjlvyxDi0+K
nOvHhUhkxpAL703UlZuSk6Ui2bUrmtBSzUiUB9noynnRQmP7k5hqKpVIP1v82WusmHTNqj4UwrAY
PRpS+wNZq8aLDuuX7iV1qs2R6m0KOVJhc9wnySuj1IV0GuM6wj44HLFOeDXpLSnZGJDFSVpSGktZ
3Pkczw3EZ8Oh/Swa9JwZ3u67MBEVZ8feq/nbjDJN1UOOsns4GrFFvgX/T3dPQo12I3itdWHbqd90
m9qRc2Xuei2ImkmQlD51zVOWGj0pPeB/3RnmgDrbL2ndWm/5vMzq5YLVq9673qC06JfqoiZNzuir
INW14dOVqtNsvDQZ1AON6dSY9hE3JnQqhOZ+QdvO2u9mCqBckQ+h40lzVzvD0G/cxenWoafERJvi
3iH4LkdPxOzRk6VG9pt9PiWj0foM3Na3UiuVMyYdWydd1ZgpyPBSyl0cdbEeiO0CMF5arT7C1aQe
WTSDV+2trJnUzdCLBgwxKd7UVKdDzXUbexdHitf7VjwXtx69twTIkSMFokDn4gNmufSbGdO+GypV
nVwQ7FTcOE7d14zQ4GtAPZaQ59MSU9kbk9z7jdSsRqEnwVYelKgTlDnnrtqSsg+9w13KHWsn6E62
AtWL5E6xtUzbllSygqZ2ZvdupiZ5anWVOndUIU6U9iZ6pIRRPNHm5FX6UNBWWjjRfpiR5vpG4Xah
ZbYgVWZskmlfGIxbC78LdXqekr1QI1e8EvONTq8xOlVB4DkbwBQTcF+pCkFEHigUfiDCU7Y0jY2H
aErHOTSopu3p2SuVK92Si0KCDn4iomvT9GykKIq+R1Uk4pDVZgJKi1mIdjcFptPXhKLoPhDeQIl0
12ZKQPdPQW+t24vrZfHSd2NIkvYQw6x9G1zPXILZ0rt3O5rLZ2nYFBwqniIoVlRFREANUOFZ3S7V
e+FUKdE3ZBjdqImbOoFCOeq33q7tS7q44nyTgW3VgV6Y0xLOgyuH0CTa8EOhpGcOhtnRQebyYsoC
wxidB4dcZVJZ8bcI2n5oRD5jENWecpxLl5VpYHHtNHMihi7GMMVxt8/uatlag58Iu6p3Rh+d2YPV
vhtjlZE6Q3jTs5rGox26nU1T/ZTWSRyMnTQ+VUJXSt9VhdOTvmdi7ZlwrCP3stNe7EbM1R9rpRuf
zkOo6rdzTnbjkHWdEwxRC9am2X38KdVMoedtWNMm+6XgB03UtjmPImtRdzERveIwJlmUBW1TRfwk
wKozuW0cCneVHOQdjdt9x6m21d1tNJgq3ZedTYCRSWLvTM948pGnAFK+NLOx2squdvMgk+a4kU01
EYY0RMpRM8fyky6vaICKKvWPyDHS7C4RzvjpOMn4KRq1dXyRKdUYQvOiZ+5LV3t2aRV9tnpsb4HM
NPdREgdlbUYVQN+0UlC9Sk7CX0A7PhPGUnrgFt17mylRFL5DYFGP9cT0LmxkH9+M1qyn26jWuS82
SzKnV9UqjkVDffqmj5nPI4Wf5aBnPZtNAcZB2p3lKa+Lgqq45pA8P8a40J5pzVOHcBkkuQzkwtOg
S/teQEFkPBqAb55Idrk3TVSaFbUtbzu4wPklH6KsOTJFOAd2jYh0ocrBLGxVFQlL1VI5T05EFcyl
4fSqs1XyyP3M2o4vV/adRTgxio8LLUuUYUc7mveu6aNbbmNbzML35CivNLDVBGQiLbeRqAFy+XzY
mkwgNkBvLkY6NSGYvF2U7tpdotgIHGtpaWOzOiKYs36aqZOl92vaE9VcU1U2OfY9kGFUBUPXxFfJ
EFE1a9ATfVvSYuT4iwSm3KSNQi04wIt5U6flWhCaIKMIREdZLyBYWzph4kLKBfnqGAsi1BtFkAIl
3qeuk3mBa9McCxapxZe5FdFSze9enZOMANolgeQ+eBlASyWaFaOCqNJsZsOVWRvobDTLFl3E3G9q
YqTJ26qduKNMW8KqekoV8UQbidaiNGpT51l3lYZd0jGV7mLgwSS9hblcO7T9DGY7VkVqBFnjEB7V
lg0oXqQgZe/TUc/ORnMenhx9gq8Rg5q720zTRO4DRad/2mNCwbof6Txu50M0tdrjlBUpnCfxe6vt
kfH+pobDoeuYF0wT5snQPS3pPI27wquIKcO+aSkTYrUxqn2DtMZzSu7Ylg0jFq/wRz1Bk1qt38Td
OH9OblbQFiRIvIr8YWmKV9L59L1GrFh/WWqKlj1PfCzjPtcUwlu1GoAjLK2pn2nAc41vTc2E6IyW
vUvsKb2xFxI4KCW3+pa6bPO8eCo7w8T7SZvyPf4CNhWDJZGcS/bcOvQABOkr7FwqdSttmT6j3OCj
m+kIDKTT10tWPaJzjwEmBZ/VyojGNtQW7y3dxqBfyiuleuW17KRT4xXI5V0kmlo5V2pyGenHcMvn
hphaCkxxI+FNDbWo7cfPJVe7d51gucuu09NlPzamfR5jglT9ovRowVzjx/7tTf/vqftfq3X6/z51
bzoBCp78cPBe/8S/g6ecP0BxOHTB94NUq6uv6t/BU/ofeK047CL1IeUGref/nrvNP1BWoO3BUQ3v
SVDB/5y7jT8AwJAhgaHA2yOUMf7JuRv97JfhdlV9nuAD9IUmYBAf/Hv6N6U7Wu1sts04w1N0HApp
Xeu11ShMa3osj5Jolh6LTkmnMQWthlCdcMgW5aWVEopJpqYunxshTTKQaY9lx4JE0+UZsUDpizF6
gziKyRAM5kDkiDdysNWNJmrbPXQs6OQo+ypaa9xTzdxhB4peHKuOrqEasyLQs0yrQ8WaGzLeda34
6GiNeKW/XnOCNmtlvEshk+6g/5o5TCTyjiArmSRC260pZMqnMbkxOIxdR+TgAxXYoOM71ZLEovKX
0KawNGOdhWlXyzPd62LrmM7gqyQKq9LaNYSQag8k4Y/1AfAIoCqfeaD5+mUcH2TVeeSJcu6Jt1Oh
xoD1auOpV6U5K3JXWE4Tb7OoFBPaDSD+wHZk6VF3rkiCSxjlgVqu0oq3FIi8qyY2VfDNPPKmTfFe
+UzlsmWbXlRRh6UDabGxKlnbHL1LzkphM6VWzSzTZ/Fy56RV3N6Tu6pZyyGpyLJ133U1mab+rCRH
TO1vBqcVeRQ0iBRT77IfVbsdb3WFirgmKFqE2xRNDJPVwiMnvUnIxO1ip7zXYSHUBmY3a0sJ5TYQ
OOUFxO3GGuZg6Tlb2hjafkMQJtWshd0Y9Vltoas6S/o8e0XaT3bt6vRr3OtxFhqdC5OYe1+la3q4
i3Oel42ZAuXSiq1r5W3VNEZ2YcD1ZjsnH8YxMPJUKiGc9iKw8fecuF3CoGxfQ0VAiRjMj35YOsqH
bU6WY+0E1dh4yZ5jbn9oy35qaXaIvIW61ioBRUotfdyYKFudLVleKBdIr1CNoz4Ltbqo5hEChNN3
ee+VRbt23GbddUwJ+xBqBmvOXzLHDFsld9pdFy/utWjbSQtbiGHdt/mryF6006vEysp67/Vw/og3
kunZcdIR7gi7/7pu7WhItrY6pdMB8jbSoQN6or1dt21GnBzDrO8mq8M4YKaJAWuS0/CKSlNO+ivi
wCYL3aSkQ7kyhr458yZ9SP2Zyh9SMrQoruWN5knn1tPqMdlPg9piNPuLEBikKrUHRaZUiesn/gBK
Cy4hO/EK9EfAMURePuSU254oCGt22pE8yhNPQRx5VcaBcSIz0s50xTMyJqiO+UR7dCcKhABPlUna
OjEkSUcrehJ0fxEoJzLFOhErhNfHEXW8J8LlRL40sYCHaYbSC4yVnekH4qED/DnyUlvZG6XRSBbF
n+rekPADvZOfqB6zapUzcSKAxhMZlGQrMdScSCJK4VVStVfqSFXEbIXEqnNkhcSDXqL+2b3rV87J
O9FP/YmKwvQvbuLJyHZcFaqqPdFWTNFQWOaJzrJ7cxBbdWW5nBPhlWWo+sJ0XIkwErbqd+tEjyXR
Shctqpdm5EMq3tE9kWlEZQw39sqwCfpmbOhcHnzYu1ZwRKkyCLnYQQe5KU5EnVO58UO6snctvtCM
LNEComNMCI7eNieyT2ZJTs3QSgFmKxs4nYjBauUI7RNdSLK9ezBPJOK48onRiVrEcwPNOJwoR0qA
mz6IWkGhCOHU0JL5iaKEtVKPqM4gLnlCik/qq/IzziHmw3BiOdWliERFc3sz3tknJnSmW+UbgDj8
aGLQHObH6Uqbitm8rE9cqn3iVZEQ9RRbr3SrTX5mttF7FSWKy7nW3YkTO4tkUd4s5BRFawwp/K08
cbm8yeB1M/a86/LE9hpLyQMV6ysLbOae9kJ80sQ+YfbzjbTqWNkg6onMNIhrvScbWOFJJi4+J5Da
11W8rf5ikztfBbWnTtYUOhkx0YRytna9WfMzeNO59ug91WlMM0DUsXn5jq5Mpa91VJH4hLDG0xA0
o1fkvikkI/6s2PYNaZ9JZ2xNOydrJFOtxfVzwkCfpIIn4WjPaVL5tt7pBCp4buEEXmlqH7oqiZFD
WtuWxxqFDkkApBPUIUAN5dFmhyKf3A9D+wD6WiRcoddTBz/VRB/7c0ZF/ZZI0nXCUsrorM6WsvHH
wu0JJM4y46LRS8Ek0NLZMmwUzsKIxyn/7h9Gz+zvogWADk1S3lzzCPBdsSYyzHlSGQ5FEvG1PUOr
nhadtYHaQlTsNW1BLU+qx15/ZvdLppdwOY2VfVLa47gH1ka9+AVweubXUz6sH3KWZEGibiFwHoNI
/uhk7dz6AEV9fE8ArFJfqklnNu9pq6bcXb2qiirMIiulrrkj5dVFJuMSXxai3k/VbS26WN+0bj0V
QZvWCj3ogIXoexYNNjsfcdX6NNdIlChAzjTTkLGwG6dGPSRFy05QjASKhoPtNUrYqrryiEstfrX0
tr6tVn02+dEUMm8QLuYX41RpzGJ07QwkZGfRo1HNjKRtpTqEvcvR+9RrrK47bza763T0JFoPRS4X
yDAqZA4yqW9yW8h7g/YfgCYkAuUWMb4Y/R4koltXUpX5JQxL5hei8mx/cgHhkNe1HpeBAeLEQmfs
FFgese4E6Rem2IzFtJxHRJh3TA5FvOfF2Y3BYg/Z1k6auNgJG3dzaWm0TDpZJm8Va6LjPe6b9Nwg
mw2u1rWqx9Yd5eUQM5GBdtTprQsI+TG2rXWbZWivSH+utZhWZpTLxPvjxgo6Qc1rjgOtC4ZyLHck
3Y/OARbD6rnxtWb7yWQV5VY18urBUpP6qMhYylBvx/qjW4QFaCIm+cxBDBlZ6Qk6BFwb9HUy8Wdi
U8i6GY1GJK+EU5ciQJbRTAHLgT5lzYuUOmDRjPsOGzet9dAI57NR65wrScz/025ARZiqR0ooJXBE
7MNNq1SnN3Z5j5bWKM+mIk4d9N9rUnVZVp1BkKC0250n3FmBpRjsF1XLkKfR02uX54LnsAZslil7
utLTtVEAWNWbRc20MsRzEbth6yBO81EHDi89Wqvn1NAa/tpCzOxti418QuWc0qJX6Is+pO4w7oLe
WZQP2buJ6qfmqppDmWznvkywgYdF2eKgsLvZfVivTxX3FBFK4ucU7qmErZQR4iIatVyPF0PTG/4Y
IwZhKzMabU9Q/VRsM0QHBFqBaIQW8TKgW3NuSHxrhXLRO5XUdgqHvmRne8Abfo0ItQ1j0av7idy5
dh2/3U2Vy8jdFoUy3o6R2ca7mWAlwE0XbZxNZwL2nTwo0976VvGV1LtxavuQ3qypfKzWxFPPj0wz
8XZILhkXSFVd1NvV0OHcy9YkXp+YxfY8qvJBCYquq2+UTvMKvt4onzxA6tzYJZ4bt9t5USQbb+JU
iuX59lgn00Uz6jXp+kTBc86bqR3IwFj7ZLG2mdt4N3Lx3KtYlqwRmgBAsuy1JLwyam3ySzQGqq9y
WkRYquPmYgNX10xu8ls5FDRmAaQJ4dBv46GeH904T+qzMlM0sSnESCuDTZr3TN53jcWy7GaWx5wT
Xpm4Ub7TcVLbYQYkkKL6k2Asp/nyv5P2v5iGfzVqX7zJVrzl+f87tPlb+dF+z3Wd/ui/yS5HW4du
KOv/jNb/mblROv/BvE3+kskAjYn6O67L/IMGIjhKgqBNDGkrFfo/XJe1ErGYFymwg3m27H8yc//I
hpJ0usZvrjZ3sq0QCHw1lY5akRcg0cWtnFQZaA3qTdW9G0YsP2Jq3N9oBFbe7H/J67+uhpsf7g/V
AUk/66f5jnu1wcmnXKmLWydps21BXUd8NdLmURndRcVc7mOISPbf/SjXf/3t3xcK/uSa5Etz3OUW
w+ap6z//7pqIaoXeg/7fwgRcTQmc0NRNu7pNNupQObsEhDDxfheN+JPbihV5bVCE4yT3jl/2+4sO
9uD1lZbntxSSLPuhA1+YvKdOcc+Qtf3Ot06n19f7ivmZtGkuuN5XsqB/vBye0NJNc9W+9a6sgSpw
ZlEAQaS+vgY/06YfiU3SV/ncx3daepX2l253ZZSQY76MAjUO9Y4Ko7d1MqW2R3y48YdbPUzNk+iv
1bV0/tMwD266gW7sxDZP7832yhZnuRuQE5gMgSOwZu3c9mWhyKgEoJ8oer/v5aEVoXme3lRiMxsf
c3Vv4ssuL3NxtTgcj3dLvXPdXWTdGk4IRIrXyqVjCTDZR8vpjzV1QsouE2Hv7JPdpO+VWISK6wTG
rRsdjJ1zNOoVrPEr58p7XN5sERYWfYT5MXkxn7J3vQ4y5Xqx/swVdLrUszMNNtX1SDOnWXxz1ZfZ
vbPcN1Tt/jxQpF7f6M0756wQFTPpyd+G6LWzIvSRftxvW+MwVBQDJblvNM/RchOVYcv0xUxq9QPf
2IKXenbIQtaMJyU5k9PRtnkHo8r3tDO1PtaZ316XSaBHvk0wdhyjmd2yFuI6lNmZGYXO+NLjQjZ3
sRIm1cEpg18/CF8iZ3j6WCUQTAhn4NE1uPcfV0mTxtBio2ffjknRoLCPIA9b/OqzCrOAgdHcAtsb
5+UIzzwrzT2pl8NvPsPfngseBnw3vM80G5XHV5vk7HRdluGJvu3cN4gLDm9juwR2TTsSwVZ6+Otv
/LOraWyQPPbG+hB+gRMtRe/6apH2bd57D/AqDEz2WmM9pOcT89Fvrva3jYagDcddg4ZRrq0Bnj/e
3mh0BqVn7LmfEEnRqdOEzEkPTh0dSLM/s73kYcb0+9fbl9pGWn1/srudvJE/bKlrvAfJ36geeMEg
f/jxqnMUl6rJAHpPmsRL5+xFMbgPXhepvP2zZqOBnvhQKtOmRXLuOC5rmSj6pGD0p+bNb3vXOBRd
VgE1gVRO6e2vf4IVa/5xywc2NjG5s+JIHCQz4cfPl+gWXXMMZndlfeH0O35tB5rN3Vs6KbjBqslX
93O217bTYY1BAcSESKw3yreMRej5au8zBZt3HSNMkG6LC3lGD9nBOjq7ZfZ7GYomgCHs+Y7BOi6D
PSS+NoZgtFpgI4nIfeVob9czrd+ovvKhnLdHZAFAm5fte3wnjvqZfM2P8Vbsok2zQbxdKmTX+1oa
RrfWy6/vxmkj/uHXOt0N9BZoDtGvfX0BxugIwI8zhMUP4xwYf8YN2gAIxABcQZhB9OmcVQ955+vX
+Rk3YiKJUQ1ruW08H1xSwmv5ZPs3d/XFeJZ+q975Hk5NrvBvVtXJPfyrz/lFZSZjdRwXQpfv0gMN
gTOgcCAOcludVXscUGyjnxr39jm7XLbRzfCsXZXn87HfODSTXGb6LmI8vRAHbw+0pt8aBwNKKNkm
FTgkZ/hQgUcTYS3CJTvH++ROD50IaZYbG3/qfHQrvMEG1882jKTO3jmLDuO1djPdMg6tYwYYNdVf
ZPiJsOl3ue0by5U5nXHSbqMLr7qeozfKV7vutkRmLH3zOb+M/Gpr7utdelNfVFd6FlR38iLdKdtf
/76nMPGv943AImyVFpm6UBg/rvYM2z9I1ODeJY/qUbvSDstVet5eFpeeT47lk/nY+sVN37BafapW
4okYIDQrweBtFS1Iu2B8LaZNXgYulbvTQY7XcrXIB6UWyDbgz+Vy17sbJ9kuyEmaTYnkbwySPpzT
nUsWOCB8GTQmlEbQnqdnVhaWr7x3HHejiGNT89Bt89fmTjn2B/cpfbWftIvhstgq17x4jMZPb2g/
K1x/ZPO461UmwDtvOAgr5Hloqr1hIobZKuluXEJv2OTZRmXEEX76m3Zm40cdIC8qnhIUpIgN14oH
sih/vItzyhkHNY97F11EF8ljfzQO4iEKgJ/OiVzBKqWoflVtBTxGGXiFX1zYB8otzsqzZNeE3k11
wE21Nbdq6etPQEf5RbX/9Q9NFMmXfW1NWtTZ7Dm6MydaJwnZd8dKoKsJKLuZb3J3lxS7SjuumiO5
tXke4xyFznSGSRHUlg7NQxwf6+SQOzc2TdLlQfWOxOu29YvpPbjdsW03DgVnc0DF2BzhywmaP2uX
WY/43mP3OV+JiDor37gpqVZFq6z55kdG3d9bfF1/6vaGwsF4fnZREUwb/rkhg5xhkArFMXB7QLyA
cusKD18VJjpykJDivHk8VumlUVD1HEYIHsQ2ifd0bHG2EQG58kBsV3l1HNQHp9Bw6lwu2UXd7FBL
rLtxe5WAWCzlZWfC+GPr1ssHRNOeF/JgDv03PnzT7QhaAL4BxnmHvTDsu6w/w6hIUdag7Oz5Hd7e
t8t9yWzf2yXmJ4MeJM4hDNS5yVfkw5iV5JZyEqSlDW8be6RhBSxR0EPqHJd952JaDolX9EequKRz
Xky3jrge+gu8UdvBfUyce7KpENNxt/6ZjtRlgTLGsIev6firWvHLox7hz7YXIr1uS7PDjjelh8ie
jU0DchUsjfObN8fXowxWnrVWAOktonEE0F8OFyoeUZveaXkbu+5HKzm6YXSAlaf9m9el/pvYhy/6
Z77cmnZONo5+amdAUvnjE9glcHJo1uO7lJB3v9eaJUzK8k+CTtdz/lGQdhckzqGEhDuPqZbNxphK
q1juvdo5yuq3AU8/+UBQkACdfCjyhzAj/PiBlDE1icCdgGvc6EmOwtpycFwj6M5jo899EUe7zuCl
qhQ3Hpm4SePcrLk4TCPqjTOb+T8cZDnhcaxZg5oNk/BE78vJkr1pojxXX24jOe7MBWWJOSK8bpot
LI0SLqtAmlv8z+T868+COJY+YqTYuMrptf7xLkyJ0Tlu1au3fYIhT81aNRi0GJ1nzcr79Q739TRr
4ZdFT2tiolmHZufL8lbi3BRxVfS3XdMpyOA23eQgw1yEYLJ8NQz63DLN/M37k6Py123VwvtBkJHH
9+Syp1fDd9vqJPXakHWtg/YeKzco0oMwPzxSzbPqkqJdM9333qUTv5UFljWCjlKUh4Z66aoXlge4
X71Yzb3ZoRN7LNXraYJyvpvrx7l9bzpWyXQn8vOxe0/sM7M757SclWfZsnfnfdlczMu+plzXJC9H
MMQhyzOL4LlwMPrS1XygdzrTKzY/Jjz3apGb/8/eeSzHjW1Z9Fc6eo4KeDOFS8ekyaTVBCFKIrz3
+PpeUFVHi0k9MWreLypU9eSQCeC6c/ZeO162DSHI1Z0RM+rxmh81fZuLL2LNBK4K1/WyVedjKryV
nDkWAmNamURPwTdYetVnPTz11skoH2uDkxDhV4fUvBFCX1a+ZeWjhuAHuHXojvqWNW4w7jJxZ2mH
Jnel4s0iZrlpr3TrBhEW+yFXyDZiPNhDtmfmXwTPEp7M5EFeruXoxAnb0F3qrnbMXRT2svoj6Dfa
8FUqrwvlLq7vM463erdPpE00Vu4w72if4kt1xAYDw1XcUUKl9tqYgatoR7Bm/beoFByz+CrRQ4+0
L20UOxYlW32TSQ7mkrK9K2YOO9smdkptV5merO44P+vG/dDfR/zWONWdRjm3szOZj73lE20oK1tq
FHHAwXmdq9vKU1Ccap8YjD6s2mzLYOGhIoeaA2n94rRkDbkkL3KgnpaOThsKqYoBVE921Zhvqso2
S2qr5pPNNAfsDy81gErO3ISAsLFht/B+2IZR2OP2EZXT4LePY7YVInc2DrVwJuWwnjBQ263pyrr9
pfje7YYrifhwdsVvkeISwW0S7TdsQta4r7hil1Wd5Q+5owqeOdtRYKNFINhTyPzJFWzVwU7qmZvm
SuVAcW88p7Ej+dmt9ZxfSy4Jpl5/PV+rD7jF9u0m9vJN6GW+ti18bO3xHVX/eXLEh+QbtB0rJVLS
Rud2Zx2E3Jm+D7f8FFMOxSXYeogUV70vRlZEGzafNVg8cin56WnHH/LYgm6Mg/EqbevNdEA09yQd
unN35kWUH7Qr5Upk/n7uN/VxgvN+O2yD75jJ5eRgjndTRvdl/FEJzogZ9geokfquPybn6CbchBuc
x9dEju/TXWZbD4UdutnG2Fm3mmALu1zdqmyP0+sEke8+2w6b+jw9FF6yx2tlFK+h7GR30zH/VnhI
pX3ZHTb5i+Jcsw3m/9uNU7ql2znVZqBJjx6+9lDRVXt5y4RXv5R+7s5sVuQTmdWykw+HGuhxvtWc
/L64Lm+TbekvX6YvwmY9o1bX1hsC8l191rfLj/BZm+x5Z/qS80QlrXSru7y3+duUB/HeesyhxA1O
d5K7Hf+5NLdrAb/35Kv5fvpq+tlwZTEqsVJ+FXNHp49IM7VwZ/ObGBLY4RWnynSt2bberLd2V52m
IzdiixBRPoiH7od5HZyiu/kwHj4783xcKPBHSIAsqUEAab40QZotVQ4UEvKpKOrrVA9SNye/0+/z
YvSSRMd53mgcGJvuk1LST6vXr2ctst+QnelUs0RD5sx1UVmoFX3ocmF9FO3My0ZpoxKy7zIhRUwd
FqiPYPBapa69Gp7NbGT7AiKgLev9sZPbR6kvD7VS75sIT9yfl87L48tacIKljINVQuwM3fn9cLew
1MdCQI8nieAohJpM47gY4n+7BeGbg8wnO0tfMwAvfUxYQ4LaTGbxlMQsQ4AAHsVIvFXFgVPh8rUT
l1tArJ+Yz6QLhR47EIpbVLkQA643nqLz+++GB1aQSQiQTogM4sVBf5eLWyoXANXy0K8Lenv2pKDB
2hbydSJsoskflsdMPsWUbaud+UOK3dcKahl5taXTZwdDOoVJ6UzCi1HXzjRcx9q5Tw9zhML/dhl/
SPmz0R7E7HXob+vktkwei+FtgQGOZiQhnMIxFhvoBgMqTdxec9ikSJRtgTn4MNeSyC+w4EA/mbyS
pTfZx80OUfM0ujI59TGOeTQstoIYIXKjbG9Sh/Q1h0DvAyfgLSvXXetx+nAoMLnUOjaSPztMCX7r
hdfmXfClfAse0rfqufQ0FyeBC9jPpc3gY+vwhpf0KX+VXuqDtJO/zHcC/9Zux8ChxWqK1N3tkeiu
0i3C7SL56XIahO1c7BTjahrvio2pbKucmOBvc36cGMWDLwxHMbnpxp3QovqgXRJX20E7J/WVWD7n
blFfKeEORFmMySg9WJz6w10WbwvFt9LNNOHcYD9si4PDj8NJvK9f0srOXxChGyyGFMgk8p+RIdLR
t42X+PXPw4KT0eU6+DNSD+rEemT+uH2dO5MjR9Yvp4i1qN5O+jZJrlTVR0IUWB67EH5e1V05RrFB
+BzAt8RWv1i126jeUN0XxmtfXlO8NZcjriHKUqq0GWK7irwILTkBv+z3E5tIpvaUvQjPVe6U163D
bowjJU3Scxd4o+QmuSffBOf5WcfoMJOXYGt36vPwKL1Fp+Ix5224C6+QzHnhvj5GfspfYH3JRhfo
SnkV3PS+4fEZd8Vj9VV7HDalT3qPgMn8PG20N62xDV447DA6qne3Zw7nA26jG2NLy1v8WrSusdV3
bDIa6V6/0f1qH30pwARiRPbaXfdG6ah3ZsluX7Tjakk+KkfNsxyBpTrd6G7rh1e6TYCAI/qNx5ZX
+JpwomdAJY7yhcO5eA6ugntx5IBMmUD8Lu/QpVIUSBysbPWx3I/XynbY6t/bxCZE3Zdf5afkMKOT
u4OapN7jp2LEQYWovGRxU5bfea9RdJO8pdiKNDmG75VxNw+7WTlH1bLRpisr8pPW4ddwuBhUbwvb
OIkvxVN61F96RCU8kmP+ULNVqKlWevzTBK4ubPXSn9hxdXarQ1GAf/BztR+3VnsYhIM5HMtRpLzz
3M77kaKXaE+vw9bYmDkMJcq83hhtYsUd7lIUJw/jd+3HcESSCesE7OJoIovAgYQoiGGzRYqUhUS9
+1W6abWN3F2n2VE0fRSU/OYyhfpiRz8iFX8dmlcHJJE5u2LvB9o+sFBqHhTJ1yQ/UHaS5JvlPhrv
Umpy4Vbv39T4plLOCj3FYRvXQHaOwIaU9mZkL5uApnH5SdRRZrUp2VmMTHX2wuuC6DBz6ToBDoCL
V9K6+mTf+fHMrGOhpTWAznr1ZVvrZviXs5SqNblpwIQ95b3RYxtghAcxIv90oEAepca+S09Sc6XL
/W1RAn7KZVfgf8TwadQE0b7+efx/KGHwcVg2UInLMg2Zy94PsrmpBEAunaRnq7CIjNcqWnIldfDJ
/GSdojf0YapB3MfGwAJArXCWvDi+ilmgDMi1l9Pk5tt6319PV+MjfBPf8kYgG0Ca7EVy8mjfT/cQ
wRrZQ4FRPsi36v2M/PWWsmpC1HrqJJRYEWo2HJ382LLbwpHjjRnZ5rflYRZtR/uKIwZOvY7C27Az
dnU4l3m3b2XDy7ubrHXGwYNdxgLVw/Ar3Ya9XGeLt3ieGOg38wvJDkpyH6rX8+ApTM+38211kF+a
bbjLrzpv2YebeGOd0o3gdYf5VnXTDcW4J37fDdP7Y/F1vKquSWpmXlKuVaR0pPTwSgYo0DxtseFI
zvGmS49LdzulRyRUCEHU24lIevAj9TodBgr9EqCtdxJLjuSoBs/GGW+Fh3VuPIq3fPzwC0CV8EG8
pSEjPitvAnNkdqCwaIR28LKgocS7U9vMMfqtcoKD4ZaOZGv+clX5kU+4nCu7sr+8NfgHLVt4KF6t
xKlg1YEWfRgZd6Zd/+BGr1PNdtnrz9EJxVN8X96bJR0cFGs1A3Qo1lXT+m7djoKjSo4w2vx8+zow
adF7SG2aKf1b6RXH+iZ+5py9N6/7vbXVT8mPkPV53DdX2b32bd7Lx/TVAmPMjHVLFZF/C9M+eVDY
hFuu2vsSrQbpoLER19CwXWXDXRsczPZ6tFwBnTk4ue08XU3DXd/dxuoxVP248XvdFRS3kvzYZNJh
enAzYWOh5FJcod8u8SaOfBIuOfaqEM6+UOHUWyZuN28dLeFtsdMnq0CDaNOC0r25u636oyxv596X
55OsHvFNRUjz+d7FldAfs+5G6AJQUUcrfqzIYEPS9Ekh8DdjltI2hhAFeO7qvH4/hZg9XpJg6lDg
L3l1IyhxceAIPdkry8YDODL/6zlihS9L1NQx6RN1enFSTkr0qOMopKeACqTTxSYzZlPvSzH9PpuE
Nf15RvpJ9H93hFhZz1Ty4V+SBcpk+f7rWUmFbj0y01PSBpW7zPmrJhf9rWJAtJq7byLOsHjOvDDq
Ss+iU25EGEOzomBJ1VmuulymWNHS252FTTfEEYK3vvOtsP325w96+Ri485QP1nKsCH5Fli/KsfXU
i0mX5DE4HYsDZdPzmur66gBWnGXEXfDny/2kn/96X9brmVCT4UnSNyeo4P19SSsrX6o2i0+AZcZD
Vs9XU4LwLm2j1o3j5Vut01qeE4jzs7lQB4hMw6eWWDilmjWHoakpoBlUIARczVvdEnrqQJVxVVFf
+PMntT7cGdgtEjEhKqsK90a7uDMtB8AgbZTlLH9B1Uv2d4Zm/F64UTfaOdiY+9wr72iwRedwX/5Q
npjq6aLFXzKU8DkFPuSNvp7cqpzr2YABlaNj3l/nwAxjXwDYBWM49bTAlam/SPhTlXOvXqvD1jrl
ySGUDkXgaPWBXV6dOUljFzMdCt8yHajbmklESraTOr9v2ET49Mqskf21W+fHQqbadycEp5HtfuLF
tVf+3LXMB/5TASH4WnrzXZ3TFbHJcmSWwGo8oFOl6s52ib0c69FTx+yHKIfI3MSJEhfDaKU51fjJ
Lf6pknj3MnCLgcrLnDQNg/LsxRyQgo2lXpeJ56Vqroo+T13FmDSHJI4V1jjJ6A71r0PB+lml7K5y
8UaVgrfESktEuOrtJw/8Yl3H1AndF+MarzZxIOLFnoajcITpPCrOshxLlP2zG1Udh00Qf5Pknl3r
wzyU22ScrE+misvC4c/rqiaVDjp+kGEuZopCqXJLb+PiPFiCDyssQ0iOADfGx5mDfLMJFPqsjPDx
1abXQXSHIlJJ0H8qCn/dvgmq1LUS4LJzUiaD1xiHWdEJYa7ZzSd56v/5vv7mYutAIuiS5qvJt30/
4qcQ6W0FWuEsJ/VzTIzqSnpFRds/zBlG2D9f7HJzxl+/8uJJd0MSybJyUbnBBCdSDQ1HpP6435ei
Za8tU+P/81V+LhbvX1xiOym80ksgFRam//vvlKjK1Eq1PpzN4+SX1yXm/HucrKMOw4Hhz6bPMTn0
xlszu9UQG4u42mwNBWTxgKWmLA5JdBKsm2rCRuYlAfQKzdEyP9NAdYKk8nrYQ/W10txXrZuFrtRu
JsG11G2bul3sa8GhkzwcYYV1CFVvVr1m2VoBofX0NF3pjeMkbc6JrVLn6KEb3+f30iMAWhEnTuxU
1+y9+PXsMR1QBtt15Em1E7L7HJy+c0p6TOAKwCLgq8qvE8Mffx7il9AxBWdAq1H7teKFxiY5dPlW
JC9k3AzHYtN/cpMvq388ylVgBXib6YEkm4v5VxWFPIozsT+L6eJY+nBDU4gitTxhOwddqZWI5j8L
Df8gZIPZvCYrwj+ivrbWot4/2MJYRc8Eq51pYiUcAyd3zo3IQ/GPGGhoVReHEiWhYdoWQhd6dQmj
5c/v1sevDWScmEyVHiBRGD+XpV+OVmK4hISvT8U5E9THLAZz0aiw+pK6qD2CQGU3Kd8QtWefDJyP
o5QpmP7Cmr2HWvcyB6nt57SJgQifZ71p97CxBcRbWkT1WQqFT+qLv7nLJnsAMFM6OXUGwqT3d3m1
agZjU3Kx0TzXorRtSYFxy/otGm9LoahYbfsMiqY+7bKq/GQj+JurI1UkH4PtB1szY4UH/Tr7laz3
URHPzVkoRAteyuIORXhUeq12wbQd56uxThK6RiF40fD5z0/3421eQ5PwSWrkSHNevbi2rMZVOJhF
cyY4/VC3MucaER9A0+OEsdpP5ym+yftpiquBjiB8cJWBX9axV0IMmjCtPdOL77YUski8mQScOb2s
PypyhPewwPiGm8j85HX6IB5EM8y35BFTyEXGoMjvb3K0phAKlSKf8nxGFdWI9xEC2qI/951wKBqF
USzTw5w6Q7AtFgQHSaHpqfFOt0I0e1Um+t0i+gbxHueWxuyfH8OH7TkfD44jUA3mb2rdPzU4v4yy
pMoE1JuheJqJYXTCaX6Lhrr1wbC0tpzSDmYzYKB1hktmpRMzc8chuo6e4AYPiJdy1e/MvvRyrG9O
pZxkLeu9JkciVSWffNQPbwz6RvIOMMAzMNmpX2xLhmIZdUg91dmqEPwubS7ZVlXDV5LTb1GNBOnP
d+bDArqKeNfgSJr0IBNl5f1zs9q+lYrQKM+zMSlokBE6ZEGffTIGtXWBfPdmEiW6mst0kGzwYsyL
eRabr1LCxY/PNeommFSW/KJI06mNll1Ux+WVriJvCmcSzzW1rg66xuewIDMdp16/CcTQui0DK4Xq
gh5kwok56Ol4XWmxcsC/nGNSflZNnK1Fk+g3oJcQmiy95C/yNxPlpxAFr1YYCTs+BtVSisJyNl1b
tUa1u7BUJ2tm2tM0EdNOFfbY4MqTleN+VToewLKshCmxveupjkK8GO4Ww8sC2TrRh561rrw16m6+
7uJPtqcfT07cMnRrGCpYnlicLp5MG8OA7tssOS9djtUTsIIzQHd1jQxUrLhQ8ouTLtj32EaZzO8B
MYx2J1o/xE48pjKJQJM6PIHpdpaGOkAjW40PTlb9ZPmSLyvxQB7QrcjoL9iHEVZ5MfAxYIa9ZRbx
WRuFeKOMg3IjdaXghUMnA2nmdeqD8shDLeyC9nSadv22rSNeaDK6nYZCwG1YvECczveLFV/lxtDt
UrXfgMNvr1QhPHSBJG///NJ/WHN5BZGOW+uyi4pcv9iCK33RYMwch1UCZG0UXgooIqR+i2idTWuE
s2JOvfvvr8kEue43DFQpP+/jLzPQCNqcCJ6hOUFf+rZk7Y88yp6yIN3lZsAiSN9LECP/z9eUfrpD
3o879vtcbBVfgUG5XBFSRWlkPeumUxED5Drq6tmAVCZNjwXNbvjEofSs5UeMK129z3VEHoj5YnvF
uvwEsdDyjOMQhsZ3cc4dERF/bLauwkmtxf8HfdcOl9yp5FcDolTxqk+rD+3QUPDDLCIPN4OcUhDb
wq4CjSZP1wNyEHBwwXzbZa4xe0XKWZOD0GOb1c5QPeTS61h7Le27Xtuplm9Fb+hEs4jKoL4JqKjn
6oNebs2nQnfH4llRDiPODMlGVtPeaqbXz3TCUIjQJiWZFahmktj99CZUJ9LfcEq6xbRLjaOq3xjN
Q0D9Tn9SgUab6U3IB25OtNCH0q9Cp5moxF7PFV1xW3hh1qXhFWu7wPCNVZfIX+WlBWp8lnOUcxvp
sziVj6uAxQGU7AqRsjt7tIv5MhPnce51mRlSUWonmChuBvF1iA6zHIfPwjKYgz9Mz1yOkWCxGsBT
vIRyxlpOCHytjqde9Uf5jpjgYLlpgUJlIgkHANszCgXas2F+tapjwEMsg3PUPUf9vlVeFPWHpP4g
08MOqtuw+pEJR8Qk9QIX7GnpN4ikaJAHIj2YB8l8mOFkqMkTFDKn64mXC3Q/pk0mJE4X0NGYaiyu
vT2mu6A/jdGxlDeh+QyU0J6r73IL1FuhfsETanv0KHpidzX+z+nJCvZz1Nga9o9R15wZ7pdJJWVq
kcFEgqeMhTM7I4ordewpnYwU5SgsQ0xEuIMXvXUtRBIAR2A9U5MUcajS/+vzkByEH5L2PQbJXUiI
XyYOUw1GIQHld0G1IHyuy3wDEsuZqWc3/KqM52WEwBfpj6KUQ9/D8tuymqQ0uIcX7Qta85FafGMn
jwPhIpkjm3dNdUrS7yrNY2hr1AN2JlgpK7y3wru4eSn1k9jvi+gZz7WlH2qLky4OFJRReXIK+DCq
tbPKTV+9DIqP7nVyM+VuxokT9xsB7QlCZirR9c5E9PNYsuY5Ac53y6HOQh+tf5DfpPPKF8C1B8A4
Ta9kpO2qY/CBI6/Hu3pHV3B4VfAXw1R3SaooHLXBpu1QiVJxhVGvaZxYdkukXyySopuar6P8KFiw
pjx6QXnkDqOLrx7YWB25er8xCHAoNhZn42CPidwYv1gtJcmdbOzq2U8af1ztW3MDXP0q+fnT03zT
NaiWMVS105MYzfTjXvryZaKPi2xzjFzjcfy+GC7tPBj4uNFo0DbyvQUdAievvA+759DcZcsXY/i6
8GaauB1Mthtrr5rgB7A8Fe8JXVFrU/aeYrrmdEBAzVTIPwUMFOGctkcj3XEmm+R9miEcuMp7L6mu
dZRIRfuarv3kCajMrpDuVD68UH0fpLshOwfTOaHZ2GqAkw9ms9NZ0cv0oYiORXCtSBs53ET5fs0/
Sa7Sfp9k+7pfj/fKskVOVyw3UnHQoeSrfq6d5vEJ55cyPPSZn+/68mY2N5PqV/F9k+IlO0n9bU/j
P3iSGR7LtNMszzKvUD7jACZ0xaJFaof1XqchWX6mV1lX+4v1BuSpzBlPBLyEU/L9dnLAdF7G3Tyc
FhqAMWLEDNaggZHYnyXxnCTZuFtqfbxRu1q12zy8KiY5doFXRptoxVuCwqEunIKPS+UF4GTK9tcY
lM4x9BwdQx7QQrF7a7g3k+K+C9b+rVx6mSGifoDFqBd153V5NG3qKaQCM1SiP7QsU5klpmQkP1md
ItmVkdfIKweMCqan150TZzoCwQXJ2bDIn9ySj8dP9kRY1NZzoCWK2iVnWqg0+A2RkJ3lQBxv9Whw
a6VwZTWA0jNILMYD7gczfJ36FsWdGPafnb4/PBM+wGooW81y6+n7onil9dJgLJqWnTm8qVdhdUs1
YParTn2LW5JAyOWDbtBQHG5g0TlFunzHZUzPqeJF//N+ZH36796O9ZOoFl0SkFUGop/3b8e4gMLN
kiE/A3J7CbWFtXvmxFWy1d3o8rVmMa//+Yoft6frJXVAEmi+NY5/FwfwAgd8u8gqpc927FyzLEan
S41vSmWZt7kaorQnxkNvitw2yzbwArW5gUh0r7AY7msT/3ur5w+h3PDHTFLgRLVAWdektiX/MCYW
Leyy0yd36aeq6/1tQpZO+pzCph9J2uWWOl6COJ3jGixmwvsxSEW0IXKKKPigh9g0xp1XZVCC5ZDj
kh4Um8TKw9sOiUVIu5GwjsFXQ0vazKLYb+SeFLS6BbPRh5Ifku/ja0VpbUxjNU1AJ/MWsFSbVqr0
7UzqphtF8be5MNqrWco34yz/u3w9kwcB9o1SLapZfGs8kffvQDtXkCTVJT3LqPDt0WzvgVh8sr+X
P+xnLi5y8dSDUEtlGZLpeWpFGh3wbv1Yaip0NPwA4wn0WCj7up5Ris302NNb67nub4oJblRiiI2f
ceKWRvlmAoMEuBTJF10nR0TK4IJsRCmNGhbKYeTnuoobTDC3lRqiY68Ew7egapnKZ1v5j6N4LabL
VLFMkg20nyfsX84PVWzqkRYtwgnILzsXI1q8WhwoDpjhuIsqDi06+4I+vNKmtbwbhg0+TFNHoDWa
n7ygF0GtP58hnQsdreTawuCU+v4ZdnBZCcQphRPxTButU1DGdtxFYVF3pQbXV5Kr2SdWx1FTzZGl
WbkBHMQmAWG9B0w6szXSZDcJYZh/Hu2//WAEtKIdZLgrUA3ef7CiGgtgko1wqq15cbpwPClLvWN/
gGxzGnGLFt3L0AfuFPAM80g4iNQREG+jkgJo3DqKEJ3LfHr+88f6zSTEKZ5Zj6en4YT46fX75dk1
/RAnc1iFZ2iuxfXCeVZX+k2QmeNhKYKdHliNW6Vm6EzqJDoqv8uB6aEDqJa8RDiQ86TQJVXFQtiG
bQf/JtffoMvMfj0XojP9bz74/4M4/huQq8xZ6z9TLyFw/Piv8u2/jl+LdxSOv//c3xwOQf2L7AQq
Myjx6T3BhGAA/EOdV/+i/kq3DQaHQsy3uiap/EOd19S/0NgSKkqVbbUNrLPWPyQOfgnXtUli7T9s
D+nfkDjW2e3/1g9gOuvySh4JYiXs0h8sV005ljL8BFBQRhJsu+DrtKbYURIxsQHG2p0R4vGcrMgr
q+rThtxvLk6xgcoK/ip6cuLFEBRl0pDkUcEmW+Fe6eXAGHDmiWA0Ez3ctbWYodPpa1DGcPDHNRdX
ckOhMK9aU6E1XeZpC99X7eEx6ml26EZ+kpX9eZjzkMUJPvSBO4uvQTGkHvxTcBsD7f6G1KOcOHqg
LcpbMfDCRuueGlHm9GUCbtzmcyx/j6UB1FTZKsDu4mEIYV6RQIgvYq5kN21mUNjEK+VzHn/pFhVW
VyikHLRII5oeWU02HVy3l1BH8M2+E4w20KI84yhVQyBvZKN8mztJO5ocQlX750v4/yPyv+XVgPef
x+P912L5Wryn0P78I/9gaMW/aJwRdqzjZsTKpjHc/h6JsvUX7wG8hrV8qhMmzoL6z0AURDA6a+fP
QqiDPkgS123hP0NRkKS/EMHL+AORx6xmBPPfjMW1UPN/Y5Eev6HTmF6nAlr9ZFNfbL6HGGJBJ2TU
EsIgmej9InKP62IKP1n61mH1/jrMRNQWmXho8dOqfr/yzZY+13mAQDZOqgT1mjL239RlKZ/Yio2f
rP8fvxMJ7dxsY236UDC6WP5JsrSIcAFXIk4RwtO8N92FnsG/E4xx55heRfzQpGYgOZXWDdEvi2bU
KlZOwYpvNAvyndbWBRB3OY5uUqCplW0SmfjJ9/pwD4nytVZQEi+LChrn4oqprLZm3eByT9QW5mEW
x5MbKdhFuanh9Mke9bOLXdzEWpyXcVYosdWSOU+bTC6VhzRUxNjl6Fp/snv88MQsea0iEoQFm0nj
Pbm4l50oFr0GhE8hVvQuqQCphzRDPrnKb74SwCAMK0AtWQQv27xSPuudTJo6AuU5OaRYTDdNaiyU
PeTP2g6/+0LKeq1VsEUQ+fpRfnk5UM0oPTu61I66CisEX8ZhQI+fDKrfXUUl05rJghMk6+r7q2R5
r2XzzFaxqfAHEK0Iyhxu4ydOQmV91O/GLk9ndRNSJKD/D3nl/WVkgTgOUUyRU4eRCcOnnfTM5CZC
ggS4PPRUUJZuaI/VoNVfw0ZIZopERS1tprpChZIvedPcyxOjnfwYqwb8P/WBaccQTY9zIaEek7qg
Z4sLeDUEXNvpGlDXdA2dqsumtgNDLAW7GaXwDaKRErgd2RWZow2J9VXPjBojKPHEJJFqeXuyErGu
d0j3FtMt+tJ4CYnh7v9e7v4ji2b9xpd3ZAWJ8YBpKHPSeH9HmA3CNhJUjtlzapL9OesiAQ5ldlc2
KM31gSZy1tHgaycRNKMmxNbNL4vM7d+X+hX19Zsnr6wYNRXFFOfUyw/QtQMqoBGq1SQK+M5GrKSi
glL4z1f5zYBhl4JCksHJaeVyiguXRRjo46d2X/czehxZOygdkRJinerf/nwp1sHLO4phFO0nXwv7
v3ox3SS61sUamca2SrTad2MiHMQuNIUWs94o8bnQAln7pJP9m3u49nzxlq02e+gb7x+iQKhlGa+F
bEliRerVafBJQ5s/WSYuryKLbJlXKBDqW1RglzK+WCmaWJEQbDcVoQf4tuJ2AuAwUtv98x38eCFa
MawK64KElkO9mHKaVG/LSEhyO5H0iOgl5F2G2k7nf3+VvzcMHBh59dbn+MvEVk5FHdG/phxlTXA2
ezTdijnEn7x4v/kuMkITHgxXocR0MbHlo6R2BSw70vv0/FCWQLaXIRNu//xd1gf86yhGY7zSqyhZ
wBrgh4s7Bi24r8MYbbrVLtUd23Ts5b08fwd4L/etPRXRZ8VWNKSX12TPZopstn5elub0+/tXTLDw
R71dIcENKu9WLPAiRXkhkBBVSXGxA2dL028YAqS4QZ3LDjNNVzh4QOoNynTKZZKYyRnZ5ErXe4Mo
Yaiu9RBDQdLUfe7FqoKFCIB4R4m0z+fX1pJQ4ku53OSgBZr0banHTAXA2zUyBUe1SXxdWfAQW0rX
Ni7BlGG2h4YNAF+pEvwGkrKYyPcSmaCkbCmgii2G2jmzQgIvMbnql7DlAfn9HCEfysKgwRdtKeO2
kQvYimXX5FRthSZovGys2x+zVI2IEkfCZkhZGQGfzJUBzNTi8BPbpDallAwCCXdWFWTRc0aA1eJJ
VpUkjmrWVelS+2p6AMQRgookksrZnuWR3HGrWVHbSx/Cys8K1rEv2STpAJAG8LR+Pkxo5nSoDn4f
B414NBfVeFUr8G8PltibcGk7Et7pY5aFUdL5JwhKzdywgLK8F62ZzlmticTfIFPSIz7hxJxrLEVc
OfEsadUmKmqKXCHhB/cLCxG+9ZzMFYfElzEgox0EWYsT0zSJuqoaEXmZNUwG9RIlguxTFco3hZcA
YpQ56K9dBO30kcCa4KtRDktndwJDG8W1OZ+sTBe+T8hKJvp/eQ1oIFGF10oXl3uswzLk97Y28y2y
svEcmtoQ7qpklc2oSZQvXiPAXX6ozQKqlCnE0nOnt9EXYa7EFcctVy91WBB+ZLedAZMBh4KR+qrM
KZM0ZKNFCSfnI6h3YIsmcvIoWzVbdV8r+3SYh8QnUHf4Qqy3WH0hpL1TPWFQA0xzGUeDDZRjCvuC
Dm/DrttBEXyhDQFY5+QSzSjox0TeqFE9yLYlCsYXoZRaDCJ6QqNlikLec4RZyikjlYuyIbaE7rsa
C/J8aPNAEXamVgOG4PwO4VewxC7z0zrFGkw8U/JExV8SvzWEcXfgGsq23fa1RNNYroRCAkU0G8/k
jwW6C3Y2OefCHCu7YiZ2/bUgegIa9xykKmLkIRR9TRxT+oRzugKh2rgy3vRczBGvtoqafGuNbBKu
h1KEGyQTdhfjtK275KruKXATiKMP1WsrtHkCP7LpFwybgx4tW40RX32vwfgD9A7HRnfnfiF0zSbM
vbqjmhkVXlDkAr1bfZY1UHGR1sMlyYgHKYiVQSFe92rr1nNeP0hyiN1Jy6r8f9g7r964sbVL/5WD
uWeDOQAzA0zlUrCCZTncELKtZk47MP36eeg+5xurpKOaPncDDBpotKG2WEVu7vC+az2rJqmgD+NV
G80BiXMIyFDf98kS9+W2GTQpzlHyOs2yoqq3OLyHxN1Lp6JFvZEcaA2qEVkDSBqxaUleMiEXbr3h
TsMsoQlT5ZuEo55cJ2puvhGFYx+rPBj1LVNOKnd2L6x0WtVp66nFMBV74qsMHK3Us8g0BxlrZXs5
kU/bEZVdWBxSoMFz8ZiHhUWtcRizm74v6Xlbbe7OjbkKrDxJou08Fx1+rN4WqaUuZ7+CLjaWc/kU
c1tDjJdCj1vIKhH9aQQMxLTqMVgNk+oex7DvkGBUY0IId+OU9a4ZSqrUyPoE3rjKNUgE4JgQUXpx
LLhMHhjmVZQKfKLSMkw4UwXHhYOhIk/Ahih9/ZNAvalcO32n5aUqMnvptWaOuZ9G4N7XbsI+dUs9
fsKx0JmkvmVzhWsk7OGrYww2zAXPKvMPxtiwZHvO4EETIBOlPaJlAY3ZNSH2XkpW0W3pJkSfdopk
blZ5wvNWrcyrj2r0wuHeJAWGN7Mh6HDvw52m2G67inm6LYB4+21r3hmlOccXbb0EODHUktvcLysI
V7wE7Kbj7CO/wycqXI8m3RoBufayKUPmZmsiMWMFmRU63pCHKbQ3aY71ziI28iN3yq5WjjFUX5op
CeK11fjls+q6gBBHdEWcVOc4wpsc1nV24TRh/B206QRrhZOEg183gBLa9kb73bB1gGIiT4sHx8qV
3kFqhBuvLKtrVrGHKZzsqdreK5mBDCuSMF5elioqdwGzyqMKlNluzJyu+jjWnCFbq0/7legSjhKS
TgjNpGn2n1qWTtzgFN9QQUCh/lYRi9esZsfqjhFqP1IKJCchkq40s3VgWfMjwZKms7NVmgKh89WA
ESrwwMiZsB5JUsH5LLSpzS3EFemtU7NLfAqMVAzXo6hQJzgEi3zSufQQMNeDIL9+JOTsOSPuUHzi
Y3oNSW59QD2R+Ezvy5xOfouc3Qz0ZUZFvUX2HBBHoIWG4q9rO42/ufw1jRS/C9qjJa0BUZAI52ET
+dr1EMYrxNJ5Z9rJRz2Cd986VRLW60DYQ7P24rIwr2VhBHSze6xR6yY0eskABfxzsaQO0UxqOxQR
jd0Zeh9RUTF3M9Hp8xFmXdRf1UUDtSZk4sm2I8rZfIsAcvLg+GfFItLovWI4VoI1eRdE3QTaznQ7
sJPK5t9DV3nxh7YaVU1UYVEL8wp5LgGdq6geZXjnJV0rvpNl4Is/hzzWal87hVcdElaHcdUwMWeH
WVpon4aCLvDKYG6xDlHUpZ9EkcQdT9XHbDvLEAVBmeVY/b0YueY6S6aMKXVIUUzNxIKC33V9+A5G
JjyJrKFlNQqUDZUn1VkSrwjghGOL+U04D5npaGdtj2RKruCj23AfyIvKWJr72VlXtkejlrwZukqe
UQx00dNh2Ifko4zrrOM0uK39gjWMQzLm6DJrkv7Cixqm+2xkUzalhjev05rgeaxQvvVBZF6cb3u2
LYhMZtYtIu7RvgGFW+q4TLNIlLM0+RSQbMSYZKbAtekEgv5p3MFLM8y2iWDJy+iabFE7WXcUijpE
J1VMtMDk559S0xqczexID558WVTZtp30cn/Lznisqpl3JCxLi0XOQ52M9DmZ4e1lhrd3hVoADEZc
beny9M6WhAQy53rPmR617I0bFHIh5IBI+H+GPDT4it1cNlsFiZeI0tiOM4jvFA3GPxEHel9jw/T7
hzEdR2Nvxuw/1/jsJhJQEgSx24Gt32eHQIofmWe29VXRamb52aSzvQYUPU4XqKdA1Li1Ueyp2TfI
37ysJpGUXiWqihIp5Vq3MvqUixLLPtmnmYFIJzO/5JrcarTVHvL+aBQ2ZvBaB1Qc4sb56FaVIwjx
dLCUS2GBxypFwKE+qErMy7JHs7BSkobKqoGGy4Wa1Hso/bz57gbxkO+7JJ6pMDGjmohpZkV+nWcQ
r21H4RjeBTV1nZ2f9DL44NU5a6CFsHvr6IyGAhGE3cWcjeRCNk4DPkEBvF+lxIw+9bALuT9Atn8t
xMJYF3YnEDyOLsU6IQQyE84EkEupxjg/dScCe1VnpbtwNCrLWREj1X4RQ0FQjl/OQCCyuoiI6QhF
XcBymKFLWGbKUsTxvwi2dRCiLXYY5Bu715MJDSuFGFtKK0IKx5i0V54v3cdWo4Jes1sD58rZJtx5
sjXLlXJ7jKQA/aa79w9vzmnFgIMUjn8OhwDP4Z2fykZMj82phfZ4RTjThDiJl4NOjIrj6apJxCLb
S5UR7ac2ducN0Z3I3nQxT7ezpZCBdgXJH7spYzLZpHUJZDQk24OOi98imS7RydT3bi97aLCc2OZd
iAIQwESPqAv1cN1vCaXJ4juO2km2rqY6UysyK/yvWMDS4MGaA+foqRrNfqjb5NG18/ExRxwekduU
WeY+LxgXeyMmYnNFIcmn2ysG3X99/x69vkWQ9+Cks1hRVnllokm7tAWa7JHMWltEUPlzfIgj8sXo
b+fmp5JEyof3L3haMKJOCKPZ+WWQws63dDt+rw70E+IEoNc12zGz/EF0RLXh0ME+uZnVOfD8G9dy
6W0uJoSlz+meVsN9B7WuS6SPJwiq6boa2sA8Q4Xxi3r7/td6fWj3cNYtRVDQ2ijHTipFEXkn0qug
vcdh+yVC/HI9hZk4c+9eX8QnWvBXn2jp+gTLz3+rrORdRFJKP7IxSXX+J8mc6a2o2uH4d7/KYqYI
aEjxzrzOJahCwdGGQw4RNxj7rWyhppl1tX//KqdCBwqGy++npIKiiQ5vcDIQcKwVkScFOaE8pGYr
KSCT0GlY5On4Ungw9bQpu9s4s2b7E/lgRv8x5yg3bzmyA7yxp8m1r1iZOv84aWsKjqmVFME6Dqox
2rz/Wd+67zi/4EuBjOdfJ/fdiVr8p8Fy3wN177SWcZRGE5zpprx5EdT1iMvo61ETfPlwrT7qbdUi
1/IlxxD2ta0IN1PbArZ7/9u8eiuWtj6jlCYbDTc8/y8vVNRB3wmVdDBkldoZQ6oKCCA4JWd3wMf/
dy9Gc3NptS0tCBP9yMuLpTPoM7YtYkUBSWzn0pDrUhN+bDfnVFmvSnXMX+5ikQPtv/jHTsaT7Yog
oyWlITsm6LOnZjiympH5RybWdeyDK0Gsbf7d136ZNPHaU2VfWjinQPckFKg9Q5oHWQVjxM0qGEIu
o/nXTfz/rfP/tjTY/n3nfCee6x/pPz6SyZ0+i/ofBMv843/V6kn8UNmPf1yd5swsv+yvnnoQ/IHZ
mWfC5ELjC4rGv3rqTvQHOspfuhKHknuwvMv/6qnTNvd8qrxIXHF+4zFnsP6rpe5Gfyw2lKWvSnfQ
+zv99NOBSkcBWQmvIMsgC6F/UrnOs2lUDZZZ7BmpfCjga9yo2YIaYLrxrnRQ1M+qODtQl+7I75Vs
lLP413g1KGegzFwkRL+vHUjD4nJ04cyUhd50+oPlXZXBdxFdzfm9m0NVFXfSvqcMta2otyZRubHy
h67+6GYFyvev2gObHZic174Lu9v1IGGK/mDHcLzHIznsR1/f1bLf9XG+pkYKheGK4gqN4W3NntOg
lBUV2CnkuJ50ve9TJMxmh/B8b8fRWhHV9ts4uX3d/Dq1g5AW9PLrnsymDnnt1MP5ugGG9+wDHoEV
OeLgaijb3oBTvSsfoe9YQC6jM8vnMn2+d6NPplfSJQ0zHrkyuly9csbhJhZfEivfdnX2px4xBck/
z3zZ5dm9d8mlF/nbvqDx/JGDCJdsj3ILbW+nNt0K58vO28eH5uivqt2ZHs+rMfzy9jonY5hS9+Cj
4gC1ccy25c28xnRzBlv15iVALi9By/TFFhXa71/K0j3bcBt98hj8mEMErt5tgquqaR6r/Mwm+Jcc
+dUN/O1aJ6Ol9ETQ9TnXSj7gKmt/hvvukziMl81++FJ/SJ6TC/sGDYV7Wd+l+4R9/MMIOuHzmce4
CFxOPgUsDZz0yHZ8MGUnn8ItpRb4C8DK4uKwNuFjTwwyzJOJtGHoHisYH3Zy5kV5Y+i8uObJaK0s
4ZvKJgNPOsUW29K+VjNReGMDLrCYd2e+4eurBfQ3EffQ1XJw8zFh//5MZWgYlVFa1JgWu2CCh/Uu
icJ4V0zk3NeN4xz0JNWuntvq2o0gSeBKD5+mTiyGS6e7bIk0voGZbd8YBLo8T4Xv/r1Rx/SIJGiR
/YU8AyQ0J/fD8gyL+Y/DP/UwOAYs/TiPADE7xoR/LDZweiTCOzNlnGz9kGiFVBa5LNtulFanvBE8
VlFp2ZVPdiKFlipMxA7B17nsr2UW+G14LZ1SpJTogqJlt+KFJy9UOQ19Tr14OvjhZBVru/GRZeR+
7T0I02xvxgYMs6gsOG6F8IkHNmc/vj8zAE5WIVrOixkAW03Af/Fmn8xUVhv1jp1H1sEOIWF7FiGE
jRhaKMWZuYKn32znpP2W4magIhYJoCMZMcgZGaERdK+LXvvFmRb/yTTDiRekATlhtKqxtHIeeTkk
5yZSdSKTdqccEqqMbO4u8xZ5iCvCZycLiLJMCfs6cxvYSPz+KJaLsg4jljHJmeefk9tAwSZXBk2P
HVa96mNbaXOX6aj4FNg5LQ7HoT9qp9O8cZOYIpmXT87ItlaCbg3nvnVX2irqM/fh1OTDZyKXb9H1
BpwwF3XcyxvR22ZK5uLcwR0NoFdWU3GJ8JUuViHinRmHP4uhvKAaCcoumfqNijr/TL3ml3nmtxG6
CBOQHiO9Qmq+wL1ObotHhAilym6kbRiR2uIOC0fJL3uQL4BTAJL6uT3sZNO7kEQh8gdrfwrBkKai
ewqIKvZ3UT3griKsL/5+5pEt4+DlZyOAhaGyGNr551RO4yaDNPrOhjubOcO4m0nmvM/rBSjrSSL8
0KZ0K9zFLTDXZBp/qCrzwk0ZOOjyZyHyWyKiMYINdmA026Cb508ZuI5sc+ZTnkywy2JJFkKIqJHH
GSL1ePkQkQYq0Ja1f2AmiK9IHa6+WEMBhbhK/LXRT5B1HUuuwiCh4JpzkCXYnrN3qCJa1LZeu7Eb
rmfl3fLeQclNlD6jFPslCPr9Pi6fEGDVIuFBM4bi5eUnLBAMBtq0/ENNR7UEo9BmO4JM5RpfC+Em
1kgYixU7hyYT/T4MRbXNkxCSvkuTzQym4cySdDL1/rphi2uYCZgzcXSKp247R6k2Mf2DiIaAOtEE
D2O03DPP5XTw8KWX4hqzOzA/SlHLyv/bBs1Uns4qlQSHaE6eTTGrzeAIkJgcms+s56/eIcTmqIkW
Kg48MMDbpwsYdfWRsOf4MIn8xxRl+V5VVrqxHUq3WVm7DwHNliftAJT0VSEARQux9rqcrt1IWTmg
BHDmtf4VpffykVN8g9Nn8tUXrtbJFDs4zGIU0KksKpX/HEvHvYswx5sJYU65UzR7ZvnmskxVtEME
Yn+ypgH7dD6r3Ug436aNDX0pfXrg+ChDtRWDqi8KsCJ71eT5fcd6vLX6WRzff5dePzM+NfUeTnsc
nH4ZJH5/ZiXrV2jLLD5ovIdXWQaMctSdeShjczozPE4ZB4xCmCIBHkuHGZAyxjJKfxsfXpFE/ph5
0aFpXf0QijzJd2kQtYei6iwPt6hKvnlhJZ/T2KHHmFvFoZnmtt6RoeeF6/e/+Olu+NengRJGmg9q
zpAp7+WnmXxdkLBsx4daDt3nZoiLO3f05F2bjpjHUrLzgP6XwvRXyuuNnzVvFVhnt3W3c2gaEgpO
rj7hNvPCYz8YstvnHcnl69Qp4Z/0ipQc3Yv8qVoa+4egomOzbwJC4VdW41VnDiqvlrXl1ka8Cehs
FwXX6blXobnpE2AiDL402FV6okQ4xCToIVjcehXt/aoN8q0MZn+rxIycxyaZ7/07+sZQ4sQNvAcl
Ici+0xfAl3kwh5IXIBoDFIRtOe/jHsNuZaMSef9Sy+t98q6xvcN0SSEjQK9/Mr3mJqrPZDaNQ1rG
3kY7fbqh1gC2fRrDzejSmESckGCiCdr/5MrkJHFhot7c05RXR4LjNDpov6aXgZdt0aU53WxtraKt
N0ZFXnvVqfaGtuLflNkv43XZutHAADaBXelkvPIWS8TtWXJ0deNcDC1m/pg21G0tXZpWo/76/i0+
3TGeXu5kOhtRXplhkSRHXtnwgF7DO2rTL3cT27pN78V6Q9jtOcDFG0OIPSqhV3BQ8FidiioriuRJ
oIvkqJKw3yppfA549T+YASE1/8HXo7sAEwf6IefQl29/n9q2CkkMP/ocSzaeG69Y3LKvwdzHFw6d
4Y+eOX97/5KvvxxTn8VT5BBEhepU2+/mQzkh7kmORRm1u6CE8yNNnewGs4oO719q2UK+fD+WS/EO
0nzAKXFqrzScQQyOypPjOBf6SZU632POQEiYzcCTB8+pt6GIAw5hM0cTIz3zTV/vz/BngBDGQkyN
8ZUjZJxLnM4dN9dJw/pohKAzIdn211WVyVtznKtz262TmgLvBu8E2LhlWx8xB55sCMl8b0u/5YJl
VfbfVSv8Qwm1s1yVtg2LYhZwfgGdDNXRMg0P0V1jGbA77NgiPYn3+czg+gVRO7n/bDBw9jngEbHP
n2xPdJ01pW6j6GCO4BMGV1ZIuth4+mkH/3qCMS5rQcZiaXjHSObTRZFyNvMTFCZo/Gkn92V8VxUI
QBW6zgMvu77o8mEimioXW1mbcluNjn+ZxXmLGCrURAcXZOPUE0gRTl1HNSXVrTXGzrWanPLCdDIM
qkPfXeR9Y1/6fXrOTvh6umA2XBpcHKnwNp1CeQf6j2IGunwYdQrN48NMJ155X8iHyZAxvj+637jW
sldhO8sJABfGyew/5k0gKlEnmBuC9LrT0ZfASsxLnPGEGLblgwRfsH3/km8ssASvAL0kwZgOCOvs
y/kiK201Jyoi1zGPf7aWQwyASmEyME/dzKZGRhlAHymjqNiEijiPuJniM1u1128VH4HJnwKK5S39
5ZcfobZL1Fl5kh572ZhrumtPBrLtTZMAoBRB650ZxK+nK4e1huoVIAq+9annoa7xkrQJlwvrSV9Y
RtZdz6PdX2G0UWdMHK+nq6VbgAeVb4ZZ95S0O6lJT+g60yMu/oukiUHu4LTZuASv7SV3k+17HH/0
zYE8JnfIzxyO3jisLWUpZixA24vD5+TGhlSTpE7j7DgUYXfp61QiWXFw3UbkajLe54OcKuO77Etr
GzYAl+qGsLVKzZ8QVJ9bAl8Pbrz6zN2c1oAz+uHy8982yWGZe9WYAtypbdqJZTdurMqYv+pycK5F
6gBDyaf+zAu1bB1eTlfLNbG+05HF5nK6MsUiJ1mRYtjRd8psG1t5es2u9VzH/fWAwquHPwu+B+IP
JuyX36yIQ23UXZgdzSGKtt1YDwdSqLG6zaY6U998Y0Atd5AaC4VGAqOWL/zbTURsN7gDSJtj2cj+
oo+RIwEQuGzi2DxYnKTWbt+UV3nL5r6poV2+P1m8flH5omwPsfKxs/B/nTx+u3prNZov2+bHWiJk
GuOu2XUxIsmxcY5zH8gzb88v1cXp42NDSk2EKZi648n4Rds64LFr8mNuOjCr/GDc9u6UbKc4TUC6
hcaHWGfywkxwOLBiFWsrVOkhVQqVuBb1TkF9XeU6y76bWkwrksGDw6RAoLOzRaOYRe2xMdgtzGkX
7pWZg8J3R/cgKq/4Yg5jsPN6def4Un16/z6+MelyI5lr6VUuZanTVkFSWKnUtcyPtD4x5oZ+tQ1t
XG4p0jioFOKyS6V5MYzEFYYjPxyz6Vy//ZTxwtaCJht6FKYFaB4IDl8OJWkMGt9nVhwXKwb6bNfa
tPbooHWT1uMCI75xO/RrBsvVXYqW9eAFhrqyay/8Yln9tDf7MD3YTUcsDq4DmfrZSvr+AP/Z8w6h
4URXhpu0m4Bt9kVtodINkITfxT0MMG0YiNXCdnhyGD1V4NR78mfNM76styYcfMjs95l22Hqf7IRJ
cPWp4g28K2WcblVr1du5m9Kt7NmbCj/X90wI9Zkd21tzQeixQaJTgtf6FD7gWrnRe9RJjp2vCTBq
xoaaLyLMSHjntBlvvI2U4hdnMiXfALr6yweYJVIjoRYMInwUpE2SnacTs9zZzjjuCzblZ06Ib0ym
uM94C1mBXd7/k2kuagQuOA7DixbZ3ziuyAjM7MSZ1Xl5p0/eeS7BgrUwi/GGnTw1Yw5aZSQzCcSD
3x8oj6REZ0hCNEvO3gpa6gcDffOGFyg+8+je/H4LJYshg+LwlIOtkrxvczvMj9IK9bVlGc3j0ETi
9v13/62ntni7LXYDy6R2ssebEjI6UIkyp42RBZ3OjK+nibA0IzCKOz/GgPOfXA/NAKcWSimnHkho
YIvukPsJAWbrhRKFi6+TNV0y1KoQmN6/2ltPjx0H3U/2V7TCTmZs3DtOEgVcLZBWdZkOGny8V8+H
EaK6sKZrvxu/JEZyjvr2xqu+bG94ZogyFsvny1cBppov4tpjaPZFtG+VrbeJVYJZZIABdQ0usmgo
zqxOb7zpaOCYCBc5JBWqk9cv0kmlM5cHWY3dtG/NJLvuErgclVuk+/fv6hur/pKcQCL1sviyV375
9Zy6bEJoXMWxk6m7NZuwQ+VhDTuFR+FomO4S6GJBDbWL24Fi49P7V3/rizLLcNhbir+QVV5ePY8x
yE2jXxzbvhkozXjjhzEX3+Aiq8N/ciUGDhR6k/35ybsBcKGIim4JGulzACpZtMTu0jYPgqo487K/
tQTDj8C4uzB0QAefzDNT3o+WpAJ9TE2Vfi8WStM0dcGum3PM5b5uj9jFwuuhmYlF8Vz5xevl2cPX
cpHTyY71P2LzSK0WDMjLW9uCMa9ja8qPHN7jNTnlLKuOATm5imYqyL0FWLCyDoz8ZJ3XabNOAD0e
rSAm0q8y+jPD7K/M7Zefx0cMR7GcMy9lqtPS8eKIsuxuNg5Z3lnWSgVp8yceP+smWHBfexROk3tQ
beH+LHHadXvfjYersRu8r1K1I2Vm3/ro16O4VqOY5pWlRwL5jAAfxNA7j5OL8xMvqCpv55CC38os
UvIa7T7pj2BtelXfU9XQN7qdNaGYtlM9x1k9jFu7Hb2vY+LIkEkk33CGROlOHpqtrfJDrUq5jdlS
3Feu294aTgpytx4qBcrUM6cSAwj7000X+wU80mSwlo15rbDH1qicaEOCzxsMR1KNp1NbrmJZyr3O
u5aQLq+o8lWRy5CLeqr80WCUxTiRsd5Wox6+g5kor0OzTD+7xoxntK1S+s/+Ah/SOqBLn+oG+igH
Wf/KFFZ7PXa2wk+dj9UXWzIXCpGM/p6OI59tGhfXHtRUuV2o0E/d1MjHaja8YGN5FXGImVTGR8XH
BghUJJW1mbPK+lph58UAhNEdnbxfBPi+VPbR8JoWq0UwheMKwyxAaSv3roawfR6y/DEJjMDbjmVt
felUVo8He6Lx+oFS+/CdTV+5LcwYZy9l4hw2Uh44h+V+BzfVmMkJ0mmiL0NKPPW60uzAKNK6gdw6
Ips+h0VffA9Su1dbn3Xmq9vgKtlUyp++Rpbygwt635hu4ZEFH9p5Sp+8IoujozAC62gI4dSLBVN/
mFUjQfNWA1hE0WUi3tdeE/7IQKPx+MoGrY/h6/g6Gn3xMS4Guiwk8k3WdjTiGfCExuG7Q300WRvQ
DPPHys3om8IBD4ttoYJ+JvKnrz9VTjs2e8eL1AHYUnM/4LE/zqlHsSn3MRB7XnsfhELgTdMdrYeg
7/u7tp67JbM8AmBQztp6MGNmk4OgGHkFZsq89Xno7qqIR8I0fcPArjH5g5nu28xMDtrvHGzR1QSz
xpL+dTP544+6AyywVrhK+lUydKrbNLZZVgzgyvyZznGBeGmeTYK1ddJ+sYe2/57IIgfUawYdOFph
tl8dL2ueI7ckldqb9dNsZku2Gf67jasm2Od+MuQ32A5xKcrJ8757ahAmCEFsgmsbac/AMExRAY6e
+Ki7Ilwg3AgSSVDw/CcpU/DbMI2bpyIvhnxrwBn7YhcB9Veqj9jfwgwPY5ItvyfPbcoLZQeuGpy/
9d2jZFrs42EMb2kzJZhVisbN1wUnm02kUvcxA0R9UXfEpeE+snS8NhIyhleZ7dbfoqG0e9CYmaep
8k5JtnWI17lIWT4ahBTdREptVzhwbWuXetlUpSnK95Y3yc1oVq21mQqs67Wepm2ZZtrBJjoTrJXh
jLytnFoSw5tA3XbGINkwDYgfjRyrzwbUnWPVLPQfM0XeuarjXh4jXFCPeHT6n8OCvCQPNemTNRp7
GuCysMJsPccGNu6BsOSvYjDJGHcQfnxLciARK3uYw24HozX+MeRaPQ5TiUMelC2l1MQp7RiXuMY+
mqI7dZcoiAm3os7Vo6zT6gPW+hgoQyewiyWV8u5zc3Y4e7fRctytxXibukP7kMkWIrmtGbo7LSr7
ORWz99OMOfqs5jaZbkUuUgMxQa7qjRQkg5d51ma3TOBJv54BcvSMtSl5GoYin9cMPTyITa+Kqz4v
CC2N6/R7MFkDmbY9chMiGc2o3zjFHN1PciAdUDZhPVxyNnIeSh2MGYSHhDo5SASTCKEeVw1PQBNG
6QblXWV26ofXEuwzZ5/N2QMf2hYIejjO6MSFlC5ac9MaQ7epEKAOmxjBG0lhmCjEhrHQpLdt6mL9
t7qgPsCc65MLaaRwo+lfGXd6dsjUyfJZ3MtMp/dR2EffB27mQ1LJq8qLPnNwzHNw0Cw2a5gzIarY
Wl8RuTNDd7Zq92ur+xa7VMHYwnduzBxv7cnF4lkRER8W2ob1XGTZQ45j7Gthdekjv14EiKFwm63m
Yoov5qSPglVm8LKsqOw0fzZubEPdVUb1qUIa+YmMhU7ypcrRX1nTaLSbyDCINY5r9iKrVHpTwpLl
ePfhpJt9Obb2VdkVoPD1aHiLOVwZYhsOkcDs6MUxgyktSmLKaxXlqwgwwKBSwm8nUbeKUEr2V3Ml
+2A1dlhI8c1VulkV0QJYMIHyHZVsrK+w6eR+SIY+xJ/eVta6SYzhksEMaDpw2qAHvTO07cZvFM7r
0mnUB/T5aIWn2m++Vl0nb1o2iHptO/jTV35K7XltG0VlroY2QQ9qd731hQyE8Dr8FQT4ayf5tyT3
N+1z/VGJ52d1/dT+9+Wv/mjaSWQkHP7Pl3+Uf/05eW42T+rpxR+2tYIWfaefxXT/LHXJX/2LIbT8
n/+3P/zH86/f8jC1z//jv/1odK2W38bwfEF4XE4Q/15M/5A+/2P/VH1/CaJb/s4/kZCW8wcJsS6x
tBQG6R8v9YB/IiEt/w8ajxCxOJbxMziP/6Wa529xWENCQ+ESZiSVkv8SzfMjbD0IfdC8eBRsoaf8
68vf/rVp5L79W6ASrcAXm11OgygjaPAuG25Ak6/qMa0cGdxleWeP2QBmYsrDb3UlvDunCpbR6nHQ
aInby1T0EPSRJGZFdtGDKTyg6m05IWs1w/xibsNqWMkyLD87E+N1Y7R5dCxl43zG326be6cz3Q0G
0Pm+8WeY6mbrDulFxw7DuOqCCtQv0w8vnTK7b8Iawn4/2+OgdnAAZHedGalpMr+WSbcWVM5gFJn9
nV/EGuZ614XfInI8yWhgI9mts6B11IpYHvgCeQ+mYO1mAwGofuVMA/vaQSaEHcbu1o+ympB4YQgH
AT0n8dUURmW8bedakLGZhWAg0DKZNWsZMW5hwxJBswcAyMAaG63mnH3qNqmtJt7kzhJaMIUWmvzR
ZeVauHuEuPsKynycDJr460L23Zo6CSoB1fd5vWUT0j+0JplCSgczxPluJp220b1LOosbwZoTBOTg
UbS6cdpYquNc67gg7g0zxEntqKj6XOQqYKtcud3noS2IuMMfaiDsxonfr1uR04mbW7usN46zIBjY
NwUfMmN2ypUdt7DuTTIJxsMU5IW9piviLZEyeFkPRtmk7Ij6yF737mz/9KzUTXaR246oOTKQ4KvO
adgf90GTm8AO0KQQB1EQNhNin8f2XOispE5qzA9qyifTepQ27JyVbgsU2P3sFepgCdeeV8Lvc0R8
AaTAcshHtSNRukjYIgRttS2rbrzv2aJdIGmxyk1pJkxcVRrNwHYasHLrAoq6Xulm+JeM+29NV9fZ
D7AkzZ/q5dz06xX7PxPX/2uT2mLQ+feT2irV6iXmdvn//5rQIvsP5hDWSZPdH8Jen8PzX/NZGP6x
uIFtGJk4xSi1UrH4pwnIDmFuLirUBfdCn2lpif3TA2T7fyBMXf5Z5kZKfPbfmc4w+ryYzgx74e8i
1PmV1PhbEySJ69gdFYQQzzcQOyJG32ROxJjOgGYdUmyjF3ZnBj8FAmEc/HRe2YpSMZ6QAFeW+pSV
YfFomN7n1PXw1dCEgEVCQI4sdoFErLzOWaLvVF31ONYJIxpKDhHWXViEdrtJzTL6Olpt+m2whX8f
GoDWghX0s4jGqaMtzglAKT7Og8TwoywjSK4qkXsXsh+T+6QNLF7DEkYsqczaZ0CbCnhKzf5741lj
e+H1dvLYIR+YDk7t+Qx2n+lrk+M/31mQlO594t2yW8OuM3ttOKjIVoZA6AZ4e8KEJH26KzBTJJHD
cGjqB8IT8juvBdLj1s1w4USlPMROuVDsu5I9jV9fp9ZYfuv9ZLrwWDqu7MHODj5n63XJiw4uQZJp
b2V+8z3WHNGntuvXnZiHPS2U5lpCiLpksqa8b9n7lrL1XRJ4tM4DjP3ssGz26I4z673XjfZhgD6l
62LZXnmPwgU51oUjmdPtEB44EaGkgMTufwWA0BwQCLlXYzB2l1VXyTsVeB+7DqV7HCfIbLU57+Gd
irUICTOCP3gNCGv8EZMwhzJjmj64zMAXQak4cxSG+9CGQX0ze90wr4Yw6/eOb0SbClLNZ4UR/aIr
c4D+1qCC49QYiVi18DGPVeGOD03VWzdhndifCDUk+2fW7C2xdtzNjMzif7N3Hs15I1nW/i+9Rwe8
WcwGwOvoRFIUjTYIGQo2YRImAfz6eaCq6U+kFGTUt5rFVPSiu6pVeOESN+895zkhgOJ+Z2sOnFAg
9j0BJqhwJ9pnUD37oOljbaZvY2llQ44JTDA+bt15V0Aj1gAxal2rw47yBwr80j7PUt1+QDttxZOt
P2ipPp3jNLAvFVCkh2Qa61hfh6ClRu6sSLbdAhUIJv2UyexobyQwuhi46YX7UDS5S0JwZh89XFQF
DyWlR9jNHguyNik1RI7QoA5qDurSMOn8RMUN9IyK1LTG/o7qzwSDlC7tSVMNwcy5b0AosQmpbV2m
mkmxaOfWSCOB3sYoSRReYLDEead085hWfJDCtBDjtXKJJc5Xp273wPISfm9SkT/GuM/6QEsTQH2K
zq45DRW5gqHjEAIdU2moc2p44zL11HrvOZrnXzWVmNrjmKbGRSUd/S4PXG095LWvdu7Q1gASqH2M
Wxk4nTcBKwtMnLldYcCp6idT40926ZlblhsFIHMaRG7zvK9TH6A0nTjtxkw9GTMs8Gj//XztVKdf
LpozPKTkel/m2/6ck2xGspAoWQ50o4eDlbitOLZsR3eGsotLbVQIgHVVnyO5tyGDaIIvvc0tgg5g
dyQFrCk8lXrJhl0/ZNonWr71ZTWNCInUoN/aTmOyKHUwU7LaHlVowSo5uc7knKykNX54S5DcpEYi
2HrRYr8brH5QoaoG04gzUC3eDoAP4IUlSeSHjvFnSkjTBjJyMzrTB80b52+j5lUnFzAbvDSgxNdZ
MSxnY7UBwIpc6Wk49+jLQ8ADzYfVNLSbhkE4yI61A2kAIeygq7E5ta5wkdUWitzrtiB7BVZhMSvW
4dT4PPhFM0RdoOqzha4WEiEfq+CQz7yphfLtax6u5cLsvC5BR7mCNyxdSV6fLouAYBQTQEyVT9mx
n/Ls3Gosk6SwgmfO7cwK6lxDfEsyTubFMpW6EQ1+Wezq1vfVIcADf0rgF5Ero8rqykkM74JNMo2T
ShjuqQ8WOxapQ7d+zhBxmsD8bthmDYRp64N2MrRJBiFj7fzchyF5IXxNPnTDPC28j9MERiZZbskw
/OTlXv7RDcT81Ppu99WfFP09rr15nJJZPf/znRSrDP95sy45PDdXX8Rz//r/9GLb9b9jn8XQ/a2a
5DDm9TMjkr/2bKfv//Wvn3/g712Wh/8YjRazNL7ZiPS3UMT/2WU57JdoibK/YWMAZuCXXZb5b8RV
6IB0Bhu4tzalw99lifdvnMr8Xf4KEFcg6/gnZckryQ+Tk+3fhAqFygcXjvt6/lwMNJEtkV1qUskv
c0XObCSHjs6DmxJAF+u5sK8dozcJyWqGetzxvR3Xk5vOxbPjA5M8lQMgw/iXC/j3XvBXlu02Ifp/
Y4W/fhQUXcadqLzAkW+l1C8lkxA1lKq5ulyXpf0oaBw/tfS+gpjxQfk5CFL1iS5f8OgQFPQeQ+Rl
lfb3oZmvcDFYgZlpvDx0pUwtmbzism4LjWCtmh64SHIgh7l+PSxG9vXtM/3T4UwsHFSXsEQYgL48
nIV40Ueec+nbFXTALJPiW9Hl9efEb0jtQ/v1/e3jvZzN/XV6vx5vGzD9cmWtQnMly+elYa4Z7Si9
Pbldrx/8gv/59pGow3+7h5zTVngjGWHi+fJIWS5bPAvlpVbVw2VBI+dUAIZ6Z6b6pwfFZPTOMAxv
EYqtlwfR+iIYSaa/bNhTH6BNGj+25v/FUvTVyUyG7uvYwZKXlfsetvXlhPXv6+jT7QA5sL29r65j
XwKbqtPsMoXtakVtbVt7q1Tprb86/m09j9P5XJFIJUpXu02KpvPC/4+rC6GfR5QZL3PllyceeHJh
WMXxy0bftTKnGa86+Y6A4w8Pp4EoZfOocBS2QS8PUjr+UAxNdpn7ufNt1BftYOhrcTOXZXZptnK4
fvuc/rQWsUlicoyag4O+FgMYE72lykkv2S1Q8jB2jFNXOIcBi/1do1vJjW9q81OwiP6wuBbN0bHU
+z3K9sqjbeEH+7d/zx/elY3vs7mXeYB/u8dTPbF2JunlMFZ8t1uq4W1LgTunmd650H84EpHmgHFo
FLMJfZ2dOUqtpD/sXUzmkD5ac16cZLC6+y3l+/j2Ob0aY/98cIFOb5zyLXDqNxqM6FjOvMK6yBn3
0P4Q/WePHJ+vLd3y8Ux5qXvvJVnRYk0W5RecWAEEh6JVn9/+GX94fdhQc7Z4lOlA/pSN/7IMzU5O
je0axDaOTFCd3luiNhvtS4rTdif0db1cjFTcr0slTqKy+3dUkX94sHGn6fQDmOTzgd3uxy+HF2tW
YHW1oIKVPqPMYNiXVeYReLnIfUK49Onts/3TRQcYhNGBqAaKg60G+PV4Y2BnG5nnAoFd58P1YkwX
jV5A8kvZeeMjs+75Qmb++JBrvnHUktp6kMAu31kz/nTRf/0V24r9y1mz2ifeyCxAzvhy2HSmV0GR
WBEUM/dGd3r9pkZQe1iaoD0MVpC98+T94XuAvR7FKyoClpLXolfMve3srcaFh275YiLb7SA6plfv
nOMf3iR6xiRx0ITmq2q/+p4yokz0tjUutEQf2F5MkEGx70Qkhg/vCUL+dCj8e6i1qdMQTW+X+5fL
6aXrpDmTcREwdXHZ1C5QTbwsYyNnTbCjkZzKy0Xv1Sk3F5MgzL68cAqt08NaON2dp5rmiuRw62qm
tYiowZHvkp/+8HVEdwcUz/JoPCEdffkL/boHJOfMF0Yrlwsle3tnwC6+NnPlHpY0m29XT6bPCd6w
9x747fP3soBDPG2z86fA5QP507X6y7WhP4x5WnPPoSaXHxJ4mzRm7XGHqZMdmVMB0/QWO6RLUzGh
m6ubGcAlciG33bV8K9/1W25lwOufw0CD8Bzb2lxjrz5kFu2hBhHd+SSbak+Q2niZijz4CMTJjF0v
S2+l543HwMDnvhrKwJzvTPfvrAHbk/fqN5CDB+WDehaC/esEuiLr1gCO+Dnx4f1lAw7wwkyT5Aok
mhZLx6tvg3zGXU73/szKa8nE0KqvXSz673xrXoHYti/AzyuB9I2LgZb4Vc1UjLM1GaN9noi++J64
TguxeT75Ari7mCSUUi/oT+kguyOTkfxHYMjp0W/JWTQya0X95DLbnmx55avFfu+d2p7IVxcJZtjP
rZJJ1fj6nTJyU3D9rHOYsakWBfAxYubw9skc5/GyE18Sfa121Fh1TDZDshNjArDe0sdzNidZBxlz
Wtip/ae/fP3XsX/divyhKDGwYyD54nOJ6tl7dblSe5i1ciHCa8wRh1ueaK/XHCo+qiQvStu2ul0C
Qp7Hsf+SmXQzGNgGp2Rqlht0BNl7oYq/r+Hbr3G2bjUSZWTYXMBfXqxW9TAtPes8Xcr0IL3ENdCx
GBAiZklCczO0d0uSM8W12/pKs/jAvH01/nh4WCIGBI2Nl/LqRRoHotx6ZZ6jYrD3SxbIEBiaXsYq
mPt4qdV4I5EUH5TRP5Vo6d75hLwyu/98dMFobF4QSt9tv/ry7HO6THrlGedF3XdHWxvyw5Q2NDmd
Sr+pZGB8NmZfPgciYyku9Tw5zUF18gomZCbXJxYieM+ws13vlw8sYXVcDHKK8Pnar1cW0L0GoZPF
ea8sTdISMnhWEUNgtifalHRGdExZyJYreKdW/v1rClmFCS0AG0oKvncvr4SWKbuEAHXuA0K/HaAX
HwDEll/fvtt/WCo4CtNfA/zMJlB/VSc5+dCi7svOSf/SnhGEfCzb5bsUWgk+jIQPa/DsfcUjcSiq
BFJOOdtbZwqEU1PQunKNOfuSMjf9sXR6sHv7t/3+beOnufBUKJj52L+2vlUJPkfJT+P6mMe5McSV
AL1MjhBcY79mELo0CVCZMXlnHf/9hmMNom7lOcQehC/s5YUvB8vPgO6f+W7pV/Hc+HKIkh617T5l
++KHdV2zRyB9ApXD22f881l6+ayx0d0qG2p3PqyvT9mXhlXpU3ae26W4sDpNDwXJuhFcj/u+KQn5
dfFliBXG0tSRDq2ks3e0pd8ay0XYarK8lp2AXZ33xccasgaT3uF2NRx56SHiibLEeZb6eDeqwjpb
ClDTddsFkZTgqWYruDEa/UJPCi1++7R+r8W9LdaFjyLVAgXbq6oUk0fFyuoxA6vF0SUKlWg2sAcH
6XRBg3ZrTW/ePuDvr852QLJkWD/Zdb0mu/DYCHO13bPZCxiRjyisyrKr3/nK/uGseD/JggNys+1w
Xj0mel60K9j2M6EZyfXk2SJBXpMW0WIYFYLINdM+vn1Wv1ejHoVeAN0I8CZL86tXtS6VpPSQZ8PS
5XHQzxPiNcPdo7k03zk17+e+/9cHkUYVJS9NQ+4bJ/gzHeyXj1BXV+NMfsfOXEt72HepYzZRn+r1
g167AFUYWDlgTROxPpgtaxgyMjAfO09ZU31y+8S9NBXOOkKweutIcsZqYiskuSFaERiNu9Fdig8G
sV4iprftHiovmJOT6Jfm+9is4lmb4cR+hAaLRcAe26SN+q6y7pWskJwhPPjWd/2SxR4K1C8GQlOi
Ukx3UDtClMlRUIlffZPt6DEJSDKGFihciquW2zWy5x36YG+OpiD4YRbOLrBXLSV9s6q+Dam5XqB2
UH1c+5Zcw7whtJPvLgBJFEpVee3pK5Nbt7XGb5VK5I+uWudzHGQT2sFGlTIcq7H60bf1PKDYW9zn
xgNnwg5V/9GTKX9j5apiktJKT4FKM4yv9WBUSAzLdW3xQlXul4LhxkTsrw7qH3AXXPa6qqw4UXpx
Xpd2eUP6RE/ahWdrdzQBzIzA3qptmZTgvztHE9KoSNomQ9+gIy8tnHi1JTNN3fvSzL4SYdrlxl6l
JmkcbHw+DQQSJNCV3ICnt12MaQdofDAOqKYKd19l8sEcx3qKA2NQ3b7I0q7bdYS7EPRtFQFzrYEc
hMh0JQJkSjXnh5Xp8kwHhfEIWXxQscWXkoRXUfNHmn5F0qrny4JYe0hbJsW+pc4Bx615PNLu7aNB
J0Q8qqaki0l3aBn7OHWmGD4tAQrnmg9i3Fu+Ova9sEQ4bLFUMXErAv4+OrcPQk6I0fAp5l1cEqN6
bSdCyw6ymNTZUEjyyQ0U/WnkmrmLsK+V/J5O76t0l+BRayI0ce0MS7/wPSZHGJvCsc/qQ6aV/jen
MHM7quuB56q3coQgQVVP97wIGpNU3VkQ1jmyHxA928vJIlDlierKZDZawq4anYyb0tfY3kORL+Vp
ND15z7I4zxFab+tOYIh7zBCAy12JQve7W/PBZcDV2beS4AEvTojJHWOxLvPCldTXrVdVM+8d58X5
qHRbe/Izxm9oDzO0yK1bqXNilCrnMKGV1kM5TF15TJkn5Wd5BvUrzMqCIYDWj+saJgPyb2hM5fKt
dfO+Czs4KmZopI1xyJlcaWHrrUzOK4kFI06ZkSEu0LLaYWbX2OO5XeRNfkAWToke4ACsD6qZLQZ/
SLWQIElBvSRUUIioZVDJ0EyIEWjpMhDmUZJZUIV1Wk5f3WJicof6I/vsoTsduF18EPeBnNILW20T
9hnIdNg4Q/KUBKLclApp9aGlKMwilOCIclM/sy/g0qAPVTWZEicQNNYR74Hb8JKKwN/PQFoRLyJB
gD3J/Z12ua8nXxn+F2BES0ggcSr7xolJrNAG/Izt8JT4fjF8IJ5e3TqzydSvS5AShxbXMKUb4Cf3
NWkvCuFR09nhoPQWVBjw4BI0DcrpWHYW5VOFxwEleuuTEjogoi3J/9AbK5x61xM7vpPBtxaxkr0j
O4XZadB6wr8ol1azwoVs0yUsIC1eaWvBgmMjoPqadjbGfMxixbfVK80ztLP+HTLlMgiRwkg9bMpS
EwcjWU25k51L2kdZgsOJjLHtP7puzoy5knQHwsHwC4seWc3yXHVjjaSz3WrsPDfHT/lYOjhpVVMX
9LsLypLRqJerFbP2Jwv/GKvZZJLUUTSrz5ZOaT+83HYWsLEuVh3XmYn33OIf0aVRZWPqZtUNS7Of
LkdiVEEPtU1z4yK0zkNvDtSDbkzqyTGliZFCOCbTYr/4xA2YblOQER/NvNKsyBf1tEQirfVm1wjU
4zsfyBzqY2vGJ4CTLqv3JklvHwM2tBh6G+YIMDEL8wJm0/oUIPECII3kDqTrFBibst5YGRtLfFtx
Q3SAC5rCX0W8ACqrIqUS6zuRO/mlVcBpiRbOsD062pp9NG2rfejz1fwK127+NntYIHZuhpbXY/d6
bRcyuNdcW12lVuJbKAlrzQWiqyOmKQj3QdUupiGJqqVDoD0w876BQEM49lAF3JnAmx03kq3NVgyD
p7EivfO068Y3mRIPQ6WOeWAVD6Y9Gc/0YZPrikEaQdb67N42CWtZBJvOY7JGoX1RFdy52JZr7h0o
7Vs/nNTKJxKpZ5LGK1KQHwq/wnhk2Z0apIbGSI6RT+JRnA99KcKJh7KJ21GWzVnvOOoxUL3r7Kac
HJuTThvosSuCcop5r8bhtLB3kueLn2l3y2Yv0brRyg6VEunmkwhwK5h1XX0qjSkACIgf54OudVUV
jaJNyTScdQIEXOH5YyR8UfDQj4txQcVCt77QEHxHCkUEa7+TSWI5tATJjD2r5nlmaEO6ETFPabSs
tiSTWzrBdGrxX5ytBVUE9r3yQ64Yqzw77jQeDT425I5tkbRn82CZ+HRyq+ki22j8D9JukKvrVspq
bpWt9dnWRNnFVEKkm3a1tZRQG9zpCcomYAWzr1HfW1ZdRzNU5dsaGWGKAsQsvxOyMywRmSfBuPcr
RG6htA2ZRLUlxlt23WsRc3Agau3oiG8Q0ma1tz1JzKpanMU6pVUAZq8jhyNktmpbRBtVzjfcIOnV
sLrtN5XLEqJKPcL3Ep72tbGCdKKbUtsi7rVWyhBFdtVGhl1tYX5Z17HgBMVHyx3mKzIbkPsLinW+
B+Mgs1Amaa+Fa1fpZ7r0nPUsSTylPYjGmUsyW7JgxJLb1h1bIpSysHYSzb40WH8oCBd2Fdeo0CY9
spBzlli7giRT8cwTNUU9oEVrV7aDboZgSwNeWDK/yDPDIxXsEFiO926TUFRMXd7SRmMgtatcRz72
nVEkceoRF7+Xnps9+K3Xo7fy6ezTtDJnxO+BD5bZGpZbwuGkH2Zmhe7EdqR7MyVbcFkp0rIN5SJg
9ZmOKJ2wEboBDFYUhb2fPAQtlEyW85hpeXaxpC7quTVdPi60WsmoQqR30uqWFgzbLmT8Qk/afOej
ynCiNJuIcCKNKo+xsFsP9lIuzw58uzaGkubczX023wV+auUhPUyWPrKjkAd5ept8yJjXqH0gxiG5
7RyZKlYkIJRUV4T7RMpa+zxMe7+dotqDprnfCupLCD9dG81FvX12GjndeGrJPgutG+IhWO1LCKH9
rjWqITtQw7OcKIV1LdwE41daoKZ1n3QB7J2Sv/PZbBpJuvSMhnpXsPJeIstW1x60Fwfegt23x04t
4qZyGu/A+pLXh4K4vHWXJq5dhImZYeG3sTI8J5kubtvKy3atXXfjho4pURqolU+kxcqJdzvXoOPa
xdKtYTDyAQ0bZvI6rxfYv1UQfbi3K2UYO1MvS+Bq1Rj8IPYK+eRM4FsZC+RpbbgEYjAug9I20z1S
P4iYtT/YbqyPK3DEZU2cjzUmik9w7pJ+X5JeZkeT1g9PU1ZQF9vkT4lzP0kXrMgDiY7ROC3O92Jp
ii+og0RO65jbQ5vD779S76KoDHqVQpFYBlo/U2txeyqApSOmJdt7bLQ8tQlhWMWdTtoVddpEub4j
ZW0pd7qbpA9troxLBsjr59mfy3sCTy2St8ZMRq2piHkkQ2ciu7IfD+5cesRwtmtH/bMAV3DpnCZH
a+rvpqYIEPBB9o3ykmrrYElT29XUXtblzMW5Gb0iL45t7vgXfHVtQAu57lFjZ/0wUgwVE9QVhHZT
gzhQTne1DS4zZC+99rGvyuGrsJvpaYGwdCt4vqq4DoaiDrV5bOqYKOfBPbLIJtR+iwFhYy2q7pwZ
TKLhzutpRCRLK1G/z/b8XVYDT0Zm9/PlmnIyu7bvpyeySFKiS43U/D4vacnDPVvtHvVgwgW2huSj
tjhkPaf9Ul4xk65+YB/XCTlDpv7YmM6U7QixLEhJNZraOcsL8kPR/BO9fZReCVo0NXFFh01HEllE
X5uURq1CqX/EgDOAKWhnaUcaHjaBHENfLsBiYEoXoFPKPVJehPdrlYgYhGb6XPvI9yK+wO4QV4M2
P7qyGO2Dp/TkR2VM5smxlgRzKavS0zaWuMqGZclP3AW1Y5Wv011mmvN9IHnLcZGKD35abV57NdgH
4HakFK1z26/RkoI4wDKnVR+TlP3w0UOImsVWMLmXawkeChuZD/Ng6habbcqYfs1kr6eR3TYmQOsM
jUfY26lDABYu98hXdTGGrim069G01yHsUvY5Mdse9WMtpTbu5WKQjYZGRCGmrwPvqebvXC6Etd5u
8J/rKuFahbVZ4lvs3CR47EcWkH3bDx6h3dDEK4SXmSBjJB21RzRMC76kjvH3Xlm6+FF6tXYHgxQ5
M/pUxPiLjVMFS0eVb7XpltEVOGkxR5ZFiGPkFZRwO6HUCI5XOPWZI5nX7qUzUkgLgqSAaFOsbqWg
TfWN+82ZLmVLHNTObeaVwIExCz7bpqzRvoqkLfnaaM2HVKYB8QCAeBSxfbK9Wln5NaifObvMZtaW
p0FaKFfRWvvNXjWFfyeHTKJszsz008/2zf8J+v9lbjPY/0xcNhfU30q5Tf73X//6VMov6Od+lc/9
/BN/yeds/d8IwLZeHe0m3QFA9T/qORO1v0VrCpY3DXic8Iwg/9b0O+a/+Sf0rHEj8Q/xI/1HPGfb
/6blh9SC9gXNMoy6/0Q897KT6CHLow0D1xjUAn1ZkCove8GkMnWFOUqFcMAMzlKvsM/KtH8v2+KP
R7EZotJN3CR/rwZQHjtCkbd4GbUEdGGoF9hT5kEs7zT7XzbUt5OxkL2xvyYrREf+9upkBke0ACUy
vmcecXldRvpvIlLtyOKUn3nAhz5pdb+eN6XB2vHLHf/TjO1l8/KvY290I2KQfOQR3quxkiCalHSw
ZgLhBivka0XAKRufofMzukBTDS5oWPJ2PhSmU80xOpr0fjCk8VSbokvIE+sHFHqjVdEt0Twz3Qmp
NzWRJxaG/Hd+6+93gwUf/QwHYT5pvdZL2v40le5I4j3T0OHWXOHQnVyoAdY76KyXc4btkjBYQjIK
NBInnP6ajV70pq+Uu84xOYxDH2aWOTsfzAH9zqXfKCZKYUtiRvGYBWnOUvz2DfntJDeXCbQLZlek
Lf4WHjPCIzI6q/Bjr9dc2vEkBVjdIPdvH+W3u+4DWCccblvQeZFf83M6iyFDanRGTKepf5pcn82J
Y7X3Tr4+vn2kl914LibaQAa4WwKQRQzn6+a4swSt8JCNoPhnJkWANOVJR7mPCWzWzqvSITH87SP+
4QoGPMtQ/+EFYod81f/Px9EeTbewYmex/SMRzyqa3Ub7R8Sqn+fFUTYiGCNRGtWv3hundmxMDhzF
YotwWyDZ3VdersfFTFi1qXf3VrNU70wef3swWYR/PeardUIwhF3slWOaPoJ4qs41Nkp2isJ1HxC3
W6HP/usdXcDvx9xGNcgBdEJ1WdNfzX29lOltX0wmx9RIhQAVfk0E/XxWag3GAL7z5RBOVa6S3dt3
8ffnxsUvhnvPN3hAiVF6ucCntSJHthvMGMZ6dTs5MvtC880NWX4xHUyu+GeMIG4oKyB/oX32kUmZ
jvnygE3pQxPpHAdHpd9+IOK+a+NRFwW4R7/QTm+fHUP7V4u+SUbIJjwzSWlBVeC8nuQYDW19jxKY
aO+kmg5jvwI4Q/k8rA+QwirCbzjJZJ+K1awP5lC5mzcTHAJ8Tzc4OobsDETj9LexwJblJM/Az/rp
2SK9Rdu3cu28qLGWVoTz3NI1lBUziJ0hnYQW19TUGJvM2VDh4tHUPrK7bwwmy7kiJ90fczQwbMPb
D7LHl3K+TJ5RnzE5s6wHf529Lh5Ihe1X6xRUGWQsvHI06xiyMU4qMmr5r4TbzhXGWSIPLlTjdu5x
0sfAOCvcRPtmSKH0OM+19rGpTc850V2mEg4cYAChM41THdFTb+oo1QnhjjFv8LTTH58OebWhahLR
kqNnVYAjLgs9GHvKc1pAh1RzimuFm2Qiy8f0p2uSf1GBdKbXPrZLqWn7Yi3o5M1DZ/sXtoewnL65
7tN2kXr2ATG1YR3dVO/vE+p6L8IVU9Js8ep2Sb+xOsIb3LUmTIEsSvAfc2lbLL+qD+Xq2Z8GfWaX
vQmvuYRDjf+pGRLT3DHeZy6+YjS/J4EEZmCAH9aAw1i1TUjLt5LnK9ProzmPo7azS4/0hdWykxvM
hko/6IsRIEn3hrENm2WbLuuMl2kA29XsGx8VnwvjxsaR3R/EsgjzsHbYiFSorU2T7jTAJ+pIHb6a
+2yeJu1CMVOiQaKJybzzQLTUpIFC6wn5TKRq1wyDuyUiFQC5EhNEzbVp9PV6mrrBFpGhV/z3RNJU
YCyUgnj0i9p4KAqN1nyiSue8Z05SZbgFtba/SIo8uEuXgfYRwFpoHlU7dfd+Ik2dwdGQB9FsJXZ5
BVOiXTaGUHJKbD6AJLxnVRWjqHE/SpnQSE+ssmvOWdcpNkQbpEtcy94UEeE1zhe2FhRMne+LkpGF
1fpwcgb7GfhFTht6WSdjr2sV03eTLjx7jGLu7qfB0u5Ms5vLvWVpNYFrVYLfcim3tLUpLZjQ0YtS
DI15bH7w5Dc5sbnEoodWnyT35Th1bTi7I3YsE2hiG+Pl47XIkzQ/a1YHc9c8De1NPRophu4R/lKs
8RKRTC1pqhy8ukkfmqqW/EtKLStoH5lWz9Z36b6yBzeCq7xopiIUpgvJZvYJbYKNObHjW9eMGSU9
b+N7oMEMYZ/pLzOPFzS3iONA6GDETi4wPn097m3FyzBqcmlioSy87Ny7cjnmGYDwfW/VWrtfLL8N
IvQ16/ihpbBSMdQJAgb0hffmTmgqTW/5CBb5fgTZPEZ837qrJQmwB+L/F09jqvRHJIfFB7Qsjo1l
Z3Yqbnhf5iepV+xig0Az/U+ArPQzXl39aVATYFDZaubHuk/X4HNpLn667+jfaTi3fUMGn600E9m1
xZzXKcLJqFf+PUIvezExO3a67NBNttgM/0o+GLagpWl5uAvP88oYP05W6mQnvZFmpUK6dtlSRnrJ
R3nvL5UJEdys9Dkq6zErLtqKKm8vzaU3rzumEv2t8hrT7iJ/kNp0FGtHS9Cp81J+L8rSmO+0Li/q
I+9mXe2U3dv+c+quOXGC1KYFMBdabCHTkzmLNKVWLWrqtq9vvYDRAs5Hu9rPbj3MkfRScaDbr3+G
w2PXqBNgXp3QApc3cHlMGRtslm8povX7bLUHset86MqBh0WYfl3VoYIx9Ccma/OzO1bLj5oqwDo4
sss+tDOAn2uhi+5rQT/0s9NY6sYsW8a4dtr5n3S0ZPe6HEiVpl2r77yAdZGpoeffFlWgfW+DZn1E
VYUNhuY4iQ3tgEz8rIE/dDBYPKfY0ykgQ6k7woOGkxZHsRS5OFpt1V5ptWfF6HLNNfL7Qk00NPpm
js0yoyXb5ugj7rTZ9OlS+El7UQaZvPPKlBVr6lgZ4SSs9i7VM+XSCHPEvdIVy2rlDWtCvIrp0Qlr
HEeGDmbIZxXkTAxJNtfu0640r3FKM5IzzZHhfS8t83kuC4dpU9dYw1mxmNPRTzM8k0C2eNuTwa+O
DUwreerHwf0CeVlDDZzN42NvIOkKBcjAIW4JdLga7Xa9qWiOIjckDYn5psMgKWxTS19RzROdGxrI
wBpud9E8i8opvlhlsTBCAq3eEz9PNzxGr4X+dmLmpx8qfbTSPXAs/8aCvyTvlA7Zm/mfNX3Zbu23
ijqFAmtQLs1XjTMNDTdX+WFx0NAqT5/9aCBm8iCm2hp2TdGn17ot+PgUuEYfF8StVsxwtIeyv0C0
ipDhdWaclWCJ8dbW5fWqrRBBh35Y/OMkNBblJLA7vuAeGoMYyI/2VdaMESKlNYERT5nK3F25WPXn
waTzfAUgZMu3tPmG3OnLZGskDE3VJUpEusNZ7be7Wi+s5Oj1df6cgcYvolrz+jTCrt5+c+sgoPM7
FqSC91zRH7SkkOMmy1IqVtba5o5acto57pAmhxmqIgJlc/mQ+MqZDwhlVzqjy5JtMwK3ejDnIu/3
NQ3xKXYS1ZShX9b5GhUDJXNYILXK9oaj4F5phqIviAMgv55la5ENCiLuCxoaDPKGnpOM7GD+BQmy
av6XqqqTxwbnvRmWqjHbCJ6A9WlVhgYigHSQkQDRsfkCAsitYpwfdhnO0pzgF+eo4VAf9vNn36wS
ILZBLm+Zw69ZzN6lpRNYBo061Mrv9ajFRD6DrSOlb1diadxrvQmPhzekO3MRLCw7aWRVg7R0LL/m
LIq3DBndOhZ2ghxm8gE2kU9TZj1z03kYdsPqs2ziuidf9L/ZO5PluJF0S79KW2965dcwD5u7ABAR
nEmJpEhq4yZRFOCYHINjfK5+g36x/iKz7HamsivLbq/uojdZZmmpCkUAcLif/5zvUCUfusfRA3B9
OQtMEukUVd5bHc2jm1XTLtdkzJ1yOoxyY9wjd9iJCX9Ba0+YXI/gQM3wxKSwtC4l7iN0fgSDNYsV
VoO7Je9bkVFgxVWtjCk+h+xLRUaPTVelqzPg6u4mxfR+ABpx3Gt//l5GhHGTXKucxHVQBnESmBjA
iFSBaFOv2GPgZc00s60aqvyuJB1EMxzDqTobQW4ywfI6+1K1ncMesquoDoTEvL7VhYeRoGgoSL1Y
gtB8lrlH8MAj4ckbaPGKL93ssimLVq+TZAoL954MROuRUg7y4CJ0mxKHSNmzAQY/p16WXc7fBmcp
qVW1FbYTDwzeT9mUXYDLRBYF84rF+Tn7bfwYMAS5spYuYEo4dsOXGb71F+PkbsdqAvEuKfbGPpl4
9K2UdD1osJx2+g4L1TZ8Wfp24h1PPOT7qgv92Kp5fh6Hjon9PHTdRagNX3pgaAAEwofCkkDpi8uz
botdD4Ipr+QqaIHBzeWY9m4HIKbHLfUyVjOAAX+12ivN6CPIism2zqJOF34RRdXNCR6gaDjU9h4v
B6chApBy2mNv6iNvWGkwOn138AaUKZ602NYZbWfLGaEQhdcObWLoyoHtooIz6s3Qt0Bp7auNvYCR
c6iSgW0csW1DDgO0xtzFV5vc5vlgyyB4xCbqVafO9ttbP5L7K0Cbvjy4a8M20RpjNnSOKj1GlHu/
XIZABl7kJqG1Nbpp7ricPeiEMjI+SLbC+RSYcftaAOhps3aum0czl7gRnK195g3UmNRdjPyY1dqb
JFfb9BDLdaeLI0Jw517bortIGvpy42HNv8R7r/o072sdp2yx1/e5aNo7z13PZw4u7Jz4mNDHw7yK
gg1wvgK7a/IiYtUCeXzZRcpwACCfj/EzgLvBCWt1XoQ3gc+e/EGf+WAlP/5c6vbSLzErp5IN66ed
FXLglmCIdDz3YGKzm3iJ1CvOtHMBe38At9f9tPnXCsLX2mOMcfCbBIU73C+l5EiArbKJkn7cl5Lf
Pe4ebaeh5EVLz0oYHrMDUevoDlmRG0tBggyWtzz3OwZ9be/fioW1PZvHRT+WU065VNUpj3NGLhac
atLLmyvp4q5NVpaiZ/jLxfcoJll0UVNVc9/OFF5cs0Q2b+PmNvpkljV6rCWvMQZUevpqBsiuicgX
97SMq99kntbyy9kvXF16jm5eYmte3MRIUAyJZTxxw9yJNbQpl/hz3XB6zXCt9NAxleVzHmQ/za4J
LAoPLLxRQH6BUiOvGB/z1FDn9mswFuOlX4cs90U3ABoY6kFBpOew+FEOnLQS8hByOqy5FTNXtZtg
vNhtDYMhx+xwMkzBaRmic2JN5lA1axKsXs0pKFyJNe2hFZ68mjUXkyKE1HSZYMGchlzMkumM7T7Z
Hm0kib9E/hv7Fs/JbL/s7sEseAAwZ2MwnIRly7yZncB1P3cWb6tRMs9jFDnKT1NXW026BNPyNrsx
fBYOSzUra9neTQNhtjtkQQAf7CXYe1Dod577rJoYz8QRlUFyPjLBNWafVmQh3X9VsLzgcjFbxmHW
mGk7zOViKKSboubJzjvvyZpA2wKajtzHoiKel9jlzBGqj9g0cjof44Cu90l9K8Iq6BMvrvdvzR5z
PIsaAm7c3NzpgA9igzdTOuXPAEMXVw6a31FSDPa199X80TnT2h5XaugGrtIg/NM6qnJDfvS4qtqv
iupMuAh+BqW16ft2c70NwXDf6Ajyphq7HYdW8oIEuxpsRE75UYhyLtKiLOqT7WtdXAHmtw4jChLz
I84XFXybrfxQ4Em2pGGmCsaeDPaWhrlXBWk4srdPGPLWN67x9Os01e5NPlqhSBur48BZYPr95lCA
cTMPKxPq3KKzFu+HwgTqloYib2q6IORbRXmcHbu0MuwBNT8kDsv2CHNEfmd7MOGIDy2Mo1IE/D1K
TYyE0ALPA9A+sCVhWIWQYFvxPIV1/03KeufN7qr8aYJDUVyWUgPaEYMMHlc2UQW8IdXL26atY/cU
zwTzUaUrVIuNQ8kPZ/SK1863umcZOgo9v1YUseWVE1mJGXe7O5+fRvrtomA3lxxS2V4OzlDxPSp2
HaduMc1TxYVu0rLxfRA72uuvZi+Ga2yZ3FwPTBch1KztNUMJvzs4m6WWC1bUHa9daFmCWW/nfl6C
qrcPytSzB23Q7z9X1dKwnffcnTXFb0o20lg49iycPA1pjWmocyGqavjEuDeOUw5tG7wMpoDrQQAW
7RJQyn5+mvwR/pwQzltsjLOkDjZnAWN3BBQUTRPyUoeGcgMkQQvajMJpzyaCoBWbh9ZHQxhCb7iQ
sVTRt5Y5l5NNe7NZCdNz74WkmsZDHS+4m0hCF3iMXb+8X6fI7w+IWMSg+tgwA+4JtVyqzcRBNrQb
6M2wXucvJiyRajwz29/IT4HvjMZtLyCccW9SrlDZ+cUc42BOnFlUx2nlxkuF2uIgZaRruutm2Qb+
C58TasR04nVZu9xPfdXO7qWP2ac/tK4ovvWUanXQWecmvoZvq8XFoNeiSTSsI8xW88QnLFuH/ZJO
m8C/cKGKOnQ+x1B63SE26siJcLxVll00l0s8unsyTlShJOTOO/x3XbEJ3N1gkI6DMjo+MMOOHNCe
bp7lXL75WHq9qLNg5F45nJMs3auFWFUesRSzMq9ihVeFk7sLUkAtIU6v3h5PdknxRBIQi5AsWtIB
k9ss6zNP8O4fccl2nwo9+SW9HjUbRpLZYFYGv7NwT/vB+lHZ2n3lsLFh4fDN/u6ZwL9y7GC1ee3l
wavvbSH5XWd4z8mkkJXxCiys1rr4H6jHNdsRL1cDBnU33I7h4kw/lnCF78JGvX+L28C+j2Crrmw+
8uiZt5YG2FVxn56ACetPzDis8DYavO7Z0M9mktHq44ea2qtXdA1ZZaEoDBvpfhynbLRHPLdkjHnv
C7JROnF7exCJ3ymKzyNOF+87/qQyKQvGmGNXqgDCr95o5DIWRVxzlHt4Wyz5OEYTDv0mlJZ/S7kh
OcoSEPlXJvtWndoYDZEahtldLipm89BhFVphRkBn0JkbjqFzoWAEckezzGZmcbvWz3bZlsy3eH4f
nN3hiZiqoPvZ6nGaLwiLsIvglVqrdNaFKlLotXPzLKpSP289s5xE7WZ9gkLggSQlbtmeiwNcczGH
JoRyuwBuyNa17G40tipuxmWOWRVmJgzofh3tk4Hfn930qJ83k1ef7Q5T0eEeE2secdZX6tMAGCDG
VkjSNzG2rL4Bf3Km48xDuNEL7MMBWLsgeqG2bgWO5UDWhfaXz3wwASi2BGMT3G97FHkXtYfywU1U
5C+xQNxJp007OkHTQ3IbVej9YNYw2Bm2blSJEkPnQEF6Xb6pvlBsMMcyKjJ7tTHQQK0ltc7STCyz
aYP8aG1+y/7bQnrCPgpFKKnXFj8txrDuRfdaf3jSsh8JUxh5oNRp4WIiX6WTM/bPrJjznTOHvuEk
f3Z1lyzQP12QbN+dzYVcqepV5Ket4dhz8LbZfpU+8BfyjkOEyWlR061PgiA/m4364LBUZ+lEaKJj
NLa5Dn5GIPDyEqbigtrVQCu7wODeFekmXFgHbts/xLVoIKO5i/y0VfglExBv5UO8lsDR4riF0OVW
c3zELdjcEcVsxmNJqiaGfC6j57BcNp7i0e2jdES9Gtm21U501FRjUFyFa5cdTTht0ZFTlbwpsHA2
qZ/nZrwqm06/SmTW/iCxp/20Yhrqj60jIEITHOyePGauXLTSF18lLUAttGPPxeWC9JcTZ4GQnrg6
bh+oAIjeQRnP9BZHefNiBWKTWTfb1bOaNZXGttMyLyKU0wCqUCJ8nteq563P+rAea9eu3hk2IyLR
DUjsdRhqf7/BnO1DoPSd9mu7bfRv+cpy++8zljp5MADrkIZMFecPevat+lIvYvlw/cn8sOHXY/z3
imG6UtRKYS0Si4iPuqjte88N5yqt7GW0Dv6kqzXr+xiTrINqcTuwTgjWxWm7CD08kjce7+cXy3bE
khI4cS5dHDgQgbvBewdfHPVp30t0WxFE7UtpqUhmlOVG92XQ+Z83lJ53CykMPWnFbVrAxPRTIrYq
OhGnNEgcdtj9pAdIi4xRQH638sJwE390nQuG2nVHJCyISLpOuJearmOXapBuP+J4F6xPk2huhOhC
mTYjnkMO8Hv1PV8GXEMjIF3UfdJCBp+X8sPEjRU7bYJtLLN4ZTFtLZijicoUTsQWMLK1udCUgF8J
isZ+lJBVsGgKZgesmovyaG7mKh3xa4Kwb5HMe7a80lbXG/qZk807hZl21HOzcGJbqPQIRp7iUI7m
HtDJ9pWypJijHoFNDo9qUmDpMBr2J8GwViD4bMNT0Tneh9Puas5KyLd3de/ac2JJCix5EWDVTfpK
2J/dYmJ3Ib19rDKxFcDE3ZzbInVZOObDzDhzSzYO2jSbDL5/v7hmHjmqujNqx4KyeAgGjPCZi2Tj
HNg7dH4Cg9CN+KsUS55ijYyflqbJZepIhPsEJn8bXHdEeEhi02ZtQ3uO/LtFd9aDfb632WLxws16
09lIsjUJH+ZJjSRXVXf+zbLWhpFR6+/i3hWNUxzwmJDqWKqNJ5pwgWMdbBHx1LqDkNEJx53rH+NJ
4mmd2hWbXEf4qjqCyjhHhCI9lCdZomncBDyybCMdXo+3FbooSR/Utz1rgrl9a6JAYJOOK5tUKofN
T+xH6GFnu8nuK9zwfFIn5xe05PryfKCm8Y3e2mrWpxE3fP2wOL1aDlGD8yglfYbxf5MdAogkmVIc
MX2MHgJWh6O0zIdSphEXGAszD4pCJsV8RBJonxh6LEheKX8q/hnHW0BnWCgaxqB6APzmnk/qM2fT
W1srx8kkHiNWL4jUY9o4s1sT6T2/BuZYztdT1QXTpSkccY920qCokXoA1QUVR6dxr4oPb/8NachI
sD5GA+fqIyfPIEqtYh3s1KY6WydmGLYnnttGHGzP8FKGnljUxy605L2ip/uOvIn+PjMM2NMVzSbE
g1t1nOyoJmDmu7MVgtNfBjrzeeZkUvfMpI6x7MTGGrfJz34t4+EU9wV+68IuSa+EucvR1QKlA3nQ
pSKNrQynaKsWu7hiGxzaJ9D9VvFkIWibd2WxHTt27lZwfzcygrNH3FZW97prg+HEZh+RXqN6NtdL
YTH99IlRVZx1a7Lu3cax7Ngt43BNr9v8wjvTOAwEet63rQpgBTHNr8sLV9fTPRCiabrjmCD7z/SK
cBzSrFtEhPJwfsUSgIq8MwabOBvXkb0lblmpIqt5S3tHxcwhIm4/uUe2+ysxBMoXnKRrhfmMa0l9
HbVSyLI1ci3o5HFhNVfsVic/bh4bE8e3WF62/NbLPZDobGcLcRyZCoBctKFawtlsgQ9uK+DS5FzO
UGUrRziDMf4MgW4AdGOTrOd5vXBx1gbH1d2bNxGGo5XpyREM0fc5eBu6eaqZHCjLpLMD1iW1ysYM
l3xy/RYTI7ye+5H5bFdZ5c9409XrqvDVJd1eT++xP3XDD04xmLGOmM99702zWjWU5joIyISjTNPU
2O5jXhF77Yk8C2pAs2lc6mG7QhvT02EIJgaIktTgyFkGRwEJno4VwgVpuyWDq6L5Z08BA4vbOCC8
uqD8JSZ6uuE5UwGkW4hvgv4uQjISTomR/ESXCKXWnDUjkfax3P20xlRwQXIut1GSQWMfrAHz0oFy
Lu+xjeBuwAgVEyiAsB0T3yrrL3sBxynDD6dHyIngFA7xbvcq7XlB7I+bst315BURj72k8W3PSIFa
G5p90BVXemAWmRk2QQXabYD/GRakVRGOmlxx2S1+/EB2Azx0KGg9a1DGSulfoMuAuE6dnC3Wtzg2
0/6ly201XGpYl3uFsQDhlH2603F8l1Fzr/pyahIrPNdaIFPXOZnNQaK4znuDEjaMrevw3E7aYA0L
eK34VHHuR1stU3GWmILlalmmFZdFU8VH2fEyY07k0d/VVwGHhtUUY5HWItYaMO+yT5f8o2WeHNVr
OLSJjyjCD7fBCE7okAIyBm1y36/4ubqSbpjccKLRDM1TpjgRj14XjD8Mr6lHsS+SM6Fwtzm16YH3
8MCTiaD4x4QHYehZTL1Wrk1mo/XSTOFZtPO4o32u3yGHjeChV2aofjtEyzU2dNa3JTbdfrInVcZX
NkNuuIDGScIyrO1j25f06ARV08cnp2wsJ/UAkjqsj2CLOUeWyO/T4KgT5puA/3Ov0vtzl1dY4AtN
OVI22X08IDpzX66XfVUH7zrU8bvdmzN8F8/CEqO8CR3ccnag+ICyW4SnuLPC5pmgtCke8mqtu59R
6w2nalzK5m6pGQFczuilNbIgM4ED/v/iHomJBCY6Cl5uW6DXkZhEtW+/bBxfNSL5PoaXBqfl+lk6
60KLsT1jBOdtbgVHNWAfOKx2hOiPT5/Jrqdg99/YOZWI6Y6+BcmeiWJxvw7KIyXjhT3NL7wU2wdX
AF5P/RXrR4p0gQroqqD/3Rf2/x3M/x0/7B+MVX9xMB/GhbxHq/5kYT7/kd8tzO7ZqAxoLYYjR0+z
5+Dp+h0A6loUMNgAAs/d66DkXOxl/7AwC8f/t9CO8BbTbBg6hHiwpv0DACqc8N/g0cCAseGFWb+B
zn/pVfjbnoXfkBV/iPPjb6MRMqAxPD67mWml/bPpjJec63QrAY3cyk99x7lnFYQn27kVGxgGJMDI
PwdO8xbOzFS293gJ1PVS9tVrbVXx19WJtndB4gCGNP03+HOr3rnUnbqfJxEA4kARr1ojUjhXL6Sv
ORmp7+iZ7tHHMd0yBkiIPh6AD2Wl8Z/4LP/EBPvSgcY2BXLKpja+xmj9Og39w5S7QcoksMi81aHp
a26e3IlkiLsO3pdGBP2hsMqNIgBjGusgBZLYideNKZ7KxpE/BmWvI1qsqfXjWjAsT6EkzA4CSx09
ElsoaArYIQsKP8e3s1j9Xd4yrVzVYB4EpVpV4vAUOScA1AwHCXX1+RdHu+30xBNNmFn1w6YOAFns
+YfX99jCADrPJkPzL3i/CYpayEdIG19yZ9NJmW2GzI8u7P7GYEvju9ZBNb9MnrvFh6AMg5OqnBlV
vYOvcHCGFbtY3k35J3wqy20xVgW09wiFaOg4P/NO26Lm0AmZP+20LUx3LkrAiRQZMyZtRew49LJ+
cehOoNM5aG45w5747E+Tr5m0auLx+WbReGSJ8YLWzPyGW4czPZbHraNaRughpj9wkvgbRonSysRh
YdJQqoyaygtPbR4tdDRBL33oXeOlY29Bnxp4AjNUTxCUcwwPw2MsTHckZLF/ovIMV4xQL7sfF7dO
UZQncs6x4CQcOCg6m0fZFB2sg/1CGUbcPBMdO5/YTFPoPAvz2GyZAL7ZV79DLv5Tq9nfVifQY/IO
5+B83cy//9MqhvPn/cd/9l+DZsx683er2RPh3OajpRruzz0Lv/2x31e0gGIEykGR5SGcMDOyWbd+
X9FIXtDTBHjvnCFwfAIF/7Giec65bQbaiutjbQU9xt/iHwua61PcgKeYBlDf+62d4T+xnP1i2XX9
M+uOMlHApfyPff6YPwKyZpnTfulXMR2Aw3hcPG/iCY9tJhKLf1rgi/wLC/YvRu/fPo82HL5ZYHsR
vt0/f54TjHEbNz7LF+caPI0GP3Qkcun8C0P5LwxJfja+GF75MyMU9A+7lV8+qOwjLSInOmB82JqL
krWlPvUetXgGx5h9W2oR4w/kmdDUTwXSvqqr2O3YGkhP/4u/zC/OfZe8DQRHfjaY1T4/NTfAH39k
z1O86PxAstbu1UXU2/lTUEbtNUZHZKk/3H7/l3DI+Qf8P28nvjfUSC5kGAchji7CQH/+rBVRCkEq
ig/AMFg7IUM/GNTFSzNTMWMTRAa+v58rJubx/e8/+Rfc2O8fzR0L/c0DlBd5v/zkpVWQ+g9YK7vQ
Xm7q0KNmg8j6bbBo0mr2bLWMHdH96VWfx3uKLyjbimT5xGS5bDKrC+R12enm+V/8tdgw/OUXoU2Z
VAG1m2da3p9/Ebtry1kAJTv42LePEROyC1RTqkOYRqa4CiwsrWt8dKFxEHyc1pPZRXvNMTjAryGR
eP/+7/OXJ44LhC3Z43eKcBv9iqWCZpkvvuECaXDdJilRNpdUlQO5u4XM3qXOcwzjf/+Zf3nqzp/J
IxHDP+ZZiH65Mhw9twBvFJ+JneKmrnM3A4mSZ3//KX+59XC3nYM+wI5Ch93RLyGOhvNhJHCSHkJG
9+7dxHa8+NRZ1UTtEgCH95Wgf3w5I+52WPiasf8XmFpGkr9cahaVmHwZtx8tXdDBf/mepWAUidA4
HrvVCtAAz52BDhBCh3POUI3Tt5lh6teV6cnX3p7Vs0fFwHCDUaYHdTF2+huj6/qjpsYC+aYgOnno
LDVRFRuBpc+kGiEXUNwZUk9KkZVz3zpBjY+jX4pDXnnbU51jV37eIhN8YjhNc0zj5c5Pr8XgdS/G
ZrIQCAcvfy4HDP4lLv/e6g8R3Yn+szWDdwHZYephv8DqMw6X8+Dg0Q77ecRFNtg42bTtxjeqCxuD
QbmaEJ/9nW4vfGXmAb1F8RNvuXfoA58pT+tY7nLSzlhg9BdwQpuLsccVfN+jNRJ1CdVNuK1cH0oh
OA5+b3Tgc+AlCkbdDowMEbYPmHjiIdNWtdjJyKGTGa2NgQWbTGt7P6XFl36Ebeebix3yz/hQ9Pb+
s9k6+Pds/4r3npIncSRX5jHdjxCGEqAfy5jMLlnzhKfSs8FOGOcrygWx1BYYEqYHAygBGUesRxYS
yTBz6cxbRebVsGoQI+SHs8o3jLqrl2nPgmxAXoAZJ8ilGARC5IjoGvAOdV9L12NZY2O5YkXuXRVf
W8odzLWDGytIOM+zZy53JxxSNIvRy8bC7ZtTIHFGXnS+I45N40zbrQkX79ZpRg6oXQHSBK9E6E/p
AFXvogZkDL5291EZCfRKjHhuX7SJnLFS0TczMsiROph/Dhp4yueRZTG4shpfr+Fp6OviCzHrwX3D
Sb/2fOtgKR4KujetAz0+jf95tGVZZMhzhfV9j4eYwdsy6PZx65S0r/1wtONbHToxDBIuD5Omkjtj
eSGXQEt9TqnufLIsMAW0QsLuCQVqYB+31/tCgMBO9pBFaDxg2MAPUI9m9lglG8Pkj4w/h3dG4sw9
y9CMRw18CImj8uR7iMGmuqqIgYM5mSkZzCze9sjLIi597HTzWc2POCSlEg8I3b4cc8qDHjvACbtf
B7ShjbUtr0mxNHFa2j6dbgSz1JONpeCWSIReUM89v8p6383JxKgYfhYqNWp2T4Iig3pkgADowKII
KUZsJQBU93fan3MsG2B3LllKBd/FI2GfbT2AjsyN9vqbcsdgQ3CthvK4U5Zn3WPS1FaGBcS5HoMd
q0Vgme2j5B/fKukStmGLYDuv3K6BudmKtrWvTUtQ4yye0SG5L+Fen1gwxvmrcvEQJdGM1+/72ubL
mPrlipqFPyloTzg+qze6Lar6wC5oFeCX4GofvKbDLLx53bigperVOuzuYq0nDR4JcXa1lhuKQmd5
ynOaljILq4HENJbTt8TkODhiWymHlIR44WaUnqLIKnPmV7R9CFJsLND1zgKIoOqaUlyOqVXlnMKm
1m4azJGizrhmCJlYvoYqhU0ret1zpe5qZ9I9HldlUQdaRHhCVbBLDWWqt3/U0nMuF0XPD68vz77R
zK2/FmXluieoTP1+8l0jfgo9w50JBlpi7vq8ZNg7CkAcd7T8bP4R7XC+qSv2B69+HvbWxd5LWWQK
40xQprvJfcxMm2oo7OKicaRz/L56ZH4rvjEmju5RGOY1Fbs9h0mFKofvA5ArJ0ftqS+RvUPqQBo/
L2T4WvVj7c3lwM+BR+eaEbMpmFDb5XYTlrVpruJl0U84XQf/xtkJDSUABGaZtYvNPL1TWOQ5csOu
PY7rzrWJQN1PNzMdACtyU4h0HVdgjw4jfLkXzIzOljUbLIity5fwVG+u+GBZjnEgyZz0Rlc47g84
GzQhsFXGBkwmAxIRg6n5lc03vQQhZ7T2wDJsm2sF2FheDOs+iAucMKN7uYcc567ORCkfUywZjT7B
oow1cxGYTVIFDvncUOsIDNABbcpp7HFUvXE7YT5yy267zzuRkZAW4CpkaB9jJmyNq6abYOyD2y6i
xAe3D0BuBhlF/hh19eScgHBbpHyctvwp4CmdKZ55fw9TyY+u8Y8N0a2lvHAXRyfoB4z608wo63oF
jjQefQBv10sFPIIZbMfYb5w39x1uPdY1KH+AvBWrn0mqWgZrUkZdeDEvnaLLMR45wJdBy1esJD2U
7W7R1Wxa7dyAH9OQbhgdEODUxbjdh2HXWdebxLP2QvnRoG8wuov6Tu8Y1E7gfsSQLTFMPLqodD62
zn3NuBK9GrOOwb+t7Ka68Iy7xHFWDIaAW0LbOaMm03hDOOL0YNDFr4kjPAJoYSb7lTeFmTMPoGVw
rQcMwHScWQAQroZFFdMrZGJYX141u+ZEINuJTsRRQPQH3lACaOjN9k6Wj+4yO8jBTJlOTJj0QvBk
2CGn1mquGBEoMj5lbcls4bZ9GTree0jvbttc0lOEIiPWciFzBVTn2RR+u96es3figYqv8SGc8xVP
UW+7ZJzgj9BbI+stY6sAha4vmJ+jLoj8Z4OXqr8ZgAeZjNCByY/73NXlVTVZ+fguHbqRDzilivF1
QM1a0zX22uUh6L3xQYZ1U7xRjSdflCcYFzErHMdMCoqt06IP3CpzCx75F9oDfP8r05NcHaPd3tka
quCzsVd+53UaZHi0MFq1PEttdL8NiIPEFbuc5Yv0WIjPzDiALoetfsV3Qi+lb4+sKVJK1QEszKsu
LdgT0ZscRIhzJQE9Rl8zqk66hV387qlyfl7pHw4Oo4ijB55853toleB6d3EW99dg++F0806Ir6xI
skh3eCz7gpLmXe39HeOUsLvGy7HWH96s8894yKCb0HaRdze0ggaKsR0vJEIIhfi+EUkx91MV1uxC
+Ob22wLqpToEipHS4+gX1m0ZROuWGuGN+trGyGcSVLNGZCCWgjir3UqyobCK5pOy5hGAl48fqyB1
8YJTbxUH5vFM8kK38pmZEcHvkzqyhv7S33i3H+YtZMhfNjHZiEGxFjAkGwo8aXCjbJwUFr1cIqxE
lM0sdQthF5aZxAlR0NM2kqq+qLByt1mOEsFc3aHMmbXeLb7UVcvVrYEZPYEQGNYDaNLqpx2Bj0F5
avSPBc7bazkFMV1qvPIgfBs0Q54XmJCscaX1fCblfdN6cxkBGsd+3XWJ2BcWe/Gdo1pnbsmXlQGh
sWYJmUX7hApPcysriqR7Bnsv3A9j9KPyBr97A7LmTJfsHaHRHwYsq2xUS4hlZdaMXklMdZXnbCkw
Cp8IXe1TsM7WSN+1JZw3MDUus3QCXgxi5qIK4CPjx6RWzt8YFmR200p52qNZeixotcOUJ63ZZ8e8
I/GrfvgONDfSvqHkp6Zp8NxTt1c3xTQvX8VeqenIfGl6xo28YIBnu/odjOYwHfvGrapjgTJqMQ7b
qudQSnrkMfQREHI3r45Sn/2rBsfCsP8Q2jUjlGYz031pASA4s2InVtVgCXAyEPkloyXOJhaOXfLD
ovWyziq4fTcbP2CcWD1eJ5wx4YBNv5UNXYx0zJ+Ud4Z1TU3jvpIFx/21D577FVijeONl45lDu0qS
T07BMYQORzV/Db0SAwWh7IWkzqjiLbW3kdxgk6+8TVyvLYgg1SGNu2GwjQWGLJxEOPbd9UfeC/zX
OVN17AqRcD61hgan01aXo5cQeZ7x60i4WmDIR5JINPyZPOusPny3uE9IWXY85SfVmxEpNSZCldT5
HgaJw9vsh690fOPJMIb9NvguxXp6n9hXdopGz7Ebw0+hoijlYotNRO1haJsXUhRheIQCqRkkVYxx
UxfX45tekFmBHGv7w+iWYBDGmIl82FrG5YVjhn1LyDbt1pURwntD7XO9C8lzDKioCH/6Tsk3sMmI
q7QEKvYw+Z3lUBuluD9IwAQ3mCCq9bgXeVlcbhAXoXBZLDVnAiofm/exOrno9C8GTuGSRUZMC6YL
jKbpDrHnZtegfo4lDl/7CtjGxCl+sZfgVpmiDi8bE61cgMobEfq1NSL8Y0atsLl4pGYYYe6EtD3Y
5yx4FqkKULy0m+/YpDyc3Ngg0UG89WSHtsBo2i+LOCgOxhhU7Kp4QQopooMgOUEuQefcUf2gZrip
esy/ueU5TD7tTgUJsZ3mNwoyLTdtQaJ9b9dyjjNuVTia2wZqgeG1s0d0XZJNP23GQgF0h3ZCQW+d
vv7R+EHevlt1tNJk6JNXvADbWoiLogwceahzdtfHFlSJd8/6FMypz78IMmOwo/w/iNr/VKr+o1L9
738rff8XFLXtswb9zyFD6f/6n+bjv/34H5ezVsPHHwd1v/3B/83eme3GjaVb+lUKfd1McB6A030R
wZgjFJosW74hJFnmPG5ubpJP3x8jXeekC+gC6uBcdDf6zpm2ZSmCsfc/rPWtP8faGsNr1nSAkcnE
Y94HfeXvc23N/4NZtw1pkBk1U08Q2/8+2DbY4rGj1nUd5a1puzrfya/BNrAhtlgePAemKWBEGUb/
C5NtUgV+mwY5QLdx3zGGZFPIZpn5+u+Dv6ywOMFIUZVlFPfPY8T6I10j4XHls+g9vUzZ0rha9+rq
WDq+SwCz5qOIJXu0gx63RtlTLcZ95v8YWy2Pom3SoAf/oUorkPIyRn71bY46VEUB1EDtnFZj9wT1
heEW4sDqfjAHmLJ0Lu8cuizyEo/88AHCRHCQKQLyhcMxQyWAAjyx3JrHnxxPyDT5lpkeCBu1X2jn
uFTOuY3cmoxRQz4PcmavVLaGRA+sSs7BAN/kg24l3aGJfetzJlV22rAAsmGpuHSb14mr3nquDc3I
v5kGtcBdjDV0T4RZ+d1JSnBki+8IRWnSq+lnUhnmAxQxNvezL5Pv6MVZY9p6PJyxOKNUoELk+43o
InEV5ajUh7OC0NCGjMBzneY/deYH6oAUhqhAG7v2el8aL6ZMYU+mjbWAKYvGtJKNUUPk3brmaJH4
W8TMLHCP5acpT+xmo/eW/VK0HhbNGqQDebhy6uM18GjPOCiYnM3BgdvdX6C8tUD2DJF5yGOxAa6a
NtGaNbuohKqjBlK+at0BKwojikkiqENdt3VjxoFro7HQ1TB/iBf7ou7jpLKM9gfFpcQ5D6zijDxY
petZGIQ/uSK3keKAQ0bbYvXPWAnLErMbJ9sa9mY932kgGJ89e4R3FzGisj88c4zttQX9FTMOKpD4
lOCddknnRZQcSjLdad3MNhG7DInNzemArQZuRMZr7hh8Yb1P5JU3XZWbOtfRkyEYXqxdukRRUtmV
4WKCktVr5xcmNdTc+O7KE9Ql6Nzz4KWqItwwhoGkGAPizM6ayGrW0kr60bpFhO9j6OlpHU2Dh2IN
zBmxhetp/g8I4jx0RVAsHSUTlSnsbNhzDAP6yDvZNtIjaKpzcB/Fan5rRiXEetKjAOcFzRhC0jRd
QMGNjZlWM8dHcB3em2hGrV/5LhOG1ZCbWGyV1J1qNVmUseshHqK3zAiwmSC7Dl647pFq+uZYIYSN
+RptM4hvmVZWD7gV43jFwDn/zMiNbcOabIf3eEztp0lBglopJEL7YhCazayJ8Fp28ra1Qzkez3te
neanyjr0eikz8y/AHMoX/qR3T0fSUW8Nsn/CpGqdyyCDM5EZdIFrM6tMRhhtUVbr0bax0jRA218z
rJbTaja6ZuRlLfB3KLSpPw0EXY8VIzxEh8KmE9EhZLMWzlX/NZ5cmgpH9E62LZgH8X4worrTRkws
pO724iPHqXbFB+V6DK8g96+HYnbv1JjFIGwjs4yxLHa4aEUzxPuGyGyE9AxUptCdVaVv3An7c8ir
w2PA2MwGUU149Z0Tu9pXeK3xB8JC+KeWIe07Kr2hW1U+vvI1uj4HTz995xdAXYxBhFMV/iGOu/4M
U0N/LwIcLZQrjfhZlVX6NDtJ8A67xM7WRVeBbndqw7ua0Ey/mpGPODo2+vYkGs99r6cWmxy7KQwF
fZ5ML0IGyZ1AEP0EM5VJUj151Zd40PtHL7Kt01i3hcl4Ize2TKoJd2PoIb+lpfKZVsRT1R5ROLdi
WwrhvBYZDp5D1GrRgjSLygeZlxqOkBgvERaOhbzUMGq/sDVr6rBCTXnXWl5ehzGE2KeS8kuFJnfh
k6yaBXLr9OWJn73uQsb8mHr5p7CkdIGhAbbN2q68OAjKX9H0Vy9UtghGSzFgYAow/qvNEBet2jhG
lp6bng0fcitOoXXs1sABrFovka1aZvyuWRDC4aaC0Am9SOs+8q5cRlLS0xTytaz4HEmzxsI4E3zF
YoFTdE6RiUHLUvdWDFse+wTf9cp0a1zSY5IkH6ZHuYVeeEA8mDQTRgdXtoxjsH658KAATnsb5kn+
DkECHefE8gJsSmfmP00Us68WKxRWHI7AgRdjsUS36DrWM7tjiu0+iaW30prBvJAYQFB84dcTDgiK
gC89w9JHnhYw+7CMGW9FtergzVbJtzgurOeSQSbjYLsWL8VC7M89QcVo5iNqFlZg0TvTEIDQJsb5
V1UgOd9hxYRXQQm9JAKkrnxB/0hOQEbZT1jB5CU2b3Xuf/S3UAFryRewb1kDkJXIHShZLtRr7oMy
3mTNkk3ArzGzIpdpYpShS35BJUp1rCctSHbZEnBApidZB5HN1GcFnie6Vrc0BHFLRgCrREpCruk4
22/ZCchQyVGQpY6NT7MqSmwHq0M4Op2c1/0tgUH5/oSk2ieYoXEhCmMh8keHf3fJbhC3HId+LHRv
Bfif4NV5iXrwRNcdiyX+gdkoq43KKCL4s5TfiFvtCPcFDSr5EaWuyoFs7X5eBpJLzkTve7a4wEHF
wl0FjfUFs07/yaIMmWnWalO3cbpGr6ktlkwLvlal1kZvVdaJ4AwP2vAtA4NAHu25RF2EnwgbC6/S
LTVDYS7jhFvCNDQTvfUKRaXzFt3SNhiOs0ysp9x8J4gC1o15y+bg5TYfIrs1fsJYzh6NPvU+u2bJ
8yhFlP9Mbikf2S3xo1nCPxpDdj+9hkAQ/5YNojDn3w+3xBAqmTkCpMOalFcckT74XTFj+TTzD/+W
OjJYwtkYtyySKIPYs8VdOck1ATDZXV/LXvFC+jw5yEWLDzhSlsJ0u+ScmOOSeeIbxJ8IdjVJiAkg
+FCOzM/9EpTChedlJx59RPqAvfpLEjcMJIoacfIpkL4td11ejQ/KD+YfpL+BFG7weYZpVbhXy2wo
k2rIR5CxOkGWhOcI+7MJOttF0JuMV4PJPxgJDj6SPRgYMzHPKkTviTGRUSBx1D71GKjqo0yMJtjV
Ws9IWNdjB1Re0V0JAJoaRv5oMzlmYuMug9t9adLZ5bAtPcInSteY0XcOvgHcK1Ftu05mr381mY6f
upqZGPtE5a/Z9mU70JFKritmdlSgg9fcQ3MI5pATryKy0WvUSUhTvgI/91sOzFidTMoJdgiQQbi0
VeDXa0LpsmoXw838yq6CT4UMpHbORhORvM1q560L+KGOXWU0h5Eu8c1DZv8YM23AGdLbaUzlIvyn
1pkQ8SasL7tVbWuJy0dqAYnFY2NvlQdnBp5Brr4YnY1bYAIjsApSlzWjNRJYuEPIwqyiAjj93cHb
WcD80FJugag3jygJMdFPE8a+Vm+q55aD5snBdp2GqFJ96ODFOG0K1TDL1EDtQMdBXe5q7kHvzeLT
auLsWeaRpu9z9hxfR1ChX6PWDE6uGMAB9IWBc49rXGIWjl3FXqyY1TGWdsWPIuPyhF/Lo4iMfe0T
NAVlQdMWVRDmPqQ3PDYFwvbYTpHvuzmGzpFcyngbqEUE59SefIRc4KHhR+h69lUXj4icI6TsrHrg
3wRyZmBX4Pcot6x1u62VtD1rIlHjXWkyM7/vWA2gqFUVmxPHTKn0MUQs0/eB+mBdtuyj/xON9P9t
LTIMu3/WIj+lVf+3jUT21adS/LVFvv3FXy2ya/7BmhIMIxtOj2HQIq/6U/qludYfSFjZ1zOaRbBz
64N/qVkN7w/2Ag5JdbQkWCcCvpNfLTK/ZbsIUJGxmtxUCEj+lRbZ5Av9RRrjcJ+5NkGehsu0yLdp
vn/vkBExAGOoDCNs2ggXOuYwe3yLx7jfY6ggWMDJwvSY4295yUnaXBPL8azGNDRtBpdZhjy6VTYY
kCHbZhU3fzkU1RHk/mbCN4TioEBKaaGzztRDrbgTs2z6r36yfh/TDJ9dL7vPv13eGvG3rax+8O7V
1b/9NqH5n7//5/8ZKkTDRtX0vx/YnNP3zy4lqvMTBF8/HX78j/92+xu/HkME0KjBnMDDgOX/EhP+
egwNY5niWD4zF9NkurOoo349hv4frMeXqPjlOWUYswTs/cekhiCzRc+oO4gQEd38K48hxeLvz6Hn
6szfdWyMZFjwrd5+/+PtMa1iwU/y3yG82dLoyQ0QlldvPc0Fe4bCmOMouh1NvckYdmXejizNizi+
IEnn98CuOdTs2wFHjdVty9uxF92OwL7CB0t03HI05jOhBSGzef1MCj2Hp7uco4lZugQb/Hm84lpm
R2Jx6mKhSJOtaFImI4WW10E4+EPnrqLlvB5J7QjWKIrLU41Ze0kp42zX8Y5g02k9vPikn3P8e7er
oDS14KSW+6FYboqSjC1jz7oxe/ZxuX26Ve0d/Nv1UnLRlMuNM94un2C5h9zblTQ1UfbULfeUShuE
MWge1WufF+ZxYCpPDNDtequXmy5OMV/zEV4uQNBMXIbR7WJsRB38xNjH/ut2cdZ8bLfydp3Ws4uH
Pb1ds93tyoX94z95rFUJV7tdylppdY/TclNXImgOIEW4vp3lJs9vl3pJotW5ul31yXLrjwQUVrtU
0B0Q7GMgP7ZuRYJk43+K26V06JcqIjOpH/JbaaEZ2IfCfqk4ZsLh2JjdCpHZk9kuu5UnjTBCK3PU
YzT3mFyXCoalZtOus1thQ6Jkaq4iOCjY92/Fj4V85+IsFRFTdc9aNjoUSvZSM7nWjGSFfrk/WTlT
Mc+sOkhgRe/Vx+FWcMFHA2DSW9Rh8laTQfIyyDe51WoDKJxrwZdwGSpQzLljsOjGMoiZedYzhHEd
aj4yWdyrulWC0VIUjkt5OAATeYhuNSO5L9SP6a2WNMnw2cDyZJvToLhf2eTGWI8R/IjPasnxS7Re
RQeWi+6uQVZE3tWS+QeTJJabbkkuoZ9hbbAv8sLaA/wiLJD2yr1YM7SsA5FXxAmypnRJvlLO9DVI
BwfnUpMSPqiz4/oKyREKntlqZr81E2D9ok/g9qN78Z7LG82/ccbOWjO9mV4NfHzzWmffqrGtIQbA
onNm01piN13rlVFfnVtmQFy1JXEdtM/fJ13o1DuVh0GVHbA7XFBqWQUmwyWFQOaskVZDK1s/dG9J
BR5TjGOFIWvAgbhkGXhtQK5BQj9AUw8eGzyMOWCDm7I5slf6LROhzcWSi8My7nlcQhMYeWCZQCVI
loK+xCosU05MFbe0hZYBsMHudklhmAD1kYSxZDMkNMwuxlRl8BwS3oA1z7h0S6ADYNVhpKsKGOLq
IKjkNoqa8WcXtyRBlHMx4/M2CYgQZECDYV1iI8BWkCDRVBV+7Fqr2YH2bL2xd7M8essSi0VrayK1
0v9MpEAXdfFvORVRxFR935A2BiyJzQ7wbVvuCZcgP4u+oW62mM/qZxyylrOZbDZcR6szYPeILrpm
vu/aVHFRNK2DgObyMTDj5M1natQv+jIKQeg4+uwRxGJ46NmGPBWPQ58z8uwB9kk0f6Z9106c0w+k
toIVDjqgwGvmmpPPLklE235ewC+517EcEkmRVevWF903fNAd6DsF6KOtK3XFia7fpV3VdRus1Iz5
ZsKE3iOJmI+uTvB5xWmGRjNG7pUv4CHaHaV/+APxVhs1osp8xOibY3NBN/1SFIP+rcwKDtchkkH9
1MLRThHQVnmTXZXqrelKxFwxbQvVFjgsTKLDQiIVjXkrirkEgkcG2LWLNC9z1lYdN2JTxX6VPlja
on0KJoFhFU9ZRqKeGBjEzA5RMyhMuuaC6AFvcMyHDK8qr1Wo9Rk9mafpzUuDKmyBjznNsLU0izkE
uXXMztfW0JOVNM2dUa5NR2O1XwovmlaGGD394MVK2tu6K0QovKnPD/iv61cAbPoDEo1UP1XpWBn0
uSnEWT/yzecpgy69h1/eXxDtxfN9NVP/7wLSe3YUbZW/ypqKO08v8w54IbSCR3cc0X9UOllOy3FO
mufJYIM8kr7XR/pB98Y0GNbMnpsrxqVObZOisvUQ2qC413gjC0RiHGm4WQiKSlIh5U4z6mF/K1aW
sir+rH+J1v80Wf3V3fFbbfb/6KJtifz+p3XbErD+16qNP/9n1YaljRUaDQLWDIowfvn33iH4g/9J
xYQEgfKdLS1/51fNZll/GMDtMaX5qHuNpeD/e+cQUOhRzvkUbH/+7r9Ssv2+WvOI0fYp1CA36rQN
RBH/g6Z+ocWJpMOJC6MDdycgPomOWUvvPSPunrzOHe//8rr8ekL+miv/e6fimdSaJsoC4jaIMWdU
v/z+XypER5DOCcoYZR7ZZiHrLS0UpvY+kJW2/ef/krl4Bf/SFSEbt5fICqTsS0+Ed+QfdOy67ReZ
37M3mRtgdggncSYk+lMT8Ome2Pi0A2l0CTZElApxgBR54YMCOu7w15adyxQPhGzS56mxxg8d7ye3
t/w1UmbxwxL2uEaINcd7ij/dOxeu1dzhNjbXEdTmNCQqM3+S0Mm0LRtwqw816cI2C8a0aA8JOxmu
QaORKPm10qg/RqOryFitlRfvXG92eUeYvtftHseSw548M0QRlnkeEbhk+8zDBNl/9l3kyVLcw7NM
zU1P2BNMdghKH7JJxakDEuq9ldlY2xd/jr372EmjC9z79AOuITHmlWOUittOEBIVUg3PNpDLLGad
wQGfF/W1yPToUs8jAbOr1MuJ2E2oZBu2E1HnMENVxlT7Z5gAlBRkGheKcBDNJZl2xirMC8Pj/RFD
1C5eK9hMrP6UVmbtaZwki55F2E+xEkRTaZz8pB0bNBnkigsdU6IxQ9yPTVc4U6hnYD8I9TOY6YyM
68jabEC8osbIwlY2tfqGtku1FyfWqurZBzSniGiCUzygdGr1QX/x1JiLac2yEnzq2ksjduEbXzlq
7rcBglmNkdeoVcsYPWJkDLCVwjogiU8X3WzDy9GSxrv2feuW4oGIttYDL0BfRY2uq6hEa1za9gSn
oE7QDd17fWtUeZj2meWV11l6Un+MBFXUV8Sz2YxKG+EoqphZU+KtYNvSBnzy/Gl64AegKmIfJSTA
FQoZ0SG+ahK4DeuW+MsgQCjjTO2jZ0lR3tP229eoJ096K4x0KMPRnruvbTzxELWDmMpt05lQZngf
4dUiDA0cMpG7JeuGujQP597Nyv2QUxasRwNNK/O4svuAkClInmmIJNzNemPFL7Ir646pU2fqA/HG
Qy/jK3HUaQxfIQIph109qEMkpaxBWoIpWYmCWm1XbqV6LA8MyIIddOB0bylB7aO3RJ2tqtK3rl4+
CN5N0kPzsHJTaf1gPKaaoxII6+8Mt/CtczGQQnFiYZJYaMmIPvPWuj0n4xMXqBD7qG2XP1qMYChN
PhXmnatBdlhQmYoQTpxcDCRzN8/1PcF85Hemsec2n3pd2PmevfIUIxjnEl8Lturv3IwooXKUroe0
b2z92GjpwLq8wJccz8eulcVCGWPr3CERj8hkHLZIXjW33BIACSYW/Uo5IJz2vQWXkDTGTgh9qqhR
mZiTjTs1e3MSLkg+t8nZL6c0a6vETCCZykar6pXutCLfloPUMQhA0N7TKLr6Nu4rYhyJygsYjWoQ
kO7zAP3cvpGlekZvacaXiA+yvwPvJY2nGMSrLjZaUdjZC7DP0d1b/djgn0ffRYjb61hp2pKpGeDu
uQAyAtSpj7OW7icB+AliH7mHSDBTHUlVxiL+XGUYww7Q5It216ko+VFZtjszhGYJvnILajhK+iS+
m+KOcO6x1uenFFhHgr6tYQ/GOLI95TMwQXp55aBmKoFDhOSCgiMFWCPHJ55KxaI0cRL7i2LXzN4a
O0CcLvmlAYf1Ky65psx3HamG2fw6BaZtPCKDRIRUaWgw6+8JWizTfDW0ioUgrpGMT7OIwxLsGxXq
kqZVu5saQrNUSNnYkEDPGuB01eJ9YE+UAm1Cw6bZ6sdoJkxdv/z/+ujvUyou339SH31STSf17xUS
f+NXhURJQ7dIug7yTWZQ/4EKwPKvG8xO2TzqDkE4y9z1V4XEg/aH4xkmoiXdB9JJUNi/10gaiAGX
+DT0Qkti1VI+/QsCJP44X+ovlQQfMIclGMIonIdUSab3D6gA6nq/1UcPhY0chrDNEDnIimDmWPlh
bkn9DjTRo2F3CymuOCMgBQNey6Nutd/bcjhE7rCHSxiDYUnkzsmHrUnoCUS7mHPd4zNJ/h9GmeAh
JYAjD1hCvNXRAoQGnhVnx4m1RyHdr+yCCTmx+7tBT5+5x3u8aO3W4/RcB94Pv7U+hhI4VKeKbVT2
911aHIY++45jYQ7zyBSYAeT4UvVVsKI260gZ7F4iBZvaI2kF7T998aCuVoWSGtVOCP7kXBXpztXE
vZuzDXRx99PrzgdSNVFkm3bY2HmCchAgHGiZT8eav08DFHUARCuRqm2rwbkZXbUtiNct4/k9y4ur
m/NjaU1RAMvpQ4DB3103kKFrdVsvqX4S5I1Qs5bfuq68lxMijUAXbLKDDyc92058SJOXUWuH7xkH
5SJKWsjOoAvYz5kgV/g2h36i9YvjRnuuMsQ19Ptj3yIlMbxHP3cxgogMS8xcLXLz+RsWJNSuwPyh
zqDWtsrQGtEPg5Bcccteq1Q92IN5xRK8nk1YRAbgrQDMcVlXr7SEBUyU8Rjk2Jt6HaB2DS/P6Lp0
M2p1g2bUxJAAOHiH2eMhIUud2Q4Wom6EvfpgR8XF6qD7BdZRdPjhPK156mT2GCN6Yq+k1Vu3z9fK
1rwPbYzuNc89jp4PPQFDN8gai5FcP8FTK4gyHpD40ZqXQjvxWVlJg7pkduu9KIu7gnkLUzZ5X3XW
k+an2lPeBVzBUayzQArIOILMo9nxCUzMUzwowDpAUZvQGS3jpxaBMpeTq2BMBiwPyPZ8ScnnCSv8
AFv0QWRuTeoos2zeYC0ATFdwF0ydINTcGdswj+2d64r7rot+Muu7uLL5WuVVt1h8AHc7RE6nrUmC
NYixATUvDTyYycgZWXYHl7Sb9lMakDzae8ekpAzpJ0nGnei2GrEByyzGvg989Wan/bxtC5xxQL/4
vtrkW85clw4InVue2iM8Jeecy+5bVwRfSKW5eEUybZMW71mRmuOdjROjmB0ZThJTojSI1enaYaNb
DZkzpHyjBLpTzeK3saNyExcphFAJxMxjSOi52Sa19H2QXXAoYUJNbXXoM6iGpWxZqNjK4P4Z65OW
teVaLOY1O6nLMDUA5HmU48xyig9lpCQ1p+BKSVV1mHlIDAXpF5e8auCh5b5sEa8oGCBezAbcy8aP
oCK2uwe3kUSOvmWsvDa78uiNMCu0sV12uO/skRGJpPma0oXUgpTCPfGdfZCOHd43zCpxsUmKa4r6
aoMUBfkg/F8NDPp3wvDGVdtmH7E6gygMKCG7+8QmHKHIEA7Ydled5TAxb5OZFz9Z5tDsGcS2Z1as
eOYCaFDdrMSWyik5MHk9oOsfvoNaV9vJiIxvKuieHDkRJj0tC6vFMlPFzl1DJMF6Gp3qgyUr0hhG
eSFizexgayOZsMjrRqwAG78MIM579dWax0s+x8fW8Me9Ldr8SGbNhgehuVeBdqLmO4ki+DF7w3OW
qZeidNYdxquwHLXP1MXulZIhstHj6BovuQCzebSH6cTgnPWCQ6vl4mOrAZfzD0H6FT247clRaidq
q7wAC10js5PrNE5BOKl9rQ33iS/vsjrnINDjYi+xEGEJVCfp+EeRa2bYQLvdzyTPy1L71rpAnUwI
rZ+Zb/krYkMKWhU/e9dm1z63Xbspoe+diH+qduCoka55FdGbmO23LCq201A9OV7xmnePKOz3FYUT
AUBsWQq72PT4KFZzXkzPUXGYwe8xmqPee8FFLi5abDKcnTfEYx2TSdF40UgDbgHIRGq5rbYyNR3u
BeCdCvzUh55zbE5U0hcMFletgf2KNwwNlEwAnmCW2upefFXlm5lX+qLYRCSRT3dgsNy3QTY/CJ0Q
O2ya1trunT0iLEhU2hbeeFhHYFgW42SPpVbFMz12eqel6cvspO4mGUoS7/JDSqxGifIFLDzIHVp5
KN/95+T5wDzj4uRGfnQwXYLXx5hInQq/JCahDcJ/7CYSbb3/BTzYSsno5Obqh26Aj4qhXEOA7SI/
uUCa+cTO+oVGaN7UmFK2qG8rUKpFuXWTEfBuUsmQZiDfTn20hb6fYqW2gB+PrdwDc0tBD7Bs7aV6
tAf9dUxnFG8VsPC6e8t1rV9XBp99ZeUgCrUivwQBN88wq9fUw5PIpN8wdq1ImVuTJ7gayeraTh1k
ZozA06YSro6wXpu/jfMMTUiiQFO4vJ0GFZpFsbypeqfZjw5wXtY92bGok+w9zeJhi6wGgyuAfCf0
EE8TJ5DX64Rm611PrPIwTyrHqG7Lr6ltTi/LQojSuiof9NzZELLthZ1zZQYxOViTnGBcN4P+ZGn2
17LKxXOmE/E4e1+rxukPddQCwuntgcKoqLjFOV8R+vbAhVC5ChV9D4QHfbRBkhgjewrtlgVdUB9H
HTlT1X4q4VrniMVYiKWwDYfJecOAgWmIoLrS0PQnXOBfzcnlDvMeGX7sejVYX21IcWs8PRegpBVj
g5a8PINpp9XC5mwEt2RBnMCB5Sk7ApIactTadXwlJ+6YBPpBjiZbD2Ndm2y7nardg1tF8UbUKfjl
3KvPpCDQN8egPZ0XL23PEVwgyIsM51F5KxFspwVVwEjFWgsfe0puPJdYNdHtKPphvGUNjsNrb5m7
BDMwlzLNP+FN+dSuddjBWeZxXdZnnQi6Ebh85fJhCKKrn8in2LS+TyitA3LGyqLDrKtvU9v+Ish8
tYxZkjOuhQH6Opd8dvCAHiod6ISJcWfkkvtdrZ1CCzOXTEHb/DRBp+C4rHQ/xPWzmiR5Gnm8t537
uGIqZDanWbgh+sFyPZCq0MR8ELwy9AAhl5HcY9051q0J7IN1CO4N6bpHZEz+zgg63vIKpHqKHwfh
3fyYV+6dVdNt5wgCmWrPX1icIDZwFTP7RMp9KxX2XrSM9nTTAbpXWfFzO/o77fnJ0LnKYLf/HAZ1
IXgi2zKtWUWV2KO+PlipeR05iJneu2FpBiEC290goksqu/dOPKLte2pIvM8FOGLrqa6L16GJv1a1
sWt6fzsE3WHWijMxvwccy3cwxsNRy+AjYCUMaTsDxgzpdhSthaRy+kk85TcHz/xyJuRuCxCy+7T1
6OQoevaoPkOT2CmTiXpq75Ic8xgWp9xRPwbE3qmrjoM9vM7tPgAzVrcx1TtinjI4WzleMvWdjvUs
IE7Zj2SZPdRjcJIFOmkbaifhdF3SnV2dZWgEgwv/HQu6sTt1NuXMFMuLzNM3l9o2H0kLwGpJmdRU
7ya0eVdoYZNfmNdFLPla4ssIPQL3wJeZSHioch5oqmf7PCFO7ufg0rb1tba6h0FztpwbFxfgLsHx
985Ybubu0RIa7vJyHNZmcUX62a+01sQrDNa8M61QaVwiLdExkI6TQzC9joO+jdziKw7Vi01hCuf5
5JneS2onX5rKZigbL3kgePQKYzGsy/va0F/T2CnCoYa+iF5+P0kmRNMH5r7QpySdR0H4oK+tuhHv
RRW89Aw+1/h3Cd7Ut6NpdTtglA9o/7/AAPRG9zy6wQdPUBqCjH40iYQgvBRRJc1HvFGJegehwySw
ybdmYduXamqsHVlu+3k075h23CuXfDExQa4lJ5QtF3650vt0U/genZxeUo3svhbvh8/1ReTFehiC
15HyKOMK0yvtXKBMn8cvpHbvGi1PQEnkyMpU9IjnPWSZem1HA5CwPOXcfQmg+hUi7wW2EK3YDrwO
wxUc9zJQuVia/wQeOMw765sNx9LgqOOe6EhEM5svcn7P3TfGNp+zdUo15153N0xg0dvmycM0OXsx
y0vdSusBoeCPsU4vte68lIaDj9SeNrndY7oXZDlpd45KN7nfH0172JA9/ZPooYcxHjY1UMXM+2Sc
si+z6hST1XUXG84qUdG1aVFiiME6clHTmc1wTNjA5eAu8jHapoY8GPAJ2Ob/qNo6X0PEPmi1Za5V
4S0QTnEpGm2Xmjjn2mTfdd13suC+dmQX5NjMto4OIsLvzHStcR0UpQLZGd85HRXorHHAWLTkIOcV
GPEk9+Fyqo2mI9fPMbCuwHb+JEdu1ZgRzM1Kf8Qp62PE5ARPPfh0Xq+sg6HQNqTAcq3Cf46a5JUh
EwXWIM+xYd41bftCvg4wPKtSR5L+onU0OS/EveFIygdMb1b2zqjwqdaself14PJNSkfLr9sdheiX
AQsv6bHtQStZj0ut+zZE7WuZV+xscWmsRYL+ylPZR0mDuu7mkaTGuva2s/QlAWLue6zqR50xWWhI
/77L8A2ZoBDgCwoU+vIyx+5djoVulWWGu5q7JaVHzA5sd8tdZSIQq7yNXyEEOqEm7HLv+YnaZWCs
whoKwk5HtAOUbkmsaFgBkSCr1ihDqmMh9IyXHDu4AecqaREW0wuPy1eTV1baYLMJ+NijWtjy5gyr
TkP0qJvMShkAE7Rky1NB1BPxCPEDuv41pvtHgunIrQo2EHiWkaraBHX7aXnGPbCcbVQQg4t2bWH2
oEqAFhNVFy816R1acpc9n3CzcZj6Lej0gETQ1HvCuJhseElHzoYDGChaRhY567Ee7/sIwEDsDtE5
rUts11ATzJMtq2rblA28i0AtoTCNcTDZeaycti1Ieh3Lg6ulgo7sI8ZH6evZdrJ5NnLvGw7esyLG
ln330XXKnz73K1uk70mk+/saijBndKa81WgO38tUvZAVdNBslzY9to6z4DpDKw5UwDqbA4/5WJkn
ylEohpxTYUdCat4w3dbss+twunlG/SyNBgrhtEDeLaUlB66Vktl3GhuIhVrc4j7rly3zUfmzosZe
dZ2sdx65iRsU3kM4JlKtk6EBXpNmhVdudBZa685H4QDuejk9wHTF0WUSFhFn7eyu40KDn+OZL+Ro
vssgDwleOJH0dGfzJPoieYt51CpPe0594YVGk2+irFkMI9uk6mLGugYyEZgwpIUxcSntfVZCp84j
Dj2HqKeKxD5Tshcy1CnuSILsgmnbGNrItgB1Qu1U7LStu4zyrDSrhbzwSYzIJrWHY5Ba+4EmyG7f
UcR+Gf8Xe+exZDeSZdtfedZzpLk79PBdHVqSDHICo4TWcKivfwtkZnXcG6yIZg+f1aTSrGgkLoSr
c/Zeu/Vu+6FfW8reaQ8hMLHwMJ/XrQZFF/ftpwAkXJvlX5oUZAnRWNn0McR1XxbTnWmFNwirngjn
vKzS+mCzUXNKe5378bntiTuvTNZmPK0AM+N8NoZLJBK3JuaPqtW3Yf+hHpP7pPJoa8zz1iZ4hSKC
deayDWaTWLYsrxiQ8F4RMJmFndxl+H4vjYgtaVBfE820QmQyXQVjf5Mp/45huYmc9tGCPMN09t1i
rzeb+sMQ1ZphXEINie+RZ/nX/Zg472vdiC18/007k2VGE2dj4nvMYPuIwGDeLeWlkWBDCFijVoMD
PrRN3vVtSOmqHsbzNorvAkLqtjYtmFVa1NddD5dD6vlhzpDDDZqMhNH40BXyJhxRkqpSsaOEVoIh
u34K04lehZL3ht+STdZkIEDrVTfXVBwyYngN7e/SHlhJKFEohdGPNm3Ks0AM/hU2honKTWLqXUKK
RxOnt46ieIgKbhw1DTfvvRXO78AfAYVO8+kimN0zM4yuqAOhOMoj58CBRTKrVyZoEmABuL+SVG+J
tDgDOMCh0HIfEJ8/JHH2BHM6+l8IVP8/lTYsfLd/X7o/a5vP37Ojyv3yF35V7k37L/iA4HrhV/I/
+H3/0TaY1l8KAaiPIBX1ErRMdK//rW0ANmEhAyB7aEH88kd/ixvUIm6gkuqZaJYc14Z6+CeF+0Vg
/axuj9qAdgJ+4uWf4qfQYjhWG1hRjlMQXwLO/zFJNjCrSDsM8ubOG9X8RKpXgLIMiCFVBKp8RKCw
FoaDGiANRBG9V7N0ZLSd0hyqw5w78Q5LaosPLMjta9n58Uakfv7Yg5qviJG252qLqqF4j4Rg7w7Y
35FCmjaMGYJoMlhpXau2QWlAls8ND7sArDQ9bDoTWtRlmJggbMKaKWwzprEhd7HnZReWLNuzzE2A
fxeQZA52LjjxDVaeROs+mMC5NDSQv5MnhlfTzombv+gsbBarXGGo2HM8K9UGD7RVPkAmI38ZV2eV
bSeQK1cUbgLGJyRPeZAKwfXONHU3rcMY8wG7JekRZsN8z2wWCkDqZepIfUBlpdOzUSNQ2+TYzr6M
FCPInsPdGeFryCQVAuRYYtOjhDtH7NHFnAfatAY/LAKx6BXbck3bXBMQk9upydKc9XcUuoKIlkfM
5sTJymkz474m3kfrdqEwCNyVYijkVU0r/X1bQSfeV5M/fRJFQc0f4oZe9/FMcKrycps0uXEoaO4P
ZnkVmBqZHju9gwDBxtJEEYkwRJI0ow3R2uQDQJjzAa6Rg0mSoUv20l3H+f6bb7jzfY6JmkWlSoID
YAcKYgn4/ksijDOYXzRWUV2NHWnyVMW9i77pCvx1OdwSDv0xyD20CS34odjBYFeWLIPsyft83qiB
724NsI77IhkUoFfScKsc0HTJVgEa8PcZIWZFHT0kzTlPwvIbMVgAVzti0T+5UtXJJnPLaQ+ng3Ni
Bn36KieLhwZvIY2vfhe1zTZqtWgOvo8+gYgP23uqeovmetLjLaTkF5pUrpOigC5dJddtIga+TB13
AcTmhEKaCKTxg/zL8lJ3o6RkXS/esU53TU8N1PT75sBal5HUjbEpusnK2rSv0JX6A0hU2LF4tYJm
Kp5SUWtv4/VmHZxjEp1JRbALX+yr2Q2cfZGiuqYyEIWIXig06qVVBFyU4B+WWnOkkEj9o4DhZ3TR
dK5FkUUHpcoFNBhWVpEcpJHSA2sGAkEZO0jUaTzE/j2gwCI/DIWaZoKnZlUVnLm9sP3WCixCKPDt
A42H4rM91FCVRTeRseZUkA+Rwcj6seQjuEa8F1/WiPVxcrmI9FJd+bu55vTiA2K9eTaz3v6iu74q
jkIDhj4MkZi/yKSsk+kqL+H7Gr2Jssgn5HQcIiqMPl4pBp/8xdj8j1Tvv5R4Var38H36Gn3Psu/H
Zp/lL/1a02znL2gYC9rVQZaHMA9N3C+ThcWfYOhdUMQSatXzNc0w4dZjfBACAQ5AZF/R3f57UTNA
ZfAyXZYi/LW2y9/+k1XteE0DPwxLTkpKYy7YDeHKRfX2TEFXTIhtA1+R80n6yI4jAAfbYDCBho/+
r03PkZzz+fe4qP/+m0H896WQucO1XtDWi6fk6FIWkUiW8gKELhNNJ8OvVpWbuX8EtV2uQpSiayJm
XMxV3k8C9LMbqst66uMajhn9jxzleGttCyRD+9fH1st7cW040sJHEwCk2T1hN2vBPSyMjjXPaT7k
ICHXbdfGu9evIvlsTh6Z6zqL9gByrWuDTDl+ZEuqxzBjBwfZM32r9WWNV3BcAgQSykIEu+F4oIaA
lZTIU5uCjsaBZYclaNZmJWpKGuWtqsQVHMCH13/ZInY8fpfsz9CgCktCMIepcvzDWA5slGoqBDEv
QUZ0+UMJLW/lUw0Avm9NBEYBc3j9mj8/kNOLKn8RdeA8cpjcji/ao1QmUzgArVIk3tmIev6sEwrA
xOi2e9vLqw08IRKn0mQ46/1erBvJCTNyxr2DDOEscih2hHbobV//XctgPH0Ytmsubj7Y64zXk7fU
DAqGFGkOa+R3Eyj9Kd5PYZ+ZwNg6wG3AzRA4+EmYAD6Y5P2cIU4al9zC2C8/eIkxoUAzh0svCRoa
+wAWA+Re30uXk9amFsRQIesInI96to0L9s/zfa/6sdgYQY+hlDLxNmgxX69xwqv8jWf+8jv3bUYR
0xNbbBNj1/Ejb8agRwslsJJUXCzIqg4S1CQ2rz/B3z5Aj907Dkb29wuG6PnMMKfm5NixiUjBFnT9
S2fczGFO76CE9EFFxX1jJno56eGuFMpjDC86oOU08fx6kNfrysVZsPbwUayHujeoRU+Avaeh+l88
QM8U5qKGXsjz5vGlmgyLFJuACP/PjJdeEEenE1W88Qky57/4BB2iRxgVuPmEZZ08QYl7Ikrg/axn
quPXTZRaG29gB2RR22fvKy2UdV4GM9EVOyFjc6e1mxL65Lk3pHSr3QxgeDVc9cDoe3c4q9IHvD5U
16Yuv40I5lxbLu6xNgKoSjBBvCmJitpZkt4mXOWWnCEItRlOLpJAayijmPTOPEwxb8yHL6dDEgKW
Zcp0sBlym8cPU/RpOeoIhVOH4JR6G50jiDnZxvUBXmrTczaEs1+lKXv81z/Q3wwDZENc3BamqSxz
+YCfLSqqMR24pi4JvJMZHXyidFeGTso3hsFvJlWWYSy8DvVSaf6MmHl2lWF0qX4pzi29p9hLe9O4
n4kK38CVBdo2TIRvM8G9cdHfPVMcw0IIBp4Uy2n8+a3RaBU9yyVVssjK6S8k6SUczPQh61VNZUXG
H7TJOdZzi/jsjx8q6zRbDhdrvScXv8LzK6cMl3mYYrqVGl2EUdARat1avzE0fjPWcUTY3s9Fg03V
yVj3IAouQRBMzoj7SKFW44Eu3YQs2gjf+Dx/bpaeL1CLuYJPxMfTzTfiuaefyRSxIaF4v0ob+amK
s03EUcQxjGQ/NPSSnbJ9CBdotsGp9XZqiscoz4aV63hqX5BYu69qk4g1BUqq9Iju+bPH/evHkZIE
vEiCVDt50T7IDQol/LhZ29HdMM/5VdBO4o2Rok6HyullTt4q7oEliFyAmo588gwnTZxrX9kwmSf6
SlBgzlo7aC9F2U+PdRayMmoapiRv6bt4JDK5a4KvIwS5VRxb5hm6Dr0zpvwjqwedFua0u96nga7c
JN+aQxrv8iTn5K/9768/rReLOnts9sVqmbYZ+o5/8riYozGF1rO16mjxeH5cfxudzH/PwIUsHLv6
SxcUSNYxHCM2KBfz2NBKgseBNlF5x//2seqMUK4tBi8eUOmG2zTN3cUEZ8qHDJwKh97SRjei/Y42
XRoPQDak1dNJDfs4s/DTt8QPa9TtayLCkzcWpp8rz/HHSqlNcW5m0WDOXsAGz4dfPQdwQFvqqLVG
TVbG5SId0dl2jCP/nA1IueFc0+MWFAuxxxvul0ZljNZoG2CYzFvbemMmWkbHyQ8CxycU5T++TuS5
xz+oVXUI/pr2VuCV4/vMNn8YNbCoCc3D1rHgE7/+huXpmrmcoqBp+5agQrjYlY6vRxPXagsG82qA
QTT28jJ1HE39JTXWWuccztlgrmYcs7Q56hTQGtI00x/fGJZq2UId3zZDgkmf/Syzrzgdl5OXNssJ
w0NbmFfbQaThY6edbs32W1/qqJg3I9zyK7XU7425A/TvA+XqMNZuq5FWFMUW+blSOdMHncbzuAHi
mRmW/9inPZ5q2/puKv+NvJ7TSZVjqaCyiiIeTQXC6JNBLu3SrOagI2mimRzES8bXLASKnxZl+sZb
+u2VbGwV8AZQbYMUOPpKu7qumr4eDBSIxQ+ka/W+sumN44c03rjS6erLPTnL0ZFqsuLDWExyz8fD
VFmTtNGxkj4m7cMnoi4dewdAbtiMsSzeGH0vvnXpQhXz+PyWTbX4WWp+ttRLwjNrGI3sZNpZId6k
0OZn1n7R+GZYzF7/0l/eGe5eV0Jk8Hhf8pTn4VekI6QDk1UAM8wkiqBswCwG9UrAtr9LvWy+kFGa
vLESnGQtMSEvNSeOrTxNiCbk2hw/UOxDouuMIl1QNRtP6Mc+H6/K3lolDa2keDhPXWufRMMl+7o3
BtWLr4bhBOHeoRpAgQOQxPGlswkhqL9wNM2oN7dA+oN10uIPd53hrTf54uFyKYeNoU0GtaKUsswy
z95kElTEiCt2MVlYgCpqfIQ1Y+VuC9rxqBYAtZE20u1ef6Ny2bUcTRrKhQFD3wNmKhOHfzJ39ehy
qf6i5o67od2jxU02iSxQrQ4DsiD4mnPhr93ErG6qsFt0n0F3I0PtnzVh+u6N3/JiHl1+i3K4e+pH
LtaG4yfgxX2NzIBA9LEbjY1yW7zF8NXJzNADDd3ArRY+gbipnF2OdQ8tC1VfpAZv/IxleTh6JLgM
fKYjWCEo0nkjxz9DkFJG2ExeIai2nVumkurKUVW5azh5bUw//JbaTbCPaARvVDLKGyeoWhR/csJd
ZNhfx9zc//xF/ymK/hfbaDpqPh/lv+/0/d8v+v9c6fbzUa/vX3/v7+Ko/ZcgWshfNqW/GDT/FEdt
/kTwNpm2mEAACjPs/m744YDG+GxiwfXAC9Lv40X/0/Djj0DZsI6yYvILKST8ScPveGgvFR2qq/Bx
mL/4Z1kTjr8oAyjwYJQkqNRdeG5OEvnE4ncPlsCVWS3yhCTdDnb04OPbQF+NpUGERMrY6c6yo3Rn
z3I6jKGz5FNg9bAhYfznC/vbAWaz0P/7j+uqbMqvX48dYMvf+PVZGZKPR0Cv8i2mJfhBS7nkH7KR
+xe+PJOSFnMWpfWlhvBPJ9n+61+uenY3y4b4n+8KOvXP/Qcmb4BHf+gAo+p/NFURRcuW36Jh7dhs
AzCVnWxqvNnHXTyFnxttGTPNrVTl1xWU4HSdF7quz8K4SNA0hqheqk03EuGGXRb1IWU++MuJjY0K
j0nhCIoeITlht8PYNVVwiT3Iqf21aMzF/SDy5gfEmpkcHw3SontMBqJToxVVtdIKztgojFW4yk04
dhYSoNavP4QqLUmw3xCtSuD9plbxmHLGKQ2BSGaj8j7U3iMO3BJRNphL0RVXvjUCQdlRnMz0QxMl
OrtFSqrtJ5oXmdpW5WiWt6ThBCAMoRP4n+Pcz5NzBog7UTDVo7P187HkaO6GKdqxPBTiPFQtHeKx
7whCG9FM/QjolKPHtFSPycNs/Ore14PoWFPy7CMtcMM9cwfVNgeR9wKWKzDhz0k+6HodDArDW+4U
ibtyQ2qZ0E6CJuX/b1ALd0bdbsAI1DvPwO7FcYsUn13BYbO8cfsSqWzaVwkuIos+6aFr6N/elYlZ
NGuvr3GSRA06+X1s16giLU/56w4bGnUzuKo9wTUpqp/Rs9MnNh/TlRng4FgPXTP+gB3Q6q/ggtPi
Gj23kBcybsNHfO9OuU49M/gqBcyQvTnG1fAOHXPsL9HjCZ3vbSy8Of6cI7e3zs28ybzvNbCR5Mlf
DNs3cEz99kL0/EtbDeGpXCp6qClzkMF3/ZBV3s7CMPYlB1MdbjsCNIClmJa4N0q0tltL9haA3ayD
qh/PsHlov0eESDQ2roVla9wA3GS6/GQXcfGAP4zQwAZJ5yPiXwujMeAlSCcNgABXBSPdaMtppy2H
HDQP/FHGeYVYph8k7nXdOsUA/hCbmL6IHCtssU4j0dyACvWQ/MWacn+yddOsreodwYRRtQ5Ss5lW
EeLigorJ5O2kiDP/vFP11KxSEat228Jinq86hL3NdqYGLFfTaEh7G8WFn14nyODSHRCB6V2lRXUV
uXmQnBPygEslib04vAGBjJ1+IcC0q65y5KfM04grZkGEnegrz9yL1mLAiNowHexZlAuJHxbZfV4N
0jsbBhiUe8KeeNMitCYADDAbd3EWk4EW472/z1zCwYDVGD7Wmhi9xQ4cH/HQo4NVZAXyBe2WgB8B
Cr5FkrsvbcKzwCtUrrHXFR26gw4q+TFuBBI/IyNEc14rO6hNtDcu+npbpT2vTZFh2W40UdO4kYYe
p0KWZMCReCl1jG7DjpqdhaHqXW2pKN8bFDLuoqisjI03j+BAAdfA1bW0k2PHdJ0C3zO+A0jfOVyv
TJnY4DyvHoGOE5SRrNl8EqKcelOL+3+sZqxepSsfgZiED1ah3ZFTvW68rQqCwXqEByGGfawJj7uO
DZQjmzBI85nctEDD1M6laDGqYN1+6ntO5txAlcZ8j5B9N/OYy8885WG4HUvHuku6TrDJHpRhPODr
7g/cuLFFmul9lrTiqzP6jugZ+yCv0eF6FsRC6ENVsQ2x6Zm7vsBHjI+nQCuWVDJF0AjJq2gO8Vj2
7S52odjuFMxXKOcVW2CFdIcQu08Kx+YFJWrLvIXm2pZAE+Di4spbDLH1aMSf58a27/LeZSZXo6Pd
fTlXg7mykrD+4ULbPfTM8tWHXA+ogjwZ1x5RJuxrLtOuKDpUmihl91or/2nCU46or+VpJQNWqUva
w+gFHbfv3XXeF16ya0YbsvKcA4hZxz1WQVQOjp6i66GvLHUFIMmdjFVbOegxoT1/9qw21R9aw7U7
NEt5XcGmj9L0wQ5Gam+NIcz4MDixtM+s0Rn7nR3aSz4ORvyH1DXrFmtL4uB4sTqBh8Rz1ReACjbw
9XRwy61s0tS8EXk08O6Mqi03qGFy0sYn1wA61s6z2sCqR6eCwW60vhNObeXlasjlTOZLL9MQ0pod
+h4YD/Jj6+k2SixsgQh92hhZoUMeL/KWbp5c7DaKJBWtMDdooz/3MjdE2pnOcdyt59Tp3EtyZI3m
ixeGxBqDCGkgsqwo7g1wRuw8rL4pYGaLj6Etra9OWop3rddMSYkvr09Ah/tGjt1524Pkd2+aUE/W
oRyyfNq5aY3dbEisPgIGUYAGYOXDp4cgJte3PaTOaR8XE+vjxmp6jTA4kyooNuxMEqLhlZmqe0Lr
dIdDb5jTLVQmoJshaSrzddJGcjwj/VDirHEB+O1LDEB67dKfuLNI6Fu00+C2Q0IpiLvb2zIC85pN
SYtcycTss5/D0EsxrfYz8iGaj3GPo9kvITpir468tlr7SR513+PQmMqLNhU0ArcYxces2AW24XWf
vTkvcBGEjLBiQzCq5cH/rSdVvE+wAJsKwpnnRBTFeLnVWZZQBMi2VTANwbj1O9Q1V5AC3YB9cpT3
F1arWxyLBkCVvaXymBdHQKCwYIjlox63FqtcG6yZIDxrSwNIBQDShKzgf8S+0AjcKTOMgC1GXch+
PyljRD+a6kzMZ3y6IXMTfVg3uspy03A+1Z09tVe9FJW+GYqGxsnKhPXbfKgUEMDLjtqvulK6MZyL
CE1/eut1aVls6O248M+cppz728qhoftYB43oP3YELcDRMagJd5CsxylGIk5PiAUtzpvm3g7ggADV
ckPzR0lsZXCRtdhYtpbdZMFHeCUguvPIcx8lkdBXPDh33syuVXypXI3RDUktiPZPg425lNJ5EE4X
fpU61nnMbiB9nCJAK5/ht+df6qILqkNW9lmPI4VhjCY2wWdR+I413KZ51ZOZwAnKOaS6xH0/haaV
nweGNxQHNy3m7innS+crhLjSfBjzxH5ocrIi4MBK9c7JJY7RwpsaC0GVqOID+WzQ5YexwIjsOyoj
FrMfGlwYZLYaj1mWlcP94Jd2bjB+67g5eFYE0Z6UX8mPwip/Hwkm/e1/jj5/H32W9PPXjj7z5/xL
XOvvRyfr5S/9Ov1Y4i/PhMUl2E7DMaQC98/hB46F4uuim2G5/Id28b/OPouqyCICGkELpxJl/mQS
/6M4Us5fnsOpB+YwalrAY38EwOAY9bxOQ/mRs5RNfr1DpZ+ow5Myv6BVYhDjiVdfSKIg2HZe5tpL
7mqnZX559mhuf1V/nkuOTsqsP68lEe4in+Ho9qK5yUbI79usGlaeT7r4Omi8nl7MaEZfW7SWFyb7
zD9s+C+X9JZO6gLUBbd2WvW0Uy9PEnKyVoYzYMg1J2NbEMrxRoHzNzeGcAuBH6JnSm6nKifSha06
sCd8XqGPtAXtkLMGiWLrXaQKD7W+XUAje/1h/ubFLX1idGfKYoPxs5HxrNIZgd1gt+AOWNfIzWFv
S+5MFs2IPzuX9en1i/3uBiFke+jEkNVQfDmuvSSBWUuVeuSOQCG8Ngvf/maVQ30AAlKd67gBXvX6
BZdq9LPyoURWTn+fozl6OEo/6uRMzgcp+hJ9waofsMe30xfYE9UFB9n3EIz8y7xgnajbX7PY/1QS
9/OiHpUFudSYXMQFx3dJaA5bWLIjV2PCOi9yZ8RoUmZvfCzH5QY0J4hdqM1S9lzCtaR3cmt9jdNn
Fqiqa1n119iU4qu6db+8/vxOvw4uglCNNhpZ6UDuFsLh8zr4OBEWUzXs1ypbNu8IA5xuU+WUZ63U
+eGPL7U0ChddJMXBF/fTWgTlJSBr2dWwJq8zQAmQBcxpeDKHSM9vvKPlSzv+MOieMF9RZ3c5rpwW
a4a4rPOyxU1sJF5wSPwp+BBVvf5gpYYDj43kVuzS41t99NPvn8fpUeKEbYi+zrGs5c+fDbawc+h8
eYR7ZNLp7uKAIIzE85EcV2QJTFMh7De+/998JJguaGYwTXJsORXXjQmUWZFjPY2D2ttikQoO7F/H
N4b176+CiYKeIVrP02Ed21A34pxoYSIwFA4euC+cN4I3ZqrfPDwkzxAbKUSAFT/VdwUZKjqS5wFP
NKqmHWIb1xDD3XMVu/WPSBf17esf5Mu5A+Q+vpVFKIC4YtH4Pn9ZwGmcvKzqeQWz6MBT7kl08etV
2emnKpfAdxugQI08f/2qvxlxMMlMk74evVHG3fFVAXmrHM7jTJTq5G4bbZcQIhz/gHdLv3v9Ui9e
2zJHoUtCvEsBVLzQCsBc0xkRpOS3m+3VMIeEghT1W5KEF1ch8YAOATA7qv5LY/74hmajFoklcxOW
QTxBdSKsaVN1nXz4w5tZZimUOnzlrNAoeI8vk9Re7LPZx1RG7NPKIZ6EFRqe1R9exWfjQY9ELgu0
44qTAexT4HJTi4/cr7HYqB5ZF7tud/P6VV58A4xYJBzCXmZCRM8nV5lsqXoPducKpYNx3pC7c0vc
D8ZVp012r1/qxdv5eSmfCjgbKgXF9PixiTGMyYVCfNzYkUmhKtfCOpuq2FXb1y+0LEdHE+4iObVp
VzPXcpy1ThbFpvd02akZqyBVUsmcPnXugVzaBUfkTktihJrSae0AzgQbYI0pdtIh8cY/vl96B4ws
FPiIMnDVH98v49VMQvxeq2Tsx/B8Cio8JsrMq/KN+335DpG7AKpD9UJqFmqv4wsZBBOFDW2oVTaW
mF/9moA8PetDaFbq8fVH+/IdOlyAzjFnuaVVe7KrcmZpE1PGmb7t5+rGNaziAI7ib3fj/3xXwwED
EY/lciCXzPXLDT9bu6YidAjLmQBPe0WIbsbkWKyH6I3HRm/m5ENZXAuCMwT9fRYTpHXH17FjGGGo
VWlQhFE3bgm6Bi0vMLt+c70uaD4a7RIduXJr9qebLq6I6iaeNrDCfdimUfGAOcDNd4pqJ9OnYaD2
aRS14g0UUiIhYgqS31y7NyvM8FPafA+wlCdrK7AQ3UxxK5qH0Gx7d0eaAhIpEjjHIl9JYnGbczFC
XSAoLzJhjp+3kFS6YDVJCDSUGkvUuf41k3Q4eWe1Svz4LolGq98NrQeNf8N6Vvd39hhM5Jrxx9Z2
Lgot71wYfelKVgmgFbdKfX9dJzaRaIQMNNGFTtrqPUHWBKtA/iaDhburbgIL29lHmt5TdiXanMLz
kkpPgaB3ArEWU9n5B5KrZXE7U6GYzmBizOmdEaCQ3kkYHeMl++0phyPm6iWibEhIm+oLMkYRM1PM
Yk1N7dLddqOK7XsQAEG0i1p6ASRg2oZ1l+KOizdkOtZ3iZylv7LgCMM0qdphXsGpiOHapF6F8dpu
VfGkKNGJ87LDx/cOtXgEF78aIQ9+ziLLAQvlFbjL59CMCFQWtibyoPDq7tBYPXWYWgI6WDXOEH7C
AeAh5GlGlQLmkvE7EcXGjCQZ2z5FyMSK1o1qyvjWnSLnnUe2+nQoEUjjG2hc88fc9qPYZGicfGp2
LqQrkiOnptm0cU4XYgx0dEelD8ZD7ka53DhlCqAI7QER1pHR084wcmdIVmaORXQdZc44IIbIs+6a
BofjnxeVym4JPTSdx8ny2umsbcGoBkxm+eCDOevDxKKYKLB8680wtiTHexj6LHM9m3TirpvEypsL
yi+2ua2MpG++xfk0nzXmRH4n/scWTiF1e8r3zNVo2FRMcWc35l7XPCBX0fGXqbErkyhm4D2Nv7XN
qgPFkTq+Qe+jDUqBWrXI69DtoWiAl3Y3iPNE/803iZC8tLw6a7/rOiG2be2nnT+HO2sy5bXIvSI6
b5eO0ZZsFFlD9+jbr2HiZsNWaM6sO7+MO+MiHIiy1iu21Xl5WxNC2xE2DTmgBxccJLxL6nK+ceaP
s9N/Ae2kiA4DRdRtlF+DxDFSO1+ozEk3bPykSexVI2Zs6eSRGeNZg3oSUkoU1+HdmJnU7THX9v7V
2EUoPqKQNHqPodTvo46R+zVvSY1ekxeL15Wc3OkyGwMj2w1e1XtnZpRKsaWsaA+bLLL7awgf5LWO
2uuyew+ngrUjnVGpbWTUtdpKGIZ4F6KG6nHgBx5U/4AGIgxLZsxtTQ3c20dJgEiF+ZN1a9QVj8GY
/HnBBgTOzZgO8v1Ed6Tfu/yT1tZqDT72FgMx2BJr7MtDpxawbGeSfbO2aI0FZE/2SP2D1k2/zx2h
5mSNZoo+L7wEebD1UAwf7dSqWxwwUOAPsUEb86IiAtG61eThOR/KUuv4fhBQyM4cL/PmvSoHkAqz
CjOS2YvO/1DbXXwlKt8ItypLyu9C6ja8iioSIQhRswo4L0GFfG0I4aQ/1A2ispUhSrm8IA1Osfc7
d5WnZfRYDgkC56JxMcmmDPrrdCwGyDPSi6cDslO8l5LuCNZYh2P+YUgjaW9I4+lzfJtN81S6Rrs8
syy/a3VT0DQcCe5Mp7R+YLqHAZMR/hvu4QcyVwDlXSIv8yp9BM9QScI/vbGBIEWY5W6GjlfdTIES
Ee+vcwBfx42dr2P4OIgrbaLicSyPDR1TWaG5JPC9CZ5C9jIc2CFCykvT74zmGuZlfFYyS9AYkHaS
gB1RcfGxC3WUbAs9+x+djOVyrTxvcH7UNDvwLUtZdBcuuPx+hR1uwFatvdy4dEgKaQicy3A7zwPZ
lMDPhAZQgpZEQNkoEMhbitbJjt6pnFGjdG6/BktmyJX0l+D6UIAkBkVG9uOugd/Qrj1NuuJ53Ycw
ZkensvMtbToIiLUQdOXDDP7iu45WI71q1wr9c8ECPq3GIefQO1IKYmfiELuxMwvKNdtUVe4XJrNa
XDnQKnc6tC0AqL1XgYyMAxskj1ta7qc+yXp/PRog8M8nHaL05k2WSz9nMXhX08ydDCFRpXBfpzhZ
2/iR563fWCH9LkkBbRqHVMDKh7gEcx8jNXSfAQZnOCpnWs+yYitY+U7zHeR6ACw3nrIFu01O4Wry
zeEw9m1DsuMUqXpFqCTQOVCu1qd4aoaHRMZginJA2yjUssa4qYyA6BcoEP2wymghVYjEUJqfZ6ky
ms3kG/FIsLDVJGBl+xqhXz3isaHAmPxQmOPzdedLYJ6tzqcvXlW3/TrB0+Vt06bGmd44pEStBiFR
UfiVbDWK6kxlqBUqWsmx6jml9qSJwF8asLIw1foB83DvfPC6IirOYoRzcMIjmZMVSF6Hs3bLeLqj
1kdYj9NWNIsbZdDaL50ku+gy2jeAJlvrvTv3BZCQVnIcbcNMJBuz14j+8zSAD+BWZXcXzXPq8nsi
W8Jvw+q8Il87pxlapD69GTJS8A0PBEzDEnfKJ5rFkiFfzCb4q7pxFbXG2vwG9bdg2RtMilltX4BU
JMauht6R97UBh2iJ0W484o/W8ZwWn2kvgBypzFI+0qsIWQoyVZ83ogFEQJzukG0XwcbWDfvWvYae
O3s7Kgqjx7YoozddVyGZ6OT0CBQm8KKSnSIQq74NA1AkN6TjVCgxQi/vaGUmILsu6iKB+k/AAkYQ
VxRlhEsoowNFJG8yPqg5p2lSIhlKrq3Emvt9anXJeJgxxRGVGU2OvAiApKcXFTuI7lEQ88nR0c9J
+XoidDiSBLK2aQonxEKlk+ud6CSasR6ukR9cEGyQ2V+pGCcoQxBMQOzzG5ZPmtK4Py0kFoZpVZ/Y
rCgapTMKBqIGhiDYWEauDzELYrvvndDBYE6vDhZAlgcEB3MkrBaeKZnNTgmXeG1x/nsi0TXU56hC
YOcUeQNUa8DbfufpuPaxWSxSNd+I4nTXBPSHN7MXxij9YxMSJlstHFwRIWo8/ppHsOXN2OcdNIgW
7U2X3QmDdiLNMXv+QDpBWLLzrnW9CZvGum/yoT+329SE3M4MdRkGJgHQsIfRsptkSLJClS2hP3g4
/f5Jh8p8wvRP0G+tfC13IgAOsfJFnna7HiAc2hR4+ATFW7TC69D5RoXfceDVTXqJFDdr2LEChjZq
oIpc95alEU9WYVyLRrgOn3wR8PPKicJ4TyUh3BJqkDwFImIGMQiDJkXVZGu4MtsYZyNdL/25YVEf
1prAq2TVE4yUrmndDR9qRAMALAB5wMuWlfPYJnOWbQlI1LQcs7RzVuRIxAKLXdjAOVNe0x/Iocjg
KMx18WgbysTGAAmv27HZc28d8j/JhcsymKdmjHJHqbghQtruR9TZXlaQAkIblavTksGeMXr3ckgM
AJcEHdWbWYSLJiOq/x9757EkuZFl0X/p9YAG6QAWs0EgRGpdKTawFJXQwuHQXz8HVWRPZZLdadxz
Q6OViowIuHjv3Xvu8B2ZDly9eG5YhpnMVBviDIYXFFtuR5T2nLzWeUujdMEeRQ61cMZ3RnvNvUgz
cYBUz11Kzw1qJCqAWq3Jyep0dsmvDp2WSAbOmw6FR5nR+gSJ5Da0OimCUF907slCgAZkyzgrBJwS
J7lU0KDkroM6LLZOnU541qYFDDh3MgfVBMUi3IRiZU8xEjefDasDlASNEWtLVpOivsFxxtkHpm25
6qssxk7MkXrqakMcHydZpd1JEbv6XeOZhO62bT5cLBL5xQSWwsLKaWvXaeYn2lboA6YEsJCnBHaA
iWISLIG35U39AhK4vhzI3Z64XpMlGChTSBJoYZfMPARVYa2HQhTtTeQG01EmKDKu6HeM31fA/3vB
cNUJS01xhqZObrahb0zV84SHaGWQ2u2kSJcd4BFvcvzQlMDuXC3IIpq2YrPmIaozdQKebfIftXkB
HZPrWrysfELgyTs39fT8DsxE1RHOYM4ASDe+1ZrdRVJpBWtTa3SFNodrEL/j6pH7rWyBYY5E63Tb
oqgchHiNRXbU2DnOQ6yy4damDFzVam5nhcZS1R4PVDaTLoLowYNgagwn08KFfeMuJFsFrNmUR0/v
ya+ftqbdJd9bCekN1aC3PE9S9W+Z7JIBqARnD0/rmordaBI1hlXGOSwOmVcnDjzdZFeSO9SB0ANy
ty1axT14KU3rWw3a+tuQsYez5RZ6uffdoj8ADrHyrSwm/byyLQB5pdYIEuu4r7+Rslz7e1Bz+UPj
FPAbESQUu7yxYaQKc/EfnKmHz2zmAjZ6gBfXaV76lCLutigZkD3x2c7GNtdGOW+xj2YRhMte3CUE
gOdhPWimCDTpdmRyW+UwkLK7LPZJ6fbOLVSHftpPXAjRHwx0EvwrjVZGdgLIxiMszc01e2sOSt/T
jJWvxuyA7R8F8/jA7UjrpkjOp2FLo4lreU32W7NpZUO9MEBcPqzmfhFA6W0BJRvTcrtAvXqKOUIs
8Di68eDNjgAkyT+yIdSMAyMdxfBtRPuFxL7VpbPlieMGQeuUGGCvb3CVo7ZeUzHLtulC2WZxAQa4
AakoAHu9lv6wsP8xoWVdOhmYw75z1bFV1Sgw5sR3mw3X0NIIxr7un7UxadPT0akNNIKz57Z7Rp9R
hIxI769bVabkOmMPP68MVfpb8F0gLFuEDNdLlxr5fgEPKqmcNS3d0/KzeKu95zY8hqM4uO7oDPQh
aDoHjqYb8hwZoM/l2yuEezqURvxQtV4dhalomi5wyQW51WpBDsc8cOUNFNoHbnBF1p6kZT+tOZ5a
9o2L38w1FG5qDYfZYfGj50DC2oJjR1DXGaWOSM3v3c3Q2+2rS1i1CkjbgnmWuQYw/WmpuybkuWRT
hJ5KzpMWl34cFnGmgzPr0+JJjmwzgQJkQ2mtL8WdJr0FG3U8fW9Licsb7FDbHY/NMLzxXMYYUPCK
pu/LDCNtr3ND1o4jI+2g6nfE9+HHgft/8Nq+q/ae63N+wh7vLTzZg64/wcxAdlJZWS63rd4tL5NM
2Xf6MoFzGKVjfZRrS/tIegqQf0Q6LQQPayEhOjrTZsBU5U0y9zbrS/YzPlQCaMCJ6403E2MjUbGH
9UK9+krTICuf9EwMMERbQ3V7FTe0qMAQUrHfwmqSkuNvNIX2UCAdSW4YKLoA8qIGkRU4G0cv1HVh
FQDWHDExbJFYjpozLxLjO4lJQA7miuynDZs3NbObU7WkrkhP88WLvjtyKN+54vaPzeAn5j0ZOX3x
nk3cwXfC5SIdGKI2jaNZNVl9k5C1LveYzLvkVnQMqukFyOy+i7vrKp89+IBDx43M4dGwqoYrb6ZV
FEcO4RLEfx74nJ9UaawwjYuqtt+pevMwady3qjCnx8z31Lb0Yn8v3PFYrRdPjdgdr5zQqxqjab/G
nj0nJ//TsJSivAJGm7SaUYWDSrVLTVQW8ZZm1nNUNsD+NpmmukeaEw4FDR4tfm41Ohf/g8URIRpF
IGV6FZPfUMO+ZkiU9Rd+j0GU+sxIWdEJl9R59NRl49fIablufeXf+dx+9uA7MA1BkI79m2SUTz3h
yh8cnkyhUYZkSCRWU9rURH6odG36Yi73p4atySTTYn6EjkD4a0z1h8awM1kTBOERHq2W5mcxxyAK
7PkrR+VfvArjEJ1xNyMRA7vxx1dRwrE7cOVa0Ntue0wpVJ0iarG+GKp/trehD1tT52ijMxWzbPMz
tMIdqAioo5GwNCnonIklB5+aqAaCSRWk+rSzvfPR1aks8lhqdx4H3nvWkobxxUz1r75AHDncn/g5
EBJ8Hu87kW1oGl8g1+UeeTkKUI1oVdaE9vuo4h9L07/Ahf8ySgmfu+ff8xfPn8vv//uvs+e+TbtP
me4//s5P0RW57Q7JQRxirCXYTevs8qfjBAAUjBHMcRaWJRbZCiD4I3QI0RWUB5ygPEj894fL6d+i
K/1Pce9/x8u0Lq1fhmrmqmtheIsx6sdQcjXL/DqTYTpRVHnuThsS241jbjvTnaCBC5S0Bxi8dCPY
TCVFyOWOu2dXL9nzqI8u3apk/mLlfJqWrz8KM7U1xB4MgU0n7+OPUoHv4+6UIoCtY3VwTOx5rpb2
B7eh7wJZPunwpMbRq8TP8MVQdl36v34KUBmQZyHu4YsAPPF5tAjFGkA0wRshJfA3rzNWCPz0PZu8
HZG91hcv9mkfYjSP7gyYDfZM/h8S5cf32VD5OgjWmxA39hzOSf9swe3+YvH/9YswlOcKwTPmfXqR
hKhLerQa7aoyNQBhZ8NaaVk3vzzslz8/oV91dOvT8eFzc/n3+ab89a1wa//09DRq6OrK6DsaXvWV
oy30EWN567vL99hYHslRP/KGEuyy/8WMz2ZxfH5hpsAWlDSOJ2LC19//ZZRYC7/V0ML0IdxiLpek
31TzLh89eR95NCh2kYn1lKBy/dmKluWMlCT/NrGxiQRyqKOScrjMwsiRKQEXcvTu5pl0pE0D0eY+
tQZ0KLapQWfSiINYglKag02VjMDXU5N12ymPfw3xHrfhAehfS1pJdCSreTknUMY1j8g5KszANBXX
7rrVoNsOfez5Rz5ODCQurd07G59cxW9VZn3DJUOMJaEepMsbXe/iH8wc4hws+n5kVgunm/7uA8gX
baynFLGwpJB9ntivPSotx7IVljSnzjQdajIkyK+Aa39aUy4qJQelI6pHoi4/r6kunbhM0e4K8WPJ
0Iffz60Y2TzDCn2H+PwrGeJ6H/n4LFpoAvH04c70XOqGj4+E0MrG6fFdhWhI+Ob6yoJNLO0QDoKO
GaWGbL6W+/99AfzFmxQoEdi9Ea6uQoiPL+r7CQevIC8VDBKNjiY/gEDDKWL5l9WcFn/vnrQa5kG+
odgz4NZwdHy6wSw8HNQEXh+6+Ok2ZTsaYe/TiPnv7+lPBBBs46g52Z8QdHJoiU97R2c0ZjqycYWj
k1dP6NFMBi3kF+BfqVPv1huaU62ndQ2Mixz0zYzYfVeldgt4G+nLrZgH5yJVwA9/vv1/bhncMtjA
/ou2+8ct47lKnz9qu/lLP68Zmo22G4eHv3KiPB5wl3P+/52tSL7Xu/XKCkQ6w8L4wzLt/oYYzkdR
xaUbYZzgt36/Zxj2b5wb/DIyJfTY6w77N64ZH08jIHgg1VeF0Crwwz/6A6rzy3Ztio7Y8T59Sr1R
MjifwEpOX0ojP953f38RlzYGrkRcvp+VpnZZujFqpCdrIbIk6vXHvnD1rd6M4osF8pfvBvQPmlaq
FeuzviR2Fr/wZ//RmEn8CZjyDddMjL9EnPz5ZTAio/dcsTcrPepTVWQLDej/4DyUJaD5XaWX/W01
Z1YW/vIofXmGrx8bL4PtA3Cj4zgs949bmIm7EcOe9bAkdI8zJ7LuY4iDAQGJFOWVuiRLTJ26o/SO
4X01X7z4x03754sjUUSm6K2Pof7pzpfzDPatrT9YJQ56Jy4bg34L0niRlwSYzSI7n7VUfgHA/Xhr
+eNFeUAICOeW7X06KXJYzjEI4AeR2XgOJ2Lzos0oFCFY2MU0/dBZlQ2jF49Ssasds3O3ajTSv2cI
+PlT/KhEud6vp+SnnwIT8ZA10nzQmL1s3dSaQj7o6YuL0p/XBM17zkSdeRHqxs9yYaIkktlNrAei
fOUu6h25HfIZUOYE0P6/P0bclz8cwLwhwcbDL+Nfo/ZFvv7xQUJjoY26TM5LWGjNRmcEDgG07Rhu
YV8bntJ2zA3MeLnPxHseomPXj8n30UXpMUicxWJxY8JfFCT6bBH7WEfZCzis6rmhb35b4vmlg2YQ
TgrDRFZRKJYpr7fQnpk8DfNieoHZph5AMdLwxIklKxIKvGiAJtsu+NmCMVLGK6pqe9pmw4Lj1Y4y
AiosTIWrXDBGR1BJCzOtJixLnUQEX515ztKfpssyTzsY4l66G2XfPKOrtOwzpflRdeVRMdxbIl9c
9AWTXh9MskEw2WdMiYPcsAZya0Qvd3Y7kkm8CJ+8EI22w40YKoJE4prwmW3lGS2aIbx+mPSRrb9x
x8mcLWPZglhX22xv5wEVBp2jViO2JCeg49CksTpqyJHRN4sm6omP2mlomS411qw4tlfvakSrfnCm
ebh19XyxGM0IxoRlng5PiVYlb61eOV4QtSmwsgAmgYiejdbT45deiOh6GRyNFNheRP0m0THsw7Lx
VFfHNLW1LJHHsjMtku5tL0ssPRQcMNpV3QslMuQtwH18yigXX1x+GTlpToeD3n1R+KB9rQj5rkZE
edMyZLObEewZyjdHa9vHpqnTzLoyF7vxyoM+OqW6zvQWXcnqVNYicTPiXu+mvd/Kdkbw0uddelJi
LZX6LgM9KRXda6lzhzm1fiIJytldOu+2LLhpJx3IOZDjZF27NKPjDSbwlWmgGT8RB8KMXaqIYbDW
Cbzt9rAQCsjdkBGGRnhwEnrTcbrb4idBwVppCssPsELGhQ3KwvCTuTD8JDA4JiM1tChWY7XZnvw0
Zywh6OuEsN8h8shqGToRXD4nqGVjNaFt8VJEeaa0Mo98qaacTrzUy/PE13P9ZBgioe+Vlbbv41yj
lWPM6Z35iYibo9oovXsLkVgDbUAU37OC6N93hre9fa7mYiFgSkZEzJvxoF10XpFG+4n9Lvk2I3Qj
xROavrl326lcLqPaGa44DxxSTBp8pIHBoPxxqruMBLQWPxEhijayvSQwx6m+T0zsmPtkEeSod4x4
xCEldXNAAbCW6lkVG9mJUSXyQeQm6IRyAYq7NRZhaJvO8Ctzr42T27zEST51OxFbE2wzZAL8UXvS
JwQWFCvxAzOcod11Prmhd/PYDdYtruAouki7Hiu2N1u684Ag07FuyXrTkze/7KR4Vam0iGjCl2sY
uJP70qzvZW34GKEnVrt/lulS5CKIuoywgrz3tNnclBO6Jq67qh2yOyzDbUH0Zpu44+1s1RUjlbpm
OreZbVr8pzazy1tF89kmezETl7PXFNXWE1rvBdU4FFfKIQoygA/IpjM4MAnocw62vk0zJUhYYjpz
Cn8BKlVjtMWVAVDhsieBqQumVsU+scFNSkPUiUg+QIZhvPeSDxRNUpZ4m0oNdoG2zxVzSCNXqIBx
e3JWmlACN7NBctueJATQYWk5EWqO4Ty6iq1i+qYmid6DOAVKzYlpeBGYRtbpGxXj2g4qexhuo9h1
7mqNWTVKTd+BfuDaatx5ALTEziQzhXF61afVJnLa5Cyu3fRRzbBE2OSz6dKwEwdbNaUmqUMq0sZN
WsUQ/b3KKS8oLwi2NObU+VaNZvzkkQvRMIrVokfdzOpX3LvD7eQwFmXSZ2bfExvRE5leqXoSmq6f
NdIpSA7qUoAQfd8h1Bp1b36s/a4ET+JkzKsSS2lOQMSR/+T4uPjDiiTZk2WmbbAhRk3dq1Elj7Pn
lC+JOeIFNNtKvsDPo70t1vlJM1V1uk+EOeJvN5aSgYqt9zvim7whzKwlfXHc0rka5Eycp9ZbgEU0
htuDR3jsZuhkesPgSD0R6mnf9bo2vrJBZdm27lPfCxWEKRIn3NZE5jF4YjfOOvNebUnc9ymePJgH
vAxKQEmEQ9joLR7vtICoBwmi168X064mXoQI6KAR0qHX4SwFo76RMIUdb5rc0nJBg7kvWBwMjd0O
U2BWlQvLrzdnO6T1IFE5xGQX6YsaTxYuofMlc0rzvU/z7lRpw3hDeFY9AktPcWBWeW8WZyyd6LzO
FlOGEDKjZVP5sGGxUFMEhp7XJj2wBtn7QY3y/pUxC8gJm5hHOkNLHr/OmYvuqPOZnDMC19gLGQ10
pCrMTn1eqIgBnr6MzUuL4VkjiXDge+nauXwWXiuZSQkuGTtrZqAdmGSFKVAehHiF8To92POn22KD
hX3It3lZ96dJ7gxiU6aqynZSi/IHlkxl7En8MhMM5QouQ1t0I/w3s3GuUXxMy+7HreifkvVfNP1+
uSD+qTF+81zWH6rVH3/+92rVcI3fbEBh+MrIzFm7z79Uq+ZvhCLoWH2AMP2ALf27K279BqoNQJsQ
Bs47zMj/rlY1ylWK3LWIoatKAo/zt6zIP3pT/99L4ifCb8GlGesnP8Sa0/DxKstcdmlRTlm3TSql
9ghxxL9IpxjJaNlFw1FeINAKlqh6ZpKN4EuW0tm1VYtDHlZL84bcEeUoUougNhN2WU+XPJiewd/Y
zFy23KNq0OW4S+umApnq+mobjyOcE1UIcQkCidtkBecn3xCGZbphZs71TbZoTy2KgoxU2LF+0ddh
LlpnS43baLG0a6oMjvgIZiSLqhjmZtvrTvJWisZD61VVThFkScvcsuRAuUwx/+9kNw5yM5rD9BVd
+XPt6rFP6GCD8QOvJeyPIdkvBX/LF5susjBuCz2NEF/2RMOW9vBF9fix+7Z+TczX1pY9xEMeIovH
6NcucMHi7WWTUh1UttpWSLh2k6UAA5tkRVtDqf1czf/ZwLJ2vj4+F7wVXCW0/KA2We6nF+xNpK8W
wqlboTfzSVzVw+OEqtji3inmd677qFw5Rv09qviEb9lw2eGU1UhuhTX0ioacgiCzK/u1rPTue6SD
/w8cPwdzhYGaAUs81/aNna7p3Cby17venZ2ITEhrrrdpg4+kmsdWbfsSiAshqE5ehwsKYAHvYqQ9
zbSaZCC7tLMLZQDu4jrZEAkEZ+Fc85ceR4LdNCfYM+R1vozTsyYyRtHopq1nMrDbd7tc07ehzyC1
t4eIYfUve8Bf9Br+9IUJh6YJLQ3mTauDa31sfnkssCzQ4YYbc9vF1Xu01CexxmezmP5BY0L6z96b
/o6CcHkw/3O78DyNv7cfOoXrn/+59xrA7NhAYSsyNaFNuNqWfzYK9d+YidPVYowD4mRln9Nw+qNR
yBiTTXvdDtdaBAruv7dew/gNPzINY5YDtit6Kn+nUQjl7sMSY9elKaOzva8QUwfZwaeOUNrKOY1l
vY3iwhxOymyhDYWLI4dvTIX7BhMAIb3qI909aM3M9lUr2enHVllH2h7eLLlKST7M1JyaPxTHEaIv
+y3x5lRejp6FDDRLlnxPpCQAZXuU0T3kM3ACPJTVqzN1yYvC8nzmE07oBb1TNAk6amkd93pbxy8j
hU58qtE8OvbMrt5T8UW7AmWfezLrlV7sIoREE96GkkEPueaE2ftHaJqb9mzu2LwPDnfxO04KKHAF
4nR2ahKwlu2iEhrpTkxS8Pu8NLN7Kmh6BGaeZ83By4SbbRvQLfF2EpmGQBtil63vZ3z3cLYcZ9C/
V9hxZLXDDDPYlB197bmokMbKtw9Uvx2ZIyCLIu7ZHCVkos6WdS5qBCWbCACRoOAUCUXQMrSYI1wy
Vt96hF73Mp/HOZBzREzXTH24IwV3UDTLvOF6dmNuTrqcsSTpaN8u8145VWihuDuta+Bm4WRK2QZN
nyJZBgfVw2mrlRG2WWNeN1zqdh19ihMK2gg/xVw8zIZmuQHzvOy8mzVP3xD/Ub5CBs7HTTdV8DRV
Q1b2lPt6MLbmEJYIs59KiwlPMBZ+n4ZGnZbEwzZtexRJTZab3DeRMHIGC5Q+dWSf50WiGsBBTMhC
O+sfjXHsFHf25UKZybjNZxoLaY0rqk1McZ02dvPKBQHZeou8y6CjUz3MiIgOC+urwkPmLt9I7XXe
KAp9Y1Mlo2Cj9nSMQpYdG4DbswiDDhCmm9LqBx38R10v0YGah88KWSLx4gzQ4vq2GDrKf6aHLko/
2U45weH16J1WdudN6LkdMVsR8CahrGfstqVvBHBZ1HJO4ZjPu7br0E22Kb2rc81cjGJdF3m905Vd
3y6zk5Fq2vqhk4vToZ7OFr9777l9BH6DKHCOZBEkRXpEOs28qbSI5OnU6UNd+t128vpTkEU6VV1R
vWQOzagWuTbYLD3sGx0n3OR6r2PbyNCaTEhfKMMCAwHfIR+5bbTOtI/NhrZeQoQbYjjMGYn2rSv0
b7kdWfvaJvhgGfMVUtUUezLcTqfGD40RKXrHez7QdEYb5X6LdGtbV+lBea5Gp9ChvTYbGWaidtrm
i/4GnO1hmcWLFMVJWovtMgnsZ6PtfV8K+03DdwSn4RJ1rXlTIQXf2CMJcWlNZT5F5TZCfBlaM96j
OUuKsBjdNzwByFbxnATUhzH9YD3MHQRmXm8gMJ6yNclaYf5RGKK6MX0Z+L5PpgiBWBmf+kry0IyO
SR58fE/T7Nj34ydbujdjhstwRC/oO10USrv0wkHrzxs3ix+bpLyiCXoEPMU6ZEbWboq+PV7cgpZO
o13ECaCJqLhPVowb8XXQt3x99bbo0R28CXGtmubOacZHrewu6CZSd3cnOlLPg1P3Z1NUl3eMfyTG
n65+FxmVYj3WMdQqh81icqf5eGzEdTZSiBbEAG4xrRH4G+O5KYp+QHdum1s8EdR7aeWoYCDgjupz
WDYEzZqbtinSnSdqFEZm3xyyonuiTzXsMke8YVPMzySwkfPKby/jahgBh9EpICLbP6XLwifimgVk
NeWd65VoN03voCQ17ouRpl5t6YGf2PlV53cHKDoo/2vnSJFbnE3RYyLsl8qXxabJELMX9nTfTYSX
l1Mb7eJFd7bCUskZHYCNzDuoY0LPDvFA3xGbZNjTRDzGdkpPOrXOLMIUT2K8t8e9izGB1kPDKGI4
8XJ14/aI7bSMLaQhd7x3l1eGGtel4chjMRTtfnTHBxLfy5u2JluvGCfJ5BtZftqZ5sGIuoNpDNO5
1xKnS+cR6bdOXoQlT7vJ3nZQA7cMWrJHBq97rE4vMN3s22G0L4pShQAj0JRiP95m0vAPZZJ6YdIN
zcEZ2zs19Vzya4wr6UnV0N+Vc/+trK1H5eH2YbPRzidAEAGPHEE/WnNVpMDHYRzewUecdrptHOvj
clavG/1Y7KGOmRjtMFLl2KITVhQDu2if2japhEZ9EInadfVALDI55LXjh8Ws8XRKDfn88Fbr5fEc
y3PLkEdq0bWjobKv2N/Kc3fhPXcenagsRVftOM0bws87R6/eTTUfCyK2Z5RwQLfrU3we/r5lvLZb
Ku2KVlAcuH7LWp+0o1Lax82gupdkGIHK0UMH8xJvoFTgwcahhdtCvtb1fFkWcJXjpnt1Y2Q2HpzP
E7tNNVokZJd3ytzleny99D7GaiXCcvDftGm56LrChuTqHIvRPVsML0MW7UVeWR042vNUBpFJCOYr
nJVOvuudnt92YHMJy4gxZ4KwH3S+AZ/21s5CK1UEtYs35nUypg51a+JaioiCbjG+ERo772iwdUio
E4hGTUo8cSenV9fC6QNOszONttouxg8oSuxafRP6i5eu59iIFdO9Jf88H0+7UmZH6JpKzdlUXc8t
/opo0hpXnq5x4tTvptG7dXmEwikzl21f0CvGPIcDwNikCVLLEPqvrbg5oT81T1JjjJcnW5fd5G4j
KCKesZ+Iny3MvUVMtZPtI6s2p2qvcIBomGZVdcCaN5h3fHlmPZzPsaYf6yjGL6dZTldKpfqL1FlH
YcNZYSLsHmi337QupYtzcDXaa0FZDtaOZNYldu7zsSoEvqB8Wr1TNs/QVWGyDrUtwfcoSUAfog6j
iTW5DmPCBR1PE2q63cTlQzSbzCG8ur7TjXIstItUb1NlHPVerj9OVTEOXZhkHTHVHHyOCfKuDtFA
23I6zTCGlxsrSmViX5uGQF6eknMb5LkWy2zfFNgEE7plQPVNP1sID4f3UiA/iqx2ptuq9xJSiFE4
pQzxe7vwxHC6V44VRNRkxtarcW/Q3ywtZ6NAUbIv5AsHzXmC2pcZa0SDjxsht+uruZxnd2MpWe6n
DhfNBtylSh8ro33qOAjSOyNWtXsz0a2Njwhow72S2jyoW65Qly3xU5wnCyVeu4vaDiuu0qw6LGnH
Y0Mc02VMVg9f0iTVsEe+BZwmNfGTI5VuSQ74zpxpTi/H3Ju6h66mZ3wEon+Cbo6GP4PgyodOTBrd
VK0uMCZ4mDzFblDamF0s3gp32KZt67m7jql4UKXgTfb5WDK6y9whm+6r0lTX5BrHLknGwmjxkzVI
pdLBl/Z5Mky40tNiJp23mgrSjjs/63AhFJo4RH4h3X0C01BnedtGiPOZhB8NajTsV8PHADBEfr4Z
E240cDXTsgwby2fwCXHN9GMVSDy/khk3toVkvmjnuILRgK+sODKayrS/JSPODDr2LZP8hhmFv53c
pK750AYwoLFF63SsEYzJeYFRDCCyfTA8a4W4JlkAyLk4LjtT7Xpn7vYtqNt7M7IaRAgZA14OLFRw
6XZSjrkf8yyqgkiLFda6sg+tZOqO/EzhelKddjr5bn0kRG6f5kM/HhZ7Go80RcleF+x2zqz1TqDU
muhcsG8ui3u6TJ55cPFaHZPH457xLrWtn+Apxf+TkqQUqfwgJGA7b4nzE6/oS/pUhdpZqahvVaEB
oddJgSMI2D6D61A8M+fpjzP4l9+yydVPMxGN7y3Z7QwJorr+jsbOfW8bBrABCjMgBD2+38BklZ8T
hpQRuIxNu0nzJcT0Q9Vg1F7PvSc1d3CVs11uKf1ldlLCOEu2ERipuP1K2Z37UdKu58pLA3cwUH0R
bYid9i6lIfIXalZID63WoULKs8M01djzFWflUZvq085J5heYgeNRS7D7wWn9LN3AdmC+10/ZNo3Z
GLU4F0eo9PUdWUwentrqgWOn2Njz1DzY8xBvfbxAm7KJkm+NXk4hmSsnfq9A9zOKDbq8oTxxe2Hs
fKaC9GIGa7j3VdSG7Zy6YUIJtfFmYR8m2X1Xnox3CszC1TjKy7IaytM45bFfRgumucdZni8FlvbS
zSnISt8MzVHad1Pa30FCTo4y3da2Xil2duxWYR0PYhs3unFsxD6AM5mmr2W7FrJuWZ+VlYF2sDcy
gkUULnuMGoE52tCP7aG5551wRZ39ftjX5TBTSWbiyI2M5XwsVXPUR63LGx8mrPEz9rfU7fJ/OjG/
d2LMNdTzP3di7uLn6u1jG3z9Cz9bMcTag9/DkUCfmz4H4qg/WjEE1COngFKGDNpG+EP7+fdGjP0b
bW9YzegsaJ+zuGjs/KEMp6dOTxJgEGAiWjSW/bcCgHFEfOjE0OhcFWNgjvg5PFCS5if90bhCgxFA
XYPBWSoWWYdVXZ97nEnUBdrZHLc3ktwcglXqIqLOx0NzRgCUz4iqqJNHDffhRF9hZOm0hkjTfWf2
hUMxTubZRnN9BlKwgcc4gDix4LRzanjQSbaMD6uPej4avYxrqxfTaOYgSKPboesGvIfSw3Vq6En5
THtgtcjgy5OnkktLEu0RJHQjiVPraPjKXxbhUgq76AuMnWUmFZbgXJBZz0HSNKaxqYtOzjfjDKT8
JHaUtZGDKFk4DmAcktsaPKsbt8/SG/YZ0e71FsTUZhiHgY4D6t5kO+XLBDco7SQBNkOplwxajfJh
7DXXIq+t0nsM2ZjhNokZZe96b9oPUqQSuEVZWfwWjIeAaLcKIYPquRebCxmZGx1qBDc425xQALcY
TSDsuuTEmjql/5ZVqx/8mT1lH4ksf83cqdVC9uMYRXLUFcaOU9x6sjJT3jXgOBiJxbTGvSUCaFTH
pomNz26yfcG1qdlIkM9r7hLYsj32cCN97M0of3UimkwhRuVF3RNBN/qPJsTux2wqcnDpMfxRpOtD
ccRc3R63U1c691XaLc/ulPKcaEnFGL1Ae76G2I7TtNGaAjsVN8iQ5IUuC11a6fgtSys/bV2D4yOv
W/RB0uUaiBlM1nBRFl9djMx72GB56hMEUpOqg9Kel1OXTpYdSoBD+cGyJnuCvGAAU6oSjLeBUGod
MMZepAUYZKZ0NTIzU+XpIjcwhzeCTqjC0Bvi1rKiADXh4qMEB60DXsJROtJopH/YQevR3xoVJHSM
jir5bgBcYL5N6d2gHDIoOkdoDHi0R46awP/Br1Xj6J23eLeLYPQ1nz4YVzUKUKx6L9w0jMsJ0kW5
L2DBv6GnGc1ggNWabgclhtu0dM1rvDoRWdtgYVoK0DxlBay0jsjKJW2aXEaPcx77xXtcSjT+bPVi
6QkHiXk6gsRDFrUhy1FQ/LHCEXgXuYc5rR8hp+kTd/2Exw0puzHMF4W1kAcRL3B/zrSO7WCT1P3w
0HqWOPPr0mj2OqPVeFcZVeps3VIbuk3l2q2+G9M5Pf4/9s5sN3Jlzc6vYvS1ecB5ANoGnMx50Dzf
EJJKIoNzBBmcnt5fnnPQ3bsBG+573+3aKpVSmSTjH9b6ll2F0x9UeljLpe49+4XONrcw7rZZuSdd
Fkz8Mnfzzmnz/ivps+ApW8QIf72rynuAU0A1DL/so00TGl1x6gNDi82sjWlvt3bKyElHIl8tHn3z
JHxiJIo237slWqIdVrzlaRw7hE5za0e/ZpsWFBBymS9YcEnvUKg3H4HijO/mgBNvxTBLzxvFauiF
ML2AktYOKheOgNzoTjYqtugNGCKYGfPLOpfUWyNiHGzDuL03IMvad89LUfR3cnDes9rPX2UFTxCv
6YQ3s6BdbmgVTf9u9G2uOw8IxrqcWnQTXeQVzylJm8lN3ub4JVWkyiOcqbDdLYxipy0NnXLjEvvb
HFtMgYqd1ffzL5Es9dQR4R1orOuBUzQuacv1WD2wXqIZ1W0xfia6JJSk9PyawcJ1dYh7dBZrJBXV
JdcufcuUUSfRwMn5Nu0L1kyoY0e5RRbhuLGXKPDqiRcikye6EhlG7WZ5d++amW9gDHBnVvohkaCr
3Aqtbo1Tpsr3UBT5d2AhqOFjUszJoXsQopKjqhPjF0gLTBh+n03fkuf82zVN6cusK+vBrzOck10J
ER7l+tLd4UZwiU3pHJXuCVZkQ+qXIvr2zLH21k2wFOMx7MdGr+a0K/FUlnk9oh8bWmZU0lv2FgRn
SFUJm9rVBIgH9LsafH+TF3qhYaq4JQKso0us6dDrNa6iblyxmA70ZprRh23tzs3SdVJqSX3vRVdJ
g2X0pyvBlfB28ihe2ghPPJQTMPXO9S1geAEGfoWtq7P+sSD7/3qBf7GvkvT/c6X0+KO+/ipv//s3
/KNSsh0qJWCIPK4w+8DO/LdKyQr/hljyql7naz5uk3+vlPy/Mfy0cazzhb/GNrk2VZTlurBZ4Sti
YfL/KysrtmR/3XYHNkcjlhqqNVDRoEr/s6FGiA77TKpk7EOVOYqsMDYDJczRAFv1CctGv9pq5GTJ
MUTja/1wUEVREPTqNuyS5CxG4X4lsl1IXhDhoczm7JWTatl6enHPfZ6LapWBW3qz8qZjFpFA70e6
UN9Fdl+ex6YTv2PqmvcGk71DtPTGjZcU6sHoRnljMdlYkSGr70zL7S/kjbQv3WKkcQ2tYDN62lvb
U2Bs0FB2GxXZxnPeY5ppezM99CSXtMwNoRAs5iTvQ292H13qjJ1jFPlXA1CAEakYDw6jjv3UVv39
CIfzNPW+t2eVZp+XzFo2TbdUW2KCinPTjRc8NHdURJt0Ch5Ki80PXvNHZvthzHISQlM/ad4GJ/mM
GNmtIIVtwOol8AFnQsxb+08yVrz2lNQXNHk4A4+qCuTOgw4DSBA3l58dbae89dNnBJIPhleqfZZ6
452ekwryxJhGKxOxxWuthvlMGEzKq9f9Tzi27o4JabW3FtuhIYNGaLL8+rLyDImrruTBmN2nZgGa
ViR4xaCkGbsRTvGYOTe57Xq7hYHdfVI19mVpwvZ5rM15E/gapEFjDE+pAA+p/BamEYyn8ZjJ0Y/7
otMvvTN5grlFOW1SV0b4vLNvLQkvzok+qXB7rMqkIpMkdJB+AIz81sSC7irp9PeO05IKUaYGSYp6
YMTm3npAGtd2098FXf9mDAbVunTicba9mMP/UFeMWF1G016mb6SeXtLWp8bEjJEW+itwxAOMReYU
RXExE7s9hnNuEiq7ZOyz8mYDiutEEX6S5DUalReXrUI9p1Bm67TY1NXwPNhhpmBK6exsyM5ghiNb
XkRnKb2GwdXglAoPoQz0iw7ygoDRcDwlwIY6ICgIYPxKxkB+HTBmbbVOc7XORb0Z5R/KfvB/0cLD
306nQyCPCb1TnHb46uXUGDsAj5x5rC7sLEmOjaY2R51zUdFVOceBtPa7cBcSaUVelhF+W6Phbhvp
JjY4zoCZmWXpu3l0V65PNlNITOZ8jWkxScfx5hJsF7M8SxkbEyAndPuV09srqyYHWstm2pOIJo/2
EP3g3T8YrMwI2exPQN8gwpEQSGRbMF2Yb7UbBW9sgM6zGcb8NNikmFCrccORSLoZ3eLkoGc5DqXk
1DbMrQdyAYlz7RxEy2ava9obzln3fiKJa1UE8rsz1DNlVHNrhd59bV/zzPuW0JoBbVtnucsmCIzP
qVXFuQPu86DMXFPJMiYN3AYeE5ruqfSBjaAfDanUgSBxI6hP0H3+SWUhQ/8ZHT1K8JjdScp4nN+o
zbN3u6xM4qys8UVjO9jqRupHhNEXmkTeq8xYk6R0DLqRKDfnN6/EQbmZuPjp5L6QNYK3o7ztrwIV
FvO0h0SDrJ1x/K5nVo+pNJ0Xb2KSSjCUOEUSxZ8Arde7xlskhbmt4VmtTZU9JYta+71odvVc7QOL
u4nprwjOQoj2BfIkkTuN+i6z/N6rPX0nOneVRYy4HOsASeqlCWzatTTnmuzbxyQTf+o5+Ay0vPGG
sr0JBIRFnyCTFdqCPevRnEURQMpU++pAUT28SKOqLoRoo1QMQEnYi2SiSIP07QyROosUqMg4lcsv
Mm/kpw6wy6b00xPBWHCzSJV2Vp1pUlfVeYL21zWOfYuSucuRPDMb5n6S7Ri7DKp3ag7NVTbm3nbK
SHxzmZStZz8LdgyLx7hgLbwxK+drGV3WNSMbHIoq9q6g1k8zC4VTNBgZG/vA/hCN6xUYCHvrhlZX
3XaJOLppcZ/Ykuwr5Pniyrm5lBSiSQRXdVUjSP4DpsvfW4Dv3lJPzDeB6tRPBMT1Z+JjOxZLdG8N
ObTMcJy+vNwIP2ewiismyid+kYU6OLXXiO8PIUfRZpCedVBhWj5WgfiDEyBYu4101kZv1S9ACoeH
ltjql25GEUe9diANiPkr0KN7MGOoZuc8YtieL/4bBCmmzKBR+3b6mIP6OanchuSlxXBiHgM3gyy+
x4yqtBM96FsjKNdmRrg897a0P9tMkHakDbt7ESESen7VJDNJDEiBohbXYC+7pg2oF1SnMSFbRrjr
ZsM9hOyh3nEJ12fKD5LHirYOnlzTCEkbqFv9HhiGvY8Wr77rDT0c6MGas900xrpzcyMllgpuKbuE
QZ2dvEvH2EqU/dzWHFKDsHkMwK0ZvjSjXLwZ9ZDsrUK2L/SA3pNrQaGJixaiGFpBWtR9j+zlE3Kr
fhhsWz0aTlg/2G3WPVKK4IgZaz8ufawTzFiSVWI5IORMHlpN5E23vhcslwF00zErWLJ7yVI8M1l/
aaTgEtNVQ9TQ5BzFoqZP3o+MA9iXzQ8CFSSP+NZ/U/7SvC7xej4TCZCCJU5Z1LCuy9F2K+euqHco
7Ql+6+rhwdbeRoaeYnNiCnLdokc8MqsuN29gLz8YxDwenCbB7TDmVxnLsz+XyS+mIX9Lmb7v6CJL
708Igswwg12PlrAQy5dpb4ckANOSCZgzRZTMt6JsknNYkJ415OPBtYbPcDCma68ClsgWRvt1LRdP
TqOjuyplJYAyOaG9zgJNX9R8SiL4roFd+Ia85OJJTTvLPToKzq8IOiyNvvfsWnpcU0Y4F7PkcWwW
Ez1ykK0Y0C0bbNfd/YAk8FlxOyHq6yf5mAeOvaEtiu5ov7tPofCAE2UYxQmEw41m2wpPLQ8PGTBF
LkGqv7Rvr3aH0f/xg+5rLoPluZR65M0hhL41tfvHmz10jkuNWykENakVRVonrZPXLOWjB9ZhS2gD
w5PJ343NondBZn0FufkSOfCDFWqdm4bl3T4FETexJZjeAQftzRkWDfelZ9TnNETjxIh5JSLCmRGd
my+Cz1ghQ7Sh3Rpl/TPkCIqqZVR8uU3BGLHBXpEDlv5BAPFJK65u7cra5O10DSAr6gcCC4sV1uPs
jlww+12qYTjVxtA8p37p3I667/Z+Odfrzp+suB0ndyfLPv8e6ihhRMLufykc53mkm6MUqGX461Tl
dQvjSX+HjJvap0nXnlvFGUjDwh9u5/RoEnm1rqudx5KeU8/fV4kvNiQJlndMxrLj0thqP3V9uIq6
PL3FdgmcUyxVuwlsbaytFIu8xwl7qG1xr5c5ePWcLLoZmY6hv2qY4YnBap7RY3VN3FSA51bsI7Ce
5RnQ2A28H267lP9nr438Y5yZWRn9JrCSx6g8C/B4zAonn7uiX+SODR7jRd8JkwP+L+u3cLtu31bZ
CZNgf1SpcE5lm8qVVIBxi2yuDkq1+oA73H6VoVXF8F9LXGZ2E5UxC2G8XZXsQrInhNjoQCHxoTdC
vlF6yTnVHZy9BZEIoC6RWEdFUmG3cReXsVgwBAV3qWtQnEGd64ACcp2LZm4/1CQMULg9o8+6eRvZ
mnN9sLir1lz4CMJMFv1UUVYG6CgDnQ528VRxo9VwvRXeF+pPZ6MwiY0bm+EilO4gMp6gOsCrBkOW
knVJcswqx/C/b1H4MSvukEG5sKdeRyVrxpaOqGLXxzmwCoQ2n+q0YCZpg20cMa+W6LvQjiS8cWb4
YvXko5JiKdH5OAH+IIzCcR+lxcOUO4RchkmwTWv4H+bsMgaYfcPhk69YV7chWAjEg8w3mmJ+QhfU
xb6TV7c8/9NtnlLIQRI2N4jAxG1iSLF1Uk99kiTODW3kBQt4o1s+GTiifkj9cQsg+GnoGuYUWKTG
mEHiDShLqjk7t4i4JK/zxsj2HrqLc+VxJjmFqm7w1qtjXrflk00bwIOJpo4DxI0roKGbsUzdD94d
fZCI+NZMZX3UX8a4bdvAOycd9CzH9NZwsYwiRiYHYM4aloOuEh55NdK421kLe89YEmENMbExuClK
FYfURAAOELt6f9mVAHvXoWqM02jAUDeYOW51F5qnhJNvUyXKOdSYAvc5US6bjCGXEbeBrt66ufUO
eRsuax12EScIwerIi+c9/4sD1VQ0LTs4starPw4Lnp48f2BU91Vx/a5sUILRgDKl7wmlNUjbhOtH
n1ylkrYow2/JY92dbxlwO0wuR6a9hWGcBn/ddo9L5jyMyj2GHV7K3rfuaBg+dPTHmdKDnYNO1WN0
EJWgxgWpJczxoaHjWw3OGB0xqATowlxx4Poo4r4f+zde6Hsy1F6c982rMQoEaDLvP1nU/ox5dhpq
4cdLidGrWrYscC6TnIxVngDHBNP96wDKRqzW+rGrbRqGaGCemlevU9gG58nVLxEpzpviajeMquTC
tlXHtPfljXJcdF5pGe6xoYbJmr7YuzCbC1Ytf6oLDyHP3CBMCfOUYESDi3hiujlTXU41Y+orpLFb
cufs6prYSas+SRvHmCq2EwKFR8yxxtZImmUnLe+dfX34xoOw2KO/+3ChlgFjNHAQxCwIjBcTxskG
nYe346Nv1sRfevs+KZ7GgQ6RRxszOFx09Ao09CubCumhSRJjWuF8GAskF0G5S6OrCQoAZwDOGIwf
CrB8xzfKDUxQSN3L9xwSlg5320UAkut1PrTJnQw8+h0ZvDjE9TZQ/5L84EIQ/0LHYsae1eNu4NZB
YT9t0wjL8WBPxk0QDNGDHQ10RSoJL5LGCOnbhQSH8tZjaoNLWPhb9FI+s0p343kqXI2BbNeTQ3fk
dPMlmQl9jKB69tf1tIy+cx2CK5zrYVWV3WYy7JMjwD4XPhTdOZTP2jMelcE02Zae5Ajq3vueAHia
Sq5Xj49DRmzR2TINe+mmKHVzDqQxvUnwORwHb15uran8WFxziANnCPb9QANK80KkNyEWgxQ3cKfT
w0S/HLT8G3YodkCVyD2YVRszXLE3eVrthG+tW2+m4DHRMac9P33orE/RA+kwZ/sj9whzqkccaIuj
1u2gkzhirrTh03OoiEsX+mDVbwAD4HUsl3tL148STZdseSQZ3hwBz/N4CLtWu7VS98x5i6AheSzs
L8Mehx1O/3nbEdHwNbF5WDHmOuKZ+Qi64dRTrkvLKncjgc5xU1iPnBXdrS51e6wCFjMmDrFUjyiD
ofiwqK73tp+ksecm20H1d7KONvPViTNG814XOAoTCA/KwkzapnV9QLfrx6R8DjvLLL17Rc7yrkyS
eRuN7bz28+51jDx92xU1QkURvkUuTxUyA3ZFopc4L5JLQT2+b5OSQC0IJyun6p6RsGwx8J6bSv1B
Lx5szAYgdsrvtZsnsRzrTr45Vq3uqy546hMPrQ+hIFueMP2udsPhpmReEGNw3mtXdgdadIW8sJnX
iavSuGS5uG1yHzd83s+4O+z7SImAZ6lhfdG+fZGwVlDMV/ahLZ1uZXcLkEaAmykjmKvVfMNihPsp
zerYQa6zEojC42yKZGxwPK+G1DxYPv/RZKY42VV6WwBacPDfpyuFVqQQIl3nro+vEoT02nPy5ylx
bswuNa/8SZc7jxFPNChaeh+NwDJU2bcwi1qD0e69zxTdJBnd9WNrT5+94yPPQnC0KmoQ4WkKplK0
k1xZOVMM1auD9GHWtDWk7s4yHgDtHlO2BHFyRV43TrpPSyZ6ZmGLdd5etRWT3Pso+lapZ75bHDy3
aGYvJoV1NMzrvLckgeHFCYvTq1ZWvjd8U2x9T4mzhaYL1ueG0I/+xk4wHVyvk3oPbpDjAqzGbu7D
ewoPc+NrZBWDA1XHCibSXqMj2wEeIw0NpuYGXVEC/mYUZT8h9GQHgfEKkkK1GlO4mjyioLhiQL2V
0tmTI0V3mkZiJ+FOr7Oof/BIL2ZHhyM38fqHqsfSLMo3x87lYbErmLYZyCJlndmw3vu1v1Mk1f6G
CXUyJu2iXd5hJwB5HWgwFuAD8cLAAkG1UMAK3DcWb+kH6WIprF5yPuzy3A7Zd8ChuNIO7xvKK+sN
RPxBDiyDfRbbizUM98QWnGzE125bqpUqPB33k8PMQCDQnso1spP6yS2qbMd29dSlXcjBMY9bFlaf
svCPsMbPVvIRDFxXbFh/4BaImL1v7LgDw8q+3ViqpUb3PAINPO0Ha7aKxWnJ/Ptp4OOKyKVOuozS
qap2SU9udUZ6DSPRPKXlrEkE3wq/ehJ+dMBHa/MYou8jk6CFJ9HP9PR2NDvPfub8er5lnZEVuCuJ
5XiLplCdsS8Y57D7MOXwZrj9OkpzB3g1EUCyHrZtx6ZP0wsiZ86rdTa2WNndsf7inEVAi4trdBy1
L+rpfVog08KFBlMvfxQCaMufbhhCrwig/9bd9Gajb171Pjp4v8pQbas0v4gxW86WtL2nJeXhbrjE
mBTuK+K8z8ZG2h0NF10R5YTg9btoqgXpqzmdx7mbIJNN5Zb5N2ULLN9gOOMbP42QO+iiYaWSG0Do
gX9TVf4lY58ZZcXCu4dNJRrtZUtWm/ku2DVAePU2uk26vTNXpC38dAiMuf7ldAcJcDNaamcXeE1e
4OQMjb0WnI2YbLA0OMXP7NVbTOwUkH2d37ExK9e6AC3s99XACCt77QAxHFLDJ2OOVTxP8yfTwOlf
O0b5J0PGwPrcMY+BrZZ7xpnOOjf6Bq4HJsilNeoj5WgCPnhYCaN+DPLkpjf8cXfFfF9A/f2d2v5M
WHTce9kpA2YRe9ogf366htVbyZvtVnu95N2mWYxrpHdeXnj7py3CuH2iXV5ok9VPKgL+y1ul37Tx
5kXDFnXThrLKX5nQnGO/SvI1BGX16FYM08bQPsKsOxTciVdVxbdviE1SpCckH7FG2Qw2/gZbW7Kl
PfoTsYexG4mJpzRPRpPuyijlHVvyTWW3DDj8jVESu51bKBFJK0Kl54VxIkpnuwTmTk+JdcomT28a
q3VfZwqllQxHYnnGCjV/1hHmAED4kiZNuJ+Srt3STpUU2m13bw+5cQAW48FGKGumt37P0R26P51X
xjPTFWvCdg1aZRu07vRecLPTgOTxMj7Oqbf3BRch8udyh8n7YOVic4WtX7WtInhvi55kIL5T+/qY
juR0w51Ot+1gbQZEo70ISIZiosJY3Kb+5XrXdzpwtrgmHpXOl7Wq0+oD2MApTwxmX+MDmgBcIcnI
qay655qqCdVAtFJKDnEFwu04IRqHLaYY94vgeyIOJfYpJWazM3Z5IL2T8jmpGIKpkzvXuGT1TKgB
AwQZcCMgGj1JBrMOp55AIW8Gi49JQ0LvjZVXk/7pLzbraz0EjXUd/7WXaVHqVJjDwtwE5UUzMJ1b
JSmJ4Eb2iyFGxUYiefBaVH7Ysqzuth9Mf1NmyD5ml2MSnGe6n0lMWlOsPQXacPa9Ucm9YVhXUb9F
3eMSgb2esrFfERceXdALaKghecR9XXuYS1I8HLG08uA5mDinR01kF5Lz+kBqiA90U/pZtgYzXl8S
6AXoNz2kiUiyw10+0zpbuLLW/LjoLmf2/mWYknirISQGz2yqdhvIkRn/AvrQxQJvVP46CWsBe9DJ
Xm2vJ6Ik4jE/TFJvB/cqHp8i1v8TP4Igsseec/mHDxdQUE163golcwoxJjdfjbIz/5BM66FASMrs
h6AbQTfJRAz5ZxsvvJHfXuea5wzs1qcSi7/z634kl2eaXgpmz3GJUn6LirI8Zj7DfSlij3GocN5t
17UujIS8HWlW9aPmQXgL8+q5WvrkjN2rvs9Qon0NZoefLKJPWHsRaMtZO9lLnzfwOAqQPje1rIpL
2SNftKYOG6vlics86vYNs0Z0HI0q2TKd6qhqSYxyusQmh57wrmqpP3Fc3bmC/UFmMkvqPGkcsi4P
brgg9NaK2CfwgZnNI2Uf4b+i8t7tZq4IxfDS8WWKcgwj1dVIUSTu7YwAGRVCNJrHqAEY7yFGe0SZ
IM5+aWFGg+KP2muyU0Qb1MNlk/q7vgxD8OsqfEW2qf4MXgedMQlJ7kz8eTNigASZmLsgyTXHIg7A
KkVM4RZhc7DttnurbW8+g3ptTo1Ykj8KGlLODAjyis8cEWkJyRb1nzFgkO2KwFm3S/fcE/7N44ac
gT9aNORqCivZMSp1Ts30kuNGQcvVJ3RGPt6VytT3XYrVL1yA5eS1AIle4MT0OxwzXQK4apYUF0U3
Xm8eiUruKlYmTnDVUONJO7kTyTDuTVhkJyuFs47MqqZCCMrvljfguNSsXhkx9AQODA3QSMaXD4oO
f/PfXW5kBSQKVVM+EBaFWuqULJ3HXHNJN8RuhZBU04xHjKvu/q5B+C/JMW7bn/qxVz8//eWz/dfr
t343MFoFpKC/E/H+/U8X8a3QKP72//lv/eWbuv/59y+nP80VmvCXPxB7j670Xv+o+eEHefM/fsA/
/+b/6xf/ySd+mlv4xN+Nrvvrv0ZaS/0fLcGw/f6vcoxG99l/+1+/Snz/Vb56/bZ/yldDRBlABxlq
mky0XRvtxT+cxJb/N9e3/L8rNSBx/pskw7DtvyG5AFwJkTpkXxEhpOiuP+l//Ivh+n8DdkzEJ5pY
RuHXf+6/ABy0aGz/Il/1EGJgZEbESs+LN5l8cr7+H7zmruiQ3LIUWdELA5NDHCeZQJRdwBQx6PW7
PbmkWQ1G3QVn+FVLIWNHovjnNPA6osXhE7lnjjhZrVWrJuYBrjsbeeyw/b1x8Y6G96Okh4pgbvVp
8lC4rhrOdW6WcuOYbaT2S8Voo/BcYkrssbX6koWxzkjb8d1xePQXE0fXaibfoosDPJua8a+cu8/S
sgKOprKyUytcEzqX3hPms1wfemr2P8yu6Ikxivit010Bo9jzVosE9XXrRM7EaoYAloRdsiIx53kM
Wj+Ipe1GUzyF81LeVk2FWY3EgTB/NG3DKx5soherrw6LwT0OZN+8p1h3w6PfSMpRZ2qQn9vWVA3b
amhlsy8HNYRPeqZV79ZYI1htMqKry6+KhUW+78NoXFAg9LgNDziLCdjjflaYK4clCOYLKb8epUJf
BcwkV2xHqY+tUOqQw0TNzfzu9ZGxHLHP9e2PExJ7Wq76AY0LWY9NAUh2qa4GLhfLRwIxaK47myG4
tIr7FgGf+si8QHQ3wjdQoTp+O+IYa508/A3R8eu9pZul+5lhXfOInpxCuCbCtdEh/rEEMVES6OD3
tcPkhgF3Nq2ZfDYLrlU+kt/JLH1vLeoF32TSWJA3Ylm5rsNm2mqj9LYer4rumNhNH3R1zxppol/j
xQreCFEmtH+yUmV3i5eycW54jEXLlf7XU79M6P4nCGOlb3Uf7mR1ydtiZ5N8YfLdNHc0LUx5I7nD
GvbkQG49FaNToN0o+kNKJ4U3IcDB4Ld/rKagcDaG4c0MCStLUsym1wv3PiuQhbr+lK6Zk6K0IMWR
crpK04k3YprKuxyAk/PqADrT79IuyvHk2apfeRyIo7nGx4XnlCQRV2Mr0YxBr5H0UQUHDbEkTIu8
2XIGL/eJ0bf4eVODVJrMnMyrm5zL2ImyknO14OWQuwl2DWGn/y6h7OWHyCPQr44R5wgTYXShzLsR
uF6axCkULbU2EY9f4cgtUsQzBaQwd8KwJ8YiLr5KHJ1T4dk3WO2b5ba028J+DZJQU/vO9ka6IMQJ
tUFSsmMfMmy5wxLCHBp7l7eaDr93bYkzlOW0vERlpvyjaYkGDp+phv7B+GeKBWImGkMTtzAlEipM
400Mczd8zVUUjX9Ct4vCAyRDwwNKUI7iIue2sX+VaWLBhg0lEvyEkrknbENNcTY5PPxvVUfO2n4x
uuoBNX9O7zvLBMqVkuRhoJvF0Kg7dgvMSoludgOK8FiTJvBuDJnM1nmBrHaVsb/GBE649xGAnyDz
JeJNXY2YP5ljFEW4D0gaCraRi8rLbSrpx1HQo65mt0dvEGly05Q28jNCj6txu+gKh+MVyc++txpm
sHQhdYanPg0x/45N9TZUeuyQpRN7ZjhquKMQMkrmgbmvV4g5Szh9jle/AUtZfpIGHQni/4VcFTH+
aeyQ5NBm9B+YeLwtiTc/JB0GhIPgl8Zdj6N6O9pdsasKw98k5oKteJI8P3khRriieWpQ/ghrtzS4
P4UveGWkLnXvUzQhkheVIb7TZDRe4ZchVrkiowq/E5tyduYHrw5L9qa+s5OJRvuFhOUpzavxvqsL
xz4mQffrmz6TxUTULryopX0n6LV5zoMxRMVOoMjvYFsoXZXHbJ0QFUJlFxGMG/JTrSf8YQthUvWQ
Ygt1gregtP0ynjRhNIhX/I3qCek6Ih0JaARD78X1x2nZLYmFpBsFMeOMxi7O/UBy7HpgDXSbkdC7
gRAQFiyUVUJ0a+dMP1oNzz34CBKQxqF+c2tTPvEEYCWLfoS0w6oyCgyPofsnJGbxBskLJZtX07fU
9nwhbSn5GLNssc5l06PE0CWYvtDGvRfIPLjnbZ4OfhUVH12rMWBejVvbIeSXopQ0XbVOQbjRdJqO
Hde0/e2+tX31OnLYp+t2YpS3CwbXfUAqwUzECrI3KJzDJR1Cg82w5T7hHlbvyiRVAMQT0LMpEA+t
e5VwEfC0HwLjCIxQrDKnfWLXKG9Q/4/JLcEAxV7lM57KFrxdPCpvPvU+D1un7ffC7u0Rxo2Sez3X
oEBG03tWlvhyUbQcrSk9F1nkWehivP7FYovDVW+6l8DVt8Uclk/tsixreh+yRhVbDAzISAdEcu4b
22fy0Kt7ZtNoIZZrKUD2dvUuyFQ92rZvPIzdXBA23DS3ZlJkaxu76HskBrWTFRm50vSM33KxWTZC
RdDlqjUatFtmI4tDOzcTHSXvQkxGXbo1zFycywVRhchvo0AckJ4k74ll3wUj7nPWksYmF8p9lYx0
iYdjbVj2F2VJfcDNia/ZaCrzl1RZVIbEPruqM2NLutmLYZgQ1/AaEkPtHqJ0oFzouqNk6rmqzGs8
II6jJpYT0niaqzF5mqLGg72wAFtJBJMS5tSk0aCDKPLmBKtzW4O6kgTblF57aG1VsNBoTeakor+t
O4aFFDnhngdqdK6W3NhVVeq9UAYZ/gc6+yH9M/kzkc9mWYMhKs1rUFgpF8IGgWKukjzpX3PROM5R
9c305IVNx1LZSHTbrhHZRv0KKmsh91VKUfJgLeYYvJeRNXxluOXadTdn817kul6PPcMAMnp+0VwK
CBnaqH4KjvybUPuvZYPZvlIZj+eGoDcRmOgnki6VCPAGsU/6yFqzN2J2PXkZzxed24gvTXnBtlGQ
ZCRotKMeRON8JXW0c/jGnWHMaAocb8eL18wWUBptG0rNl6kchHGAJcNTW1tp4MfaErrfBmqev6fM
gLMUMcDob103kbtUtRIUTW1vGgHgdLHG8mMgDB73vukP68QfWJf/b+7OJEtyI8uyGyrwAAIRATBV
hbbW9+Y+wbHGHX3fY0e1jtpYXZBMJt2DwUrOMitGEUG6q5kqFJD/33v30Srg7ZPWaXfsBCpk7epG
YB8Jd9J1gq2M8EAYdTbPbJVlfhl0MT9PmFDvNi6XKhjJJuZVUVyyj2YXTWPbgb1kWW214Vh7wxoH
dl+4mNAyRcamqeV+uqFAG/l6ERSOopFe2nhOtpApK0keJh0/vSQtHoo0Lr64qUpfZxCXr9R+d/cT
DeI4IB1KAAdzdl/cpu2Ow5AW+6kvP5fcMY80jqxrEdO9qqwivyr12O7BmWWf+ShsrHLSPEbpiPDm
9Q03Sju/aQYz8pVGH2QzHd9DSijYnBnWntVs/gSCajkroawXdspPWUysZ6ld8wC4cPiGU4Su7sz5
RgN9ehi8jEw++4RNFRFjGdLhnmNCy8M0xkNS155ixiWDKoqAUObihDhKHS5Zdwp51pqoRWX7Lc4w
vbFQ7iCskCe/p2q6tM8tbla/7fv8Rdq54ZcAgg4D69N3uBD6GM0uX7hWWOlTq4rsINscPw7Yh69j
WWSUSf6aQ2urKVu5B1ieporjqVPM0Y0ckfEyC3cBgF1K0Un+p7QJMfMVnM2mYdyqRHwnsdOfMlZ4
uL8mk52vk4tmi/nQwomSdjz80zGjcbYa9akCD8yejcA/FShCUhmeN3QU4z4mNx02gXF23SUB4IO1
9dB2gXjKkwhaMW27nV+6FPGhlpNtM0Sj2MfP2bvAqnQVex2nxUU2X2dR0PWY0yG+bRITQnDXFtUb
BR/52SrgHegl6Cf0NvZboR1Ufm2wI7zLMwqufawGIUe69jYTo7weAHsg7aXeLs/y7t6B/HDdmUSs
tm2BFwRfEKVtawoF3abHn5P1RXymDdBkeWw2XIl24xSOP3VJD5IkoRqpr/KWvSmFcKS6BwgR5G+U
L0WW+QGBmkvJptK8Krm2Mx/jU8OvNEOjI1FkMwlyxY7XNMelj9OC4cQ3ZrKFFxMM0mOESeW+Nsz5
SGRZJucBUQ8UkpIIihUQxA1NV9Z2buWstr0DJAgrcmpNLz3KM02O5VqIhe+Og7YZHeeosCFFZ+qW
9ItxqEOpP5Qg6AcQuuxvXW7DJzmnySUA3/DdaXO3PYVmyLI/JU24G6XCppTOmptWCuEITzQeFTCd
GfZQhZpZb9bK073n9OkXej05BGa6eQynlq9iybkRj6syv0u3y3cUYSZ0ytj2Swhx4h15Kd7BBiY3
RnP7TS+5P1ma/aywdc6tqouMm37pwxugvSZOV1Fmz4GdNIj0Np2SDV7Ca5l6PbYRh6QVmWkCn5jD
rmM7da69Uo5vFkdKNkxafgxlySaoSJQZEB8NmpuMm+KpCWp5CUm/eCxcr/jiuCHH6UpCc91MVVfd
V5Vn7mvas+F0deZXnYbwApNAn8yuwaPO4yf4lBU9JVYejA+u3Yx3S0H4bDPPpCgO1Ia5vqk665Dq
+MOjZeCZxhtYQbRcXnVsIkp01FVPqO323pLFchww+CUM905yWcPXP3dtOR4qIgSbEej2uYYwOfvK
lC+RZQWnBpn/YQ6M5JvuID7QVthf1BRQbnoTv78Kwfp2qo2uNXHHe4ubIg+euCfHxLR0Fwkv4wKb
2rfSq7y7ODCDPUvddgdG84QeBL6JnOy5IIRmbVx+/W1RZPWDi+7xtYMVcAWdiYF77OPLiLradW6j
pkxxFRtCHXEFBNxAYgqct+w97a8UPeYX2miry8SmBrG2y4eW5Ck4Zcsq956dYKng/k3HaZ3M8WHE
U3hm45dtqcVVAB/GJnuWhLBIv67beqfI8F/nzITcv3PrzgtF+1LUMFm2upxpOElJFkg8suHCnxi1
dxeGmkL5hNHMwQAYMVyzPeFQzQpsM7mmxpFiYbDthKLChAzy8FY3pXztp3Z8qqxllcxZu4sdHiKc
YVj4By6nyTtBTyEIS/94nLwvJfFruhE542NOS+2TlGkNLIcZrz1wVP5kc+v4gdni2S2kGjcDRkTT
TYYvbZyZLdWpbp/clJZaPaEc9E0klxkAZ5O+t6qZpsdkSPniTvTBI66P4QvOVX1sSWc+sPgIDjU1
ucYWSpipTraqU5SXJpyP49QouTFzFYMNNW0v90U4a2ylM9K8oWRZbMbaGy+LvjCT3cIGLj00i23v
vQAaRFzW6hPrW30I0hKHF47ettk6nKagL2F6TY3M/KYhJPuwbMQODsUqR1lDmu4ZT5dxxzVuyVOF
UasD0C3mSxY7CNEgUvLHksclPgo1sNKfyRptBrOqn6YGmOWm6Aq2Xl6IcSeP84++s9S5jYZu0zv6
IV6TK00/Gh9mm2MxXm37+WJPD1ESy0sOqDYqXu5sJygr11iMkjsrW4qDQKHduE3hXPWGnB6crkiv
+U0ZxIw8/aK51UPXoGV627Q54pW07PR6do1oBzah2rHhwy1FoVW4W9Q8X9XdKqJ4rBkDpJg43quy
Se41GGWYHEXm7aIZ4OmWkSu7RRlM2y00LWVeWU7AZhD21kz3uQlQ/Nwv0WLeY/zF4FTXMFku2Haw
oibFGyXbeOpVj6xrG/ZDU7VleGsEFQSGHVfWiFtCpJHU3yTacPHehwDY9ymidZf5ndsAzG50vZSY
1bl9YH1JaQEicZpOARaA3m1MrkINBVHkQ9R7fsXcjjKZOKm6bRnG5SkgcdNtqbJnkMFYTAV5JAYc
Xa4Z86pRp5xLNVXu9zEBhv51wt2CrcrsuDkR4rJR1Ycgd26ZHCRUdIzJyIVzErcnWRLJ30d9icmK
Xs8puKNGJCj3GVPDeFpGbpX7pUt5VTIRsPJWlgoN40mCOMCTGQmoyJNhazlMtmu8REI9n5UIrF3g
OPzzAX6CvfLoqwwqGrS0Ha9NvhRZhyBZP3QXcow62hlyHjP39egMyz5ORR4ciK116mpoCQZdNGk6
y6NKAzs6sh/KHaQXfNwHcPNsJDdLv1j40F3Fi7cGbn6fbgcZHtgUzsMppL69u52NjoJw28V1e0ho
wDD2aUSs9di1wjBuk7jychB9dmDDjQMPcPQkvPXLzJwKDsmMUeYTu3TNbRdjG8mKJpGE8xymxFso
2rzu0iFubf9X62AlW118G+SC+RLiI9HeRL55kVWdW5P+8y2EpXDxieWWl9iIgerl0TC7ey2YrTBn
QrHFLpPr23bKx8uAUgaIL4LdX83Xk+kkAysTHPRoNByQOuDvKSG9A51PAgMGARMLf8E7NBpiSg1w
OdYYoCrNxjn1bA9PeSqsCz0vUBb7IMUGyBSfkhHaRaL50GSuCav3r2Hp4Q+KRX3F/tV5VDlW8AFb
Ywqoh8gSJejmeDN1xWcdTE+Ti91saNxXuJCkX9Dr4qo9i45I/6CJkiDglwiUMOKGiFq0GnsQfgUB
hA/I/zbCk9AsnDioVHGgo8DlGzsD97xcMJtFYXSIptY4OkPDKCw5ghXQ/dN0pEnB0bvOhRRZqWXc
BzlxHMvr+h2LcetWtXWwHURoYwYfqig4qXaoUSyFmbJU4QY+Y6Te4XKO31BX3b2auMumaWvN3taJ
Btu8WpolITrkXBhYb46JXeY7SSXLHgvmfeuqt1hnTrGBClXfhW5gHQZw5ic9yvYUkWp/7FJdfZ9d
HV23DGVY7Ks8u80Wl2dXjaHYrcD6WX1ff5Gm1W3NVsBjEGS8NhDSwq+jNJmbVGH7Od+pizCup+8E
20r8hLgFNjpOAUhUln6PkuFyWKbsGQhl+DJUhvaZNpwPO0iIbecxK0ve2Fdndd8PbRQ/zDOoCWuy
hmuMfITqkYho1SA/lNsDq6Zh8LauEaLql67cm1X0oktvTg5YtSD9NAjU2xkk073R6+pILu2bTAt9
iomn47oZNungPFEXQSF0ikNHEfliEToMG28Kvkticycryt33ksQ67Lfythb551zZmh2zrMAhqxdk
cSpInBUSNXJaxzccXAxOU906+fTGkd7YFtnAyoMvHuJ6Gt7G7uz62mId6ztOf8cZ7B2OKx28JD19
+Pa3GfLNhkPKuLeWCM5kmQJny6TV7aq4qh9Iz47FJsa6c7+UM25J0BbG1ONtMsbqlPeh4ePWWDMW
puXPWQwp1MZZH+UGrlUPDZp6BM6WoEnfhhS6f2ffz938NKfpURcWakdXvqIOlxdJTreGZYbHGgRS
lNgjXLBpuYr7+YyEv+y0LYnuRFiqAwvb1TA1Kx3Inc4WXdqbkXPtqRYGcw8WLxopFKyGpQivYTLs
Q7ID3wB+cpyjr2hdAeNs05TXnBy7+cC4x5aHJdfZqR0IklN5LDN0EtFhazBrzltEW/Ct5dJv03D2
B02wSbT6lXvo8KWvxrPMhuBEDcywtSHODru+lg7qQNIeKQc7z5kwfBWBkORBbxcsYS0F9RWz1A11
Q6n0I7tTOROULM5MbkXkW3xfRpydOr6wg0Bf25rLtlri6ejZpJKWIXupTJKHmyawnszMytH65txH
XsLFGOWcUvIGbp8qnppQv4YNV2Yad5OfkbbcgI15yamg2fJhrRNbMsEKBUxGOXXrkhwx9YuVWR+l
jgC5wc7dtlLjYpv4fg+wMS9l0RufXoAB3BLY4qrRQb2Oyqcq5SOdeuSuLV3HxabOWnHWA1Et2dbh
Cw4szn5T3+5jx0bJW2nccaTzLwP64Y5wxOSHQ+5CukRsY3BM1J3dtuOhi9cbOSDc9UEwh58Mopw1
RGZtppR7I/fBiuu4DKszxjQLq3hx2adB/Ww1lbV1QhbX0IH5Urp1QY4yDnlGOMa0M0Olj33YH5hm
KJ2Ouo7eCI1JfrUOX/Y5NiGWg9zDo54mkay9m5NEXfAZFt/kQqZR4BBlMxtHT7Lv28sxydLHqOSw
sTGyqeBXS3L0BZbD342O43TZ9uWTAAbm9zgbWJogHfl5FpGSMG3yXDPmT3nVVFyyJ0eqrxM75JPh
Vbh9WHS2oGodB/hiVGBLa3rxoBEP/dyaSChDP/d7owmSHS6EGOxnihWfeJ/U5WGEsnTGn9G9BGxS
L8qZhyV5wOpOUImzTY3Y4YjOKm1r0mqzsaPYeGOBwSGa0lZGHutK2F32tATJvCeLxUVbw3WZwX6w
lLqzCu+O2IXL7SiY8P4vRFcTEDe+tVq8x1TSQ5VE3bDB4VlwBsFLblbuR5x0Buwk8NK7NtY1VYvM
97jEZJaQbKwovodfx0JYq4iIT6I51ebiZkB7ZQEk2/0Q92yFJnugsldrVOamGvegb7kHJXC199U8
z/vIzMwj7mSUPGCG3/qlOCfOlLF5N+cLwInGDfdrfZhnHs0cVkEMgTd5pD232zjzOFz9yWDwF2z4
H8HfSuP+p4pQaofYtrSks7L3/6TX13k4GnaxouzFcGRC26dzbyHwwoD6+xf6kdbgwuSjkVlYFogS
+iKEs3Kv/vRCwahG8C85pSN2IetzrmGhXsxqsUz/71/ox0I0OHK4IOjPlGv/mnKoRPvphdx5TGhx
j3c2airkpcHpyHXlXoDjkrOj7/GmLhzTvOjRCjWG9b9/+Z97PNfXFx4lubZwFJQjvb4Rf/pFx9r1
AppyQSUUhiQfwRpWblSMcUFGjo3FEwhX9Yp/IhmuzD6zbmH9sGmQtYJLzLM3ugy9yvSurK6HTfjr
D/ePnDWPJWNh/rNZ5geDzb+11Pzwbx2+lWsdd/vzX/Xf0HdD3PVPn+LqAPqhT/z+//xv1pE/WnV+
/SO/eW6U+sUV9Jw4irZEj28JTJXf68TVL8JyVtMNkyJ17zBN/oMZZwjzFxd4P4QUqFy4YRyqBv/D
diOsX6hexPmOCcBFbbLtf2K7sdfSwv8syHAFP5JeL3u+yLBXsPH8eMkJd+lIWEBELJw0IoAzpmPJ
YaHg5jFMdNXv7dlg/UxXJ48HOXjsAAJBD9CF1UiJEaHQC+6ZwEuWA5FQAn/BUnjtyZownG6HmoPZ
2bEMSoEqFZmEVOqR6BaVBpnjt7T0YghpInFbNMTxfVSoImPwnyPIrLnTfIYyWcEddW/f4zInWiCb
CtcsNgYAwCBS2qMMRyIAg129tr0uP0Lu/e/QicrPf37x/62t7L/hhStMPst/z++5H/+FdLj+gd+t
YlyA0AppGVX0R1gWF9nvl62A36MFgEHa3ChQdiV/5nfUoWH9YnJJSlqCbP4EugkOrj8uW/pu+ds8
vg2akVnRn/sP3GLy5+7KtTpIKh4NyrRwp3k/X7flEAVz5zl4OyLFSc/L4D0RUSfvNDbPQhAOaz0N
rVe75V2xzO7VaKkJohUqypAEIKSRDPywt9trVrkT3jK2yLMwxSNAxIoYUDufFNmF52W2HvkCLE9w
D3HCRG14B3lquZAdnPJoNqZhwwQ17zWzCQtq7D3UEDpYIgH92HHkgpgNSDx1eJ5JnxpNb/qVUAEz
bje8pi5lDESOIQ5jU3LUV8XhB1eZXBCyM223N6Ip3YukVg19d9RfnTUBpYyBTHekHatqLQfStpNR
QumlDXZ0vrYcM8iES5N8AFlclGDFYfKOI7qOTp3Z989gfGPiu3KWdzkP1gM/SnuVB1Jt6zKwbmUF
zbiT1uiXM3KxJjesSAZ1Fs0VJmC+Ign9rrLOnP0K4NLxtdSReZEwu+VmNd2OzivL8NuO/fKckCTU
df29ZgkdGeMd+fszq533Jp0vbbrA2EvTfnlmO/nk5KQC0x7ZY3I2WHkezCj4NAJvONfN+FpRAX/q
q0HcNNLFWJMSvrFbxxeJfkesdy+hAoBnc2/cSD6Qoqp2cuj3EHvm3RxE4Tun3MyPOKYpAaIfx9n0
Zubdp9Y0NtEhb32ZVPslrr3TKIxzjjoKMTPI7keLGVgBq/kkdPugC/p2FusJvtVDoMzjjM0+bZp9
i+ODDgb+G0hp6fc0NZEMiPmrlwCKI1Ha6jjngWAckPe6yh+b3KovEzG+KZu5fBMHx5pcVFf1vT9C
SjkMJIaIKfYJWnYZIywCadrQ0hNqUOLseQPsxd/Lkc9LGNBv2BES45kQo8jjM6Gk5UEZbO4G4sV2
lzyPMpjPExp2GqGoDa9DBmDiE5fVQxM6GES+1IpN+rYb1txpjuZUzm6LEauirXAyZBP5UH4dmisV
mcyNAsbC5BzMPQKFISi8s+uc0EudtG+AHorbdoBt4tp9eFIRWumGiWUmizAVRHaTwo+jNn9mAY3Y
RIpCRTl44LC/pliQ/+V4t05Sexv85Ed2Ki9CyB0j6r09zhioBZVaIxMYZXidqO7gw7H2nVpzLWRq
L3p7sgnmxV8AurNWY2vrllG+MbV3bhnadlHqdM/ulLywWpy3uXQvU43rGjMhZa8wj6NWtdc5Xrbz
Yqcu4mxYkh2Ai4ysg+ewIfCatLK7SMLixm1ALtE+V3xMdXBZwGna2qV9Za0rH1yHPKIMgjc80zw/
yklAgEB/WEsATsU8iUc4TOEdtWkoaylvoK1dso7OmOHm6PrPLA5f8ngF1ny3y358VJSE+7jAjOdC
s2ayau8YVfVLReXxPlsn2cm2jmnu+L1G6oXcaW/NZFS7FoLDdtDN6CMlLBtJiXLKRgRzlSCAJ+Nh
E7QgzntX+fNsBXscHgzEcaM/kG6cPdhYCiSqRXzhm/uKP5BkHm7RqJjewzy9K6NRbhh34L/6SVR2
D+3ADm3O0wExgRybQl079BIyaJt8BLSu+G3usOAP1Ec0pKe5Tn3UDAyR7QcmwfQ9Ldpj0kgQNOPq
IOu3gGFiX9KmykdwE8v+urDUvYGKtTWNgZFK9ke0o1ez4YtoeuUxTnvK2wBMx+Pkp0PA0qwBaVkE
6jqBwn7Lr9Jsp3KJr9HE+h1dHcHRkD2xedc+h90cIpKORye0nCPgo2cTR2jZCYE5SIwOBuQoeOyK
JTy3uRXt81h4G/gPJDWBLD1lVHwktTx0ZgQEVKNmgr4aLVcW2K1iO9hxm0U45Ml5a9uV/VSNPfdz
N3y3YuzOIK1545ijsjqpCRI5pHHjUIGpHOTHONAJtlikDUWnjFPlZYz6OFAubHMw+7cs7fILduLd
ezmxx98QIlMfhTAK6TuBBEnKyoiqWnj6DNbQjg6xFQ/X2FRS9wruhvXUw6TaTmBucP2Y6jojon2d
D0UDSKkJ7NupYU1JaSUlQOns7UNjbk6YuZILdti0pdY2QaTSawm9g6fbA6/JtwYmBb6SIFkTg6Xj
NHhqQ7AjPi6pmg+TK52XKsT2kkNJoGSj6cNDlR/LaciOFuVKR3vJqNEcuPnpNhxOQzke7Ux/N7wS
q89EB0cIAAsODcaGfYxb9OiuAJqSJMfe4XdpvQHlIK+t25ZeUAAOvAX8DsOkn7tpJAQ1xdU9YQRS
yO0bEY14D5rSeTL6maSYQ3dHh34Cvrsdj4lsg12AdvMcYgt9M+xseQxdB9haMORXNhu9Z4Pg4GlO
C+Mg7Tg8j0kZnVPh0Y2cNfOdAS/0Swy8At4UhxCemzOMkFTmgkd1p++RsotLFNziGedm8R5ZenmI
J+pDTT211J8G5t7N6cDxXDPzdWEGJzbVy8c/P9v+16a2/3En4BU7+e9PwA/959uPEYv13/8jK8Hp
Ep4SNG+toUTyT36b25i/XEuRzMGcrylQU//J+iYtwQPJ45ToCBdSpeQf/X7+9UB98x/+HiksTOUU
Ef6D4+/PWQnmNJtlmiaPYfGCGgDTj2ObJObfMbm9ts3S68eoHmrH3YYYls3m0gUZ6HwLzbFJIoST
pa2ar7IbDTHvwqAA5DHbbKS3zVKSFTInjzrWOsc4FPH09KLFO7QSHM0W8AoR+Gt7Ap4gyGG5ZOKS
SCW0F8M5ES3PnJr8fRlDuPaNoNNtctWXBOP9NphscZ2sAOCKJV5cgJKYS5MU4L7W3D4PeFRc/R4G
Ee3Pe7ckEtDtR5cuRufopI09+HVLZ8uGE3BEMDOsKaAvpgXDS4xfwiwPbqnLkaecmOJw30P7C5vt
Ek5rJxWcS+ecagP/wq6jX4Q4OmeNNvbJkTrqbNSVUp+k+lz8QapR/Z69WmwxtkayiPeOaMHwWezu
CN72E/6psmgsnHigXIbNsiK2tk7JPdGvuEI67O5VR8NuSNOEq8YZUHDeJmnFg7vMOT0sKqcfw7RD
p35P0Jnrax2GJcl8Rca6QDknxE3Al/sdgCYiODyfa0KpG9zjrnvq2sQl8VvKgmV9LEKvv0Bw79Od
MeIW3MwCot3Gta3yJbC6NbmAF+oUBcWC1yQ0GcWbLKtv+3rA2jt5sn/g41L9U+vEnX1RGxJ1FZJd
D/ckd6liq9OF0jhRTyDg+hA3xxqG7/ZpuIyrhy9biHKVrbk0h6woxKfqHGhFlds02S7lAq78rI84
l6M9d8U5B0VAHZXFvxgGdoGyHpQQQx3UZx7MqR32Z6VH88XlKcYqPUFG3yBuVJ29h+KErznCiMhZ
wIMzXpQ6nYat2bm8mcU4rYiZbuEXJrXGb0meffFY7ufS8Y22c6qdm9p4ZrMFN8zkk6hD58YHV0cu
CJBg5TCVSBvYoyrRuze6SmOaiASloJwbiMR/jujN48EBpWKbp4Gx0X4Lx7S2X02Cb2tyszaqMNl6
+FDEqQCWaieHIR0DIqRdU4pNT0Sm3E5hZQu/B/50U3icEnfN4lLdZSUhP9RCkSyFb1KhjAJxWsEV
uVfNh9Q1lID+nES3vaXaT9k3PO+XxJ27Da0ypFBhHJg952MddxsrHMJbvrF0g+eKt3E024JxYk7I
qBruSF4BTBxgkwgUHciDoAHbTQjC23vkKL549liTyIYdfxgNRg4E66b7WrDDfqATV35dfbrPVd3k
2L4mu7jMmrC0jq6TheNlH0W9s2k53HCAZoE1+lGvJ+yVMuFiy6oMmVw1bHJB43Q2rSKm68VnpzNd
VIlRlycJbYMYjjkN9y7kiVeMySx9qjmiNLxyZn7qIsD0Bq1WD19qyS1m45hzNh5x4c3lZbMYy94Z
VeZ+nSKzK0mqgL+abjpTuB3r9jBiYhJjDpQzwxWBAqVjzXFhTGay7SWp2ofSckV2VYQdEzK9d2Xu
0T1VKFIwQhOO6cHb58nYbtkVO8sLGjs8RoDrHQBOoybrzngr5mVCMIfOKq9CoD9g+luBsY0ANcn4
7bBUKjzQRRg5FldpapoDBZam1Zwm3o7cx2XBFBEzDOoLI4R5cAI6VbdXNDa4xgXf28g5jziEXOCv
Hm5vKhhKU2/ZHjbusu3cocDVylGoDD+I00XDV3LBTblRI85rjkHEOF8KwGRiphWgauKBrgJjmkmC
gCaurHePveWSwoAyQpFjPrCRoY/emOjwaTFbztxhDkcYEI18Ggm0ZJchcVL7IPTQQLPLeraD+auo
B25kHqE8G2oB8OAZ+K4OeU648kIQo1m2aZ/iD28pZrocelH192CXrOoURW1ANJwvTMRoNNj4fpas
yCH5xKBHbKwIMZ9+13v7LKQIYoduadr3Yd7SBMiavLvD6QqFt+mhqW9EbiTTwZsriivrZMyvg6EW
LicoU7xxdoqafY5bFeAnJRTX5Fcg9mUasY4v1XpJmrHCX+k5bc35cdRFBkVwTGBBSY1lxqjh+jM8
Z+n1QMiQh2kLGqoHJ64ETNQsmA+1keV4EzCS3gZlHAVAlahnO5WywahPRKX+1mpdvepiWRj1vMS5
GggcXYU8m9ZLwzTPxINR+MlTeQkHZTipwEPbxTzFuuXpWfLcFX5ANAIXu1HSk0gjgc7CbVINc7Rf
5m54I05QfYbe5KZXRiNqvUd0raBMJR7yGMtCy8KYMY5cMmGL30WAATtDXAbYS5bYhTGQYvatN61t
FKT1qXPA0+mhtYD5dRV0ekajC+rvZta3jhq/ukCMmDcaYmL7oKgaUpUM2NxVhyyklMClTQjPAPKz
dEJQc/Oy1CtjB4xS2nntuA+TCkGw+rUZMUudqt6xEoeVCRm4WY5mm3XLva7biPQTmVbYX1Qfnbmg
2I/VZIeWbQNp8sE16wp1dzIhngZZ7VIe1M1ngQfS9atGkMe2q2porvsiaM74fO4xjpb8lbSNXQNg
ceeNa8zFW9631eNotNrdTYMOYChpjH72FZ4NrjHaPiy0fR0ZkV+1cWAcg1aIG6klInNbM0reZFA9
yhMsIO78HD6iO+4k9he77NP4KKWKvyk+Zd7QPLHF69AxvT7he/X6w1roXGwbA+L92R3kYB4KZ6jr
Y9E5C/cgL+e2SOOBsnYdpOXKuJtUZXefYMG0GLesAXHUjKa3XAUYd96jegofalhYC55Qy2TwjoJ8
C3gbN2dZ1nm/m3mv7xHp2Q6yRnLWB1/UPGr8R58Nmi+yZhQ6fK60lX9Qk2Bxm1Xs/hnjM7wkEUbs
t3SyXTrgrIi8Edg0+8LE0c4n3K6QLSoaUwiBjilOKueN2OhCsm3EGThcRaHVRnxulUmjbmfR91Fi
utuECYgBHzcKygA5BybxYoDPvg07MNpAAZb6nZWcg/BgRt2bB1H1rBs7ejEA2dxbkSY06My4tbnL
lcNVXJJYxqPVccySXqiLXYxntsMHnnsn4KX590Gp6LKFy/2dHI/52nP0qw4zlrUDJkRUWEgIJI/x
yDfi1BmD+W3sB40wr+rgGUW5/R4prwxe6iaxU55sVT7tvCGNxJcpw8j3iHybOsU2jPrCOYi4QaU0
MmYF+zdBDp2M/PhfyK8/tv2sI4BjM6J42pUC2XBNc/9ZLPSA8sb4I7xNVIuSPIpbZRl8ErO9ix22
AlyYQ2P909dk18TUgUDpgc0nKvvjawomJrgV6OuOlbJ3sCv3sNDxwpJ1WnYpKYzdnwayv/gdmbL+
pE6tcpTDCKYsZDBeEKH6x9dTxpTwULA0K8nwTvO8JQZCnMXCbrYLjY5KNSxNvoDKimQ7DTd//+pI
GT+/uuMhzqFa2JyjrZ+GLDJLcxdZcJymUps7DwfjdhLF59+/yI8q+vorYh4lZI+1S5P8dn8qbUrg
d0QTN/MN8RsNuVLXbGHhrO5CDOtE/f+Yb//i7fzr19LESmkiQo75WUi3oBc3Kwmr59DldxhvX+rR
My/7JoE4/Pev9VMb1W+/2Kotusy8iEE/94IbVj0utKlAya25+2hgz5xbc3M5sknttnkHXLvi1O1T
zFufndx23w1En11kgwwB1cl9YXTly4Qf9K3Kivm8GFUz/z9+yH/9hD1HOmiv2l05B7+qo38S3Icw
tEkI8+YnpVvu+iHOjtJIgv2vb8U/ks7//9yw2Fxhf1yA/6KNM+mEcGN+4FGsf+K3FQtKokbEZo2y
ui2kdtmW/L5iEb/YivWJx3IDMwajyx8ao6RPjSeb5XBe+VVF5K9rfwNSSIuSkJUiYZlsWvB7ef9o
xSJ4kT9/+wUXrb3+cCx6TIHS/dMXU45xMPaYj7ZjGCY3g50KX+HYX7YwVU0iBREzaZUGjgv5BzN2
SnttsE3tPrf82GyTF83iEA5TpdJrPPUAq2fZr/rHklvBNhHd8koAGJIA1TTEqax0EDCt+b8pG5yU
KLHScbgCHxjU94tdeB5xyxAuWuBWghB5ZLl3vaEc/GoT5QQbTv5wk4hIh/MWxoX1WcNGeEtyBRkm
msnGBpilt0M4pQGKTOWYJ0dlYLLT4BsiTQzkNwRk6qR1tG/G4mXI873pqBtBci9S3auBP3Ia3SuD
RycIC8a6lvklZXfab2Hv7Gh42AUi30XVdAw4P4oWTYINkJ8m9rDLJmWeavqfGGGU3d1OHOXflXhu
yK0OG8pmrxIXB4KH7w5nPXeBY2tWb3XnXGOzhDaVXFS190S++A5rbQmlt6Nnlz/ZO9RRhdUOwz9v
A3UIE/vd9v+ydyZLkiLpln6VkrunBGVm0RsbMDM383kIj9ggPkQwg4ICCrzOXfWin6JerD8yq+7N
yBpSqnt7U6QiRTIqwgYH9B/O+U7Tzusv+zbxO8rowATUZc/8EWdhkwV0klrVH+zXxG+iuQbG3ILe
j6oWlu5ooNtfjlPmzJsydb8xDQm/lhkuq6zPWU40ikDVHWmmJMcA1f1i2Dp5FVh5Vgd0aXzX1oyc
U2Szcz12FRtAZ6KNmEyL5SlKWSYzIs3gN0hJ5CwWUrN4zrquu8kDo2E9RhN5mREfH/paInYvbDqb
Ih+udDGisrW8NHuA7ZM+Z5TN866YtfY2kgKUKguiYdSxfkq3dZUm2Q7Ee/aAGmgm9kyJ7FxyMYNJ
89Se0qi6N71hjszZNiM9Yzc0u+mRTUOJUc4kOdTMQrjDHiT7QtSQnUsj9veu5dQ/aNArSGjjdOxJ
W98WbhyubvXx1PuNOjK2GzH1qfSDGZAjKAbB3I5WVdwmZJQzfZQfybpyIQR8+FF3s7UCwXwWqBWO
pRBPRnDlTw3+DNSqAIky3aK49HuNOjlu4uazn7z+NdW9/GJ10LaOusNkxE7UDu/tMtcC7RyWUt65
6D670O5epiUsv5iyhwEQU/bdTWPrkI0D0uQbu0H1Be26+z7XvDSzBzJBd3Wu6gs4TTNlj9pbkLTM
1r3FPYfhD99g+GFXmg5IYeF6nsOK0OCq8kmqh6+l3lWyIBNN50TTkoAkZQDWQpWMSi9P0aFKfD5O
0ePjmUho/q4cn/GCJafuoljRmttSDXz00US+xwjFGtNLUzrVd19Y+gNFr5neiCpruvciL4Tc0h7W
h9YkOoGfqCGHA9kfZRuhOY4hSLSJQPk5F+g/+R8wtknN9isXD5+RpxNS/DaGSDdPFGDwduAm7sAT
VM2lrAhPPBVEuqtT0xOWcI2/l6RqPEfinmz7gSdQkQFNx0wfkM5BYgilf1/MxtE2kkRcGFZl0OvJ
F0TEE3fpjOA/NOObRSFs3FUd3MH9xIAgBnWSxT0rfItwZyeBnrIZxChCpN6aKLxU2Wj/sfTxpKlS
ZvGbekKCcZNgx+4w6U4tTi+l4DfaXHZXcG3hIjoNMWWmZWXmXjrhQGgDO9HukBV+0LGhMSaNtMNL
aFPiwfaiSiVC7lO0EnK1W8bTF6YS+pZkRUeAoKhQ7/KE9Zp9SCNvH+GxQ6UXup/a80T79iGWvht5
LxJVrDPHMBZwRyhYWKVYpm1OcQTBhcurvbQhjpYTxqFewO2Fux01uLVewyYMlyNGEDvbdRpzSNS2
EORPllnjQLPilE7UCOt1NR6w07+y58UOrwyTRLlLlQx1uY9dINHJoILhbiqVfTM3MxyBWZIkvS/b
LCH/XWtT4/VDhhV1CLKmfSBiCRqEHEVxsLlvxQZCS2ntF+LFBTBZz5WXqe+z70vrMQIyCiXnW99r
Ku/iA9RI8anJ/ITRixAiMVasp2FABs7eHtGtRW7NsHmDcU73Jz259RvReeMlboGFQwAtB0YdDPY3
HAHg0fiDo4hmyARoaad+PEvEwfk25uikgzH7DKYkyzwX1TCCR3aLi+8gs52QTSDSdb51Nd4jAMoj
CzKSWTrS7esJ6EM+eudhgt6w0QShXDT2iXxnxmlMDTrE6DMMgR0LzTmoVFD5jJ429mBQl7o8W7GX
c+7wXxDNsBuZ/H6K7EBbxHGnXSDZx9ojqYKhrb7Ngw9qI5SxxmiQ5T4pjXlc+EyecuHsY4Iv16lL
BkNqslO6NC/2sIf7DTTEfVIuzWdFm/aOdIExQzsMhMWDuXMvWTjI7+jLkXOMULvmbQZRcdg5SbtT
wnpsQ/5yUZGAsjPXtKuCjfZM0h5ENvLiXXvXkTR9gWSqvzhOBbTaQia/CEVwDmIS692VDbmncFcy
vZMI8q5G7LVn2jdV7r06xtsOdIr818BxjfsZJ1oWjUmTfHX9l8QlSj2tnOETV/dc3jCzmJ45nmwb
Z2OZMt71kvDDiTHjYxHv59t5tWBt00FbLznP5dUDzEQBPflAvsmqSnqEe2l/2E2P7N7SSFF2tanl
R1AHCt4sTlD7UGFrKxhvx7ZB5xmYJ+YcCuH8VPWvMwheH2ILRlPWAsKD/hZAmI21/cnkye+hKkz2
N8yHLoHr6MwGZE3eSGpUkWoefSa0BRBSgfiRaImkAZiExYjOdVdGBqMi3G1hz+whcFvEEkvR+A+N
gvcEeKNQH+SksMn3NaZqVOQe4si8Mfkh2QxnxIZZXr8nozlLye6E4emX5YNN91Nt2czE3aZp2Wlv
UxjAXE1+2AGynUlB3FqVbsqdqqdWAaxZMePSnldUDdw9YhQKhOEE1mdbDmhj2mm7ae/TOCNnOxny
9Bv3bPi5qEUHO3fB+I0iO+j0Nk/SkSIEK2geSUhVD4TJ1vegrMQbkLeGGxIpfLZflq5n1mEG8bxf
OC6viEGn9piIaTUIypDTtImZGXINk0xNbJitFme/AEhxSOJYrPcgC4r3nl9ZjsW+AUOy6jLmRCCj
nF+HEf/TVv0H85V/1Vc9sWaii/qFPXj6/F+//t9/barEn9lVsw8OkUQGwkRE9LemyjD/jPoYqeT6
TwBrznPpaP4q3RTizwIK2dpSOT5Nl8Vv/bWtIpURNIJn8o8nTJup7r/TVlneOrL5b8Gxb9Fwu/z9
PnMBk2f8+gZ/O7aS5jK7fv7DzwrHO9RkNF38vHbma/jPzKk7boPlTeK8vMFiGkKJVhP+erIb0hvD
EtUPP7WAICAIie+SaopfclYf31JdyOcGtpS5t6zBToj+bHl0polp1XsPzfJbY1gtCChtQBA0rZQl
YIhVAryCOw63sjfYU6gw7X0G1/7qZXKc5s4unW44Wm1nyv3MEuCrILx2/qjjuRNfxJDH6aFTY8g6
O4c8d+0RlUWYY0vqhs6F1z7X2NNCgjcScoXg1RXFXpIrHYF80LB4yqaY9hgMvDYHZi8F+SXg7ulM
GvAyJw+8kTwghWtENOEoyx+UI6GC9gl7zxgDtXcxk6S6TmReIDH0m7XQw0/KrAqL+DvbEOAtAWyC
YZMUTXHbwOw6aFa/2d0o8K8kgM0Fm1v2WTbpF0RGki3cgbFINy7Cg46n2TJibx0QrW0QaxE8M2eQ
ZrdO6w9PpXAL6H8WNVC0tDNrRxgv1ag+kWmSVCkMTz67anJvshrqgRvhQAQxv5ADONz7jAM+Q0o/
NroAvH84fZ2cKSIYpaP/0nsoggGwXQcd+goy5qgIquTTiWNw72zwiYUJRwfrl1mVIojmhuHARtd5
9xigu3EPmIHRUnYoWe3NmBUx0kgrXNJTGLuLecDu1F76hX0TLqaVnowt1SBzZ46THytMSNIH91wF
nGwxAHi2gQhY8zAHUN0u7adi+JkeSCOgA1c9M22WkimRLOzLWFCqVoXP0DnwrTUzfKcgr2Zcynmi
vV0i2/hVlZCKtnDpnDdkJecsnGp54I6kHKnjoXhsR6xWG1VALthqxEasZFyfPYVrmF9YZajmvI5Y
0+3oqnLaWLb2nz170MAAZoQLm7j3qbaJ5a0+cQEq5qILE9OdwtVG0ETQJSgiPOndIKSgtMuC3KdX
y5p74s0yG7/40ryXQaLPSZqGxT5m4UkhVbmEC81tWb8ylOjf86RgAkLv5H+3RgI5TvMS5u8EeKR3
qKAqdiU+i7MtPLx1KweDmaxs6XFQ+ONA35tLJ7OhxnnJiZIDv9vGrPP8rLMsNRGJsdbdpoipbq3a
dYZdOKF83eV2r+H44IFC5oECoDJTpAFETk+YCrKZtB+7N41NPwAo2LRYo7+RaA8Rpe/Bgk24yunr
E6d7BylXcezDftvlaFGszexXfnwM4ChVe2jkBK8FyPoMCqWct9obpFFTotKYeYvs31nfh+3ed2Cn
RBD7ukM4jSmJYFbpu4dAm1DH59Ak/DEmNhtjRN8bz9hYW6AQsMm+w8IPW4LR8qS7LIuJu6cWNigG
Yrqq+2Uw0munhLS+Y96df59Sp3hOyzCFccR13216WVUPCav7gaX77B2W3BrLLU7v8m0Y0vbbyroA
Owg8sDnWPFFwvdFsE+dYOcRhTIn3bIV5S8xSE6yeNrf21gVObZydMXa/UwbaNGvJ6F0amB8rqJz+
c5OptE72zF47dfQXEISbxh/HgQcq2dQ1e79xZ49TSspb6eGBboCY/zqe/Z8TniObc/GfT04f//Kf
zZ+wWv3lf/8Jl8af7rq//J/6I5Pffz71+St+PfV98L0cqZz8XEW+ECHH96+jVI/fETYtQrhms7Gz
obD425n/53UwTz2A+wh6irn+1l/PfGoFE9OH+0up8IvTgjjcf+fYX4V0vz311yGq46xxz1g2LAdc
38+nfulYyHZaFLpUgSEDnBMNrpq22rGPZpl1JLhYBpG6fb4g6CmH+ORXAeAUm0ioqzE1xnJXFX71
DMenvXNjVtGchPPybW6Z2CGMaZ4cLyHf9Tff+T9Yl6zmrJ/fNUtxqiiPiohfhfu7fUnhNChR/K+j
i06bAZIQd2mWzDnEBZXfJzb6gRQVxj3SE8RzFcOo2zLw2h+BZdnXdmk7V7ayphfD7FgQTx7N4WrZ
Pk/ITdA2GKP+OsJ0e+JaMZ09m5F535uZdxF8iZweWWl8dLGrv5ugDB50PU2RO9jje+6M2bVBcb0f
U1ZGm44e+DI3iMFHts0bBFpGTa4IfIgNE1f1A34G/mPWohcmlGCr8IU2v1bi/3QV+TsTmenjHOO6
cx0XzUPAGuvnn25vrX6u9Xui3bLN8CYdkL8UMHxYBPfwGQSTnF9+NP/zZPgP7o7fXKV/t1N5rrP+
++efzlmdfDbVT8+D9Q/+VxfghQG3Lx0A1TsUnL89DwyWLqtCNWT5J0L8Deuj4q8PBA/Tl8caLPhl
7+HSCfzXA8EJ+S3bNwOWsL9Gs/8b6lXL/LkHWHc9LHb9ALA4jQUWrt/dV0vRY2oHV7o1ZA0SgOxe
6MkJM73Iazo/YCYNrWlTSyM0DnNRhufOSFSzK7pUvIiKyL7AkM6pNJky3OBMCKBoNuIHzXhzZWTU
FnM5+9FEVu0T9YzcT4om9hFo6HTwSei9AxXjQUOxnNdatx2UYemQddYjHto27mx+y6Y+++YR98AT
SRreF9zidbxDzW8xk2MhiT61LNhFwgkb7ZXJ4jxqxvThLcEHTb7rl7xnmkWKQrxL7FESKJtUnogI
ZQhekRxyyuMsGLv9UM7LEHlxFX7H4ORpZuouqkkC2Bx7H8Jkmg5dYVKmzYpHyrYTStdoI1rZwn6o
JoZilCPBgxWmLJDiTEzTyYH3wzRkVFVxZfpGydc3MI/QlT0d6koH4TM+r0ztvLJNwDiQDXUgdqX6
mhJAesuw2rK3oJHJIIBbp0h6D+Z4JwPDyjYgM8fryg1i9CZLUq5xAeVEnDH8CjY/HVmzhLz7l5zR
VrMV7KBh6cajZ0Xu6LAICUtn/uwX02UAREHoHiSW6u4u1WhXT0SWs8t3apo/Embm8rHRoXdrMRtH
a183xTWO03jCLFROIrLAGcG2zJz6K5qNTF51ocQLhcBIRIop97voKy+4L0M9w5NJc96wq2ANOAuD
4SgvTcAfuAblLZjDenha2DcQIhXKut3Dz8K72svefDfFMEPATXEtuXNOWCHsH1+fu7wLvqZOAnkw
jxN9MBc1J8d1ifi8iC4jw6Jq+nvgD4S00dBmTwyPOrHxcWR8aOnqz5EkjVcwaea145fZEYGRfx6M
Aq7IkIy+j9JvxDuSYj85hRSETwUYowdKzRZv2Jz5FORpe3aGBBhWVvrWI/lfXRST87TsCRV06Ut0
Urw0omvvmJyx2Y5DrY5wzgI8TGxhSKRfxvjNrbLpowG7E5BFo5bD0DTg+Wy/q8ZdPoUeAbekuaTw
z9ka/iqRWnLYJtBSX1oxhGs4Zdx853xSDnALH0MG480FVbn235LUtZatLeLmPutceegCl8Rckfr+
bRtCNSaV1Fxy2jO0PADzEh/FT1XqZDvAr3kLDGGxzciNmk3kpK85lwkm9oZaR2SQoruEFFxfB8qF
ol7OivZvMRPpUoC65bUxQcWOam7bd1roglQPdjTyD4476w+eX+HvzrulgpIdZMSARfljdS03N9vj
+f68+xHujvqPapCfSxA83jxvgQLguWUH7bnrW/mNQqESRW86PfKjsts10IG8Ljn+5vz4R1XOP3oF
9iA2cS0oetaIh9++glJkxZFtLjboLrrFP5pJ/v/5Cr/7ukI5aLuSvEIFQYTP4JMY/P/wGRBz+tzC
OC/ctUD5zbckODy4NF3BRnjHjn7F0/7BK1hrhfrfcyvwE0hYMHC40CiolqmXf36JRJppa+cx11zf
OBNRXtJ8XGB2fmErbwhSp2BX88mgvFhFUF+jeov3lvTLa4GGsN0FtspJrpxgy04tMI0tUX3z8tqJ
0ayO7YTL4BC7mTmRKAcDZyfKQlp/cNmup+pPn4CrR8AScEOcZwH12s+fAKLp1HotWuQQmrjZfwYh
4szG3Df6r5PZf1oPrj/Q378SNb5L3epTMvyd9MdB52eWhthYs3yCOpwDc1ruIT8uu3/9c//HL0Q8
F2Zwhqb+764stGFexdgPO9XAbjEjqlxD2wv1679+mb//5nx8cwD3hc/P/u9uwskrm2AWrKtND27+
iKa3rIOvTAyOhi7+4LV+V0ujblllfb65/sKqZu0Tf3spr9o9xlsQjYZgQpwdtTD+JxJ0LXVO/ehf
fy7xc4PDRQ28xWeqS3fo8+9fNFy/uW8KD/p3wLRhA8IJw/mLaZMieA5Zm7XBmz8+dMlVUF1s5nt/
8MJ0f393jVAAhi42fgsEBnKfnz+nZpyJ3r6zN4TuDU++GHNvjSgo/S0I+zWbg9CrLf2X/2mVRolD
s14ebCTz+15NrQMJIs2INnHm7DYnssDaAl6r2UwBgEQNQfzcq9QV9GZXwgm3OH7PuRgkO3vcEBt3
yPunGN/PV2KJwm9x4OXM3QL0tWsqeZzthFcO7caAA4Z8lJ3JzOpNdsY2Z6J9yeXSn5qASnLTsk55
LyGse5GfWPrZk8HE9LAVBJC5Knhwh0qrh6T3gV0nrbNMGGNI2j0nUpvvvZTZXVnENGqGHWN51R6Z
EKb08WGTz5k92EPynfMhmdnHsAgncTyUZMPOvQQkyEDgUYNis84DiiDvKqQ1fmwX3TWnSbodKyJD
fWZz0t+5ddpAmUvrY0VM9x7GrkCmnc8p20C2XR3aao9+FXjAyHkPQIaVVNCYBMo2Bk5rD5YyIdhC
vueZQUQV2EVJkTsX1XQrl3b19FowaatuHt+gNDZnOPI23MLWvGdDGtzR/DW7BonUJVigcxqsQ51t
gswg30GJbG6tsBmraBxhEzxi7fQzcIAtCgWvUM10TcrNOpJknLkOlomt8ra56guY1lY6uASd+f7M
urfRj7L2ITQo9k9fSRy7ynneHd1miqM06Ox7itDwUdc8ww+Ew2OcTiG0DgY+U/qeF8MT8cXowlWY
GA/JBfF6ra/4YVqRaokXJcZ5vCIkDGUGWFemg47M6yfNXbM3iNacIuK8QucyhGg2N5YFePnSJ7o8
LMShvEhrwekeAtTaj14+OFzVXpfeUahgi1J5CwQy9wgG6RF3XA89UDhlEES+6e0uO1kyTpsHRO2m
jKZ4xgNW8VXehmnQnnQccnjU9aznJyxvyzrhz1vEYKmoCuqisoXu8dQ7WbkfrARXbF97u0lJPR9d
1XAt4yprgiiZG7jJVKM6Ur3pl1es6tOVezDqNcUzw+94q1kQ5x+jaSNpi6e4N45qYYH4oJe2+6Ea
zLl4c2P/VNZLXezIIyDRHG2y+4S0hBy1HtpDQ4QqcpvdCMjg024T8KI7Z2A6vRs51Q+OP7cs+/O+
tIFRw4M51R0qJcRWovtSF8wco8xSGm+N3UcsjMLH1KmKyJ2dkZxL0+rfrNJJI8cY9NGYdXc34eyk
VHfkD0to54jy24qy3AiwmXfDG7hOvXeTTHFzTWUw7oRThlghMijomwzd31EBn31WcY5Du0a3CqUy
GdLPZgiDhzgmHgBoZ718YfGNUsCX5fIWpjmyPTc2a6xJI8BcSy4MgnnqRqOK+1fcjMHbPLfgE/xp
sJH+9/3dOKAHQleYIY7o2uoq8zpBjptKbXEAs27sQRGGBXqCmIRX0nphiHkkVOptykNuPBRLqS7O
Mn9papm+wRSrL6ImkhumcxwcNKm+DTOYoJ23TpWa+kD+dY4EX8bZ85x1ib2plNEdMOuvqT08xLM9
iLHqh+5buJjS1uEDIvvOO5ihLN2zOdSTdZuS1yT2wmb4vgN225NP4GREVkAqnc0tisOwPRpZh4DF
i+uJfCFHt+Re5OXwUg24k2pE86XTZrs+k87OrDPM5gOP6AiaG8Eb2WRNT7zvGqB7oN/MfBrl157O
bEtiH4+O2tOpF/VjPmOCz/3aObIwkwQFQ6Q9kHGiD1asBbkmft58elj9ZpiFVndVtR1IIuJ4lr1f
huxuRlMZD6npV0kEhz8DCFe5z/UwufsZu+dVKEWa7JohSXZt0M8vgbQ9MmLJVbo2VuPXE4vBAip7
VtdEZ+bpYSB67V0PAkPREMrUirxikTbB02lgP5dBn2FiTeQZH13nH1nYBeJEehChukXDFoW04GWW
+pE+M1+uSjPLmsjvF8u583uSBl57FDSAKjJMVfdwF6q9WQ3m1UC/Kb7hvBT1Lsjc1rnT1I8XxJ/j
/aq5c47IsK34SCByConQIrrLqb2HWg6gEhZPzhbShJiwCsC1BocdjkovefPwpXY3vkM6CxrfeQrw
Ei0iOU66na0X4pQkTR24gbNPOMixUYRpXUNDIXqelr87zZbRPFZyDCV3Tp+V58Qd3HEXmE14h3vQ
CveTNVfyap4qLEyOD2l0I/pkWAM9OrZoBJOHebYFlE0AJyh9qJYmVrWz4S7IQHJmJQ9jyN1yHCF4
eEfOhu4IB6SpbhCUqkMGBfELtJAU2wkDDiCxYiS1SYvqSwKZ93XhAeBHxCbXkTKCOSeaMx9PLUle
3CUe1HaAdqk4JGYHxmbJRp+4kBTsvzPOiYgKQtJb/Aih/eD0C1Hn9KgHqbj7kj7DNhzPcfZoF8qk
JYjtvZdb8R5ZIBTimari4Fcw1knWnihHNh2xJEw1XJ5g/iKaQ7pAw8S46tunzmTcfClCT/esZpq4
fnAabHv7YhhN/HKuUR8UYiryKMwu9G8gyUBnpUmpIy0X53lJ0wce0yInH3Mc2iPE3iF/LYok1DeE
P+VbX9XtDX4iMChZokxGUl3ZDefGoouKcEAykCBWjXdNDMPMYWqyWgZKa2zjOZ+uEK5iKFooraai
L6tvxlSW3HdjgIIG/n5R7msCbxDlFhOyMIzE/bthtGJf6QVkSIKH9YgDdCCIJda5e8wC2yh2osuF
pvJMiApF9dbOjIcwwWrIR29MDVoCNDCCvuheZBxjALuDG0+QBn3uJiIEtojCLZKm4zo55TGioE03
Lu7rEiKRZBDeN4dRmFbBs7YrxDFh8+me0GsW9RXWxHwHmKxP9zaa3eRBxMuArI/BE9zUpSJw1KgT
NEHeQgUl5ycMpWp8NHHZiizLr4KkRbzMHGinE/vYmm56k4KNPMQ6TCNMTO02Fjj2Eu5+sEsDFLRy
mabjZDLlKwOWntAmPGg0Ag79j9bAEWWNipldm7kHVRpGfZzdIgfhCABqvB9J02M7O1pFeBwYuN8A
TTO/Vu0kCx4kg9wbyzifKyUnaGt9iFufue40R9pTTvmqmdUgbW0q9sWqmcXF6lVH1Zs548WcCVC6
DgvHQi44hOV7zuG6LirC5FQXHtsOvBLembQS7y6Pl+puIlIweEOcnCQvoYlUjpj7MOdI8/yvhMF1
UWrLZV+SXkcxYZhfjQlIApvoUN0DCEAlXlXKI91eBAwdghyZZagrlsd5GlhREBtEvs+4m09ypFyM
mkZO9ZWzGPF7ZZFHR9JNbXyljQJC4GRyNh79GvUG862MEAm++/mtR4s3f1p+HbfvomtEFg1+ZQy7
deVUPaJk4xHSt7IhRypMqbUYGe+aIhBAZ1Hr7i171dQrdpz4fpT9NMwVfUIlzfkKVVt8IkAYSV/g
xEZw4cQYtyWMbxJ4iX76UTsFFTRT1M2Ug7spivMwVBtye2xnX4ekau2gcRunAm0FaR0pqOkwj28n
dJhPUkU9pbxiMgTwYOQGgFPfV7cLq/iRWypEVUAdSQaWvbAG2oKM8u+1lSNw0YsKboI2r4lis92b
AYU3LvNq+FFmbvnMLRccfFkEZxVKKzJIIP4hEu6sLY/m+YSNMNZXLqJT87xM0qZqnOvkw3MQF7cL
OeDPg10QnohXJraA7osawTW6ZAjLBKYRyJW744sEWUEXFgLILaa+3HcuYdZAARUghr4oLtgIzWDP
cqBmhdcS6hd3U7ycMoyxyak0UsLsharMQ6VrIqd1udKjDQ/i66nL26S+BCWLZugynXzNiIUhFB6P
kd73CzSySzEs+tyklj2feCymJ5oqLPPIYs0Mz5iePzgNcgixS0VmMMZx6wo2BH1Xpipete7TyCtH
n/TIXm8bU3rqSOhAqh8CZNIMxzwrv5vzsn1vfTVe2yxSDrFfhLsYszJ6jLaImwu4C/1qjj1aOx/B
8mDtUAj2PDaTfiLRh+1+e2mY2PtXfQwUGKYQMT0bGIyDv29xZb7aNMUrOawaH0Di2PcGeeLfAiXM
aZ9ie0WdYYKJdkvnjXwFuBeJU5n19YLIF9dF1nfpgxebFo4mpBbNKmqdQZknEIBbx5xuEP/XR+WM
nV57E1ybSbvG8GGR/ZB1NtwaRlerE1PH4t1JHCwR4wpTrkMSImFEFfii0+Wry0IP9lrfAe22M4OW
ELDxl7wXFqhojt1VmZCSHtmOS0obw/mDd1NZ4c7wIGd7jddyBChfXuwcB8MpD6nje+VSMxBuCG2b
+Ioecy6JAGMfzei/HiTO571ptv5+wKlHZkZtBodwTJNvOdO1J1wOpKjVMWBcohey+6ZT5ktH2t07
Muri1mUWhQfFU+aGoUH81eqkz4BOtOcAf+ZNujS87CSTFRsH9epL6MnsR9mUmpqcnMJD6KTzjQc5
weEH1U0HZHbdvKtBMNxC57BIjPWEeobmMF+lSJ0QkATWEnHLuQlIFVx9lfY+PBIHrgvm+DkZnmZ9
T0nafB0QY0Ev5MNvqkVRALFKTrDxzIkk6bZ36TRZQFkkiji4U8dJXYqsKC9c0WKnEUpHvPX23rYa
8aSd8jGuKRNcphub3MZJzrVRCmLkzHb5wYNGXOVESDhR7KX6NFO/k2Sy1PUX1Q0yPfC3OTdFamPF
rTpfwXRv7I/A9Iu9Rk110osv9LaWCl1r3tGLxMCBv8LhN45QP5lRGZMaSC5VBkdGacfLhFYmlZLC
rlE4tvPgxTCKMLLoJF+9tHfIwVYGbP6i9eqrzJLBLkRzFW6gxxUrOGn6aqBkwgIukjV1fDqXLIYu
OD4aLjrE7DdN4FVHlPPFQ4fyaW+2ATYFv2yw5Gfh0SsIaAM3ipdZ0e9VO6/39LdhcAnSQCzlHfOJ
n9eOiwAGTJqahb+XphEebA4UY6Mn3sA2a+v4ufUmTK4C2DlALMGmcab+bq38nGZqOSYsJE7dFBKn
1YQ2LmNNElk1O9NTyNroPkVfAAnMnWJvn2WVJL/VNZYdiYv244DN4bCMaqq3kzdW9bbN5uLYWDET
i9VgROalwvg6CJTlmhgVEM5NnG34z2OBI6IctpgSQDXqOSTqrlE5n7cmr/zewNJNm9x2F2cY+10g
WVXGKck+rua55grQ+xtWDvwhFVbVSzlDXzkUPD/Y1Lsk4NnIEHeaLwJei2eRkCzCTm3HvnO/J6po
9pz09bfBVdseDRlxoMIer+UyEMBF8fwckNX7WA1NNVC2kh3xgW5KfplhH46RsQRmecfXwe0zyRFQ
tJjIsOuHoOTXpYJfvXgeC8Z1NkgdMJEA51iNv+YD9iYJoIlw35CQ4KbqmIvuOpvGIspgqesN9au1
N+fCxCgnWoztaRfDG0qx6KR9O36MsTfg4/DuHBAsYB4kndQGPvl4GUZuHd8wre3IPXWngAN992Ym
U3OFbHzbW+nyGtax8xqrWT8wBKOXDHO3PgfcXYJxpYKEVrcFLXQ6WCz+FhY2e50t2SPBH3nU2Zm/
D0UdZ5Fk/U7uUslFsO/YXRGI46cttBYsJxd3ZGG7JcoqufcQIDobyU6e6pcrj1wqQGqPKxZCvhgX
loZ5dTCxvJxUw7o/KkCRw2s3S2AIYWV89vMQL6T8zeZ3okQMsSdNnggDAaPNjYkP02SbsAVFSp8e
NfquN9+pnIPpN86uHZoMRFQveGmt7Jk72xy7e8uQ4nYCakZErTnsARPoHUET+O0q0cc3TpOFgHVa
h8wds1aLey0z9dTI4Q3nzXi9BNb84IxhdllmZ+EpK1jjXbmH9J7M3/w4x33ZbztMQMPB79zhdYGG
6l+ZfTXxtG3a5pqZ/Ex5iDwNxF2SnpDtODX9U+u90BvqKx3UUAcKPY1HyE/9p6SoJAo5DEiilFwa
mMTMYRcwndqR4ErEa+oV40tPHfxeNh4/h86jddwXvZ0CCg0aQit9k57sug6aOjx2XQ7wA3PjMG4o
O9vrFG9yHlGyOfY2X+b6OVx5CLuMNcntlI4h8WKYOoJDSxAEssewHf0b2y6bKBh7X23RchKRUrMQ
frcG1I+HUvnDyUpLFRL1lPdvBYkLh1SOBdQ5B8vJ/yXtvHbkRpZ1/UKbAL25JVm+2jtJN4TUUtN7
z6c/H7XOxnSzaldhsAZamhlMLwUzmZmMjPgN/uLS3puiQVxzeRj7DWKld2zLB5xSdbiHqNJr4aB5
O6tqVW1tYWqV2Rl5srUGMa3cgHWFzAYm0HKjwq++FWGnOlVd03DHE9p7q7jyWI7cmrC5cl7ZK3r5
JQzFKaqVRyWnMe11kYrTLM+/Fnsh9dwqMkmbFGirI6KeHroyTaJSGFR6vbrx/NH8TUHzTy6nD16A
xNIs2CffjVoIonmi7Z+sfMNLnpRGbTdhJYcfShJDVvTQJklWpgBUMzMQSUIJH57dEV5EpLEVAvh+
Je6L9CkwG/sJ7QjdWK49wyuUE+SrkGKNDpKSYbeL5oWk7OQJvaRNOwlt55h9XWHnggtCbLdq28Sr
BI2bCFneYIxXFRY6pQOUtMNQNakrnEVCf+rWNLMRqqEh6N2YvoWGZh0WcY0he6IchbDBVtBK/RFR
zpT6/m2AYsNo+5WGiE1tjuG7RHG8w5QgDY+RmpWa66n+aGxRfsVoFfCO/hM4BVoYBZmT7lp+0m7w
gZriB18qzedCT3EdaFnZx9ZoeQ6j8MV4Z/WxIDiVRpEFimJQ6NE9wHvBcKnZI2nGAQ57KqvL/if6
IQhqlkpZ/uwo002/Gy5ayX1H3rvLOAOHbQY4oZm1nOQHyUdqC35fhubxnO1ufQCE9dbKFc9pmixb
qYKAk6en10+tBDb5VShFCSixEqwHbE0EBIdhnzr1oBQtsjdBdEyY9/WgVDoVaElck5uENyqamdMm
wW7mofbldtsDW+AaVVnTXeOJANShod1mSt0FjiEh8AWhzeCn9MH7nY2tiA5ShJUPIkCaDz8GY8Fh
I+Zprx4ULRPcQK+910wxRTf1sso8AtHJUXlpqMI/tjIbG1M8s3tNp4yU0Z8ClHJ1yU9fq3aMx1WM
VgH8tg6JNQAZ1E8BGvvRawjjkLsG1fzMhrrjTrpaH/3G42CGMo0qGbg/rnHDT4LF3gqAUfkkTEL1
kqSFNqvSStUfNY2i+yTFlzDjrGg2HYz4VYLAEPdgYOXpIadc+NTgqNk7kAMU+RhqrfWRNNxcMUtu
pckNvNk7RAEpGCIYizq6HUyFCZYdT5ftkOEE7uSDEeyyNFYFpqbLN7Efl99TbdRuYA0Au7Sa/klU
MBspo6TDYuCPVRTCA5bcsAis3yh7jJaG2ieNTioHAwko0g2ZmAu0YyTxTy2hROV0Q2QGNtKqkXKI
gzR4gwpRVKuwTbiaiRXrmZ6y9UJV8K4LkmeMYWLE8PQAdaHerwveYg5apRlaLhpFdEiDsdnWuW4A
ianH9jBmFEKOood6y1q1xrLaF80MGYU9nzWuyqu+VZsy61ZZ22EDZmGhLNuVPAn+QQQQla9SJPCO
MAYo8PHGQ+pnXCmSOzEDA1NkNIaQZYOAykMGGKcMI10r0CtVsRXpGT6W80fXb0xWnm4VceWY7O4f
NPqkCLy8jK8KK1VdIewC65svivxcp1F21xkZmWBM3ZGp4va2HqiNxhu0Z/kuZKXJ9QyWxRjtJakz
vkmxHB6EPq1hXeRNi20GMspYdAfSHjB9H7pQwEoZf5uw/BVLJdKEFRzF/q1AUowc0OqDcFMVCh/b
KjTyFW7LPa06qjYPBTzLQ2BhFfqQ0Z5jZGbjJ/dSo5kPYSijzZdEYy64aWYIL1NdiHcQSdAvFOFz
HTQs38RVJk7wECZZl0l0LH24SYvJeFPEuRSO6oour5QsgYBiNd6aPEpcW2PTZvuhkdRfZJzMkKZJ
RbWl1/WCRcxEPydRECyv09qYMLszZwg+ogryc0kqJjky2iso9AGGIx7AfofGka/TJUAY2dZNgeMa
3SjhNUfEbxsZfFLtFG+fX7w46SY0UFz8ETNsW0aWV3iiKZrQXEGRZ6JwZyhPfWNiNIT4U+3GUk1B
QIuqPpp7T9DWU8uPt5NfFNXGr7XpOdJCwMZJPwwvzczKLUZfOY6Uqx/ookc/sqastthBpBUI5aaI
t0GVgTgbcKcEp0iNMvVGqJ1qUkdPiEaViPIVcY6VzdRbT3DJ1eYmaeCWPjY5KGYnNZOJu3FnSuMa
CEORrDF8tygkwroXyUYMdG8BvSS7pkcakXoZ5yPyDgluYy05xK+CJs74IkAQCh5h0cc9S9ZXUAlE
hiCCM1z1L12HpZLrDWH2UveDRY5cm1TR6a4Lgp2FlM3XMH2E4KHxGmwaQqwSvytQi3YwtQKkkHNs
jdQomV5RFFDBWA7xU6AV1JVUr/cE3p2OdBh1DrG0I0ww0Vgu+kI8Nr0vhbexJgTiYxDMxjARa8s4
aHyyd2k6QjqN6DJzJw2YfRtr5fYnuNHmVoIdBXgM9f6HUOYcdvqySe9N36ifFK79sEqFrgj36I0W
GItKQ3vsZTlbY6nrf9dJhGrUCj1qjZEI06S26vFnGZswRFtcpzsHBslsc8V3ezgImKC2jqSiRurm
QxveK36iTLtE88r8rZyi/jYJdcQWMz9O3jIRBIItSnXz3Gh69TzqBjwzVS8Eiv1hvjdphAbuhCI6
UkxKG2v2OHGHwLwilikmFW16pKCXPPDsguSqGJGp7/jlVIcu06p7SScxkdVyei3w1kWZFPE6hZa7
KyGGvNcpm2ARp9E50JFVFEZ/M+rwUe1RSTDURBEdF6DHKGrofBpiJT+g6in/htVuBW4QKt06TgCQ
fg/JAal9juAibFqPxrZmv+wQc26P9NyMH1LRmgcFzi9l9Qq9aCsrvXjT47OVchEMlbWsRuJDB18G
WSu9TNiEo/ri1QknbAdRbGM0ZRtgPxUMdC1TFEDkVuWSFWZWU67A6VorjebEB58sCZBsgdGbp0XJ
z7qtqhtgjMF9PsQgGFlWWY5uGHQoNxNAXWJ/1xTtYymX8n0dtuE6TLvhFnah/E2CrXrUB0lblQV/
VEn33nOysNYwACxpIWJAXazHOh9ZJSoE3q4XcTJD5yMy97R+hjcqRdmazFmc7HQsmgPCYv6NoRXG
q9jqEW0Gub0t+tbahn5MvzOhB819RfIp4NMYy8hJafz/Zi95SL3U1n1UtVSqEo8H8nVl7aeSeKeE
LXDNIsFaG68v5a0VSe5FluYK/KSJDKYXyOmH55P7HUNUAPK9b8o1svsJ5/GWJB20bdBH4i7pvfQp
kur+h5IhSmdTGK3J6n2rUmAmeAWavLqEJ1Sj6tsB7b4Wwb0hZ0WLQvo4gm+gnRmV0R9R9qbvcq3R
GYGjHFZbypXjSzlhNXwT0AFkLtS08Ha90oLu7a1Q+YNYaLPxRKQkXDwFqsbOMLp+xCeVqgNAFumx
p4ZJJkXVDQab3GXrQKDtifxnIjuIoJovKTRnbaV3rVGiTR8CckNkpnVRxMMdzLN8xPXS1iiENRlF
UTlY7Y7bLPGn5HkMpwEvOHwxZfI6yx5jTrl1ziftAO6vlTbJlGb3GhZeN7AaFZPKq1T7XG9Ej7xl
fnFrryapvqPOafo/uqmU2SiVNje36CK4ftr5N21YA8xWxqzpXvWcNMuCbwXZuRS0YdfKk0rV2aSQ
xhYvuUQKk4TqgU+7oq4hUwW0dKek6Vb6WGw4L+J7NO/jcB8Dc3hECY62PK/ioGnG9EK33a9vYZ57
EfVDxd/S//SfCyFkX/VthMKFTpEaoJ4PooQ8PVobmcAVlks9+2JiwlpHIHt2hwluOxoeQfVeIUCb
4r/cdD80nLZbnjtI7+u8sRC1pb8FhTbK8pVJVyJ7bIn6iC5FesDD2LjlCqPftc1QPSBcg20H4hN0
LLq0xoQYPzfPbOLOmdrCmnP6RF1Hea0aOIdqqA2YnMOOaYjiI40zCr8lf1aOQ5bq7UY+Nh3Cq3p7
189SdJukrPBAqTQTd9+BykKKi4SOqpKktpBtI1W+GTIhUA5g6/Jhp+jIFqK1JOb3AlbBNHc6tgqd
/pC7Rlnd+ZWqsTf6bBOR3xwkL5h+eohOPFUNQEobqeP+WFntVK+KFGMYRzNIsNbIR5tYuxVJt6Ny
Lb/qZN5vwNtHKvSaQttBLaWf2OKiB8G28/L7oRjilarFHfz7YVSR4gkr6y0Z0NlGEwUqcsBrUdaV
ms60/kZAcdNo0WRJxCS+izomaE2aIJnUljI0lXOq7tkDXYhgfAJJkFTfSHtmjQ2kardYIcUftSia
aPFbShfcc5U3u01LPuMqNZ7gjtihJmdX2Pemq7mNi3q0bg5U6UUtQu2nikEuiTnfj7FI8ZFu5BdD
alFmorC1YsbF70D7Ck5Bje+f7HKTIeHny91ziZ00yhH0TBOO5RSLHPpDNT1dK6ddowyNgPJAQwIQ
U+g7RqGsHmEmQF1OAca9KIWvvqqKaLixIQe/TZlH2VbqUNQ0ILAa5rYoUZniiYfggLnI8IZ6Aq7j
oaVX4ooT1wKIxcfQf7PMyvwNs0tGmLbPKSOBTsS4kwQeJwhkK6Sb0cIU0JbMfvzWoLLxKxwy5Wdp
djX2e3Fm/ghANjWOUhZpRTffN38HtC8sjnj6L5RQeywCBDDVHF1CRZsoiNK7CPeHfCWBy+htyxiL
Cekq03qghAkMRPbN8KlDt6a4jT2x79mGEXoso9oX3V2qBtM+kLrhXeS7+gclBhi4XSxz7uQWukc0
/8zhm1xI6tNYClJClz3E7mVOz1BGCCgtralnw0nvZTjeR7BoGUQztNhFFypq863iNnmIhiCudnmN
Ca/bclCj2t3RTIbUIc8ntd9RPUgblGzdQi392JmVzWKEHDxq37Ev1K9KO6i/gowE31GSAEo0evGI
aKK+k+s7eufDQxMLbb75n2aYMCKvOo7wMFZyF0nC7sNsa/wDAyrQj3GbmRtJb+GbDX7/U46akhqs
KH6/jA49RfVikAEw1ZKQ3gdDvICG5r0Ey7kd0aitH8dQvknZuJYx7S5HOQO0pRcpmjRCTdSI1QWg
WywiTxhR9bITOXBE4RGJAdvKb+nlFur95VBnsK4WvoXISM5qdtD3vmJdwWcVSZ1S0Z0Cbmyi9xzn
3sPlEGfmzDJgKiImyXggVX0NoSkF9rUxIZTioTCes2lFEf9yiFMUtCmiUoktoajBBPvLivgMFg5y
sDABQh8ArN1SUOww3ojAZOFoXoEHmzzsV/y4KWoqshOg1DFbmOlrnzHQWQnd0AtzsCQFUsqU9dBF
5oqw1Yf31NyH1lU48gm4X2fKZGiKpgmKXJ9JcZ8D5sUUV+BsUd5MJqejeChK+wzdKOsmCm8wK+lo
9+pXwNenb2yGPYNhkxH9hLi7GKTs09TEa5fORfco5+22y5o1xjSX39lfuPjXqUTBFHAOrwuqLz25
ryMbUIsGSEIOXbi9U6/0TecOrmAjG2iHq9whyXQth7qjgySFgyGrg1+Kw6TblEocwaX9sDJczW2v
cBFOdwSPJVEGAP1t6OpyuSLx0IaVzmNJ1t3Qvjbm8cq44T4ulhABmFlZluA4Qnn4Om4BEepewF3V
LlfzuDsXOQRHdqgF2ZP9z7jhyjl0SB3wMe5/Rg3W0vFdz6GW6hRXdtCCBg3efgbbw+kxdFEx/8Ow
/LzOpB45RxOPN9scdyFNCd+l4xnVjv5Ur6VbDInSA+KsvIGXwH76fW3S5ZMdvAg/77tPO7jDNzT3
IsILiIiAWHgwDSfb/bhDbBL9d8fEZmLnrYvtO1AWGzNt+3a0P3o7cqIrr3/pdMpEmBIHFYQUAOw6
J/3XJ6kpuxtDpeu4KLdOiRtJl79Fmo7wBhJSMoZIQiEgx/hTrl9r6imUpHeoa10xsD05ZiCnwOTh
G4PUvSTLS9YQmv9yYE3UPBXtLse+vBWbxzFChqYXpHu5RDGsSW8vL8yFLO68BAhqijAgRc1k4y82
pJ5YQHYDid5KZN1W5VvRk0TWav8ALfuI08oKgbpb+riUtrUKeKyKXCba0bUSH7Ny2ta+f1P4w+OV
p5pZJV+Oib9PBeMf4slMcFmwTqoa0UEZ9hciIr/yQj2IpO5YvaDemN+Yeuv4g2kLWftiycmdoM2t
JeUXrPkr3JezLwRdad1EoUiRzcULMWSavP4A1LpMQepqGO5idogkuEuBbBtTuQM09n555CdZwDzw
TyEXW0KuRnAfGSErFj4y92iM2z092rbqt3lw5cg/OfUWwRbvfkCcBlQJwTpAVeR59L8NbqGXR3Ty
XSEIO8vQZDTFZV7m160FjnZE+V/BRXHUVvSaNrN4QckV4nKY07PEgjOkzEbFcM2R1PwaxjcQWBEa
xeOyZ96PmfiBLAAltbR+mSYjf70c7GTiTBXenUUpxTDAB85SFZ8PLlmrulqLYgsvmO+Keoj0K4M5
9+eTObH8mTZOhMXyx1WNMmAOZm1EBKehpDH1xpUhnMwXQ/gcYn6ET2evEAkdeBZCiECquIraUY9N
aOs2ACUuT9bpArBUkcSW7ElXZ3GPr5GKVCmFRjM8WwjFjcSFxFe6V7b8laT2dLMSZtZHRp8CdeSl
mHje+HLXoIRjG9JrE61T8CgZKBwYAO03o/j/9tP/J6XwdJ+SrEsQ1WZaHAy5xaB6oQsaq/QpWRMV
d81213ndKkY8J7amFRZAzuVJPHldBvHQYpA5p/n78igKQ5NyuiR7tpr/Qv3/Nhmax2zEnRi1qn8Z
iW8CG4hBWUwicv5fX5cwd4KzSDfsoDYe+Ml863cVXe5IMd2guWZxPh8xXw56MiIZ5wCSeNStoYF+
jYbQb9WCduW8a51afZK0jx6uVSbSYTdWafct6/rV5fGdLMc5ooq7loRqoqotz6MWb7HYx+MaEy0V
eU1kD7Q/Ho6g/zoKVzikJRTOPfigi3FRyh1lK9MBcgy3Q/FdqzzqXlfyhZM1gWzFXxIwXgQmd6HF
KUGzGJVT3+DiIxxNCmVqtTeSt7G9clJI82m2eEcMhC4s6bpsYvX99R11DWqPUiJzl6sF6Yi2QOOW
Rjns8OOIDmOrfXhKP7umUs8tumwbj1AaKzqkKznyhiur82TfzZI9Ov2I+dQlWV8cW31dJtaA9Isd
ySqmWEDtNyb2tM943Ca7qZEp9qltdiV7Z3+dTgEMxpnKDTqddbqY6hI0ZKeUUEJd1z247o17uOGf
1vOv9dpe73a2zd9u1us1/2Tv7E1j7zYb+3HDb//7lw795Jf9aG/4zzv+/sjP8bOr+b/zmzP/cvjL
nX9zHNt1Hh7cLb8OW2K582/8z+HX/CPzj87/4v4+vD68Hn4fCrfg3w4Hfv0+zP8XnvNw5bt0uuKw
ZUd2RTMsWFoIs3xdCWpL6Zi2KgifxrLj6l0Wp7UXHz39+fLuOX3LiqqgG6lBCAa2vCRs+6NWTlUD
ahgHVQTbOriI2iEF3FUgyW59XA52blBsUlXUVUMl7mJQqdL1oWRReYyxZYUovoNfDci4P3aysL0c
6nQZKSpHqiwyMJ0MYh73p49u7CMEPPmZgfFb7Obea12WLgVCB/rDKmveQSBcjnd61uFAwNvSNZ2e
NRvnazzMQpRCiQLDnjq1OohemrhAFPL9MNsBXw51epATCtlUEbVBXTtR1Apr3VdRQ4SW2JnxTqLZ
YIfdiH/WqOcYNSIktfeNsTsAw3k1QOFcOW//Tt3XQwos35xmcKgr8xfs61A7LcD2OEkpi9u5/eM/
t2rlDtCUPa54lE23hofqps6ffg2/QFl5T7DaNv2ht1v7tXBF++M3jpVrwx33wpVdM59Jy0fDU0Kh
5DHvGXl+S5/e+gRCMzLq3LRbpaZPgSqAci3HOg2BQ4X5VxICvdSTDTN0YwwgrDW4o1p0pKEFl/vL
71c6qUkhNPE5xGItFZLZGlLVsXZDKdtiQj262pi3uwqArVOO4Fww4v4dCx1ikVlyp7Ri6Vx+hDMb
dT54uK2aMknQ33LCp3nELBFrpI4nkGjJOQipHPHdJMsbvyVGeeWdnYsFYgs9KOqxXMUX1wkYGSNt
E65GSRO4krAXrZs0Jduq/8s487f305iwyIQTLhEHhIHbSzceCKIQFZwyuZIsnFshGJhoaPGKfD5n
D5PPgUovif1WAvVS5tJDWfjvkXFtnZ85bSA2k+4gTofs9UlOjFSmFyaUEtCBLOxa6RxNRkY10Mor
m12aZ//rjuLFfIq0WIuouAeYbzJrrQrDMbyfWHjBn0ZQQYzj+FxRE25/1uD8deFa6DNHOKHxnPpr
+YIMx9d5xIp0bIAwcqxIz6F/B9RCFbdlfd/LGyRguQkc824vDpsCTnD1GFRHgFWYBmoxYpc/L++H
v3Xn02n451kW06BGTYjMFtPAs4z5xm9uc/GHhyaMoh0hfOvaJhyeEu/gRYiVxis9xl32Smp0ZlmR
GeoyiF7Km8oyI5A6Xcn1iukoKlGiu1bwvQavdnmgZzajLql8MJGDo0S3LIy1APLRnqBfBtfwQ861
NVyJP5CUV6Ue/PtQs6icwjEj/7Uy+/p6S78v1SLG3YGG/FsXjg9FrR3A1r57cXHt0D7dL9wQ0J6j
2cNXAQ+Hr7GEXsbWUJxXsSJsytJ8x9MHVQfr+7+dPcJwIcZTkXNM+pvefzpixg5Q5qgRxmi6Y4Ab
ARSgVZiPK2oPV6qJ577C802f9gWQIK6s83L5FMtShbosuoDiHOUE86Ggw7rzZUXo35KmKKO1EtGv
XtGJNN9UpRkiwBUTXyshjPvRoeMR7iDF668YMhgGFoJF/wdVPWs6QvOCe4TnQ526eapx2Wkw8wrW
IBeSj9GDRurqU6i9ypDS78UqsfYsmQFb5K7vnouggjI4KHpGfbfATUBVogEQYBBWL4Y++c81bjrf
aRw3uygb2j+eETU7+GFD9K8P+7nt8U8isNivzdT1PURCE/6vMCuIDhhm5mK/nZCPWNW5ODxffvNn
Dgi63LJEYkadyqBL9vV15BnA7dbE1BfYpK0rxb7AkpqSH6onIJqQiQJX9YzIxqMaDY4ZwE3Ks0MO
Nd+A9SLJ0cPl5zlN63UajggJGBC1LGMWfP+yOqopSkJDwJEoUx9V1YelXKFHUG+jKfhmTtKV7Pf0
bGLckHxoanFvY0l+DefHhS7ILVrMpR56x6g2Pvqpma4s+ZNNTF9nvqiYFi49ZL6LMZU4rLSRgv4e
VyJXavdTwzo1x3+7chZR5K9DGZHImrqIKLPJQUU/okWbZKRrhrfk5XckLV8St1xqPyK1H9XUUW5Y
LNJ8ksTYQiPWETf1o+n0q+4gHfQdnjhb7wj23xVd8WDs5MfLcZfz+J+wfFSpFtOQUBbz2PseTHJF
rWC5oWHmpVsp12/MQLsykSednmWcxUxKWm6WFUr6mIaEL3X5ErYW6vbYW8igEcY3MEwbuWsBw/Qr
Hw5JgUyGOSYvlwe7vCwtH2Jx5VSNVAp7EY9hbVTuMPx0QrVeRYl6FHR/j6QtwETVzQl/Oey1OZ43
zKfTGSCIhjk0YWN0rmoAvIVEkU2/su2uDW5+ik9RlJBSbIfbFa4ijskwhhclXCvKt9H7mcQHj/bS
5VEts4PlZC4WrAhHpAwwpIKwtcLGSUf503oTxyvr82wUjQKsSYGLst7ilWVJIKYjoDQnU46kdxqg
6PZGudZxOjmx/w7mU5jFKxon05DSOYx6M31Dyl/5FYm2cBvumzd91zwUj7pvS3+uZe4nCfXfsIZE
NZE8gTrIojARAmfmA8IchvlrpaK1vq8+DN015Ds+FAZs5O7nmG8vv7ezB82nmIuPk9/UCuAmYkrD
Oo4+Bm32kX+zotsGPf3LoZZJ+zw8kJgo/5pIDf5VEv68JHOcNDAPZ9Nr5k2V3bTBTaXeNcWrMiHE
deWEObdQPsdaDKuVhWlscdp21CSwA31VeHBEEBDpr2yza2Oat+GnbRZK8On1YD7IWnx26YeW+e8Q
fdsoawArK47emqvLs3hlZMs6MIjptqywLgD4dpf7f4zuJUQrAJzX5TDn1gWlKhAo9AvndvjXgVXQ
bXp8GQkDuc1MbvV+P2kdneCDXGwuhzp3IH4OtXhXgwocudUJFUc7L/8pGjvN//PfhVi8JqxU1JJG
ROX00uDI4b1QvGOKfWV9n30z/0yZsajQW7Uap9BIWXNhq64iMatcqUZ+NERK8E6y8Iy4PKiza48C
LYg4g4Ru2d3Qm8KsZGgAjjrIr1MU+Wg3DW7VjwcRnudYK2+69W/lQv/uYRqJ4KFUcq1lgoDogQQg
EhuUNK/opfAhaZwxcBP16fLYzs4lHWt9vtVSSFy8MB99N2rTRuVYWb8D6Q47ybEQ+yvGK4tv/oM+
397/DggEDKCjuZG47IuGvRrV9cQklt3PujhYIjT4fAO8twPTDsZ0uBJv3jeX4s0D/3RgIO2P1tVA
PHna5tQIAJo33w0oxcWPyzN4Aiv6O7K/aEmZqwdlw6+RYM/2nOxMYX9j3faZI73F22Ib3lT75EVy
QMb6O/8eme4/VruNfwnrK+HnVPFkoJ/CL3a1Ugc1+nCE79b5Lb4vJSLTv5KDsAndehtcMxs4XS/z
FQsLKUYN/OAEN5eCo21CQFO5tKmRVGluvMkd5d3lQZ2NQv2Y/hsgVNBKX6c0VWMNTW000MtoO2hH
3X+pwM1Zr5ej/MVMfp26Gd8qqpaFvDNC/YvFP/YYRaadgjnwXgCQJ/N7vZEOyq28t9bcbPJNDaVy
HSHYuTd2oavWziF0y3/Z5JtzLC4fMGa4iKChvMggqTBGqdTyZyMyDWsO4d60QITivqiurNTT8/9r
oHnWP22J3vShDWgMd1De6eUjNm7Uv65M6bUYi82gd6I5W0PWjvjQHPHp3ZlrZdMxrVj0bdu1vwkc
ZNQ2M7xNcKOVthM35kq9uXa/OpNZKhRlRJoDnNe0chfPgfWj14uDWTv+a/Wur1AumO70jW8Lf4xV
to3etBtpf606eOa29TXoYiuGmjXA6SZo8z4CX6QRta2Ooa3u6rXwo7odt5cn+9xcfx7jYvlKZixi
zkK4aDzW0ofevWNceDnEtXlcZkFtIctlPRHjtdiZN9QkH7iGU4U+vln78Km5kW4eLke8MqhlhQEx
F4hyc0B53EXaDlaIcC2zO/0UfXlNmvx1H4xpbnheQgjjSXkjfXQLO3zONsaVYrG87CHNG/vT+1lW
iwdxwgEOwoUDNTm3pWMXO9I6WavP7IVVvhvX7fbFXGW2v4EKjq3GlbRl4aEO8GMRf3G78nXfU9F9
AFC58pzgqN426+g71Lx9cxgeu23DHjTYi+Iu3N1+DPfynexOq/CXx0K9Cn69Nhfza/909uQ4jSle
w7P4r+0KgeJjtMbcIVtbq/gY/aq/IayyiW6fghu8MjfX7l5nqjxf38Ti5EMNCEvR+U2Me33lbdCF
sw7jStpK9p+jbJvvGJY9mNtrkP15fpefF0PU5q+LRrtgec0sBMz5UHmpHAMoWNIglejnV/pc53bL
5xCLE4cOuzhMOIyCme22ReFvQ3YLio9X2qGnyRRfJqgkM3ia1vpyJRtKMvu5kY3mvfYT0QHqKXgG
3uSB9thD8F5nmnzlQ3Juj4JPmKkouqnycf66XvBzNuXSm+97UmAn/i0SrZuuWwXTLoDw0CDlFF85
eM7lHJ8iKotbhVdq4th28+0of/UxsB/K8EeXecdJRwrj8hk3v5WThUH7GqTUDD1bfpwQeokh35Gb
Uss+QFJ81FMABEKpPw+999iKnZvr48vlmGf3gPEp6GKp1GJZVggpsxr96b4rehc5mXczmhzL+DFi
W4Mj4Hqs2Br5KDzQerg1LHEjGi/QaV1L7faZZqwL9DkvP9aZlUWLAKCVTFF5piN8fc+55ldI8IWY
PgsPYXcTKRR5C1fnQm+Gq8uhzpR9aEfAI6TkMyvuL68gVU4OlhfkrtjSoBv0bhWCi9Hn7GMIGU50
DUjftkhrJsynxwzH4svxz+7VTy9gsaSRkag9UMe89QYcUVvdDn2BmWN55UWfXVyMRJ89o+hALGYU
a5S2NQeOhHT4oTd4Lo6+g+KILt5Pw7Y2rrWIz7xAEfcC7ql4NHApX6TqjYjUdGQyqiT9jtD42pTK
h3T6yDrlUGjXPmlnx/Yp2OLLXVq6b5QdwRBjXZlZvI1rRFUcPTjUDapUwZXs5+wb+xRO+bo4oSSG
WlUxlRNGzj3YTMi9mFoKVy4A10a1+E63gj7LHnEcDODMBOUnIoaC+FOK3jrzYAi/L6/Cs8fcpzHN
Y/70Ie4Gq7JCWB1Ojrw86apbNr+x39wlZWr/d5EWH10I3VUozjd+PfvI41WLG2lcP2fwiC/HOf+W
cNKgW45Xj7p4SyDWVSNCJQ+dJWywDfG2GRLgvPH2cpizX3PO6v8Ns3hLCNNwHS74BhZNLKI6Gkrb
Ecnh1eUo59fCP1EWrycLVRRCWgaj10faimvF+Nb1u6LZ6Ejzmt8vBzu/FhBrm13gSBYXe1cbMhDk
AusbjRYHlBqNUDjDJWDoTL6SqJwdF2xCuv9QjrjUf112JSoRiqczezLd7Ep/VMo3A8mqKX+M0aKV
iitr4typRFlaxOTOwIFz2QzNlAmgYMBRn1Ua0M3bCq3uvHgYu2+VeqUlem4STYkanTi7fhvi4ljP
0Gk3o4xaRY4+4haaAXm0HIUbCN3orWN1cvmdnVuGYByhpkBgFPER/DqRGAIgKdz4NVbD0QoN2ls4
O+vLIejS84csEhQJUDgWpaR94BsXQdAYTlG9jmsHiVZEiaMo+G74qLRJTY9UR4Kb9nPmCf1KVPx8
J4RK+t4gCOp0ipc/dYUZPHu0ax/8MUPULxOatRmFGoUcUzj2StXdto2EDRzNSaapUOLyfTDT+lsM
whqzOKn4BqLURPVZKtAFQI3glygI2mNdmsYtWAcPVZc02EqdP/wJWz1VbgdPDXa+MedpCQrnH/ow
q55CtpZ3xTQIqx4Zi92EVzTqoxZm2gc1RhxNK+gn2OmQaqKtdY08uiPoTcMVBTXr7ViHQr4BBTRT
hSaY5qtIKtC+rUWj5hrRBz0iA4iZcJPsPnBXtkB+GVGALzdWhIrj9chqoPI6YHwjID6TpP2zicLY
K6qrL1A6UO/Wu+2QZ+iBj+I0gfk1LJCxSJEkkKFkZR3i//GjNRrTmRBMeGzpj6KbbkmhM8pQZLOB
jrFj5mGFbK4e9x2GH6K+QWR6Vr0Xo52UwGaDyGasdGVAzdHQBdwLq3onVF2517rO3GHHI3f0HIZg
1XRC27zH6Jz5ezWZElzE08LcV40e5mgXV4ay74NBdtKJKbdJ2TzOi0wsnTSp4sIGM188qVUYkbzG
fL28QH9Fb3W0GwH2/9B5eWyXBoooplqLPwbYDi3WBjixuMiMDbUj4RO4NhQ1QncUUb0nhCMa8ylJ
hhZCv5bJbzgZpNsCTQMJP2gEi3tJGn+Lho8WayUVBeIGcYe9EO/MRepTzzdTqRJTrrTgTRXi0tyr
fmk9k3mnqGu2NdSStPSUm0nSNcsGgKmb20xqm+OAaxii9LQXVBdZJOS4MKrHe9kyPc1Wsmbs7DyD
Dm+3YUGFB8erbo3AiPoapn7sOXWSZXshxWatZLrWDbn27yopkC9BlsVA8tf3nrUO/eBuEJubFlDQ
OuAM22P2XG49obGOGJqEMlF9ZPENsfG3TdJHj5WJTLfS00r9f6Sd2W7cyLKun4gA5+GWrEklyRot
yb4hbMvmPM98+v1R++zlKooowuu0YXQ3DCsYmZGRkTH8vz32gbTN3DrYqz0MJ2UO5TpjYFrnbfLY
aK/aMoKCtg96aVOMivRHCVoPYsI2ILBo5d61da93b8DMiZ+AHO1+W2MTMK4O5uHQZfWBaX3pty+A
IzXBJ4x0g4XuJvE05aGoJAH4PjLg4E5D26EVLSjrAL+V373ECmTbSHLvmxyGVLHyIDe7exCRk2Pp
xgKVLbGOHyA5sp5qufDuEyUdvnVDBVOoGCnWfoQmIz2MhlDd+FJscPVpgbdN6kgHsykGPLQzhVi6
qWm1fNRAJLmWBT38k2mETcCuWxQAVbXqtqY3MTXpkdl2TzV9uU4YFvVRH2Ep0pIk3EaaZAwrN/an
mVLSLPSZSTxWLVKNdNCee+QO3koNME68AidiI4yZ0/eJMxhA4erGlvvuq1b8VmOgonz8ZmNHx58g
XmzS7FYT+5+XXfen6ZX5x8yilEoU8woEHG6jGICs9jlJk01ofO97ZTM23p+s+FV42g1Qhs9pXU8k
4ytP28VH1ulqzAKYWBJiMwXB0ym68AgU1qYBsCetZKcEVFRwpYOq1ls9nuCGQBpVrNeVBVi6utgM
8hSAPtDEPbuOIboIwYLg6tLLn5GvMnDg7+A/+t7Er7ScdWCsQGKmZ94mzkGcyNea0BaiAUmagCAI
BnkRzZP5TGIpsGgViK+LO81tfnJUjm16hPN95Zb+1KL+sdUnoqZPOYnkM6GBFr4BHBrYm01gbUGE
2ZLZpB/ZGUBRCva9f2zklSh4IY6TZC6LifEPWIN5vTCCO8ilkEdgxQ2ojd2LJoO9NIqmbaWGk5fR
ozD8uLylC7EcM4CwY0KBxJt23jjqe4Iwxg0igwpKYKaiIZcBgumKieQ63F+WtRBdSUD6krWViOfp
cTtf0zb1KzVXBlIEyi84xGgi3VwWsGQfpwKm9T3ZNNygXEBnWDlNDUu3J6jJl7Rz3+IwGngnxWuN
/dNpmwdytOvBjkLGg2rd7DSoWsjlrY1sV/tUdi9++OrpK7nBxSX7K0Kf5c38QYDsrkNEr/QbHTS/
qlzZlBUl5iFv6gLKqstIaMqfZntojK//RXVakSZABIvaJgXqj+TZybYoo6DBEiIRVQc+aLgM7GQw
IQmS9JbK+Q3Trw9w+th50a31MiydJyBjqHQyy8Mk3myDIiUexFyUQXivJGbSf4rJlmhN8KGhi597
cSXTsHg9cE+BcD+l3JhgOjc/IekHQa4pz+nf000t2/Fd+Sp9IX66yt6L2h5W5C1ZO5NmlgL0BvPQ
Hw3UJ8uaNgXwRdPVGEnPRbaNx5+CcU1c9O9nShPZQIAL6GWfp1Mbn6eeqGAfAMFWpTMArlEohBD/
3nqnSKdyZmdXy4HvDSIRbRIwajIgHMf4JiNEjVNxpVS7dKgYPWWqhCkA0nizferB1NdCH7Mg3LiJ
zfGGiafD5VVbOlV0C+MVpocyT8lzUxhaUSVUwBSExvDsVk+NTdEH4DcCvbEi6uO9OHdD9MBwruhG
YxJ/tnI8NADyg93bybb9G08eCNSu632xhQXtOt8FILC4O2NrfKXyboN5Xx7TlfTDorInHzBbzw5w
tjg2pg+IYfzoj2n6O1qjw13KsIMo8n9aMp93vqJWVyh9NCJEOEAoWWxvk239s3LcfbzTr7Jf7jNz
M6/l93+Gc5kCAZ2uKgZS6MsAfOJcLh3hTZnCJ+RUpf19PBhA+333Jce7eipEWz4kkbPadDL9yM8b
+lfkbEMVbxy7yEVVsGOuIPRqNvp9W9vWVnKEb/pBfQyP8hfhXjys1W4Xo+0J8oKs3sf45SzalkG/
9ZXarRx139/IX0kehZtg7x7oKNgD61DYwVPJoOPL5cOyeB5PpE5/fuLIBglGWisU2Nr+PhLBHZXv
LguYDPDzgv5VazLgEwGj2fIqBi7OAdnQt9vr8E/6Asw4DC7vlwUtXgGnCzj57BNJaapXUaCygElp
R1/qt/Qm2Aq0VO60vXWs99HrZXnLJ++vYjPj9HwvaOsBcR5teoBS2WoBi3f3fFmKtLZBM4PkfZwb
UouYepN80WzRKbZvQMyLV+6TuPtRHYIVtRaj79NlnHkUVe8DhjMRqPyilTe5HUVHZrr2rXr2oAZb
U2+hfM5wg8W7QmWWGtCP801TtUwKjQLzoHe/fqv28jcaWW7NO+2ordnH0p1tAJDErU2AzyPmXFQV
VoU1JjCpk1N7VJ7aDT2O9U34Zl75TLFsm2tzV/8I99bKHbF4sE/lzuwyAD4CuHzkSr+irf+SbiBj
JKnQP9KZrTnyF/V7KNji3r9NVoKURdsBuI+hPjJvQD/MTFQH5t3PIoCnmlAE8TeNSFNr9TBsBD8U
rvysQ/2xoASUKxpELh7kI09jIUI61RnSBm6X/pABo3ubl7mYbS8b9pJdn37bzK7rEYhpg9yGA5+A
I3v9VSZ0u8siFk2ZNC/jzrzsaB2fmXIhhoHSmRCjRKNK9k95kopvnewfIqgz8pS+guR3noM9rfkr
2Ypl5f4j2JpfmHxLFQwsPLBou87wd6kU71eUWzTnv8rNsc58nZwfPOY0wRzzG+kdaq0j16T4FQ4F
7/eNcDv+iP+ItrJWFl3y5ydrasnnp6geM1/KdWiaxlR8qXP54LnVfjTofjPUiXbLc8xCv69y9dtl
fZfc7ancmaOIlZKeH5ElTYT7Iv5ZCEcj/3pZxOKKqgwkS2AsgCM3Oy4pLLWm4bKiYLwa5C+1O51O
cvHtspRF2ziRMjP8JhBUmHmnfQveTegn1prhl5r1JMp5gCjRy0pNamb1MFF0YuARNSl3KOEUQAd/
Ee+Ljf6r2FlXzQEGiv9CI56YxPXTtNlH5uzk4h31lDA848Zo5RehA8F35Rwvbj1ok2C2AP4GLsS5
yZVMERi9jEJNmdF2DDZ18dCOaxNzy1JgnQcdlAZdY7ZsXefjCTu0GKrHDF7D4b6MVhzyogjaM3iX
kLkQ5wbmSWbd1h2XXQFKNW/xLy5TQWFX/Td2fCJmZmFwy/Jzpxu8CK80FR4Y96DqL2Ky8vRYPC4n
YmYLZsUiqfnpPh2GQ5LfRMZVI2yitUfA9LHz+HFqafl/a6bOXCko8ekYe0iRDWcMb8Tye2xAxXZl
9ltpDeNu+cLk2SjRvsS9OYc+EGKthVXcrx2Y3Jtt0W77I+iVyj4+Bhtz28L4C+Jn6igrvm35yJ7I
nZb65ARJsHPD1TDJPYKGdCc88p67zRqnvq23tVN/aw6XT+zi1jFCxT+0iTO2cC5PhYSgVxiXdkLp
Jhg1qEuiq7AE9SNfqSEvBuUgB/6fpPn2aZR3TO5htm9wmnxn6tda/ioNr356FQE7L2ZXdfiQADPB
tPJlHZfjrhPRs1qvUkqdITYoaf0Cgtd69Z+kx+Q28uz0AB7tRJ7l+LfidbZhpv6y6EWbPZE8uyNh
XeRYpFHtRD6NhY9JfaM0L33zJQlv+mJtzmqpkxnwOgZ9RZoKqf5PXufEeMQQLq6yQM/K2FS34tGl
SHYEqPne2OcHio23Sm4nd/LjZR0X6yGGRX4UpEbmu+Y2pGRwE2ojNltv2ld8v+0+eVff/FvrMN6v
iFpcz7+i5kYUdqbluSMa5m8NWMPFF+1n9Du7He760obhZqfdRzvxu/fNt1fzAdPd8sn9nIieG9HQ
KVkzadluJNuyk318bXxJD9++uk4GL9SK4Szb7Im4meVI7VjH5cei7ixbOty3TnDb2oajPMa25xg3
8W3yc62FeQprLqk4u15joCv0lNlK5m3vSuE6Eu/LDg4QOoG2l/dx8fqbMpmMoDJrb80MlfdxmIQu
2xhYDGqrkt1ZP1v/6rKQxfDqRMjMlUZ6WTcWpDWOoAFQ0D9SpbwsYGm5pn4fOPTEaWhuZhERnMCJ
6XG4R6o19eA7oxffZr3leHm1T41ypQqx5KpPxc0swqsVhvTgWeQN59qx6u2a8lbId8naYPRiku9U
0MwM5LIPvQDsfaffKVcw7xYHze43/TXMvOU1bXXa9+ZaOMCa89Cvne+1JZ329MSD5b0Vk1FHtLrX
ftEjAB3JJtpaW/WuzB3rQd3Fe+9q3LrbdO01syZ5ZpKiWdZKk7C6lgmn4TE2noeYtocD7CiXrWbJ
9k9Xd2aWVtNpXV0jSKMxEY6lzIeVJVxzH0tSwDIFmnzq7Pg8/10ljVlPMWyRbj0howXm2otfS/Uq
du0mvBb9R7CV+hycgptQfo5Sx/VX0n1LC3r6BZMrP9lK0e18o5uymDDLx8MTHQQ2XSwUXQGmDlbU
XdQW2FHZmAo/n2AMDTFKRrMnNAyGO1l4LxJwafb/vm00C/1HxMwyhbICPXASMQC3lYYkwHSYV9rc
uSxm8TI9lTOzw6hNk7xJkVNbeyv+0QjbUt562R9Fu6X3eAPabgKifbsSBi7cq5iJIouyAYA41875
Zo19FxN3I1UqC1uSfrZNBRmcrUpPvUuzeLNyBhZc2Zm4mStrsyCO6RrjYeqV90WablQAflvGZHnc
rSzowi1wJmrmzEZei2anTy+tNtmWdXT0Kn17ec/WtJmZRtlCAjjUiGiTu1F6HaQnc3xK/4snI4oA
TWNSCGGrZpF60YFylU0BQd890YSjBVfwOVxWZClNdipjPiAiCbWb1jn38mDGG2akoYtNbKZKv9VG
Zstesa2DcTMG/QEq8YcV2csb9R/95uPggyz3ltYhW1TfwnzbRcc4P2TBywibl//V0w61AsfNVZdv
VPEBPK/L4he81ZnmM4uMFF9Vi57VTTzV8cX3ErKWyPdsNxNfsnwNW3NN2twordiPo+nV1Vj3kvJb
bUO4EVooMq/p5bys2NK7i5wnoZvKeL/KqPH50VbCXG5NF820gXC5EG5ESrtd7d0XoU+Z1/2WpbSa
1tIj1a47U4VyNHq7/AkL3vnsC2Y3QZaYgiVFaBv2dCaZZifR4FZKkO/CVnxZ1OLCnig7OyS6IiaN
mKJsA76sL3i7XNWOitXakRwDEPR+WdqyYjSfcMOCUz5PR4kANsephGJacaX2mzGjaXF/WcSyQn9F
zHxLHLSFK/SIkOgIBTAvj0byrTdRuw+jl8uilnIe7NNfWZO6Jze2JPvACUgEX8ORwpl7K+2qW/Od
Ssx9GtvaUT3ED2u3qrx46qcubOBzgY6Zn3pL6iOpDZBZPzfbcJPZ9YEGWMGzA4cy71bZAzi7TXa5
7R/1L/zBDbZ7rdzDSrii/GQZs7cPyv/9kJkDgMOzk7qYD9HuYuclugbrJdEdud5A1wRTzXD4EW3g
XhOe06/Klb8S2i9evyfCZ/5ApNc3KOFMo/Z1KDtHVK5r11HlbZA+5voq2Oay2f5VdWZTWV9GVjeR
mNW7fAO0wf6t6p32EG6sR+mx3vqwmO3dlWt42bgg3WAKzqLvfl6kYHVhgRNjri9IWSoGjTJ96oQe
7XBob2OtsjXm8WTd28Kn6MSSDFJ0tGm0X8zUrbwLF4/UyZfMdtr3pb4a2+kdxfRYd6taKahWzEiX
m26Nj2MBOIOY6kTWbGMDM49yaUBr9Zje3Fal3d6H9/VBf+YhFdm6rTjBrnkXNg8hU7uXLXpNzdku
i3Jn1bqPaMGga0FnAqWONmXZgOf82+/UtfMzZV8/nZ8TTWfOIw/TwNSgIHUG4bX3NbsprqCshInS
ltRnS78HUMMOihUdFyMveCgkU5vKDfNxRwEK6SYrEepC4TyQrjch7QVXQsrWGLwWz8yJpOlLTnyj
phWgTalI8ig8BYBXtFRqjRU3sCzEkGExIMoDc/tcSGBWdaSJSe10NaGwme/Cytz54hpE8dzbMIU6
UZ/R2YqvBz5irkseD0oBKh/zAT8DC/Il870IKOMVX8Lwylgbi5rb4Ye0CfwDvDEQWD9izpOVI1Op
wKpcgyBqjgdFcR9g97Slpr1VeWAoTFlcNvu5SUziqA5B/cXEEqwCc7MH/KmWKstkPE6y/WarKd3O
GB2JXOhlQfPNkgBum0i2GBmfBqPm416wqbkZsHgCLeg/gkx8iHxjJyjZ82Upn1cPKQxo0D7J5BW1
yHOTiPJUCfrAB62okn7Vebp38+G5FwzLbssJiKcy95cFLqmlMHvF1Dbo67TmnQscm3RoBSkixZg9
p3n9xQ8MR9LXFu9TenMiTTOofU5UVSpJwOkzTqwilvsyyYTYd67fEjuyPRsahV+vztZ5WKm0fbp4
kMTMtUodT8fUkHUuyQd/2IWh03fkfbmB0GG/v6k2sQ3XwuWF+1iZUw84FzSzvE6R+2gIwH6kzvbB
hseFArGZvgWWcaOg5PQ74df129vm1tre3u3sq35SfH//S7VvVLvYaNt8q21/2feqDQmNHduv++2T
c3h4f7/+11bP+efOdkA2/cgrPdZFMHh+BE3KPJ+UZ1vZix4NrZNWoEI+G/K0DTTkgjIGZZ4yewT0
Eo19HSS6TthQSivTnVgYR7Mrbvu+3gGiu7Ltn80YMifQvpSpwZTX8kxc3shpGsAZ7tR9c6wKkbmk
obvOZWElYzkPG/93Ff+qNal9ascut6tZoJZvurbivjVjso0qEICb/qDAJ6VrsWTrq6inn9Sjjj6x
L8H2iStnAOFc7EhTq2L2ReR42QgwYGtrkW6bykoKb0mKxbbpjJhClDkv7Miub0H7AjFuV91oZW7L
I32Wwcq5mY7F2bEBCVdSYd2SJNwBuGnnqhRRkYtK2kVwVTUHTRBsXOHh8tFc0AMVePxN3noCDTgX
0Yxeo8Qleoxu++L74q6CcEmMjX+3Oa432s4teo5xNDNNVFerCrDmMHEzsjWlhO7vJorfLusyGe7Z
ck1UaCdCZtHrNHI4xMCkM/7GmkkefSNV7DB25oyAjsfuH78vny6LlKYPn8mELhfMZdwouBJzbJQ2
yLtoaPqAlHXwwCNxxzS605fiL0nyHvqo3SSp+CpJVAo8xnTUaMVCPrkOCyMXSTOpIEzTCTwLi5rG
iuPWV5mMEdvCrjvjF4M42o9CaQhqIQvcxEW6hiWyYDIcLOhoCcagVTNnJtN3alOHehY4ZSgXW13L
ogO41gEQwhzqy8v7CURJQj/CMKSZoC/CWnlunn5oahKzEYy9ertRgtUkZSZzfHHj9lBFL03cb0Lv
pjWEaz+elpqB1Oeh3+tJCFiJeCU0X0r3t0F/0hog6afH+ceHAU0DyxsYP3QHnH/YWA5dVKg6T/GU
MgNMMyFRlJVWCqRMkk4FfcgC3QHlJQJnVtCb+pBlsnbvx7KwFYOycQ9JACLbEWhJY7CJ/ZSNFhXy
Q+f1fbsp2yEXd5LQC9emGKQqKY64FiiTd8BpFkmhvDVGYHk7WCLDZnN5zT+bNA504rWQRBGodA7U
uWql5orRkEagQZaHkGFVieqdfiWmTjvuDDndFE1uW+XWT1cEL9gVclUQ+cm0qIAgnMsdC5+p8hwU
So8jpETaJquEjWdI28v6fRpHYOumuwGAwf/FMpzZlF6RTE3KFHzxmM1iDlAIHizzq1puo3FbQl5R
B9vCPSrevs1ehNjpzSeG6vz2R55fqyTp1G3f3EEtcPmzFnw9cTlwy9OhomNxtup61BZa0OURAER7
V6Wujdu6LOFTCvtD8RMR0yecXMhNX0CaUiEi/xWqcMmAdGO3x+Gt+9l/W6NgWXBMGnwy2I8MtCj3
0rksayz6Is6QZTaJPTQ3XXVXy6rNZH61Rg23ZDd0IgHAML054Bs+F8Xov+4FFhf+6OWHGkBKL9Ku
zGwNB/bT64kfT8xEKQHz5E6exRWxK7c9UPGhk0OYcwOFxbjJOzd3xLEVD1Lg6Ss386I8QKq50KCZ
+nT5R+XYSpVehI7lx0e5/kbdeecRG6orHWoLywcTMByBMHxykczjpSCOWtkLKvQiCc6N9at2i70n
mM+XrW9JnYnOjteTzMUx7xzED44+oXPoxOF3SXtv252uvOf+SgiwLEWbRoAZODPnWY8gECW/oUDv
eOJVPb6PGJ/X3wft+2VlltYMVzW1j/LGJag5N7kwrgluXStg5ixo9kKgJcekUIPAtoIwW+kOW/JX
H+yoROs83T/dgSEEcZkR0DNIElp86RODnH3qh9JDP4h0AQxCkcq2KMjizyrtjB0oBc3XOPDGm6Sj
w/G+7OM8wXfzUt4zOC3S6SpW7nvllv3z6HvxL8OotINhppXH5LBpfFPDTPrx7+vFbJ5IqCJKjEZP
GbITz1M03FOd6AZOow4bl9qRamUHy12D3Fva/VMxsxskld0IgF7ExH62G/qDV4sOQCab0X25rM+i
IJWxZDLz+Ov5wKilFnI+qsT7TWKIExyHqr4CyFk8krRRfo26T2BwWeKCxVGjIpeC/yH/NQ/0cjGR
BjMPYsfQoyvB6jfqGO4mGIjLYj6F0BP3BtcPnhv18HjnG6WUsqvWtR87gO+BWtFYxLXycbDAVdDg
/MiLetM0f/4bmVBNThDbNBHMdg1gQXfwDGRaAfR1LWZ7lUsPZcajMWHcaiWkXLiYADuanglQnk08
TucaQk6n6ZkSxQ5pxmuRIDFpjY3e/AlqCLeNdndZt6VtI7NCdE5p2rA+veBcs0tkLYkdbzSP4tRs
ZWpbuVpxEQvmCEwio+tgJU+vq5lOjdZFgiUAeAE/xH5KIoQ0i3aJX9lpt3JbLCwf9s6zF1BLfOzc
QCorVHAofejAttNuU7FlhsL3fvZpVdthJKbA7XTFSn5kQT26dEDyAhCRf38ErCfeQ3BNoWB4OnQg
Tbmhcd9JRMEewHJxu2QlZ7Emaha2mCNsSUVE4hcYSJCM7IpEop69gSTxz3ZxptLsnAWiWGtKipxM
GzZeVW2NOjg0o/rvXoNnKb9IaE+g3bOYRQzEUi0ld1o5c9NI5Rc3y500KFesfAoczx7B0OxZvBV0
AL5wHJ/q6G2ZhWFTRU4WvnZ6yQP/6Z+XayLbnOBHpwmHect57uaRr2dNBNZfx0lNdpkS2qH7z/n4
6eWD7yMNojCmMT+tolaZPqw05Fvi7AaKLRBSxGOTvsP1aQfB8O+bc3ZqJ1s8MetAFULiZ06tUlrP
cZkrsZ1r47Ap9WEN+3thgxCFe2D6n4fPHBAtoKsI/4EomhyuzMG4A5xqxa+uiZhpM2h+6+UuIko6
FR9HrwxJK3re42VDWDifZ4rMDNofdFMC8AeynQ74OHyPSgXjUaHB6LKcBTeHnIkdnBFI6Phmb4qu
NMQxHfIYhib1aaLhbC33QC8rEy/RrSKYa3mcpXv3RN6c1GIwFT/23Iw7MK9gJitB7s9azwDspPjm
uubOC8BOz6KVc7soVac5ncQzJ3j+5uxiT6u8oIidMYuP1IXy+Lcs9XaugtAkOY25Im7pAUrw8lfe
ZEMnFi93qQECGvK8VnYGAMKESqMGKjre8NRpdwl5Ym3YWmvQq5/6fHgZnsmd3Y+qlHui6CNXcse9
4u/U4mFQnjt1X6MtZJJZNThjkO6a6kpfSzcsWtKJzrNzobtC0ngJsqkqYTk608m9cD/E3q2kdfao
Jf+emD7TdXZC1N7i4s8mXeUbT0rsAgQkfbWJdvEcnmg1WdbJTo556DXlZDmDZW17rf7eVY2NxYbA
6a4iKywKI8MKSw4pEkAJz4XFdey1lUoqt9YEul2aEigW41c65foC9zk8ZA0wtzfgjdqKeCVqez/8
Ab6y03pvbbbifxZMieARjkkgWxQGrubJBtHMmjB2O83uSkt5TCGQm6on2nWvjWCDWlZtNxkAepEr
c4ukib9tGpe+gibstpUSmP/NZoOFMNWqmcec34utDMltk9fkqILqd2IGR25hz45NbyXqW9yBEzkz
I1bMggqExQ4IsrTpRtkRapkI8HvwX5U8JlRsKlSQc1GGP99rryDSy/uG4yIMFhwxVmEnQCNe9u5L
UfmUzYHzGMrET0l7sjx9IvpdTJsLNRUvv9Fi96apzZfLYpZWjSeNRdmDajuMKee6GHkr+FTzsYZQ
T591cYivStdrbnzZUl60ZA1rYSlxCwAJLR+YwgQIMru0/DagBBIMsQPk3qatr0iDZO03ncfccGwE
uGGM27jbVO7usprTj51Ff+iIhyU9BlqhNTueWZfqbeOJ3JVCcGPWubqPqkG0xUyr7s366MdMdWWl
baxSAn92rcAmgVRqga4/5alnggEqGOpAaTTbq4DKsMbauBH8/k2oFHkbkWm3afR/FWChf627fNjU
4aA6oF88eoryvZO8F8Usoy+CPoz7qBVD2/OoI1xems9BEd/HysBMyu1OB/m5BcSCWAnQx1O+Vp7r
/LVL3y7//M8X+PnPn7nhNKl8NfEl8qrSPhJeDPm5jx/iZK+Zm9xbG4H6fGrOhc3MSw1TdcxJh9lu
vBE9cPkVbwd2/0qjz5KHhWNgohmwTFKS8+YRuapbCl7kimUV+HLjRYu+K8pXIQXWSbuJ5K9Fd121
O9G9lRnNuLycnxsirMmI2SfqHx/p0PP9So02iwul1mxZ+iZFm9jl0IDyqv4xNKjntmXVOZrWba3u
qxtVO9e6Xa0rq59P0/QJtJlQnae4NjcZQc90s28xaliltlK+idzCLiDtgO9RDpxcuGv8yG5DjrHu
9IXkpNmul7djsxXGTafey7lT+YeCCHxw6eztJpC81nhO+6cOpi3Rd0QhcgrN33WmClaWa2ch0K2H
AToOUOPttPqhpt4mEm7r/Hui/q7KJ8u8U619OIh7j84XEoxx8tQYYCitPfIWwsNz1WfWHASGO6Yx
qgN/uvH1GIByzvZg++pd32yUJt8M4aPWrLVFLRyisxWf2XXY96Chdoht4WTpKN6yjk/k4DA274YU
28pDaWWD54MEY9dFZuUhLhuAVhkGW4yPUd/bNQgfsF3oINua+eayYS8c3VMV5+X3IK9bXUhbzdZ6
nRG80ZYhog7Aj70sRpY/XQUflwAPJp7QcJjPbjx3GFw9apAzjL0TWwlgxk9p/NvSjlLzYBiCHVmb
kWbh4bUrI/CAdrLyTtrC7jTdlhMGKil85cpt1+8r8NsEId+ufOD0Aed31fkHzl4gLiMMgOmw+JrH
4pvHcMTm1QRxnHmgLJvf8cAoXyxvDe9+DL5nORC4iV2LoJgyvTgEqS1aD41S2WJxZ7YA8Bpf5Epf
SZd/mlYGI+0sypzdG+QhRVo2WUdvlDeC4VjR18C/KmjUoh8ptLyNajyalGDJpFvFK/XYpn9XszW0
rUWrOYl1Z+cRBpbeiFy+QqwNW3XfgQC20yZZc7qfwySU1SV0hkodgLi5sqI15qnUa3YMd4S888sr
RQXCP0hsQHQb683IvoksOC9jfv/Q+mwrWt+6kv6R5xXrmCR9so6TL5kpnJEYVpSKL6lamq+LQ0M7
ZhoV1yaMcC5BL0yTyhQD34nVoyjuvPFLP3xVBXfjhYeGAmQYDrbcHEvq15W5TTTGOgLF7umgTuI3
Qw94a64CmUzZ8c/frIKMqgP68YnxXojizrC6QaOp882V94bxTVB8GwLYfU/fgNuOTk0/gWE30hrR
7KJ5sGUG7HlMbc5vKs9s9awFGAEs7y6zm7rKNonQvqs1NfPLG7NsIX8lzfbFM11XVUokUfHjYZA4
gr+rtf5KB438/0/S7C6QEzbNjZDkKbA8cFWOKWWI+F5dG/P7RM/1ccT/rt78GlBTAO0HH7cTFO7G
VO1R5j/jY96MmyR4aIRwK+ObPMkZhS+SuJeVoxdcqxZhyEtsvSn5i2GO/M/3brgl7W6XzV1qJc4E
Aiy/EGoO1sPllVn2SVMGEU5hUr0fbasnT35diV0qhXywLrhfGAfbGKXx4EkGz/Je2UWyuoPyjEyO
sUks63vk/irLiUnUDfajBaVRvTYotvDcwW+cfNDMb4w+U2m00Gp2qo+7bMgdSaxt37qpfBk+oZyM
znUl3ne1bhvBv9+ntJDQij5lARjOmZlJIidCFyQ4irT2yVcJt24bb+s4Xyl8LKmIHJDFzakF8FOL
s1BFE4YnHrjXhJDRH79jJsTPN7Bz0zPrVsKOv+vuIRYip1ZypSUREPVpy4ji5d1fOOsaSYYp+UIl
C2BtvNDJ5ruFUlkplWg7qMOr2Oh2wZhus3qtCWYpAD+TMwsgYsUdQh/2CTssqx+9p2wyS3pRan0j
9zDTZtqT63VXYLveWGLrwMvwoHfSXaCCbtFGK0W15cU/0XkWKzSRFWuixiY3U7JD27fllajfZqNh
W96d0jmlmBwN7aZJVk7a9HNnHn2CDkcy7oFeoJldx5Q6pGCSGzH5InmOVX+/vJnLmp1ImPlTqVWH
QExZ5cT64hmvvXJVJYeoe1X6hyQ70r2myjddtmJCS+H9mV6zQ0Nt3vNVE70046s0vroC0KjiUUjv
y+BPXNNFQW/Lv5fNgXqZZre5o4ypBHtut1rNq1Uf0FTVOReuekiEeqJwWHm0Tgv2actOxMwWtBRL
fzAmMb2XOHm396Otm26V/jFjGndoVrIKH82Fl8TNVpIoW66FnFsqYp4n2QkhRO+7wPsd+xaZhm2S
cjM6WfoO1rWddPvL1rPoCv6jKwOl50sah0ks1cBa2XAPbztLvGuV7LaNzZVTsCZmintOPM4YR+S4
YnTMIX+p70L9bXQfL2uyeNBONJleMyciskD0xaZn16KRiaWucFphRcKaEjN3FmW1qNHdgAvx/b3S
87jsvaOVVdvLikxWPLcHutLotYNxdOpFPlfEK3ohMUW2pCqVbQAFtGveSkVNY+M17GIrwdhHXDeT
RgwwdRqQJJmGFmfSVDPXqpCdKaRjO/zRfPmQ1oci6x09DLmA78SxcYqemMSIbcGARbDam/0T/NeN
9m6pX0TlPTPeBWWjyvdWnW6qLNuo3bVg/DChC4P/dSWmW3J3Zx88hZen+xxS+cwnUwojubqTw4EM
SFb/Uqy8sfmDiObsJHjxvDC99ocxcIROvDN9yLQv79LSscUHTZzEvI7pQZ1tk9FkElxFkmbXfZ5s
fdMqNrJSijeSmwH6q3mWHadd58AI/eTHSeLo3cjETAAsiOLSyCYZawdgySUzZMbQKd3VNKd8rNzJ
yghsWmnUULqM8Teg6mwtfYM+xDaKr7p5VUDNYxhPgro2d79grmf7MVsHUmy8bzP2wy9Igch6Db5f
0bRXUULRmJaS3PbqcG2yb/KJl6x25qK9RDaDWkBoMm5TUmhdOthlkG7pDwM1SLVF5asJRc/Klk9e
6pNUYuWPbN4EH3JuemrWK6neczK1rrSrYxibOBk6Ojfml9i4S4fyj6onj6UuXK0Ili8LNmde2msV
EM9bBMfFc9N9k+Q/HhyXufmclYDJMasyPuTGddH0dqOtXIYLTu/MzGcr7ctNRQIT0bqWOEn7rWM0
pk0fLyu40BVpnkmZr6yuF607ICXkim0jKMaHl2wYuW03ivmjNG3JT21ypEZWY1POGPmbMQ1Juj3l
Yb2Jgl1Wv8kWmdLYHse3yx+37HE+GghMZUJJnF1eVZrmST5w0rPmf0j7sua2kaTbX4QIoLC/FhaS
EqnFkrX4BSHJEvZ9x6+/pzQzbbKIjxXtq/a4HeOITtSWlZV58pyf03ydqTs18we0vUzLNpyBvbzO
NSctBIu+ln7DnDAcwX/Msk1xdJzTBX0udoGH5GgjmZh6KfxKnMVeh9ahpnXRK+yUwduQbJSooWWG
apDpAD1KZ2hQSz9y4oI+EroqCdKQnXXdir6PLfzZYUDLGUIxmV1X/LlPVLOOJMyKoY1uMsc07QZq
93eBuWvT13kRbBFFZI/biFIZZmXcYjoS0LIgh6PEI40Uv6p2mXQVVz8H60EHddC4jaYeqcfDjL7z
JPxMJjdW7o1KSC6weiaPxs9tWWMxcmVI2PLoL0W/7Jps8RW4vD7+SSQn7Z9mjSCZ8ljP+CJBiPB/
uPp/Jp9HmGgAZUOEEcYlRMCVvs+CyjeCQ4DCV47nU/Xbjj4SU1Aa5F0BYQ9GtDQCt8egVd85haMN
WYJ6d4jUCAxD0L8KjNrR1ecuFTWO8OvMW+Hud2hraXI6wYqcfLSK1/ZuHX3oqTenNU0S0TOGd+m8
NW4X6xLac80UTeHS0NLZBFf4nWy68QCtq9aNShAzVL7ZPcWhKHktmkxuO5O+liGjgWF2/YYk11P2
OUEM+7LnEk0lt0Wh5FcqeQ0bNoGy2suY7/JlY+Et05jEXwxBfoP9144dAjeV391fR9tDn5u4H9jC
5ZYn9V7cu3LxWwqS3UKgaGiD8WdzeXhntwZvkXPMlVVJcdxg8bIddGLIFfQWq313bXsZjQ+tD6U8
1fkx+z+zzXA1UhThBLuHf3Lw9jkPrdtLEAHLiM2Tdl4I3e2uEBw5tv3O5xQECWjq1oDr4p4cQy8B
9EASiHeWT320M+3rrn6KMs9UBUMRGWJDPV68CdEjOJRb9I34dfR7ka8K1HxGt4fQ4+VVY+f30pDY
wTiyZAxANE0aLMnlRzlSw3QQQdKyFMQt62tjsdYevGoga31qZk7QYpQZ0I5LUOfIAfGzNMEFvX66
/ljgTvAsR2SxDMYnoSR0jms6xqUTmNp+KCXI3OtuO5qCXM93A+r55P2xyZ1oiCNFdi3DZlzUzykB
WVmeFbUHPGjkZ/LUBchmAaJOY2iQvca9ljtpm9fXRmZKoLGMJfWd9Ev70U+ltG+QvtnL41T90tAj
8GOQEu2Aqi2yDJY9xNt8aTs3qcAWUwNM85Wh4+Opn+X5XSMqqO/rCaKaKSIUB4xwaPg3whAdGmbg
58BCg4axstODOYTDAZmUcBfLxvSUdN2h7dgLaC7BIlXbavwxWHO1s1Jbh2Bkq31GMlqkyJjmtWNI
upeo04NcmfkmrfUHdZLsrYa+S6+R4rvSjkVh9uoZQF8LzpkOQnSdu3mkgpgN2ukhb6K8QppulmJq
qlRL95P5b+/vb89xZIrbnUYz2pYk5fDMCdkZEh7a1rayXyUtcRTzOo0qKmteZgge+2seGigM1rYN
BT6Z5wqo+zGRCg1nYp5QzG0zH42hzlj2u0YvNhHKXnOOjr5Ofr584tfm1UKYyJTDQIzNdxkUQNxC
VxkykkGLw25CfCKBiGjVvifAXMiKiO9h7WY9Nse5siAydUlmqpWpfD9mrddaPxOwTF0e09rhPzbC
eTGzseylHGAkLD/RthUDopXd141Cs/KaBIbAO5/BaNh+sXAFmEz8DxEYZy7OlhFA7ApabymgOsHb
CHhvY7sqUCHjY4/zh4YNG29ge+5ooLxfHuvqhFqQU4F1MAvwKL5M0qrEKjvkD8hvoPqdGBCsWuDZ
VufzyAa3aHUOGoF0arBoEQGWYTOGxDUTRBCvpP+ttYKc6/qI0L0ItCDg4PxD3lLTMtRHnPRCVSnE
pD3tfdJLQTy0dgOBnfx/RvhHezpqMuSKS4TLZfsUFbpfNLb3NyvzxwQXABnVIhW9hHG0VYwUlETr
uXMMUX/k2QP4P3HOP7cOP5I5WMzGaHHrFKEnVUyrmOZJj/D/pZapLe2X8iekeO1BdMjWlold4P+9
wy1ueMUcKaQvESpANpIqQHcGcImpiIFcZIWL4iQzK5aSCaTXs6frParsfhR8Xl6o9SlUcX6AH8QZ
4bG9EKzW0mKGkT55CJeNPP5c9E2Kp3kQbvLYl9r3JvqJF+1ls2unCg1k/1jlbjRNImULOhDmed/i
+ilWElcbrqVhp6YPqZ4LrK1O5JE17lLLzBiYBhXWJOk1Vj80EEgswptz9cF2ZISPuqYyCQMbRpLq
PuhviX0zycArlFdz5LYhskOlA/XsFHLzl6dy7RKDDvE/wQEb/FHYWkXg5lg63NhmE2yWaXLyOLrp
x/CmMec3s83/IvBHKhctK1COBKiZM2ernR3HKJs6g/LUpQ4xwFy0JC6S9dQcRPXgtW1ybIzbJmqn
LqRMYcweHgLjTgFibdTfrax0dXMXdf8S5s68CeYRfSoIBcBUxZ3qoC8qM1B6cCKTahOaDU0m3StS
waXFvpmPlI+tcKc6kRMdkGVcWqV9E6RgPTQ3KblLMoGZtZDq2Az3QOvHaZm1BWbCpdhmnbZph542
qgXGEmR/kIIupltZESkPr520Y6vcbWmnQWiPwOg4IXm1+y/SXRH78fJ+F80ftwFj01ZbNCTAYXVT
Rmd7hmSuRV4BQ7pulR+Xba0OB2TcOst1AkHNOY7CzPJu0AboQ2EngKvtatT01wYN+JfNrA4J2h3f
Vz4aazkzVVcmMxD8raPj6QYiEPuur7QvNSw3+TRtLttacReoEoCKCZe8qoJ/8NRdNEms1UXaQEPA
2t4ScPqPw40ai4pQKyHGiRXu4BazBmkyHTq5WbOtlo42orBsZXvDANK7oMgzQRPEbe/ZmOM5DWBA
T1s3T0y6KJpf9o9LAxxhIH1EbU5bKxA0qKz4IzQCELAagvkL3V7cQtlBZIAvvWuc2kTUJAd0MrR7
E9wuSbHv9pWe3F9erJWNcWKPv1NCcK8GEuxJg6/2NGnLbZbvFiG3yRkgBq7vxBD3fC8iw8jaCIaU
eldpO504nYH+Ci+1n4DCIUjeZ+l2Sjb60tOut/AIXARnYOWoHX8BnzjGw0gfK4IvmOdDBrgysbZp
sb08nWfZaW6YPAdAHvZ4HbH1S6XZC6bc0RIbSr3tvgWoLTUTr4c3iZTxocSTRzDA/8O4bUHiCQK6
EIM7PXnpYi7zSPrGURE0gs4KdJx+Fj8X2kMLeQhUJ1ALp5CfvDzm1YNi/7HKbVkwHZFRNgeo6PW+
EroFAR9R68vgXilplae+UCRsfSH/GOT27BioRS4tGGbTHmrr1p5QpBc8YFanEjwECqOtRCc4j+Wd
NTOowmrEdpXj7mayo8mV6znwAkUFW7VdVFSFJCO1I5JQXVtQudNKVRB3rY0TyBbA88ANih5FzpHm
RjdL6Yh2vBDP2yAkDlluIlHz0Zq3PjbC7RkpQ2fSMsyNU0DMcUpfMrKRA9c2nbHZXN4n32QiXFzC
VOn/GQ+3UTrZbpogw3iMyQvR9FHdx/pzVD1M3caeUMiuvCw9RNm7Km+WfouutkVFtzpqea+XP2TN
5x1/B7d/uhjdWNBdgs/LgetUnwp5dhFb08SeBEdjdQV1xqYHTVIF3XDcgUTZSI9qghGrOkRF/Bnl
sar0Lw9HWR3PkRUuJIrsKsq0DFYSPXeV1p3md0u+GuTrqN4E+vVg5n5A9nF6UExn6l/19CtY3tFN
e/kz2Kydre7RV3C7FTxv8tiBmsFRY8+csZyl09eAiEQmaLeRt+z+5nQAkQBiSYgJq7zcqwHxzkwy
YW9Z7MrNWh31HZO86Z0ueiWra7GGgscrEwlkOpvc3ZUldZRWESYY+BK39iYXACU6gwM2vUGhdbdA
JH304qs+odkXWpD8eJ88f1YeZNhuYlfZ4DJ7hjLBXt7+23YYdtscfRiPvUYuFcCHER9WWw9pEIFq
eZeKCELXHAQBmzv8IIgL0Y15uocXdZyzrFAb6KQ+1TJ8RLLt5it98RQiKiyvzfOxKbbRjx6a8Qyp
gEXFcLrWk1G3SImoLCiywLmgvO6yMV1gocxn2io1TUXVpNWb43gQnHdBF1YeawNMxNDjbK4jzRvz
t0jeJhCdlq6Cdq9MgnrPmpchBOofIEcBIou/q/qmyOdEYbtA82XLq+O9LTLxXcHkTzeUkfAit9G+
DsbM06UB3AsvB1DmOMCYXbV+u7Ftt/2IN8+z20O5IXcDJ6CoROYmbbelJwnu4zUXd2ye2xlSmevo
Z2KTWjWODD+NyNjUruLlb+wg1mf6o0DE8yyoljHKSRtjmPN0Gxuulrwb5a1OHi67ytUFO7LCOWyZ
SCNjyoPDhiKsIW2NEM2OosaMM5Qecw4qOsMBUAE7FP58umQjyXrWBorUhpXfSPKmQW+e9RSET/1C
Vb28Tu27HPY1y7czzxadtDXzBK3MjI4bTyjC5zqy2QgjpZxbh0y3LXAyk3lvRs/69EGKR6mm0eK2
xhU4KHv1lpSCe3flmLP0ERCBwImAbI475q2J9yeY4yE3LkuQXa7BTKQPf2GDoKlMR6s4uNo0LpfT
p0PbzTaUAuoKQD9l1n3dTAWvs5U7FTBYpOoROqD6wKO+oRlipM3AdH0iiy6xtywabayvPvbaqaGx
iNdk5ZSdmONclxHNuRwz+SlpBCebZIHmY6LNgJhen7aXj8D31cQ5FAJ6NhApgsbHQOrjdHdGljY0
gQ2xhfGqpOjidQIIw+gQZHL7q3KD7sCFlt675dZU/zE40Ctx0NjufuRuulcdmZqvIu6ntbk++iD+
LpXsTBsXpv4A0C+JP2czcuGyoyajQ3iomlnw0F97EGMCNIip4qBCWJU7nkOol5pZwJ7CpEYlNIGA
fNf5aF+irZ3S1zGnpQlKDkHUpLL/7Pm8/zHL+R7SDEhPtjD7lHuTTMOa9ht0pNBgp93F+2Vr+8M1
Gpap7dm/kKLP6Zu9e2u30PhQaei37zfl4nb+7ATe5Q2xFsViPkx0COHpqgKWfbohwi6GcHCADwt+
Sn61D93uo6+p5Qb70FPAlEIBc3XynUhFcc1VHJslp2aDMJOURYXZsFWpog7Uer48sG92jPMZ/zMw
bqFVedSH2oSF6WNw1a3mxTflTfLS/oyd4EFHDpiGD9pLhXAScAT3KvJS+vX/+QncoudVqodZCNGR
2Wlp73Xvyl5zy593+eHjtTrom/E5cLDSkmtR3Z2vRfp8a2ilk7XlogebhCFqq5gCaXuYbvMvwDe3
urG1dh8v5QbAvaCg0i/0qj/YG/N+pr8vD3/t4XlinosepgY4Ii3G8PXbW8sxNsO74k4UnMn3H4pT
OZ2nOs1EBYXWsz5DHGuCpjoF+hcQKUBO73Rn2WkVV/nCNIgCr6188KojOw6GGwN80I7cHaTwCqVD
GbJw0MP7FUfeJCoErN7BjN3HYH1DIJvg5n2uzMowR8z70uFxrXY0BesFnLKj1RtV3ZX2rdXSsAdK
qLhZrJtK9P5du1BA46Jh/LpqyvwdKU1kKbUe9kEsZCXoLt4Vdoh88NPlBRaZ4c7wiCYF0jJNnQDE
LUtd7olifEhN9EPpAkGsfdY08r2qQCaDnw0NKprMuakIwnOKzvaSfRtADDvaBPeWl+2mR+tR2ajb
4Xr6IR2Krwf9N6IOH1eJ37oznZz2WXSq1j3m0adww26S1hxDCbObzji2A97AeJomfu6gcWYC/YND
6LCR/eXK3F2e77U3Dot5wDCigLEfyYvTrT3NigyyFqiL2R0Ix8xpA3IYp2uwtFO+oON9vkWC9a3r
VFCEjoIbbM1hIzUOQR4cLVC9cbFdJjVqDfI6aMyHAP1+DqJeEvbtvLs2ICfC+G6g+cej5+RZt8eQ
XZAkmucJvOqlGfqTEmbohc8hj3l5KtnXctZsy0R8h9Q0RN15nmdwhUUFpG2BHG0z2kn2Q91YTqxn
1Ip/DZWIYZy5nEvWOEfYBEoDinGGvSpCp4C8eOMEgemWxo90bGnaHjRVsFXWLSLxAqQ8K8ZzOwWY
Ha1IWzg8M868tsE7UXtOIArV5+rD2H9lQegMqaiothZbMTUlxJYotgLvxV25iZYMnaEDHKJ0TquD
2CKkhBQUzPjyuCMZKGYgpyGhaP6m9yVt0l2tCuLblXUlx7uIC6WTsG7nesIuyrpuVzSG37WqN1sD
2qA0Okevl3fR6pnAlgXaE7SigHyensfWVMKxH8sOV0kMaGK7n+RM8DJem1OChmkmEoMsHzLjpzbC
pJxlWa06pyxnCiJOCoZoyCdYXhqU10NRXAVjiOaDeGs2IAFo0bepZEgiqw7RRY05ZM3hA9tqop4J
nuWz2hwZ8lAd+gYi9pLlVROk92x0oszZZgqmrZIRvygy3xwflNIAx666yfp5VxCF1lZFGz3ZoxvQ
iaRy14Mmpw9+JcVbimKl3oNTNs0Oc2yBwaXLUDg3Bc5r1XOi3xDvHlUHMTWfR0k1AsVSGV+u1C/m
uFdsSrrXytr00Z1e0am4NtD7f3lzrCHoGBHUPza5U28EeiPLLWyGjP4VqINClZxw9HJV8uXydrIP
SpahfwXoRL//i7TwiXFu20SQG5iSGcb7UfrZtegEtx5bpfOSLKcTKKG0+V0w3LWjdzxc/ugVlt5O
HRtuBawlcnxR8ZoiIW1orhEadKxdtdnKYHhUNaRdOprJm1iCN/wc52vT/hR8DXM1nMs9GT9zkEc5
TdTFslCe8DUmOgHtaf+NGNZBA+AtQeqZAaSxX2SQGBXpc519StaDwD7rjzuzj+QtOMk1DcV4zhXq
KdS+0cmG+SePDaJcLXpC9oWQnW6gr9W3U2ANRbX5tae0eWSTe25osaJUkzbA92YP0eCDznGWDGqr
/jBVtAwFnmnF+Z04e85aNI+qFNq41FSzfCladEXZHWkEcd/Kpjoxwt1jWjxKIQgCgT4fwl0Yxo6h
3zcgx0clye+0vwCvwRrKfkyQh20fbtMknZlPC25NO5Y9kyyOFT8rcfzYlZY/JwgQlGp3eZ+w7+e2
ybFFnWuzRNimJEPPEJvA81Yk2wZQUUizv8jwwwzwOxqiHrTpct5AAhU7VGkB5pXwJKOVtPyS5bfL
I1nZfCcmuOMfELUaCcOeykmxRWKUGpPPYAdgg5ugFUekl8v2VncGaPygoWGgUszncdQpBoCsrDGk
gg6S6rfBbRNvLLBhF7N72dTaHQy2/z+2uK0+FPYM6j7YMpdSvpu76mDHxn2/2JtqADpaJdID0eKW
Ksgo06nN5rsA+R4PNHlXfZYnt52V5z8F37Ti4E6+iTsZ9lCNgx3jm4I8eVLL9lcuVzdZln4E41OO
AmAaBO4Iigw9TeiioXM1CD+gASzyOSshgW0jHYvXLhOa5pU5qlAFTLwGtA4MkmP91neunT7nIF8T
DJcdPf6gHNvh3n/IY9SB3ELTqHNBDxV68TZwexSzqUb1zZt0mN32dvFyN3yQ9iK537VDemybe/AN
9pDMZslsk3SjZwlUrOxdDrr1y2Ncm8rjXcbFC2Wp94nFEPdtcTMwyrsWVJnTk9lv/8YORMfAugpK
d77Da2mLEiU/2IEatCVvzDDdlWhhEwJKv70Kv2YoBfxjiDs2mj5Msdpjiw7Whxz1G2PukF0OzJ9h
VGzV7NWwra1iTVSdOzdvn1sy3PW6/VxhsypFepPMshvbucDjrvqpo4/izk0JLMQELm/4KcbYt9cQ
mkHoNTcBVUbTzzQLFnVt7xzPAbeokiT1UkMw2f2MMkLnQpytBDTpb1YUqwkkI1pE+ErkKE9FMyVA
TtaVE5mVH0CjWQeOLVUE1/H65P0xxP7+KKoqEyMY5qRFz0TxW9OXOxNMY5YPmcB+/lADkUje+oH4
Y427jpsxamOgdnEgVBVJACrb7UaCCAWICC7P35pzAWn0/+aPv4VLiPDokHRrnSh+bVGAyGQ373Kn
05/ryDWt9HoSkeCsZSkRZRAT9BkW0SADdDqTaQAQ6HcfxZJP26meqAJkSBFXNNPKm1SdHMmofEv/
DbUcvfgk6ETG44vKhe0afb65PPy1PXr8LdyqLjqpQVKJq7sdE7CuAIrhjrUauVocpdvLptaW9NgU
t6SVXmZWosFUOoa7bFBoGPe7ZMmdZSLOZVOCUfHNwXNfTWRCN4KjK9KhrFE8UcnWMO8vW1mNDY5G
9J2DPzoS2DVZaQYwE0jZpo+1Z6kEeF7vPClUaQbmr1QBKHA0NpOJ8vaQeCYI7ltNo/Eo4ttcO51w
tgTMX7qBrDN3R1ry2Eu1jm3chqOTgTLb6EyntfX92L3HChh8i0V0Z61FYaB/AUjFQlJS5avNIwK+
JrLgTdVZ/Wk3fUzbMslgtKjdWiXQpgkVwWE9G6UCbCCBdhbogwC/4F9WgzxC2liyoG0h7/Rkdkbo
FOh7VXlqhh/Cnt7z5UUFgelYAhYsIw/Dd9EwBa9hkcrIefHf/d3n3Yd38xC6ImrsM6oJVqhA5xbI
3plEDbRYT91BKFVqHy157DzpFELalO4hXU0dbyuojthnB5BVRNgMIvmJxKfN3ckkIFlJwip23AMU
u18O//nx/YN/oDCLX/jx/vs//GFDdxS/IKf937+jnke9gu73jru9v99+3W/d6/un+6ffTwJX8U2C
eBI+oDjLxN9RJgQJCuL80zkBaEjXgrKHNq3TOr7vx873zzYS3J7nIBtmCJB5gNqQe8a+OjUkj2We
5jMm3712Xd/1MWiPCrzR2gqD4x7SD9BhNvC05Bx+o9p5Xsd1jHrj9fXTtXv45W+ePzT67AmW+Lzx
iw3nyBI7QEceSS5CJbAjWLo+HLBsEH4XuLyz6xIGWA2CIBWowtdwQ4lLGx1yMYiurg+u+3LwP+kG
28HZCg76dxKe3wDHdriBKENeRmkJO4dfv94fHx9DutBHqLojiARMgf3zCNPe3nO2D1+V8/D1MFL2
z9eMonXE/iVw9t+1w/MvAhrPttDNAcqT06kFuEUvIiYn7LLjsrvdYXqZ3L2z3TqOYPjf/7FLxrjQ
cTQLQOdrZszF7qf+jw1OJiy5W1dgymDu5cwUSjvIrMLHIct8Oi55asO5s1tm6sBOgL9jx545AgwP
43PZr8u7aH0uj2ySU5uhnU59W3ewmQPjgN9QiMfvTxht6sTO5+Z5c7e/2+89wSKeh15s+x4ZZi/r
o/PR1wOJ5BSG4QFL6vuPm1fnRuRUVs/7sRXt1IoZKgRiGmx47gGMn/Cedxvs1J+ibXKeZuaGw+1J
I84aBpaHoRfX323ojcjCOXaFWTA0DaRQUAaB9urpUNSkLKQUUhlspa5N+jL4vef6m7uPyvv4dpXO
lp0BwVtj/fgfmeWOf6oGOdJjMMv2R0pfeuflqfVGXAczsgCtN7iuiVNBcVNqtMM/Gf74DBANkAVg
EqEGRS8cTqcruJjss9wuNx/cfWEVESRstP8sLbtG3cP3bzg47PCwGxXXKDus7Df8jp89/v19mHCc
8OOyY3z5PBnsvJyd4T/TxT9ipDqoe/nkq76/zXf/c3uzr2Dfgl+4EdiP6AvO8dqYF0BwIb4BEU7E
Mdy8lCUIb7UGKhPMMCKK7x+4yB/0GaO/ca6Ym3TvfVFQcxbTgJ8VHBNo52OFuDOBW7VpI3WwYHfo
54b2BnqMbPSIpLqnZiIBue9OopNp5oxxXrlLCimJLBWXX0lvQxpScNQ5A/3Enxbgt9j/g8jNw3gp
hr3Z3zk/dj82O8/D8L++7n9jWnY+O0hP99fbe/f+6en6ftvTr9Ad6W9R2uwsPEd8zCYFAQH6kqDO
e3py9XTMC1Bk4EGCnjaAiGdkTL1FUZFQr6egNzdoXYp3YVNkAie7siSgjdCB2gDIDvVCzimht62e
F21MnUkBNznQomC3KpcXfdaTq7QAaYVg8/N7HzgbxM7Y/dD3UjT+Edb0pdkMywSeQOCZaiiy2x6x
mViqd9nOOfaDGULlE7TguolWKG5c4RjLaPKCIQXtiIqB6s4EYpyILlD6UP1IegmDn23hT8UzMTfQ
ypjJQyZ5lrERfAe7PbhdePId/C5MJ1vuA3yHkQTUIoGf2b6Z3wHvq1VozgKya2/CcSpeXQBaB2S6
JGC3Zs730gdwO6td0H82E3yApkTAn1gh1WWoO+iQhC/k1MvDwGvAm3N52Cvb+WTU3I0QqFWvJyOM
dlPkJdVVA1KZLPKlYStNr39hCmgjiASh/4Tw7RdtYPcEcvcpmOBLEKdvKuJlDZqiBjcQYZvYnjmb
SqQQDCiBmwqe7/j7o3jESktTCxvovU327dJBT/h5ETF2r5uAQDJesQDY8OipRNaGoibg0YzmGhh7
d1a+svDl8oydByLsbED7+X9GuIAuaqJggfZo6sgtFMIh+CG3nqSG/Us+AOluIO+zDdNFfigmpNCz
qhr3XQUmV2/qpXiXZrEuegitHpKjD+ICPdRflyoGtZ8TgdlFdpoI+XTL1YNrE6QD0b0d72rbj3uk
1MxDrDuNIvoAZuB8ZU3UEoEGtPDAPF1Z0qXaYqIYworQTqc4ueSp2s6QDzrqJXpMS8m10b85Qojp
Q9N3gvU4C1O+1+OPdW49pFmb9bnGFi7lTdTdLGZASfxuze44PsvoUG38thGMeH2f/THJzbg9pvVQ
NBiwGvzK0h9zdci1r8vDWvUB4Mr635xycXVZy4tSMRNQ15GbDxS5c+t2WCBSJVL6Fg2G/f3RudTy
ElXmEvOnJvNN2f+SbNkn0b8mn+RWifPkdgr+kmZgVgDri4CK1Taj5ZigvjUbz7QFbpuFYJd2JOe2
S7tIdcBS4GuWu3Gkmn1jGPup2MQQCuuuoBZyebHOS0Dc6DiPXUOvNOkl2CvAzPISfLVU3S7v2Xu4
K3fJD6CCNukjNuS7LoiG19ZORfsLZOCQ2Af7x+naGWqdNUFpp06FbtfxLUygsiHiBRfY+MYcHe2P
nqRKjhosyMDTABJHKSXonoWsxeUpXIukjkbyne05skKgUzMaNazkmfpIRtVDiVUexhSgecHhXbvS
Eb9DMg7oLijbc4cXilpaY0fQrIFoVdj4OYQx5pc+7mmvX4/B5vKwVifvyBh3jJVMN6ZBgbExGD0j
vE80CFcP75eNrM7dkRH2EUdzF8ADIiqEERPXHhkOueFnyLzLgcjVro4G4kms4xhN6/zLx+qKcJlb
XOEV4D3lxzSMdNZzV1e8piaeFT1kkANSSjwRCqdv3Fm9jaa3phd8xupw/3zFd57zaLiAGwyxVOEr
imSfj2+TfqVmD4EkOFprVlh7PuQoDXDzfmcLjqzYNu5wI4XUdLfcaKlrWzfS5FoilYC1GUV4zWie
oUsFRM7p0hnVELUjwLmoZUwQz35toT86JgJeoPMUG9yThVoCVG5Acnf2cpxHBRLqzIoiQx+nz+pM
g1pTCYYKUkOTCv4fPD7Q4228MLX6g2UtFToHxrk8TIbZoufayqz6c5SQK4WmYhnaxFmSqHetMCOf
cpvpCRTsQugrlnoh1347Q8DL06y86/bDoE7yJsv1CZFJo1Waq6lFKKpsri0WGqgBxVWR2jvDOWdA
X0p9DIHfWiFuEXi5Ajkxi/bzvwWDsYnUgVMF1E1BpM/dK1WlqLVkYiLrJkRjamJ+ZZUuItpgPoG/
vCyQBEBogEkI8ZCfoNciCUK5ePSU7XUMBdGwiAQ+cHW+bCiFMTlYpofGbbsh6utliaFFC6yHO02/
GvRAGZMOpoJaBCtaGw7q9ejVZHAENGqc2gpQd6hnUE2gjyCnVnk/ZHeX3d+qAWTsFKCjCNBf3GDA
qapLWYbBoDkfl9Mu6T7+xgC0hsCuBV/As67YYTKFthaBMWI0f9uZ7FjQsRE87b8vOH7V0RWMDmus
vQ655dNpKhuS102CouLUBhsl9myCF23uSoar6k9hMrq1tC8sxgoosLw+fX8Ms78/cnRDFYKfI0sz
x6yLNzCKOlpIBMdmbbsdj427oJQ2syAkjbGBVQudya46eZKl+7MuuG2ZtzybQ4Yy0AxTwUOT2wlo
IzctVNkzpzGVwInqj4k1jYzPzZDc2RNIQbQi28upKApbHR7E3tBpqmGP8FXNHOXHLhhgdh6MCNBr
1U0T8z0rwf0h/b68Fde3Ce4JRhaPOh5flJKRLC4Mpls/VKpjBHuzvJ2NmyjeEfWzrLe6fi+RR3PY
XjbLzujZxBq4OFCOljW830/3iBaXM4ICjNBoojuChs7idw3xUSvdaKN/2dTqjQh2m282AA2UQaem
6kgjaOuGK5dq+2aMiaOM6r4LU++ymbU1Q6L/HzNcxJ61Wl926FSFuK86UHUE7SA4n2NIliV9Jpg9
kS3uktdS8GiDBR9rVrxa2XWRHrLqpheJXJ+D/9nlhKorEIoQUT8TUQnzeG5V3MYOHiOffZs4tdxT
M4uQKtZoHjV3aZG5Zf0eNyJB6FUXYnyLFyArCTW20zUrtSEya4LtUXd43rVKg4ZeIexbZIR75yey
WWBnwEg8pk9jID+aYKW/vClWtznuKrRUsviSbxKWZtOeFgk3ySz1n3UY76pxBpbY3lrjr7oZBDt9
7SECcNQ/1rgBqTIe+YArZ06vLAik5d5DypWG45sVSc/BYN8o+vPl8Z3DPLBF0OdvYpWAyAIC43Sh
dFOV8liCyTKq7kfgkZQq/mmCAh8kRXSEYLleKG5XVBUN1BfVnl3Sa25vVZ7ZiEgU1uf6z6dwBzAA
2DTLalw7tj46tYSjd9PVXg9EUSbqE12ZaBOqkEia42bAS5nbnm1Dljr/1n6cIPjebhLTjXRgpACj
tX5Jog5CkTVuWePe6oYlL3AM8V42lp91+DKFBHUaPJnsK0PECbfiXECZAqgFICTA7xmcc2mrRl/I
2OP61s0N8n699FvvflhL7V7eOyt3q4koDg8Ihrw8a4rSJnDDN/mQOSlUWZpHY9zq0lWhoR+qpQ24
yvpKUBhdm0eweRGwFWJkuFdP96qV91A8DnDTZcvdVDtRMV0Tb9cn3tC1AraElb2IdgFkwNH1ZRMM
8dSULBlNKFe4c9reup4QV9Cph7S6DihikJp3hvZv9RYB6IJBNLupKpoIAXA/NbiE5RSkElx1MpJN
L1m0Q0ljxDm7vGZre+PIzHeF9yi0a1pS6R0zE+BZlLQH4HODivgTEXiytagEtP6AkEG1DZ1A339/
ZKi29b6rFsapVjVQlUXbcEq7gtTXc6bdS1Mb31vxrH4EtQF8YlGmfpQYfYRuIaOonctjXrsGUZa1
UQ7EWjJc1encSpFF8s5Cd+CS7Cs0oOsjGtQDFrtTVfUlGQ4N9RS7frtsd3W7Hpll19fRFEAHL5+G
iCB+n6T7usRBjIynMrI2kr3c1WYCJTWhVCgbCheWnQyVi6v1YArUtlAzpyKfU+VNw4Zou9Dem/bO
1G7t7mef+zW6ffVkNwaCJ+SaPzieZs6poqlMMUEHiet4+hXLv0biZwvTV77SZSe0WxqLkqyiCf5/
pH1Xk6s6sPUvUhVBpFfA2J7xRE9+oXZEZJFE+PV3set+59gyn6l9btXMq5uWWq1Wh7Ukvzo1YRWX
JgSWIwH903s1vebADdHKxOvzL5Xtru/nok+wTRMNizpo5uVukK5vpzKah0xbBYOnza61MGBme4qI
3L5ZSVdfIinM/gA5BQyEY1wbo5TnxpNGQyhIDN10kyvIjcdoAOlHMJLlFMPMaviDRgnfpKzXboAE
eCTAifR7qzU9JIAdXOJsbXxgSXs0GYAZB0VtPK0lB+X0vEqMgsKyQntjGfyWJtukCWySbitQHV1f
am3eOtmOT6TJGb0y0aOWYywdY1QPnQq0jqoGcEz7BOflsZL6fZ74Ra3dVSzgqq951t6MX3hygJMm
+bMC1NHHwSe+mqx82ELIaWFnUAdH+mxmyD3fFqI3BCk1rMKAumha8QdcDfvrui+5aKAiYeoK+QUQ
UUhHGIDTDOCFs7dKYyv1Rwxa1aDLwhx5PVVxEA9Oe/x7iWi+RVMjwNaQkpFsTVSomNkF+OumuE4e
uqhBnkyZ0rtKqLEfRm3jXpc3ayBvLl4jaF1BjwRgm6VFxOPDIOhkxqO8IX7Y7SdYLPt1XcbiBXQq
RPK+IE5olJ5BiCCO4w488YaIbDJD99ukd0sxbCdkUorEeRosJwbY1c+VD1ioQgKp6999nPf5xP3T
rk01xPMI5p3EK6tvons1p02volnifdDucoaHxOd1mYvWCccEC8QhpTL8Sq6QKE1qmE7WA2Apbw59
uDYKv2idaH1FYhVpKTT0nmulhmo6obEGk/bNQcluLaCPaFunf7quyKKzwQQxuvlVIH5Y0hmwS72u
zHJ2NlHxmOrkpmLVcbTjTdR19yyq/eviFtfNQlQJ0DrMwsi97kob9W0O0mRvHtq6bczSOZiT/XZd
yJLVwxz+ESLZA3hdQOYkIMQwBswKVi5JUr/Svl2Xshjs/EF2R7+DpV2AM2YIZoskNWH3NH+qe9VL
HL6Pe7YjIYdLobuOO7e98cty/lOchXSrBQ8J49Nt6VwDAIM5Yezg4dHhlMWfKoawWa0FgoXAgc23
ufHVl8MWXdorXvmy5xSAZn9kzjN3iDvns3hy1tShA7qiMc2hh7MrC4ALDJYfxW/6qO0IMW8a/lJH
7BalFd+hQI7UKLi0MGWYIEBprVeasB3tKFp6flzfDf0iRPnzYUh1q3MOFxWC8w+ro0SUaGfOQCpH
Gp90UXrDjFLRvMyJkzctVKZP28mcPcYFeyB2jqlfdy3q08ANT72onUK3AgHre1Fz5bEItST0AXpr
zNPSaUfdsh9akMdhJBj0rKbuWxrjP7tERL2vkXz4mRUJeL7COg4aOgBbpo9N7TsQAox90Y/p7RjZ
3eCFUT09d06tvvBWST/Dppob41gTgNu5yQ9gvXHuUkWUKzn6pZVRkT208DpYaihDy6bIG9ipBfKv
LTEnbYNq757zut7repn7o22HM3uZWHlFXhz2Gd56BqmiFiZP0NB2viWDzaxkmkA33/KXsECaQV9r
Prw46ZIE6T7tAbszJjnLkbDkiHoPZncTrvH1XHjIWQZFvRpJNgyxyzg3+Yh+dqdPoIV6UAa/E5/C
CvR0P/YrbuuPiZ7d1n8koYgGfBkFwFqSx+/0xIrGENFBB0C51p9b1a0A7svVjvF+8vgTsKZWXhKX
WSlJ5mw8J+fZLrRWmHgzekNAf6e3/cb2p215yO6rPWA2AmO/tmUXbxdJoBTdZkZbm5aAQGUbPeev
8SHdDxvuKc/X/cGC0WPX/llLOaw1eMzMvp6DksAKAN/cBAbUESthwJoUyf6SgiE3P8dXw4/Jj57C
A/BOif/XSEvnS/YnhD/do0gLAW4MKckhBKIje298sYkDa6VSdHmhSXKkW6VTaYtyG+TQJzUQu/a2
3sAvfGTbtaBj8diebM7sOE4UmjQrR3wAQaaym0I/qveh9np9/y+jUgS8qBqqeELC6+EIn8tAhUEo
7RQjzZp9cqAzI5QpxWY0n0MrsB3Q5vy2lKC0VrJZF0HbH6nzY3I+v448vWOwLjRBa5574UxvHbdu
HO4qXALl2rmdLUvyFVAP8Lsz9h/yWJLlqVmXNRpmyrzG7DalXqHt8L1UPnDru+Ah2tgCmOEN6bbo
cPCjaRV+cGEHEfTYgPoAgQpwciXxnIaJQ0uEWGBM6zc8KHblQU88fhvu5nzrFohHxVY9Ru/Xd3Vh
ec/ESnmILGlVyvj8WG1uJuER/Sf6JEATvfJsuuwpQzCBCQMMGszKAc/k3HiQ9BUtqmFIkIsazOyM
MXGH8KD/HXdIRyi0QzOymfLhu13Q7r4Yeg7GPZEiTQBespveGurnDHOrEXDfpvy1jmn6WGWk+84d
Mq3c7pf5C3wr8pgqHpRAYrsonMQ5N+buk8zTnro3x803uuYyX9lPN2VQCld5aXbXN2HhWj8TKG0C
GKjmtDEEOs2TDkBCaw0MY2mXTzWS/FBLo9YmCNY8Vd8AxrokKInEipdQ/7oiS0aMJDC6SizknS+G
SUglqi5WEZ/YJqofXXpf6Mili3qlBWhhvfA8Rpg+owACVlG61otcVEmPMQmvs3s/Jgg8B++6Iksh
CiZ7gbOhz7Of8iOuB2JjL2oooo1oMd5oxUZ0mtugL79W16hLFjYHuZK5a0pFNQt5+/OjIRTKM4FB
dCSHXFF81cNDW26SdM2qF1U6ESNdEaLvK4CLIRYat84RkDKaVz5bt9lD+Bh77e8ictPY1UCGTfxq
xbVeZsRwDdogg0drDt72gMQ715DqaRumKTRUj8aR3tAN2STf6dN34x75R8D87e3C7cAq63rxXvfG
XQJezxUHtGAyZ58gHbHUcGLNHudFLj5N+y5ZI0xauh3PBEi7mCixMGIHAowfeuyCYTl2hUv9WANx
6Kb7bq4lWZcCpdM1lbaTxRkTCYOFsn13V2JsDuDP05Z27nRTuOoT2Y7voKjy3vSXdiVEW4xwT0XP
XuAk2CAk0zOqQdX6AyC1+9j2xTt1q9JVZ0Py2uc0+HsHeba48xE6kcjQESqyePYrQ+EqZBMNf130
l0xUcingATTbfNap0NK9KZJdyVd0WD7m/x6CeUNPdKhAPFNNI3SoiihwdMDpDe8mJiDV4LrrWpQD
APx5om9mtpIM0RBIoAN2BBNu6tNkoARvf2v1eydhKy5ywdeDNOBfOZIBmiDXBAcJXooReRzFXdO/
k27N0mbHIMVkZzIkS0vNUGtQhwLSSPSchKjC5ZsCxaeo37XTnVY/xcVecb6N/+G6PBMrmRvS5w6J
7dlZUK/D2EdXKaAiutXXtmptCWWjYyUGuDuoF9pHgz/U6JrVU/+6OazJkMxuLKcw11rIqKPnyd6V
APGkq3PTi94Vw5wAfMDT/SIJ2WGOM6Lo9vUqQFZ3hu8A6QsQ9FnhWcor6ONo/FZnxwbQ5aEKFtbs
haxFHotPLUwNoF8I8BPA75bMvmyqvBElzL6rAh3k4XlQqMAirgC15gCEqHeV4ZCt0kktrS4Kxei+
x0mYnw/nh7o1mFmPc9qw9gc/3PPvE0biK9fBJHP0YHj8TnkGH/EaldFShDrXp/8RK21qQvQEqwDc
PHNr4V05BJHr1reD131Ux+p27Rm75FFOpUkPP8tMp7FWLWQo8x2nd5hJtRv0/W+uG+r8zfJZP5Ei
g9LVTm4DLhxSjPqj4D6d7mxwhQDtuRmCMP+4LmwxJDmVJoUkKqmGqdIgDZju28GPsGXJg3WPEChx
8y3eP9pHhHwRez7qN+DNTHzQ24k1PoWl3O/pPv4ZDz+5E8qh420IymBveviK3fRu2gHO6uhsfmn7
JggxaMNROby9XZuTXLZa9E2ZaJoGLrhktRNX09JWEApmtV/XNdLInkWer6/w/8dG/xUi2Wg/oem7
HqFbGwjf2HX3yCl+yw+9HwJpvd91axHeYgQGH/SPVpKZdgD60BoVArWtmgXhdniJnsqPYfJU01Xc
tSTm4hqiR19F6A5gGDldgHEC6lRzvBcXCJ4PbbLr1545yyL+yfbK9PNlXyd9PMCl0Txx0bA9pJHb
iJVrfMF1n6U9pMBYpKlC7BhpjzIe3MK+V9ei/wXvgfTrXHzX0DoMKoBzF5lZ4P7pbSRwGjjhlPwe
UHZjd2ztAlhYrDMxkh4t09u4diBGjw5RchBsZ4TBdZNeXKoTTaQrZtKIXUVpnnugavD7RnF59HJd
wpoS8xec+ANSRzXyEVACdRf01/1monUN/nVdyNLJNAFih+F7dIXOlE/nUiZ0OmPiCFKSiLog3nBD
lgHn2i2Ke6RmIG8w/KnZ8PJ16F7DtQnN+RhKfv5MuhRcpUQXCYYLEZ+KZNs41lER6KwCBXakmxsA
s/kJGpoKu9le13r2adfESj4vzpIIr28oPenPTXjIjLtB/dTrL31aOVCXe4jEgQXgMUBIo4YptzDm
wJw1G8UCEXupgKKpq+5zkwA4m60kRi/XEX0c6AmjIOxA0uAizm+7qi1GEzOGBea2uzsOrLgKyGr6
XmkxWPtY9CvFpyXFMPE+DwVQnAK5zW/guYkBcCv1MrSzq68peybN5/VNWhEht/gZnVk4YQkR3Oi2
Nf3QO9Nv1kZ4Ft6vtgn8O0BBgaESfQ6S/Yeq0+KJhJGkCWQuv23u5b8dl9+C06itXeuL3JnH1C93
11W7dB7nQiWzHwm3+n6A0MrC7CTwzfs1T74Q00CEPbcsgt0As9aSp63aNmJxFULEpngRQeblQbIt
9s4h2zdo1/WA31q8WVvuPfWuc0i2zmFtfP3S159/geSEc0rMQonxBZYAYPXe0DZCF7iz3q6v5YIY
INXMCUYQOMzO5NyB4XgBnaCLoWD3aji3+hBYyku31qL3py3s3GUAKg0W4oCQFvOhf6K3E2+sNJpT
5VmOiNTNn9M3VbjRJlE9pHXc+Cbehn7m6pGX3IlNFORHZzU6XDgNZ/KlgKbKJq0BExSqlzdToPpZ
QD/V+zHQ3OzVvvtpbb/9vL6sCxfDmcJyiQ+NU3We2BAYfhmq2yte+iZuwbi2Me66IVB/o+3TXRF5
6ZZR8HDQMIaW9jn3Kd2piTKS2kD7MB5Q5Jg8VvfiiIZ282BypM+mrfOleug0CT1wAq8VNJesyJ4h
HlDKnzO9khswyGiqKTjNMKQdZu5Uhc+Z0t33E2n2KkjrV87/kqKn0uavOTGm1DKSiegYHCziKnUp
/zYU2YsWfdqTthvb39eXdcFywOiCWQxcEAYmIuVVTTgLqwob6ZQgoVW+DWPnmvx4XciCR7PnI6gC
gBGcVXKOfFCHtrScDnHp3A3lojhoPSEEtFesckmMqSNaASIR+ssvtim288QiPZ7YSPSDEIbbfx/K
20hcAIYZ4IgYVZS7BGInJrmWotFlKhpfs94wXOyytbG6pS0BRCi6UGdZGAU7339qZTHvbRTaiP0k
miDrfLTzXd+QhYjApoAAAKorppcuCrQjc3K1Ei3aUsIgnT5Y3bsJpn5QplUDzI6huJCvHd8/7ECS
j8SNgyoJhrWglVzXYxPJHRZhPkRHd/rkKjQcvTxUwsdBt2DnFkMmDYvJqWfZovOdnvVupdroXUHq
C+QaWHnSeLQnyPjHU9Pv+57Qtzxs8BqJFcF3CdfTyRc6AioFLO9s2/UZsI4FgqtDU/fdAeXG+r5S
x6i75VZMH83JxM0zjVOgtSO7NbVc+dLGEqMQsd3sOxzE2FNVTHC6dKJqhcGWlNRuFTnm71wph2Ci
9vg9JqPxVDZhfmSkSd85BslvKcAPAwMynrgdmbe8KDTm54Mjbmhmmh8CfX5bLR3ZPG/Rt6OvRqS4
L2Nb+JOSgSFirBXxDXE3Oo+1SAWhjgl7c+seEFB9UbfTLXrT+vDRIYr+kAwO+I96R3daEN2wcm8Z
bHzjXc0CKxZO5JZqiyGIPjW3LNanGMXqkgO4txvRIDqBN+chA3rYR1pN4VPZNjH6xiyjAkwRSXyL
j319IyjwxJCOZsVtwdPyBtuoRxvdScdfWqWVuTv1af4SdxpH+sxQlKBomvh301ZgDCJWXSAJZFld
inQbwII02ref5RQJ5gpmJ9/VqNY3GCqnYA4sMv1AWYOsemuGa+O+cxJBNj8IV5F5xKAeJkjPT1WM
WJWRqsSbP588CsYUjbTbKQFLTcs9TLH+SshankFbckgYrkGpDgE+HIYkU+RVxaIWfo8ckaAqDh8l
KCbc/I4C7PRe3ILu5Gjcp5vK7x7z72xjIwzTZkbQ64d98SswhA5wWgAdY4D2XHMjjCxa5DjsehqY
QK3uhtX4Y+GCtIHE8o8I6crS+3Ao7RYinDAwOle7G73vyCNbrvboFL7+VO3jQ+06+7WLeU01Kbzj
RWaVbQ+5kY7mnwyzfMX+/7Z4Um6qHdUOKCOzp8T5auL7QXu6LmAplEJIgbgCDcB/GtPPt6fF+6Ms
2hGxY6mRL0tY1mfBIiQRK7tA1ceZmizIQwd4CDQ3xeS2LIw1H23X+c860hPYb9zc8rgXa5NvS4t7
ep1KoUEWhUMfUVynffdKENKabKU4v2Q1pwLmDzgJdOy6TUsNdG5e1WtvqVZsKwdw7iO/KbT/IOn0
SpVeG05ewKMkaMNshq/UMP2k435d9GhiWYMqXLu8pUVTyq7kPcHl3Yw7tb5p8NReQ75fiA8xMEER
j2JswrgYu4/FqAl4M0SjaRHkRhnkW/MIdPENDdXtdeNcEyWt21AqeToS5L5DHu8A6V9kaEts/Va5
Y389d0QRWp1oJS3coFqRSEMUKjAi6LcmCPeon5VvVKn8gpjedb2WLgMQ7oEoGrSsJlhUzy2vikrR
NQ6WsOde3MQuZ55Od06tu8aw75M1o1gy9FNxkqE3akrHAlTY3pij2i/8UfkdCldkb9e1WigSzHQT
KGyBHoCahjy2AFaZmvVc4Bm46TbWzjn+Qg35B66cGrWm2NW3yq6/dXb8o3f8td7SJcNHkI+07czM
e9HQY3ZDZ2QGZDPSuujtttEnok7l5rqKK1Lkd+cICB0zHnGjJqxwbYYR1WezC67LWNqtE03k5Eg+
YQIpHaGJwQ1z2wO/DQVC9Q64qirKymFy/L+Jk85YPNIqazKI0/UfmfUDHIsYPhtclrxfl/MnWStH
QKd6SUafVLmtkvkVFn9zXhTkGt3pgKQZLs+DtUFBC7gr93YQf18RO3eaX4hF2IEwCN1RwFU9P2s1
XEgddpilEbhBcwNz78+ddlRHpHFjn5VBO653Niyd77lB0pgzBZikllR1mMr6aJ6s0cuCe3zSb8uu
O3Y9z0F6fi9QZCbOStfUkqsE94IJFRXHQovWuZqIhHvdmudCSU87AGM+GmkH7Na4UPbcrj7AgLBW
S1+UOPf2o5QO4jeZ6MnsWtpUKa6acsws9AOo8bRL+1j90tKQMK+iVZhtc4ykrFQFFuICzJ9gQhLo
v3hWyN292OIiNQGa4BXM2JfdnRVW2+s2s3DKwdyL5mHQHKBOJ4/OETRc27RD/7CSpvnGmBTmm3Uz
oBPR+nVd0sUaAj0JHbTIf8xQAvg73zUMyI1q73SFR9vW1cBy2v2s6ZMR/zDXwG0vvMosaWbsxvsX
00PybnVJ11pqKQpPAEI1UVpfj3cmMmbhyiVwYfqSHEmjpHE6ZEShkW6BrLVLf9iYrAUQWpBmzqcR
0huerjUMromct/MkjrOKHhmrCSLxyAAgms/YczOCgbgEZsIPBk7b63u2vJLoEwQQkHYJ5jFicjPT
rL5AUQrVEnHP+8QV8ZOR/nWgNS+lAcuYUz0o+UiJmAlkWJqSQ1CTvRv5HcmCGrmFwtlUfbyi0+IS
noiSLoGCD4416BA1EgA1aa6Wd5ssu4mAOZSmB+Ove9gkzST/qMc6U5x6XkLA1qUsvI36fnd9ly6D
EUmGZIg5uN1i2s2rN34V5vOoAnxlcO3xpk1u6ilIe8A4uRnfoR5OjNEz49feeTbbRxSq0D3/svI1
8wKe3ULS10g2mmhdWSoUX1MLQDTegrzORUbSFegT5+atE9aupgQYi2TFZpWs97LfYBaOnCRmHzHl
jmLq+QEhZpVGdjMW6N7SPlOEEYAfvCcAgrDVdDs6IH0u0BVUfxVOhlg0zNe2Yv79C+UB6Ij8rgaW
I/k6xGth7GMyg1OqJsbO0JoMuMWie1VMVChyfUfQ5yXy8Bs16w+qrFyMl0U0aA9WeWRecFVpGHU9
177UO2FmNrQX/XtfmH6oASLTzj0jqt5CR9tbpbXhA0iFx2ETGelH3xeb0GwPdQ6eu+tmsOQ6Tj9F
OmZGaOhgD8dCAK+WR2yjOL90dqdU0X9Z8VNB0gEDI6iCJzkEVRb3svRNt7eawsGe9WIit0nw1BWN
m/BHna3yUl/EW3+We746gdetIKVwvtwOoGpF5WC555yIzjeG+VNXnoAVnwzGJk0e2Hifa5v/sq7/
ypzd28kNMFGcrK6CTEBVTNVGA+hJ5ptJ3m/rLB4+hcP75+sSly5uKPq/Wl5A3omp7jKKIBJw5+BE
Dyvc3NZdER9zp/CQ0vWvS7sEP/+zqBhABAEFoh6ZQyoD4ErZKQp+m9kumzxFeTJo5nLrxTa/JzMd
G9jb6UcZPnR/DXR0Llqe+m0GYqT2CNFtNQSAG8m7zs915MDTNR+5aDkzvZwJvnsECZLlWPVAplqD
pLx8Y2FQj54W3SHTDCziG/S1WZM3rQHsLbpGFKD+kSlZjjVNWaGWkGmCaTe1gkyhHgkPdhIQ49as
tlO4MYkfq99WNnQ+gLJLPJUrVUxjYZMuUyEXIyJe7ezr9t4w4Qi9tj/kHTrHWz/MAjxPMMwRmmsz
AIt+CG8x1KgA3AoAlPPzojbJmDo5LWYav9euTwBiDeIb9paRNaL4+Zcu9DyRNH/JyclsB5EpQw9J
JVDOOGO+LuKAk7+GsYaRziE7AINnUpCLBjRVDMBxUaEQQYrdSpLItSP4nILSr1TtVkYalpYPOQ4d
zND4p7Kh2lWdq0QhhUe0wgMWkOu0DOj71VNI16j7ltbvVJRknzqqMJGO8gzSGnntpzqgVkFxafrc
XAPxvHyfz2t4opVkkhaABYTIIaosbhvtS3MeTcAlVgfGf6CupYPUW31Tw50m3sv0WR3QqL+9fiiW
fOrJB8jJlWJAOxKmvxAmlD/z/EaxDypNPFt7zOO1av68bLJZnoqSYgJRhbRxoqj0msn6nbK3tMBw
vyl8jiKMzVkgaLai3JJELPA/16K0umyKeS7mC8OgPxNym3KXhKXLBk9X7pJs7YAvmc2/0uBPz49d
qFZjonHc/1ZR3sRls+NNiIDz1/UNW5ICXlucOAyjGug7OZdCEpOkjQhhnIWxd5rutePMr0S4uS5m
8bidiJGiJt1mWaxSiEEUeduWNJggIh6MXZ1rK61qC7uE8XtMVaJ50TQxliJpFGf/a4KW0zebLKSO
3yt5jZEE6zFpieIb9cBcNIrWK/HE/BqRDNIAiRIwrjXIN2VQmYJ3JstzVqIKE5NnvcstAKPaYsUI
ZyOTpYDFGe9JuH0b44Ln6k2VHpa5jodxXr2BM0mJD+PkNuGX7YwuJpddda0x+LIECZR15LnR4g/c
3Blk61xiVQqA/FVK6cU2d3UM0WWdcLvJ8sYOqbje2DnatIk16qYG2eud6lpWtDHaeNtOADeP+vu4
QB+22W8m03pRStW17WybOWmQOKnPC8dLAaR93dwWbMDEHuiwagQhiA3OP3lKkU/IiApeHgthcuZW
9sYMN1X3GekV+ARWpF2Og8xtKWhtRS0AiWvg+J2Lq20kFLRZnJVjruZ7j3lulKNM48madmq/6bst
MbzrGi44WvghCyCgKO5hzlF6HRilbdNsoqUHRAY/jlDkszZldF/bh4rGK/otHF4YgINrEmhGc/fN
uXrj0GfVwKEeqvI+DxGvJm6W/Mzbp+s6LeyagWF4VB0wto2Z51nnk0DDEgWJUwGdhnZraMjVsX3U
v2gpXpjtzoKn/7+Jmz/nRFyp1pNizUs4RK+lw1zVuU/EAwtfi164+X95VEE7DKXPpQ2wJUqrmPMq
HhrFLD2AzmQ2SLRbN0lVv9HeYtttjP1U3pWhe13FpZ2zsG04AzgKgK09VzHSOmNgWV96ovZbgB0W
2a9ifOmVemUpF6wRYAb/ypHce5Q7YCBR4ZQMeyeA1Gq6BqGo3XgZX+0Cmi1bdoC4p4CrpaEJCJW3
c53GaKhrGkOWpT4O9JEMnoZ0BLj9ula4hhNYql/yoEbjVqJvbfHr+oounXUYJ0QDDRh/MmFeblqJ
mY/DHyNtlR9p9WUZgSZ23PEUA40s3TYbVs7F7K0uND4RKRkqa8OhaEzsoglCiWlyjrm+NkCzuIEn
IiQPxkx97A0BEaRih8qoAxJVgajjOyPN3gUbV7q7l95sp6so915rZtZwu8UqWlX/s2YPVqaApy16
QEbxBkTXRxLZgYO0b0s/Gnstslp6ip9Jl46FUzrtyB1oy5p9Wm2qBIhP/Jl0P8PozWaHkh/BC1jr
L5yuvDouOzVwl55YjyMdlJhoWjHakFxXiU9q1M9adjDM5KE2y9eGZ8HYP48625JIAAn/OOpoBM5W
3Pnq4kt3R6qbY9lzLH5a/czCp67q/dbx8uRBVF4m9sWE1/p7s9b4uOiL5qoyXBGaqOTAZRwjZSgo
pDLVL9qj1TyGfZAUK0HY0h0CBKb/J4VKUXOahF1JDEgxKCKkDrFKMKk7zfjS5u63l+vOYCEWQ9oI
zCkziAvGL6RTE1tjQVUgfnmO/UqKdGvyt9Ehx1oBDmdpHhID3dPGGgHJilA5mQMEG5X0LYSKEpA4
ryCrS5ByYODvUA5WFLvmGv/Y7FAl94MRVxRCgZYHHDL5iYAhKyfSasR/mPHmreZq9X5E7931pVyw
jjMh0sEwcjMPW+C6e9Pw2CKPA6RLUJ9g+VZuqjVlJNuPia2WFp/l2N/Rs4rKAiqsa7idC94U4Scm
V5DFwICybOpFhUnEFKU6D5VVmr055caeNiA2Rbp2bXMW1+0k0pX0cTQMQJQKRPHwYRK/qv5oRUej
XXlTLdkcgHSw+WixmTvYz+9cu2GlFtoIlcqcuWW6d9RXVn7Yw+Aa7Y8J3ZfwGX9vDwjd0dCDKx4t
h9LRGiszA3MLJKLj1iVtCC6B6KACbUrL/rq1BtH7iSg5Z4GaQ2pU6SwKgPZAANoR7R0Yie5U2o/X
lbokh/0jCk+omXAONUEpwm0ABcaHyCi9sa2zn0UYld9trpKPXmv4sbG00NiMZRYBdpJlh2yarIM5
ApJ7q6oO21cgVM1djU6l+ojuarXbxBOrhK/ouViJOBa8KArZGsjq0d+NcpO0+twYhqYbrRIxFUi1
tMBsHg2AEWWYCdVL5vb15/WFWTow6HpAK4CGKBUF+3P7isyOC95AHmsrNy3RGfw5IIA0lUc7ZivX
36JuKPuiaI9M/EVxg9C67PRZt6mqVQDMsnGjWfyujjjmLCd+n2ZlvIPyKy0PS89ocFKihDdTfV6+
2FimVzGSmhwj52b4ZoM24tmKqHqc4kFTPV1k7Wdv6ulOo7nxuzI655szMLFpBIAF3QE1nz2aqI0P
PFii0QV+iP1sJ6mRbklJ+943K8HYphZm+m4w0K3lpt74CanV39GkI9+hqpG6GoovZPuB8IyZNvBt
gT1KbogOOXBU+hTNz7z81Oid5oAFw3zi2pOmDT4bbhq6QUnyuqksbN+ZzNkhnrzaqDXVgtoN90iG
omc2+fn4bc6rGlnmtmjfbVHOvy5xqfp4JlI6tcPYR4NFZ5H1RgEqF90Cx3uuwarWjqsAieN7J7pD
nqmtgoI/ceft+gcsqwwwM7AkwWfIYQYuW2A2ZR1QFpU7XvpN+2y3qMsBIxm1BxjDdWlLMSrU/Uec
HGCkGBnioYpdTRT0NGq70rkfxb6rPILptJkAIDTfOJD/UOQxfw71Gofb0gvrTL502YBTFegMEdSN
pn0C+uj4HZjUkeKN8SvTd4PxwaNkReeFqOBMpOR/wNmNosS8wpr2xMQvBbyF3e/ry7pwhZ6JkC5q
LkQ2DQpWlYFkuER/hqIGBsqrTr7LJ7+ed3ZzXeKCUwX6FaBCdCCkAQ5PWkfSq04/6RPAjJ2b0QYl
qO069fc43Fqre7YkCu9/EJxQQK2iBnF+KJ06xyhOhE7YgXyVhW+AjMdOgWSXu8O01lKzEPFg8gez
TYirVOcip0FboOkAqAc8uDmqmMUBsekmSX6Iand9+ZbsEFMleEvAt82dxdKxV4VihiJTuUc7A/3L
hUW7zKUZZX7ftOXkjo2iMRc068XBJHbb+3mCcSG/ioZ8pfd8yTxVgNeCoABUlxcjqCJioV2MCWyn
wpBPBHxXDNCHtrUSGy/sIjgxVPA2YNxVhcmf76JCFbtVp5SjkOpmQFRWtCMKp076XV9DEF06DADI
0BVMjiFFL+PniAJTRhTQh54N5MvijY+JqzQ3ANbLybDNS7bHxbeym7O1S6+YGfIOqJ4OiBuRujlX
ziZ1zSu1xPWr/FbSLUJaV+1iFzP6YkiD1Pksy7dIf0uKNVjWxVX9V7AlvUgH3qVKq0MwJcKrOoAd
ED9xHo3wm5YJt+qDOLxxqq0x7WLHa+hjbX3E0edU3jerSD4LiaTTNZA9wtCOuehMfAohtWfAeHsV
jURgoVW+JVbj6fVOyw/R5BejGxH0LnthMfwHT4uXMsW4Ci6zi8kDSw/1iOoVftp2NonxwBjwUsrP
lc1eCkzQ1zfDuFqIQWT0AM1qtTw0IUWgGtEHmfYtzLf2bMh1kIw3dSI80+pWVLvMq8yEF+q/dA3z
MT4JTUpQJ5MsB0pLRPKAFltr+ozCezpu2ybadPWTprzY+m9whF/X9mJXJbGzwzwR29Stbuc6mmmN
pAwIcp7m8Lch8ywBfVegSgCqKpqhzyXUkRrpTYP5orm9UFc3qnhNyJaSXZcmXhavTZtdeHiIQ6kB
07s4rOg/ki4uYwLsvM3Q7q2qB9xhXtJSr0m+ShKvOIWllTsVJF37DTeKqLEwi0t5ceym4kVffcde
uO5ZF4DaW6hFAsntz0jryebENMx0W6Cnm7UfNghWK0BlrLjti/BQEjFreSLCUNqsyv/QCfWvYM2w
YkAyUsPrIrT7PFZrbS+Lm3OikGTkTuooVRxic8b0RkUnJLG429t4oay1EqwJksx6IGi4FClWLglv
VPtVZHd182yx/fXDs7Q/4E3F7NzsKajccz8kkz2Z88xQ9D+kfdlu3Dqw7RcJ0EBNr9TUk7s9x86L
EDux5nnW158lX9yTbrbQRPYJsPdLgFQXVSSLVavWSg0wogrvZVlhTCl/uG1mLdIWqAk4ZGX8x9bQ
/FBUZ6LjaDCSmOxFX+po0Erxy20r1y8VhAKA6CZa3wSE9ywoSGxjPQdeFvMZnfCzqxRPFhQqgHx3
UhM6jOFhaHAGGnY11a7ZBU6ALWWUgZV2xn85DDEgrqBFgqTliiJPKbUBU0Z4MdRzS2ge9SNNMDVa
kwISDIU1CCZIoEBeV0a0iWermDXOL1gOpYsL/3st/v4AZltoZpVm+jIKo0E+JO/cRN/n4CmB/HqQ
iQ6wvBCj4uzEtZA995nZG6o/4H0fAL1k1qMbtR9N5BWDYs/tB+c7LwfTLd+YvaHm5hTpEnybVEha
5OApLQcQWej1LgAHPMUT0tbbD2VOvAUJG8vIcxQeEHb1ujv3lsmPSdLLxrAscIORtFT2yJBRYvyZ
1c9K+5jCuxawyoR4TcdpHq2dd6gRoTAFll+gIJhVNpQpTKCEjiNVijeBblKzAHN//NQadgwkZW/f
Xuyr/O07jv6aY9a6KqDOIkD92ArC+Uc+VU5PtF3ZoZ2wiBxK5tdtc6sxpCJvWeimMc/LJOEYxY1N
lDcgFtkZ9lShl3mcRS+eeMngqlsYlwQhyYLqZpP9MJqLjkSwU2VPy6boK2+UAtuo7gyeRtuqKRNU
TkDliIAPMPd5WWehVscVjgJRssRgowh2VriT/ytSOAXWtdBYxtNVVUanHTnL5VUYTcbYdpDktqTW
aVVbkx765CRqA3rFh6bl7Pa1q+Pc2PJjzu5dKUqA/9ZhLO+b3OtjSaSYOWq3cqe0nBjkmWISsCSZ
K5JJMKUMR336TIV7yI5xbKwFHghckOEBL4PJYOYrSQ0A50WMgCg71GA7dJvB4lHKApCRHEur3pxZ
Wk63s4WLoT00mwUsBZiYEhRglvxj37/f3kdrx/+5O8w+iqueiJjcQ1ZMIlqBhq2KqKSikv6cTRVt
xlNVObctri6gSQAQBAUNHutM8OGyCbp8wpz/GB5J4ZbiNgLpTsyJOp4VJurwgjO7sYIVUIKYFLQf
P1EE3UWSfEpDHnzkulEOJVDsWDzW4A8OpOVLnn2pELhBKTYwv58hWahzUDKZJdWqlHbkS0+FLcjW
ZVw/6i7oeoiASMB/1JxrfGVLL2Mn4gIvQbOV3dJjiTZgufwEnXzJugMgS6lu+6Kmov4JIntOaK4c
Vcs4GMB1UC1Ei4bZaKgrFYCTinBY7VFwFFwUoJ6JNm5ModhnAabtbscMwQIyF/mysAT3GeSsr8YU
Z6keO0XB15xFzRk0w4Es520LK5vNkGUCTZOlDgjy0MtPCMhWOtXoLgB9/LMMjoCu0DjlcO7zbDAx
SdJI1DPg7KAUW4NN8WeiCwfJGN3bnqxE/oUnzLcZokRVghKRUMeofjdWCkoQ5Ulqdc6K3baDcY3L
FQOxDOpjoIC3RNLTQjyFEaSTUY3mUb59X+Xsx0dNALBB/M/UWVJFGRLOlVLjWT3XoH2lXT2VCQ2J
ZNqCAMWvZfIYpHZZV5mOD6qnbTiMwzYedPMwGsuIfjqEiT0b1eDNYRi7sNH9ycVEjGiNQuG90Zp+
5iR1DPnBaJwDnWZT4g9Oi72mbzqI34pQW2sUJ0lLGYCtefzhD7P4HgdNcDCjcvo5BqnuPySdrLwT
dMTsIhQgsTmIeuAZqaT99qNkvtdTOZNtwehzryzLfKDaGAwx+vh153u13+r9wawTAUTZTSKFnhQE
4Y8aWKMfQl0pipUXRfheToYUUSHws9wyWqCpoLWcu0NcxyZng68dJ8DOLsQNAC5g4ID5uCUuv0zC
WLefg4RC9WokrSXZjNWhJA56ardDdm1jnFuTL60FcRcBxA1rgDlRIKvRycbEHkoat82sRey5Geau
axJwS5kTzEjKbyl7SPzHvvusuJrJy9qw8Yr+E3jekJmayLIuval9NTSVUEPCX32Wii1nnkJOSRiD
jmsvxJ5enMzqXtMebju39s4Acexfs4v3Z5fQ0IZBilcApv+V332v0iJ7TJuEar2jYgRTJKdGcNrI
Erotx/DK1zOXajgOTRAKA/58adio5lYwSQuWdz36JMXPuQcll/oQ9C8dZIK0YHIMPAOCRN2O7XFO
APfVAOMMi92k6N7t37JyL138FGYN2tpIIXWLn0IGSUMPXrUFFbTlSgsGfOAxQKHF2Scr6RMcx70k
AfctYsDo0ndf8/OIZEOG8SLtqUiBYDHKxFIz/9gJxRfURTfN1DyVhEfA982HygTZuWFWdVDNpGQA
VRDK8sW89cUUKY4BJH0rkPYOw6bjgMQniffxDLjALgkFfy+C7S6ygB8Iv/xJEQWrTTQJ0ppZfy/K
U7yJQVpRUCIkqUynzm/fw0QdX/sAEtw0JmG1C4de3U2imN6LMa7hPOBJOK6FMHJR9FZAJAruQhaz
Ggdz04b9CDUzoe9R+u7uRKNRcSqQdyD8E6euk2fUYe7V1ANxiEKh0/l1O4CuZ6kxV4XHMrhqRHxO
kC9cflA9UPVmNLvM0qYXtRTdUMpezSGnfZw+mWiGBIaIyavekpqaSuF4HwHo36rRUys/kS6+86Xn
EXOogsJjcV1ZG6h0gWtRxz4DVyG7NtBTVkgtVpD2yEE1VymtbEX6fEJFifpF6JSzSOPpY4TGQtp8
+pX6dHth1jY5+G6grwlSUBHP/Mt1IaEOpsxIhLSNkP1QAL00G/1Vk9J/TypA7bHUwlB8wQuBvXeG
eNTUCmE9DTPVIPW6KH2EXoYJ7tv+rHzopc4IeklwUWA0gG3yNBL6vpIxgbZHfh/x3iZvAArWkp3N
u158IZ3rdxTUS0o10hQaIOD/S6NtGGxExQKTFufXXK/uUr9HMQOSrrh0NSYzFFPwkGJjoQingvQ9
BK4G8308/ayVMwNfDocrmlsGCrnakmWf3RBCaiKtDaFqa7t3p+flz6NHqbWznia6Celmw8l3r+9b
KKipmLwAFyD2Ncvp3IW9rowVbqQAsriQ/h4BL5Vfx5YDdbl+HFyaYQ59JI1K1SwqfWBgoQM5TiaP
cen6Wlks4LWzEFiJ6HFfLpyaTpGUqbCACXtnEl/y2U5yDOfMjv/PLHjf5w8ek+j7AXfF9pA0bfYR
Cjh/EjNu79s8guh2m/07JAlmzk8TZs3A56H2WltD7rUy3b5Cg3USJhDbhMfZ/6qbyJ0AJKQzXhEj
r3K3tpjoWuG6xKWJQ565MovClxSQbOKExUM56u/QWF2SI3/cz8k/wyMXN//aYjGL0QCMWQjVYUuZ
W1AyGKA82yvR3uC9UVZ9UhXU04CUIzJbjUxCDRVtgM3Ay9JSSSwoGGG66Zi2P3PB4xxc1+klfDqz
xezisScNCFNhC09W5OR/RAk5+UbzC4voHzPK2hFxC8Xtx+fbhld8xAPMBLMGVCPgIpPmyaYRNTop
cmvIvgJwxco5bmZCxXinm7HzH2yhuLDQSgE0930Znp9UQ53lYA7MLRN4dIl4suyJpYo5hI62/95G
lTDRgY40cg4A4tn0tWynSg6mCrYaTwP5WGKi7CVhQoWzfitdp0tDzJ4rlanW0hGGumyfhHdz6Y3K
b9lwQMuYo8ve53t0WkT5tSi2RuN0CeeBcJ2qwjxBBw+3HsbT2ApRrpppgGQU1CjqYOPhbLWRZg1L
F1R/yoHak5XfCW/SeuUGuLDJ3GsKTjM5I7A5k9Q1Y1fK/I2u7NSW10fjOcccKmXVqnE51mi7AwUK
Pnw4NVFQMkkqKA5Jb0WiGxnvt4P0+o18saDsDAXuckiKy3Au11Fp27WNPZOfc0PwyLfGuN7+uzWk
pSJowPDEAq/V5R00jWJfo3iOh38ROcpUWUl9EFDfS8BVUXUDBYCGk5Ssbfhzi8zHU9UOE6k6iBsE
qfSaEfDRxBoMzY3CDAywvOxk1ZqMFyyaLBLoVJjMD/CUOExq+IdxJ3vKdapCoSOaClsOXnOB90i/
+nYAxUH1EuNpS5KJpOtyNf1BHvqukwQ0WS1wXUvgOAw1GVDOOyN+wIvt9re7ylAWaxB1gRAE0rur
6yGM1LxJfVgTzF9NFlgD4aRA3xfZxXOQscBcCn5I2qqI0YXQvPkz2qRbd978UTxhV75G1kdPEwv4
IRuL6/6z5AksazqOFCANkRx9C2CcHdV90ehRleoCzUW8hFB9aI9N8RoDqpZg7iHDPP7wz2o1jEnm
46UZCMt7GeERTD9T9DYxR1TENE/dUvrVGxi29jl77yo9Zwwyqyt3c9vnqNbScTwasqtA/1yKvNsx
cnVUMjaY69WfgznTQ9gIcST7UKMcOgqAekU4vqzFIh5XqNSg0IloZM4RgP2bUI5gpy6fUwXU0Twp
o/XF+muAOTa0pJ3mrFgMjE+oSEjSQzhy0gOeD+bl7m3VSYmTFiaMECy5IH+cCS/GOCbYyctCAqVS
tixTA+QdCV5Fk/Md1pcJPAFgQYDcG2GyAX+UtR6js/AhbhbwXV0/ytrj7Zj6PsbYY0HDSDOqIwao
K9ncZtBCTdB6eKG9yN4bZiVfU5D5e5KXbHOv2XCxwKtBfGaPcarK1U6US9jrXelJeuvfZOsxsXwo
ONwfhoN80G3R022OkzK+9i0nmYgm7ZyEgJVhJYPEDirVqmt7Nvd9By1tnWr6KVy0BABiTRpb5BFo
rsYJ0NWA4KmoA7JEwFKQaIlew2Pdv6uyk9H86xt6ORbO/n1mNwV938egyMDVMWkWUXpnMqg436U8
KQyeH8yWqjQlUKfliCvqlGbSxhd5OIDrqa5LV1iEb006IR4CmECdQw/sn9HDfOg3n6DFDb/yfUo1
N3PLF57UHdcsk1hEvhnN4wCzpmxNjw/Zl2hFNENGuB/ef0x2tn0x7Uzl5E7fr9iroMSnk6AliTSD
fcF0YieI6CUJdDZptVM/ZW/yjLvqq7Wf7+OUTqcQeyGwaxq/iHueVu41Jn9Z6jPry5Y5u5TB7g4k
hI8tMal0Dp3iFZrGNR19R/DkHyHn5vomgbr2FaQuKPUAt8IijYoskop5SQHiQ/VVvcoWyuF7bSt5
4yO0Hnc1BXpmn4iUF7Orbi44Yiio4w+Ejy/dNOJ5nIcRbo5JQTXVLtFmiI+1YinTtlTt2D9WvK7n
qrNgl8UhB2IR1GMZm03i910pwNksA/W36OQdrbx8rz5iAvAwuZjHfxg2oxc7/4xowDc9N8ycrVpT
tVUvwnBiHluRTtIzAVqxUje3j9O1g+DcDHOa4luiTyDDjCi/Y2oN/aM/tw2s5qrnFpgjTdB9X/aB
8sRYmlVReVe65L6lNDg0ga1Rg740m9x7ULbqPW9frFxPCtqZIgEjDAoZ7KiKPJahOteTQKvmRUKv
pgL1/XbkzaGt3OywgstgAUhgEo05cJQ4M9W0nnHOESdH8ySsEzSteVLfK98JRQsMg4uoSgJ7whzY
ol/rSpdDyDg2X0z9QQw543zfw8oXuxoVSDD/YmIfCkmLntDl5uqlSsU8cxZa+9E2rGBjnhRqeLHt
uxVt3WifOO0+eyBW4IxWa82v94OnHjW8NHKa3TcnnDV73yHH4+yBZ20r08B+Sa3boXS10sxPXNbo
7JgLjagVAOMNMTNyTIZ9ojmK/6/bASbwDfHgBoEQRtWZZe4DzBSDvje0yvggpo9E4fz7y3ZiV1lD
T0cDHE/TAT65dEHoxSDKhiK0WuVLqp+GdjeELoigwohj6Cr2F0fODDFrFZg+9kUA+QUZM1mDv4v0
nyR1uBQ38rJ7WYe+cyFFQVZ7tcfSGWVJpejgkK29jhSEsweMuB1/ljaAFVbgtYdo11vZNqTxUX1I
H81tZiMD8ITnwuE1za72CIDqIjpgqNpjJh9diMvFVbIcjGb5EFqS/NVGdocxl9sBuLKoFwaWxTgL
wKyNJW2KYEDVT7Pvhtm2BA6Vh1tYiRF03RB7KtoCEHJnYjDxM8lX28VKdZf6Dc3lzUJsYaToqNi3
HVrZUeemWMFvaTQLRRphapzvSeF1za43OBntmjeohnzrRGLAm7200yIkQ9cq+Cjkk5RQr9j7DTTH
0FJNOCG/9vnPLTE3Zi5rM1BFsFRACS/O0cXmDuFevT0QYecmmAgzc0MUi5JgvVxdplFDZce3S6cJ
vAl8DDg359+3P9D1k46xyIRcYI6NlI6wWAvuIq5AiVVZ+T44VEi1yKdqWDwI9HXhmjHJxF8rzLgi
CEx2u1y4K9Eytf6Y1miJbxAOUCcqZbZgT95tR1ciEZVqxDuwjACXsM3Ddhj6hDQq2EZRoUteiObE
NQcG/d1MY84q2MC8EdgGiIpT63L7KoI29/mohVZvV8eA6tTY6afsESp3Fjh3vjQbmm5WS5NDfvxS
nIEeAXaDdEdGfw00+Ljt7/WLAXOj5z+GiVajzhoV4o2hNVkx1E3N0CYY07fnA7HCj9bx3ZyOlVXY
viVTraA+575fOcouzDORjKks32h9rEWq/DEIDUqVVvFjAdb2235ed6EZP5kAjhclqmaGoclRaEab
Y+3KTvoM3pzHdiNtZu+lt4gLGVeH2O3R9Mxdt0FzhjNvuuquAjYGvJKQyevMvWsYgwmCGzPEjKcd
KxA4sDXjNPMYblZOIHSLgXIGHRC40NgB3i5S5Eibu8hSW2BanqPs5fZiXr9GsJjnBpYfcHYB1QHq
eVELA+1ng0POpOk22geOsQ0/5qN4Ur3AykLHMbfSlmN5bX+eW77aO1ElVz0sN06R0v6NfHXefIJI
J9DNd8LP6tBEuNd5GTxvQZlN0stdHoLSJbLKxG2y+7b8uu3WdVgsI91oTX8Xs6/SvSiEvGNTB8Ca
xnK7Mf32aJC52bYF4LPVGPLgY9dvITQElp4AesY4gYA3uvx+aTqXSdejIBIq1uAA44/Zt9Yefs3U
sNvMqenkxvQ1eUbJILB+i+jycLbjcnZfHoH4ARjdwfmNyVVCmM9IjFGA+iZ+QB/hsFlOO3IK7gfK
LRJcf7lLQ4ynFYnTVI5gSH1KDzoWmAIfX+6jbWb9kD9l1zApj0rtGxN1yznmTEuyfFYbDTYBXn0W
d6JF3jus5x/jFFkA6NLsgyf3sbac34KykGDC1mOpXnpdhjDuMnGmViolsZOH9mjeAwIpxjb0E6nP
A+quRhCuSRO0Y0CsXdHpilOvxcIcYv7zoNjxNnMGx3Rwc6A7Ahmy+Ct41u96w5qobo+fHZiKOAG0
cokucL2/P4D5sJGpYapaxw/IqOIKG+ieSgfjqz28/TbcaTfawX7cYybBAXK7oPk+eSbAE1ri7tjO
VuVT4DI4v2h1D5/9IOar4w00zmYcobgwOVoD7sTajZAqY1T/9lmx/DtsdAGOh16lgSxWZjspTTp3
ftdBJjsaT1LYAO7rDuV9JzduOfy6bWotrMAsCzomPEXB18zcVkmlAoFJYMooOvMhycXxYUib/Twl
9abom8iSp+FDaaZxn0Tj523bqxtX1EwdvNdQNGGHW4ZAGYXawHKqOJt8PXca3qz0cuOzCwkCwOUx
jwEWwC8vD8EgBotZrsWAV6kQ0xOQ++gtaMOjH60+WT2QOzo4y/+DU2fnLnPsxUoXhWWLkyGq7mPw
Nbf/jEQGwu6cFYXJcpq0JWKviBA9DMeHZv4sorcWmg5TAlb7mZehX0X8YsxUMECPYUgRg2mXC4i+
bFDHHShY8PpGZqgLBDN9+Vth6m9CCjjq7bVbsbZo7IIrZ8mfgCe5tCZGOtjJiriyRiP7YZRtv5Ej
o3ZCXGUPvT/xgA9XiQaIE8FCthS6AJK82mZh0EdGZSaVJWIInXZVAs0aSU7o2OJF8u+egZJ8mQhf
gEcs71yUBr0ZinWFAYHSC+vcyft+O0b6pu0aTv55tavg1TJshIsXEY/Iv1zEbhhArd7AlBG3m0wf
vVBv7NverC0cJplwXKA1v/ToL034oSCirZNXIIYAGWAfNL/1UOhsedb/3DZ0XYeHM8iisWbYxLiI
luPrLAutkP2WZT1UUC2BvpvY7SGF4Zi9vy1F3RPb+pjI1U5KSlfyeUD4q5MRc2GYscD1Q8BLgDcc
Y9pUpmAuQHMkdspRSA1HKt7N8VGXX+W5y6jagcmp+veZbjiM6R+CNFFEvLDXPCicuxiI6MqS/clp
/dkp2nQrZb2rVfUduq4gOmtoJih2lqlePoUx59NeXT2LfbQfABkG5FBhq5J1l7dKpYiVVQ4a8Mnj
pGPktT+C8zl0SCxkmPrrJOf2V14LpzObLN9ZJ/TYCagKg5nLhvLdTxH0R3kKFe3bZtZOFx0eLXUu
gAwJc3Bmep+iQyBXVhSZnjiMn5WkblC136Ci5N42dY2pxzICUYXGOA5NvASZTCGqzZTMQA9bBaSD
lzlR0hM7gHCWFLV2AjV6o6vsrH9NQKvW94H3fzTPuGqMEBcKKphvulF3sgy85iQakEQQSJFA7d7C
DXJC3jLhJR586Gp88I36g/MjVjiAgAYHqgx7B+0EtlEZoVMBBQgVNaQwvtdUSNUPYGUw/eqXNMm7
2Fe8Drp4XYihA5xZHNzS2seGRqMKhIIErXiR2b25UU9GbeqVBSaku6EZH8tgfhQC8a2azffbjq6F
75mp7zPs7IxapmMhfWLAVFt2djHl2SnuUYXQasITOlg729EvwOQXauAqHleXZ5I8tYYC6UTcWFAb
UKryfSDq521vvisHFzkTQtcEEHCZQEeHhj3cM8ycIPuTS3AqbysCXAOSwd9dsklThebNW9hqey14
mcqtPz5V0u/YLK0qvRNKN5s3eu6RCdpdThl4aukOyvb2j7v+qpjVBWAPgzzIizHOcel/M6oBKfqo
tKTKlqWZdoC8TfJnbD7+BzvfvRnQDoLjgrngRrNXehCEl1aR+lQFQ3EMzFSq7EjOU7Fe9QguLUkw
ILRs0zcUytoforS0JkwytPOjTt4m/zRmnDT/OnAgkIpSKrhdwe8KLPnlwpmjSgbDB7NcO6SaVQmt
Zvk+sv5/XzbsBLSwMeECxmomPJtOUJs6BMViX47pHrx8wl1Ry5otQxYL014NhxT5euMtBLmYSl+6
WyCuZb6SBCTJOPsgGat1H0lb56mdbmkFL+FeWzsAAZCOoul6DeNGNq8k6YJjHvVN5v+W07fbq7Yc
xpcbDm6Angq+YPIdKfXlt9GTsJ+0rC8x8m4rJfUxk0HCvSSraCtsSffntrV1b/5aW/7+7LSSJD9S
0gTWokF1ZjE4aCkPN7XswiuH/jdzuhJOUlKj0tBVKsExtGk6N1S9SbSEMfMiDSIRgEsBfn/bqZVI
kBVUXJcpNgnVEeZcMMYwNvtRAQ8uGj7m7AqzaIP55raR66IPNo4J6qiFF2YhxWbizR+HYgLDBDj6
1czWitHSDQETSDHeyPGPKdae++IVT1k78R9AqPA5ieUekpi1qdiVzBtnu2aGYH6MfPkdmwGUlP6S
g5vmgzDjxG2dAGLcCW4j2ho/8q7Y95BWMGfBSYe7cZw4J8rKkuNBCHAa7iHoIbPtZXlE3SAu0DfI
AuMZ77bAAltYYyVNykumllODCScCTR8ICS3QCqQUl54WpRRFmBmqoZFNMGYqtAigWbyv9OBT1bpT
UoFY6vaX/oYWsyaRg6vg8sKwICq2lybRmM+NQW9rKz/IP5eKaeR8vsc2mIadxArd2gHphtNtXgaq
0od/HyA0MIkpYWIEcHWkL2zySAwhVOWhq61mok1Ng2N+P8OsrTrBXW8pr0pK8ao7Zs+bhAq8zHWJ
G8Z1cARhmG/psKMexKx2gLRfUAronMh35QG4jJ2xTawfxVuxTVyeKNlaEIOUCBQM2A944rFdjFHx
QYHUYp2Fp8aaN9DA8EBBup0dADs2Mee64Fpjjr4w1YNZM+Fa5Wi7YAdA9Cm1Iwg2nN7JPue9pFbe
rtgYZ84xQaSbaSVJPZybHsCZgkE4CtBCautezK9HL3fE1Vc7s7WkGWenuibF2KodbA27zvlAsc7r
3iBYT8GI5I4nXhq2dhJeuMZc9BLpMAu6uNa+YWzxl77vab/DABehJQ2eWq9+ech4e/L6OXG5nMyb
JofY2CAVsGk8ZJvQBv2XPVnhwaQumhuV3TrEHb136AG7ufd6+zy4bo1jtAIFiKUAhrcMQM+Xyzuk
ptBMNWxLn+bv5Jfr38noZ3QuqgPzrthy2wsrR96FPSZS1agTk3L5nOQOT+4TtGnRuW3fKqBc5oDK
J+jFWOmdYeWcK27l5r6wy4RsO0wmJDhht7NKF5ySH4+qJ4r8cF33D8IGgDcvEFYmflJJLkPJ7HHC
7WSv+5PdKXZoA/homVbt9L+i7a9w1+0n7nDqSvID//7aZWLIzDHEReIBWoRvyS9UGQLqH+qP2pGs
0clT+vLAkx5dNYi6OuTpTLTBvgPrbF+qraLm8hI4gzAfMC6+b3Me65WyemKf2WCCpZ8xkJ1HuC4m
i6Cb3TgnaTtZp8c3H4g6dEmofpS3d9HLH41O78B/0cD1wn1kk6P5/GL8eyamYpSTGCAEQdGMLdgN
kRoZsSxjpxTP5fSY5t7E2x0rTyaU/ZDtmcDnLtokl5txVo2k8hO1tlIy2mBelGSwcvh3Qc+7ClcN
fQ+k4hWMZwazG4QilookJzUa3da0izYzld8JVR80SLAMtLGrg4je13zfiZxFXL06kGLipasYwE6w
vdOQVF3VTIDQjW5vbMr7AGmHo50ED9OGt4+2VR/PLC1/fxag4F3AAPoISwutogXoF4Ue5H8wATke
1BQNoFbZPRB1aR8MKb5X1b+E4BPxlU0VbQ1e5rLqycKrgfYokgk2l6hzFKz7CZEXCActf5QrNAyt
iafkfd0VxVWAihJ2swSCV2ytywVLDEyd+rqGq+9ztMFrSBNPdwKqbY1DmNLZaXchPQ602Ph3+pYn
rbpEHHvN490ho5uF6gz4LC6Nm1NYjpWOiNSN7n7SjE3Xmm40EM4XW3fyrx2FYeDKZgnSXSPsTDsM
0feKBX4qwZI8nJGPg2c6s0pDAbClwgmXlqsJBRe752lCfDeXrr0FDTVqCTJyUuXS2y6PQikpEDja
XfPLeAzw6DqALteePnW33oS/lJkqP2sneBY3YOP7jCBYx1mI1ZjCi2PRGgRimcXyJAHJIE+DX5DN
22F80P0KwwCOAVmF/7BFzuwwR/iUVcZUhLDjZ4obgtMIEfbSxRnGDydOe2jtil9YOv6/S8yhtnC4
xUYHU5NQ32mS7w6qaRdVYclS/1prn2ldYtqRk7ytJlDnVpldI7S5Mvc1rM4LF0qCiZk/k0QrzBqj
raiTLXhm0FZoQT1jyFu5cW4v78otjDE4E0wbCwQVY/+XgVQj58/j3Ecg6bEFmTPI9f77B9TRYQYS
GKUBtKyYUAWMFqTvC6l/LoV0gqqg/g5an2i2bzuyto6oRIF3ZLkYFjrXS09KOQBkoosaKwMvk1ue
yNZ31Tvxd+v0DtQpoADEs7iSdl9YZL6cLk+d2YAsBGisFCge+X64NxsKsEezqXmECWvf6dw7Ji3s
5aQri8VWVAEbqVsD6nq3F3DlAL3whkkA5b6Z2yyAhdLcqmC5EBpIIfKWbAkn5ty6MMKc0lk5al1t
ArchetpDaHcOlCZTZ7CfJk//fduftUwBsyAgmICq1RIXTODNWZOKdRFj0PwTXwWTLxnFRTTS2tPu
5neOsZVME1mdARwFprJlwjYnxwiKDoGaNpbsmSfRmfe+a1olJs1+QVnP4yL+V8PhzBwTepVSKoOa
5SCa7BW7gWSEZPA+1Urt9cIjJuISn+QzVHIaMIHZwwPxwoLGbq1TyTPszqStozwsT5KSFofoS33m
rCfPQSYaQdNYaXMO651VLKWl40fvipZ/D62gp+J3bYV/bhtceXZdeMsEpjB24liVWNDBvI9SR8ip
rEAD2ae5wsH8rlkCEwjgFUAfQpdz8fwsrVTGEae9WDTWlO1rUEH7KIH+LiK75U3RXIObMW11bok5
EWVBrmZBhiXtLhbosNM81Tndn8SSlpuRBl5Kd5B66qjvdLyG8kqX99I2E6BzXetya8J28dBTiZqW
f0q83vnqAOnc3P50a4F67iYTqFUSyGAbLRuL/MwP4andCHfCQ8MxwvtqTDy2XRZGdQF/TNxig7QM
IioV5M4gy8fjJVtL7vDdljkzMMkDxsw41EIhJpKSanFodkEZE6BWBQV7Z9zWm/fQLd7MO/k5fJz2
MYoEyUcycVK7tRrWxQ9gnAVBa1ObA36A4QNzX79VxXEZay0+1cnOQV81fBLyOTdHNHEVtaaQCedq
NFyPNH0H799FYDZknc0d5KuWRbiLt9OD5kl7wxsx4Sr+zrY9BfTJ7ekIhL6EWdfI1THwFnrjyaSv
+vafAdCXv4Ud0KmyuhOnCb9lhjB6rz2QgiOi9V3VYe9FbZGc0lAKAUEK88mTOqrmSKwbq0dZAimM
l9HuGCKHCUJURckGc1Sb+V70eHtnrfALnv2/hplPnQsYLW5GGMZc6LwV8dYVgRKGwO1yxkclF5K8
7PtbjjKfVQDveVJnsNdKMh3Quah9KktgZjad26fC8g/dMMQOvhvCBMYuA99MnCxdshp/T6Ld0qtG
n1olrhJ+3rZ3PbCzBMnflWRbroB6xTG4vxvrZ7BrKvoHNwh27Wwh6bVF2lGDd07wPFxSkrOLpChA
RRpo8LCLN3lp1wR9HzdTMfNAy+xL55lbyw/P/WPSKUOFFK3aLpECPjDRHuuPoL3nrOFaRn1ug7kb
1bHKOlWCDcx9Wt0f/zndCz9jqh2V/9AWvfhazN3YtEpDWgmL13YWGFcz6Zj2nAi8JkFgIoK5A1ON
tMH/WzEXqnGWvMvtzAOkp0VEJNvGBRp+I/8gj7cX8buacx35oFfDZAGoEFioqFqlSavpcM180nb6
Xvlhonrc0PsetRhQx7ml9QMnp5WitCtuRFt6/w/lJqzt3x/AfMWhipMoj/AVJSi4VQfQ84eKN/Lo
6tYyRHSbAWFWALdUvlf/LPwhc6gLM2qBoP0SIVWfUZM7aLiE9NVKEh2lVMyLgGqBCfnQHFOxM+CI
5qEvZsW/QwjzHaN7wU6d1Bu2gX37061nTWcGmZXrYiP2QxMGVSQYdBroj3eZNk/TptgMnOfeepic
2WJ3QIVSXu3DVuGIvqOBVyGhojVSsm3RsacahZz2vX//WT4GTovmVXJQIJDC+RUrHxE6L2AHQB8A
kovf1bazj5gktZ9WMojVNDSvKdqudq+OPOmj5Q5jPiPmtQygiIBVwVXHfEaiJ3MbmwQtoqq2Bc2r
kzdAcuceAyrdKeSpnq+5ZCxajrApLp3iy2O5Sok21yGAaFoqzk9aW71M+KS8hu3KQxroQbQS0LwE
KwbLRADi8WrGgwb3Z2D7o502mR1otBFf5fatTR1jPEDtd+bRiK7cAedW2Us1m6Gr1HQKGo3F7zJV
f8i17BhN/nZ7G6xYAVTq7woyOUkH3q+iSAFQHCLwPRP5f0i7riXJcST5RTSjFq+UKStLV1e90FqC
JKg1+fXnbLvbYSJ5CdvdeZw2K0+AgUAghPuh1VW8xfTdfZgNswBLLjLWC+s0SphMKFIloZTkfYQt
RCbTr3oDEpgUGiJ5Xlyq2jKfQ7WqXuOUy/axcXGjcQ5BHro20LrBctW3fRR2JnShQYezJ6bXWY81
wtvkXNEvCAFR+nR/nRtPlys45hpSCZZvqICrJ5xy0aNC6SVVjfyiK8FM74NtWD+GO0F6oMMy0XHE
eBWiWmWXLeXLudr34C5MIX19H2EjgrxCYJZjpKlWRu2I5ZRQuc4p5Bef1excNKN7H2hr39ZLYQ5y
NOBOoAmAdPGpGTBGRUpvro5SkYFy7z9Ic1+tirH5Uq+nsRBRfu1mobpkER29TqjIUzlbT2Leypy1
bRwxHLCl0xtUPssNeu2kpqxTy0kDXG895dm+jn9xCwRb24fMMlygCq+LrttriL6iYzbJMwrZxWOs
2UO3GygE0V/6nBPwbMVZoC3/B4nZuzGEHudcAmkKwiD7M/vt8ceMoozhac/qC3ksA5Ug63ffOra8
xxqU2UGw6UBbkwLUTHYZ3JP4aPSu2rlT9Bz1nOfh1qH6BwsJxuutNDsQKUQFsNrxJR4OJq9OvvXg
h19fQhw0wYrQWL4GILkxhxKFX58vhemIXnYegnHh2MdrCRf/gAeM5eIBw+MJ2zLDNa58jTuRaERC
GLgxWUSTPpIwdUWBU2HZBvnXVck+zIYitcpswFWJ52ZASwThaXFQTJ4805ZBgCV2aQ9Hc/iNHlVo
QWqNqFiLIf4p0t2QPc8FtfsahN64l3/ct75Nm1+jMV5QhhRPS2OgYahD/zKTke51C1Ir6JQNZzCj
KIo3wjofW4loDphQi5MBieU9ZoUaD0rAsTOmfbOPkkx3h7o1vZaWv+7/xK1KKZrloU+OSQ9QfrCy
AnGh5FOmTzAqKnt9+9Hh8d1Fspsklj9UP2UDJG3gC4SKliOJ/blVJtUeKmS8us/ZfEyjei9I6gFV
o4smgt/D4ql3be7h+gcy1jfWBUj7LfxA/Tz6CaiUyC7FC01tnXCnvmT7/BDhYAeYaLq/M1vHeY3L
xKNDZMhVmKAmUNCPVj1nvKTOliWu//6CvwqqCzVRqarCXcg4VQp6BtveNaJDkjyGvW1lnKrp1vFa
oy3/vkLLyx5quJgVwuTv11QvefN3jcfutXXnrzEYa9c7cx6qEjsmpH5CXxXkb6grT8/3v8tWxQjD
BmD2wngZeJTYlzMEvLIxS7GUWX4HaaJTV/taau0CGUUt0JuDinaCipf02FrbGpT5Wo2lVGaowQqH
/i2lr1qK1/JZ571KNl08XDt06qA8vkztXX8mFb0s8QRNN6d2cfBm99IEseHha3nlOfRM5PwGW33m
lS23jAPT2gYKYhibuxmSjY2uz2QTOzqU1IsrVOCa/n3OdU5NZcvi1zDMSTYzMxRpBfuI2mAuXJxp
u58x6Q4+clGktqpwLuRtS1mtiznCQq03g/jXIKfWGcFer2JQDI+JU6Yk7lCIBhhdogu0iWyr6jmR
B29PGYORI8jUKyL2NBSf4u6TdkE9cmRst2K39X4yxiLIRjGLFMYSj+lzb0KbyAR1rVG/1lHvoZOI
8/m2cqfWGo8532gQaM0wBZ7y4qqH1De+KZYbvjT+7Ex71Bf9ZnLvn/Vlk5icgGUoYCfDHCJmSdkG
NhTGtLgJgainwu8pGX7kqcqB2PpOaJNfJvzwTL9hqVXiVG0HC+1QavY40IfUeBVFnsfa+lBrjOVg
rJyvgiC76XNgGLIzHjHv+yw4safvh8Sen7p9f4AyUTB+Sr94zEWbizPRNwLGfTRbsQWL3kyJSTPE
H9rc+GFPY7toSjsLQ06i45a5CIlljOTgraVhwgEDqtcrnDSjnfRxAB/Bix4UnvRTuIQ40Q55iGJk
yFzJRaN6IO7Nzp4nW/2GNuCD+VP8Gb2bfsz5ohvDD8uPgfwmGgvA5M1mktrYIDpE1Fq0L2h+gdcG
iFSgu2n40gMGShObgD6pOSm/pT1J7TxIAv2N5+puN/76JyyGvfrimOqaalDbg8EjOViyJ6O7jve0
ub2RAIFBQszCgbUTpAPXEFmjSpVYLKssf3X1H0vt7RiZrP7P/SN4a7vXMIztUtTbI7ECTArxj/6H
OOzD4lzIoz2JPL6UjfragoUXDpJlyMqzQ350puMchcAiYxKk3a9Z1Y+t/B35eUcfSluCDDOa28Ew
T3+3euwaU3+2NGhL1OgyT0xfSB9HQl/vr3/jErn+UYzXU6FNHvZi1Tp4u0B6pPEEdHlP+yl2Ff3b
XO1M8UHhCaIs5nHt94BpLrQOYD+6ndgTa2sqFBlppswUn2imv6SJwQlvby/jawhmWUpEhXGq6taR
c8WrE2eQApG6Qkn2k3CIQN17fxs3D8RqRYy1Np3VClEDOCil2QOm96K0ATd9xYHZtNYVDGOtg15C
+C7ExulU2pHGLxKUTpRleA8DLPv/YElgwoCXkTHsxHYukaGPkh7yKo6EQqJWgQu/9TCsfh9k0/ws
CF6BKRsElyKrTaPnddqOGVZUS38idBEhU4fAOg4dyFTZWeJEui3Lu/ugW+ZnodsRE6nI+EN15Nq1
GPOoV6aGj1VmGLitlYd0qDnBxJb3WkPI1xBCBaKUKsayhDhxBMwxQaUCqXGlfLu/lC2DWOMwIWBc
UexqCZzcoAhrL3hYz2i5jwqvFTj2wINifH4lFxJtVEBROXcj0y5rGa3cTt2e0vjn/VXJvC+0HLfV
/VLnVJ8yscX27TpQIcq2eW73qmc58gUzmw54Y8E2LHlzcDAv0fNb4rwRV3Pv/4gtD7LeWsaDoN1i
6MR2scwu97LcG+bCH9CPoElHgUCA+Nd9uC0PsoZjPEgFjo2pMAGHIadXQZ6R0sM0ZVUiX3EfaNM0
l/YOdCXiELDkVRKyG4rQda2jVv6sQEHsbJLvM89aNndvhcJ4KsuK0wwDp60TZ8Fg9jsB5E5xeByb
zCvNR9L59xe10WaGsZYVHpMJzauqNMDP3mII1Tb/GMTOvimu+KR8aJlNerskjvCOFoid/FD5LebD
yMv9H7D5+RQFaTcMUqBjirHYXtGEMZqwXiGB5g6JnVh1dJ4kxOaxWIEwJkkmPRL+bmqIVj1R/og7
3gWz0YqzjActc60LZ7TENkrPFKwgY4h9zIVLVTzm5LMmgTH+jNVfdX/Rk4NenokQUPH1P9i/Fe6y
9NWJD8EWQaPlxDczcSXIrWoGIqLs+T7KYgVs4LFeHfOVhLrP+jkESpU/qMVvdTrJSKyhsEfKHCIh
qVfo/zbPyfV+Mp9sLMrKQnYKdtEcrOQTqoek+dR4d/XGmV46fkGFgfZsRMzMNdAjCzC3MlDKUHAS
Q/FTlIqoeemlmHMLbKRwALGCYj4UgUjwYOR4CkEpz3qRenvexec5EM7qY13b2R6EH0frU+I05Wy4
E1TBkAhFQgxFFnZGqWyEToFoeuu05dkMR1uH0AuUYVWpQELd6wpO6mHjNF/BMYtslSGFAgLgSvmU
Cc9SspMEjineytCC72O9JMYWR70czEoERq09Q/5PqME3dO5St88h1Bd7Uv+nVf3aPIrmU90ftfyx
iS/QSejg2CLO7m49KfFbTGytipkFgy0GS40IdfuBYr0ueVAuHb5s8V11nuNTf2p30XPnZ4Id7hY6
ZN0+RG8NT+JiI7i4+gHMMclDAZV8ih8whn44+mXkRtZnbz2UkeHcdwHctTIXbV2JcRprgFKIWyU7
UcOUqfor8n/T08/ETz4KyY33BESo+amz49cyAOXz/Z/AWyxzN5pmMRoVRF4hB+kOqquCMazOvJh8
Kcn7f4fE3IqpUUxtDl0uB6w/fXis0sOUPjfTSxjzLo7lRDCedf0B2e5UFYxIalIDqZZPtfrVUk5A
vdGVhKFBFc1kYHswF56J6wuiUUtIh6hp60zjRQsvmHEZU79S/Dk/TqOLxSkkgtgkT87nL+sYszAM
leNQKCBdQzM081iISNOUYF1vHatV3Br+bQT9eRIkrWXLg5ea4B6iDrH0XVYeSX8WoiM0oiftqCsP
g/ZNH57QhWbLE6T/SEBDNyl6D2TTg3iksz8UrjHj5aPYUCNJzPDYhZMdm6PXQ/u8zQWngQx7VGLu
6rvcBWmmO0Y22SU9TvXFaEV/jBwLDyYC/nmeB9ywURmKPhLYghAK3AgXIiGD1s5ZQxwAD4gO2cI6
U+pYoldptXvfSDd8+xUU42yLQZ3bVF6g4lOsu00ERjto2YJDH9TcJcezb4JhWhH1Ffx3Q/xO5qFL
MwVgKSizx2z2RUG3W+mbMJyK7iEpW//+4jZu5gXoX3iMY+uaCdRjEvCo8C5iiEWRX0mj+3Pn3cfh
rYvxahK4ZspGX9alhdBezHxT/llogTJHQWmYe3PmdcBsACoLLdLS+7UoVDAhhyBHZijrZudItSeS
ch/PX1N7FvLqEkvevz9SjiSEjIk6JGCRK2ev/yw3QAtHrM6RtdCZyrcJ5eVI94ecYx0b9/4VDmOK
paREagMGRSe3LiM9p9Jr3HNc8oajvIJgrn1lVqwYxbbOaUMVyruDo/N0HjcXAYZRJBjhrtAFcO0p
5VnRSR5hs9So+2ihWN6X0XOecGKGzXWsUBb7WAXsvWQKeiwCBdx6toLO16LY3Tdp3joYj58IkSWj
86hzqux3WUH5FrkupEn/KxB2klrVCoXggKADAJJarbYfTBWel1Od5uwVy9ljZujrUwusROy0S9TL
Lub33Pvr2EouY8TwX1/9LwvF6nvUNa1aDRwzGKmfz7F+gqafMxTgrJsUt4zzU9aiGBANeIyL4LEz
vAqCu2MkuVGf29ogBuHw0lJenWD5RMzlefWjGCeRo2WotQTsbta9mcVLNT0QcgR9dU/OEvX6jtNk
uOFsr+CW77DagyQU+zyRF5uMh6CPLVuIP1I5CCmn8sr7nswZ7nrLbEprOcM0eezq6pjlr/c/Jw+B
uTaKiljmKAJhUL+FeSC3EsfutxKvV3vFeAk9TmcMwWCvUk18NZME4tnzAJZla3oce8GzqOmPcWG3
zbNF6H8LzjiPiMwYGRhCHAjxNQtrO8Ih7y7Z/NjohzGxwMZyzAWZg7ppjMh64epHzQEjbdfW0dSm
TlQhggQVPFaYe7GaoNXHMUZQR37Xn8X29/1vuGWNf5XskWdG/5PK7LA5qk05WsDrrP5PVhevI3Jh
nZS7osLdUHnjoK2xmA0dWnAeVDTGCO4JTdg1Qb9c+d04hy9v8nP9s+A0s200LWGSGQrC2v8ujXHN
ZqimECQHXP9TfIjfjRf6MP2uLKg6gLdd8Vxt/649cQcTlg5D1pusUFke4tKQoWOfAhWvU2/4g9Z5
7azuweoR2SWPHYzz8VgpP1MqCzEfgYVCp5uD8nzOHZo8mzzSwq1Lbr2m5cOuXFakJRiUSYCTKdZe
T9VjNECCaOIliHgwjCPupKhWsnaB0UTHHA4Jsmu8rP0G+cGVVWiM+53MyZi6BUQA8Z0Z1N+S1/wk
ufmx+Ka+JLodc9zw5p233jzmRIPNRuzp8pGa/J18h+LvVwveMcGLg95B26jwuzzKr2h+tJ7S9/tn
m7efjH+G30zruAayovwczHdZaexKfLuPwV0e40D6iUqCuNiGflbQDvgl2e0xPmi52w1YUvFtPoyP
1NVKWw5M3nOb41A0xqHg1tajsQI26uLomJIuKgrxto5Be+J9imgrMDgx0kb7jQ5WdVlbKHD/klNd
n4RwymKrbCXM2pYx3vaXLD3QxEsVF+P/bpy8TNU5D3ddF1STK1QPCQ0427285K/dy/ID0MSNbnEU
ptkXDRRliZXmKkbWhtqmPbowS82ZRBvfFhxZCQaAI92bQy8rPQ6ysezmPWjm5BQmMWM0DICeUz+i
5a+tMzAI7eiwj+lZsC5Zcaqrb4US1Ma7BbEnObaFwlPE35L0XccbRbPFkT5ZC28LET2l9eLhbFbh
bu6pY5SvyJLIwresqF2rTOwGVIdt/TVGotO2FwJaY7XcKXKEAuW+VzEQiPRFc2pmikLNlwl6UqFV
nXHyJXmXgMY022vVoRByrxr2uRCEyV7PZ7tFg6cZ6FNQ9y90PIfKRSM5JHmJm+W/CISpMtA4IqrI
0Bc3P6bJJZddXfbRcFiCBiC/JNk+mXyxRbyav2fo/g53ibEzrfeifFJaZAQgEz09pdCykahr1juj
ejFbP6OKXfYnTT8k5EkvTgIIrIwPCwX/+UTrY6FACYbujeI5o0HefA+HV9RNcuvF6HeFbhtTQJVL
jvMj9iCIin820FtrL8PsQ8zHi0HJnn0Tm8/CiB2URGwERVQ/R6ajSm958iIU35WpcS0MpyNgaXWC
7QLBW6UeGsG14p9yoTkq+RSnhyy5CCWIdVFIkXv06Zs+zM9JirewAl+xP7d/Wig1WCcxvCCN1Tdv
Jv0x1BBiqk49BAxaSAyDcNMaHdr7RPUasdkLXXVqyRRo8iVVBlsszMCk39At5Gexl1m8utNGdQ1c
Z+jaxPSaiLIQSyySaSSstahbmnEcaW/sa78FbUpsp6cGY7i2+Kicjbfag4W9YDpv4gRuW/CYIYWw
jyWhhRsNX9euoUq1oqtlwCen1JWdwYHU7KUG76H98aKfiJsffqJw9NF4vNGAjflEpOhXyMzB1ItJ
N2pcan/bg0JPPlT2/EEqO0Po6jwbnnGG5ONp2kV7wy3dJBBGW3Shd8txEBv+4epnLNfROkrom6Il
0M505IWKBNChqwdwxgN4GN5yGzeca5yo/c36dR/4Ngq6Xj5zzfUlNSfRQL1sJG6UfZWy15Sl3Sm8
9S2/n/F/V+tjbjqRZkNlaKhfZXb2oDrKMfIp1lm5fQD9w2Oz6xxeSmmjkHW9NuaGyyIwy7cm9jR7
r+xon/uVCkIH5B/d7+35IQ00Z+CEzbxVMlFzqtSgKV/M2LAOihaE44Mi7O5/sK1bdLWTGC1kLAX0
0jqtgZHo5Ieo7WYx35dJYzfDd1ScXCsdv7eDbIPUnNrQlHAmCbIPcf9EKe+F+Zdp7///qCjaXf8U
y0rl0lpK8ggGn6wIGmH5PnHpQ+j+oMHozs+41SDFltuNb9o9dDdbZ3APWmK/3N+TGyOGPhKE7sCV
vBAZ62zT+SBEUyrKIcKoCYKTGDas4Fwb48xt3b/5vgD6S7uLxn24cFZU1ErntNSh44HEG+j49Nwu
BU+R/furuf3CDApzJuVemdOxAUod2yYGexCf2UUS5LvwpdgrTj7aBYpXPHpf3tqYE5pjKsEgVTI4
QvHUJq+l5g+Sc39ly5+4shdmYcyBRMZSaMQOCxMSUdyntMo+ZEHRE28spuJsdEn6R+iSkZPH3LIO
8KODagZi3+jbYKyUJmiT6ed0QDkwEEF2J2Lqoj7Kyrf7i7t9Mv9d3T84zENvVmXoYqDH27EQ17nS
6OsBOcifguWQk/mSP5dH7Uz3mtPwOiFvn2ULMrie0GupLCzezKcjxmwNVkxBUrzHqdsbov2ByQRP
CZp94iFK43HqcgGZD9mRqovrDoD6GZrfyAwHlqM9GV8DCKCjg/nATUfcJAaYFTKOVdCmfDAiAFYa
mGsKpwebi10jUvNzhytje1u4v0b7m1lbXcZdnhb9JAJtdKWLGfQ/oYLagGHTWd5nc6BfGgRGUEH/
Dmuadrx7a/Mg4i0AIQrI0otsqX6SiiKX52xAYxVaWvvdsGSxNJ0Xcm0eCwX8zxicg14IW0TQW9Mo
LWwrgq0O+q4i9FyFU3Uof4SPhgfxsvkheyR+yxM837Yd0HagdLGEeuylgRmrjugmcFFY+qk+obHe
D930h/yKeUKnunQ/OMdyOXY3TmeFxxxLTZDTNooKEMXK6GRpWxv9p04cNK7oDiDMweuPs7O3/QeL
+awQmWDW6MJUzwSs0Pwi0HdCntrPfaEHrx3UpyAocJlAtiTsE9As/YGExVd5EE48qv0lbL1ZNcZE
wYdpYafZHsA6LRuzUBZnlJ5U6Y/JEzHZXuQKgHEB6CwbMtLCl7ejji7vwoYKrJOI5nPeoT21Ky30
u6CUX6d2MqlIQUd2OKLIPUQ7UiYQ4dNsWQ+hFFJdhnLYU1OxpaF+MbUeqT4h5j0wbsP85Zusfi7j
QHoKympRXm43fa9/LSK8he5HL+XuuQSPpvkz8+fBTQ7KYXQk3R2dyX35tztgrn+CxQRuiqCOdaph
x0BlW4lfQvdkxpB4+oDQGscCNz/+wjO4ZDnwmGPug6TXqjhp4L9m1LryuXwYRzHgHKtN94GxI8mE
RsZCEXId+425gefp4pHB06SBqO6he/C1owI6mc/WJq/aARoE6JH0a/8+MA+Xea8lYU2VuAWuFct7
tZxPqFI7pJi8iEe1tb2L/6xw8dOrW6BPJm1uCZBM6yOO39XYu7+S5YSwRxRdLmh5QfMAglYmLjGa
MiIDqWCSRAsaJD3CR6gbDnkAjeGHjNfusbWaNRrjBjO9nKMmBdpkfXTEXwSL7y+HB8AYhG7E2igt
ALr5okq/IB16/+9vBY9/2cvx+kGjjsGcYEmeFEXv68HpjR+NBsXloIl9TLNYhBOlbsbfKySTOajF
CO5fgwIpVsQe2nkRMs40OWfkFwmpT2QFzaVp6+a99THEOeiK8vZd7DHNoJnFQ5g2HIu/7diF4wCD
CxRpFq1PtHVfG+JE1Erpc/we+gdUJJbboqmoAR/qA5qUkBBpRc4rduuIgRES84Sg/EYHDeM+1FhR
zahqBoeEIJowTqWSYbrGKxr3/he9CXQWtTVpeUkZUHWCzs71uvosAf1NVUJ5GPI6s0urJ9zG9yFu
E0sLBjRYdQ3CryL6na4xjLYSyl5soFb/NV4S3FJB7/uV3e/Q82w5GL3yQAs8gUE9c3lt+NvYugl2
NMj3yqD7vsY29XqUYrNNHbpLOnt8ycHVG0EKvkES0hGQ+7B+z7ozn4k/znZz5Ebpm/v7Dz5Lo4TC
QqmoI/CRW3nCcHmNeUbTnZ0iGLz97AyRKzkvnP2+OaXLfq8wmW8aj33SocMGovfg8d3HNj1Ap7iw
f1Cn+olmNohfeGDT/CjPvNv19pQsrx8IfZp4BxmQs2astpSLDvlZgqxS/GGEjhjvq343QgXRJHYh
PPYddcFpnesi2sCD+6u+OTAMNBMLle0otbECaNkY96PkDZLujf3zzOW1Xk761ZXBADEW1cayFOYz
gCAM9av252/ZQd0rZ0y/aRDfiRF3cZzuLbvGNSJrQ0nbqEkqAhH8lupXsRvd5DKdyXO/S+3sjGAJ
QXv+JPrxGyJb41Bydva2QsbgM/aUJ9AYjHXgR3vhYr2Q93RfvSPHdDJfJ+JB7xJCtU71Kj/MAsd1
3J6eK3symAtTStthbKWIIohKbZ1+RHnptwJnfcsHu/NBDca112E8JM2A5c3gKc07ZPHk8rmxkOFp
xXcCUohsyWQNPEGQ21wFs63LZb6KbUasi2K+H5816E9iskOKyYl/T5aNwuMibjQe5KPpW67yev+k
bG7q0kwIOjRLhIDeNW45NFScVWxqmEJFKQnq4j3UOHu6eRoRV+HiwrSExbpduSK90C8YlaXj9axZ
v+ksXVphKnfQD+BczpsL+geMPR+9pVCQ0gAsUn5rIGRH4wnhdRDcdvIsX2sFwhwCI0LPpI6BV0cV
TqHq9vopMXovh1JFLR8aTMmVP1H+u/+lOLvImn+UzNYkhcBEnJ27dZqctR7MOdQqBA+jvf2/HQtc
L5ExjEwM89Eo0GgtKk9R+Fihp4YXAfM+FWPzkZVEs0FifCrzh6naCuqiBuH4y+2DBaF0cN1JMkhD
lx+xOlga+tPVQcM6NOssSKCnOxeq3eL2V3ZhutfiV0MgDkHSgfiVdlFTF10Tcsur7S8GceNWVr9i
+birXwGVrXIyBvyKsd6Lii1DjkCuPYN+j8YLqG/tAdWlCCruvHBr02hWuMY1boQGLKlsgDslL7Lu
yHQ3l7GrxxwvsnkgAAMyMXmRaGRTZM3cJVoeAkdQIWaqYh2SXu/CsHAh2j7a0ZQ5lSi5QqMcopqT
Tl7MhN1bMNmBbA4a5grkTK7XWClJjMC5gBmRCeWdyqMpLwO4bNMNxDI/D5FlqE+x+lpVDKIeScby
aGUeVAM8sCIqJ6PyBWndPeHd8beDF3AvkNj8XziI7F2vaMQgczHJaP5PoZhh/C5HySWojTfPJQTo
6rx2o8LP8mGPgPHf9zFrYGYr0V3cTDIBcJ5Ay0vR9ySufUMOn3vClfRcruubPcVIwNIeCEYdNjxM
u2aEnBGwzCYjNkosEICf7VxL3UnHy60cveX/143yQKV0B+NzZ5NDMrK90avfwMSJVTe0eTrgNwhG
Er7WhjAcMz0X3GQu8M4US8kdBDIHZDSnQxnL9SUb66A1zYHXibO9GRo0lSRFB2US46WkKM2gZ4If
IuqJE7Zu36EZ46fQ+lRDAwJSYxDWwiah3WTkecgtF4EaGigATUz6gS332tjkybKyQa+wB/GXSdGf
8cuCPq7m3LesLV+PfB+IY0zIxyFfcI2SCKMiFGW9xBnaodOLXdQhiT79uI9ymynAydFFEHktLCaG
yPoCIy1jyUwQRsk9XOwYmu+5AblIrS1RwO9S+S1UFD9ps9AJzeHHWBbfmsZ4qtTQcqRMeQtbVeF4
p03XiCE/DFCCdQgtTowL7lMBF1MNSlSKQexQCZ9jA1nvuXKEoYUucvykdpmnjZlHeCram7H6Qmim
goxIAj77aVHj7xUhBXT5WOtjENfqj3SidtY+z1LrSiT6bVI8C623HjPvffnZJriFhlreNxpFoCbb
uvV5/wstJ4o99fgu6DiD5AFCQcbDTEZTVe0EZx2PyYH2T5kyBamm2CFK80Xe+yHlMdNu2fcakXk2
lL2VThMoGZ0ymStbQbjWiOlnrLWOJhQc/7ll5WssxsoloZ1HeQAWRTRtDbFtlO/lwAlpti6jNchy
H65iiVoD7YlkAWSCf0ySyo5JIFiHEA95HpX91mtoDcUYUJG2XVREJbh2Wxkdn56V2kb8FVLiynjn
QfkbTNocn7wNqaJvAOzuYCdZ/n21umQoY9rrWJ0YVkBKnJrK+8lCYUi3HkK9sbXsQoWZ09f6d+jk
xi4hxghZ7iV2Z9NSadjpqEvBP6lB/KE6k41n7Kk4K3bqHAVvcsK9dRpdDKq42bl0Zzt8hfSsuh8P
8Wv4rfqlcr7xVkxjYIJTk3UZjfMaY0ggidamSIJTRr4IBKnmQ0y4MdumsYL30JJB4oD4iXFMRZ7N
GpSr4JKf1GfJLw7E6y1UWmRfC4hP3XKwIbJ7//hv2e7yUUHgD3JQkMFcf92iRO6gaFoEGLoxlY/Z
1A+ZS+E1NTdOy8FJSKs9N01h8Eg/txYLDXENqOCbBwfyNXBdZrjr0brsZNOFKn6bQ82HFyVueRoT
qVgT1OxoaWXnZcV2HPJYG6jTdd+F+YFEb7H1ppv+/S3cXAmED/DJJOSEWQ86G+OU4jrFATHjl67r
35M6ss1h9u7DbKbvTNyji2KtDA5HxlO3VhgSccRIU2qdtcjT6XHI0T0a1N2jqHmF5Cl4KOknqX+9
D7y5vhUu46+jUeqiIZoXH4r8LE32SvVcZDytiq17aL06xhATEs8kG7CLkaGWTq0YvxfQnRWruSOX
ueHHZSe5VZ5zyCm2cTW8lEA/iDuZcW/akFdK02J1c5yhn8A89obuTjPI7SA9lkuCr+t/7u/nliuB
B/k/RJV5TIRtFvdKLsKVFAQMNw9Wx6uvb4Y4awjGVPDCUyudAMJE6a/scLK8iDyS4aPUMcy8kyGv
BoXJ+8vauifQjCFBhnjhGWc3MtRKrZkTDWbSF56pfQ55AULOwVX69iEGMWarZidxmPb/FSq7mSru
d9r3QDXHy1xeku5Rjt5r4bFRd+jQqFSOtWydhdUi2YKMpVgdFRTADclLkR4jRQWTMsefbFnkGoM5
bwXokHUiA0OlKKtBzFmNbFlIoRrgTq03/yf5uTUcc/CmzKRTJQLOiL6nOTi6Rq/uOF/ptqVFlcFc
gnscZr/Q6jAgCiVt1SCQcLopTWP00ffkE3K6+s94ppZvFVL+MhYmfQA3dg2q0ZoIlywXdZRDKBlO
UZWmxxbTcjyBtY3Piesc9X8wY2siCiPXl5CZW3HZ4n29iCSEUIuCVpPZ8/Q8t04j2ANUEU9qhA+Y
FL9GqUFkXCg9EoXDUGknwazkR5Jpx3QEFT8KfMHUy4OLGO6M0tBkR0kxO/cPydYyQQWIMSFUR3W0
vzE/wEAlPUvxmA3NF1N9LMydxG1a2rBafY3BuBylL+fcQs7cacH2RunsqW1hD7PoGmHttbFwklvD
jnpMQElQ1FUsh2a9LeaSDWWH3ZSn7qjI6KP/MpATvL/6jSjg6pcx58k0IMXeLInTmniW8j50OEMH
wqtwbXh1GLepq5g5h4QOm3DT+7RBGgGvSrn+Q+vXqH67v4qtv6+ANnOhCEQMwHoevcAbXjfw96EF
CrrV3MGFfx9h007BZ4CJMfx87SYkI3MVthrB46LQj1a7GxvPLJzU+FQxJgPe7XFAyoVTSN/KDyDf
9A/mYlar10UdabrUWxAPUV4sycY0hy3Z6ie6JR9AIpu8NyfLVTm5363TAPoBSPyB/AK7ufz7CjLV
MQWoFstzTTileiDg0cbV1924DPU1xmKTK4xaEkMQeS3LqlxJRI7InbNzGL+J0GKX7Y4Xgt72Y8K/
ov6BbkEJgeENNxTEqgypGfE86ZzeFd/G2O5tlEEcEzJj8cm8iKjgC8cWHMS8ppbN3VzEdkEMvLwQ
mTi+aSayCEcgfyAd1OhQjl8md8ZxccPMWxCN6/9gMEYCpUK1ywkeRmJg2PGOePJneOp8K4hs/RlU
aZwM0faSdHhs5K2WrpLrj5dVahxFM5ZkSrgVfg7ZeWo5EOjG2VoT3tNQHsLLAWf6GqSFns1EYyFx
UiGu3kTcTz8g7Ne/q2ZW7roylL/SJrf2YZwID0aetIckkzIvgZLMLizEaE+Suv1Ux1D8XiVFuBMl
MvuJoGEuBw86JSh6EvojkbuD+D+kXdmSpbiS/CLMWIQEr2xny32vesEyq7pAIPadrx+nZ7rrpBI7
WNc8tN02y9sn0BYKRXi407mH/CHL52/phDY2Go0C22MkaukolQXKrSnprlsusEcaWrq86fTrZmLK
bV0BkOio1jTvKq2K3vVEE9c068r7sGzGK5Lw9k4odYesVFzaQDJk9hjwDgRdkap/WHPaJT56CUPd
0XHNPnUd57gVen5jshqcvtzkyeyWBlAgYGVgjeXMxdS8tDQlO0zc8IArJTpoZqX56DCLZ6frLLKP
S/DJoTRV1VfcMJYvQ/tdb9mmp1ddnoNFKE7Q31YMQUXNOlDzwUbHOeDYe5QKhgMNMx656hwbz5GY
reNAIbqJ1sHc4D46uqcSHW8qudJLdN9Fgz0mTtmoDWSrMYnBkKEV06xn5duoAb+67zvod3Ro2rGD
hPZ8l802fcvaGJgDVVWeElxx3+fQCm+bciC+osVGB6kpYgiHt2winiEi0vvAUWuvxgxZ9DEa6Ulk
nfaO1lr9L1Jw9W5gIkFTmcbxpgz1THhKXojXLKVo24/sQvzMQ3M8JoaSvSRa3x+KXAOd0jBl1/jP
O/TqWbnbCmZch8qkoQBrxAdr1JNrnZuVVxczpEUrlIVe7Uqn90Me2Yljd7UBaWJiiSEIsygSu66M
9UMBtuJ79ApUAfpMbHTXGMZ0VIZ8+M76WPWZUqOoZClFtBs0ogJKw01xB3ry5kaEVYKuWXsJc+wx
eozSLH8o8pkWXlLG5aErqupbRGiMIrtWD++kT5TaEdo0m0c9Fu1bkjIlSNBacgw71XjKu9IID2RI
+b5L9fleG4wcjZCT6Sqhwu5NVoUHdNGaKN0T1PD9qqtCzaE5iicuSdKp34mmGe9F2U8QYBR2eDWY
SranodLtQ14qIBIfq+IjB1DnycC8xE4V18pjpJlN7uWsF09FQsZHPWq173ZpJ24kbFBlJ2WSP+VG
X72bAplHR88BIXfiNK5ei0HY96EN2iMnLw1j1ykkO1nDCIBG14+BKJrhSa8mvXYipS5+jf0w+hoQ
D0865dDeFhaKyk6mF2Ppo0U4fjTSMLnKuBlDFhjv1yd90pWgCDsjdtRCFWC/DcfhxagjcHmLrLad
fKD0NIA/7CYyWhzgQjVHnCJwbsVZ2Z+GIVW/gZAaOpFpRfDpphVm3tQX7CarkfhyNOyyQxVyBa6D
1um049B5OpJaSe+mZO4gr0Di6lCh8SrIzRZ5dXOGoFvTmuOVgtjrJ3C4w3MJbpZDZgkbgDYUC9B3
Gvt5NFWxV9ZF/R5ZYXwDb9h5Sp1NHyzTwc5KDAVPyHyM0a5UAp42T1N04j3H686eaLgDqDp7HOGu
AzVp9KXrgUSHwi6rwDKs9JqURfKghFO8p7Fh4jikJQ4SjVs/MvIRDbVzHxQzTb+hY1RxyBR3fjal
bD+orAfFYmT2Xl1PkMBTNL2pAgYKxoBMDLSSpBp8nuTEL/rUHHYlpbXtWhkxoeBhaI3tDAWvWk8H
pjRG3qIGfMUsoczh9MTI/Y7x1nBZxFKfaqkA+4iBVGrejMoMF2bWkzs3ZC7BNtakv2KaQ610LKr2
pSrs0J+MuvzGSNju+1ikwURE882IlHZfgcrarZWu9WtWl6DYwaTHuTK/Eq1Tfw0ktRzG0uIeMDF2
FbVokmWWNR80bMTnLlOASLscUq6G3ktiTMX9jXeWHByYahNODW7SzParCi3XwpkqzwKr22U7aze2
CSV3PLMAtoYT+3yZDnqCt2WKyNUIj7ryF5Q+LLGRBt8yscTnZxGdak7o/BphorMe7Z47Xe2p00bV
ccvG8vczG0Va9+BsQWRqFb+q1E+L27F8uDxT6yvye6a+BKZWh8sIwyjhKirz1Sq+h8Cu1lvp3bXn
yvmKSCvPNT2OqAk7eXc0jeek/++JGHr++1JICEW+wQ4JpqrK/CoWbmO+aNbL5bnaWg4pDkxS3ehF
iTG0zTHpXmv7MQ3vL5vYmKa/n2RnK26HOaNaDRM6eYtFhV31X9nc8DCA3KrJkN/Av8k1hUnt0kkF
LY6baUc+QtiAO2q49Yhbi8/PjUiL0RtiYGoLI/Q+e69uopt5r7jU64KhR2dd+a7uL8/a6qvx3KC0
MqkAZHUh+0Fnloa77W7e3/UnQK/ujN2z7alXW4+ctWAd7J1L5yx0akAQ+/lgqpaiV3YLPzZlwHsM
d5Zy35nXkXULdPLloX3tGF5ecmfvAilbYRAx1kOKd4HpAMIa1G/t4XbwI8ulu+SOegyqCs7w1h6p
Y+/KX7mLK+KZaM5+QGLFv/wta2iMT98iDTvmypQaVpi4vfEw80AFHERj33T7dem5w9AViBFPAemD
y3bXDgUgyjaQ76gOfXnMgms+LrQFMag0u2rMHFHXG7O8+jw/syA586gr9che4IJ2N30vtZ/gAXNs
NXSogYoX/wFC0TvSbum2r+ZXoL8FuQ8gIkxNLnk1SWM0WvL30urg3nRMJB72kMuBGMot/7g8h5vG
pDNZNSzpRgXGUgu5NX4w+6DD4bfMgMf7kb+G5GdS/dowumxO+aF+PkLpXBZ1guR/BqOQBDL29c/s
iLSyS36oHjqYd/nzhrllDF/N4bFhgq8ZdT7pkiFqVUWhsoBL7usrwxOHD+5G163DMoe7+l0YNAcU
Iayb6HarWrW2gYDL+teyNLt2PcdRuGzRWgTlQfyKrtQf9UuyyQj0t+DnpSFKM5rbKQ/rGIbA6gvK
r5dg3nEHdP4OcejP7Np8iD/w3LtBCzO9qZ+tjXOymqUAggcsZ6AdBphPylI0eNTppMSCXhcP7a11
R0qQWlUIs1z0bLvJ9+JuOuFRbXvZ65+s7ZllyQ+adlzY8bKV2jfLdG4RFms76hnMKX5YsTMFtcO9
5sQ/kl2fg49lw/rqRj6zLnk+rhhKjsA5cSt0wjvR/lZjjngZPDSi7niw1Yeydr0AYAGdWsSwC87i
8/XCm1ig1ROLXIQ3nDsDDdpyNzTX4VZpaS2iOTck+b1+qie7XwC+Sv3U1W9GdOjUjS2z5rzPTSyf
cBbRJBW2K19c68wOYwbggmb8QUiDMjvqSYZhQ05eOhKFjaydvuAU7eE0TGhS8m1zI0W8RMHyqTsr
ZsgAea3JGlXrUTJQZutqsMSx5amnFdw1ki0B6LW1Pw8tpCWp8AyN83gJLdQdQetvbTmE3s/prrC9
jU29lHm+jMoEwRdgF1DokHXWE5GZtM9gKrxPbpnm4/7pj1An0X3jZ/hw2djaTlt4iv/PlhzY6loZ
VjnI0N1e8yxyM5OgH/4kdmYGsvgoICz8RJ93Wj1SXWghwHTQQzBt0HRuKWWs7oLfBmSuRZG3BbXi
paTTP+dDQONTEe6osRHMrs4UIMxoJSQa/pEODFN5XjXdUipguyEKlCp10IR9eTXWRgJCFnS3AuUA
InfJwRTlbKGTFtCROM6dDFgiOjkCGn6Jf9nOGkaFnhuSdrOqJDXJ2sVQ05ZXSAinxxwJSZ+1TXPH
anSd1T0EW3qKZkNVazw6m4Gg3HA7wrfirbWThWIcXj1AoEJsTrq7RGvMxazjkcDSQNXRiBU/ROqp
RefdqG2g1dac3rkp6bLKS71CsABTS9MON+6HeAvKtG6BAkyPQIdqcqhjCJGxZCmztM2uLG6MfuMw
re4QFKj/+X05oMkhGVOP+P0q/5l0iRflyHTazDd4ueGG1hrm/ma1AMGhCpCK3NGFjQjIBriaXaun
Hhp3EI0qgRllTol8M2iZgbVmjh5xP0qLKzQl3UzI289Nh6w2GCLQP2/MqsMHe99pN11oI2m9MReL
45D95EK78c8HSpu47Ytu7pa56JRXi97F9JjFfgwqrvZYgSZwC2C5OvVn5iQHgHoBgh2O6lYKvEfD
WzBMTq5e7CMkdy8fzzVXcz6w5UvO7ubcTkxFTBhYgo4F47lVblR1wwOs7lMLGlAIx1FelffpoOSL
PBTwhIl+Facaau6b4Kb1+fptQtqqEy0IChiYL3BcV26cud1NHkQ+6Lw9etsdFC//xZ+6x0060K2h
SfdNP7MYHIawiw42ftPe6YqDwovzU73SPQWNwiVIvi6v16oH+z2ZMh8Gz4VdAJ0JxB9XXdE8NSzI
xZtorpRsq7tstYJMz2xJ3jIcwjaNQZ8JhqT5yjgZHvLrN7Zb+vzQQMUVdGmg+DMR/j/MG7XQjXm1
JecZ2rQeKh1bJublvkj4FSXiD+7Y88FJ919j6NOYhJhIm3a7whhQecgdwcTG5t9aL8lxVH1aEw30
G9BnUYBtcVjeO1Xqkf5xSIR3eW+sn+V/T4FMtDaVqj71FLOmt8SjxXNGU4daG/P2N8r6qyv8bUXy
GOi8JY2Keo+bvthX5H707CBEO/XwrT2FgTj2D5OztR3Wve9vk8sknzmpUNU4sxusVQRhIvTX1M31
NFxXFIk36uXazjaCyzO5bhCoegRG4EWXXZbWUT6aosOL5W2AenB6ld7NRxAgvV42sx4b2RDyNUGs
a39pySuTKR0IgR0GjZfsGI63At1juvZKh30HmAZxiOYCKecAX7ThSFY3ywLfR+HVsL70XObjnKI4
CdNxc8y72FVR5Y2T3cYAV7f/mRVps/QJS814sdL4wFg9ms4c8GP5mpd+RN36NB2qx+RZWdTtt97r
W+OT9kxP8kmhy61jW7uE7eqsQcvon7ips9FJ106V89mcTdgYswhoeTj/buNIrzrCMwvSBRMNZckV
BRawjE6ogMNtq+nrK8kTsstoQAIcBUrowPwvE3l2uLLQ1ue8HYGkcYcdfxCeGYDHbE9fggIZnf6a
vvEgxqVmBc3VM4i49hsPkbXu308fIO2R0eQW0K34gNG7Dj37Bz/VB6iO0UNyYziKB8LIY+Ff3per
5/tszNLmKEzwjxQZugByK3lKEAM5WTY0V5APh5aUMaEsKaYHwBTe0Y1wuGx6c7jSpjF0Pra0gm2w
JvdopvbsW3Cc7fh9/mpes9hVdsR2NJ8HbGMvrXobSIcjR7IoL0Ei/fNKV+nQJNay0tyM7jMLjDz2
09BUKFmXV33DwJGp3tfjx9y+oIfVJ8qWNtKykPLNwXR0eGhg2ALkVLpyByUb9FrDyLNES5NAZZO6
J71i/rRFCW4Kq9CeL8/1mg/AxqbAv0GjDK3Hnwc88kFr4x4DBs2qloKnPb+dQS532ciaizs3Im1f
2B55SWAkNn5wBtzGXiAm6uqnpnu5bGl1/s6GI+3acaymqO/wki5HiOQNQHQALAUaeNdov122tDVx
0h5FOEQF8BZ4WtrvUQS+kEe2KXG9RI9fdgOojNDzCOE6ZO8+Lw4BkKJRlmNfMW++IqAYzq6Uv8zj
8NSd4t3l8Sy/9dWWhfogUAeI+iRbul5VoIZFR0cevjMQYDFg2kqgnCBKbr8bSlBFH5cNrk/gvwbl
HgRLdOhkBFk8Hm2GT0fAPSl42QGsumxm/Ugbv+1IITpUHnRtqhY7x7p3n5rE03+C4bMHpjNqHS3x
/jOTHG4LoJn/mUmif161sjC1Ws+XPZgGNPcJ8XLxaJANV7V27Z1bkTyFmetF1lWwYtRvGdL55UYy
d+v3l7+f3XmM03mMMhXJmdFN2sgZkq3wanXHLWEdkLcgd5IThX3SCAg2agh82GPdTm4yvtQqASQK
aK4Dn1Au5Rt7YdUPobENDdyg6wU/2OcxRW3BgH6ARVu74qB1zpMgj8Bi3WnIIASX993q/J3ZknaB
bgnFNGvMXwymHQUlfmPD1a2W85dW939GI+2A3JpyUo+wUKH1KjmW9WMRPdQgZqx2HWBuyCIkRy0K
BgDzNDQw5VtByTKCLx4DNUQdtPq69SUyD4eMapCdRLo/1iC7mLF+eiZcAWyuTqwCRHphjhL4WD0I
RrNbcC2lhbsgKa81sJnUDhBnWydv1aWgOR192SqkBuQ4jenRUDWhgS/qHxMwzg/H1vYvL+uWieUC
OjsWRmZPFRcEoWDCbtIuhxxUcpPX2cZOXT0bZyOR7jFcLr3FZ5hpetGeTAZR5lDRjsm4yFyaydGy
BTSMk+hEqmIr37UafgFS9+80SlfbUJfaBB7h1H2AhIt5q/vhN4g15Hv1ZNxDIsrXH+A891sv2NXD
eWZVuoCGtuNmXy5DNhYu7aBOH4t4V0CadauVfvVo/rb0d6r1bA2TpOmtqIalGFI/NYGq3RbV+sYu
kR0NMwrG6gIWBMGbqgx0oKVJtoGt2xqG5GHsUSuB/cUy9doLgzTI+Hh5q68uiGVAyh0kFOhsWQZ5
Nk15kuSjWaGcx5GeV003A0ebuFbCO7QeXba02uiG5xne2fBnaGuWhpIKLRHQjcWVaU1OaJz6/pcI
wU1/o9TCbSHZZexZ9m0Kr0vzDo1QG9bXBopCx9K3gAQKlUOfnKTxzAvUIYZ7OyC74mHeF6lDDq1/
BUZlIIqcq9rtILS9AVxctwuIgAXxIATfy9/PJjikSp4oIWBsuArf6xhNs+N3tATcjuaTAQLSy6Nc
8yhg4gFjBZquCZL0n40VBfIb1tKeoRPVHedTlnyMhuWYhRvnpz71mi0Ru1WD0MpbJN8pflsyqJQI
UUqkRwGlKU5T862xkAYdb2IL1L5h9DRnkxeBF+HyKJcfle8kBA3WQj+OViW5ys2Qr2G5hv74lKCJ
Jz3o/WnqtwKXVSMg/gTMCs2ZRCabg75ih6IScm01RI+aEKzLsbprIupfHssqkAwYEhvDQX+wKcNI
6kFPaQo1eTfj4hrCzfOExH3d3BiU+mjGCuIqviNMe5gSKE+J98vW17wLqJssvIGhm4ty4Of9Qu05
p5W9vD1Au62MV33x87KB1Vm0lgwDzjvaSCUDqU6qUTUQPrBw3i2Y11JRgwiQvctm1l6E1pkZ6cJW
DWGBhgFRks5AvqGjjSwLuuSR/AHnFD23Ix1mrdCGHhz0iJcRw3Lg71KAOjWws2xhHVfP1dmApNuZ
WyHtyhnzVugqOG/eAS4i4rEltx3z8oLvG+sPkCMI8XANWIsSigzrKIfOVusK7jFKj9P8ptK9Vv8B
LhksxAC7g7bEhKb3582mGAky1QpyoHaSQFYTFIS4m7dKYGs7+tyIdMnQdE5InMNIRq07lXb3dv5w
ea9tWTA+D8Mw8qyYMnifCqTNGtTmxcZSrD5mgdqAHC9BGhKg2s8WUnXi0VDjVDbWq1qABOE06Y9K
95zE91Dlja+Va2TB56039NoZOrMqv9RixNrCXPI3QzqjG/qlrZlTWh5E3C7P37J1Ze99bkfaBlGt
DmMOQTpXq2i+4/p034+v9Wzf0flHBqISiA99XLa45oTOLcp7Ik+NIi1wmFKoW9Imc43uIa38y0a2
pk/aFpne6FEdYli9vZvT2JmpUzHHiDde7Ftmlt15Fk4UrBmMkcFMiRenGCcnox/tsC+3aLxXQbLn
kyZ5bjJpgumAI7gmcvrR9D6HWLDrsHyoIYgbpSW01nVEcn8A5kC5CaI6qAaBB0yGk9tJhFal5ToU
vXpsc3bTd0+XF2rteC0VLdvGP4u7k5x4aBbDiK5JmGDVTbWkBcrZ4XHnZImB9vEK6bAjM3JvMN/G
6E0v/4DEDlgSyEmgxRrcOzJ/Hu07LeM6LhEV1fKh2CXob1C/m3zjnK3s+k9mpDsRFY6IpAxm2hat
e+1425LqV5tvKYuvHOdPZqTZbLu56vlCEiOa5JqAKI+h2/V+ZPZ1XUCiA+mBy8u3cjMyvPuBnwCl
0FcURQLN0yppcNUntHoheuHH3a84BKvY8IgthU6wDxvq3pdtro7xzKZ0GytEGcyq1ReX5dXzY53e
O44BGdKk3QBLra4Z3gmIa8H7Dj6Qz6e7bOos4ouhYSp2nRUH/ZwdqznaeJNsmZHGY4x1xAYVZsZ2
V9G7pAlEvL88ZcuXSl6eqRakPQA4xWGWkUxtWJV5ipZHtx/QhcJ9u0bWCq3VmdNuFVdXRwPyBxA1
IjhDiePzpNkqlB26xdQYD15H98YI1fKtfMm6EdPCr0EVBQS9n400mYHmVtNC1gn8EuBmnEA1YUYb
N//aPtNUoHcRimPaZM6VKBp1JeoUINoTbRfGqGwkBMTzZPLsHiKiYkTilBcbK7U2Mg3cCBZeUvBJ
8hMuGSgexmUE0v3WUl27ziqP2f0QcGPeGN7K3QVO2t+WJI80z4yinRTDi20C6iVyBRGMQ5THHm6a
w+XttzYoHUgrtDyirvLlIQwiy1DYKZLA5Uj9QQVXeEL9qbY3buO1Xa5TvEOx1ylecdKlX7HOFgVH
CshOc4dPO4JZtE6UOVMSXB7Q2tydW5Lu/VjJZlBXYUC5EoC30aHso7f93ni8bGYluGXnZpZ5PQsv
NEVXIwwXZsz5lg32rijKDQe+PhKGZzuOEmSGpJMkMsFQEkVGK8t/TeC+sl9Z5w/mn2wAMPX+Y0Vy
cTzVjCpessRdeVd00Gb2x3F3ea7W+tEYiEqR2QFvExZfmqxy7LNUXWi9MrTyiZ/lFX+Yjk+KK07j
3gzqEz+wI+q5tyDnvwF6+XS/UI1sdYOs7fTzj5AOFc8yuxuWj2inm9F8UTruqs3Gkm3ZkJasHoca
Ny5sWCQg0duggSV7C9C35vtQkLcZqNzBAiunrkahp+CSxp0E5ouPMouveiM7pUYSCCFcs7IcS4OU
zuUVXIsllkaJJTsHBiI5EjPRlDW0EcbF+xJcNDcJro0qK5ymjlxa+mDvGLZyV2se49yktFx9qYuo
VOExqozdABHn6kP2oy81yDJbQc+yDee+NUJp5UgNZHRIMatTURZuS8b3sFSag+ibt6JXv6l2VPgh
t28y4JE3JnetdIUOARXskguHC/7nsy9J+jipygmzCwhZYHB+ALe2q/W537N2j8sG2cjEA7HSQ98b
AfCjvhW9q0p0J+INX/DV44D6xYScA5R8EFnJ+cJBgMeBQz7NFZ0NioEDL78n1htlweXdtL6Df+8m
yeUo6CceRYnxzkwbd2qJfCEoPnsvY8r7WITf1EK7js2tisrXwaFKg66iBboGKheZLCeaM30qleUK
Gk54rRlj6szcrcNflwe3lqeEHco0urQwAQ/4eTUJWD9GMG3B2en0Wk2pOwnqQQBqVynJKUu/tRak
30HaYUbTPjK7H5fNrx6bJX+IxDUo8gzjs3Xa930Niie8mYofbZrhpPBAj3pEEu9ohNvYuatTemZM
umsNU+UhqLaRCwObfElf0jk92E0UmMqfPGbwc/8OS5pUE7QVCa0xrCkG+5BqnVjOEI6zfTcWt0mr
enXcOta82YuyNcLl72fXfI5PAjE87MZJuQeVsJuYEOIDDQUIqK/HaXKBT7+L0D2oJ+o+7NrHrKS3
jA+to7RiV6Wdo0E24Q+W+Le7kFniQD0j6qFbjg8KBiIO7MijxAPtmjN9XLa0elDPLEmjH1gNVsUY
oyfjd2I4mdgLFL8AEgmXXtF+Y+uuXp5n1iQXXEygBzOWcUEZzVGntxDpaS3a2rNbViTnEw+pqZhi
2UkmGkB80KQ4CII3lmj1NjkbyvL3s21jtGYXa4tHn7v2zbDbq7ijXh++oK/RJ5T7PH7P0RxzebU2
Rkal5x002GiIbskl5657kM6GBgPflUq7EeOsRb4QrcMrCNz3EP+RzDDRlKYNoU83YhCvTugenEq7
PxnJbxP65+lDYw8fIwV+pemjY8JioPnjl3CeN8ysHu6zkUi+sjDawmonjIRM0aFuymutf9ByCxif
TRng5afkVz6iNZCEotMQoDJp0ojdNooR2wg+Qa8+js5sPgiwnhsvjLyNc9CFtyYU3AmoLjq/2erY
XSsoA6v727o0nzHC8obUGKiORFpB7ml8jC13KE+QqxHdB0iDcAqgENjrgAgO/uXFXHUiZ8alWW7Y
UHX1khAoOHimE3eGYDfvvCh7zm2HbLH4rKVjP41VupOiKC7jDE9aN55vzN4vgfk3+93Ma4RvD4by
IHRv3JIBXt1ICxZ6ORDGF95OxRaDahewWYbxIa97CJk1fm4puw5DvDybq/f7QssMDiqC1Ky0kfrJ
zKZQR2rAjHtAEjVf6chO4CEzkzfElv85IARzPqIZW2UqGD3lmutURMRUSIF3hcEap07Fz7aye1eP
KHdm3Xy+PLbVhDPCT3QQgosBgrrSVokK22pUE+YAfCQQay2v2qYqPLONxgNobemuo8aPlleNM1pd
4RkjRAfLcH6E7OqWvNnXeUYovND0I4hCrVl2pkNRGx0QhcIl1uDrowA/QerFDXGE8S0aiXt55F9d
92dr0gGde71PkhrW2hn85LruC3ZXjf85mbkYAes+IAFLVnj5iLNLSY/TMWI2R+tqNvwYRjreWax/
LpK22Ej2rIwGmwWVemqgUcWU65cmUeIRYbBwbeV7A9Kxjvt0iyLg6w1rLDAKECGrgDZYcppR68ZB
oNcMx5x+iPAwC0jpHGoGmpL0VBSv48t/XqAF9wPNFWRckHGULnS1VZGGiyaIjE6+Yu1N63H+7ygp
49yEjMMq9cFUWQkTdXUtom8VhOLz4L+OQmeISoAsIjhiX/R69Kw1RgTswk2EfSQdtC4qdi02MxQr
Phi162WqFvzQIm/7eae1SdRDlaNHGYA/WPl72d8XkDqaehfIyzj3G0VZSn6Xx/bVB8MmktvoVzBA
Hy8DKBRLj3kRwmaSuVrzyK0aAkuHYthi4t6ys/z97BQxvUsiEIIifmRu2z1OecDm25q8/v9Gs7in
MytlMkDu0MJoTHD8xBYa7rVHogLb8nTZzspRxazB5y6Mv1ALkTxuxWNIYLbLaMTj0N/n6m21pau4
4kk/mZAu5NgsZ9teTIzsI2IHrfaiAoCkX/NWHe9rYIrzqULUAn1xAODKALIWRJHKtDRvjOV9VNsP
qtVtVJ1WLVh4WiNTjttJhsYZWhKHPERJravdNnklxgaGcW1vQYqOQlETSQoUTz6veheXUzP+XT5j
z40RGGHhpOFtjnbuy6u+ZUd6A+ljDrjrgOQ1zbxICCdiILJFOZdsjGdtvlA8RvkWmV+QgUvBStfi
NVJS5JZr+1Yv/hKDvnFv/p05/hxXIyuAxCTYDMAsBFzO5xmjCivVscdrrrxCT9Thux45zKv88Huz
m/zMUZ2Xa/1oBKaPjtPZec3Q7dAfIw+5AgfZEOC030M/AlIEelW7y3O8QnuET8MiLqplS4VFum5r
9EfmU47nWGeWTjM+qV3oxGCVQhuLUxfXtv2L0OS+NbogTe7VvtmjevrU6YanajUIlgu4r2rr8bty
FpHbg7wMrhrQhMjHve5E2IBhE09EKk7h3J1qru2MygwmHMtp3uL0WzMHGVqcShQYsKOlKSgK6AUM
DPusbuby28RCcIdms8V0txCiEU4yaQRkaV1l7nMlQ9cqIT1z5pENxwj6sr7dzcJyQDRS5FD3tBaS
5aRvnkPkhu/Moiemd3nNVrwhrmBIpQOmifS6XFYEd+3cGsogXD7vJ/KqJlf1Fihq1QTcB1VBhgHA
pHTE417X6pnhlu/HRxTzpvQK8fTlUaxdv2i5+W1DOt6TCaJtcKoj/qrf5u8Eqwu0rvmXzr93/b2I
asfssg2b68My4HptdPoY8mavyrYjBRJTrlkfougXh1C28X55WF/fkdi0kAL9x4R08YaaamVYdNB0
hv6g7NNfjekl+c1s+3rzBwHsuSlpkewpEjHpYMqGKHWk7Qf+HVW+y8NZORufhiMtUtpNQ6OpsFHx
yeHCIexlsjLH1k7GlpdccfefTEnhmMaqOtRKmBqKH5pyFM2vcnSHaHd5QF+3nQVHvAR9GipE8C6S
Ga7GjdJBDhIvbzFiSC3UuCCPYHH+VxoDssvi0sPFl/sInyKvYkP96/IXfNmE+AD8ABpVwX+O62D5
+1nQVEyjXooWH6BVfeTg/4ySzTR8hEqzJaH3ZS/+bQmVTCCj8BKXWRiXHH8ClFDt2iR8zUXfuzbY
yf0WicvRBFgeCFGnNtm04Z++7BnJrLRnEpSmQkOD2QqQQ7C+c+aRVDhxHjrRfybQlGxJq5nXNTpr
FEwmb0Bbl2NBy/2fLNe/k/jlwVOjwJbAjsutG5BpO8NwqrcQjV+2/udRyE9Rq1PtOWwxYxEIXWoF
6DXdKdTotq36DZ+xzMenSGSxBMgGghBNX258afPpUyo6gtGkQIizbkTxDteV/TIbk9vw9C6rS2dq
qg2kyJZVySmqlMdmSBrsiOQ4QH2hpFfoUXEmzR0XkqMyiNssuLxsq5vwbKDL389OmRoPTEVZFCz4
ve6VhQbO2O4xzStPNRV0p2zFUasreGZO2vO8A5+1ZcOcMCcIfR5of181k2tsXcyrdnQsHXpu0L1H
pGEBR5Zr04TAntrFKQ6Za/aZr5QgRMm3WmxWZ/DMlDQksKzYvdm38FMN+ATe6bjn6YgaS+7WdCv3
u24Lr2LgbhAoy0/xTreGMstxAEyjs5ypeGexOCLDFHvIse1rstm8tMT0X87B8gz/X4N/a3KebQ+T
KV3eq/AbaDE6qCU5Ut6cmkg95N1bG1e36CRxUFO6qjIVx0QcLm/O1StgKRSC0xGpIdkxV6MoQoF8
MxRRSi+pIEE7f4RmuOGHV/fKmRVpAQuIKHRtAitqzD2l6w9qnAQdRHeFWWwc8NVbFXweAAChGYB9
yWtYYFqvowy2lNbXewFdTcAphadH0DsgjhVB8MNwyBbfxeo8gvMOhWxc5F/ucr2jVSaGAX5lggQM
HUpHMxKPKu1GTnLVf/22I2Ppp1gZwkzpa7dIbVcY3yFHO+RQLQYFCzqSzfqHaRP/8hZZFufLBj0z
KT1KR0vPTcWASYEFs2MP93WfuU31PdFyR6Ub67dlTc7sWiU6ry1MJBkcPXyMlAdqX8fkEWmwaOu5
vTWZ0mN4oDkluQpbtK/8WfGQm2pnBCMveY++Jc1L8d69PJdbFpcEwNlhTyFzAsgfLGrA8bXQuUjs
yB+Qw45wslGMfBZ8vEWDzs/LZpefvbSE0l2r5RrvrQJmI2BVskp4MZiNL5v4ymW23OcIJcFcTIDk
kIEUeg4wN+MTohPlKu5f6uqtbU4GhKL0PRRE6nyfkWCehRMm95YKDSm0EZon1h0MCI9G/L8+r6SP
kea5hn5LPwkMuKcPWTf5ZXpCRm/DyOqsno1YmlVhAB03/A9n37UrNw5s+0UCFCiJelXotHMOL4Lt
PVs5UKLi158l33vG3WydJjzwwA8eoEtMxWJVrbUYRpxlB6MZAzZx//KkrvpNIOSX0hV4SkUUnY2l
ynk/w5dhCrX+qyXhQnFGmazeuuq+jgwtH3K8L4kR1imDoaHmbtVDXMd41SyJ7zo3AgUmQDCA6ISi
hirGlk2u6TkagOFIkMRQIN1UdWQDZuG/XpZTM4IHUewkMjIDaw+uxB5VRRXaLQmXUcGdL82pFcF3
KCA24D3HYOis+0X62kDfi4U/B/Pzb7fAYgdJegBFESWIsBU61maaW4h9CLe2kELeNY4NKa6BbwdL
l2VCzt0TjC0wZmw2DTtbcPU6zeYalSjAlbEN4unJSD1q+/Gih5oGeHvg1ErcxvkZOrUoLFYRG1YW
5SruM2u+tdvG5U70cHkGV7fd0n3x/1JqjrC3e3sEgnPCoBQj/1mWA3nLiB1uwwwaUpctnceOKGgD
eAOABYCvQCOenqK8VuZRmwianrIKGlq7nhu3pNVd9oE062VT5ywLQH1Dz2BpLwWo8gzz2LWVntHC
Qtg4edr7Rn0aXf2h8uor9M5lLvOH98jrfmoyLN/vlP3pVXJqV1gwDU8zOllm49nuMz3k1/N9G8x3
/eZBg0y67XZuue3wz3bkOu6zGYxe/9ZulYD6ZgBJ0l36qnmWq/qOV11XPg+GN+Pr8szoyxdc+kLh
ZNKqaiBVtnzhXbyNn+s3O4g96jsBvuCqDgYks+cDdfVH0J7FW8OVEr6dhzCnU7Ts+SNnOquglu5G
fADUGZvmTbOetXRPivvJwE0h2dwr4e6pMeESSlQ9qpQZxvTc18iNYQYR5MJUtPw2m7B+asJgriUu
aXWbH2094UBNQ5+WSYKtt9TajA6dDTaE0Su3D3e27AZcm0vD0lTU3HB+IfZ6OpeADIR9pdg4UpU7
KoYLfJ079aDPi3q/a65kPe/nzag4Vsf2hO1dJhBCT8G+4ZXZC0fzgnpb1J94/XlOdaNM6ETa0M5r
ZSzxa34XuUDgPPByAFm44DjGelTiLA+xY8Y7KCsqiePmUaBBmi9DF6X6QmV9Kms+kSz9Kcg8ovor
luedBMxZE1QDPJ5thubTrl7HUHIOz5uoMJVHNsR0FTP1WueNgpuraZ7mcva77kefJZ8E2q/NpN1r
NbmqzdxX6QCsWBRk8xvgGxKXfN4iI3yFsIHSPInxGRjpMNRebf5kYflQjNVGA34w0V/nIcJT5lpR
km3Tdyil5H+bthbsCxsqqzSzcErMggVUDQMl2kzeZu3aTO/tUUKWubaLjidccHxV2dfMbjFUFdnO
poaEhu0b3ZfRbhBsZ+3O7v+L8zm2KHi6yjRSu51hMZueU7YdCy+qChc1Rp/3L60dBRAxbtS/z7Se
bizB5Y3gOiHzYnW0XypQORJZzCWbSMHB0UIz27aGgbacYzcCCY8CFvS2TAAdqQLDCF9LpXTn0ny8
fHWtObvj6RTcgNKGdU1tB27AgFDR+EQyyOpw26vjf9J0n/x9VmaZR+RIbHThQWtG2C8zB9w1V7E1
o+J74D2SMW4JUZm/5oj8fQL+mBE2ic7CXrOXE8DndBe20w3hJFB1JnldrAXkx6MRdoWZ8EhtDZhR
28dyWC4lY1PWno2G28ur9H+4lD8DEraHwcIpjRRYauLaG3MemMmbNfu6vYWSFbQVlie86c2xb5iy
bsbV+2mB8VKwyWpgFRbcGR1brZpJ1HpDbg7/FBkZtwszxb6sbYhadUXYPyo1ad+gnMv8vumqAzHr
IWjSQqbGtBYFEE0HplQj4NxQl818FOUYudUldhO3XtETP06fa5A74JVASGAnklLB71qAGNId21oO
7JGtcDT7JGsxarvpfNBMwiaMzekLA1ykcT4KY/IxzCtuZlumWx829EZV9Hj243Ct9t8KLTbY/vtc
/eVosQd49NYYlW2ahI+sSaFOAcV1RwYUlc2PcLqUuM7Q9I1vVtR/xnI/NJtauaqQxFVlbwGZJeGA
OZDOS+MClqgTeZUdlPVzpb5HLA4q8OJc3vyrrvFo1YVTFiGBRSBMjDx8vuENuEM8gIjBzFy7hZl4
SvemJa+XLa5GuMeLLxw3RC+KPVs4bqa9Tc290gVA4yup5YUNVCsenAn5pc6VGF1W59KOE1yxA9Xd
jtuYU6N+sDvsJvMqb9/yWQtakCKWDXe7JWX4MFG3cQ4Q5JPYXw3QQKlrojgMfJmInWbGFNotT1rP
1K5x4XmD1blQKprTWxzzuvmkUQvM+6M2etbwPDgHSwXYVaYkq6/vrD9fIUw9yaauHnR8hX13Z30A
vLNt/HSPxmbVJR5H9OYOvrqvvF+1G7vfKBeqm8xXNnng+PPH5RlZvRuPJkRYEI3NfQOP03qjAtJ9
ffhEEgN6d+Xkdyrbm6T1x86U9UiuviXJkVXByeVR5MStBquNb7vlJo7dfz6d28QNv2I8I9H8jwmA
dogLWCdQXHtlN8oe3LKNILi+RC+yKodSiZc1LoDH3hD7VS1T7TGWKPR8u/+70I6AqKyQAE9zE1bA
RFYE3U6H4J21/wmd+p+ma3xNXhTUb6HiUj/Zl4c+4C4aIj6Mx1+al2yqPTol/MyXH0LJoov5qK7l
Bu2Xz6q7DP30cQw0IkL1dhdmseZVUTO+KD3VHjUwGgyePcT80HYJ0LxpkXT/EC0l0CcNJ+cnKGHS
q77VnBuVF5S7UemQ6WEeQ/5R9Rm71vo2BEbNNttH9Gl3mylOgSrRh8zxKwfPW56MCjQj69rp8BUs
jAIoarNDlJp8B+ZS46qC/LmrMkV7GNXOekIKIkHG1rbJLoxr+la0Q3jImmiKXHTYdj7OFdLexjDf
lraTb1NldLZt2VZBG6IBDiWm8KYAWs9Hhhl9ZkXDX/JqGg6h5eAlqofD90SG+uDUbXlfAYr7Awp3
9Kbo5rqDYjfVgX6NC5SGeG2ztxYAjCBnjrkp0XfqQviHIM3bGh8Jz7r7Ctu78CEQX6MWPZf+zIv4
WUl7ywW4ld7zvJ9ANkSarnWtedZ2vKYm0Ht8sn6pmL+rmEUlR5awUyNvcGrVcJkTjzt0HoZ7CN/Y
YK9NoeHTOU7zSud+egb9Hrun4xjftSoowdCzq+0ZEqBBPvTqd8J0ND9XjfrRc93Z92WMXwxpU2zq
yWYQ6J40vm9QkDpEGVEf1HCIDB8VKvrSqz2/idlk1T5javkVzpCvD2OrCxfglbHTaFGjwTHKG3Lo
0EhnuXrMnXKDdBbp3CYMzQIFp6wbXZSE9MmlqQ5uvLGNHkioQ1a9qvPwtnUs/R6P9dhwLUaLT7uJ
whZMkxE4W1q7UdB8x2xnp5KS3Kthxg9xYSg3jsVz7tUqON8bK5y+rdYiXjWnJd9edpK/U+iXzrHw
2iQzsoWZigOj3ySPiAc/U/8+O4T+L5BIbPW7ap/4b8OVvZ82sQshWYn1xUtcsi6EPEXcVk6/eEu6
/dkhsbaLn8BpMj+Urv4xBzRIHwD8tK/tu/DWXnynDOm/Gpw4wBFDfRmFWLEENeU41STKMHpeEZdP
7MYiMw3CbvhRpPRX1nTXdolFM6tpf3no63H5QgtNF3Ip0HefRqgJM+yiHsEUn2vtJjTA7lhR50cW
M7JpjB63g6Ug8FSQmlVzlriKhmRSVZWSZMNyH58twNFXCPe1zZuKqqh9eahL3YbKuCXKfi62EFH3
L493NTA4MiTcxj3aVxUU2FqvYx1Svl3Wu3UaXpuq8tEl1O2lHHKrUSDag6FqDwZSdIIKDx8lzxxz
JKCq5MOVgVtnon5jP2lwzTzC88bvx5tUxqC/NkrQEyycOQh58Uw+XVTCJ73LF3pMtflZ2rjrzTer
MV3avZmybpr18SEbZ+kGBWOm+BiPYoh5tw1m1FKfoxFo+ysTgGml8yka1myySZifaDKx6bXgAkzm
GmD+BjolxIJF7yRR3fOyhTMq0eSaXsU8CWo80S/vllUzgMBClOI3GkjwC1E3FawPEUxX867JHNdS
bnT+fdnG8sgRt755ZEN4BOH9C7VHHTYiu2YbreH9nmVRGFy2snbAjq0IxzycJqNjGqz0AwCgGXMH
QE4G3W/GSPLQWt8QBhIzKJuj/CeizxKrrFNFgSlzaIJ5QKiNO4Sy2WNttQdpmOWWyLXFDfVJbchc
+dqKAceHduuFSE4TwUF4IUfoxeYghkUzBKCgiWq5RtTvLs/mmr/Gif53iIK7mjUn69iAx2SmXOOw
+aBzfQd64SVV8k8txCHPiVtzWZVufWaJtRTNgFfE/j891maGFwNgrogqm11ouJm27UHcrHuz7lnz
6DINWtYyRva1CUUPDQRHQVuCep3gMEk3KcCQYKiO8WhivxQTdM8ll9CqDTStWQAT4o+o/jIWbHaq
GuPKreiK6Vu9r3d1/c/lNVu96aDt+a8V4aClnDY5H2AlAe5Um2JcY9kjg7BWS6gHIbbeK5oG8muD
PzTms9OUyn+4e44/YJmG42RQDfBpVSDK4Nn0bo1Iwc3JL8WodypEThsuewSvHvmj8Qqb1Cy0fuhD
jLeMt7x/TcY3nrz2neQorLTPIHkJbD0Q0Q5KULawKcMiLrSqQ+wyd9nXrNIvsK8Epp25Rhtd9+RX
zyC+DT4mtzOSA9ELlxZZ4kLFdnAdK07devyqqXaTQMqacFlcsfYOO/o4KjwPS9viSRRiyofZZcnV
TLcdpKvM1ktVCKDIuEvW9zHQo4Au2BSIyNMF1oH9D6NlKqBR4dal5jdKtSdlKUkYr3qfBUH6/80I
G3kk2gCVKphJ+zde33Vz6k9kQ3MKSiNwNCBzLCNRlw1M2LkT10IW97CoFrPHaZS7FI3HFR+ZJBKX
GRL2bBRbNdHaZQbtl8y8HaFSUoOC9LInWJ0/NFguLf3o/xWJnYmd1cki2g39XTx+srchvY2m1G/D
H0Aq4oJyWzzFLptcPYtg+KcaoNLIOQsBWV53nRXqFXyPuaGMQq4dUl43U6dtLttZnT90xJqg+YN2
kkgZliHwm0Hsi7sXndMz2cfI+4E9MbhsZTW8PLIirFJBFxKtGRPIzPq6BP5oE3Hlw+Z0dnW9e6gi
MAtetnjOnIVazPG9LpgcuZMNVtXjhab84p3L7OsYBTQaMk/RUHIyXMTUVuOraaDHnxEbQfBvSxo8
19bw+BOEm3A04jxPY3yCzQpfjc1NRh4nMt433cPlwZ5NL/qYADXBbQiOLsjiLot8fE/MfQgGRWD3
JlCDuWGm+mjPOdCkuh4V/lUm3V9HbL8NYtMsHcDA9Qi7E3gde4zowhqiNPDCreoPRncNpVXfnie/
YQ6YtApojQ9bqIfIoIPLj5/Ev4txABUJBY4HDciCcYhNAkw0g+di7B2/GdSdojobW4VmjmlulM54
mZMB/BcQztGf+zqSlJ4XX3lmHS2KyxeAkl8Ec5SACMzQOQT8Ovo5xGiuaWUdimfbBuNDuwJQejbe
R/AAp6uZ99HIjD4EU2AYkHjPtKuxDLry/fKeOY8NBTNCAgVStQoqophG9bXWg+jF+Kl+TD6IyUjk
TtvLxs68jGBLuOfGMta4GcFWb+/xgHATdudQ2YlffkRcGTy88PpB+xu6coVT0DZzMjctSFhLc9wA
cVO7yGlrns21aQtvkLmlOWR+XmVojE/5eAtBByRCcTUe2qJ76Pk8yb5omULhi5AegOYruhlN60wa
Yk4HvIA7oC0nlgWgXkOlVnPDrr+yGWo6erOznfoWuKHtZIY3sR09xOxvG5iWiTdBBwmMAP4WYatG
Eg4EUh9gjtC/wRnqFvQ2VJX7zhnASjpK7qzzgPm3NQR1C6cPnhzCMht9CwLrhc+n1vDagJrgtRMa
6EljFfvoEyvdgFHgjkezfasb6k1KFdtP50xyQH+vszDry1MLD3AN/glqDKfnJzRpPPZhDDKT2hrw
kOwLQ0VWqiDPipPqPlLBDVr2xqyMr6DWgEOWpBmSd2gdn/e2nTbPo5F1s8sVm/ygPZKumWLMuEFI
kR1UNpUx+nfwS27Lrfa5chLNr8MaadO25FMQzVbxolscKFdeac8qJ8o3K1u2dVJFfzXDkO1yPhV+
GpP5Ok5IAbbRMETrBbLs9x3S/H/9vkW5F2XrZSZAuYKU0ulsqImt9pOW4Ojpsw9IBRq7PsNZJhh3
fsBPrQgRZuiUhVnnsJIYV3H61KErIZu8y07k3C/CBu45KABRMACJMKy6KapwdmCDoXtjhogsKH7A
PB+DzuyyofPr9NTQ8kY4uk4zp+QhGvxxwejQDlN+RezGMYK5cZmsv+cssFxSDqDBMWxdQyJXBN0r
YZej5gKXBbo5s7zrE5/bT311i6OSVb5dSN4BZ48bnM8ligXFC7gw0CYsDGxEi5zelzn6xSHaqtv3
pfmLg7Y10xq3o8ZmlEnXrHoEEP0YC8p/aRYWLKK4QobOxvMZyASHPgAkUXZvpf0c9z865yEBGR3u
m1bWJnC+GzFO7BQ8qZbOEZFcYMj1ybRzsJahTLYbtRARSnZnNUQyneujo46D1BEIn88ytSlUAZph
4cCqwgEyNj/bCWT9V7PjIq1JSaDbhx5S0bUsZj/fNRiegzQmUHugShWfI5RwO7QAmPAs/jJ3T2ON
6tw1V9xMeVGbnSYjTznvAsK2QROsiowtgX6hyDbdVV1dQJgDhFf8pej90fDUzA+TgGeunb4bObA2
O826pfX28jlcC7WO7QrnMNXjUhkoxklbvk3scTdMMoWq86OOoQEGgMkEkueMsbDhA9fzEisINfi6
3bNhN7FikSJCk77kEbm2KY9NCfFWVkVIAYD3wqMRB8Te2lEzd9Ui31yeNNmIBH8fpZBwbWKYCTWk
FMf7MXt3isoLp69Y2jWx5k8gT4BcnwOHglrUqT9ZmCzbcuC4aSE75zw6qeM65kMTPnWAOVgyEkt9
bT9Y8CR4pYLhyxKdicYUpIaMJcCDNAzXXKd+0mesXKCwhzZ8hTi7Qm666MdUeQXdGaCBqG9jQEi0
dEv7K5V8NQpzi/opn3el5Sdl8fj3U3/8fcJ+tVhrZGaEwAPd8Knq9tOmsR+M9idPJCHOefETJxLu
FFLnqJ/AxQlPBKOhrRabmIkGN1SZbPMJjM8uiwEqyR6YNfmxhmwvL4O8gmfPP2uU7UMvZ79M45CN
ryUdXWv0VOtBnsxf9pcYfR1/mrDNOx2AhHGZBFZcTWqByQ9QOEDZynCe02JjoX6V7SrFz6PCL/8D
URoyzzAPCQYkvcXHGWNgYUKZPUdLooqmCcjcowFAlRzkNfd7bGSJU47Dg7Z2Smi04nbRPjh3Tb61
i40RPw/mrgjvdFkS/zzswVofjUm4QhmbzCgBg4BnmcAoWS4xbkcIfzqyZ+ea4wDBD1KzFqIr1GJO
h4W0PbZcBW9rZD1EW/fN/Bjj2UK0H7kMUbbiN3Bd/pYmgmDGWcEH2sLoWiEwlaRPVtRAERcd3NVd
pLmZAbivJJxbWa8Ta8J6Dake5crCOZil+5lVkOmOQfZAXEt3C/JpQPgXqs2XPcGKrz8xKaxZCi3n
0uxhUm+MQOWdP1Q3qmxjrCzYiRHB3cxDmobNwgwZDYXL8gPiYEyrS9ErKOs41ldXDOcJNSlwj6GJ
+nRzFGVKcjItc5g/JeN+SG55aaCNxjejgJTPSUq8GKDN8iuxrsN5ZxuNPxAU0tQFRALaeh5tmhCw
nS6AWCM6idFb1G8QUWTEreK7wfn7SxCVoT+fK0wN/GNX6gl+v0EbhoOWNa3Z2uznoNDA/rq81Ofl
DEjmHNtatt+RO2goZP/mJUoJ2c/K9FvlLQE/m8PdLN6rU9Akm9q4drRAr+65dSim0mP6o2O+50W8
rWVX0DkU5eRrUBo7/ZpWzcNBVfE1DqYZ9MXRjQmwfKa6bb+3ysgNh/euGbemeV8W/jD+BwpETMa/
/J5iwVFBTqBFdW6ZjPvRedZnNFBVhzGWXICr5+uPGRFwo8yh4rQJzJTte9IMflTvSlZKDvGa3zjO
3gh+o4YQAfSPkb0x6L6f/rH6Z90AteOBRT8ruknUrWQjLQ5WuDmhqYbHIHj+KEJ7IXLrnTkeB83E
W6lJPDTi5smLXQV5eBjJDDTYm4GUCkeIIxnm7zU5swshWCQcUSVGmfh0y9iFMjVhZQEu77av3Y8i
MH4afvxVoXXOTfZN5kZfKH2+8Rt6NUlsr6wjVH+gVYNuEKgK/45zjs5O1nAW2qBmXVjVKPULvu3H
4PK0rqwi+qY1oD5UG2r2qnA868KuR5YouD5ZgkoUAEJbtLSBls41Ex++KJVR3K7c18cGf+ddj8Zk
6WWj1WOIbUNSN08Bg0r2c3edGpI8+NrcHQ3s9+P0yE6vQgKWFA7eE0qErkQkk0YAd/7DAh0b0YW9
UXdmWcJzezEkyJzQM5y3oZGUSVbuMYj2gnZ4oYTFThDulsxS5sLIsP/AF3jdVp1nMCAVhiSoFtXE
PpXM28pVdmJOuBsSBU8IRcWey/WvDA1qia65uRIweqCYS5kWo8yasP0as0NZtoQ13fKb9AcEXVzS
7MbMN/WHrPu+vNdXrmlkrhZGJLCz4KIWU5+2mTsMXWKZdwXSy22/yZ+r7XRo9m1A946nvCQeuYuu
IYl2q3yCBDeot+m1D4fjtkHkX/6W8+15+inCNKtqaJWdrUCltmV4bBw46dHGI7nnz88ajIArAAlB
tHadYYTMuUAlaMR4dVBGks5nAAQX9qOt7C8P5tyJwM7CtANBOdTRxfAnnaNKrRPY0bTvzA6QxprZ
m16mbm89FPbgxabkgjtvU1/StkcWhenDuzrVwhAWjbvPxDPe2+AJuLhtFzz/ctz5PXn8VbRB4qE9
K0HjkEv85Lp280P1FG3mwAiQ2tvKCizn5/T0k4StnKtDpU3FMtlhAJKT3jm0/MMx/VKGhF4pTR1b
QiOR4HUctR7KZRvP6DBCkjcMk43Nw+gGTEPpJnEKE5FTU32R2IoeY43GW6tzsufLa37OO3CyBFC0
OP0KddKiYbDwFYPX4NUAaL0T8J+56t5Pfg3egQTH5krZ2ZKDszrNBNoxdEFjgG/s1GzYOI1RqMg+
c3bTQgkk1x+o/TGaPmsknnB1Vx9ZWk7X0Q1SmKnalEueOxtAvwj4FshWVChQVGQXD289eSBcAm9b
Pa9HFgVXT0kITVwDFg17Ww3BrNsoR9yF9X+oRGEH/al6iHTMZIzLcVrqEartJRagRcAQgfgRuYCm
+w7Jo5o8j84t5Gou75n1tftTbBE2bhipaWSVy/g0H0TqbqPcW05QOoE6SHLPq+71zwDFIrgWNRBh
rmBJIQHaZ4f5XpveLw9m/Rge2RAuf01RagDCYmitLCrdVVAgmc3nNnDCBMIZL33qKtO+l6kmr4zM
AiMLEvhIcCG/JeyRNEb3Jc0SxPbpta3d5+Z78fcRB7KHRyYE55qgbTEdJuSosvKe6/dN/8Iq4C3u
9E7ixldSlqeWBJ85MnTdoESIh+h79oN4Tenmbv8K/MgmujZuXTZ4xI1/HBDz3LUHI3W/v9XPXJL/
+N3CehrgL8lSFABxT4K0TSyMT2BwoWOHIrCmgcTCJVt6UH+w3M1eq21+VcbefBi/x3ajS4LHldNw
YlfwL6xDktLuYZeG97n6lDKPUo/AoafT7u+36okpYdOAG5ratYV5pvk3V96tf+IBMJbJbbsbjb1q
6U0UyjBbK77sxKSwiXKFkJKmGB3SSYP2PqvbxrkuZbWe5VcurZ2wgfopa+eJYmCO9jX1PwzFD51H
Fj/myS7UJT5ldUQUDKXguF5yqMIDVO2GNh4GZBoJEgU9qnJog4zya0PWAbp6wo/skNN7Jxt63cg4
7ETznW76Yf3cy2KV5SfEacOGhwdZ8uSmGLCVnMaVHkLOAj10YHX9NmSZ5nUDVIU+s4oGKPFZaVBk
B+wZspqRZoASRn+apfyOqybANL5UptDYJTZZAfdnDhj04qW+qvrRgjzU5VOztt4Llfn/GhD8e8w1
fZzLAszcxYOKYrqe3dn5YywL59aW+9iMsK2alPW4qTCOuN3P5avN3DSUnP81T3NsQthRcdRG8Zhh
JLR6VZIPsDtTBQm4KXNzGUPr6qqAnYdStGfpmtiySzMyaK2K+pqZoJO/9tpC1tIqsyAMJkOwUlVL
VZnjSkAeqDYlUdjqghwNYfn/R3Ffw2vk8By0ASjxS0KejWn00kGyIqs2oCa0qJoh6SeWBqNwLlk2
ogRfjXeK4tPq2ii+L2/flfB1kdr+18SyvY+GkTdRm5EaJurpllO3c3yCfq76him7rmY+4KaS87Lm
i3WKjkPULqAhIt6j6G7QUJZH1jGeNsxqfb3Ck2vyFesa/plJGTRXN/WROWF83HRiKMzDHG2uB22X
2K+24U/NDgyPlydyfa3+jEu4PIeesj6ZYagbP610y0BpTyRbbnUsKGIt2mRLpVi4xihzCgjNICFv
1M9D/ZLEexKhFe8pTSURl8SQLUTgrBu6omBw/Oq064tnRK157fXoy7L+FumF1h39z4hExFykUzQW
ouHNs+I3JQftZ5MEjqzxfNVDO9BNgAY7lGvEHadCzSKFrjK2OIh8IZcFCJTaQSpSEiGuepwjM8JO
03iaanEEM7r6oCjvTIZjWXtJLIKzWGKKzhUE9qdHtUqttAyXRgE2FwFT4iuaZr6R6DvA2a/U4XYs
S/SS6CUDLU8rQYqulESQJTDR3W4vMTCEp06Np6WR2JTPcEW32lWxRcrXVxUXhVtQo7ggjUvdUWLy
d/1BDD+OTS6e5Mg1wVN0YByCSX1b7pPH53IPEgvtzfGYX38je7CNb7UH7dPwFCA+XOXr8nle2zVg
djMcEzpo+E+YbW4UjjGXOGwjvauAqTTT3aCg52t/2cya20AfxhI/IDMLNPDpIGPeG3NLcQIqbauH
//TT3QSs82UbKy1WC4jsXyOmcJ6BHuug8g0jXe2hhcYH+D+0P4i9dUwPXINz+ZiCTyCXHO61A3Fs
VUj9RJOBou1itS2vEuCsavJ2eVyrS2TjIOBsA1Ui5icaHbjhucaB4CD56DwCBM4WRCg685idWdwz
oU5Q+Jdtrt2XBjonNXTOQ7tQjFxGYwb5IPD5XshJOblQL0xB9VUrzLMTTrfmoIO0v62TG4WHyO1N
hba9/AGrG+bPoImwliggtxldBs2qH4W9Z/Sj6zaXTax7miMbwsoxANhYPcOGZu3BZ+ICmYfmk/uc
389IEbehXylg5AouW127dACEh3Qe7oSlRH56EvJcoUaXwyhBKJUbAcOhC53cVfJXvZQEVqs7Z6kQ
IsOPLL+6TPKRa1ELo+sdp0PJrEl8ECuABJMzN851xIlSVpjVFTsytnzMkbG5KvNwZJCHUev7ifh8
eMmoZMVW584BP+NC+4zSheBFFMDB8zIfsGCshCq24tr0Bx7W6MGDwllsSvzJ6hn4Y01kf2EW4+iB
wYCmBETr9GNu3iNnfihK9UotKWIFoASIrMnw/AbC9b3Q5UI/Cr1rpimMsUoBrkdUUnnltBnJHRDO
PdhVwPPj9WBJ6G7gyzr6TZvGheSqr5myF8XZMi72IV1Bl/KupjuC/VApIV3Fe7TF6Ych+UXYQxxJ
7pzzJtETG2c5+8k2Q9NqYKN1yANAXW7REW9Uf6UmdKxSfWck5SePpo+0U1y90/Z1JlOfPgvPhS8Q
jj7IpbiVU3zB0mTpoLWhbW/rmF9ZfPRNROdTItWAX27Sk3seJjULRA2Y2hXAA8sXpIBGKk+p0fi/
VQBgf+/mhShFnQb+GJt9/cBUxSw2ulmDVyY07Si61iKS7ey66o1NlxP1kDp0kD26z24wfNkScSGZ
szS2isAPa+yrsTJICaI6c6vMdFMnfx01LiYsgLAA1ljp/uytIptsXPmAykZ7plNP71vJlXXm7BYT
oASwkC1a4l8hklG7iTkzStBeXRQ7nUWuMl43iQ5thr+nO8C1qEEtFm1pePyezVeV5hm0i8GUmkJ2
DiJUlXMwq4dIdlWsjQjpHLAcIG5CN4JwVQBzS1r0YmBdCvVKU3+pjO3aUYXgnalIbqXVI4loGwEU
+puXPotT760DKU5iO1u6YW/D4WU0Z1eNd1qeeUV1p1QvVnfVmYeif4ktyXNv7SgeWxbi377UmyRu
8gqvsBub3WjlXtcUzzRu7fhFmyU34nmMiF2y0DfgeWEA/CgKMqckjopJrUAJjgYCUumPU//s9HUQ
RdWmTrnLjeFGVbNrqtBDq4Ufly//tbGCT8TRoZuI3uTfq3B0R4I8z+zYWFYe6savkxm7emVsnJR6
caO+Y7Ne8YhIjsX6iClOn26hUwWCuacrq4yTEYcRRjxm5vOoqwdl0vxR4yjlWdG1pQ3ulDkHtTY8
M/wqyH8A18LtYa7RrYEypS1eKEYYa3bPcVqq9prWLm/3dAC4FyB2JJKoE1Bn64Sb3IBcALQvgGWR
LfkSKoqOFy3gSxc4XsW6+PpunCRsOxWOYUj3WgG+MhMwVOU7hm+wlF0+7UErNg7e3680FFkMAJDQ
co1o73TWIRQPpsnlggHgL73OeFNA0o3XN8htPM1dcmunIWifHS7pj1lzGQ6QA9BNRv/lmZiEZjRl
noDnySMMWYAOEmLWdJeMg6tqkaQCcBaMITpYSFjQemBCaVYkQwlr0qh2BShtb/5y2m4L+KLPq9Z1
eLO3UQS/PJ/nwfpiDgUpSPPBKOrdpxMKydGuyxZ0AkKfpxEMdlQvvErNAo0yIN7ve0f1+i7cRJpM
nWZlTk8sC0upVFbKBgWW2/B+CFOPlw2i9WgDiIjsrOrnWxWmcHkRsAcsYrSng1QmMJU5BfwDn40D
SVIXN/91rES+UTdBVhAgEuJNRR9nK76aB2vbqjKysNXBLq3dC1BjgWuffkE5g2ouLjHYWfnk5k2r
AJPEHyFy8ffnA53jFjJ8aMaBXJow0o4WYYsziTBX6w4N7QO4arTdab+Uku+UYtzjMbGVbKHVHYvW
RbxpAQtUxcwSqW27pApsZsnerHaJedCibZPviAo9lF08+4X9ZirXpbPR0xcFz14+7Ez7rpOluFZu
ARADg9geDnmB+wohdmc4Y6xM+I4U8mnZlhjPtnlDm9DL4isnNzeXh726on+siVmRfpxYkjL4/7Lq
Pa6+sTb2x/F/OLuuHrlxZvuLBEik4qtCh+meHD0vwtjjkaic06//jgb3rtVsoQl7sQssYMDVRZHF
YtWpczDvIwp5a8tLTCR438RZKGmdbh0fk3R9206gQJFB6ycxJ7Lah0wpDiGNHwarur/s11rKgqcg
CC9Qr8P0Ox/Xa3mQGUTqc2ABR8irFnZRb0BiZKvFdZY60NH02YOfvTCTOYBwXDaurhzUpe35IC8u
8rjrFbmCfhsmgQNn8qOjEopYC1ceYugeYLBcRw9BBeT11ERXF0Vo+iZImIFEN6PW0eQRWSDbX/Zk
hfwCxAS4nGfuIkgg8t1JrVW1DjRTCG+VlW9ZEKog408x82kGlttpQ7LFMBhY5HQYB5itHgFVDYMR
iWGgPUu4bPZdno6CSLiyl2YmE/wHWDqiPReGgKZW09HAYymP61Z38Ajyj2YYg4nTIglye6Oi8UGT
/EjEpTKfPS5ZQMcBKRqIvGRd5nsCOov1Nkd5AepbHqluer10yaQDmFg4ifmR1qDwF32AlaB/YpL7
0KzNrL4bYNIwB7csnq1KduQh9VQpvsNwBIYeIIGLzGawEyJvE8tyep8I2jrnU2K4XrX5X2WWvQW0
/HS3pSOStKjFYaoos7sExTDoaJfaZ0ebgyqnjh/jwlM/LKajdlRt1RZibUq2Y+ldZeq7WGtsH9Su
kc4OvqlvQyLZQyEs8K6dOg2KJyrFEw8lEm5XdHUbBaOFU5d1JrK5qzZ+i3wbnS6/Dp4jtdir7E2p
AX0H+zPBtGQUVSBlFo18rx1MHMd5mBaVGo2/unAAMCI/IfFhVGocpirDrtLSzKF1JXgarVvCO9ME
3hlvQG5nKIDDJu1cMohUsjOVcFd3iacnhuBiXLshDIw+z8B3cEvxEWCQqQRC3bRwzBCVwRoyop8s
zzeqiO1tNWIDQITiJ8bKQYnCbbJsZFrURGXh5KXvEy9kcrrR5KpB4iYBI2aOxqvSKsouxSTmsTZq
5WjqlXJQswLKgyDfE9wgK37jqatgngD9TPwzB6FFEMdbrKuiCURdCRvfWIKenFRdN5K8N2vRwNxq
+oohNtz3qOnNFB+ntnKpANbKR2OiruyOHf38s5W+SOMZ6ptGtihnojl8ObCfN5bm8t3C5Oz+wj0W
tXlnxDAJKSy3ekVB5OEnuBnxtrXbA0ZB7bur8Df4PRzDTQXhZGVlT0xzKzuGRVVbUVc4UfajlIGe
T6Btc9vTRvAqWLkmTuzMmdbCRT/15bxuYUciCSiEJCe2Bkca6j0ExG0qhYIlXUvclivKJW49xdwE
67GiSfM2VYM9FY89e5AlN/eBHBINpmGuAT+fu4xQo0CSg2F6qJrxt+AUpZGRUaRuqKwZLRgEh6Ha
1iUaaR4ig35VNaSkXmAZ1mZMm+pFLipyJ2nWSK8aIwXauy+UYaPHFIM5LepvwUadxvGejDmgrnSi
NLlDkC23QFCrxo758fARK0MODOwYUC+cAkT7wAziQ11aTe+SKlRBbKF3eegNmlRdJTI6JGw+nTQj
vuSkrax8Wo1c70jdx6Mrp5bE3C6MMsOpB9+80aQy0mxFMYs7GqjyU0mU5E2TU1MG05Y54fEI9mvZ
UZniEzvMm2jfpj3Fc2i0Ylcxwgq/wWxvOsOnGlSopOBDqVjhophePdKSApqMFmDvtVEjv6PXiZCm
ykyHoloK8reNFpbkKujzIbWbYu4wg39cC0HtLqX7AuEFIqdKorpA0ck7qyQAADdJSybMjg9o0ERD
ViICy2N31cehBYmHIDI/cwXDKGNrWF9xUCj7lFoM5Gvy6FoJWLavoFkCbo5m7LBuORbZDuoIbHCl
0bYgRmh032llNf1dFmN7rYOnsnaUOPLbDfPbEPTbVaR9pZbffCisGU0HuhnVLyAls8ec5ZNvayX4
fhtTsr4SDcv7YORGcFMpA8ZHgzHJqd2DOEZtptLrKgy04k7D1dlj9r3LfDI4YdHs06aNrqa+z/ao
n5K93AzmRzkU4GQhWZjmm6rGDpOqgWZXmjbS9DrTctMj0KkM3CppswPNO/9aJoVU7cZMMQIoC8sS
SNexd6ETTfI3Uo0+iMYs4HedapxKiPAZmpXfF0MUHvRqpKqDLlw52dlQlujsd3kNgbw4DDZR2Nc3
kjYpj2o1MHAslt0ENnKaE+Wu0Lqs8NpeaQP0ICt6HHpSexRvq5+dNYJCR9czDb1YoqeCl+vqLYZa
OXhz52h+xlNSVQ12T1rgVpZnZqZtWF6T/kfMbigaQtGO5l/V5I70qIOx7nJIXzONxzJKh6aFaxT8
VafxLu8aq6xjJEAN0451191owWcM1kstLrYE5iBCt8lJfygx21sDaNKooimalRAIYh1MGwD6CYYg
vj2VSfKUhkiRnVZSbOJstWPbqziVshOybHPZ3ZXoToGW1JFiEXBc85VLRUq0WmkkVC5bW9dvilR3
IHIw+k8+FSnjrrmFmtnMEDs3Z/liVjH2CJsl2P79WkWVtFTzK0Ue2sQG1gkM+IgirTsFSgx9q1bv
e8F3XbkuTxIR7hpLJIBcJR2JSDmUO7PUIAaOT4yR3IDeXV7SFT9B2K1aqPBjMBsSKqcbiA6jVZkj
GKyiLvN88DC5RMofpaH3IiP1TMy2DYNoyHElaz+xyeUhBggbwy6CzaTt7ayiSNgfL3u1kieDsgwZ
OZ4FaKvziDG/sJhajzVaPxr4ezKg1YcK8ggCfrTVtftjhX8aZmHUdlPfgrq/tXCpSi8shuhJpjuS
kWyMQN12gbT9a8cwMA7cIg4buPv5z9XQsWbQ4sM1Bj6HWm6RaPj7hCl/n66BTwp8pVCpRvWGLzs2
6ECYRQjtjUhpvErbgXAMGdUThtUuu7P2ysScGp5NOGJI3PjoMYKXmBYBKyCN1Pdv5RAbqMGPkIxz
mi6B8gJGqPArwigeJ1vvVV+3RyQh737XdiW0H4P4mAWKcQjrztqFgR56vl8Eh5D1kqeoSYdaZa3H
vhs3fX43JLpZ2qTqMJRy2Y21GsFiu/GFp7wB1/IUgy0AcD49uTP9LzLsGQRfk7swfdS735fNrUaH
xb6bs8RFkhs1jGDEC+ZC/9ocdgAsT9WLKho+XT2lCyv01ArTUOKm8+6uDJTT+ghVnjgUzSGvPYOw
z1BbIYBwIADNv2Lhi9WxTJPbCpqTOsqr4QQwCohnpveQZrYSvvfpLNiaqoogcV8JECdmubAX11lK
qghmW633ihQw5nGbtAIjaysoQ2ADIt4yCL74J16T0HrsZLxuOzT2AhrexoFoRkhkggulSl7hrgxg
Ik1jnA0/vCeNSFZuZa0QaBR00UHWNLfsTj9RBdWZLqmBVjfl4iGrpY/ATzapXwge32uHaGmG29Ut
Syq9MWFmRqwmt3mTIoO4BitUYnm0e011QShdSSbgFlwCSepMkcNtgbREuyXVUMZrRmhF5c1tNAsY
DeoVZFDBnieSKls1Z+LvBL/oDEfgzEWTXuqtgpepj/aUMiWeVuouKUC6RMPrQjRzvHY1AbTznzVu
X5TdMEjRCGuVdDv1tU3IZx1fN9omREsbGlCXA9Lap1N0YIQASbCMM0YpNWZkCvsJ1vTfquFZxnbo
v5Loyep9t2w/B0DrLxtcW0wNLSkUwzFTjZr+6ZZU6YBGYxCXYIcZPC33wZOQqIPdxpEzhsbotHr7
87LFtUMArI4FIBAQHpCCOrWYhkNu5UaBpnUe2Mqg3waBtoXwVfgPnuHhM3P0IXXReTZmcxwNhrOW
gZzE66YDZGrBNuqFFZ49ImTZ2iIuKtt8kkR9lH6nBEmmUb3lsmzn7HnUMTHi70ZRg+u89ATAO9qH
/w/U4xXKqsws1WQCUG+6lUMneMhQv0NWdmN50w1z2D54srbQ4oYYgos7/Cbfi8aVzgIl9wO46JIE
pUQCBT8gBf/bPHvRicZ3V6hQTn3kLkxDklNpiAAPHDbKRnsMn8LQ7Vz1CuWUQxnZU+gYV07wA7gO
G9TTm8v78+xjfvuHYI9n0dwe4k5EmoK4Hlk1UKTRF50ke+ptVESs7FkTccKKLHErCf6LIaxnWGcr
g/sYcmeWQ9l914Eg5ce/+IQjNwMK5lG50zPXgKSONvoAPB4oiIzmpiqdznwCS2WHU3HZ1NnxxvJ9
c1QaFMU1CIyfmtKhbsZoOu9PrfNiKMGWLUbayMtlK+fPdc4MF5ZZKEU5qWBG2vnX+Qd66cODikb+
sXc1iL3ZQLxctjj/hScFw2+D4BXEu/mbKvbUrxwddYg2jRg4Mz4i+jWgq1f6t7UuQJms7Yk5gf9m
iwYQjtt9bd32QRXiSwXSsQ32MrlJ+gPJ71td8OT67nCcObSwxO0+OdXyNmzmPaEU26myDlEDtiya
UfQBi9ZVOojR5+WWoDw41PVnob39w4LCQxkU0QDF8XwzbWVOU2PNC1pBUURS3aD0GgCOg6/LdlY3
5MLOfMEv8mJTkhJQAMlYUfMQaQc12kgifOQ35eX5Wv7xhTtfqTIiNUAq4sj3+r2yDzub3Ne/MZLY
7PTHxnClZz+wJ4e5GMHzLrt3ljHM+/KPe5RD88eDXqB2jmUculdUIOxy2EUDmvb0awRdBxlvZLq7
bHH1JIDXHdgAiA8q/BY1zJH0io8FTUH9AS1eXfkKRzcgosLR6lEA94AJqjt0TXnQQzqylkRokjsx
RLyij4I9Sb1XF7eaaLh71aF5knAuiKHyxp25pA1qSF8QnIRE2uvVl2l1v6wE0IaqFJxukSXuzFWJ
z0a/gqWe3Fsm2oCvtDYc0FgKNsXqDaouXOJuUIwrAsPmK3CpNK+nLrepXjldFj2j+/9Qxe2RyZAx
Cp9IAbWt8A41BVtik9ebP1TUNkdAoiadOUYZ7dUu3P/D/ln8tjnBWBzINkG+rpb4bUrp1pZXqNdy
iPmrh8tWzvL2+VzowE1gbgLdZH5sOyitnigdaNzM4T1pv7rOgWi5XF6NhdN/Xja1yuywtMV91jDF
PYgBMMwpedkbZs1uwaoIxRM3aFykYxA3cYBty3+K9D/WMjF1xrqCNA7Qd4P7yOoYKb0ZzwdkuM2V
27oRjWmsbteFAe5LxVQqxriEgVJP3Igex8ZNSrrpRCj51RC9sDP/+WJHGCTvUr2FHY29s3SyNUzl
xT8vf6TVaLKwMfu6sCGpEvo2s42xTe0ofhuKwImhzR61D6aI0Wd13cB5rn6j0ECMdWqrDzoMy42w
VUGmGqYwhyBjCENQWlzd4Qsr3MUWVnUPRgRE/hBHVo+8BniN3GtlVM02qvl0eflWr5mFMe6Gg4pt
T5VZQ4PJ1z7oO2swiG4s5SkM0HbflezHZXOCFeSRdRmeAEQbv5ODtzbfDhjVpE+B7F62sn5vIy2e
RUGAJOYfbmox0imk872dHoxN9yZ7gS1HkNe1x7vMru+0rf7Yuh/Q5hVkk6s7/o9hvuCtFHncZjkM
15K5nZTYLfXm2m8MQahdjRALM9zNpjHQY/gRzIRQqmMhZHFfBSt4hgCfw+zCAhf6SkrTWG1hYSJf
KhCCZbXrrRdVfSDlawhKP0m5MnPR7bZ6lhdGucA3hJ2sqzGMagVuM4wrIxt3YxbaePy41PhsodYV
Zg+tjheI9WNgoSO1r7mcPXXQ9SgjgKnU/vnyQqxu2MVP4kKlBDVqDcNHiYN2DGbnHosCvLoPlahr
sfZBwboOgkZAlmbZp9PIkhZN2uWYr3Ia4rIRyofTJNiZqy+rhYmzo6exwMwxDegEN7E3QITT9jfs
edq2m/gTlXIUhi6vnNAgt0n1PAAwYeZmjI7tV7b3rzrMathoM01fsk2ArdlcNrj2qZYOclvWCmK9
SpmJNexeB9kdjHvFeNP+uvGIg7G0wu1RP8J2oCW8GpPfA/SpgthuhvfG+rrszFogASnNjDLVIIHB
RzC9z+sI9FZIxjE/jAeHpm6mvxfem335Y4SPViYp5BDoEOQBaH6nwaNVulZ0b1Z2HR3qPHILiKtd
dmvtblta5PaETAIL8iGwqJcbNXBagjNO7DE79p9xJuKSEayhwW0I02o74KthTMqf4tYdumcquM7W
SAxRYkVvHx8JYzI83KhpJLUaW+BitKp+MiBRsBtGsjHK6c3KldiOe7PfDnU1uizoyJWpJ299XmIK
PfIs9kvDPJWW9hs6TI0gh1iLpODPQJ1LlxHG+X6bRVo1lHOUoMxOwsgtg0CTjwmMj0i3G5G49doy
L21xy1wFuSylgFk6RdnbIEpzpuqXKiLkWzvcSyPcsUNKFJhjCyMZhGL7QHHzpLtJpdie/ol76ltZ
d9YuAbR39neRUSLtM8M6GHD1Ka42xHaYfVw+BKsfZ5bu/T8Ds68LA3IEmLiRwkCggPgSrNe0Zbbf
veSqp2QiBOnazQK9MMM0DWA0AEQ5Ndaa6iizQZ2Zgt6L/lfZby47s/b1l38/50wZtqoR+BQvUpRv
A1q7ofHUDCIE0dqSLa3Mf75YsgwjmH4Kknwnj/adtvVlT1U6wMvxwn38B3+gqAS0E25jsEecWkr6
NDfNma4boH2nrDcUA1LEEMSN1Y/yx8h3z3fpjuZ3pJZhxAetumlsAfYQBNq182KA3pQSbGVQs3Bu
ZBXoZIcI1xQtdxPEojNgxR6if6FpW1g5l/PV0DEg8IMEm1T5GqC0dvlrnI9a4IoCtg06Fnjzg1ia
86NtNcSXERZ08Etk6h61Bb3FeN4WKpymvy+qV5zQuNkCIgGaQFfDK/PyL1hfyP9+gM7V4aCcHlXA
tM3l1NCpTNvXn/P6bRCNNKweoz9+8kO2gcyUXKnhp6JgcgF3Q/JoiVKX1UOEzhlmLIGnxLTj6db2
R1qTLkKBJiMvWvWosb2c7fPai0S1y7VbHkCF/wzxMYHkYxCFKIehikj6675/HqWd2rxV6U4VEXaQ
+Xrha7RLY1xoUHOrrQA9RdrX2tPGeLRsZo+RjT7d3dF+fZ0c2zt6nm7vqKjPs3qKF25yD/U+j7Jk
NGA5AtZ1wgBgwQTX+CrB6dI5bvtHaR9ZwQAT9LZN3fpBcqQbySm3wbXhlW65LxzPHrzgsXezZ/UY
uKL37OpLevED+O2fmZUeThL2jPmuPAY3+QvkGBs7evwtvdd3yv1V62Je5Fo0AS3YQPxpyMkAcJoJ
qyQNoQgN4pKj2R7LxlXj90T/W4AfQow5C69htBBTBvz85hRYatLOwXiI8w0jxGkNbd9O1a5WLGhN
DXZTFQIGq9WwZlJQ90FFWQFihEtnaOMz5idITXPm+FS2QYxCMUXUSLd+uddMm/m/kSvbUXkTk6MR
u41wsnPtgb/8BfPmXlxBkll1CuvwC4L8hgxAaoLEY1Mk12FwXWF/RQ8+HryXQ+k5lGleaRV6cOhr
kBkHcWoTjHtNw1oLjxpQnPcqOs13rLiTqkOoQ/xbh8xOHtuQkxGYnf9aPkKAvAC3B9Q3AGThIkRi
mlma6TBrgajls4inGq0Uqz+0A1DsWT0T54JrdFtCygJa7RHFg4T0eKSak4xfBu6mru3/hRRwbgZi
Xg+yDAAmny5FG0EWvCIBpsSqh5q+JsB4MkxEXPZ87e5aGplD5+Ibk2wam9QPU0eVPDO80s1bpEsg
4LhsZS0MLq1wXzUZJ6OTZLiCd4ZtlACrivhHRX5we9WXlVTOFFjQ4vs+RdUQNqA2HooACmsXpAVt
XYCn54PJJxuxKedlUUWpIwXVS2RYd5Ui3VB9OJh6u61Js7u8cGt3PnS2UeGHQiL0JLjgXqLsmlnT
rJ0i53bWvJXmVwEYxGUjq1/njxE+1RzQQlR7CxIjZt06lYpJEVGquSLRNM/1AQkOuC2avvxjMw96
P8h8+BEyu0zt9Eu6ZYfhUGyyAx437Gh4Pa6KydNvwittf9m91XY3ZtGA7gciCNA7bhEVFErMssbe
yEOns2xcUMf4uuwf433sRltgFC7bW90if84tX6jTYkhdBg1LUf6Bak/wq4XmYWx9ZsWdUD9gdXv8
McUX7BR1NHvG4NkQJC6LpiMbQpcMvaB3ubpB/mx6/oaPUxZpkw+POq3dDspwP+H6u7xoq55gig9s
TjOCntch0hVf64IUJuriF4XCUhx6ffDjso01ABXgl4BIo3cNnV2Di/KpnlSAkkJetHemjXVUneAq
+F3twtfgvviJwiN9AJUK+YSA4NyzB0wt28evl3/Dip8nP4FLCFu9DrRSKlJHrkdfBdhUlu8gtBwZ
rpqBZMS7bG2twGoqGsBMeJ2QGR18Gt5lmvi0U+GxisGhSMLlpR19gLdaAwAdp5hi22xnQqI7WjUb
zHcJjsJKknZinrtd5I5EsR5X+KrqRkJrCqK8HWa4SofKt7IkyITXcocTa9wtU0OOIY4ZrFH60KDc
MAF2Dw51I3xpKS52FOCOfvMPV9uJUe7i0UZLVTEwCJxtcVsEPZJ80fNy7flyYmLeU4s7OqBmnkoJ
/JKke1/b1KZHw8BV5WvNf4vnUUHJrj5pKmG0C9O/r5iomPl2UdVxDFCPskOv/5KDH2P5ZHYi0q71
Ndc1gqg67zGe2hVKImnJBvy2tnhJoffafWjTpi/MbVo9qZOLzQfmaaG4yMopMjFZjE7I3Fw/YyWj
TMuT0MSij1fyb/VHCdbpXelqTvwEHr+Dsi+9XgaxrOAwrQR2PONlVBsAz0U45L5DGElNJhGc3WEz
euTDfyfeBC0gzPMFv7MbfZPeWtjZ++hedH2uuquBvBdMbCj287enPKp+qUBtxPEHO6IvOogjms1l
51Z9w9MGvNooaRq89F0iyXTANCxOKqFbY/iFyd8xqJ0h2w7R9rKplVRt5mf5zxR3YkowZZp6DlOh
4iYS6JR3VrYdDYFDK3fWiRXuY0Fybp7qgxUz3g7ktjZFvAmrH2Xhxuzm4lT2kZaTgsFARBw9eGbd
JhQNDaxlLjN7HNohM+73TEQhDCupYh2I+w0me1CisE3FS+OfGMZhypFCYCPegJgKojoi2uu1c31i
mbunJJpARZjOkgHlfYu2eAooy08UByf0KQq3QpNOVN5aNYkJAgI2tRkkzr/BFCvyE9qhUYIqTVI/
5RCbAlNlDPa4sbUjUIxJI94P7uXNuPIV57GF/4zyfspmNMYzI2423eX6nax86cOvyyZWLsETE1z6
WfnBRMsBJgLTkUe7Mmx9H4AuYDQFt+03bpJ7xS4t8c26ums0MOjAEi36J60tryJ/5oOLwDE8YiGp
29CvKnnTlUe8Jkr9mA4hiL6AuzFtOY5sUwv3rNMx9V65gf5MfBl0pb8YJKIAorQ7Lbsbeu02gsLb
5QVaCQgnP5tPUlgXKlqNn92hnkHyTa+8WMBLZt5lM6vfAYq0wBRaIKHha5uBGvoF5hlRttcn9YVZ
VvoeYBtC/FilIZ4hGiJ7k+kgWZMxif73jywNWmI4w8o8yoTgx4WLpEwhqMaA2Eoec/mQJQLvzjcy
/n4DlxNMaOAcnf98EY7SDvSifoS/v0ajFkO3mKOON5b8dnkNV9CFMAPgLiol6NPB1qmZGfCh5RqU
YxL2AIqRPt7IdDsErh4E4Ha+1Sa37GzDOjZO+aSpduM4xNaKzSQKjWvu6pgzR9oxqwDwSNQmLJRo
JHC3zH/nsX5sRmk7tkSElD6/FsFXhH8w2aujMcZXGZskU8qkKVGEG23tSd52rvySXvlH41qrnMY2
rtPPzEkPyZVIg+6bdef0LMMyeFRksFBgvIrHSE+y3EqFjADc6/oU2hKe118K4IYHjP/PnMVJAyx/
MzMYs5zW9/mQQDJoSpWKugpj+R2IH5BjB0nNIMNk1bpLwW/k9XXVASGvt2lmg90jwDB7GYdPvtHW
T/2U49tROTZ3xI9E9/G8Mc78AdYblGKoZ2Is53TjlG2a6GpUodOuBqjNFEbrJVaiOIZkmnZJ0uNY
JUjREyjTIM8SwRnPZ2SRuGEkCG8hNLzOxyAUPwHOvMLhj/bk3f+gdnGUUKO2HHUPRvK3DiXqHSbQ
M/sqvVVvwOAiSEfOY9yJ/e/Lb3E8JQVUbbIF+3nyFegHn207/1VLBanV6qn44+V3PrGwAsKCLtJm
SQyzfojB7VFBk1N5vhwC1o4E5nSBsAW5z8y4fvoh2xpM+QXt5iGg4o602nVo0a3uT7iic9uUfMEF
fZ7HAS+MAWowZ4No9IyzDEQZUqC0cAnjTxASJzYJBb32VQuoNyPL0udrgY+cfk4ICecUwNA3lopp
u0ogZrC6ZAsLXKo4lkCYgG0b7YP8vvPBMfkoRwcrBjGLaGb//I7DalmzDiuqXWB84cJz63cVpLB6
bPPpBuMAcrnzQy/rbQ1kuEKk+fye5o/0wtgZlTsymyqbx8Gq0k3JdT9u09IzwR0a7HR1M1A3r29T
hun6nQkSj8u7cEVo98RTfhjOl9J5phHGy5v6Xh5s6dlyRq/ffibXmnsNbrfQNbavys4O9oWtYKAF
jE125oDhzEuBzBX8nLWDt1wKcnooMLYMxNe87nJ5rNDRtHZBKIggawF0aYKrbhSh5fvKPP3XJm47
7Akgj5PbN+gsbiTTqYUEv6vHAowsFPUqbCa+dDRkcaxmQJE6QbGpmzt5eiPRzqxvR4zgNb9Nuk/U
90ICz3EWO7n8UWt/XXTEoUeBXTOAcMeDgDuWfqkHUUvhbwphVCiB2B0RRMs1D4HOBwAYzNGYROIs
yFNRxESfIbIU2jDpNYgvBdtipf4GJ9DGAh8axBUofx6rUpJLP8bADBQHfP2Qjg+KtZPi66Dxct0N
rNguawDd8K+gfbgWCBaG+bMZG13QdB0MY1jNkrYK/Rk1N8r4XBdXyt9j+E+c5I9iNCIUFbOTBei+
6/GjmMiVFDL38okXecQfsTJL9HEe5goptfXpNskOeIn4+k+52QHoLLC2dqCX68edthawvTqWZ5+A
vTLe6+Yq6n9cdmjtVoDwjDzr2GGYnX8RFIVWVWUDHRHTVwFZqdhv1oHhsc+n0QuHYPIgMCtiWVxb
xLlMhwYrUO8gQDyNU4MUUmbNQLw0fmwa0NI7kvycK/ZogX7r6bJ/K0sIIn+wwoMcHsyOPEW52nZK
Lumw1Vgo/BJVfyoafdokBhsFx2wlNM7kJ+gw4mE3E/GcehXIPh6+0IN0WMZsZWQ3QX6HYaYbSSmu
CnoTynRjakiPL/t39v1QVkdjzkQ+iTEcsJueWs2pTwAqz3B+gf/K2x/lN5sM22dtcIW69/6ytbMv
x1mb/3yR2iE9ivS2hLWu3EvKc1RdaX14P1U9aBcim5pMEBxF3nFrmqVTF7EK9pJ62KQGvSv0GopF
icea6GbIwT142b+zBPnUPx4nZjYkMQwGqrZOaVDnfKrqr9L4HESzYeclNc4OV2xoTJ9FRQY7jUXe
6zgK7SrKpAOUxo8kTaGyPAw6iKsHKCdA8sJrSPclNUUsCC8ib7lgVjNzVJTZ20raENMtAIltMcoz
CMnPVz8jJBGwP1EOBbny6baBZkJKrBGfMSyu03IzxPcI1bZevYaiDvzqBl1YUk8t9ZJhZdMASxZ5
QSMJFIkZ0FZgdW9j0w560ZlfXUEQnqIcDh4QlCNOzalSnzQMrHZOU8ISU9wUB7yZyLWOqel/2JoL
U/NPWRy9qIoLuaAwVRjKowlWukhDJbLX95UmErg8i5nz7lyY4mJKHUlZRhosohpY96CVBfa9/ama
tcCj9VOwsMNFk0hFN74PixoDqB6d3Aw8YiQs3Ax7o0yeMIudQq4LE9miVEH01bioEhvh0OYVlrKk
KA4RK7eTqgUGPnf7TBOFlPPhzO/VBDONAlmSeWFPP1yZ5sVMFVlDgmf4nRSKA8DUrTkE+yZlb36W
otpYt18RSEFiKzuGpgy8SO1Gpe+iVfyqYm728kaa7Z08mE5/D99H7yQjK/r2e9VBzCRXjql2dhLq
YF/ZSLoLjp6i7v8h0uD2Re8AdRdc+9yOkvJEo0NW4UvLOQQrMsNT89GdisrFlSJ4556X8OHg0hi3
rZJOyk2QbtcYSTnQ7gAmR5Ud+9TNjWeQnibWa4jmweU1Pa9Icja5j5yWU4ORQdhUlauM3aYNFrJw
m+gxRprYump+Hci7OPJqkNc116O5U/qrsHkwGPKrAwtEiM+1E7xYAl5iT5IgDEMT/JxaC977uP7U
SbwtBv9vX0ffXgOJCOj2LIHNhT8FqTZlOcxEBiAZevYD9b77yyu7dnWgHvKfCS7sWQHVfUzfYGGj
2q7VQ43Lf5LulPjFlwUlGJEpbpPqVjNrueJgVBAMDNP7Wio3hQEq+gwPW8HKrX+gP25xe7SpQz9N
gAdyEIjACO8GEsB8qkDGZd3ITGaOciNK/pxD8WCZrJZw6uIaWJYoBK2/fyhoJvhEa3cumAz/M8P5
UrEk98uprp0pux6qJ12q3+rsJk+ajY6SSAjCcEGWtnpxLC1yp22CoJkcNbDYZqC6zXfWbzhHb8bC
vmKSM4E1qvt7wlIElVlE7Zu0GZSlp1G8QR7atAPWUg6aYwS4lmT0XtLcYAS5oQJu+HPU7XyuFsa4
LKZIgizQGPxjBfUGEPaGKcDUReX4xaYLFFvpMFbyklv3mHaFEHCr2ImIk2J9jRe/gTvbQTYlqBbD
YV23Lf99UB9Atpg2kC7ADQYBjr6yTfW2Nn5cPu9Cu9yBh5BLaKBBgFMIXBA6D3J3n4NVhGwKMAhL
SWoXOiifVFdBZnDZ9OpxWXjMHZcs7aQoG2G5QFdA7q4mfdh2ohfN/On42xetIgRLJE6okXKZv9RD
XUAK2tohk+yCMQGvpqZ9u+zIdz59yQiX2PdW1RjW0IBx2roFo1pDXi1rW0nHVL0BS6NTvlpkWzc3
Zv6rsQSLuBoMFv5x50QqY1XqLJimSQNKRtmeQJsSYqQBNMK6tSskQ9RVWctnIEKmQVIcTVVwnZ6e
TK3IIjmYYFEqnsbuurFsg238orcTWtptsxOPf59B0ufj+ccif7t2JknqMYPFztg2xNPzuzGeMBiX
u1k4MxhhLrVAb0w0rbK6Pym0mwDdBPCIH7XFeE+caQNafrl0rIf72L/Ogv3lnbO6O/+Y4Hv3QZuV
+TzK5JSQSIJSg9snIsI/gRc8jChV/F5KZi80tPOrOHeD8RCGvy/7sZ4DqpAsmqWuoMPGbUM5UBIm
mbCSxOEP/P9WqcxdZRRe5E/gOafbXr/P0F9C4iviRF49AQvTXPCeqjSdAGCAaeWlGELbSjq7Z+2+
9X/Q/r0uRbqHq/t/YW9e8MXDsARsIeq7eUGtaUunYQt2e6/IiZ1a3W1Q6lt55l5IRLyrIje5OJ0O
3UDl2SyxpBfJ/9klZQgGzHGT03elS72eFKL34urWQaP9e64dEF3uo7ahmlrNhJVlZNwQMkBDsrhm
YA8zzekmUp6ZMu4GaPPZxsgK5NkA01rSqxxb9v9Iu7IduXEt+UUCJEqkpFctuWdl7VX2i+By2dr3
XV8/oZq57UymJgn3bcDdDw04kuLh4eFZIozaW+dMNFK6eFpmwm0FnVFgbec8j4ae9TaiRmVP5bBO
SPs4BKrgQC7GpP9AMJmb6usKPEinABBqa/X0Do+XKF4bGkaxBQHp0psYwc3/rQVvh0srklqqp+ag
I8SAcEGIFr8W1SuMoGwyYclueRv/QHG3E6bq81Cet7FrNh17MPq3RhFdCv+PA/gDwtlKxppJHhus
R099ZPOgl4Am3DjZhR6KVZmL4XLi4/lbi0ZZhMDc8cd8QVtAFhOrkxtwWKMdQgXF1KbD9A5kRUa2
Ucu7UheE4KJPyvkAiFHGRiQBNCOOjsZ1z1/rdScIuxdBMJkNPnH8QYvmpYmoWZIOxrxvGZozhrBY
ayNzQdlj3/bdiyZ/BsM5lpKw0YgYYJBmt9rio8KslZ+jay1aed4gAFs0+zMwLuZTzEbPqxFg5ZhZ
Y3JXdJo9+j/qXFTKEQHN7vTMSzNfqfBGAlCY3Uf9WsGidAPy44KKm2iPOJdEC1wAcQRDkHXkP/z0
KZDHVVrWT7f3aBkGjdYYncVYGE9uVhZ5kNYT3JKCYcBeHZHHfhrAtvPfoXCOIouLykfpo7KHhm4U
M3iG3OE6ykzBM3nxJsMI+n8Ww7mKNtQTvzVM+Fi8+6dgrXmZS8NNg+dk6TuT6PUq+nacg4AYZK+1
OeAw0BgQuyCdFYWiVgDRmrizimRNYLIBny5F15pTETOIoHeR/ggTY3Ib9FnWmIDqVVdNpvb59q4t
nl+moi0HnXngJ+DWV5V10jDTAzTdIzoelMpRG0cNbFn5N6lMsB/8A8Wtsk4wdJIVgFLU9qD6I8TU
HocU5Te59T+6KtmqKGD2BQSHbi9xcQvPcDkXpcnx0EWxhNgH1tGCpQit1/7QCxKZi3t4hsL5JjUG
6bY6r87QnCZ5LMCOoqCQDurvojJdYWvHooc6g+M81NR2ramkWFTiux0SwV2xVuvvGmsFH0+Ew7ko
Jek7o5SxLFI21jBHjWWI5HP81OaRKGKco5arh/A/a1L48AmSsKkXGsAyg5ew3wbgoYwhttDaU+9Z
Sfw0mb8H+TnXRBOT1+Po8xPxDJgLpwaJJWxKARzWBprWf9ee6a+MAbJTcGVlLK3T4qnrRsvsDKdH
sFp0YO+AqhdRwWnd6Y8gWr8fU1lU2bltUiiMX95CWaNrqLtjj5vopen21Hho8mAXJa+MfY8rkTLe
vJPXXx/z6tA1wvwoP7CuKmNRVAmcUJXIFpRBunywQrW2MmU7ZD/GBC3Cwb+5z79GcqBygBk+ziMM
sUdIWMG54oGOmSu3br7V6q9SxJK8nGE5w+E8gNSOUVR7WJoOboNsm4Yg0vuZVJu0exiVtUK2Q/FZ
tS9l8oCxGee291lOkeEtIKNwiqQH37OhtVLQ9D2Mq2pcWu2n1gXBtqXmd0W+Mxsn0q22rCwfhCO3
gWfPfb2f/+B+TTaexTCZP5VjF2PRk0KsBB393iA6sIuplT9L4ycwx05qkkQBhJGh+R6rKPQNQySL
acgYoklju2LjKvH/ui/+67j+WRl3LvQsQ5dzB7Ohko6ta1+nKlnf/njLd8YfCC7KoCxsaxkiALaZ
HytIiob5s47r/zbI8on7A8LdvWAYNqQRLMw2anyWJm3rmaeAqFaNDWPDYxPvJmlzG1JkFNyJS3o5
zVoCyMxDD7Oe7Lw8+34bYvnG+LMq7rAx1UNThoGgtkQrcVYdMy9ft+wYgo3q3wD9iSe4PYKYVe9p
KtyjpmMSPI18m2SG2w2ZlRva222sRVd85kG4210zStKw2eRAfJQw9JDFrzUq0K2xan2Mo4kmRBe/
4Rkcd7uzolagAAU4H5KE4Z1W2KVxyqjANS0awxkKd7dDGJRhZAsoXTxtKW0/lZYIovXbC0HZ8fIK
S+TILLIQEGFZOQGiE0m1Kuk+KVe392fxvBpzGUaRNc3kZULAwU2aKMX0IRnyo6SpR5bKr6zSH2/D
LDvzMxzOuDFDEreeCr+g9m8oZSmqG4UrVbEa6rtyBbm4DRjxAjCbCnBnW75y5me4nP2RUarrdpov
EbRUVV258ybVwuPR8bLByuLKDcwfdRb8LCAzU5S6lbX1QddBanf7dyxu59nP4OxS9aZM7Zs5Ikna
XaEV+xpNXekwWEQSjTDPK7q1Ys44U5MWPV5fld2mnxSGU0V43KGtuH8DbavAKwqWdcWKX8dehkZc
HLdq5QehDSxztGVN4BkXnch8d4FzDCQ5BreJmjawSO9hpOW41upf6NQpMCQZyg5tXiq5Fpzuxdvl
DI3bK7PV40YfsFdy/51UL6zbE/O19wLMLOyzYjU2reAMigC5HYtrT9Kg0oPlZZHlMzuTjgqGL6r8
LlVdylxVlA5a9F9/Vsg3LNMggEwRCXDoDdAiINMwRc3zbYNfbhU5w+CeBl6Ndp9swKLkRH4ww96c
5Tw7DLeSzlGS4a7so5Pc1D8rtZ9sXZteam/aSoaH/GF4CquZ3a1KIjdPVA9i6aCX6cccjOImRHoF
v5QsHJhZTXJu3KOzUDnnaj2pkVOIGNmJirJ+7a8x74XhqLzYkAhTmWW8C7pmrRUxGDXhqaJ+OzSm
KAl0TTyAbzVL8lGQp6O/9isUP4s6/QJKw+28J6MNilmMgdr6O/6DRjH9jtZW436TPxpbfpQO2bp5
AWtM8iAdxvXtb7F0G5z/iNlwzn5Eo4LJo5DwKUpQYQ69sso1m6m6wBkuoYB46j/H2Zw35AzFw5gh
hIxhGpE87STUjZJCu/NLKHv//WrOcbg4B2KpURHpOMjI4m5UL3dLHbMHmigJv+ydwHCky6jOMp43
CKN2OdrasBydvXRssurUaRsMZo4u2FtkJpqFX75KMbQNhRzwoaKr/fLz+b0+eLEGS0liO9FHK28P
KWrAkJkYgmOfQV4xsqQGFEZUcFIW3cYZMGcdfmhKSY6GDXvUyzUUV9e9SHZr8T45Q+CPYpBShFL4
lIOBEHhaFQxSmPomh+z0bdNYvCTBFYhpG8jpIYF3+Q1BK2YOeQ/TyIJHWrohGi5kRKWai/loAdSi
tZ9BcV/NG0gnZ9kMVT5oSm+xWga5cyS4Q0Qo3JeDOjjUa+ZcnRQeTDQGhOj2FJLXLl5UaG4Gh7Gu
ovmfA4GYtVSqNbZHAZmyHx5GyG3IoPKpT2biRnFilarg5r9mdJ7d4jzRgwyrTqGjdLlRRdLFaawD
ssms+Egfx3v2XN+Re28lO7MwGWb8u63/G0HdbQNZOtRnuHxkQ6o4i5SvN9K0NXSXonE2uif+vlWc
MRKUta4HZi8XydcZoMAbdwiEcVeuTct3dd/y4f8hIHuf7lKIsZmT9SZbyUu5gjh5Y0E5VRI8N5bO
w/lyyeVnRhFZDZkG85mGVRvtxxG55Wejcpjy4/Z3XSwcniNxJ4+mZkZ6H0gk2sMlt2PrqPKeUnSW
qJuKrUpoZJeieb5rTjTuC3OH0DA6n3QSvnBt5ccJYT6mQq3BhwSPFbw1L97jvlEtzLQ4PzzXF1W3
VZExceeGTHEodxE8NkjyVt4zu4/eakd3QxdVuLWPDX2IHMOBuPyWPpaO9L0Ba8W6fi9g3YVdbxA2
maASjbYb9Vu1kh+kfSh6Jy259pnQAAKOBIIq/KAxpr2mGHr3uMOGOy8cQNsguraWHNR5lMXte5Wl
TSKPuDwyz6JgV5HStSccVFhMWJ6jcPtcJTTUpvmKSuHQoU+nJ0cwTWjBp9qilyKRoKXilvLLJK97
c0VH2b1t3aJFzvfbWWSjoaqLxkXAK/lDL2HUEO2DaSYqsi5GAOer5N9DTSpBDwT2hPRDZazq+jD1
r0yCuHzyXkcvcr6h5bacHm8vbulyPkfl3kVSMaDfO8XitFLaxZO+75PfoKJ9q0fp8zaS6DNyTr/q
5DzLwPpu6+M9VV7G7qnxfv9XEPwTKGqTNtN9LIbEk01CAtrXaTUlmXMbRrRV/LzmZJgBbfv5o4GV
DdkHBBqtsa3IqaNur3xGyj5XHJml29u4gi/Ih9h+MHSKHADWp+8VUtid8kDJ222MZa/2z7uJj0Op
AW6CtMAuhT2aSTvQcfXSu2H0+4qSj8h4qo1wcxtx2Uv9QeRO92jGVaJ5QKzKoycjxE0hMSK4+Bcx
ICSLgU0MQl91X2W1USv97EFIG9zlZo9UkKnl7c/bK1n8dopmGhrIzQzKfzsZ3U4Q3phRIKo8StYI
uadkdIikQqLo5CNx/t/hcV8u9acxBjkRPEb5WGknL17F4yEyvqXewwBWnttgi8Z3trj5/595QV0O
o1hmABs7yKNr2yquwQIg6B5f9EZnIJyrjf2uR3kfIF5fuiC4suXQRK7BOKGpRWB2os3i3C3zs4jE
MqDAaaqaaM9xm+ljHJ5UspcaQTV88dv9SQPwxUS9qcci8RCo6GCAHvudYjhhKeIbWA44z1A4c8g0
vPLRMgrxvGNwqjbTBvX2bXosoFwVWaih5FboqNvMlo7pSk6t5Gi4RLB/16Q7c0h29hs4K2laDSQx
MY5A9/ME9SP/Ff2Ln+/PhELRr3Q6m651e7LHN8NtbXU3UbtZaYLf8PVg4XOl57+BMyLkgYe09vEd
WvBVOGlv08dhX6+7TfRR/gweVBB3uijcK+7tA7Icjp6tnbOoJCMjq0vgQiTLkCzkWvbNhnx6n61q
oRour4hVfqCv41SgcV53U1H9cfHwnOHPFn92Qj1Ni2MzBD59Opqg6HjzDn3kYu/lFUTYHtu990ju
QDPjf9xeuAiXu9gjVheUZdhzkJmHyI9ox0lyheK+ApSvJ8jZ6vQY8wiDitWF1Ufk7SEWEUedNZWC
t+n8Y28Yz9fVfwZDaO2pkTl/RJACJ4H+S8UbArIUlqz+ngIZzxoZOWpRe/CiM/qzdV8sGGeoWjZV
QTcCtS0+JU9zkhi0MwkI7p4ZcqRhvbq9Y1f+CFTOc2IU5F/oMDf5cf+pMFksSyBrj/LagZxqq68L
UgrOw1eV6eJTzoTRZG4lQbUfTxDucQBRSj9IZ4FAUNaOrnYEsfJWdbI9iuB4GE3wCIEz2Fae2agd
Zmvnx8423N3tlV5nrLkfwTnFUAdJhDYLPY5rsLpCE/3D3HtOfQy3+dY8gjjrM/51IFZ8KhxDEFpf
BR0cNOcLMeQTVHE1K+2x0RrAMKn2gjvs2t1yEPOhObMbtayMzpiFtUGNhEyN9v17tGLfftKdcZo2
EEV/aA7h9/Qhf27upg8Uan3NVlxP8Pqf/dqtfeb8nj4hMJVV/AiQ2JbRfSSvFHWTpoccCiGC3RR9
Us7F+YmcQfMJULqVfMNMFRus4iN9OXSv0m9jo6FJwNXvb2MuQkJVHOJOoHVFDHn5ieNsyEZjnFlT
FDAht6ZdBIKwcYF18ose6B8IfhfDUM6kCRB54ignDDyk68aRLP30jHaYn5ip/s2e3ypLMu3KTdel
0xeWAQbqVfjB7tp9JAm+8pWnhVExsBZpYO3SoEvCFXniPtILtVChLKPsSL/LNHc0fudUFJMvLBuh
OEgB8W+Ip121AtEkbcdQNmG8UZivzNbvNhmaCiZLzyjzHd0MjGMop8GdbwZt7lR5Wt71fZI8hZMa
7pKUpPnag3pAZJUlkryEeckTkYzyQKIBKt5EG0rQaFHo4tZ9X3tWlIN502VhOBLwe4b0CYx2EVoG
a8K2UV2jYUdKFEn0WLy6UCADhOl5vArAXgQNFM4LemPse1WFVaoxld2xzzxbq2tp2zczYNmACJn0
2pqObb9GKfuvBwNneEMHeRJGr2S0lV2ab6r3fRgXuMtCQspVo8f+uzGqBRI2lWjM9PpWAdTMH4Na
FyivGLfSwYyUKIughJG06A7UlSzcBgUzkMsdeoGJLkFh52aZOFMlyPZfrioqVCnvE/A5B2NR73OD
FQ8kaowPo1DDQYB1XcTDtCPDuDN4qAhYcngiyQHDs31dlLim7OzZPOWbwaGK0ybQQKojKz5gVGIV
H/y14VA3ceGI3rK1KHO9sOCL38A5PiVum97v8Ru66EDpa6B/i0FKd9vTiTC4jzrGst/mBjCm7OS1
pypYReHTbYhrZ3rxKfkEfDVMdSNNgNCmcaUoyQYxj/P3EOAxwmQ2/oDhbl7l2ZWo91pWgu0bzxww
cIZMv++zWLCK64Tk1/zrHwzOYXcNmDYbCRilmwRudJ++GAd5S3xX2ZnrwFIKaxJtztKXO18Wd47r
UA/A9AbIZKosEwy1nSDwvW775RbFmZiPRHIuzQjVQX8KbFKhWkEfNYdZ6ap3ajzejJO+y2xZ9F6b
/+LL+GGeJv7zNTm7k8BnZQ5BBWrBh+R+7iOwjW90T+5D29jqLjpqVuar8todPVvU8rWIrBGwVqL2
pYCI6tJWGO2glVQCmeWhpWXP0XuuxxYdHBR85eHjtmEuXAQgMwDT7izhgsCbA4N7MZO2aiCKoZzG
buZJQq+cbw8MGnvr0cOso2jEYOlA49NiXBvdNZC45xxyGwW5WeTQHc4Q+snDLo1+YHj79qqugwUg
nGHMdnt23Cq1kkC9Cwwps8LfXf0m+04UiA7cVWvtXIdH8g5MNNAoRDHjEqWmjUGoNmS29yLviic2
mwVZlQaqO6PgGb2wTRdQ3IKCnnhDJYHOByMgEousNHhiIKQMTEthSILa5SSo0i18QRwtsKZSA4Ry
Cj+9mNDORJcwaPCL4lSqvRVryOyiJaoQ9cQsAoHrCb0dKkbA+ZYGn7BSz+IOlRPM1Y+hYpkglQZh
gVtr5eNtq1jwVjIqu/+B4h/rXqHl8tQAapwJmOrsNLbFt9sQC8YNi5j1XcHvbF69YUstRUxXAKLv
fCf11PsY+aYgFjXPLPl6VMahUqrO1LZY1aXpteiP6P1kTDF2sWqnxzDZS9GrT7YUuhwhejLK/TTY
fXRXJPcgfrq9xuuU3qwhqWKvKAiIVATjl+CsoXoceFpqkweU1ZBROhhbN17Ha+ReR2tcmQ8S3rHQ
TGmtF2ntCc720i4inyejfog3POGfPrIk6V0Y09RWMIeatjgS4er2Apc2EQPucwsAujZAQ3a5PtrS
3GN4WoAs5JXmu4k8CEPFa0KS+RtqoK5GzgMM1rwKnBZ2I0sVhrcp3ce9Y1rZqrOGh/A4PTRobpBW
P8im3NxeF1k6ayDJhsqJAcWTqyHDqaB5Q0ssLLVqq929124TWRgaAaFba6XWqXPI2rxDA9Odt6kg
NbNN7RjSQpZv+yvRj7lOTM5f4OzHkMuvHE9pVSQ1fgwaHhTTQtrMs9FzYDX30QrPSfldf4R4NR5I
oX33KfgQ89/NXe4X2JznbjELoYD6AcpX7/Hvcecovlta2n377afxOa2HDXpANv2B6Vb0oK/z3FJs
Ib/VopGdLX8287Mrqi21qKjmvchd80l97ywUtY50DaOzB1c6PpCHQpDvv+6HgB44XBLe0TBtFYTS
HCQu+96vcijNNmvQ/Y5ufUTe61TXbnw/CMAWlje/0g3Ia84q5LzM5ejHeTVVKIj38UZOJWuaNiHE
TG/v44IrgF4f2nXgBRFa8xewQfMyLAwFJjQqNqYGwTgsQLhO2yNcn4ezcQkiZIFs9+U386CqVWe5
DgGdu3odvGm95R1Ia8lP9/F74PrRBgmJ2rq9rKWjcQE6n+Mz2yBSkGZGCtDertf+RrEMxL+b+lvx
ph/JhpzAcVOtgmO6V2aVAgH4QqgB7WhQoKKfkRHEf5fgujkNhZcaEM1wvHV5jLbGztes4YPcIyx8
yF5Dh27Db/Fb+BStm2+3wRccFEhsIf+ko1sO0NwoQlpC5yDwAsSG2dEL7sLyqJu/eyLwgwtmMzPC
M1A3MyR5vu63s89rxGHWxBnGFvvyVdHeWfL3to88g4pctoEm36uUQ1a3zQiS7Qy0R6XVxw7JTpim
vf2lFnYJ7wMVlg+CHhV34eUukcTTWN/Njz0Mx6XPvbHOdVAbbmX66IFxURJWWpe8B6gG4T+gkYnZ
Q358I0y7EbS/Y2Y3zbp3Qdf1w+yczIrAvi56AS2dugss7gBI6BAiQQUsTB6nd+nR+AxWzGlXZEVO
Njjgj/KHLHppLljFBSYXUil5Ce1XBZi5G0ASJMcVGTgx3LF6DO4aa2f4omO+4CMvEOeH4JkdSrKC
oecWgoQ6LuCf8mvs2401bkerdkzXe1LsZNduRQok8zK4q+8ClDOcviY5mCLnZZpPk7TH2FLPbLVJ
rQwtlrdtdClKPcfiEyt52lHWDMDCM6x2IZKEWrOtPWX7yLnXH+on37kNuPhBwZ4AK4UDUfgcMWg3
M3g1Gc6yHe0J102kPZdovftLlFmRZ2Yaw3gISAB5gmhZ9uQJjxS08DUxaKmdQsFgrIjV7GopHAhn
G2UBIg1vAAj1oJQFfWA1W9ciR3Vl8rPoD8RTVDzDMZHFP/JkpR/YMED1JyIwdtXp/UJgAlcO/QsB
GNC7mcVFuKx90xYF2M9BOjeUppOVjmE+KgmaJz7+eksQAUBMBF3xukw0/pbOqwLvyAIqSZiAT8oB
Exxv/l8/CyD1ooEkSZGx63iAcGuR6jyglQ7i8yxQH9S2c2imrIkv8EMLG3+BQi6dwpj0Xht5M4oa
bzHXu1bC9qTq9frvv5g2M66hpqIhDc+5gW5AUp5N4FbvEnpoBvWo65gJTtt/AUORIybo9QRTL1/T
HSeJsIqiLF5D5hoBzSwSLYlYt+ezcOHSsDFQl8MtCDllqKNwtwXJywwZfQY1ZUpXvRm6oNpf9z5z
6iR6HKTeCQJR5vvq+uUgucsiMjDANzQ6CPdDDY3pblj88L3GiQdk7JKVVq2hz3l7w678NrLGKGAg
DIVgFYQqORPXp5wVtEFF1TBqBNV4mvQFOB6KNZuMx85LBTHSdTfhjIeIF4ktsC4gu3Vph4Gntl6b
Qqej98p1m7gF26XmOkcbvv4Sx6+K8hAE76YvqIwvrRJzUZqGlAaCJ16YC1FVH6YVkq1qtfMDOx8a
qw739QB5506Q4V1wTajuIc4ms94YHkWXCyRZnExlDigEwdtU9Q5tEmP2tfzdms3D7b1bgiIICDH5
hVsDl9MllAZe+p52sBbKOhmj40V7NIKxORR1KVmNP/4LTwWBF0ybgJWGzaWvS7yeoLHQIzgQFWEu
Jh4sQ0c5UpSIWdorKDghykUyBgOd6iWKacYjrAc1xFyJdczO+LqFrtaHUEk0tE/kqzHL3m9/x2VE
dV7bfLvztbxSr7qkKo25d4P+SkYQ82mlNflVbUVGvKqFjeQivPn+PAvQ6qFucj0AXpGGv+Wgsets
2A1QVMdwygOrRPHSgusH7/2f5XFHfMQ7s0xifFAj61eF9KwwuspF2tGLIHj9gF1vJhXl20GzfDSh
3Is1DDHZlupDg+5gpsR/f+/r5AyF+3J+2lZxNPfyDAFZyZX33jblUZ1++mEl6IRYWg+KrXCKuF/A
bc7ZujqBN2SKRnji7jHpTduXJCsQOd+FG+ZrCknBP6iY81e/Fmlj5UFYD2OEihPIb3L45qHKmnn1
Qxn+SHWBv1iEA++qocog0YI88KXdjUMgy1ox35pTsdPjQ6J+Vmg9Zb+K3t926tPtU7UQBeqQqkEQ
gMAGX5Hz9JXct3LdIeKITfOnBJJVNQsFL+IlB4jwTEXJB2Ha1TQXDpGskRq+FmmcrdxmTtuP31HT
QAciFdyTS/aAKE1HaWku+fMFrVAp8YbT0bYS6RvMNVqJvJkH4G9/suv0LW7HcxTu8mBamGZmiQU1
iZZ+ShNlO29Qq3uIOI4vijTpG1RXijW6VhIk5/V6HxWolYNqIzJPxOy7J5a6pO+2t3/W0k7iE5vI
3YC594phoU2KKUsCDQk+07tXw+J+KF9uIyxupAppbjgQvLH4YUbi08wcqxkhLONw18mpEq0HVQHn
VFRQ70cTdKJM6RIkEm9QOYFipgwTujwMXqOqXk3hhDE5+d7Lb1OsPhSop2MOIF3dXt11joPbVu7g
meFIvYDBeCQo7CX9mrUumzDYEFgscvJSxXjPuhbdo0unHV1NuKohCKoRvrlTkfxKnyg6m4qq2YZM
3U5he/CSYTPClXlVu4u1yrm9UBEk9027nI1e5gMSUlVWozFrMH42npP4nouuyyz8F/4M70sK0Sg8
Mq8mK7tx7DRfgj9rsnDd6vJ7Jhe7vEBNVifHZgQvUaq7t1e4ZDUQzVVncUlIbfNOLSingUYmQi4d
BThtQrNxmu21HHUWgwpScYuhMs7b7D8BiD+XFkr0KKZ5Cwv1ULpR4x5Tk8D1V1H8c9DBpnJXek86
WQknixddHSwGNqOh24hnrQrQLjvF2twSV+uWkqX3VROvPCGHz1IUhOz6f2B4kqraGH3ogQJGrnzX
b14lFC3KfBWMk9WJ+OWWto1CTBbdYdBPuyIA9qmkRAQCsoj8vQ7Kw8anWfa6LTVDADGzeH3bSBbP
+7lv4a4+H2RxaNjCbrFWvQurx9zQcyvO+3VC/RWZkm/DhKGm9AQeI8GNuLR36IBARQKBM5JknM3o
ZZd5fgSbiUsaWwXVfptNukNluRREYkt3AnrS4Kr/lzOAc2lho2b5NEiIj9rxW16agaWOIhHgxV2j
0I/A8AsYJdR5sWdxctQOaY/Wo1lqdbQwbGTlUYSrHoTZQpq4q54LeGi89ZHigRuZiasvoYxcGqd+
QjsfaxpD2TWm6idHBJvFYEE21GTroItqw2I9ie+0hgaPJCDt3mirQJCnuV4znnPwLPglSKEYfBma
qj3tC0QBNioZbs+s0QPxekOtLHu8baTXxw9ABqpPGjrWMZfOrVjtetqqJjL9Xn3I2PcB8kZJtsFT
FR1lgrDm2igvoeY1n+0jtAwLFTyJGVgxwbhvumaOMEoUQohAOIPsKK1LZW6FSzH/XH+YUmfFVBAI
LWGglwleEfkSzNZxpys0ukoefLTLgPDWYUm3SfVkpUqiJMkCDFqvcaMZyCKoqOZffq9RQbhQKMg3
Z7X+A1Qja92D//AL/69jWrw7/uDwIgKqhHRYr6JQwFKICBTSqpYG16OKwB0uLsfETPYXUQXami6X
I5mo8NQlw1cbvc6WjdywTJZnVtOKZI4WHC/EIxGoIm+HTA/aui+h/LLCGU5MkPZBeyQ1XEPH4MzR
yEPHqL6zIlgZSmlPoh7y67BnLvfhJYckLkY/eHInFtZB5IVANZLkuaiqV1LglpbRoyJntUUlyLH4
pnv7+C74CQUNYmyW3GXIQnI20ql+lLRTmNueLq869SMZ+/WEWGukIvL8+W+6TIPCEP8g8VYCHg6/
HgYgNcYLNUxcoa7kUXcavlPMHDduKSofXNsLfDHaZJBy1/XrfmcaFiB5Rq3ajqvmBSkFKASQyMnU
QiR2tmAuQJil3uH44QT59llw3gTQdkI0h0zATjUiEM/7pevVwXev6z8nSBNipscmeXavICN0ewNF
n5U7FUmTe+iVx2cN6tLSe4Rxd1G/YuQt1A23lt51JrixFy0GTM/MhCjJdQzU6lpLhzrObYWhmyp4
GMjoyJ7V6YK4dek0oO3z/3BQSrg8gxVU9AqPYWFgH0Hm+k0zJ9uLbIm+p+abIYl4/K8DEQVQ1MTB
n+8ynnlExxhy4FdwliXbE5BhqP7fF+aUWbgVsSOqAHNYdbmgoUyQaGjhvwqDyJhzxpxh3KSmVepF
JjjVS4tB7hgMTF/ehC+Go6KWSAnR0fjsFxal98KQ6iuq5k4zNVHUmptLMaLBBzptJcdx5cFXDbTO
rMKjez2lzUoao1MgS6e01ujOI/1BkaSdYVRbieQvZTkdC+L7jpTB19TBPWpIGmLZbpcTqClLiMh8
We1Wtw/I1xzg1U+FqvJcdkU0xLdw9lWHJro4yKF6ylaFkm7kAB2wTHaKzrTDIcD8lWfLw09/ok6k
+LbZ/XVP8VwqUCFLg1wZEmZ82aAuPFQgR8jK5crO73TLrx6JItIVv3Z3M4ipoEEFyXydL5mlSVqm
xejDEcAJebW8ZgRPy2xz+2t+FcW5rwkOYkLROoU740pjrk60KSImjuWwoivp7mNw0h/gkwQrS1lb
6/Fn9fY4N71n+0N8qqzk9Ul6DnbFd90RNplex9pYMN7OePnpGDHhw/o2KjNFjbHgfIjdrH3Rx3kM
qhk2E8jpqqp1Rq96VIrKsKhQ33LxY+PVOaMjhuNF3BF2l2pIga1F5o9xaOyhUPZJIGpzXjjHWOIf
GD7izSrIareACXNUmhJ21wTht9sbunB/zMVJJCMwuEaha3vplYyymOJUwn6y6lHz7rrsXUWT4/Bo
1O+atmk9Qay4kI1QLvBmt38WxDcjtJDHMMqhoePk1V08QqrIHhSnn3aa9N1UraZ/kTqB1S4kRIE6
J0Do3FBl8hNdcVeYJajJoUq/kZq18SC7uU2+4T3EHM1Jt906/vl5+7suWcg5IrdOFTFVWqDNEMUZ
+TSq+W7w6SmU3v8eBYU7NOii1xlJOu72Z6U5U9GlOVgaR7dqxm1Z1Q6GyAR38ZIPhYEoOPboOQar
9Lza810z+3iAOjV27RQchlW3BX+GrXzPD9pPjMoLSp9CNM7sZUX2kCUHWrPCTOeGrSHntQfv+V1i
4SEt0idYOmSqiU5qGZE32gC4b9hHRlAinschA4W8Wv/C2/X2Jl33i8H/nyOQy6+n6wVt5RQIoPlN
ts07AaOZjNKqxRQnPkB40P6B/PHf1+vQ0YIbh6CZFq+lq7xfhGHqjtXwUfKzQncqcftEZBezFfO3
AZoaMOIn40GL0PdyZR6tiFcNfW5n2+hkHJ/ZJ9mad9NOfood20CnGObiQMTn3P6gS2cLzYUM7hfd
hXBdHGo8BjkaAOCz0srJKmb5KjIcorTRNeMetu0cZjacM6MfM18PqqKD0zjlo9U5iAhz23hGf228
1o/5oXplm3JvbieB6/ii8rv+qn/Wx502WmCUpkixPrL+PgB4OmWHHl5rpT4h//erOJTo/esgPI5m
W1TO36Sd27Z28mN0Rotuha3wS1fE+XfgjiOTIubLDD+nqV260Z9AVLJnTuGSpyJ36tXgmo62KQ/h
KX6zQcp3e68XwdEEhsImrAwvyMtN8JmRm0h54nSyfZus0xrj3v1DHDiZ96vqnVQk1Ltg0eg2w8AU
Ho4QRuSjiqSrKs2Mm8JWQxmdj+Cl7qGZcR8aoZVEIUYfBBfigi3rGMlBiwd4TDGWM6//zMiksaMl
skG5HWfgCGqMn52PUFUlfz0LiZsPyVz0oM3PAqTjL3EyVSm8IJTn53cl7aaeNChJUxGf8jV1BGDQ
04E6Az4gIm7uaEaB7rMUBMU2ezG+64fG0dFV6d2boYUO2cFunWkH2SjpaKygxnbbUpbc7AU2d17L
qBrLtgQ2sevf6Wt1SO7VfVpaBozULECho4Iu+0V+uw07/63cYb1A5Q6rEZcwmASodbofutf8ryUe
5i+KvAmsH4JVMt+jSEDCnaMdJ7elyi1kFIji/yHtupbkxpXsFzGC3rzSlOtq76R+YahbEr0n6L5+
D7R3JRYaS4R0Y2ZiHjqikgkkEok056Cd5EnpzuDpU6P9LBpO5MVKFwKZ26oGIE5f11Tglbnvz8rZ
ulqunED60fmzjwk4+ao7bC8h54wjU0MzUEh8UfyES9tET6Ex9jJs06qmE3GmPap/run81Kx3vDPd
ULH2AFASMKdx9w3QyxYq0jLeZMy+jUPZjBmepQjh+4MVjTeFpPvbenEtEmopwNfA/unsw08nWlwZ
+AckDOhI11/y5JjI1z2yGMRrh2cVEEPLnYoHYfItJ/sBwZUo8uVpuf4CZjMzA7SdTanjTISLdNIs
ot7qjfGxrednn6mi9w8OGrQJqBhp9CNWPqyQjDCauq7GkMujXKIYfeoB46TfSvJJ139sy6K2cHnc
LmUx24aWBakqqH+eyTdL3wNDM53OSnLtpILNoz90KQhdGqu9YzxZq2UKrAN7Bwi3QML/u6E/Wono
fqOXJyuG9oJgTBLdkwijLtdudgAFOjnUL+MV2de2p4CSQUlum6raba8cT6GVpF9ZzNUuGe2SJHGh
VEB3Xw6FDvwFJw2W0XzYFsNTCABJaBlAPR0FN2bd8kxpUoJyE5gQilvLid6nNrmWkXrByJ/g7uRF
aBSC2UD10MK8Cbt4aLIvci2CLDWtrwiJ7pbZ3FtAQkT6Ypdl/UHW7hRMp+eN6jrTjao8gmfyHHUG
8Jnf2ywTqM573K6/h13ivkGWuyP4nsUIX6tBCfRWOYGw+pRm8V2HQkKOhnwL6Qr0IsTuVP71OUQU
gcEhvOJVROWsHx0Hdc7GHl3yZee4BUi3FA/4TUBX9AoJj/qv2xvNsSfweCCljcZmBWN7TESxmFE7
FzVovsplAnvJfs6/LYPASYtkMO7LCKssd8K4BhVC6S7hvpwjvxFCJHFM9kITxmSjpp5kpYMmOrh2
+68SJrxzP06D7fUSSWG8ZFw7pNcJdDFnr4zQNXdE/lG1n7al8FcMb3QNMD2oRzD+xFaW1IIZ1mCj
BqiGfnAwQDs7AlfCV+W3EIPJzccTGeWlpVsvXZf6bWEd0tmbiKAJ4fO1AnNGAhsj5MDhQU/tpWts
SitMJwsLJnWAPRz7Y601Z6LXuTvkqjcq4V4dRVUH3vLRCgCm4xAmY5LsUmaeWlnrFGWNPnYwkM3O
GWxXe6dXnrd3ie414/VthHWYYbRpDzTbvg6GhxRkeQ1swVSv5wVTvOH7toTP9yRNcyGiAmgdMH/Y
YiIQ6onaanhXWHZS+OMQAzU+HotA6cq3cU4J/GJUCPzf5w27vJup2axuGFo0JXqFu7kHuoB9k4bP
Togx/4eqPE+qoBWfU3RDTxqQhVCgdZBW1+nHrIQ5Mkb8M4xWeHFiH6v4VdYMLy1mz7SAmVfCHU0f
cpQ/ho4oqvu8siroJpBrQ8MDOv7Y6v2CcKd3dMTHfeIPzlddC0JyGvU3Int/u4UQhDQ7HaKEW2dv
tyRUNNJViFBr8mUyv4btMSIvrXpaRCBUn63xQhB7bYE0zjLyEZGB0n4BdoI7TfttTT4H+CqSa2iZ
QoLNxGuXnrrVXnX6sFR9byKWmq6W/s4s91L82kaHZryq1auoEyQQeTu0FsfYYQWYWtISiMvr2Zvl
4zK3+zB5k6ZDn4p6bbmyAPWApn90DqMB5lK1YQGPDfwJrnz5pbfTg24s95XWBlJLXLSrCCKez+6J
YkPSvngbXJAA17qUZkh9GlX0PhzHwrWs3Wg/h3WwvVmfnTuVgekrB3U9UO0yN0iVDvZcjRmi+eqH
MT806Tme0QopSB3ybA4DUXj2oRUanRbMuilKU5SaRaUo92aYIO1/v60G1xnh6sDL7pf/Y5aKyE1d
1k1ae1Xpm/WzGn5E+q2WHgtA7meiXCvPCnBGfwtjnBFyuzEhOS5EGwTBSXY0rHvDqF1LPnai9znP
BDC8gMcJ2uGRcmW2px/tsTRiLFzTAB2j3TvAlDbA9ry9elwp4NUBigsiSdxVl4YWt5WBKm1ee450
Pzu1qzoPkiXiWuBZGgKV30KYVbObUYKnhZAFh7M6dsnHopxkMKps68LdHJT0ERUjZfwJU7Ws687K
EoixM+OqAELLAVmFztWj6c0CraQahYXgCHElGqhKwt3JGFtg9ig24tKQQ9xNYfGdBhKd5TXSURpr
v6/228px1/C3KLSfXG7UoJd9l1YVzGE+dNmxAc6lYyB4FYjh2sNKDHNczdBoCBkhJswDc/hK4oc6
ednWhLtoqJNYKGhZ1qc2bCeN9RZN9LWnqvdDuuuNk+yE6NX0TFHDN1cZOB8ZE0bwDuw8bgwsp1Er
oMzYJbt61rwUvfuTPgvub+7WrMTQv69uvbwYbTOlYjIC5PAU5FvBrJhuX/2DK6XDpf+nDl3YlRzg
9eWqkkFOa8RHjdgv5RL9y/avRDAnFcnjqETBBZTO0YMBVjrndpkEAR1/+/9owZyZTndIY1BD7pRs
F4NfKNs3EcAq9codhIkDaq6X8Tci1T/6sA8YQIuOXaNDGCljgNeNdERv2UvGm0lsv7eKYFh08A+Q
FGjPwyFbnP9uPdmowbQwQ91EkA/3StSnQd+HnSjjL7ByQ700CzUHDpVdQ0beOr4Vg2PQcS1RT67A
xtmJm8asRrCOQ4gS+U4fDPbOUE+WKHXFtQ3M+6LHDrke26R/X1m4Js9xrEyQMtYfYek2czDk9yAH
8CwAOG97IU7OFqaxksWYeqyMyWQNkKXulR05JTfVTfWMKtfBWlwAzSB4uCMH669f7VQohqOwWLig
WMDbWLc6PHJquFf5SQNAZvHDEnlw+t2fTH4lggZkqzVMo7zX7BB6meWLXb5PyrfM8Qb70R5VF73B
glXkHrCVNGqcK2lh3OdK3kChGvBUoLn/Wl61rnUt7RPf2Wvft6XxzePP6jGO1hrAxjfqeE234AbW
EuLH0wSQDXc03ivjZVvWZ3g5PP3WW8XYYtZPndHFECbPhyKQveRF98BUdjOc2kN2dJ4l1wmGoD9J
e23fPiQ+iAu2v0C0kYyBdlE0yE2FpY1b44CmgmF6BT/GXtG+qvX1oP7Di2OtLuOW0f6XtZEOaWqp
v4NkMXHR/LSbW+W4rRUnd3qxrr8az1YWg0GoGg2FWNc+CtrwySh9C51IS3qYiF+ZhyrBHRofQtkS
LCdVYONcsI2fizLFRg10Di9ss5fBSY/O9GSEVCbG7Z0UaGSp17T/8jj5czw0xjdX4dLFUQahZGx3
BcDUmtEDfoHafR0LkPmMgsQw9ypYiWMSnJjDajKZupeSYFAJQBdtXz/kkiXQSrSUjItRpd5YhgJi
5OrDSL26P1kkRPbxEI/eDNpb0ftBpBbjZKK8jqVJg7xwvrb6m6p6UpvHbbOkn7xlHYxrGZq8bhwq
Yhkfp/ldmwVRDzeNtTpfn7qC7TAy0wEC7Kl/WWbpQXFSt1bie+BnBrNpXCXlbZ1jFrEwRSfucwPl
5YljHElrq42cJhAN3tYXrSDnNI+uQPl9yvXk1Dqyt4AGp1LMwJhkwf3A92GI8i08jyjM2eX1UAK7
g2g9LqNU0r1c/pDTeB8Xy05ZQr9o02vAiQhyQlxbQQCBUSU8mgEZcilRwyjilKf0xBljYDZjUCo6
0M9E7fjcq2glhjnYOrFbJ52xpn0y7Arb9toxuR0S1S+0H7EjgsnhFMCwhavKK6OViZdfohfIuIZv
UuxS2grz2Fy3hwhoOUfcQKd0cpWv6VFUsefu30ouo6bZ9toAxAmEfT2Y64vMc8i+B92AvLhq9ZoN
Ah/NX9U/BWbGf+lGunSqhAJzWL1I6Oe1X7vKX7qdJrpbeeEszcgDBcC0AEHBXO6G2RlkQfOVB3qJ
4yQ5Vzj892lrXg9xLDIVnrdcy2KOH1gTykoucQYmNdvHkT9W92Q5IKsTOJILFltgANv/sI5rkfST
VnesXkR1kydQr8t/FvaVRH5O/TPAcr0YdGvbjpNnIfRxDRIQdKaiQngpqiVDP+XA1/KWbGeFwLx4
U+1zOFc7VfXtSAjJx/Nla3GMQRaVpdWkg7gGEZGlH/NYdSX73kaX0eKc7Sqoix/ENAVKcs1lpSRr
l3HeW7VGtxAdTdN+qPA6QMOKKYKE5DmvtXbMxapVmOHukcfyqvEtkz05vstEEN68i47m58HBh7Lh
J+53FIlIZDbwj5Vd3Qx1+IB4QXDhiEQwd2lZSbVd9S3Cgzo8o7ITNJ3oochdKDqJCvBniiHDGDiS
Sk1S2nAUGsaWlfhrJ09uKkJd5R7c30I+TSYhEZbY3QTnZ83z29I/JU58TJDwnd476TFNlHsb4J3b
p4m7dGgIRVHXcjDKwkQ6JVoq7LDD7mTzW+vc6X+PYoFi2ur3ma2Z5HIeJBogJqZ5sJ3kNs7QMRBV
UhDO/5L7AOqujR4F9CJqGrNHZjwkI3BQsEeAsnAjSyrchPSnJhbVz/jG8FuQzqRGiTXlamZAkFzj
SVG//u+8sMClcl3AH23YuEJG3GQleOmiAx+IALlrA3eHPCex4BnGaazEDgEUG9uExhrAOVz6U1S8
VXtAO7I33wPvI7z3p4/qBKj9cFccy9doP53K/exnx9DNT6IOYK4vX8lmnGspdf1sa9BxptM0UR57
cZFgsGxKvMUBm1SWH0a8lrZNnnPnA80Q09GA+Edb/qc+otJIY8y3oeM6Bxe9rw+A7nLbypecl21B
vJcnOtgBAIT2W4qRwRyuDEhgZmE66AQ0SKDPxV7Kl12YYZC9XQ69/gNNATcGEmjpbJ5TQ9TlwNMT
7VLoNaawEvj/5caaizyWY4qeIZ00YADP1TJQxsxxSVb1Hg5R6csxICO3deb4EwykYToAHQiYRmSb
H9WSlHOooDiWh+DkcZb3cQb0wrYMTiMpSCc0mpX+RW7EptmHxejMgqBSZc76XTGgLQvS+itbscuT
NM94Xk/SHfJS1pWC+MNTl/Qb0DXQwGUOmZtEIM9K/x7Aj34SmtmBDgRwBLYQXc+qXEwa9B6MD6N5
zKLMB9ETVn12Q9MROG2O/7kQxjhVgjKwXJsQNkUTWpckY/ZUszVcKZ7ft5eacyNBEiqpeNng8cGe
lbJBssLpENe185CBgRHhf54kkq/M0rGZE2PX5o7iAjDuRz9VT9uyeVoCywmEC6iuIXZgHFMZh3aP
lnU4QCs+lhGwgUok4IhoPlckRmWOiVLOS2VBRXTrtmrh6iRyR9GgJseZX6wjPTar+LgvZwJMR1QK
pcX0MAtsqX7da4FeBdtrxjvz6/2iyq7kzCkSlR0oo71o7m4sRI0N2K/q1pOAaz6KOG55xmEAEpjC
tWG6iXVvcb+0aj5BKdJ1g9doKkBAZXN6qUrMv8l6+T3JwQBStUP6LLekELy7eUuKbkYb43cYqgY6
96Wq/QQ4czJJaAdd6tZNl7a/M/qu8ROj7LxlmYhAHm9pAaBgUAgwkAiwgAbALhgiPYO2DcAoBvLi
dCcSHpToOukFx5uXusEE6m9RLKLBUhW6kejwb/pkhK5iDN5cxV+M3vQyNXzNSHtE2+vHXKvHWRY9
VH8V4JnElLI+dszTY8mcJYro08O4LW7y237nuElwV+4ASbqAc5GWKbr34RoAWoYIXZYTDlyIZk5J
OZiNmdDimTHfKaqnDvd996Bm5wIJcRFBsEgWYz750CjL1EFWNI3nkphuC/ZpfeiCIY3v0sEBB+sg
2FeeyPW2sg6tM5BgR24R3WTp3aAAMcVQbqWq9bIB84eLZbmDId1tOwTeKaE0V0ADU5CjYl/LdtrY
9UjbLQj+NWVPCp+VJPNnEe0wV7eVHMaLoorfDakGOXY4+telX5WYd2/upGxnqwIfxxWFWwFd4EDM
RSP95cG3JJIRzYDDrgB8HYGeEwCsTe/3rXIw9CtbNIrIFUfjYqwhbkK2WS406sL4VSIkcpQcmsVU
gJKHbq+5qOYbp3AUP0/C6zof/x7WAVPwGHoADjHerJ86ZbQGE5DJjOC4Lm4poiMI+uRmv20eXOVW
MujfV/dFmpVaKI+QMaXWez9kV2GSeHgRPiKAPmJI0dUkERA/T6QF3jXg7wKH+xNG0VCMjb3QbuVR
eZIkz4m+WsuxG58KlAuFySLeFbUWxniUiqhhbCEVjXpu6sXDdz0Fh9gv/uhvOfKa4XiVGH/dWQ7q
aGQJ0G2CvCIG1i6XtI6TQU6pSElZdpPSn5Y+2ZHR3G3vHGeWGXJUOtgnYyEBNX8pZ8FAWtfQIFAd
iWtqj1GCoivQ6TAO4avRB0pcyExJoMEsRLN4vEUFCQBtHMVxMNjZ3FROMXRS46zLqIZKdhIUybNs
vRDzFFkPpZagtUYQCvK82C9YPAz+UXod+kUrMwVSQZR2EtZUidVHArALUqhBjCHDthRhJXEv35Us
toPDnmK0PmVYVz37HoPDoQAXjocGvec2SoKkrI5qPzWuXDu3thy9bG8qL8agQNlokQSc+6dqPYpo
Q0dkXPxODqyL8MFBSIVmOdeRIq+sBd09ImHM2VgWTGmmCoQN2ocT7dU+9/P0tWmCCeOM23rRn2Jj
irVezGXbLh1AXWhP5qC8qPk3YBj9w++jTI9OYAyKYTbo0j4iuY/s2sHvd07xqMTDu1pI/r+IcNBG
BBI2gHAzImq51ZwKRTtg0Ps5ELflOhaEBxzoG5xo8Mz8RwQLOFnWciHnGYJ367ZKvPo8HbP9fNd8
0Xfmo+l+q3+CLTyogi6w99LoasdtBekefNojtBRTcm0L6DusPwn7YUyRC/YsufeM0p07MFeIpgZ5
zp/2Lf+fECZMAI65Zre0DKI5z411LHJfXWwMJWteMd0WH9saca1uJYyJZAGlOTdGCWHqJLkKMP10
URDJXTOASKNlGhhPn2afUWhJLLVFdnOO0H8HuB8wt+XPStoJ7JsvB4ALcAqAk2b3BuSKOKy0S862
43Ev44UTZBi88BWlE2XHuDvkgHABjhZBI/vMkeQ0Azsd3J8jt0FvnlLwXvU/jDpz5fJJCx/+foso
3BfGHdDw8QlbyFlAUVFaMPl6fu2R5JRESTDeyv0RgDHIS88wN4td5DYEmOM3C0o01ikWXRkiGczJ
iVHl7soUMmZz56T3mnGDQHt7nXgX4FoN5tzUMpFRhYKIcTjHKYBvjzXxhQRsIkWYA2OARUglGqS0
Wrcrmmw3o7Ov6NtgWxnexbN6YbIvd0tSnX6kToByoNtu7DxnaC7OzI/S+bktiavQnxSSRZd1FTek
DpkRWkNSDTYhE0wQhbnPO0HAx01HrvWh+q6kNBiOnOsRyzYky71hS+7Y4NqOFd/Us+dB6f3Y6bFx
M2q/QAVa+sEtq2SX5+lN20yijxEtLhPR53LelTp9vpOTdOs8zvfgcAaLratYrrOXj+Fh9ssgfbZf
Rdz23MBpvQzMDTnrRqfOKRZ7sp2XETO6yVLtcgCeWlV8mnTdhfPaAx/Cj4t/aEG8SBwwpzzGG5fo
tFk0Sq6n6b0BYOIYAIBtBsSJ8rhtU/+PnjbyXsC/BYUUo2fb9NXc0H5HTHCFx3zWih1yhl+sIjqm
zYRgLSeGlxnpY+U4J7mZ6932B3A8NB5PeD3hjsaMGvsgHeww1ir0WXlRFeN0foyVDevyjHGvD6dU
5Nx46kKcbqJtASl91DIurTtvxtQxU6QP7Fi60RXExUaPnFfi9WA3ywBDOcdmMMudK8/5YVtTzvG9
EM0c31xv+67NoWmhXKd1kDcvZSgQwTkuEIHuWI1mmDGUdKldadZhMtEGkLS5T4kv6UHq7MLhqtcE
/VhcXcDai9kaZCtBI3wpaJgzxUgsLONgHtT5FFcv6fi0vVxcXVYiaDy08kO5ZEZZmEBEmQQpuW4A
CQq83GU6OCLCBbrwTKyIwb4/yjCrtrSjM2U1NgbA60Vymuu3KcJoxfu2PvQgfZKCESs6Cg7qVvYl
nRfS0KnZgksvd5XBdbzymxaQswrC3G1BvLc0MMjwagcmL4Zzf+EmrVYuQ3E6r2Jq29fzKXqYbxIA
DkrH6FhAGhFVXDlx6Vrap4ZU8MDLsSSjRnaO9+m5Pse75No+y7tov+yNfSukF+UKxNi+Q3ks0X3E
eCwrK9t4saCeAwbVAfXHfhQcI551Y4P+I+FT50KmJs6kEEiQpbsBvNjdsQj9f9mklQwmzLLBLjKG
A2TM94s/3+TAA/neBvMufI3fpN0/vPdU4N4BQAnOjyIOXR4moP2pw0JL01EhT2iSBDY/wvDC3VaK
d5BWUthMv1UTTa5HPCCI/qXXvUK9KtPXftlvS+HdGGspzMrpYUGkOIEuqQMMdbBUTVd5upPSV0e7
KZf7bWE8U6AoHch0UyoD9izZBDAZgC5CF/ncqsi5mZ07LnUcWBhoFaweT5QNc1YoTTGQ8BiHV2vK
AuIxuKEqO6C8O6dvRNR5zNsg26FTY5im1zBwe2kG9TQOelcO6F+Jv7eab5e7pMOMsQishdcqALig
33JYQ4gwP6yOaGsDVmCg7KIALEtIqt0ZYZAH0rkWtf1wV24ljrGIOksKowV4pSd3aIWvAbpK28QF
J1YkhHm0OL0zqElL76PxsRkPefeQRse/N7b1sjG3qlTlkZ2gy9lTDCgA7jU1xpy+wMx47hOhHlq/
YNDoK2YWSyJ42CPqo+X20e+W/mqWRa1LvBOKIjvSVxZQ6OFHL83MsOOhUIEk7sUg26nDyavmaq8i
c5tWzr0ev9taIVg5XrAAyGg69wQ0ChA5XErs8dAbI5pSaCYg3Q+Nq0oPRh65xiy5iSEA3BAJYyyh
0dDaliv0xVcGFRAF5+nULeluVkC7s9u2CLpSbNCw1ouxCNoKaGd0QnaYbmTAbYP31w3ToCj8Luwx
2XIn4cm5LZJr56ulZNxQO2bDPPR4/6Hv9pSVzpce2BuaHov6XnhGAhtBEQpsZWhtZ4xkWPAUjyRc
FhN6o9XspbFeHLSaW0clOYSx4CHJX8ffwthkZNUXc2WpEFZH8WHMS8zqkwO4eY+JXrqStfxQzYm4
tiSLpgu5HvePliyCSSyno5nSCZbKsF3SPE+R6i7JNWhjBNv2mW4ewLar9VQZqyQhnO5AVRzV+lus
6K0rdwbukvls1VNQyJqfyvHtZH+VzdCv7GeEbPu0U93eHG/V+imadJRUE1cGJe4/GBQlNQCqMPJw
n5oyNSnXagtnczKjQ9chLkj6n83SCsIC7qlEneEXnQsl+L10AUqHRntNwk1tyk9d+Nhrt225X75H
8+s/qKMi5FUorP8nRIbRaQapWeA/s1T3ZqQ/HAuT66JWJa42q2CA0abJuyJudEiRzewe3+JlYMEN
gXlW5NWpV0SxB//GXsljrGeplgWuDLcbkjiq28rfl/itmgpPJvoOVc/rRZmfQvnZ6lrPzEXsRtxD
shLOeLlskoY8i3DvqXJ+ZRuPhRw+ZvGys7Cyf795oHDB2x9HRQY6yKWRREVGQq2CpKo5g62sbc6x
iLOMm2JAQyYskUJOA9D4UkZSo+xhTTJuP/uDzE9RbLlgMcOE9g2BwUypq6aPNvA2tzXjXetrqdSg
Vo8+PHBnBwSN8HCg3eplz8R0xLYEzi5BIaSI0B4O7nS2QapB+wI2CQdMn9TnTMPjK9GidzIZaFfq
RX1sHPtHw6WuoBih4N3CXujjbC5m38H+JeU7cBB8c86OUjn7ttG5WvqxrRnnyrsQxhi/NUWKGo8Q
VuQnMrW4hNxxFNQnuau3UoixcZA6LpoyIDWzoMlrUZ/V/CHDLHssfd/WhXPTXejCXN9jJ8ldjX+9
RJ2eARWws3r0GzmN39rO9Uy0ZxAqBWYqMj/REtK/r8zPXFRnGOmElYQir4mGkqICnPtxWzeOjV/o
xpws2yaRUrfQLQIMSmE37tiL+uJEejDHiKBha8oj6JFO2hVmczBd5ECRXOCHOMHPhSb076vlisG/
WYF6HNZg7c3+bPe7qVXpeXKNvvAqgU3w1w1otYCHRnzMPvv6QikMp4NzB1ytr3VXTSLKOf2avGcC
VSj0WwT74strCazKEkQYO+2AMdZA9ya3vJKeb+Tb8Wt0Rt/yE/pvrut9GGStm70XPzPRR/AusYuP
YC5No2ttOgKCzFDsktF1lPNkeMCcskC9AkQCongozZoisXxX9Ud1xnvEziD1SgWpeWO4nXZfFF/r
6TzEkxtNAici2EiLcSLalGRdQ9OuJgi3xnlvS6KnO999/FGGfsHKMCsJkA6dQyXgpWGP7hQFY7ov
MkqIBtqX/ShiShGtHuM4EpQxp6WAQBBdYKp1We6SMfNI4o/a27b34B/tP6ox3mMsnaItZEgC6ctM
kNVT3FIRZUNpbWbrHDD+o9HLricJAgx5Rne0byavbfnWY4Z2kN/K1J9VdxChxomMgvElGNPEBIMO
vTTlhYRvwlSlaN2YmElpBvAaTfj93om/SfN4ANbja18bu+3t4cVN69NrM2WvHoRxw0KNu450DCXu
gBLXRUDhBZh3fG2WfqmeDBGkH6/aeSGUcRlJa04FMeGIYej2MQnk2lUO5VVyhP/QVa+5lZ7gQ8re
31aWGw0Aqhzo+QaavT/nsBH5hCrE2mPkJ4V81JCosKQPC0ND25K41vFb0qdcdqskckEIJM0tJi7b
yq27fzlXKwnMElaWRYhM77IWmOvW8AHS1UiE5sa9L1cyWB9rN13aarANI/9qOo9LdIPWhCkHbr6G
DnLBknFdEiUssjDlYDhsjVCRRqvB6DvOsHqvKajW2P7UnUlyW0v77c3hHq2VJMYlyU5KSKZTb9E9
yIZvyIFTizwS3wD+aMN4JC1Sk2oZoc0oIWAaAknrg1INlLp3G8Wr2hHMjWAGQbvlS1Z8rQZvJIKT
LfoCxkEBwBWxdQ8tu+q7qX1g7mV7Fbl31moVGQe15M4SFhPVsHyJxgdHAaHfXUhwcP2iA3tcLRpp
EBiIw3gqYylDvQRHuhcByNKSvXDxxgi4ibE3iEpRIlHM4TLHVl2IQm0RiSOJ7teXZP4yZCdDhFMt
ksQcMQ1zdKPVUUmjhEbpq0SKPaVzzeljEjVXcL0f4P7RLw0EYSQAL4OMZpkBAU7LA7L9KvWgszPf
e+OuE7WDc0/XSgx7utQk7yKaqVmsb5haG8azGQryilzTXolgDldvDwqx6MtxtB/j/uesH7dNW6QC
c3SMtDEB3I6VUksQSGWRL5O9Fv7874Qw52fWG3sc6DqpgwnizwKgHHst+vJfCWFv96Jt0x55ArxL
cQ+larBIhmslIgxLwXqxaYN20FK9o2ksxXqO9bck2uciAL5fidRPId6fPbeZgwLOyibPqCaW4joH
AMwat2/qHXid7pSbxk9fAWbq572r+935OepB8Ow2V5LApXIP6+obmIdAY6MD2aYxH8A3PGN4SYbG
a6tzlpwVTBpv7xzXva5k0TOwehJIiRpnVgNZUf0tBIvp0uQvcqr5ZJSD3nH8pil2hll83ZYqXGbG
ScRhVSq4HhF27pSzgkFjd9mBm+tn4aWjbx6XfXUOr9qgfJF399F7d3rZls+NOFZaM86j7xUzX+ib
ORrf9PpZAhnE0Jq7XFFQYDJtt8yyRLDQ9Ce3DItxJlU8hKNNg5y+BoFS7DphAGxCVxJNbokOCeNU
LLNslYmqps5HG8SU46uQ0kUkgnEpfbvoMu582Kezs6aHMn8Xjjb8ApnZWC72Fp4BBFg5C9RIz51X
7ZWHxEWb3B2C0Hbxo2tjXype/aruwof01XyV3fGg3hDP8Z+1feEXoiyAQGO2/NCUtjST6NfmPeXk
zuke9ERw2fBFYGKEljnxdmDso8+1sZHpiZgX4sbpIQufMeG7bfZ8x/JHBmMbxFTDSbEhI8nn56To
3WTSd9kUunVdfS11UV8K95ShIQVwjoD5R37q0rc0LZjxCg1Bh4UxJqBkug7ZDW3iN/UpTo+yqIbP
zxCh8K2jPRtDX+yYUWGWXTEVMzK9D90LOrRhIskZg32GW9zpN52oKMc90StxzFXRhpg/nS2ol8hf
9flkN8e48gr7uL1nPHgr8Ij90Yq5DYCHUdpjBa2kg30/B/J1ctIqP3+t31pXOab79JTdGV4YbIvl
muNKKnMvGFmOLpMSUnvtjH5GeXqNJYFm1E18OuKYGlRQAAB4PPsSG9tcNYsIRY0c48nyQcmCDhjB
6uR30V63JnfJXv9Bp5VAxuu3RJUyTYJOuT2rZxMhsRcSA8048iwC6+Iu30oUc5oXu87SaUE/IHGy
+6WMvSSyrvJJMOfNtcCVFOY8qzi6XUQgxcz3tgb+hbtCvjFEgzA8NFg08P7ZKNbfm2CgmRza3LhE
PibWc7l1zfimqYOpegE1pJ1cYawuCa+G7mFOATu0c/7pLW3RGUxgklFs7EtXMuoAxh5NWgBDZUqb
zsb8Zoq8I9ceVzKY1dTQqqAbqEHQ93qs+UXxbvXf+iVQwu+NHjQiSALu5q3EMavaSVEvtyFU0vUv
xvyhqE+mcyVMvHHfMODmA/qYjpIbixpsz7lRlXTvunnyhuY9DgU2yLX0lQBm1UY91pPagoC232fF
CRB/QlJD3j2C9BAwj+nVhcr85eYDfUCK7QiOVpur8qGO+5NjoB9nIalx6jFGdxPJIC1S9a44bDsM
3hYBK8VGjyCwPYxPCDFTORlOOcFhmA+WdY8uxEm9ykQZFN4KauAG0QDHgn5etlcGLJRS3cQaPV6q
HwJzLzIW0MNr+21lOJaAPkcMZ6OQg7QXW17owAwgJbaRezKm3wGfFsoucD3/gRjmQgpzbwxOY03E
hBQgvdzVNbDLm3wH+p3HDqUaE7WabaU4awdSQQ1wUBS1DXQQl6YBhOVctycr9ywSB1XbfWj95JmS
LCjNcMVoSLRrFN3lEwuTBZIDYObYuTek9ZdywNiM0t45Qnwr3haB+RFDjTA22Bz9jNVjzErMwtBj
KfdCuzQCu8nSB9mMvyxZlAaJRs5FWN9kqflaodnXHRbzOowKzZX7pXGnsHGOWWeIcN6oY2UuaTrc
q+GbLMPE7PDlJxVGrSRLExeYvI3dERQb2XJj9J6SnQrnaXsvOacNSGhoQKBIiTJILy5FlRhEj7ss
LTxMyGCIgkShF5a4o5U5C3FTd1Ivqofx1hvduP9LiwGqOMYFK2EhtZrSFR4ZpsGVU7Pb93XVCcYp
eDAlpoFBaRw9IAlgYy8Vk5cubKsZpd863qvyaWiD2LkuJa9o9lHuI+Gwb+WTWbdup3+EdhDrX+P2
GJK7RIQVzANQu/gSZomzNEqidCKFl7109CHVvjd+A1LYH2SfIQN5jM/GXRzYATmYNyJwRZ4lqQY6
xNDDCaI8Fp9pGFTgblBLop39o1MtbtmbimvhveqB+zR26fJvWxRXJMVyBOoPTu6vB8PqPMWTFTWl
UhTeNO0ccgJTN/57mw3Vq0VjXbwCl/kLN/I/spjXgJ6YQ2rqkDUDkr+ID+WQul3iyctNv/iadj8D
4aiVgm0FVd6ZWUtl/J8ZRmnVTTkQk4qMYu9NVnqtKlX3Fob2fG33iXb7P6R92ZKkONPsE2HGDroV
Sy6VtWatc4N19SJWsSPg6X+nzM7XmSSWWNexuZue6UiJUCgU4eGuBKbxOxC9XfisaWtOU1MOdkxW
ukcxpBxNWVWBlrbUyzuidFXn1FUN9EWhtQp3UokoP8OamZ6IGK6oBhNWPU1VrdgGScReQq4PqVtK
DeZCgs5YaT4trQ4eMzEkWwbmx2YPSKMEqsaw4a5SPMGmt5DajtgrGVfMTF4/j3HQngaPnAGmCPAz
nZ9PItJyUMCtDil1ZVP1im/XoTcE2srHWnQRCFdhEk6FJg4exOd2mGF2tahwJ4oBpAleJkLjj9RV
bUKHQI0Dn0Rt4IHhsnlKEQItp+OYY6EsycK1DuUXnGu+ZE3GrQk8NYg/5qCRcYg7Q2shLaL5IJ8O
dooL7j3aez8VlwHU3z4yT9tbA5VSqto03sc7aKx72Racarv+ZvD4pqWtd1QP5ZE735jrxuz4/37c
HG6iKbmQpEn3ZDQgNq4dW7LDjwz1jbBuebeC9176+KfGZj4mGAKWNO0ECERUlQqpkn8r4H15aqUo
/bh+XC/uG+ASkYQjBkKyCoNiM0dTIFgQZSyHA8jamzXUjzUyl383oRoKYJAyaIdQCDn3MbkXbU+S
AXlX0ZoOiHkaR2L1Sta11Fg/+0KzYFdko2Vm0xcyH6vQU25Uz3Y74Dooxhp8fhd4svvn+rrWPtMs
0A2RlORlMjkse2r0XaFsgmRl65ZILc5WNbundSM3i1rAhnV8j7xx17nJfxgLuj8ozsO4fQhoFlL9
EPmax/zrq1vd0FloMEZS1aUK0+0f63l87+4/wVm+Acv3/iHb9E5SrHzB5e2c5p4waIfAOvN6tdAw
Ht3iMk6NPz1/UNubVVHnRRMoG8gYPgav0VdWdHL5tiSPI1EhmZWNYZMImQItgXbtGrx4aSASzEWE
gFNlmo61Z56hpm2itl+eEeV0GPRPxn9mbXpQa4SoIf1VKZaj6LFjZMl2hG4qS6KHla83mbiIpidJ
8uzrJancKJU2OSeU6Tyop77JRBK+QTDrXKaxtAkM/ShXdkplObrpjUj6sOL0KVNa0wM9pbTiyEvX
Jvg9sSW41Uy8jGYxwOYi0aZEOtZ+N4onADwsx625hqRYMzMLAkEbl0IpYCbJ74LYLYLbNsYXWCOp
Wv7AUAYHEMlEGje/nluRJlFdJpnDEiv2O4jpxCQ+xMPwTNq3kKe3Vdo6pRy9tabk83TcGer7ygde
qECY2slPmP78xJcVJQ5ZpuMnWMwNn+2CxiFN/wxe6d2rEn0TLjsqA613ZNcJGq/cUEtZ7CQaOpHI
WTZG+86Nd6zOOt1AZtnoENJ7hbPRPt9U0a9sDca8uMwTS7MAqKnQgiumHLZqDJck72HY0qSXaYji
V9SKXRGIla7HxY0IWnw8+SCHCuU2DKzN1iaxoau0KX9FZaSnWdIPbtXq32jfoLSCWAe8PphhLw7E
EOmNLHPsIFq4yUuP3oA8uis+sgAOhFKoPI3o22A7mE/CYGrE0ksJ2Z3MwF+674fX1var8WCDfh0C
forlWmuUNEtjQWc2pyN64pcsCiBRSWBThWJtnrgKQk3xo9PutMAvVXc078PSGRCJpPdSdVKwr+Wy
22Q7M9+RfK0Ws3h/gopn4t/FOx4c7ee/hvB6qt5O+W1+wwg19N9B/wjpJymgQj2aAUg5PQVCpNW9
kdyghxGAUKXct61XiI808vJ45VZdClA6hkFMAnlDAk7g2e/pc9RRUjwfDPn3WL8XpgXybhvUSqtT
l4uWMNurYxxSMy/4fy0SsLAyYan2Ujff6hukDz7YFg8dIKFbw38XVPGt+4iSO4nWmxa0KjR3PkIP
ZFKOTfsbxUt2/M6G/gXdNu8DkozuddwE9LFwg9vQe73uq0tXswFP1YmOrtxFktgmdd0bukD6hjcf
PGeMHuw1GqBlG+A4UzS8i/HiOd/8OrLzFnPcmcMHY2sZ5a2VK1tJqVeC40LR3kQMmQorqKEimJyb
EUmas5SgtiJqTiI6CkW+78Alvq/kMnO1qpEfu1Zt99nQyKYzZCF/u76Xy686y8IaMXQEJ5t5GS5a
qUKZDI/ULQRoWtp/9qZrVD7m/DnVVlKNpV2FYDAEg8BmDI2K2Z2rxE1rBUmHp5HwifYfz6gsrU3n
LN0CpzZmW5oARV2G43RsmDtaNFG3agoa8twHP465NvWxhARBa+LvimZ3DhrHPIwZVhRVeGHCXElB
Lvvxnm8yykCbkG8sCMemDirKh9HZG7+G7Zrs2tIlZIG2FFSQoFhClfPch1oQz6NGiJ9QjTgMrRrT
uI1X3GTxw53YmCLIaaTOpB6XOGwENoYjIXmu7NQ6/LSyeq3odWHJnmhB4JAyuj44d7MNDWVJN7uo
484YWJtIYY5qZW5Sj/51v78wg1MHhhg4PEB+Gv45XxCEq6PRbHHwpHLHug852GRrYXXJEU9NzLKu
stAGFMlhosTDSwoOo+lFAH90MuZ3bMggeN9Y0UmZdhaxtDLRaruazHWqo2fkNuwNb4jGp+tmFld1
YmZ2hNsS8OOmxPEC1T8UnKyqolx6M+tnIu2K1XnF6W+bP01Oa8+zw6yySB11AWuoNDTp+8gsGmYv
yJ3D4q2xvTyXqf1bLnfQd6DX1zk5wNzy6amaOQh6xpbEOC6Z9LnO78zmvh9v5fg+Ol43s7Sdp2Zm
TpLZosRIHBYYJEdW6zTNnVp3oW896htkzSuLWrpuQH6gTTw/BshdZ8dY73qusg6js9V7hsZ3CFHP
eB88DYx+A4ABclAZxU8VeQX4a8/PV2U0JuRDYUk2bux4k6qP5jeY/k9NfN1sJzFJHbSqFOX0hcTb
KH6ptatUTrY2ur0YXf8u5KLUEKmJ1gospJFzR21rCqaz6y6wFIowBwP+G3MSL7kQLEsK9BYMBamG
djBAEZFhNGete7r04b+apzKK0aiZzs4R6RFoa+BV0EdHA2EzgkIhw+tILRjti03DEzcWK/FoMbM4
tTmL5CZPFBNFY4RYBtldfmhYBfqLGznzxeDU7A7SDwD4X9/LhVM73R+YAdZk6LbPS+5Sw+IKA4x4
UWBErJv4fLPf8QAwTvWprRGafXX0ZiECxvCmxxVigNBs5uPQXGBtVAXomTi60x2FTrOMDhhkeI1u
mp3mZ/vR4U8kpaCqKx/IjmxaTolr0tjTa2ftnb1UhDv9OeYM+W/mAdinJKydH+yN6fBn5iW3wZZK
t+GNto+O8tP1vV41OLtxmABleh5j/ZFJMZ9EbZc9NlsLpvrXwEl3xebXisXJTa/suKmeR5VRZIHW
JbAogAOnEk2cfh/7DyOq/Rxiz8nKyVx6Ep5t6ezYhK0QmIaHPZDeH7TD2DmEJjSn/F535B/5HaNv
ZuXe4RNjkL5GOF3JUla3eHaGeFjlZp1//YD6tlZ9+Jjp/2T7N7Q1Agu9cwoJnpWpnAW/BjsbalVg
4icISfMngcHSllsdeEFaA+hAMHKYdkeHxOss02+MXzaY3YXxXqBkRFiI96iPgj1NyB8tHm8zVDHb
eqv3B2IdG3ln2k+s5Z5Upa4FptO12avL8z79VGKDpMVC8juPnXJEhmLM8FPT2ovEk5J9oHzRyXil
97+v+96002euB2EeE+ptyLBlMDTOizA1gZ5MHZqp0+Y53hKj3tAkHYuVoHlxF0xWiDE1j3BzXsQv
cHwVJo+A1AC117iv8/qlJypU7bn58u/LsVRThcyeBjDNvOzcaU0A+RE0DeWQ/chQ0R1V5lw3cZHa
YC0TgzIa1wDsKHNIMG8kLUXdD62p4mPQjs0IKSy0BRijPHo1zG/sHIr+KJdgkFy15mRoGi+GZDQq
dI6i6tVQ2MEOq1fC1qjcpwzp3A3wTp9arYBUwdScUTCpe2lMrKxx+tSPJZcHD0ntCrJyBNeszCKr
bfR62Ke8Qc14awx/GvIQc5eRceW2XDMzC6d2YfFBUdLGgQJLs5Pr6KfU8fINnPy/FQBmVr7QmrVZ
MM3SxiaI3Q1S3T/m4JHo2az36Vov6vKc4gMhX0MKAKgKHsXnV4Rh1TYJh7hxUhZC9qkwmasP0Zq3
La7lxMr05ye5Z9QTjNilSQMSOdvNWnujTvIF0tSl8f/1FE3rQYphwrUhBTF7h+RpFoGbA5ZQmkSZ
2ZFaJ8h+NHANcg+qwZUb7/LMnlubPUdGvQ1BWA6P6KvmRgu6mpZFHdGiUxofMJWBmgI8TBkha1Wb
5Q39u8xZLoVJU0sjDMushmORKZCTJJSPeDdoK1HpIhOGngbgWQRPf+hWgpjv/MvpVtc2PMLR4nZA
zcbCGzKigyp5Ce4zYJ3czCaO0NYIdpc2FsiJSbbuKyrOnL+MdJYoFZy/6SFlA3a0I1N2LPsMiwF6
SNbKIi9z769V/jU3yxugC6Z2cgdzoN3xEuPOwoheLm8D7cEQL1HkZ62DnP/fPfV0ibOT1xXoXqQp
bLLmS7+XV8h8wdDOPNl6tNfeZZfjEl9LBLAPyFrFREQ+/5B9DzZb24DAIoleDBm9y00t7RLOaKwd
FBW3DgAhtmvhurm+zEsU2szw/OyLMjClAoa7gB/k6r/Y/pEXL6VUOxCdBB4O50OTdkMDUg+z2BAk
iLnRbrpM29QhhkgwRRIUsStzzTeBC7n+46ZFz68nwMv/tykz727KmnFNgneDOJiqwRM33+N+xcZF
zjWtX1EmoJiBkuO8T1JVlRlUA2yAnLOiA8H0VB2KjnZm2npDy+/w/Fxr7V22imZGZ4Gpy6xR7hmm
pQcrf4l7sbHC1i24oFEEPWrgRju03eLyo0CHOjb+aMl4qysvqYxxYatzuTG4ujYeqoBvrm/4shue
7MYscMkma3sknI2jgZyplt7Udtt1m3T4CWE5yoXHilsr23ft7rrdxQ8NzCdUuYCBQtvq3Ps5+M/D
GHPyIO3iW8NqtqoNAjterC3voi34te+APyC6Q2bJmMUtzLBlaH/iUHfV4ARdClBT5zWoaRsQLFB0
9VkPc7ezksdhDFdsL93kEzXf/zM9i2G6AJqeTDGsNbt9VJY7zVi7DJZ38a+JWQzhQk3aIsHHI00P
liMdIQRiTrryrZBxspRZyBAml9V4wFJKlEDcZIse2p9oCwjtodryLbedB/VoUyIonhfb4ek7rvJ3
kTNXKXjDRAooshMlGE4isZeatSeGbCVnXbxYT9Y4O6FWULdWPV2sdrQzRt/OnwiunuQArvdK3rbJ
4//fqubnriEaUMnY0lRxa3Frmgez/3XdxIoDzgsqcRwIUkzpsZQ/99r9ahK5+PfjOYleJsAZiKXn
Z1irdSSroBp1Un7fVMeSbK///sWcQwfqBOVXUOPNUx0z63IrrREjGjk5iMSkmhIfjeLZ1IttZaY3
XV9/Xrc4udLF9XNiceYDZWbKJVFh0RzQpHcG6aGUtkb+K2hWnG3x4J4Ymn19QWSWYKgQNLP2fQsq
Ub3FMOgaTnBxNXjvg5AYjeYL5E4iRinWtRIBSOB6y9J+B+GFnIbyuzyUTjPKK99rKQcGAGyCPaH5
BY78c3/Q2zwI8qyaFrWt9TcbsibEb9YUBRa9AgSQSH2hAqTMaSYlVJOYbWLrmJm6VQPAT1ri7q4d
hW1Rb6JS7n/DKf4anM9Ch00O2KiAwTLf2OpdBbGj/LdsPyvmyp24+L1ODM1ezUyyS9aX08rAJmM2
7gAut+RTVRwyruB+vjQk5o6Oui/QB+hSon4y87/MGhgbwgYpH6ehg/GHven0vjnQaBvRjiY741b4
d/H+4yFwidO+H+ub1k1vjE3pc4otd1B/XzkSl61oXNUnv0mf1X8LWVSVZtaQ5L1/lzy217bNTf6Y
voHY7ma8i9+i3eg9JjI1HsobBl1SJOcrmeFluXL6CdOYDUQSoa0315FIqgIUHaStnQF1wb226d3Q
heBQ5zQeRm8eNKpuwhUExWWNdmZTPT81QxqA+8CGzU82OmDVe5Mfhgf5vXQ/oIfjDg4U591wr99g
17fGisddTjfPjM/SI0G0mBDeYcH7CTeTe8HgJBvJEb54MDZ4xh7SO7CFre3z5F4X7neyz7PUiOF5
GxQJzKJP6JaeQcGGnUC2o/55KJ/1e5tKrnlrubKrbsqVIPU17nPN9ixKNUMp5EHDfmM2wx/pq3Xf
+59PJm1901X28oN8Txxto7sDTd6OrY8MfY0od/ExcOpms3Sq400lzAA/AeTfClys8Z5G2vuS83X0
uJ+9Fxtrr3mrI/qL+26BzgktVAx5zbNhYCCGmnXYd4uCLw9wKeAtaPeu+SD78iEkeBMPgEbFpZP5
AVpcK2nkUr6gnViff/U6xXiiDeuBqlO981QyfMOCDsIDDa0zSG/Ph5wKKY3gzj1mpNPYAdrYiVc7
GktbqANUBYAH5HkuGLcVnoo4kmGixvy/W24RpJtPeM7NT/5a0N9sx54HGu5aJ3211zZw6YI9tT3z
G71WtFEJYJskHbhTHMbdEKUDSDxev/EWSwTA4Sm4xMFoeiFBZHZVlZQQvXa0lo4/Ca0nie8fDP0q
4zGlRuVAQdbJP1AgEXTYrEalpezo1PzMUSCKFmVmP+3xQI2f/XtyG4PfFHQxmBKktpP80PDQyO5/
rax66a1oYQ4X0jcaUPPz+ZC46eKgFBq2V3m1Umonv03r0CXPifoaG26Y7Dt9ZaMX77xTk7OE04o0
EWIeuHaqiCaP3RYDefdgY7wpdslWGNSElvOdkeACAiE0upKxh+nu8AW9m+tLX3BqA29jjMegRov3
6izzCKo6C/sSTfXefMlzh2T3hb5BTRE6bCDWv7fXMtOFD4zK9jRPDtAXdNFm9lR1sLmplJUDlGC3
6QkAbnoQd3gIQW3m+tIWgg4E2KbxcRTaDGMOlEqjIup0GdTqaLr7djH8AHvOSja1uJoTE7OPyKMO
qTYIckHpVtImH91G3HfD5vo6Fs4+NEWmltokFo0JzvM0wSzbWIsKGBk1lEJZ4rVYDjS1go/rdpZK
r5MaD2ak8GZQUHo6N8SUTKultqmgur3vkR6C77fTQYxGmQRKl52d3hbh8brNpW9kgzBe14BEACBh
tjamxUWcdG3l1Hbm86DYpVa14gZLdS4s668N9XxZoxGaPE1gIymAsgEZpFY5OS9oo/lV444DZaMb
Nn7IVsaPl5xj0p6HkwO7Qi6uJMKLiNjAimjDXRD8jvpj3v65vn2LrgHefUi04FABHHW+NLnPBz50
XQVuq+eSYGRRA9dpjBv29bqd5aX8tTMLyyGP0A5tYAd6E4l2p7d3yhr74+W0Cb6RDWwjKsCY6IFm
+PlaJCtK+0CevC/LH8c4mAZd89dq1FrAyHW2Hdg4Yl674IdcCXcV0T4IxmhdPrLs6fpq9cVtxUAq
SCEIZiTm26roULxXkr5yurRnKa2JVb+KPGQPVtoXPwed9yro0goro9CkS9yu5vZdmIQY+2ulpHQQ
0PgWf3m+4ZAsAIIGecmht2th0YqYLKcR+JgZwXRgJBX9Jsqb8lCErHkxTNmsaCoKDG3JzIgeSsHq
x1Ayk6NNxsZrBhXNzn6wXiOCCSAXDCDtYxQkCry4or3aQw+hUeP7vJ3qVkEx2FQtu8iHXEn+R4QS
Xk62rcoeA5j+QeElns+l0qp7tW3tNdq1L5z5LNsmGBLWMZQBQTkwpJ9/TyE142BXQ+VwUwJd+Av2
2YP2hT+ScVvbCtUGEOfE0Scz/shlcwQzEA3V+A23hpsZgKUAesqr/xKVUb0WmEBW0FLr/pVeAoLj
U09NRY14GiOb+VwKFIlcGvjQahPdCEBU8rzf99bbdX9auGPPrEzudtpyHW3eGjKskLoQd+BtqUIa
2gC9UtmMxp3M6+QpgVwUswCXgZrYw3Xzi4cXmirgzwCC7iKlwzRCzmQbhxfokEOqAAQt8UPA2Dfu
QnxqTItN+uqYKTpfpdGzzCzisXLC1rov5M7FrHWIWZRVso6FZI1gKAvFCxl4BrzVzw2NpSI6K5uC
HhlMj7QpWlSDCT4FIH+OFUPmOLJcddRUEdS0a+6pLWfP1/d0IUJMknLTtYKLC7o157+h7IYYYl9T
sELS1LV/KpAM6IbXr5GIrtmZ3V1VzrNCA1LZUdTUJ2Z5kI3gNU7tvYAs9srbfKEIhcXg4rehvzMl
4edrCoO+SOPJTascNUPtGEMKG0KnnYC80uD/+/6d2pqtSw9CPEgH2JLInlQbI2xuZXZIrTWqs6X9
U9BkQlaPmiGQSedrijuol4+QV4E0nwoSNxX5syHVyh9itpi+MQ3+cn1dC/kMlNnQYUQcRbSeMw3w
PolGDNPhqGcYRtPEUybWqmULx/nMxLTkk2jSNXpJBoK4Ksocg6aKT5TBbbr6G6ERE/OYfUTqgpnW
2c6xyFbyYTrOevVZZdzpg2Ms/b6+W8p0VC/uiBMjMzfIWGjUALlWTml9NV/khPbJO5d3ivKipRvD
7gHgcERz15INUPrXrS+Uk7GRePjIoC9SMUJ2vpEj+H44gHDIq82aWvoWyp0gnL5LUBEN3bpbU2Zb
ugUUJNeAyE2wmDnnTdaBrGOoJpcvxC6I9Y3S9/8BWHGTs+6g6xyMJfrO0MTr9VUueeRE1IQ5TED/
EC7PV1kETErMGquMe5DsqPkdxm3/PfJP02b/MzHLDtMuzjRzchVDjh47OXuKwwnlujboueT4+Fpg
HUMFSzfmEosoYCUQMuCIhRVxIa3lq8W4I9ngXt8wa8kv8AxCNjBJ6GGe+3zHSgtlWVXPK6cNlTKn
KcEHoxWYclw5SyrD70LD9O2u7I9g9OzuijRN3FQtA/xHEn4kjeSoGaglh7VK474pLdr0Ve7KRiUN
ThXGYI2EdtuthCqol45qsZm4DwoayHJ/CDpr3OtAJr/1oxpjfJwE5VsTkMyzQwW8oZhNiA6irsZH
ooviuY7JuO8AeHPBNgd8FWbP87d8bPB/akURgxLQ1DKDMhQ4fmpQbuy8XM3zrcQV4rI+DB5soZa4
KlVL+Knec8co9G6jlT2BnhZmctBWCR9A/xz5slIGkIoKdkkuqTtLMkB1P2o+L6zBH0VBAFUjwz1R
5RHDH5J+MEq8uGiYtnnmaTyRH7Xe5GDp7HVtO4z1+DpUppJRYcXFgzaiR07TPmwCCnH41LONsHvu
017ZtGWWfEgsUpyhjUzgjqQA4KfrH3zp3QtMFXIKxDmMq84foSqByk5q4XEoW7p1iIKyuGtF1ewg
BK2/At4WxLTibe8WUm/fgcY15rSPh27lFC1dVWBZRC0GmQXIqmaxECSCscwl/Iomlmk+dI4ujprt
DfVKOrh0zZ/ambk3NlAb+gwVGLtiENz1c5KAisgtxbHr7JWtXVvTLDJAEzftmgTpi5xFtAWBUQi8
c+aV9UoHadEOZOGgvWviMTgP5S0jjabWWJPWhG7O3cq4LXSbWsr2uqssBdNTT5l9oxR9tUIY+EZI
vw59Yj0lvN1cN7F0TUwzNagqgScbFFPn0UfgFVfrqMIC5ac4YwvitxyjLiFIpKQ0/8wxyhPE9q4w
11q4S24BThJUy+B6mF+c/vwkrSBESJ02bSFXDmrk5BKjKkqOcbpFe+4bbnFqa1Y2y9q4z6wO21iA
AZ1C9jXzJVN+btKyegJcXfvOyTpJ1mcez7JyqFMLBTSDBJ8mHr+UAf5VV6lNRW49Xf9+y67492Uw
c/kBjCklyKamzBaykoxWZuIV6nMQrm3i5QfD0POEvUAbd+rpzNKXKoL4J3R7M0dJURoXzxoALMx4
knQNhcIVrtHLRQHlgTWpKAyiSj53jijIOjKkOvIjG3QCfyTFzcaHtn/9160D14gy0WCAb1bHMMG5
Cw6GAA1GbkxEDv1jrH1CNO624LZbmmvw8YXEcxJwmpgpprrqxRuy1JmZcQumwP7j9u2+01Bt2hJc
jfqNYjj96JmgTYjFR2zd4Nr993WiMIinowEOMFw45+skLXrQRYecWsaNGFoby95hyh7FoDXdhstw
hXcIEBlA/es6zvbMRWwtSgsywBCozZ0hbu96pj9eX8uyCaRKIBbEi3zOA6rmchXqBudOObAdEhl0
K7ri53UbS943aZqAig7V6QvgMwvbyNYD6JuPxqcNYgvroyqh2yFWzFzml/L0SWR4Hjwd3Hfnn4W1
cSKAecVu6Td5SW4z3XKhf7vy8deszGIfmImEpkSwAsTBZoyqQ2zovzKerdzyi3uGyXrsG6hrwNJ0
vpgmMmKSdzDDzPeIf/ZpQMvaXRXUXSiuY9P+ZwdDOed2CrPJjVjATsprVyo3Y/+flu/HEMU8M6EG
ucsxZV066b9jgc7tzlxbLQmy2WCyqzceBPsc3hFcVrbX9egwa09IpZx/9kIiIwCaGAuehIpnp5b3
QdT0TYIcmegO61HFBQIp0F6DfuXlvfDpzgzNbhATEkGKNsBQraXZEY1CdQc2wfxmqIr/EitcG0a+
fO7IaFBAt56goIZR0Nm6WgnqvYqGIFEXyatcopbA2pZCjY4iH73VQC4Q6Oo39hJvYTA+AIhkX/BL
JpYi2VHcckCPTUd0QGCHLuEDDcp/7sFgphb13S8OWNxcs8VFnahK20LoAFvP3s54SE0FrECatfa6
X/pop+QPM0NkkItOJFjRACaLSH3uyKOWelG1hvtdurnOWCZml2QfhADhZTAUjNxNktHRhF9bnjk4
hblXUD8pQqeU3Braku14E2krzrkQvogKbT98Okz6GfMqBif5xA0KkgsCtSFFSjx10D1FzVeyqIXk
5tTMXNco0FsllVKYYSHwWMF/QiuPupy7japs82LNSxatTTfkRHUKnq9ZsIz6speEPWJR+F5ykd/I
+mcU/WZd7YYYz7weRxZuTNTHUYYHgRRmr78+8EmirUi1DD5eLE2L+IOUaQer/HHdwuI3OrEwCyCl
PFQsI7BgxZ3DAZ0YleZJT1L/upnFhRgGhgo1Ao/QZ7vWRHzIOlkgcNjsUbb6oxatPOuWnR0DT6C5
xwApmZf68wj/OssNOHsfPAUTc3H+bIFlQC+ofeSo7HePln5r/ZbxruRZs7m+wKUzjU4k6p9T7oHK
+PndxvW6DIxh4E5s38cmXkbiZ9R6gTyuRMOlCKyBU2hapq1iVOHcTmVkQlEjkP7GmnULBQu3z00a
DIDFkXTToVUWZWt3zAL8DxgpTEijLQSRGNQczm2mo+BcTFVHTIu+6azfmVHW/mel2k3RGLe8rU1n
1MNns7KeItELaiShsqt0Ie+DrNwZeqX5RVOCKUjRXq7v+mT5vCaMJhXCyzQcBVKnefmtKgxFRAM6
YZVAk7B2UJxlpV9kvwOMpQzkuQ1X/HjpM0/PbaBx8CTAVzjfCsyMG5FZMe6AYYQG7adloaw1YuZg
5TMvLuzEzizzs0srlOxcAmFK99L0Dx3fyUaPXue2ILdK4RfiG3cfgA+oJk2nB4Xn83VFcF4pECFS
cztGMQlsFoCL1ZWysqylaHNqZtrek3imN01cKza2zyQPwsppA60Smzxfd4qlI4KKAT7T5K/AVJwb
saM6Azo34o7S3wXhbVbp1La2wPU03AuH72zcibHZhwrlKq+zNEbU0WValjdqtKnTYmXbLsnpwc8A
xBWeZROTkz4vZ4M/DQw6GmJbWdbUCDUqTFAkoPJDRR/v1DzwDaED1I4KiREnjgJyVYPfJpD+6qCk
05WClsYfo1yTd1zyUqSTGEMHBghTuzOvQZgPRBziQccbywUpP074n6SoN7nywkfMk9wWmXv92y45
EMqeOiil0GnCuT//toUlNeBwTPFtyyzelnKqA2MS9re5lprfMYV9R/ZOZHS3ZlFPhx8FnGBxeTXe
kgH0iL38bFrieH1FC2hyDBfCCsRFQDh+OR8DirAMoHa8WLmxsZLwpWui27r7PQS/NCF2dtigM97K
DrgAj0rUe4ZaFa6kyrQz2rURrqXk5vTozNac1KyGggOOzgBqPAvTs5DaC/NDE72o3Xci6d+DM8fx
dwDYiZTBFFM+CnvbJ4+V+lwWu+u7uxivT6zMrmWTiKSvDVgh9o4Ub0NxD12QTqxc/kvnYJo0mfBw
MqhLZ16pM7S1ogyvMKYxl7S/ZRRFYc2qofUsRT5awI49rCWiS0eBoPxAAH9CGWx+FKI4V7PKQuRB
Fu8RwHNi1Oht6/H6Bn7Nrcyv2FMzU2Z3ErIbpYxbicCMhGblS5sYHcBWddTEXmdYw1GHWF3gYwqd
GxTohzZzC4V0PxCrBEAdCoOunN2lkoOUQMmfbFVqXvtWiSa+UUClIEoA1I8/hCAjJVVufWbDSJ46
s0oLVAIU+xgHMXnsTczHd1lQf5T4W0D8Bwzde1ra/aYJgXH0maR3DVieILNNwwZEU4+VQKXLxaGt
eyeOy9x2VE1OfBH2GvcEwDu1b9WpScU4am5dWcVDEZRjBhB/CrRyWzSWY/VG4ZcgmstYAyXIWs85
Br3DtiAgPxLlHakaZaSm2fNfUmtF74OcgKwnssBxTCGfjldVr4NJh9clax09LlRzn3SW5qoWk4+i
7Pr4ttUH80EJM9J70GYW6LD0anqfqFHrgvubmTTUoRmmpyAHhRqlHLyGBemt2zADWSAwZZp1j5Zw
tQtZZfl93CE7GPQiljc6J43pkCG2XkRcQgC1bbt0o1RN7me6XXA/Jk0Nmq9IFzcgLu5/BHIYt47o
pcILDbVIVyLp0iE8daHZNVGNYqy6GMcjA11VHdy1wZOFoo+dPF/31YXmHPphIBgnk0wEWMZmhupY
1kNlKjAO/T3Pt6HlxbI/lC82FCmL+Cawdpq0vW5z8RSemJxlND0GFSwuoSJSgae9UEvAYMPikRXj
x3U7i3sItg9wzYEmA2f+/BiSuhw7nsIO+sNbAZmFvIxfYs18Klqx8rmWt/Gvra8/Pzny/cBFpEyl
4NHcKvanPDw2euQM9g+98MbRq5PHuFqTk1h4ZEzYOrB/gG4GmYQ9i9QgNGUVGMRRpCO3rHzIxW3V
/2ThjwHAFcMfcGCjZ5xzCgVCjF7S/P9I+5LtunEl21+5K+e8xQbsalXWgM3p1Bx1VjfhsmSZAHsS
JEjw69+m362b51B84nPWIAdO2QoCCAQCgR176wFLn9vs7etp/hzJz79CP59mKEY5UUvxFSJFF0F0
38g0KNTBj6YOryfKfLb2HPnZgWBxwp1PN3yU32fjLkxoEDLaFn6K9v6qVjaEOfs+WjOzUHyFHWRq
oLuyQLs0Zw6KemFV2VjiJOyte+KKWyZos2upe7AMVnq5nvY+NXDJa1mzZ2Vdhw4gdSuu9Tm/0ED9
h7YioCih4zInshqd1K3YVIllnF8hl6XbKHe6oJVK67mjRDXWpPrvR4Vp5BYmV0PmjA84X9NIA3W5
lsJoXgML+5FS6RkNVlJ5UfLvQl5DZlKOa+82i8t6YpScG1XzKIsbAkcazHGXaNZzS7tNid77r/11
Ya9icNMTBGiNoUk2r3qoEA+JSsJRDwA9W55fN+5DjmwjRzcG0Fhhzq/yaI1D/HMsmmxOwBpMKc7e
mcvmgGu4XQOX5flHw1M/gbRAhJawNcjX4hye2Jltxgj8OxJvsYit/FBmb20eav1KejMtw3l2cz6U
mW80iduBkxJDaZvbUS29Qa6JeKxN1swRHJ3bJi0wiBQk6zgp9ilzbu3swoEehve1MywGr5P5mubz
JG7nlZPgiQWDKZyjYv9QuOWNw97A1SXSLnst8nirr5hcGh121ETaDxwj+KjOTbpG3Q29gwqz3pKA
5kfJrguAyI01yfclVzixM1cb6ik3pEphh2rFhaUVYYu27jGLg69ncM3M3LOHTJBOhZkOkt8uZEJo
3gRVvio2t2gHDDZgoQfRFNKH82nr675igFkXfsX6MUgGUT9UQqJzhitqH9Qizoy92TkamCyahIXQ
TkEJzamVa+DFRGiAl+bV6XNxoXMwPHt9A+7P358IUA2ib95AmMbRdP6BlXArl6mg6Y0tNCU0ecb9
uO6jsKu0j9+3hKD876mYbXLbaAhuDZgKJxL3ZaT94DYJ7HLllr20NU6tzPa5VvCxkhEW1u6f3Lby
tBJ6dvUtwA9UHZGJPuMV/2+My0H9CYWRKZeaWYwrllZUR8WbMSfaJLVqHkqweuKpMzNXFmspiE0t
eejQx7mK3Pd8sVqetQCxw1TXGSD/KW9YYflfj2bxnMHjGG5WyK7RgD8bDo3SBFQQePaoh86Lpz6l
na7uWrEx2lBzb3SLem3321gcNOlqBtjLUf1CRjizqSiuKqsBtW70CwCfBQaRUe5zQkKraFdW63PN
EKZQtQeiDq/6AH+fT6GdunUzMr3AA2PujUowitjTrJdGvyr6Q9F8+3o2l6LmqbVZ0dDO+3bMc1ij
qCI7xdZQW5RZuFeylRlcaJSa+pzxH1iwgemdN9YoY5PxYhqXNNXAMduN4eYBA79zyxU/sbWgl0+Q
1vNlPVxFmb2JErniOUtjxQegqgySzMl7zmc2zwFJG6D7AGk4vony986hQQ4uc9VlK2u4tMcnOlH0
YrlTw4V5bkkBCM5yFTB+u4khQF4y9o0X9ZqN1hlOwF5mSX40WdyD6QavlbgdImX8G5+ABjskRnis
nnz3/BNAtu8UoBmdEC5H4fSbiZq5vTGdSyPZ9wPzbLtZ2ftLjovXICjPo6N9eqQ5t+hY8aDxjJX+
4HwfNSS1Nzn41blGPXsIYv77fR+IoiquKZNP4TVvtpp6XVYQ6UAzgd459UUtiXOAsgbwagPBOWWg
KLJtW4evwm6nA3Gep6E/FwoUgKNCvWZ2YJpMYKCpjWJsEXmG0UMz4b52vaF4NeWRpWhEPlrWdqzb
zdc7dZq+z3ZRXLMcxJ9PekGaY3ckBrGV3yrfFaJfFCiWFPHa0+VSAEf+jpIF4OoG+qHOF9ECu7Zu
glPYt3XqNXJbljdDcmvlKLFtqbVT+aWub0ZG/B6plfaSq7+d9hAXJQW8o6G3TTOM2RkcVVESR1kN
wgc8PIFXZnTCBi95HhXmCo/JwjUUplDmnvAPuLPMS6W51isMZz7389a6YvEPN+sOutptVZqGSfrT
NhNfAejS1rt9qa4BgT7PM4zjjARXFPTpzU8vQ1oC16lhvJLJhiXmXSrGlbX87DDnJmahXU+GRC1H
0NN0VrqxI22nZhAbomsMygvn8bmd2UY0CqxS1sFOkl0a9FtPqTdYt1wP0hotKYmfqc/Qrl8JNp9j
+WQUjNmAdVrwmNkuLGo3dzkHH5DVMeiwRpsi6bZ2CVFih66cXGumZi7ZmZaUMYEp6ljhMEgvkeiZ
EO4RZfgV+NvnEDqNykaiAaJoxNJZCE2zwRWxiamEDGKePLbFBlQ34B3/1uRv5t9g5zi3Ng385JLW
xCknWYKBRdqV5TSoS+5dCloHc+Vh8nOp5dzOLKMBLki1M4lRyRjilIjQrPrpqvww0CehrL3rLq/W
X1M48/qSlrWelRNRVBsyFPBS+62FDB1fc/vPR/z5oGZerxesncrj3BeSuUEdR6kHquXb1u6fY72/
7mTP/FiS8SKzErLGq7JoHCe7jbdHgjLlzLjQ8Yag5TBuokCvAHkxvCtQE0S3Qsnvs+pnvEZK8asD
8Pz0wXD/sjgPlqOpAfnb9RxcJkh6D3pInNC8q0LIt97VlUcRobfqhblyGiyUYs/NTmH0xEXjHvA/
p5rMPpZhRgNoZoXkqn8kH/m22Elki53f/EzwEr2yExeDJ0ILwgtQY58KS3hYYyCHg2FHv3K1FhC/
QNrN2vCm0PFpVk+szEKLgv5tQ+OwkqCZFClhLP3c9nuQIqu47MdlGMttnbgeoqgrHr7OJxY3yont
2UlfoJWBVQpsxy25kBmMqOjnVxiUIq3d16YWA8CJqdkq5lmhJlUMU4XSb5V83OoS8tC545dWhhZG
89vX5tbWbhZFhyqquqyAOc19qbTbEpCkfm0Hrs3eLHaaGVpZqZxmD0Q4rLrN211sH5w1xP/iUFBL
RdqHTNeaM0ryFp1BTqoidBYXmRI01TslK00Sy+c3KCwgmQmSfTInPK/x4Jc7OlIRs31Cm9ih76sm
6MeXUeFXpquHYqyeC+0hLdYqIYun3YnhWahmvMDvnE47Zmy4W/vliECCZro+gpBbUoWJZa7AQBcd
8cTiLG7mpsMkeutxOKiVCeYJe5M4L0MkbrUa3LBEXZnaya8/be+/zM35TGmhUpAl4SxKWsWvuhgl
/nHttWrNxjwRaprMzRMMiWDVkM5GnipBG//1jlr09pOBzOKUzFqTdBxGuq4KmFBNMKI54WhryBlQ
vvra2AJ8EkEf/Bs29Arh+vMsqOa1JnWJaauTXTmCaOQmiV4ifknih9YggBg+6ea+S24quuf0ZcX4
5+vdufHZxu77tixYB+MkA4/7BdGvYuvJTHaoa2bZPa0vNdNzxMpps3ieoz4H/mbcZUHUdn7MjXUF
gAaDUVTlnwYKJe+EBb2uh5WJGzSK55WdoBlR2fydwZ7YnQ124NQZrClZGtnlKFkKEAGwhI4Mh/LR
Rl+5Jh8L2vml82imaze95fvXifFZWtjxzLDHKYVv8cCpkKuyuLbNd5kkAbMPnb2toyBudtEajGTR
l0/MzqIOtLFiaEnArKKHPHFu687yzKjeaPbj17O7GLtPDM2CDQqx6MadKEupTfcSNyBHKTYkdf/O
3vzLzK/wfpIiJa2ZDJU5mRlcdMv0wxM1RmBaak/r1iS819bs189PjNGUxFVaw1ii/9SqcDD8KN5H
MU5zxZ2Eg9VuA1ZggT3y9VwuJ4JA/aJ/fkJVk1mYK3NgX+wYGS+YKD200PjpAJ0RSKU7Ro431BKa
o2DEEs2eqBD7wkQro32fDSn64B+l8VHla3zw/4+p+OuLZjGxanIF9EUghxTVLeAdvTiCrL2o6cHE
w51tbBUUv6w2dOOVZOqX4s2nU+VkKmaJGzCd6Fyb+FfH+qWJjW1r6d4wWEdLEr/M7bBCD6yW3La5
PAhn8NVE3Zs03xvqvZHRg2tGD7X11jsvBdd9tdPhJvQAQnloTOl025baB8+aMI5Try41QPs4lCzw
duT39VrP6eJpfDKQWVqIHsPUlCYGkokbyOHEyXutax5R0eMv91/7z3KA/WuxZgG2ifCMFE0Xplq/
aPV7Hg1btbrV2iPBnUKxPd1++Nrg8ub/y+AsssaNmlmkh3dUJPKw6Xdc1XxQRIZfm1n1wnkQLQie
csS0L/DOboe148cl4O2q3zf7NPXzrgvE6PXaGs5w4ZAGwFAFCSNwqSBxm6uBVC6eenQVCXDFLnnE
thE5WPB4XF+65C1FLQasXqK4HPKg6QSK3yvBdeFCCvvougUfNDBIKMSeH5mKhbZvY7oZxjUAGxxF
mU2qXhCmB1E9UXFJ3y5vGtVvgNAd+Z2pGEFGj6osNl+vwGcnPv+O2XECFGHT0RrfQdux2qAiANrj
gaoBKZpjVCaQpNDBNfG1zc/OBZsTCbY9PYyiD/h87P2op3FqGkjH3OuM7OL6IS1Xosz02edBBiYm
FjTQsGOJ5w95YgQ4fpAWakNW5UsRb1WzDNEBjPdKqgdudMkpNOh+f1ho44c4MHgE0NA626TKxEDT
EwxrkNdoaPVyuYl/X1UOJ8iJjdm+HCw31uOY/CLMdhS4TZL9L0cxc0wm6ywapsXJqS9QWJbXdfb8
9URNHzlfnNNBzHyuQ2XAVRSYsAugKzovi0Irvmz5bxc+z+dqlsD0WA9t2mb+UF8Zw4+yf4ryW8dY
qcN/vsBMVtBbhioL6LvmuI1cWn2MJn04s957bbxJ24+/M1v/NjAHbERQDAMiFgYqed80kJ1+pNG9
LtYehj4fMRiHPtEAgOzH+fzKbjMLWDbMViRio/TwlozAO1aR+cNCy+hTbCrpj5FU7cMYJdT0eJZG
K7eIBaZwfALIoaZXMYK285nrjQkIOuQYQ9NrU17X22gfv5qxB7WGfB9mj6aPZpfri/GHcW8H/bPj
oZLtN5eDsrIBFtoIps9AJx8qkzgf5jhCozZGC6CDFleoQD8MAXu1XroNsNpefon+ziJ0H5Q1bNOi
F53YnGVjjiIIrV0KZT12aYkHfa31dynkno5pFnKbVkm0JMLvp8A1VDvL/eYmwdd+umZiGuJJbp2D
HFMh6LHwLedaMfcxkMJkDXu5GDmAmph6iqeCz2xLC4eNqpXAxsSkExffcb0cysTjzsoJtWRHn6SP
HXB/TpvifCxq2g3wcqjLdRCp2jpjKu6zyAG/Vud0+tuQ0nJNz27pHEapFqJJQIYYuCGcW0Q5ITXa
BppgLhRDtO5nbKleUsLrbQE2x+Hp67VacjeC5jS8PalTO/hsHvGIA97tDjGFDOU2dyzcetagjYsD
0nEETzQFOIhnJiC/lRi5hRNY04egsEIJWu1GA8PhO2nvvx7Nr2WfHyhgMZ4Y4oFu+bxcvEqyjEPj
kO7dXfsMln80c3rDc3+dAm/s6e/AAW/Ga8v7VlxZR3kjjy+NL3fuzvYMr/XL8OvvWZrd08+Zbea6
B7yHVpPkIhZxiEqUtB6/trBA8wr8+smIZ/uZlbmhRy1MGBvzOroqt+oNJAV29nV+6F6UQByqK8tD
GytGmV8C47emZb20QU7tz9y11XmNNxzYJ6DgzLJLh11HpRKUuGh9PdIlQ2D/h7NiWwC1MHOjIkHz
a0ngqTqkg7t6n6set1MvJ/uv7SxGLzD6qJDtQR15Tlk52HUu+WijikxfHVAjOFHmSev2ayNLewKP
5f82MnMMi9pK3U5GCIIKuxn7+0w84iaCtpI1xvclHzw1NXOQMo60bIReFMCAl5abhUWXr6zMNPPz
TXdqYeYCkT5YlSJgoSfPOdsN7IhcUau+cWtHkueyX4EDLGX0CMgTyBNpFjTszgNkO/CmTEwXt+3y
oTBST9ENr6E/aPVO7FdWrLjD4vSdWJsPLnKzHjUhvM/LXZ29KWuywIuTBzgegiMeR9ADfT6a1Ejj
PhYI96Z4auNLQ71OK9Rb3BebPAM4Vv8+y855ajW5/8nhXAhV5s6UWiWChDUK3wiZYW6s3SYXd9FJ
Bjft5hMzjZ27UG6CmczcExd0iAYyxbV71tLanB7Os1001kasxDkUe4v+SVQH1f329S5dCjmnv3/m
aWOqVbnQ8fs1vqvEzx64YFdCj3Pt6WMpGui4/sMW+imAOj2fLDlRD1oqfEAdAq1Ha6q+E+re6Tku
RLuvh7S0LqemZu6s0CIjEfrX/MpAeXNMA4M+1Q4L/ndWZk6mCKsF5yWsOOoh1wD7Tp8sZS1RWh4K
+kMtDWyhAD+dz9rY6a7VutNQ9B9R7UPw0m9B1/f1SBZdYOp6/5eR2Q21iYGsisEN77M280aDBZYO
YEmqebR7+BuWbMCN0boEJvC5OKpeodqdaMg0bZAkk+iYDLtIDQHi/trMwisprnS41xm43020dTNn
G1LJdIb3Cl/YxK9N+zEhNhibxgZk+twbUWWSubnF0+XG4srz18aXNuyp7Zn3ObI1yj7CK7COXvbO
bG5GV1u5hS/FU+DrwSQG8gocEtPPTwJPTEdawF8mjE6MkNMVIiA81oOkcwGDK0173zZRGuhO81SQ
vlt5KF3ySdwW4TCg8SWf+I6ErUf2yHBagPrFc+LS7yvnMnLalQvyklcaqDCQiScNOKvZILtMcQlO
XRxKUahnGd4LQM0T+5Vbb75esMXx/GVozgNUy7Kn1ZS7GyoHnbvWRO09KNF7FUWOHDvia2vLvnli
bnbbQokewpwlMgmLDV7KVA+E6DtnwCGf2WjGRs9569LAHo5dNa7lSUtpBQqRE5MeSBZQlDx3HKPQ
0NXG0OIVoQ5L3Luqohujqy9pqgdE+9FGa/0gS1H/9KI3M2i73UDaYor6JlDVaktj8EeyYqfX+k0i
8Hpar+y+BeT6dFeY+LbxHD3dkM6HmGTAH/JetD4i0DPYt/1UFoE1kAOzom2WI13rWhAPMzWssw9g
QgK17NbwjotrPDFh21OVbGrWOf+ILNLGmqDZ3U/S7gBOmX2OVmw0v246XXpDFntC3iQ0DzT642vv
WvLlU8OzUI7H+BolHhgewKvasV0Brcd22H9tZGln2nCiqYcP+ghz+g61cpvUspAyKPZ2jLZqsnWs
N3NcW8nJN+YpN1AFUGwBfRval2crmXbgDurUKTOJbyyQkJVSBWFOthMa34u03TFT3lvVC4Tj/RHU
MFqtHfSCrsAhF8fq4mAExBN9xvOCp6LougLEbAuC+MwHpDQpYy9vQvTkfT2nSzsT4kT/Y2de9xwK
lTtA2MBjiuTOYElYa9XrGKmBQKtHVf+QbA2ut3SIONgEKlHR4YHOh3MfJWOeCW2AHmjEjGTS/853
TYl7YDJEN4ZRXg29oL5eKpEPosJyZVqX4gJQ3JAKxLsQANWzuAByaJ40EirxhvmW9Dci/xh7f+Ab
sED9/ryiuxWdOZBmwCV9NkqmDUqc6ri6W85TxfdJ8sLZe1q9dOp7dPe1qYXnPQDhCdSYTCBaJ+3x
8xlN+qKTCHOYUZSUO7GReNPqNxo9aubG0TaOTpHGPelrV9PFEu6p3VnGMaSpoaiCI+SRzY/Bv1V2
vNk4r3fKo9OEjIfN40qUWVw98PLBYdFXgQe984FaY4bXGL1D6puNvmNegsLI0L6ryTe61r+5tP3A
CvxvS7N4lpl96bDJEvI8z9W9Sv3epyDrW0moFh9IT+3M3CQebGNAZy1uWS2QstpOeJlXHIzbFhX5
oL6pI998+NpbVkb26wg5yeFAgPSvOWSoiLTRsQGpPuRn3TWhqQUOKHglrlzgwpzaCucF/pHbpQDL
MYpXW8vXdtrDpvSJ4TlH7TW+H/1kW9+A2K731pgnlo6iU7v6uZO0WaS0oJ+CV/K3WOxFfBW7m6/n
cEHg8Hxssx0n1MwoUwU2xCbTPf2xPkTBsHf2PIjuywetD8CA6EPTN4i/Z/4FQPP+37nWno5ytvey
xFYMJcPsjrp+k44qSORG3wKgY3RuRN3sfw34P96H/4w/ypv/e/rx//4v/Pm9rGTDYkCOzv/438fq
o/jHTfb9/YP/1/QP//0XZ39v+1Fef88//6Wzf4Nf/i/jwff2+9kfwqKFhsRt99HIuw/eZe2v34/P
nP7m/+8P//Hx67c8yOrjzz/eyw7as/htMSuLP/71o/2PP//4dYf4j9Pf/68fTgP484/X7/kb+/7p
H3x85+2ffxjGP/FwgZcr4uAMQ9MiVqD/mH6i6//8dc/E/wfnpoN05Y9/FCVQXH/+oTj/1G30S+Hn
0/MDev4QWDgSvelnmvNPtBX/kuzSUB61TOuP//m0sxX6a8X+gXriTcmKlv/5h2bOqJAg94yrNSgO
Ieo69dqhrDfbCZVUOoWgbb9Jo9ZFu3tesIOr59Cj0DkDPZBGHXMEDqix4p8gzxue6jbKXeKBTiXu
lYD1dv9jMBLZbhOniOuDm0PHQ/NbwZwPs+gIs9BqHef0OqN5CsVWyy5LUFZEDs+CNHaH/Zgklvaq
u0Oa3eQmUBAbLdEU8D0wqd6OUWrEe1cpgOyLIlwtr2KmGE1A6nTswrzrn0lVFJDgUDoJteY4y+vR
k3maQ2lET7RGeEU7GFYQV67aXOjIsQnInHo+5F4eS6W+jXKAh2NwjytKHqq1FTthV5adtbOpXaRb
a1TBAWXU8Ws5ovBQIgm7Yq2gD6OiiQtqqvx+aBzEr4oNzzUQVQfpFg4+jHf3DfqzNywqX0gFCnVQ
1v7IbEil6FLrL3pMrtdK0gadAv5TW8UU4x123EPqJNuxugeMH+9pV6raHRVGCqxGB02VHEKlmkt5
mNKB7ArRdxecp0XAVONFtkz4UaU6F0XO7Rs9V6MwIepbYWVdEKl1tysG2wwlNZ5cexQXhmmJAyVq
8ZMOZnuA6oexTRuh4hbbG0HNQX1XEhxrtLbbZzOH7EjVShNPYVFfg9CatJWBB7G+JO2xzawU/bhJ
W4FcCo1TiZF+Q01aAEljQ7Sm85pKLZtbhY+j+9IDh84v3JTjn3hFkeh4WW462x1cD4NH5zx4Fww0
YflGE4tjgt4CT0niC/B26P2uSfM6uzaRvRS1GoEbzOqqKCysFFqFZZcSMG6bKZBo4NkbPb2odeub
XuHhiQ/tA+4FoE1NVJDgOI3iDxCrQUdpM4ZJDs7iqKnDwhW4eyYx5Lk8UhABGdhGOO4dY3pmbSzF
7a54oohgiPT+diRFYQPR4tTGPaWN7nid2YkX0UQO2RlVy6LDmFAjueJxXbIDFjy1L7XMfqMqVcle
MaIuPZgVqFu93mheeQaXKa3CtDexHPp4m8WOjqfufKx2mVPc6mNTo8xetR+j2Zr7FBJmjynBLTyp
pHZTmJAp7WSxA+lpVfluoeUXuaOAI0xtbB6YpVHUQQZe0U0XK3i1GY2h4O8crZPMM1LK0Vw3RFsN
cjTgOIQGT+31mWzSQA6p5e6dSFb6jUUrp/WYpotpH4yXRMR3hl5d190IRq+k/TB4pfsC/ZieXtbG
k4JfVz5zZ6zLi4qniR0ompoeFCmj4i2uE9p4XUaqPrAlAdPhkBZmfZHZFm+A282UwYtas0/eRZam
LvCF9rVSlkoKWlRhgnOr60AOQApBa98yyatMTMqCUtrvrNT3qeDVJQKUZnv5yLGm1Kkt16/imvE9
upzNJzLkB4JxFhuwVqtvQhaG1Xm9aJiCfQmQCmJBZXvNaGdO4ODkiMGujtLxJs4HBlyc0Ps8VEZD
8ANzWZ3AJzhkVPuCNm8iExEDNTouuKEQUQKYkzKm0DRGW1QZ4MSI3J1SC5qETYM7sKg64sXoZL1s
C027xeYFISLKMFe2ZXfbKmbJtoiz8UWSRjKANHvFtwVXA9WIfxDUFPzOAD6X10TdU6WD5Ibox29S
zY5K2UCNyQB5pZ5q40Z22cekV3SB013Z6JFiXzhJa1y0OSUHUjPl3elwb/WbuGTAelg1ZMhIJ+tN
o43E2Ng1NzcomnwAMuYGWsrka90WT1wR5obltjxkdVluajDgXWhF48kRdFbAZSJtNcwf4GFjV6KF
4giId+sQrkGeerVpvUKy8WAx2oTg/hgaT5RTdcAgIr1Ew+sYmBCL36Ht58NlJb1DvI0uXWes/Boc
feDmlBZ4ch0VJJNWbu3NvIREVGWNryh+lxtFtcdX3N5ZFiRRlFwmWZHtiWmlt05DigNEWHD70X9C
/jltPduJnIPlROVlDjrOQz907aaMTP0uHZ3uubbKfotI6+xZKuKDI6rom4FiSWgiDEJFlJJ+r0ne
HxmOGFzBe00a4NM1v6fCdF8MWbihqzNcJuskuZWk3hInyje2Vhu7IUPNKVVrBT1TKTjdaOF6Rm9h
EgXSU3yJbV0Oor1gLLOv7Z4/FFGumIFRu5yEZDR/OnS4M82C7JNKFdsmiS6pFEEXgT+whdhVWenf
K63zNYuDbnvCqOO8zOtCvdebIoyK5DYf6ovYMXzb5gPkSWV/oTNj3CRVBXkOo92hOFRvTIn7RjFl
kyozNxBSi1HDoc2mIfJOn7pRZGoFYIfqfKrae6KNPMT8k0fodOFX9S3Afz1xt5TZ8dUQOeoGpz6i
Bc2igzXkeKEnSvxGgDQ/jOOob02ZpgEVdnmlZdrOLnNgj9yeeZkp32MR97dOP+4bRh8aDoqtQtGP
ZgWN3KrsHzom9AwnutVL0KeP28jofpaivE0riIxxtYPw8StvmiBO6IGXlZfSbkBlwQmGkT6BESYQ
nXpkjXawdaAuW8vZGIzFV0lmaF7dJHfUri/dpD9QZ0xCtYnB0tyVj3oP+gWr9E2ukNEz6+Rg2elF
Aq3C/ZBWOuRNeCG3ejl+S1ileQ4KrRsIEtxYvYOxDBu3NNTAlBZO3qZ5sQw81oFDxwrMVvZQ9JQm
DZlFU8Qlot7RNHIfwO9h+qNg8jlT6vjRqQum+AbhctxoVay7XiESwoNqsEFWDY6ylu5HJpQ68zJq
ZH7Drey7bozHqjCr0KL5EBhWYwRg/4MGV4eylVckDX3X+zjb161Wqu2VlhqdV6N3R/eEkWU+zWW6
YSjoIlgDNEtHCLc5vSMDVx2hZdaMeKobaztn1hY7qNqAgc/Y4xWC4Ejv8iOHvhMYQkiFfnm3HF+a
Qlc3ZgPh1AC8efaGAJ14qxSILmB/6EdAutskt7ZAmQ7ogJJOrgBqriCRxMONXvuJLOrYG1NmXMWG
LuwnEVu1G2pQty9CJnh8o6Lachy5bu3amBnHrjET6tWx1GKvl3UKdspKgNXCJfjfJLPLPTe08cZN
JLmuaD0EAs/F4ThA41jEaecNHRZdzzUIKhWWDHiUkbDtmXrEw6t6pVNcZbM8QQ8cEd0jcvTstpfg
hK105ZjGoFGXBnx3RLa/FXolL0xhNlfAsd8xZXipgYe7dZCCT8COI1LA4ZJ0tZP5BhC7wZChpTur
8vuYJ3DoVqt8J2keVWtoAjBiX0KHjm4HQvOQl8DBF70dH5G1oBZiF9c9V/tjjA3tl6W6U5mB2Y/G
j9hSvme2Rg/UFnFIbbaTjbLnVtJ/N52kDkyeumGvju1+KCGTEek4OEEg3BcPWFbxktOOXyqx+w6O
0Hoj6irdldx8qhTeXOMKZOz7ziw9xSruNRWOaktb0jCteBOSEtEVspBtxryRsDycHpEuHRPniS/M
KtllgzBumjob73tzTA8GNYxA6s5Vpklza1pDvBcGzhKTSfmQD7R40kD/sO0tUIqSBDrRAkLkYBOV
ZugKBYer2/7oO+OWlUP1nKtp5tu5+mq0muNbvZrfRhFIQ7V8iN8h8uBels6oPkOhdUvjErmfVZfP
ELBWgXqLnbtxKO5VVuTPLet+KIO6z5yEQkchkS8qF5tE9GyXxTl5K1NeHkyl6u7aTmvCooniN3Cy
2m+lYXZHiAiRb27acMfTIrRoVXFk3hc9tliMtqr7Th2zC2UYwDFLhNv9NKUiN6aSi22qqXyrtDbO
NJ0rW0uv7VcJ8Pgxq/vCA+ypRxrPaiU0SPYgTXy2k5XDvSr6fcY6Hc0LRHvPwNvlg91QeSEZ6Ed4
WtOwlI4WpkOXHEWluj7XSX7MgH99YWD52ahW1uANr3gSBlQKB3QOIO0vt3itsj3BYhkmmdXsO+J2
fmXrmc+iMfJLexwPmWqXW4DC2RbK3KCPQeOIjYjkNtHFEGliW7Vdfut2beA0TgcR4yZvPKtUx5vU
KqUnSccOCpSivo0pFT6LLRNksvYdrVJ+kKrJPVlFt1SqBggqWi0YEuADe5uaFwMS+aAUYyiYAqYe
G9QcXVI9s0bVbtumfDDUvL4YDFSCcqv30kkf18Fdc2e0TnosFcMMq6YafMWI3e8mh96C43QvDhno
zf9h70ua7OTRNf9KR++pYJTQFjhzzpPT3hCZaafEICQECIlf389x1x3qLm7E3fWiN7X5yk7nOSC9
7zPKiJOL3qL4OZoScZPi6ig7MIcVabjZqdq/1oqdu7Vfj60SyVOLEQn5viH6ehDjWJHBaPAuBt0s
PGNN5Yfav1jbinSHYprJFsvg032UYuHzuGh+t4PqdhhtmwclR/GENR3bZU3ZdEe68avtXAzjRKKR
mp4LfhlVwG6GOgjPzThNBVYYlLZDPYzzLtA4QdLtobHeXoJsbW6WaHyyyBop5zXC7sMzwACBzO66
see3eYv+CY4lC/djJJANj25QnzTsiHY5fBqr4VUTz9O+7XT2NFznH8StqCKN9VdIa7yhY4R4U5YU
Y428Fhg5CD2t6IJCyPEY7hMzvbVu9AURcCJ186qxe2sFZ37a4CJqHENiVvpn5MN7G4r4dROIax3G
dCm6yLtPfF/ZOZj/LsrN+4Sl/x2P86lWvCnp1ot9K1NyCKzVI359Ik8IFe53EkCBqVrmucM6WLdV
b1jYXLlWhUR61+9Y7ZJz2rUZxmieF1C83nCb54c6q2/hwHyK0VFatmHQ3C0if1WNraJQsZNm+W3i
7QK9e+7LtYNWGRPgI6szVkaLrXfb2HwAJ5G49fv5QHyH1jUrjsvQbkU7ohKd97+sTNEmBovcdG9D
9hb0TVxukaD3HmPspWaoty+jLe/X/kvEAz+KbF5u84kSONji5Rd48LVs+kBVDj75wLOLXox+Dggq
5+31dp4Tt1sC3T1P3N/0hOqbGn02e55S+TLS7gXA0fQ2LWy9X3APVH6xyW/sBx+5Du4U0viHSQwf
K8RgN73vVF8k7RoeFdcAckMEZwdBN1VJvOVnqvUuQIrVDxQLNAewauSjjUj27tY0PATxeNNb4Uoc
MmlfxFvCMdsnyAOebXTEEo46rQgdien8TlL3G49IjdciUfd6ioODq9fwphnUDXp/+U4lqt1nc59+
p3W6vqBIKigYKrDhbrEUlaLcFNtSo06j6dxxDpIvK/vRFbmcmipGmF01IJvi1YG/w7ktzEM76fmE
lY1UuHiDSi8tUFodZ2Ua8fzcA0XZBQxZvizr5z2RWVSGKgyqLB0z3GNIJtAsGl9HC2gkcFtaIEpg
e0QwYX/WXYwNOPzeHBXorw75XoV4HyrdBtOz9tvvto5Nkfscpt0hNLdw8+KuzNE34lQ87EyQOTgD
E7QShKOpcm/dJd5YeODjdodk7ZvV0x8YjzCUp3K60wi4Os29SW/6PFGIm+qRO0Pnmv4aGizATItv
53GX9zkdq8mS4WaGE3RHa0ZvFH65Mtd+F4rsrRcwgy5mEwWQ5LZgC6O4dBN56CaESPUzyimmUfXH
TEWyGuX2vmzjtk/8glbZDdW8pYrTPwGvg6sFOX3slxFR5mFSVxGf5a0SE6kSrL9n4LbxczOEaj/F
IQD08LrXJdvqoPrGTjjqwBxGdOJhr8YZT7FnIEWEPo56RfupCeMC/Ls8+nobT6McglM0s6g0TfwN
BCrHCtE+T3G3Ff0K1XqIsNmCisE92s5EFdDN79i27DLYhByRSj4fY6jDMPiPfCeZeSBxS4G0xDDG
EfCecT7J84r56Y7lM3wnfmrjQhLAHacVQGOFMmBsTOs8QsCeZOXkhuUxIJ3a95KhYEMb9jeJsupd
jumoXlldbYmnlZ2cLWnWv+KCVmgu8dtuqGcIhWoNZToZ4EcTwS/ceMEuhhzkklOuTsiLSfayze79
IE9a5O0l4k4fjEI8cF1TzI44H7Dbz3lb+XQddnmXN8fWAVlK0T94SMbJVV2sI8iUx2kns+lVcffm
OZBFwIvxL96bz16R+1jWBhWY2fo2z2y6PlvTKY6a5QAQ/N5tJqw6kv5BgnFXzgopWCtaQPc6oIht
770rDVnHM1TTzU2dEFysQ0sfur4F8srtYUK03mmDc7O0sweCmIoPZ+s6OWNnn+tL7AV3hUXOsjp0
RHb2Jp6Jex7FkGX7bumW7aHmQOIL2dbhUFFw1EkxodfO308QeN00SYhPltRJ6FEXPU41cDNmxdtI
k7bo6lpwlOy07fDupo5ggw5dghJ2IvP3dZvUWGqAuD/6aNUvKHqEVnAcUIt8WqA7GivDtVqKljns
hOirDuFgnhI0qZd1H3Dslfnq7Z5KjSNvAj10y1ffPutw4tGfYAZc90jJugbn1qg4wKWXJHIr8OPn
+HG2IRbudkyWrYpYvejbZDVxfIamgmFtZHMkLtpnid1lkelUhUMz2s4BfDy2urqizDld8S4VmyDo
UpIkXBJEQtbx/dxS/23hjewBfoXjULlpBvqJ4rjlAcg/hPlT449k4C9yW1pUrxCMafK2XuhrH9Vb
OfUA4Pjam6eBZ+cxjT7rGEV2XR/NOys75BQ6+tuiVuAND8L6Cvy2PZDQ+RhDXe9/RJPvi64F1CED
5vYTWr/TXdyhsxvFp/qWtVMI+YRqtuE6lufjXKEVrX1z9WjmxxjqMjwPxqEJRwJILsPaDk8NAKR2
x6/J8s+DWfUlBCBUdhNgywm9YD+6JedrAXHscrvqDbSEiI5xEI3lJDpb9vEWoBV6VW/O2h+9ki8S
hegfJu/Sp6UJkFQUeSQDC3/jYoyIZCTDzzltMVvM2bPjGmsBDklopIJYHsZFDw9yFvrUsYAC7gRk
/rZN18x+nWf7sW3Me7wJ/53Uw3igcdMixlsjmS9T9TsCtfyOz04UieXRCQBAdkLgcfvNzIIidYET
Aw3PmZqi29wZjeQit0a/XUxiHCGbzvyHJF7GR9nYPt5hFB+zI5wmgh/w0LP2rWkmhnaIWbnp1AgZ
maTgejTJxcVt1uzgVYGoM21GgwUiBvGDFZkogLgDxAWI37as3bEGB0IxODupfaeoRFfzAp7tpUsz
44CpdQ1uVb/znVwcehVHv23jkQs5TBiLOF3Xm3xcP0AF1bKI8d3s542JstnqbbctGxRY6gHQ9Jlf
c0hikdCCemWO0QakVoZogR5AKWFlHzRQRQ+la143aSGaHFMnujoOZCDZPuGAsTOcdkW8Qqiz8PyW
2bC9A99RrFhXfnJj7nuaQYtpnTzEawrnYA/pfKhccG+yRVUaoGRp2zwEj9DiJClJZMdTrXU+FXqS
SFAMNwhipKDvCBSgN2OUNrtoS9ZfYszF2QEiVYAIgcoihAsor9zUni8sP+aj4+dFJHLZr3qGGyxZ
mmkrIO0TOy14F1Q9HpmyM2kid1SEcQvhZhghZaJ7gvLy1wZvwTOIgRsZRafVC73sM8SifW/GOHRj
YCwP6x6ShFgPO4se9xLWnImWsvFxiftT39sMr26x5UEKHQ/ze2rnBHh86htg+IB8fmwTy3TBA8C4
DuPtTzJOfyYFjLk3M7nRie5KPE1thSmFAzCM1e3stvnT6vx+RuQWVJ/NvMeEzk5t6Nw5b4SGWlLG
j0Ild4SZ4GBmf8htczd209Fowi4RqReD+6gd71kOZj4FO1CuE1tL0zH4lnquo1LZCbTP7Bu4D+j8
EtD6DmwHLkUs048jxVMZAgR8StL2lozN3m7ZuQGdZ6IEz3wkhp9joEaAz/Qj08Cp0xQsk2Atf4o8
wimBAojHnrZqx2waH4iLgd4K/KOR3r7zMes+9daeJnTCDJpf7wsglAlJoFNwuKT5o9Sh+8J5K39Y
Q1e8jWO9J6G/T4MJdD+dc3SRASGoTNIBRYIPbT0u2mTPCUFPBioaJPqv1ig5Jq1D48zWxS9AZf+s
hL/KLAT9hffuJpPeHSlH1LbPNxjXJbsjNeUPXOM7LJrrrNBnizlZIfMTAo67s5lwafewvRS1lb5Q
cxLcLVFmqijS8uKCcd2JFOczXug8eO5zNT5b2z01EkMs8vjtPge3WYioi5AUF28n3memiKhUp2Gh
P4Y2CWGvynUZrKu8lUGMJbA2hz5OobEwM3bWhd/R64dqIkN3WODaKpSJrxpMc1oG7waSvqOtF4xv
rXoTnURYW/63Gmf9WNsIap4Ak3vlRZsXBEfIZUgGectnTSrUWX+hzhokDfTdL0OOuyDp7C3JBHat
SG6nhNd7/IKAo5EHdYXK7oawA3Y8+B1xa/CLpkNQaBxaZ2czaB+XTQ7V2AnxYlPcYpdutdbc+Qlj
Ei+yqSYXmJTW+pcxts52c+/cchlrJIdYG6W4d6/u3XXl7hC45BLCiAF1t8a0O6YrORNEozavID6Q
xtahbowcO7+qGRHCoRg/axqSi6lJTYC0xpP+v+q2/5FM47b5QoWb+p7/W5HGVczxPJs/f+bbD/1f
/5//Tyo1IK/4b5Qajfz8+Fz//KtWA3/k37UaMDsnKYXyAuVaKPT4d61G9g9oSVNUUiHklSLZHmqi
f9NqRNk/CEJmGUzhLCYUHfH/odWAxgOdbhGa4xEUjXJVaO7+B1qNPPlXGSZSdCE1p+huw8l+7RqJ
/ovebMwHvIB2DRH0TrLl6NVSz8Mz10j2rG/dtrXBQZimjW7beiL7MUrUhbDIvLhBMVQUoTIckvZo
D7JSlbJuVnViDqKIRi/YfGftlrIJoydP8x8g0S90it1hQpb/YcyzgtEawFGejy0GNbNdBsHtEeNT
gXss+8KaDl5TTy9Urfl+WdxbGK60NOhgCh7zliMGfKGjs4VO/fCVhEt/8qg1ORqy6DIV23Bq8c8/
4gWxzzrN+bJbE5VfIPAkh7jGkTjUKkaTKzYkwsO16MMIi16q39No/lwycUkI8gQQ9V7YBfGjfd7V
mES0PKI23V7wQx+WNtozPzxSk9+NSduifFYsF+o5BhqPrmkUd4u4br4Th2APSENw+RYTkvsPUKeF
SO3dpvlswo7cNDgxP0YLaxAYIyRUh+kzSr0C3L7depgzHmMYztlukEO/F314bGgbyasygIJGRWaI
WUHHr3/x0rhp9m6zXzKf10cdo8cNHfLX5ukWRznOiSq/alzCHMBgN9Wv0C/5EuR+q0HrZaQIlMCF
LiZ4OGZ9ApzhTlEopvsIHHfhJqsuQZCRcrmyFVEy81MbzEs1Djx6sXk9oMbNDvOXWcEMr80UvW/S
Ir6RiOQXULDgAN5CHgU+v1MORBZfYDOHO9LECZb/edDVnOKAYqjGrmCqu1kA2BU4sjeH0D2DG180
YxGuq0e5Z6iRo9/q1OCwwzafabu9rI00ZT4rgLYtzR5lLoIj1aapXLJgIQSce8n9hAsFeXEHNJTi
MySxg0lv6umXyp16z1spj13uZblpF59SaJBeWkvdHtPVCPzWtpgzOnUWPDYXVpPohKsfYxh+67u8
wejcIE0VEYF6ZnLnoi7YLyJKb1YgOBfSsmiqJJ9WWHd9Fh1q06sPv6724LMgxFy/YSqON5zcyZiH
tkxaXLcrMymanmqYCM28nWKEueC5zruLmnyGVMwGF29qMc4HNvkSNvjEWHSgg8cG2k5r8Mb6aKjU
zNyhXhT7UKhZew1SkT7jwdnwpNCumrLOPaaRymATV2Eh6Dx98S0NzmHL7ZPptqDMTPNjkCk9ZEO2
FCqEoSIElIlaOCtu1jFyJaZtNG8EW7SD+9zsMx4GOwfIZi7CcBKyQPkk/UYd3HhgbEgvtPWPXGLM
iYeheRwyd7DXwXgR7GCkOk5BJu+cIWc9S3OD5NfjvI7DM91iDXJCIImNPLds+MAOATHCCGCPzG1l
IETAB2bBVbDgdlP8KbXp55bBMrS0qTmI0aOogyXdcxQwlKomTXSXm+idupS8IYy73SdDuBxjkx4t
lR8dqK19PKjozvV9UrbB9pWYwH6uFt1zoEqVUgfIZGSVQ/+V1/xebNsrcp8PNYq/5OI/1pi/e0tf
a+DBE9C2fT4Dw6TK7CYy7QgNQTOZb3SK8IsKs/eot1+wGoEQvxaIQAeArXe8z0G6/WrQsluoracg
9pz4g9SbJyboHYZmiFtc8EM10X6bQlUOSKGdSHOBnuRERPAe2BWqrTTwu6YZQV2CjMI2A5ugKJUW
D2Cdzwm6QvfDEJ6DZdD7NI5ukL5+sJNF90Gi90HDoc33CY4LSjGX6/SZwB9+6FuPo5FGW/Pixiz7
1unYowqTPycpLPEr8Ze8x+cnVqx1emB3yHENAFg7NItskFF5uma7NHIEiARq/bYl3+Xyd5p0ep+M
Dez7RNzmfgF6FbD+7ImKzzKN7xgHF6QD6MasZtvR9NkNBQyKftz+CxDJn2YLDlkAzwlJBRb98dwA
dUHmPhI90C70xef2vI38BY0yRxJiORWp26F25DZRgDxRrojf2dA/dQ2Qph/Io1jXF9mzi8ObUQD1
id+XAO/T0rT3Et7oI8IQ4xIVfY9rnOxCtj6ggpB9d1xgnepmshcz6wplgru2we3Zko6XFH/Bfhul
K0miDrRhYcG3GeBYinzRFPn9xWiHsIo3egFVb4HIba+hpLowLbDiAtMpLq15QtajWcD1br+WKbK7
us37P3k/9U8swJeWGPxZeBkGh+Vyng8RtJdfuWGuaIxDRmXfmd/bZLdK4Tc9sDgYD4oGOa24XUV7
Wek4s8eFEjzg2zaHpUhntu5jCkRS+Q3oQW0bINMjeILPBarMZz3ifysTDv1S5mKx2D08cPORksdF
1GoXLAwb3ywywOYAssUWDue4n+oSfX12J21bNmncQSXTAI3c6qDqGJr0SAYkGV92dtfm4yGGVOsQ
DONWgpfv9sRj4I9m5z7GUJKmguoohHLCACLn06iHgkBf5s7TzCgSE5rJuhdJcA2eG1RhjrtYkrlu
C+JAV6BEoIH4oNt2gNF0ua6R3LdDsuyaujlydNE0i/rIFrEbwUdBVFDhZimp7n6idL5B+H/IS7At
P1y7zCd8MA8hQm3ouFRMhVCuZONubbpdjU2lTruK9UD8RYMboNQOysi0iS5h7z+19TfI0p6r2oWP
ugUFAJPeQxQ1a6lC3KxzzVcoM0b8jiNEo3Unv/PQRwgSuyZjRoOr8BWGCBPemKsQ8O2qse8/WuTu
FUtNcjD+PfZxtwMy24D+i1/McH03SYKAuU31KEYOPr1y7T1RE3KIWPKuIJAplonxMs4GDpZylYVX
5LUZ/S0kNvORjfB9KMp52QfAnOtQ6l3d4ylNIcIt1s5vFbre7QmAcALIKLQUtrjaV8hpXG+7gItL
lK/dETxtd4D0Av91Gn6iQwsQIF1JEBa1ahronub6RkHbdJcadATkWdC+rSACLtay+dnS7BcV47gf
hzy48Xb+hvJqP474p4R4JAO52hPGMPKrnSK6Yy2i8ovNrGA5BNtHRh0mMC7RnFcpcT86j6jNfu34
zvARoJGfLywg7xkIj13IffsiJV54o8Iaj4DKC+glcQlmY/O5jHVz9nL0XUkoMJIRqtePETKNGYJr
DDdYVXGx6etqCGINkjXbxJoVGZZtZMFvEh+AuiqEO47vY9f+VQ7HK5wuuA7+aoqjEdM0wiT/qo3T
VG/mouarCjnxkYMk+ZrsBfAZ6AXEykmnXL5fHaQ0+5gv79w3ftkFIoDKWYo8kLdI+4T62UK9zU/0
KooO/+qjQWjCSiPDrekfAu6T6NcEaPs0ZiyBIsY0UBC+iXZqwzKZIXBFIEQYQoztUk//6IGvEGlD
SFHrM+vpOh+Av6y/1cypDeCx7lsGaoQN7kd4FX67iCdQKLvGBLLHW9RCHs7jvjkn4NMYgvmueyq2
YoyEwXV9Hf5usnrOUeTpAlihj9vfbRds9Na86usSrMniyi7AeQaIexTNsb4uzVs4pWdzXaSXvzv1
9He/Hv7u2uS6dqNizGEF7//u4+vf3dxc1/Sp0ROi8uZmN4HYWC7eQ11wXpo+ggwpyc0xFkEGhgSx
CPiNIUvHta8GlOBu+BEfOfXdCAzaLxAQAdPt1pto0y3gPVT0xncZ8RabSRwYi/TLWr5A15h9slYi
HtGTKNeV3pDNtUugIRIFGp2m4UpZblDMkRRqNthJWy5OIPWvYiB3xQ1n9Of9GnxAskqRHHoYMG4R
GP6l0fH7yqcALJghBOfRADVHlUDRDDB9hTNNH7kzLnjqhAHDC+1ePj0NDYROPyI64cBOqG9CtPSA
GzvgHQvR4EuWdemB+Ck4hqG27+ZCx9A2VIM1Y3AYlBoGjAAzJ7c0kpADuSgW/Q4Sgxm5WwF007D/
cm5+J3ZecfuIYKW4mFx20yU1+oBNzfgbrLTRx5zj+C3QZ2Ne86b3ssLVINdjbeqncI5QX7x52rhb
qHimY+PUFv3OE5tPBxACoeXlHEVYWYrRL/6yWVQworcbSCZeMbKeFQhLsAl50B5SYXL7FkxzqKu2
dW54CNE+h8tWeqzHSdtgJJg1kE4AbldKLsp2YN3fFfKVnpqwkyeoNLNyvt45ZmoktlnblMa6DmKM
lu3aFtDalFzXuxidLfmWhA90DLsHiKnBEKwM36vRNVRpcxiPP9laRw/MpenPWohX7E14PqMlhHRC
DDVsinj5yiVi8h11pe191NhFlOEcINVmMLOtcgCeECh7F34wRH36CmZPMFaazpBWYBb/gY1vRmL7
6Oh01uBow0psHnCTG0jBEf+zh0phjksyRrUqu9rM7GxZPvSVJrZ7gTrqAwUTyA9UzOzHOoJeOE/v
ttguux5fwMCXW1CaCJsU7ePE0xK0oW7Pki4O4qM16u8Nb7/92E4VKMaO7T2Q6XJFMdZuHFMwcQjo
UAXQjAVlQuk/c4L/P1r1v+Fr/e/Qquer4ed/PS+/P/7VjXT9U/8ErLJ/IM2LMXiF4HcGFfcf5qLk
HylyvlCaR3Nk/WcAnv4NsIpiYFkkQc0NqmHgLiL46/7pLcIfQiNdwnI0msH+irqK/wlc9a82TGgP
AIdd+3/RWA2yFZbTf/UVcQFVMjX9z6yNwpcMV+VuwGp2VoOfqxjQASw3dkzL//QR/dPf9J/9TPQK
0v0nX/b1xyLmDFVp+ZWvpogN/NcfmzGZJh5RTsookIBLlwOCVT6rYRNqNOgI6N6uB4LsHyEJgTcP
okX6Eut2/kzI5g+gTpPslEGg2B8DAiztoJc5i98caSkWYDK539DbNmdKICTeJ22Kv6JFm3y2m5bZ
8b1eFqy9sFWQWyil7DssVSk8T96b7LZLtoTsprzz95zjYyhj1BJAu0eXv6dpl38N+La7W7i9aV42
uesA0xn8WxCbHmidBQWxWdB/zw1E8D/pUifdNZIB3vBrx5Vwsd7BFOWM2mFPp81pw1c89SdwgxiL
BOuWpog4gxGoME5A+FrpPF7YF4OLeq3gbtLDY9yo8BMjdftTiUYPByfASjzljUpu0zVf+Rv+kyNN
4XK2BXvMtokr1wUzTZFGbfYMoY57C7BLinJFhJcGN2ex4TCRGjIBzLY0DADK8IUfpDDuSffwykD5
MuWgV2g4VUIs4XHEQ4Wzhm1YrzGlZM1hQYl7hPR+Gdw2revAo8Yu0dj6ALdV0GqRe7WaVe6jzejo
6HggWJmrABR3ZOHL20n6VzqRXQWr5TQtKeC2Jp/Fi6DyMwZFvBZszfK1QnAi7li5kV+6U6bDXckD
C1XeomAUwlKBWDvo55Yq2tAHV3SBA7kGg45XwEyiEZSZlt07Cu7tz5mC5SsWH/m8ClkNi9YwR6ga
D4PFiMLHCcCg2bVaFxLcdngJ5z7cE1xir42xBBdJjuZUS/C5HdQApqYIlhnCbXjgBfx0bJLj0eHv
ODGe8gu0RvjZgrZ/FlAvf+TSbbRgEOvwUkyZ+DOF3qYVh2yupHwArwG1S19uMAYctUo4NA1S9bKo
45QvwI8kqjDjWq43Vw73KrnMBPI/cuIgdMeW9TuUDhrDMakN9D0iS4pkWvVvPoFIrUjY6DOu4fE1
1TEmfbvBeIjFJQMWFcp1heRvWIeDTLE9IZ03qQ+0HvG8bHkLaZHwOuQ75JnKtEoXnj2xVk+/JWPN
08rr+ComkOaugVLmLQ0thqMN9/vNlUqD3bvrzJPK4O0r+26dz7QZURJlZ93tW4HUDYAojoIUvaYi
Oem2Gya7rcbyPvQwVCMWx5U5hR+5ZBt+HpDNZIVIEVpqgh7xBotl5w0S9mS3TjDzIZAbVFjiumUP
hyBGYwg/zEtuGv3YdpAJw35gttvRQRftsin7pTjbfiTQ7OUF6PXlIYvy5hkBHMPdhvR3Xnmzsm+7
KYbWcudoco5Ql4sSV6Bw72mNXGX4sQi9i3rnXzxGhRGHwcye4Jvyb5C89B+QBUNnU9dzBFBYAQkq
cttjxYQPyD+oVMa+zBkmph3UKl2AGTVqSZG7Ke0g7QUmXGFiB5bKIEOMAVGgpQFimhzGtQrdrl1e
9nXWhggsC2N0bqV4WZ67jFPzp0k8zGKcbvMtIx59phib4rlKMjmoUreDtlguOewPZsHjXkIPaMIC
UmWsq4FIh2a/ed9EutAZqPY9LGB5eMuNzrLfkoJvOcM8h8W9yjQ8clW/bbWDFA0KIThlYsPAq5Wh
42nD9zk0DysM/+MVA0aOefCGLxkg9AYHX1p2JBFkp4Ee5wXep6sqps2iDjmNyg/TvA+ArLlujxYj
xIWQJYB6nhDZ0G5fo/R2hT1W5wOOophn8N5sYsMkfqtQrzpUk0HzKQAcRH8cxQDRfw9DFuDRIoWc
dYjxVyfJHN91ad41eOQtAeqrpcyhoYXWhHQaKkkBfjhWITRljHb+CHe6U6ZkQpH0fL2ionLqQA7T
49guiuy2XDKccQJmotDc0LnZ1ls/MTgyihANLuSFywipuiA5TIRpER3T9KAJuXZN+j6W9qW2nYh/
mlBLBw8a7JpVNI+m/gEEY/r22Vi/rfAeRwUqo8M/KnY6PoHgX8eC9uHSlb5dATvWIsVdl4nwHadd
/b1Nq4BwMJTfbVfnJ2BZUOvwIEiHazvGOMA5Cr9LgVKlBXBhl7aVMAmYdb4O6ok0IwZdzudzEIr5
Y0GT4oxVshs/Uw+Avmwh62elhVWD7+pNR03B27XVFVFXaScsaGCFRrhMX3F4GFH62Ko7nFhBB3Dv
qtvwgZhOhkbtusMlFMN0ZzEKg9BKkssQCVSL9i7JYdKhA/0YETkLVJDqFO++gwMEgIvaviYgab6Y
0gUx9E0nw99JLszLMkAVXCa46OCq7Dv6xJ3qlx3xMUJZ4kTjH7+xPvwySQr9NNM9f2aQIn66Dc80
gi0Bh+Oe0A7MyBhYg0sXfatir6FLgtBk6DxOG9G6x2zN87etG+cZNmWsL5VuBkt3GBa8OTiVSOxh
0yhF1bcoyNr1w2R/rgnFkaVaL6B6nNIIBx3Qlhp7lqCvEHZ3ds/kRPSOBV00V6yB+gMOPNr3e56r
Fr61NcvKBEnn/4e9M2mO3Niy9F951nuXYXA4HMsKxMTgPDO5gZHJTMwz4Bh+fX0h6b2S1NVVrWW1
9U6mJBkDAPfr957znS+GXQ7mXww7HzFNZQP3swocUD55M2+sYhyzbRBkxCY26cqvS5RCNxJLZ761
HNr7oaNzupmzYCwPmxt3/4aGlHUZnLNGwrFLqUFYkM24rYK0Udel6Qp2oSYbo40jWL4ocVZFvSbO
r90pNF0XmZHiNZ9cXLjeiudhu3akIdImlHa7w99Zt0cdJ8w+EWywoquO9KEQMQWGW7dQCJKQ47XL
YU1ZmOChUP/My0o0m8RSXVz0E2iKHWgTPJjL6o1rOLhxinqv8tWJyPL2iK8eL7BxIvrCaTQq1iXN
ittNitNkguPwiimgH2zyQdg2YUORcUMlEu5U4/mRd0TtD6isX+fslaSslMXXSUuzmUu7/xoH4dv7
2V4NLfEpWYhzq4qB8VU5y7vMNvreMIVBCmXZ/SaYPdaPuIVBZCnh3eBCqN6DMpmu5aBYu7MiR+eW
+/M7Cb+Js5ezIQhVDoXAyGj8W2tWhDWjnkh/NMM6300rotX93OTilU+ufEzTsXkSdCzHTb/4aIHs
HiQfXVstP2q/rtiiAvcHKIOGp1NGdkY3YyhZ7ZIS21GViXed6e770mVxFib1GHTIJrv4baZauCMc
L7me+iV/5WqNF405N9YJbUX1Da+x+VlhtsloQ6S0QdvVdkG2zmgt52LuaEbQEjygVWWEPXooCENT
6+wb3Q586MVY2gyrJs2YbxHCrGEcYXhiemzyMqzbCqGHhXXmscjoe9FkVBFc836OuUPzucDIVk3e
pshZYjZJTNsEv0aLFHhO8f5vsNxjEmNtzCLiGc1ZtdK4Me0Xr4WvjLVIXU1jvD54RYIhKLIlIdzu
Gjg9mv80vwN0Jn56TixOq6FgpLNj+28VN/xdX2TyPiBx+ILJFoYWneXSDpMkJuIOqUrfX7QBExm6
LrELer1bFY1pN0puGGMEP6oydt9L1hqDnlEosbcqyaLgUYLnG18sEr03Hnobh6abX9E7OW89eqB5
X9Zjlm+CdNUmRAbEhxiYbqQ0OO2yRc8IOxA3Qh21TH9U92DTQ4F5FcVYW6fBO/84csc0RCnQDofR
Hkcs+qJECBcX3INpUHe3vcoz6PmKmLZsxcay8SuvuvUnO3grm8FI0qNWFxkiPr6Lepgyuc/iXmEq
Lm3xo/KjuIQKEY/lVRblPdMzXm/d5LrIpi3PX6IetYXreqcpE4mRzMr1VlmqZASCd9ZQCbQxzOLM
9N5VqroE+XXWwqPusvauoHHbhYUbkxqH7jdXYe7kGKjc1Qu+7KhI30oegmc6lQxHONwAK2j8RQNN
ElH5GWt//obBkK9b27X7qVccsRukY0O/5fm23qskoG5tHD/asALI586xoyiMBLn2ZuUNhXld837y
LCXyRFq8CWIFgge7ziPBO270U9FCdNtOXeEfZI8pjlpoIvI0aSxDCWKPLcp9Z+3U0feqTjGQDqog
LBqLufTQivUqpkYud4E7nm3rLKvIi0UfqDB1Rhf5K+mArK04sjaTmyDK4En0n+uphTzYzudlCpMF
u2EihYVicWQ73gTB4pRbNmPm51YZi7ex1Mt9FlGF7HiicrMbyArmS54aH6HsiMMIwuVCvErG8Cul
Wec2SJqnhO6Xj6P/4NoIqjezb8/kNVO64BW3DIADXyTzW89R5Hcw+v9vLv0vgC5/6JycoTh/gtYw
OvzH08eUFn/UQv36O7+3liSUmUDzcGgQ3Ofe0j+1UBBtbPCaCpUU9Lsz+P9fraXfkDbkNVjEfcPQ
df5DCuXYv/B3LHg22gZ074OK/RtKqL+wzHwHhhmCKshbFv0q2jx/6S1JDeJDr5x5i8D0CM75Gc7t
K+rQn1HjJi3aHJ43Pw7tLB9wxnqxnNEv0FEG+xqixs3RqtJa8X6DrP2t++l/mmjOd1CSoXjDHwPh
z0GtxrX+P4vo/u1z+ZH+8a75T3//t7voHA7wO+3I/0W7DqA0xwITbMHF+tddY1u/3VB07LjRbMuj
Y/d7QzL4xZUu7WxQjqTkkuLo/K275tz6+w1adcY40RqU0rYtx6NbqtHR+n8hHc2xF014jN8RNjRq
J02hSK7AEWBxzp5zxHeMXVXV0KAQ+gmzomSNysum0w89R90iIhzOFE33jrASFiH8o7zzt6zH1hJv
WyuR/vdfv9j/p+8mx/ov153HDzhU/7hLf3Tdj398VF//uE7b8UfxF+DW+W/8dgcx7PnlTC2kVe2A
hpVILf95S53/CeQPa5RL0fpratjvmkzp/2JLftqiOe6xHHn0iH+/o6T65RxmI3260nQ/LfW37ijn
V0Djf9xSHsxrQucsdV7zSOvRwV8wcpIWY8IpLDkkq9sf/Sl95TVBoJRXfjrgqXJXokNWjqy4YRLE
Jw/UlZdrRdNTm+yQFPzL2C3J0csoUgbbfceEqzaMjnaSXD5AsOWlLNdT1MV7nIWPY128UwH8lI0M
F8+/HJU4xdA5t/hD0bPN2deYOWd6wQsTb4ORfB52zli/Bcn6EthNQENhfcliDx1ZhoGZRfGz7DGA
QaPGESU1wxzX/1zt/keJX2UXKbzyrdFil+NH3drSvucD37iyek8t51ifkzw55cSo0lAcJm6H9qSn
6KjWmkNfvl6v+D2OHD6uEbIkm8CdeAdp9lPPaPNkfvabeO0bEIP3oC53iMVPw+jSf82iE1Is2JS8
fDnkn5bXBYcywuBp7ArVwvltpT2Ij671DoWpmrCmNAvE7dy4dyuCu53R9fu0qBucYhR8Q/qVRPop
lryT1ZprMlDQsSNnfCkT09zJNtKkhooinCe6uo4/bkc/+4pmzip1/kk7tAxLdNsbHEM3srZfy15s
/Xx6p5Pz0vdcuTRXM9Cx5HNa/Qs6mQ2hth2J5kXaILZTN/1a7qAdDTvOcHeCRiDdowChBtdIo631
xvF+HJq7HInKmWHRoJNcg3DSnntwVnhY2qYVOw6nQocLurx96eu3gbkCfQbYgkYJ7pQR9dVqhbP8
5gO48icm23aBctSt08+on5F4iaLZxaMjdsEi81NStzihfQCu6yLvadtuMoVhObUFRrt+Li5SMooe
ZOYO+2p2OX577nwqouV66LGX+X0nt3mi5t2y4s+viH5yoBEA/emdMK+CJcRoDq3SGvunaOHbqVoX
1ufQZSEPcxoWVkJ8k4xOWYcyLZ4lTt4+26TSPeDvcjeqHG4Wf+BQmnBrFpM465C42dE9c8yykQcj
XsiCC5uLJe3qfW0MPEUPFVdrn2yZPyDcufMtrn7SDhj0bxD67lEivf9h7/tP5k0sTH/YUnj+z0ps
MOO4dhwcy/b53//AyVQ4VGmZ+/FBFw29sdo7LJk6emlOv14W/03ktH3eoP602pxfjX3QkwQIsOb8
5dVw3dtC0NTHQo0dVsXoL+lNCI7fTrYDlHczeVM4DHiN0rx/+68/6V9qrt8/KouqYpM+F19/Weqq
Ejl5zXn1UOf5p+tZ9VZhQnMIM87WibXm1wuBYyOIiKCpyitSU/f/9Vv480Txt3dgWxQP55XW0s5f
9m/perJsPTs+5MZgvi+v4kRd0M4K8QdBWcj/m6/b//Mo8dfXo7hhvyAWggGrw3j1jxe3cq0e8QkX
NwqkRGuowmR56fLboeGRp+eL/7kPnmTe0ojFCJtJdT00nw4K18KLUfdgLI9S7OjVpSfxnZDJUzK0
z8yLrtHIO/nRbdqbMkB5/iUGWOBtQW7QAnhkZT2qRve+WlApr4xMmjr9yKb+QsT9Jd7CHasRsvDk
h2qBFkHHfJ8LoVGK2ldLS9uYN44Lzgy7DOICWVlI2JLpo3WDpxLNzia33O7S6ZAKm0l++W33loF3
RsqHnbwZ7XtIJORe0KOEQAdKGhHhi9OyfGrnJV/0E3rAlwUpCWcMfeN4GPlqPG4kXe/rRhwbRaT3
36+DnvBZ1uVfPSh/Aoz+33la/geBRyks/vCA/G9nuH+rho/u+5B+/xN89Ndf+q14Yoj/r2Lp1//+
p2dFWb94FPwBxzr1a8gfr/N7gSS098s5CPR8uuLWRyfw9/iiZ2T3n1YtZXu4Vs6Fm6scxAA8uX9+
jBoSE+lq6bNzbFyKvnPKE/EdQart8hS7XeTYs+Z+baayLFEENviNB+sukp4t7pVos9xvN3XZld1E
MECOsHhXoyboxbWbxA0m8UIHI+Jhf8lWGd1Y6Sxnto04SjCn9Quj00NXmFXOj730iHlmZNiOszmB
+6uAktKxXXADk7G66E0HYCkJuwmOyC2CPXu+bhgEQGgKLDzC7OBL92X1gyl3SymD5fsgjcYBEw8L
+7th+LyDvtc5h2Yu1rJGv0UISxMOUS+ifMPoT1vHhUUMWNZCwzSH8gNbCRHrnLgDRdxS2vkeO816
VcSmzW8g4fTpqU8LRk9wk9K2/t7Pbjm8rvUcPXDx4NlMxegn28wmcfk66utges17HLe2jgm1Tqag
2Jh4CVpoTkgI0Dx4zTOvUH0EQdvczCLBLcP4JylDXMOqPnoRHL8e6ypSxkCR4oyayHwVhNQNlxQ4
6q5fI69GWoo3JruSq0gPzKW0eRuCor1A62Dv1l7Jj3zo0AilKMOdMyNGhaKEi3JgNE9wBbiwF4Od
DqE7riukpF2ORR0iFzj9fEbIHlZWMSVhbjoBEcHI/jQkXf06lQkm4nEROV2n0r+cCXDwQjaatd9P
fRltGdpX+6juiW2xOe0tx8zrh/XA0AEg+mOHLzt/AUEqsp89HnCYI0g3XZqqZMzciiIhB7y1oLFi
ImVjuED+MWZcaYA/l52mePi0Rlke9GAjOgCCBJoGN4BxJP73WQWPUOMKkD7Jgv04QYGxRUYobiGE
pXTmcHzSOaeTvgicIMGU360LmoWNlSflu4YFuQfskUniBBJM+hKMSmgJj8HVnDsYhty5A1dBvxCg
6uJezMXYvaL8qkkkRlsN/ocD6HOp++mOkzTQOq9B6792MxWdaLph/lnZTUM9xpjbYOEAy7A69dRj
OHK5nDtU+G0d7VxUxsmuSvrl2C+xo7eDO5dhgXnIvrJJKd8lFHtgHMsC6qKimWJdVjl/4jLt/E6h
lhWxAASX9AGi2VwUemh2JYLACvaGqV9UXVbmo7QLdw8BdT1GE5720ygSrJ2VM0XOD55g4F/VHJ2A
WPTiCjm67I9yoUXOPdGzLzI8715Kv1TJ3Zzk6Ka7yN31vtvvSZFeUcA00vyYwJ2+BmtaHh1vEG9m
HHOCAqKVU7sxdXE9OGvxGIA+CiPc6uyRwZjsa6Sn3JwjPvSz+KS/ZUIqufIJKTWhM0agheKxYVcX
rY94ZpqQMOwChJX0xqMqXsl5yCjoq7R3d+O46uPKUGdn5pS+ezS6ub6WjR0j3rVGMIaDh6Lyu3Ld
7rVws6K5xG2r5yNykz7fL8IX+W5MUjdB6pesx+lsbQnnSDjR1SzT4hoGUfpgg1d6bU1cPw+LM70u
+RJs85JRKBAVwmjczqGNXcV1wjxmQZTNGav2up2dW5BpDTX3isnhzhSE8x7isVeQjEjMKTaigTA6
ZkJfIZnIrh2afTBYsqC77k1gGIvgpsE20gw5BUti8q3vlu4ZLL7Ap8RTxXwuUvMe/ZN/3Se9brey
1FV9MI7bIotd/Cg0GKjajR47HVZREd8wNyvBQdfS2Q+NqJz3Tq4mgILanklsNWtHaHqBX92sgwz7
6kzeYbyvNoS3oWY9H9KZXprMv55a471EFMgzfqXV9NtsWRx7M7dOD0XHZpQzz6Qqf3PIsLtbmziA
jZwrewG5MNtMb4rBRFcimktYvEt/lXXR/Fj7Qb4veqy8W6vw7IcE3OdtBcfmBRRnK36u5aDzLTZL
RrlLW8aqYr0F2JI4SxFBMMWdFKISgkzETpbOY4zwtl6jl750UxALS2BB8VcsMRtU6KAUpskZpnvf
Q6JxdCpMZ32aeu8rwluOumog/MfC2hbssUi0xyqZm61dxVw+InQSNPeGkTsAMuEGm9Qx3bxseOLT
BzXM4nJ1mypHXgTkm8FFh9olqv0zfCmq75XXnBUgLlBqQuqs+5ooVIQfo8c4ih68swEDFH9jvjA9
Q2hyAMlUIPl+9L3tvSWsSy2YlfmMMiyKA04ySBh5oMt9z+MJbE0nEJK9gZtkkw19dtt4TCd20Zwl
1/EoGakLZaYATIE/NFsEwpWLZ6GAT9jX/jBtdNqhQuI3h/qTqcT5JQZy9DZOnsVHJz8Lv3pjwZOr
3ZEiN+DfGnsjKo/RdwvBh+2999DD2eCdAfgGT0E7SkgAsEQ3XedLsl6dQXUhvnJwTby1LioPk2vV
68n3vekWEZyutnBcMF7N6PZ4RyNrPA3DIQGzVCFuYuVzk4TcnMHdUyete6SDwQ5iuM3UWLblGPpW
Vtt7mdvmpPt+dviuhIov4vF8HB6coUR9V8NIbrcVBwPaCGi4lj17vH03l9ZZMdxDzbilZlpY/rLi
MK0D31ZcpNQ8med6H6bEP3tgxLrAxLDLgNA35q/20a06SJImyM8HADbCioHOLIrnAAwRTR7BQT0c
piiDl4jXYe9xyW7EVBZoC5ulVXyoCsNmF6V5dWEnGXM0ysd+OrDlTheCUX4Z2sh/d+xJXKagiJm5
gm9GQs28ve9OrYqC4aLxoORtWkBu3yvEevEx9oMOyCyzKfMw5uVUXFtWkN9VNKpoXThVMx8ry629
TY2q8J7JfeOF3hiwctuVzF4dnnOkMZKd9jnKF+vJalbeGg7C4NliMKpDpAzVQ5Kk+h0roPiWwatr
riMDaPM2Yak6Y8wRhDZlBlNgWEGH7hzHMXfttJZsxogL6L74uZ++YhSjW5ZGUoXRMFa43vIollej
cGDQ6FXgnjRdB0UELjl4kiAW7hd/Kdis3pxWD7r22vkw+zFVCVG9klROOh+Gw9gAO7qxpqrYeUA7
Z1jT7oKb1/JAlvYrHpWEICm1QZqI25rmUYbejl3uvaFJhb8FWpLYT5aYS8h9Q1zQOtHz9Lgia/xa
U9iwi12xQlZmHpBX2e2ZM3/WkG+6JlD3BiaCd+gTu5mfl2yIml3vrQG3L3yLYE/LTRWwe7vgiks8
gMfGC3DseKjuVwgQHyDega9D27WtMB9JNwjROCGDdMWYF1tvwuWD7AuyNDe+zxKeSmnUTidMlqhz
M785daB/q11e6qC+7KzWxdzmgv9VSDxR1deHonEmtKCZmp6WUeZfvd/32Lk47277vjeCZiMU3lBD
OKEEnwb9aBzUFqdqlnm6zS3MWHtTZVBKbAfH/82yRpQmRZ9gywp63V3XBYYXal0T9dcINOuPsQMq
tYv5+KiIbCf+hAoWD3delST0J8G1H1CRRA8dd493qD3cfh8w71MkfOWoqx2cO6t9mBXgs/tiVSuL
JLhYBrXG0S1SQuIMvOeW/t/ZqNUllz0iOh0Sbb2UB8yVNKyirkS1lvh6+owq4dmnOXDcKmxaSNmb
sTbB8wCGROzphTpXHiUXIKcMVedGraLOdvZkkn4rsla1xEJNQAsVWxJYv9iT+Q7lIFRXUwT08tJx
Ao3sNb7c+FGZ04CYzfowzP0MAUSs+qKtIFhtKOrBsnp0CK19K1nxuRzGu4qKzPa4LZwJBxeM/p9p
keNOo+vqPdGMUTbz4Sa+ycbRTb8pzMYoVGXlzDvtNYlzlzerLxEZTW1y8itHfxJmh20bIUt08mHm
StRcA2oSdmXahVJkybtbVZO4ZNtF+pvHnd/faTQYPzqOiBU6jGxEbsk54QJDpD9eWquIP2aMsxhJ
OnVf4iFJ98ywk3PPdUqvOXaie+WvD5u6ZnIOxQXyeHpRkB4or5xJV/blkpWNux37Wnw1TjK6Jz3G
Vv4pYXWaLyuO4OtlTeeeAUnpRMU5qfITadyCe9kUl6Zz05NCxkWhFseffu7RcR0QPr4S5zPIHdjI
5EX4K+KPrKnLe1RD/guf2YJ32rAebBCsw8Nsyt4wSihzomLbqB6ejTU40XXhYZbcsSqlYxiLrnSv
7UB4EHzSuWhfsGf06ROcRJNg5tJ2/gDXoOxOpaVSeEZ1zJkvrGiVFxdzPFnW9QSFfNw1cw+AoIwA
78LhdJM3N6v7+CBxpTzJarWsXWOTaIOUSmfmhgDE6B0pdk2Zi2qUhlg5MuxAUOV481bUfjb/mKyh
8ciCyLEhAwewsX565oABLn4YV996sbV2nkujRuKk07V5kWgVtoBghm8u+5O+z7pqHTdGexP3NFOd
LRqVlYLa1pAo4AekHcxZaIwXse+2YgMzTCKjAlU7qzg/+l2lDykqLVRJiQ9qKI+u7TlKwSLl9ouw
ypK7so88HMdV27PojDipM0MJt/X8MhhRLUzenVqxbO46pCnDRnsMdWAPphhQ6fpDTcM3h2YZf0Bw
Ta07fqMMTUCjq6I+Wu2yXGEnZDhTVaWHOdMbHX9P9ZxiyNWd8sMIF0gLLrjhia4Cry5eE+6F6rqh
0bkSOsaRF7bZSnFBXxhPI3Elyx5qq8NBeFKAB6TMDlHVzxel0Pn3mpp/y0imfJytKrJuUOv3O4zL
6hY2WHsNLqPiADGXPgfyBZeR8q0y+tB2wckFFXB/W6sJUcmo0+rk1XK+mex6Hr/V7hKfPEScGIEX
P7nUujeXY9GvX6tb+P5uwFp/U8TSHOaAnmFY4Hcj77qi77MFW7A+VA4oJ1RUKZMBFczDY47mDmEe
TiPMvAyMztGxSf+1ekn3HLm+UaceaqEMG4YigJ9SP3hWkRM/nmFZZ7QPWsJ1lVbM1KPDTjDKavnw
xGI/iknaL+kiyHKkxbnuCjDAh1o7KFvQ0U2Utq1DUeZk6w0sRq7oqsFqgIPsoTAMCvicAtfMFVET
A7h2zgw+5mS6hYasDwHxEMGW2Z7Y84K9vhiS2d0F8GXnq9EZvShMO4n1T2M1QPM1l3aYZh2yvxG1
VGg1PUSLPolE/uZlggtnacbL2zyl9r+3W6rYOw7VOvoBuD1+iyePM+fMXXoKlKwfMifCTTmw+Vdb
6sChuq1t5LBwSIrA2TmDZZ3W0rU6kENl891WKBffBpKAFRAurSRo7qI5H1Wda9ILx/mBHc17h4VC
0PFiSFaWQ1q+VUGtlxOApjR0Ui+4147sqnDMu/wRUVOrdvky10gXeyyAqLXIn/EWkIkYxZAqX0R+
Vb8xsfJaWEppdBev4+xv0qLnxBOwkVAhs+Mf18Do5zng4dr1k1yKyzzxB3MBjUv428wR5sObPffa
VYJIEpJEbmQ6me+rlE2BmUclUPECpiCpiV/jBiczfpAJohn+2Bk8r+0d4TnXK4kmi/dYTs45TiSe
kUmOeERvKIn9Pft9YB9qFa8I+n3Ac2lUYjdpPTl39xbQm3a7jp1IkQZW3Dn2IJitcLZLJvbmlinU
RQJj+DZhIns9Kkx6j6kdEM3DLeZ+kJsFVYf8I2fjZZ7vn2w6+Y8uhoUdT0t2IPAmv5CxH917Qus7
y8VYvJ3rkfxPJJb5dvDs4BR4aOdpHDj1fl7q/BlFenksyxGWyhpz6N2Pk+8u7Mt++15GurBfBuVP
zmVDhCvkWG4YJNLuNFyMLFUlIOBzOwJBfkDMQd0F0YG9MnhMslWASsuKGuT1WKz3EQnO7yLyWG/P
7YZrrLgc/gMM6WjkhyDjh5UwRwGtk69r0uIbJRWwUYQ11VfDZrYtqhFZl2EAemuE6EgYcmaBi4Qu
JJVDUEcnoid8h5DjxL5GJWu8XevVDRg6ycCye/aHohlvIZnM688aV8adZldabhij0w1TFe25ibT0
G8ADiXlF/w4FuUkmuV3Qdbe7zivSPNuupZq6HYjoor/xmWEWpCrQNmkGbAnPzOwl/gl3Hqt0wyKl
CFYq+kWHTSoUPV9HdRikIcIjItIosTsML3tG22cWN1k0TnC/9nAYN4LBkH9XN3IA3bVEwz7OOeQy
SIGUu6S4NVxYge6m84zVbIARV1UI06a6UmWDcNCexoiEyWj5yuiy5Fvtc/7dT+NqMXPJQPhT5DdH
5WAV26d0qW95lJfnErXsA3gBOgFdOiWSM7lviH9KlmJvN7U8LJUGHE5QBCE1kYDjDxxBvs2+yq/y
dDyvgqrHeG0v3CC7Cc+IPjYNQlUI5NDmLmASTfy9ZCre2hjn6sYIPdy5zjI8J8Vk5bhjtMwvtLsg
J2hllD4xQ+/gDYGHxge+wuLedl2pzFWaVNiMjWW9F32ekotA1BPQqn4x0/Ni6/HdNBpLbI3uvUzc
Pt5IKPRUFu6CBWD26Ce10/icLANrJooIa9mB2tHHVEnMVDWu8+XAclrV91Eugh7NaAIDXxYB7TdC
CFi856DVH1lCu2VTIziHTu4Xza2TN9OhVA0zY1BIV0KVyzYjNmcHRAnSokoC+ktG4f2hB+Id0wTw
ZbjQCz9bQPz8a2yh39NMS6Cq4J3W7iCuqnGYj6YavQvV2d6tqQPrPe8mc8Xnam4T1xFHk6zeZVZX
jn+oEluMML+F96PSdUG0F5xbGByqOeCHin+kvZbPebtWyXU11zPU0mmJXrOyqO7jSmTHaBgqDtdB
15/gzUd5GDsCyL8F1b3c1P0EZ7QSKQ0Ft3AAKGD209/dYpWfbS76C4TCCIgJYWvBEKRgdPIFFGgr
18oJg8kM2d5Wa/3u0IznMfJr+76LSFZC87nW5BS72oOSC+9v3gVVauttOWT9cdDGbrcBrg4LNGqw
uvvBaZziUEgDpiWCQeNuC3SvbP51vVDb2zIJLqPFVa+VioREtrBOtP6cTFzBrm/9HzQaGSZHsw7S
UDhwXfclBsZr9l+4zUk9BYdppuZ1xdzcxG3hyQ3t2Hjat4sa6CcId2V0IBmQovxueeRGFd8bmB/o
HRSxaTvMQooc+XhwaLdrp7irl3F8ixYnfsKJolKWrYRBhNdNmggWe3HGO5ngcdCGom8O10aWdNeK
JE3vDDFX9+gURmIu8PV4m65fEusn6170hm9A1SflZ/oaZoJzR4edS+CW4tjFtWy3ju0qROSRdE5e
is/7m58U+mP0/OI6Kmp/5+V5+xY0hBtgItFUqKsw+mi75QRCicKz3KPkp22Jv22qjiw0YDXyvqzQ
fkRY9/ohyW8VjPj7Yk6W6iRaXcpNqhr9QaSdY+8KYsPYZcBVbtMmyvdID/SWQROWroYcGz80aYXB
YB1aNBx5nmv2FlhvmrzjqYeQxo/Pj4Mf54fS0d4JrkX/sSL7QU2UuyPudCX0NkiEe/QCEeB1VyKF
ghTVJfr9sX9PgHnUcCchisR704OZBTgyZBf4S8+E4Klb9o12xY/RXWinmIqFdE07mjIcs0f4neUA
0ot6f/nUFDlXqdULer2imW9tU8jvMeqn49qK8YF1Zd5OsiijfWREdOU5Av6/z/AmOfRZCxpkrWgU
7DzAPWFeLE32QFBV5u+MO/XOvu0s2gRrMWfhrK3iuQN7sS17N/hpZYP1ENde/VrEKzEDmQma13Sw
DT2rUpT5Di26d99rQWQZTUrrZycVIpp8cOuTa3CNcT8uw8xqWMj62AYx1gQOOisZbgudN8hoAfZa
YmriO79JIFEWS9DPlwlU6YRcxHq4dQPh6KfKcd0WW2GDdjzmf6k7HOLBgXaHqw9L6rcc7WtvuhyQ
dmBp1WdhgwaSHGYSq+JmHsGFbTvGLkCBBqwFh0HzsLAIR4y7FLiLvWVG7X5Lgrn1d5jIsGBlQASa
bY1kSJ6Bz5m9peOJhiukVQHCMrWIG6XDByKaxCFo3xu5NJ68nqiRv0erbtObojNgCGUDtRNvNgki
W7/iRmTJy5PXQLY9Axhhxke3yQwUwEKoLQdKTl2pFKSBsJnIEMhB9pjkyQS8HRsTNW+mzVah1txx
JiSrkcCr1lq3uqw9etLCzTxng2oiktDm0KNDdhEkS0E4L+juhgps22Hi6X9cATEAZuD1ETaZqutC
fxAxd3LufAYAyTLi+Fr/jd8dCWRym4tZ03tltjR+rM7gvFpBvzzp7DymkphcwSFjLyDSpHFXSYUE
tuKUqXYtXiBKTOJK+1XS3nsyZuqJnstRDOpU/STyRt2rrjbVKc8kVNKV1FzgOS2sBWrIurmvAi38
Y4M/VhyisjFnbWrjj9+iPnLqdxkjP/uxQtZeWIh8jv/STrNq3+ZNXty7waRBFSWBnbLr58P01VVB
Y8I1GqXeEYKWqXBmgsc0kzAQES7kTnynT0W7jIJl+mgGlJjHmq9zY0t/uo4woSQ3C0QgEBGMGThB
JyM7vNtX9k4T11N8U32rPpxh4XAWwN074j/vPknDGvRGZmPTn/GGOXjdjjZ5fME53D0haxzT8N85
OrMlOZEsiH4RZhAQBLxmkmvtm1SlF0xdkti3gGCJr5+T8zJm063uriUJ4vp1P44LlCVHK+DGEkxW
D3XYrqQWNiMJKURz98S+wQVi36OKvPOiURqVJ4R6zxeJQXFF1TAfOA9Se3XnrjmBO1pDYGd9zJqS
GkoYg76d+vlBiILSQw+FcTzSVXnT1tE9PopK8Cm12Wz+EYi04jrObZdf+aUGdywbyAQNjXZMQlTB
Uk1Qy8Z7X0PY0dcFs93trbx1XymbeXTS/wvut6/UYgIQVM2ty2KWt7ZrxAHPxvZJkpzBCA7zmF9r
Tov5sg7F4l3ok80v4eBsIds6dAo/apbqP8R15wC3S6yArHpBm7LpMDtKv1gZjqhYrMwE99kfmeU1
ou2dU8fe6xbWDrnpnKc6UnKmNwRjkXGBCBXcOrvdSObyLe0HNb4TWNtoRq2pGHvQjrfUFw8b5l6u
M2a82nPv2Mj2P7epUjy967zFGw2Bg/fgLdp7rQKA2TeyYck9eNtkmJDoGBNXB/Rlu2tbf0yr67gW
tlUqk5rtEGlrPNefa1cNd1zFWZytASnvmutuWH+IaLO/XZNbnh8cCz9474Gsj9lQNMX9St+V9c5c
btzFBb+DFv2Z1U1eHJvaH8Iny3TFZK/GjiBKp03xxqSqyC0qrn7nFMcoUfgwbmb7axytL7eEdVFf
3GdmbcyBe0QZQ3FIc6a4+8aIaCkPge5nZzxaag/D+FR2YQyfQc1Lm0hKUKbgP6AMjr/jwoIGM6F2
zi9uznvCJpkZm4x+uK7IFWrl1NtroL0AKBXBfmnu8rmeou7QZV4g2kvOk7l8VrLIxHPXzar4DIuU
Npi9JR2Mh4MnA3Y8KAfXeRSCyRq+4DBDAepktgEaKCv3ZD13QPBmTxN/idHE1NxjdGDkJTPr9suN
/jbiYKF9jWKKFGH6uAQGc2NXrnp8G1jAEODk0czLdwJkGexK8Mho9tcu751q3XdSBtNG49bSAUea
bV04eSI09z1wkojSOTorIf0zDVbc8B6hRqvuv5ZPDbf8bbUdJXdOMXEpVgItiY9LIJf7OuW2wIKJ
ZRkjAhr28NysFPQ8E2Mum2E/DDU25HzBlqOSNXCD2QAlqLOyJG6MzHZ2mF27nUcY3lSnDCgUl2SA
mshwUbNN5pwjWVMuQutkcVeJbsifODkm7tOsdlkH4kKmRow0wNgRvOPHOEqY6N7Q0eu9LPUI46Kd
lq66AkXqO2dfFNOs/naB0uqDoL+f3TPIDg0sJ9qNEppQVUB1lVYWZrSpeT26aeRNPH/oyz86p2ym
QzT6dXtg2c/h1kqsI5d+yLzqESHNpyxw0gslGXk0paeuTuP4Lx2dVKdATWCY7s5QCzo/CTa5xXJP
ve/NDtRlOWP9geXVoqhcJOFHKHVx0ARZE2cxF4kcuNLGKFeXpX+m/y0f7zCQTTTRhAzFXJ3xjxR/
dMlu7HZZb0dIi5YeS4ENe6UfZiEp0WeefaNr2ZcnrDTs4rkp4VXG7A7tgds4FhNN2engy3anLG6X
fafact5PUTCZG4ScVlQ8rmmuLmwvpu6sYqpAaD3tXP+gq3oGOK+zCjkKmNUWnVxNlC89cTYsLgB5
7N1TMjoD6+C62pzlLyuYGvs8eCInO/L9SX2BN+yOL8tSrO6/MkodtG2eiv6/IXNYrPyTxTCxAabd
N2CJxWUZLzZ1gkVXNniP3Yw3kSt5g94ahB3t/NXrMIIZJIdc4UafO3106B9bkISRglnKoevt+myr
zaNPeSXLWaHz9TpHWwhrktgrlCnrVfFz7Mctr1HQt47EN94vZfc2QEKP/zljSAdHrilRvq+Lhhuq
TMnpsjEucgE2kAo7MA2oWd5dVo2OYJUqtfo3UsoKAKJw2+YgEJfHKqmsEBQ41nArHuYuaN9dwbAM
Jc+L6//K1Z264zZt5KvGHbp7jZa0w2aTed3FrjgR3g0ouXSifdqRJUSDwRHHeWBRcDB0PFLm1HV9
fMAbZrLPruYSdAkw8Tu/bjuC8DLywlZfHI89tI6l7qsfVNBu+nEcgC/Qxz162Uw7XZ/Zu7hZR9KX
ohWURpqCs463hQGUeRsmIgHsISv67pCKKLfHeMzcIKl1vTm8Km2+/o7CMRNfE2KovEeI4vK8i11e
AW91EDr1qWV4cChI8PrRkrG3Y2lrTizFIvnm6Y3Zorr4fWq6xYzbE8gIm4ZGAad1ocIelSXROhwM
1974ipbTTRfKfaX9BKsK+31wUuO4eKn0ECf9vPXrBZ+OGB5mE8joH/+7MWi5wdJNjxFZx4FqJhrM
2+va3egEgDr4RDL6pBENQiXtRUdAqWt6xJxY1a/EQLI9VeJMCZyJTgh5i/fwzFTh1wtuYbIlNnts
WV/FP8O2GzZoX+G8jVcKIP3mOmJdSE/C46x+XkP+z1m5LiUJu9IdN3B3dLpF3LHiHAfBM8AZf9jb
QGcaUWcTOr2ES9Y1xxoqWPNG7Ubrv3J+YKo4sWe3zWtZNXmdQN6bOM7Humm2+8yJZpe791w01JVB
4jE/gnpyur9zk7vZ37AfTPXKidyxieqDMU00Z4241840BEeEymr6wQgWZWeboTD9VhCDFD0/Am3q
iQ/5MnzYtY/hFdAuC1LI5PlEzZW3gEngisn+bAtt4d2om2prPreiY4u6QUTI7NUSH5bHYBKV9y9Q
a0/U3p2iF+j+nHfsWJ5UNgvqOEQp+SKfyq1JAwzuqwd57dKo2azHcJpcSnSRA4f599x7xKOZ5qVJ
+TwZr69YnG70Fdwhg+TzgIMLaujTZiN+T4AHI57fb4Cbdp6fZtOt9TctQgyFyFBFN4V7oh268++9
qJJgraFJ9vtiGAxchMotl50H9ZVszpwZdlGCWgaH3G0TTK9BXttenJbbev5NVF3Un3PDmxQvDgwu
ke/aWLflVzhbOkwOUbHg1tzh05jteqxc9jzrDVo3+A+Z9EzwyBRFTxpeGYwbzx2+PqhYFdat6oz9
hDqPhnd49pkKsS3VoZ+aLWOlP48hl1XoAhGtPoHhPxpjqHspgd+FOwW1ih0LkHMa8obmQwbe5u20
Hf0/+ZLrLxCwwUvj5OGy83NnujdDD7dZwoVq96124aM7oCsx7EL7IiflxJNtTmkkI3vQUeMzatMV
TP4EbrDb0bxVzflrKnwNAz6dqubvNCP7PeHlEsuXMLR38f4ZsgDE16iY82gITMPmhGXS8KG1FWBX
Rlo32O5BXQWPkCWKo04HStRKMA0sOCoMc66XzsyVdFOiDHuBfm5p2Tmn0cAOXU9Dfrat1Y8rvrBm
13oT3DAqSJIJOA40y3KxZG2y4CmHomRZxQzll65oFSpmP7xK/0aCXmPt013uOF9hGPCPA4nhnICS
9aOnhy0pwtz9zXUzoKZaencev429O/f0eQMvi4+mY+lHu3xw1a6sE8cSwN/jL/af27mZn/LccQRU
IEMrpVOlBMi5PDwCmmwTAbfsgYpEIh89GvSli+bmjTIXiINrq14FYM3dbCky3CPVioGhe8Pgxwnx
o2UyPtAobz4VNmJanIr2pJo+S/ohKvZLuoxXJ/bASbiZ7t8YmkBuM1zkLGXjNqXUZnDobBe92iM4
1p/goVkrq3b956os3J5Y7WTc0HQdnOlDzv+M4wLgQ/IZv52WufiuA6u3PcA7Ko/CbdJH/jzmTrjU
PBWyeIyMX/4CR4azhbIc+YFhFl9GsIXcDmbjX3TYRjQl5Om9gGBFZ3GGMUWAruc3rGEycL72mC07
g4WG2heNaVIDMevL5mBkLc7l/725yOrgyLa1FjteCu6jvzJ2AkVK1XNOJbgiZLbod3eS+Hb5gvMH
v1oXAYiBD2Km6+YBsBWFMLQeYXSheclnKapsv6MdQQA80tpSg7dtjyFY5z27NzqMQH0dvHbCisNL
RfDRGFb42VR97zH6RMG5XYbwRJgjY9tGtTYvPfREtsJI3WXNXn6f+1XBpL5ih5f5HOC7RTQ56TAP
vpCyqqM/luvJjyxBFu0gFprAQydYyuKy4sl42lTbXrc457ZezqFFn8TFOt0Ly2PKcNe81Q5LexSD
yMpEDbK+g4XLtAsX+JZVoT91YbmLUJk3eLzCinr7zlYsZ0GerhgJIOLaYyrQjch2i/HAplDeao0r
/24RAVuKahuixBE9rY0M8/RD06V2KfxqPM9uBR9oQJy9pJw9FzMBVFW2mi75gCpZt4R0Cv7iJ+bZ
9q0wDKeRDfxknlCFmRmi/Fw0/vI0LBXtdVEeP9CluWD7At336M0LGrQbhhTSNjGWMl86wZnuceea
qjX4z0XhAV8XU7YZXDbRlbfe09Z+dKlTv7vV1H2IdouvYtXiUI8ei1HI/9mZWytbjXTOJYAlE/1Q
9cIlkwLGIKNY7b5HOrk3Szl2rG88736hZOmhwM7yGQ2DEgfdVNAXmzAi4UzAIToHUwzcLofrdSU+
wFPomaZ50vWEoSjiJQPBzpeQj7z8XmNnKY5TTR3COkeUswc4XvZc/Ip2F+l1eqzY6H22Pmb+VUna
ANB8jnqjgiGBdTJQ8D61X3yeq7sipWd0T9tjcNAOmMO+TpWzY30QPk68nPB2sufkLcFO6hxGZDUQ
Rqf0HSna3hsm9M/JpTiTrTaVuphJM5KNqIMZSI19ntbzc9xHFvbRrWMRmfYo/RuAiCvqfVzbKQls
bQGXe1ycn0faGDURgqF861S0PCt+D3ve2iI7epw5fze8rP1BWGarAavcb+5f8XZuad5KCJo6ry3B
jjPwTYbbXROO5d4Oa/Gz5D37BfO2APZaOT33JpjWJCzjhaEa3FCRzMs0s8oP5Xev0/Qt73WAVsLF
BaVlHGJx9tl61PutH2co+ywFaC9kt/XM4LQwD8jmY8QrfOf3JLlMJCZ5GdGyTubWVvdksbl4O7K/
60eWtu5jRsyFBUUfv3hoSBcXWM6lY5HQ71DuI++4pS7FGujNfzFgSvm8ruP0hgI5OseM0HacGO6u
C89ohnxpN7oyknSs50RTqAnpx86XPJTOlfd/qd912fgx4HZ36C7liFH30CuYJQofpth19eoxRhT0
7B23WYKCY50XPt56oXx8W9743xzE3sfNERERjLH5pUvz5lBkVduc3CHOt1MmUtd+NlOvSjTJlX/+
zA++9hP0s8D8ydZcsFarC/aAbPZx+7grLa1OqdziMm14pQ9OENfjwr6jC7gM5vFYtk8w5ecFgTIu
q5fUZfdwm/C9FN6RhIgP3N3NYv+O190ScBpTEc5GdTNwAqHbCywj6MVF4sI5xIbcWLg0Yt/F2N+5
Ma4Tmpm/yeIeAGmOFYE94cLCmD/9EyN5w22lMoO54wYWp7vehP6zXGn9eKFBIXDpZoh0dIFInwcM
kJyFV96CVBRLgwMkVcQIkiGLaERbnWXFvwwqEcpoJnX9I3e8NMdYh33+CDCZvoVqMqA/FfMfXkRQ
Ll9BoRgUo86XR6cs+ukPZQmG4pJ2mK6cXc5vl6vGkGzS8N07HZcf2kkqHq6BQ2QHJ7symDizTR2D
MlD5OV0XCxGrKagJuQVGbOlOwVc/DcPwM8oLHA2gasCg5doRiKNOxEKW9xRXYIVIW9xRw12Vu7QM
bs7DVaTDcFeAMFPvecCP4SSFjYd/zTxXDtYBfv7cVQeO/XM8jYP6hVa7HBEzML02SsU5r5K+rn6M
G9W+p3hhS5tMWSuPGR7f4ZtMTT/xtt5C77WHkV7cs3wxLSrDOiovaVZwVpdtygk1HVwzkc/dS+Ct
8oIKqd8ZSkVO6KNqr8RzqxxvOvyt53xtKZjd9enSYakaeP//mMpG+Um/kVT4lp5GrqwU9YapZYO+
oaBlwURNhKA9mzuI03ODGjmhEnehq11TX5vS0O0o9MiWfAWgp7Gni91f0ie2ow6hUl0BlMtq7Oqu
2/zO7MzMags0FEp4ZErTztq+qrld99tU1iEV1O0Yn3Ov6I7GuNV67yC+puwvqrqgKnMYl29IB0BB
0zJt7vo1KNULOfv0LwbkpbyEUzOsbOx4Qd/icYQvuiz7bsZg5JuzFTLe6obnQIbl3xIi55XlWhie
p9jd7nH//nVHFXFQlarw2y8ItWTokL9ksxxDfKrAhgKr+JohvPUcfAOItEcsVl0O3Whrs+/BBnI8
GUeNvkkWetEJvBG5G8/+lqchXPNOOvjPGeli92wCRlnqXRvtHpsmSB1sMGJemYOJUGHNqqK4Lp4p
Yl7EqYnt1Hw6U7+xhRt0bKvjvKpiA2/gBmpXcW3v900jZtJawEz53Klu+mtVDGFGNC19JBwgGHLQ
zi2GnRxkazxT4ZiEMD9Hpj2t2++erqr1Dl+0It8RZ5N0Psh6xKLhMrPM8Z+e5aN96Cs6lXZ6KfCw
bFjAqoe8BS2RuHNWlUiWdhq7kxugwhyAYtww+9lYx+yhcd6v50LDSJ322yjb/wao8/F0XVY8mWmy
hKIZr9JpbkUNY+l2ysUYYKugkW8wr8y23YXKobiE9hdtrEiGFOUbc8pSt+tjPpLW6vYsCINBYeGZ
goAADzp4CyfWww2M0unSYF/Y7Wc4jv345puMHt9biJyPMbeXkF7F1gHmd6mqKfi2/KToxcJxmq0H
OUSO/mo1toOdpNOTyzUYEExNWkUbxqVc+b0+wpZtp0M+0w7BI9EEW/vkdcHCf9YI4NIPk+lX58Xt
8jIMPhCrSjh8kc7jUxEgrjMhBZPGHb3JTg/0nRAou89wKU9pUpMgbf5NVe6Jbw/WJvNzO2D4dWnF
THz87C9wFjP/yuBL56dQCDsv9BzgR+2E7y53a8GP500jhq+HAOcrCIa0Ci6ywgK1c7ubPjUsq3v0
NAIp7ngqITiV+u7ikLm640zK9tHMbuqKTx8XYZ/N3xVbxaTCi+QnggsTmaalvKo8XdyjjtuAvh3l
3cMJJUen+4kz6DD6JX1bMjeLFx/XIBh5iZJKkzfhY8uXS9/n0tkLvr6KXIQT/rFlRxzHSl3+Ug59
M/NiN7imfqMofAkRMviQUoNAwWce3pKqsAvh20UA78rFHPt6Asivan4BBxmY6UHXxB45FLr2BQts
ehW97N42rLEp06Re6fj0h89pZDWQdKILdrPJSPKyqO2XJ9+hVuu86dDD/oQD1lzwW9i7yvcJleDF
rXOCYrwmkYhRCKjAaOKuPA0Ux/CXKjtdNGy9pyoeGcKmVRTPqPthdxd06cwn312KFyljaI8SRs+D
GPCkMESzNvVZic57xL/RfWoNi9Tb6hPHOj0SzmvvzRFh11r7EJJNI3ZZHdFLBGmqci9+3ono0BCM
GY5tyH5+r9Kc9geqe3/6XklPaWwijxmmYpNWYzZ3HkNb08BkcLEdgiLt3ARaI2fGgOK6L8AiUvsT
jVl/bAMvNw92DJjiiLqNFrtCxSqKIBHNfAirffy15k7/rij0zPaGdA7n4JCO9tL4cvZOvEyW31tH
1oAMDi6dvp7zDxFvVE3RNtDiKiODpO9mHFwEQW1MveVczElfr8EFsdfPj+lItbHv5LeWCNbgP8KF
tg3CxWb7m0sSu3eDiudXuJJyvChp53dvCRUii2PKk+zTvDu6MfMkfJIpOI9FKVbGZ68JnkaUlOeW
NuDrECyDfBzUpK9lTVJQ5tyqKQ5bL66t48syjeFFQhz+VjAO0Sdy5PEgqPpnpmN+XfAGTaMPIcmO
b2Wy8gyzTp15VHIq3PKFC9iI6HYtNma7i0cshKBmpW380GtMgufBwRFzdP2N+1uTO+xJHZyt2GXS
hcU6TF15UkOuD27BPZWX5jz8nbKV0ZYZPkT5s7StUq/X35Xo8jzN9DJ8xTlrmzevweuUpPOI4BEQ
aSO/kbM25j0tGBra6dRPqlgSsNGseqes59Y0V2A7hMRCgFoQm0tnPMg8MdeBN00T7Y/eH1L0L4oY
uF72zcDNXbgxqHOab3s2SFgICj982TzqwvfrurUwXzOKkjvjmOfUKcujrZwGlE6qD0sw4zsy0/bS
EH7cO1CvCHnMGsoKwNzrxGM3MHFSBJN4Mx0lEIBvldy+Go6bFM3TwGcOxm3vJXA5iuqqa0qmPXy9
Dj5/B+9miGhOO/I6+R+GgwlS96SCUx452JuKYgb/vg6ZQQH2a1xFCD2de9HRVNI14wDQ2FKT9ifL
+uvqYM3h7m0IAB9xw2BwtjTQPYgCROK+IZJIdKkUmAJzl1LBnTCh3M4FBnHy1ouJuGWIIE6o21jP
k7t4x8qv0MlyL3X+EBTPT3Rs5L+kxpO7s6nrX4S5NYO3kL/VTqAmorH46a+AXNEPKJjG2WtcU1cS
Zt0xl4ZKJ7i35dfkev6bFLKwOATYUvwYHG+9jEPg+ceWbRGTYSFiannZ9vQHWeT1H8eY8HlIrVOf
GyLA7r71qTIRfbV8NwO5wYDQI8yPvkoa3Mwt6PYVX0PvNDQUsaG9DCxzn0so5M/T5Nfpa8FW9Kk3
7F+wM4TMUhWGI4T8loZGMY+ZPLSMf3A6POyzFM4xAC4wF7/DhcrB323bpfdsE3jK2tZXPkNIFhLG
RuI6TyWutWY3YTt9Mk03lYTesUI428rKkNOgfM8Hty3PJnXDg8dOiMuPEQnL5BW5DHN06ar0LZAe
A/BENAsjGCV3/xY9Ti7Ub7R+gOsZhyrhFSeJDCHDfPA3GvzwDbxtkHJL+kon96RHulQ4Nm+F05qg
xXfkWOJg7hztB28YnyhCKsJD1nFs7IfSaVFBuHI8kDDudYKCmT7CatU/lgFk4S6cZM4PKKWiKqpR
uETLfUNPtdwvYTW/MvTm0QPMoezSdNq/j4Reyyttjk18HDp29xDXe9JJLjDi4SdrkpILKls6fVl9
vbZHgkMNNl7WqxFka7ZoNZ9N6T6kfD6GM84D8xsfQX03qk3e8iCgjnMbS5WIdO5m2P+FQicog0e8
HnW2ywPa4S/Z2o1nUDPUJ/qQ53fI5tuFvw2Fi3pIIA0tIuBVIUB7D/Qbiscl9vKr44/NGbBt/8ns
2k5QYeJ1uyz9TIUVlly08V2kgoW0lhoyVHL4DtfpNqyCTCbr1Y3uTLv1CkRf+m71rxhbpot+lfof
0MU02OGUGQi9Uk3C+wlek7imHteK90VNLheFIM5glDd9WpALqNhsNfOAFwLrZHmuI109OwHYpFPT
3NKWi7cQo/JI1g0fY77Zwt0BKg1xlzWbJ/s/hKaGOwgfI4VZCt92Mo5uCAsBy2p9wMPNbcQV8zSc
SLBRKQlyoOIy2JjxzP4uJlMDLCThrb08cXnV+pPMCMlzDGp+d4m4O0VnG8zZ1W7O+os+rQ35xW1w
CcXpZ72R+Hm5icjLJ+14wNrA3vvd3qSi+io39AsK1Qr74eGo4RPNjhf3Yso89ijyBu56RZzhhtXy
i7NulIiAYk/zHd8i9AUmBP2PBpf0Q8BbQ08ecPyVdSECFj0eTAJMmLTVB5WY1EmxE0lr0AJ9Rk4D
60xGDBF/0XzjFaOX2i8Ox4IdDlO5n7GaID3Lwp2N5zlbSUyfYtCHeeK3M+a7yLrQJsY68McgoZMj
jU9WFPo/EZr+hUZFS+FjHSA68lFg819jMn2hhjt8bW8dgAQFTTK1mwdEdu4PnC9lsokIry6tg9H6
LmfsGNKW0wkvXTy8RmDj87tc5Xl/8nkBlKiudM1dFgnC45BtZH4T1kvifmzYUkG3ci6dn7sE3lQH
WcgubG9i5F9/5BuDLmGeUqx2V8qo6m8HhMynzgER8NKaU4LKES6bhqzR0Z3d27GZw3Jg4Ag6Nj6F
cwxHOYbntQyoMSR5Me4XR+iG/l9LnAQEDPmY0S0Mvl/Dz64jLrHx7+W5l3zTHeuFxGQmogAtjVbV
IFXA2HHIznNjOuHX2H6rdFzOepiBCnCdhW8T3HJQNAwsf3kQW4o8w2x6ZKwU/s5EAQ2Q+CL/LN4q
+TwhtO40ZRQn283TA44WlrtUjNsDiYD+Cbq+c5Fw7U/DSrkoF+MOgS8TLC8P/Fyct2mSZKZzAGzH
MmLjj7QzdYd5Cvm51kwCB5d0wqeb8Wz+29x+dH85G5ZJMVmM3t5WcCsnl9wks5qHJ0JH0WX0XESk
ip4JpqjMlSy6MkjAVW1XNJsW1hhe7jfNTHMeh3xmmsnb8lSgCGPmlxum0F5rxznXyuNeMUjy+keg
89Qm2gFNnHh1yG9WjpHk+lRZPmX8ZdIt48KPr46bRz2340PKL/we3xABszqlyAueCYFiuioIpw0Z
URMVTc2VcTM4EAmJ/oxGkkjVY+DvceHo9LCM9NtWADdiUoDjgoGTpMG7bKTf/yj7PGClFKllV6Gs
1GepeoK4VT7WnAsRQXmWxW2oy53y6ZigoQ2AAGMNhRCKBUD97ulJRixU+e2ximfLcAahSJ+Np1qP
HojJz+Nzg5TcHWrwLFhfFFt1srBzGA8edu4lJx8kIKmwbJZ1duqdwfWeyZma+cGQJ3lq8oq5N1oQ
+Z9dNeLgxyQZ4Gpgr3bynKxA7OM37+wi4qsD/I9p3ZdlaZ/oyBj5V4QEeQhU/1xZlr1zz8TMGAR5
2Nxhay6We9dsFQa9xYjy1PRTRB1PJJ3xvgAXCXXQumHAthKYIy5+ePoS8eYnZtXy1xpXc4+3MMIc
y7uo/9AOc5TLuxskt8WXN54W6vUgH3jyREYW8VGyISX72q8YE0V5V5m0+iqWWv3xoyB8qbNYigfr
NUtxxzyAkZG3+9okOVoCwiva82MLa+Y78uviaeTX+YKFfSLkreoyYicmqNbYhybw0gvoF+G/KLzI
/sEXk4bPgCZOSUdLiGEfLnheWF7QT2ldJjK6ILh6C7Vj3TDjMMy4mq6aXlPUmfWY8i/8Wzfwa9ia
O3F2UFlhmAW0R5SxzKc4Om4FNz5SL1hMfqgVu/opSjG8HOhyjy+bKaOTH+T9U2cGKI20tKdrwlcz
ESnCnHcZ22XT+2Wz5udS2f5fGA0gKustJMrchtzQdqoyVEbR9g6h0rXgEijAze5v7Sjz45pZmj5T
v8NxqjrNRjnKFUJ2mmJhf7BRVr84qq/Vg2N9nCySD606OUs+XoWlabjbvPBa+1H6TYvKfDuFw1Hd
yQ7L2gPMq8Ymm+sOKsG+W1OlXU/uU120OmFlmb503Tq+V1iKx52kA0Hf0e+RRRCTbMCKrsLqF1pN
XmofN/QVw2du0M0yNO3llzH8gOpbkDPF4i5phT2zhV+eMniihiRQ0x02miXO0rTUrKyCUmkW2uKT
ZX2Er7ri5kAnBlWDGDCG6dVhog/2TP1RdNlKac9stTZScMMcvG2BSeMnzBFMdH1HzPchJn9hkfod
P2lm8gjA3NmFCw9n3XVxXKDzjsBUtXfSSIRftbf65btuxxYsOcVJoiSOFQvux/AQMUmy6/cJcg25
906ah4MBi4MQd56Jo8cqnddkLEbToNGHbEGI5YVvWPxj84I7XzGk0z3CF4qKx6YC/tnwAmvSDnfk
RasZip9LOIDfiq7+uVztgg+/6R3aE1giLfFumt3oblky+D5d3uGoIJIPcX6QUcqIWABg+OMF83hU
Ue3KB2eYcKmQhRolGQHTWNZYOzQiFwQpJCmB3Sr24YAOymwPPCjDQcoRRlG9xkktYuzvhWvMyToo
ijsQhFCE6IOu0iNuDXktN+7jglK4+4ZgB6GKzc9eyO32+As8Lgkhc+dDnYrw9xKVQxtwXyCn8iwc
QiVngFEkBkAfEATudgZbf02YklKq+aFScSsOihyUTmZ0dpAP3rYU94YJIj81/oTkXc7IX7uu8ov5
5HcOeeByGtR9pTt3+UVMRvofA/mr34PkC81105YUtXEIEoIeIawNi3d74ajwgNvdqCM6rmsvAXrR
bvOmerp6IfXq9NoH8t74GfZKQDsBe4523eQvsy6hd84mxcCN14kNRz6GvDfcsjXbny2q+jfNggt4
PTsNzIT0flcI91tbVepfPbVd+ZMFhJudcTaUzf8X33hFhnClAsuTpT5GVIC7u0r2QZCMdFpErNfV
cAm4UbCRFv3Y2KPG0MWjH5Bsidylie8Ygu3M9xrZ3yGj7H1nCv0zZStVPNMdoR4Rh2yV6FlHGh4P
269+Tx7D+dssWnv4c5S+ssTkJGM36NzXyq4HLJ41gVGFw9krp7OmJiEBJtTB/sDAXuIi7QLx4ZgG
79ccNOo3gILb4LbQolZ+jbG3spTc8LaZdeVCHfJo0MfBHge+DEeIEOSYf+CpxfkFpouj+Qj3CZfo
gHxLG7C7WHNebz0Bc42w/NOvWmQVhMUKgUguKRanxt7TCryC9RpwUSV88x053DRGlzEly2+tefiI
XLxWcVmcxjlregBsC7JE7y1Od5kpE1l3csjmGA4OkdQn025ienE8lWKSDMMC1+jIHwkL72Z8mcYX
HuX1BRaTdy3npn6Wy6Lsjs5h+Y3CHz3gFZ+SegVWTwqFmyXoNuzdN5TXGH6KwdwUkeK2B4Vu69sr
unDx5fexkjsi9f5jT+eWj3SyNpX8jwU/JqmU3RpNSsH/KDqvJUl1LIp+EREChHvNhHTlvXkhqrpv
440wEvD1d+XrxMx0ViZIx+y9dvXgNl2AacWRyzcUkuguq9BPJht2E4FLU6zHRVI1HJfGSiWQll55
Sb2W4n1ET89AUUqIfRk64OnEixYAh+vzokGbhGiiuWyeGW9VWevXIUQ+jKMkM/URBo6pYmjVMH8h
N7XPG/3y3jN5fT+w+F52kR16e3j8G7gItGkBosHjhFgnsWj1/+P1xxVljQ7Vl40bFGDVHKbnfpmX
8DQDUl1PGL+2t37TZjn6jbTkczWU7O4yxKv13o9guOxQc/mM40MwCl/Yy+HMIpryoyeicc0GjNTv
P0I++ALsQnDCNZQUF9/PU7yxucUAVC6ksO91OG5fiOqnH5qEaifUtEKHSxcIUoHHCDFDrnbYaABf
7LzamBewWBCHCYNZmTSsUa9kI+Tk6cG1BeK40kZUymIlRzPOxekdJg6o/qnPggLlGQlRhzZs1d1i
c/09YWHSzl1k1/IiG9mQhxawKzsjdR/cG8v24S1d4xe+STmxQxu/dttjSbC8pj/kgQrz+xqddPkZ
uR0AXA/hJwSreQwgMBS2edaT3byFHTVfHWVzwl6n6m+qtiNEJ/Dh2KzApaT4MHm3/KZNZ52Wsbsm
8Jl1fa4tL5hYNo/dP+8qu92behicR4wFbn2gKLXQBNYBhCeZF/maZKnV39bUMneQE9gZRK4cFXNC
JJLnsJnTJEgZWNUHelBKrik0TX8cJppJBPmbZFprReKptrerO3d16x4dlVnkycbqeWlQ2cfwy/qC
5mPZzjr1ffeQokhEJtXwrKPRjWYSndslOrldVDx6HtojsFx2+9ohyf4TuWm4d9A+3Rb9OPy3eJVr
o7XVMDYyIe64SDXrS3KTBVZL8mIUciSeLmnuNML1S8fEcg9yZMTA2TFxfmRXg0PQNuzkLlHOfPKV
NJ0CdZMD96T5XjdLHNIFRyQleir4pwVIpSR3etYb9EMIOinau/52yQTc0sLg71HMOJwk9GGC19Xc
/K1WY11EK1hwKCU9FGZkDuyia7w3mxgTvRQsJ277rq/eiBFGQMyXD+XM44XQfiqGuIHFFLyWo8US
tDe+i1/RQ8p49V8gHJim4NyyjVZPCrU8OtlgqP/CRsAukcuFYagrgutBubIdg1bX/27R0D1txbr9
5jqQb1ZkWcEtrMbWumNsUvCysA10GXu0rkk8gcbmzRQy5HJitnLFounlhsV9QDZaxaV4JlFPnzMm
gP5hLdVmxTWOjCMXa55xwpfzA1cxMZdbFjWHsG7sdVf1dnkMZpLqDyXhS7eerrgfLOogkI48URaI
xaj9ZUQMcTTCeIEQYrzOwPJpPG1bxChRaOgR+C3rMy/mhG7MVecBtafc1dGaknbYIkgCXTVwFcI3
wyqTEbXlxyOkjZy9jFv+EcLkCZL74MZFB0AdLSO0vYOToYcbJj/uGoU5joeBFIksjTB1h4BSL30b
BeBsgB21GG4x1VC4sUtjTWTjlDrgFln2rQyZXpql0C9lq3JcbD3unKc6nyjN03UtD2LG5e7PYnYe
wDBsDiGWzZifNxtzBhwtP3/tmUaDxrEHld9Ra2R3OsfUAo6UIoLjnhQC2UdRS7RUtA0P8BVRXkHE
G8PbhUw8hIxro9xLx1adZxf0IhIuK1NrIoGJqxsSGolxKjKrxdvmRhjmU3Zd6z7zXZzUkwJ8i58K
ZWGMdnhy9yAzUEhGInPaf2oL23uf6+vbLcfwebGkPknLcC5VOUJmWzhLy/KXwMqdRNh/X3a16g+I
ZcKHybPb980rK5P0WpkX5okkKER4WYKCNLRC6K9ss6MOuFgYsXvwbcVkY5qxrGvJ3OEfUVGN/Ja0
Gv9MvWJLHcol+Ao6p9hnCEhCLOkDeZ+yhrXttt7g8VebZXulTiao18qZ2NRx5o9bcCIfdOvffJ12
w99ah1nxS4dRYG8Yt6y6hNuA6ZzFEDdvwL5vQyhbh/JQh1kLLiRown+98aJ3L8sBaLDp5tpHbcFz
wZZ11K8MA3kzkwkXxL1naTt9QHKIEHHXiJWl8Urg6Ycf1vJpseyqO2lVr2dSGBBAOGv3IguNsErI
CPviaKBHKWJGp50ohvVS9l743SsAVH9anBi/LURzn2Wm3w5/jNdE/X2KzsI9wzL0WpRl1ziCETMo
U44WjXn/TVun1r9YqLoqxpbs/Kdsx2segyvlQ7ALIALxRLhuexxQC2ERD2kod26QhpeSk/fOIyrL
hwMSOD/a0f7JjVxEJkHfhomb+jzlRHi1exEExka54Q4JgAEasG6JMM0AwdjOJaqo5VPN0ldf8Dac
kjpnzfT36ChjuJUL/wOtgRmfeVLs4R2IoIIdsUTTFO4XpoAYuLvqkTMCAMxgcqQfIyN75Q9ZMgZR
dKOow8mfSm2AWNjdZnlqqqXJz3npZP+QtAdtzEntPFK4zpeo24Lr3DuafivV9J99SWQEQMlMnXB4
TM8joIBjHw79jwb6dK/QTYxkkmVEGCOvju78yVnUjk8hWDajhwRWRdVT/jKLN3Z6mEuEKhhp3bDl
/6ZYvYTtqJeCbUXyx6/mNp75m26FC7S4QyY4x1EJXvuLk5t/cqNgSpn9pPJe5XROpO15zmWQLFUQ
P22CrYsRdiFiD970ewXjo2L4VoKuwGwSBKRMKPuLYi+AxJLXipyuAEsxT/RizXkcgBQ2xLGhU/nE
xFAiArS01E+iGXj6dw7Omv6WnOS+j9txhUnjTfl4jMpAMzDr0AzF2A+LAlrXiBFLhrq1H71C1xTk
ExPBbvBoG7aiDi08tuPgAW4de6c7k87Temhf++Xv1FKO35Z5yABYEyV4u+CD+Ckidu1ZkrG6Q6Mm
HHaoLjjTBfhECjhtrLf8iT4dJdQ4VGzDxmV5Sl3g2WaPr0mcGKCyQWmxAvx04ZBtLwWBeXBf0XUc
XTj3qKNzDh5IbqmIjaNWRcorsluP5EfdTN9t1fp3JVaUlqVhV3j/aVU2gguViDqxQ1TKM3OFQqr0
CRNWV781BRTHZKBKKw+rUxEO48AnPmRpv5ZJOxDcBoKCCOQ/AvOe/UEuuY2EQUIofJvxLVQfIRoE
1qJoZtP8ArPSeWHpRxYhZlBUYiIgoa7j6EqkTNlL2H3eHVuXw7anpyeZxixYrAuUrk8ETQZkh5Ou
8cj0Oy2SyoZh+2dy8pkHBJKoPx0pbfCbQFyk6dXOOaWwcWLWTij2wmXIrdiNZmwKqI0wXnpFsBO4
PI9tTZASVaW1nTYntKzXdgLjfQznPCuuO3s7u91cC8SeS56luhkN8/27iadHHatxjKgDJePZOMuK
6Zbnd3sHtDXW3EE9YmQ1oTjpfGGzErEL9Zsvw1ztlNuWFTaOvOS1CKWrj8IDXpWss00cKvUB5gqX
Th1yUbueu0WUC5wyp04ihN8MzzB1nG3Xg5gehDO7lMbBQrmr7bRLBrfLblmKlC+N16MIKV3ZvEc1
EBM6nC7/YZuV/UL1FFBIjEaajYaT3xYWyR5VpAtkyvKypkHDtnn1+F31q69P5UK3X5F7JZMA3M4h
Y2eBB5Y8KQo+D7zf+xVzVlI78zYnA7VOtHNddqE8U50zJMhCdYznCwoZPgu4SwyYrst4iJFAvrp2
I/ycJNkHBvEY/Iu6ZRwdovxCF+QJElhsB3dWy6zAw/gJW3PnVpvC4zBqJiqpv4ox2RzmljxXw2qn
cVhuJvzqOZDAtvbMMl4gClrFs18wvHhhkUhFENng2U9UHWv+tnEOZomT5RijaJrODftE6DOpPnp5
xy69kusFKT7gNyijpxXPb79TsmSpUds6wDhzfZOFgFZ/5DIsPGJi0B8oBu8DTBaEI4v5DfkO11uG
sBvINtvG0Ybavh3Zsk48DS8bj211ntAj4IKbcMuil/XDt7AuzA98FLf/sDBUYGZo+RgZQ51L6wfB
bcmE5h+dZYpKcRhr9vFT676XqZO6J6bb5W1Oq0x/WrlD9og4xUEpsRqW05nJ7pgXsS8jZCmIPXxg
O8bXkgGflvJpai1QkZ694DaSzMUTTizvE8WM9dxVDspQOUpIu2BH7pYZ8kkOzpUduem7nw5E183Y
DuOBtgu3khSNc9LoG17zHDT+XYi/OQYdYQnoZLKQezQu9UOuBmfDg41/eF/ZhtU/uy83Ycu7dgl/
oH5ZaW5fEcL74uhjeeRrMuRRb2KpQP97QXUZPRVYh65PgwdfTwFLzTVDg4i8wJne86jp/hibCTQe
46FDnif89KYICGQh08c4by6L9Pa8NJsZrhSfsThBPEjvspHLDzfcdX62myJcRNe3bbQ/uwCy4Q9V
qIweJiSjw8uSzVVwE8Kr3F5DMknGrwFk6KHtI6C0EfmYkgR36qqHjYlvHNrD+uk4eDuvy69/MA4R
JgkFmLb1kVil89B/y2alzujbefT2RV9Wt1CS/fnJXVwmJmQcNyCvPIGmktipE8bazDkPA6XGHHrs
zVXHf3FXW+vw3Vvb8mlZGM9BWincSJM+AhXxfJ4G1Z615bSM8zw+Ilu4NVT3QajR22yqLu/sEArN
MyQMJ0UJ5jsn7oytyRC8omFJGDj4XwKkxRN+zQrYSRcxStpGh34RiXXcUC/AzbGK+QiugL4e3HP1
Xx5ZCytlwg3vzdQ2y48qQ0R2i++vAaSbeTxKe671Qdcggfczonx3T73bfCnfgbHadzjGTe2F7o5Z
nXzghghearpXhCdujuejDatfALXqDqD3MuLeHt1HKMZl3BSc02R8T9uLDKKKLPvAao8ubv6EiCdM
pam9VnhMILFwMImjoNh+yw129V3ma/k1rfi/aYT5mRb6+ti26PfoHa3inaju9QVnQ/+IG+YHTar5
hWafnxZoMwzvq/pSI5U5ucAEGcFL4mrm0XjnIAgA/RRXC/MuFJMYiAXezI09FpGbTFZFDKtuMvEk
Zej/jIrDGuVPTnAPec3AL2bnw2GYwJBoVg7Hw5T6JxLoWGzLK8YHmQKfklFx/m8rZPWKS3X9BTNp
QbfwUpcdH+YVRyCnRjNZRA+LEe3LyMf+gl07PFKhUopJcEG40kTxVGvj/ZSl02MQCHR0FwntrzcZ
efXBEaMttpXFWvwjaZ4TzgIXTlaAK+ee2CuaLyqFROZo6fdCgd+FuYpyVK/bnYPknkoT4jOrdCRm
Osob1lYi22IpXO3HaIqKjy5X+XtN188hP0b3eV+PL31fgM2inqk+5mD6LIba4+uqEDSMo9veEVwr
vzpALm+5u+CADKayOPkkZ583uf7t89Acy2zznohKLKtTyIuXuNx6027wnOCB2GdkNz6mu9tZ0Ign
ZvJnnFu+Oq/K5VsN+umT+mNNBpwxB6fLouXXGxpi9SyYK4cOZkC5y1TBehTZNypZC5HcyK9FkEmk
05O1EEseW5N4CSNp7sW1yUI3wvObGzCUCIyjG6cp02fBJGHHJVXHkq0Xuw0STC5j7xZnpvQJEWnm
0OQBdRYWc2LLCMwLL1qrGaSJfNJLDgBOrt3FmovsfdX+C1Yr6+DA57sTqJ5PbWuHjwFm8uNWd6s+
28RGxpxFPf0CUuk2tl3XuRT8PhCM2B7YO+kaySZmtikzZN2+rxzDF3B3/LZsmnJ2PEMRfnTsMbeT
RKbxJLmsTmWeig/kD0RXIHpmqRqA/fCHba5i48pQ0j1OP0gzx1fS2ZEC1X75gRDTObceDOJ6drSL
Ch80JBLv/A+bojwp2mnYFWAyd/7I52oXWFblbKObpqmKO9eFglUFhtT70DAOJvi1esDYMMc6D6Pn
nGUTLb0uMmRhls/GvpR1Tk4P9C4EFY04ockyf/XSLz9uaTeUs9M3esMlcWqzoFVt0ujdClPUapn1
tF3/UkSQ3UoUBu/IlQCD7aIJfBYLILgB9dLBzugBpkGfKiJ29uDqnBvkFDSiYbDM150nod310hWX
AKMNH3WDltsUyDiEQ6kD9nQ/aibaEjD1ziZB45EFFbBo5j7lQsE0OJXLcZgNJCKM/Rn0wUjOyzyN
j1G2nfiuo6RXG3LAwGL9h6X2x0EaEA+2ti5LYS5YqplW9v5E9KGdjztrcrj8Rr7VDbpy9bKtURjG
s2/IPYF4MGJlUnvaz5oLDSDXZ0a/ey3Y5oFsetujPEQl9UiORvhljd5d7il9Ay4gcy5RZnOo2iCs
78WMjH+C+rTHHQ/BFFXNHcVSfectV/O5j9TiN+1tvm+PaNM+qkL/QFLIYEPf4Im2CNwuFXgwp1gB
LeIzODB3IRj9ajSplRu0ewCiXMRh0LxUXVDBuaxq5xwybf4KA9XdLMGMBZ1y+JfKvf3TNN1DfXVY
8uqmAf9jwo52wrbsb9PXD92oss8QjvluYiP6kIZ+c4CMbuc7k4F13ZdepAUGm45LvZC/rWXXT1xY
y8Wj0iKQGyzPbh7I9jkpl/qZ4haSnBuACyF253qF1txY724mAOgyy+UbjKYTUwrBAJKPuSlmF2ot
1gvKHtTWeYl7AVGIivM6YHpAbbujpI8+1JJhJZi74IQMCABHWWOxLWv1OtYjzSaBQCPiI++KTN1M
kXQ+WYA7+HvXN6LRNaGSW9Qmcs3se6W3zMHQwMxoyiZo88qFzWWK9hfiClHrPH5Xwaua8rcqTZ17
clzKZ8naPK7HJYQ8Tv2/7BXqkCBxxy0v47qZc1rWrGc9C7Nhx4Z/uFYW+Z8ldaYXev2vPnXT41iC
PcZRT4XAipQIgkZ9s4g3BYVfr270WIZyn7PFhg3AgO57hbKT732vb/WNGGn51Tz8ZTqcxmPoGmBW
y9w/F74IoU6R74nwvEEBFJRXtOgM8h13uPPquYaQHW/o629V2vlxQ32/LwfJYBu2WXdcIZk9ZoPu
n+lSOEt83eu/JHroXT9vSAl02zBq6T0v33MuBMTtAPhJxs3Pp8NVrrCnqzR7bQEL6laVxlZjoe9Y
MqyITkXvg5a1ZZvhi4uTMtsdMGvFiInHpNOFwtDQYFUVpR72/jKTCFF2oZqSYuspZTvUVSRy9fEM
sJLjZH0HNof+0TXWtB9NhLXVfPR55rHHv4I6UDvBvsk+tcFXCkUvwuSLUjlfFg3PnD27z3GGp8K2
Xp2VtY3r6upWBK7zyYwm/9KB6M/RFPn6aNfVEULkVX5U8ftgD3fyx7RlGHYIHPiLg8K5sydtDGlM
OpDDYzBgl4U6g3WzzgWLx+5oTYwHpQ78lxpX9kvgenkc4X8jlyuCgRaMzketRvFpgWuzjnUhyt9Z
SyQ33FrNn8obzV2BGisC7k5M195h3n/1i1Psk8DRcHLMxX07+fWNNOGwVzpk1A/3AUMH8J108mmX
O+xCBdp4edWxQyot5v5UlCFGgYJVVxNkEqXf8l+2IIzCLXkpBcbyjuoYRVX5yeCFf2yOnpqJzWlU
NRdMAtGuD834UUKjx6OyrIzWtyob33S1vmbptUYoedOOBi03QmDpxStMocSfwvqM8Sx7VKwcvq5Z
9aRuNAFj7euuwVlyjk88TpRcQNePLBmYaoSiIV9H9PdDCPmzXCv1auBT7KtKE3mLMMG+6hTz16vW
7x3Lw9pcUoYeVFNZTk7nCuL1dgOjnhCEMv5iwI40y6ys5YCLCpRgXuCu9G6O5Sb9tCx/OlWyu5z5
K/54puDJKpp0b/U2oH8br853rytz0zCdcY+UQCF4bjbheNF4wBHcFo3FRBddCVzuP9Anlg/mJ+IY
1pGnCLoa3ac57Ib8XNmssw/jJiVGHoxwRHhi0/rn2JKraEFMGs+5mP7y+NrtsWFj/+aUhWm/hdbt
wzZs/WMA8+HRIDuht1ORjbM/NNUV0w/C5oyaTZIqFQlgvSUsThOP0Nix8vjO4DfPNI5yYNrRc4Mj
ci2dU+C2V4pe2pgbvZgl+p7p8wKEUiPuDVRL1suG7Hb9qwpegS0IIM0ybUImMm85YEOy3dubYg25
efkBy7J5CsysgXBsfXUpnCCHmUcS7urkNrcq2mrvAJDGqx/xADgmMeDEPkijo9bSGOAOud+2J7pD
NNLl3AYPtgG9F06ypLGtt/AlzyoPoJxG7PciGP0WHBvwbKgmZlfPCbKHNkkn24puUcA4/n6qGy8p
Sk8kRtF3oxeEX1gVRP4daFxzRnVIZNyoh7Lp+USoSa5DVPhddLvlbSuOk17kf+xNu0vlTgUdIMEe
Ngpqx9zyFl6Rx4QQHKCWjH8K5JoPTHHI8mkiKdELpy7aTIgOLCBDjEU61oNmAiRgFTDWwea/nyVD
9YMXBtsXmhuP/GC5+W96rNc2zkTrqwczYR4lpG5AjTvt6skDF+gNRXklwxECu+UxVldFWuGKB/XO
BYzXvrLIslbUOVf377egie0+c4m6AIlBzzIFXwV9P//13sF26i1WQ8lFgtO4d0amUgolbzauZ3oF
PibmqPIFmgnzqD27DptPxz4Ul1cuKx+OFKjVPX6fNn1ysyrPyhhxVb4oSlsG0MWJo8HKbCakbuY+
R2gqsAyjj8zf4CiW6XvazDr6Mpjkp4s2yPnxr3SWRqhNuHLRGW4jcgqdI+qAyZxy3tWyYceTaws4
R5eK4s5JU1cAp4brBM0tJAOiOldZESwkWm2bmMhYUsPSEJk1FTUlHP9Rierct7GzU25kKTYw2hBd
/GMbKfz/TA0HxQBaKErZo+eofaOe8zpVKfoK+uPKA4cH+2U4MFoGA87Fsz0jC4mu/hWSMJ+jUljj
SaWggwhR4TrZ0YTZWO56EcWNr0hFIgi82GGUZS6WLxkDZETS41eVLde9VO3oOzrcFKQ65AsqMBwm
1xRcT1WnuTHbdNCRbL4I0xDN2apIKrDxA82xU4qqPNFNk53or2Yr7+HclcFxVYEbnhc4aymSzpaa
E6CMc9HuTI8CpYfFk0f3+gKaB/LjzpL9NN00U8oEB21+18LYCovlGV8TyuFW+7TQDjf7fE/QbuCd
mqGNzCG0ik1hsOv0l+PM8Hl3FEyLvKV7MacRdyRy/HoIhpfhSuvo7GtUI5pXm8b5qgQmeDEtMMmj
ahj3+Dyy6WDD8vruihlxiARvzV3TeM5jkHvrlZk1IW8afZJTzojDwvU89K6fH2zH1M0t/6SviBRV
CHI5DnwiTa3pfbDW4AkBlDavZBSND36gJX8UMTSASlxXHduxcYHaRUxkbEfR8HvIyyhoa2E42/Pu
jWKhnf/MMH/+EFCHG8phOR5iJ8PAf4dEYfjo67wHbcuw/am15ulfJPGHnPC8ImmtkZTeM0d0ywep
HAofN1wSHrv8B3dFMJ4tpqs7v8/Kh5LjoD5qU+fVoSX67tf3ycmJCzyIxFwwusxOFVy3HBtoweeE
P9zcAAzziaqynELGW9U76z/m8fPzkKluPkbrEP5CjBN4qklQZMzoTtTQPnANEeeZ3507WXZ/R+Ai
zJWERTbduBlxI9iyfeMnXZ7XpbfeeW1Jf0ItRMJZOJdzcB691L43dC3y0Nq6uskn2L9UZz1HPb98
KQ9SVWyIBwYGWDaw/bPAUGV0V0Nis+IMWwatIieQfWPqrXvHoeMz9KdRQlVtOwWOliWw6dsc36VJ
IqFtuCcJoQyIcOoRjtS+o35SQjhuPc9PL7OHlZwL21Rwb+wOO6E/sreMg9byX7cMWwf/H7hAiArN
OvBKsx3ckqeAV8on3puBQ69zzQiv9psYdZtXvTdw0c2pmefm16oXxGkzs1me2WKxsQ8BKPqVJR5V
fPR2GrzCMK9e+EVbdgJDPV6I/Qg+bY8e7sQQ0EGDNGrEx0Ubzoeh7T3rENIDd8fNZcge40yh+3SF
lMthQAKn8bkKDH4jnu+vYjNpf1N70IEviGDz7O8w5E2ZWJOZssQyStXnFDhjASmWEDasFov9Augc
9rbPru+a50mhNmMCfAqGWTEQsVO72tc1JeHO8GWCCu3BjHPLmempRL91IyBuFkdC45cfIhTpmdnf
+s9UJQBNdX39xNMsmFe0VkscjlfWuOLNHLG9CAWVg1uXC9rixubc1lvvBEd8LpCbOSlxF4+cvE84
CZpPu/PIvOXpxVCQaRhJMUlhkNi4EomHUBxEZ50VRfY6rIyekxl81rxnfOA+FoDDuljxN7xmGjpX
vLgy24OOte+sqRB4U7Ktuu2mltJrZOjafA2eNQxvjFPbW2vaTIZ/y/TFhbZPJgqnxnRkssazxzqs
XUCAwomUyPFvmciJi51xath5qn/sJqwx0tQbs08bDx3boBX+5fWZy9qzYl+IeoZ4MxsJJe7eMm6N
M7wBDPPXv07aEAiya2xGeD+lq5EpUHq6/omCUPu7cRA2mmlYzPnzVLV8G9VqG9KPpL9E0HgiJknL
0kVjshoc/Tsb6qnZ11aj16MwVloedRGG7nGyGIc5imdn1xs1/YY2++2DX/fm1kaU0//0zJMrBA3Z
MJ2ZjlvZbU+gqH90den7VFA1EBnDcOG5XtwQddNAyY21tITK5+MaItiErRusE2ayNl+1rzMjTqwF
puKbDe+s7qSP3/zkOLLznkuGzWInhrnfTnU3kjHmdqb1TqsYyvDMbWEYiBdXqOmU0Q/DonHYl7oC
pPpe9H3w2mKLJG8KKFT2M+m57S8Zt/8/glrY0/BjDy/WgHozHqGEbPcya8U/lMnLw5wZoNJ9AdkF
44MtHlcFzSBeDNSYy9A5wT90DGzpfCmKYB8gewwvpI1swbeCHhrPIRKoCYoh1UNTF/fBILVINDex
RV+EGc5G1rtf6zy4bGFEFjKlFfOGcsiB+sF8jxviJTkMiEi2D6Vg3/niAlw71yBxKB9M+2cJEEXv
9DChIdEePOfEzlpGA5OcASS2tZoeBrghVJSNpiQuVOG98jelL4snwMJxZ0cCzFxKmFMZht38VCAV
PJcbW/4rRE3cY3/PbztlfwrFqjee4Dc+bGaBu0IWntp5QFwS1YkNO77lXkIggxkHtY/SvQ1T+wM/
6lQ+rbPwAFQxB987nLusQSznIYAuJHA+Nz6DsM56tNGg35bMU6t9w6Dv0FslgYTX3IehRbSV1IzJ
z8glckgjSxMdkY2x13ejsvncGo2/tXGJjDoavVjV7bC6CJW0DTFsUhHfhU7TzU6gpamePVe61RXK
2A07Ulc6/1UKT1TeLNxIXddeq6nw68qKueczqHsQbexSXTatPVKnunJ2helgmbXN+u27zQB4d8Op
IjCnXKTjvmaMupO0Ca/UKm1fUE5Bbeia6BN+zF9YRxIMqzaP6A15/8t54yVgbus9LDRRz2CDFw48
JqoHRI/Z+2RN8liFPIaVWXNyLprChqGf0wZ4vVvfQTFA67RG03+9N1WXthc+a9cKqWYSFVVzGzlp
dRrr0n/vwpo7kEU2vqMBUvDOKBzjqAXDvNxxJwRJ4SFLBjyURjs1RQ7QNAxEx3wmkRolOL65aRuI
Aa9MF9wVNh5nkBqI1zRmGTYpUEpcuSVeKrlJgRncF1XuP+QI325Dm6ghptPQiwJGpmgte/U7U23M
MXXb+qo3FwwSlXgkfzrGqy4lL3/YfnEdRlMdlwWDsv5Y8wiIA8r1tOPbU9wd66gg8LR9tQzJ5MzF
cmadK9JY180EeJbKAh8M78YLrzVxi4yWq/6gg3wWcSBVX/1Uq2aP4FkLR24JeAugQENE4WuBMgq9
Ta9hk6GN9nPgHQS+gSBAPXYG0usxpF5EJ9XBtnn9YpqPZv0cRZ+3e3sbw+FhsbLJ3DJrwdjh49iT
PPsRyoZdlmJJPWbWlXPJSQC1qmeQ4u5rx6AIYOgTIaMUMjrKXtdXhi0pP1wvmXcPneK6Rpvy/6IM
RxnsgH69BgBxgpCCiGge7IeTkkZyYH1O0C16iQZQWUQOGj33zJHstkKTlsfQjDS7sUEjo1c/4I+3
6T6vc2TkSvsib9TKbdTYM+MriGcozBFMx62TBS/QtNik8c+XH6rtOM7WMOq/3ZQ13x7uUcQNgoe3
fx7x2fLzLkRzJgvaXfxe2JGxpeKXBR0SBuN8QG4pX6CRRazmUG5k6PzKvjjmFSVPwpnNirKc8iiE
mJuirA+4j3jNyWOG6plrA4sxBx0Uy9aR6wlvkNH7oV0m94hH1YmOLoijcxcBeEHYkWvN6ESp8hZ3
hFLHqWLHkthjTxpF5I89mJTQGh/kfM3HCEmff2+sHiXfhG3kWckKtixIQWTBpQ6LlZOkF+JIjAyT
RJ4kMmcLEondm4FsRQcrVzvkf0B1gGFuwzX9FmDMkJtMqlBxGdU12yc3HV4FoYR/tnUEoE2uE/c9
gt2OBj+Q9vWz6TB437IJ7w9VZ42jboCCe1HrWJAiSACfe+jWjbwgWhFJx+RQufG6kkd3ADQ5bTGK
WFpE5MmUgaT76i2G2+3A53NLs5x6wBb/HH7Y75axb3jXrqW13HBoYo8mFU5iuKPBeuL1xs8aLEPI
zioi7oWKICosgmr8Kx8A5cJThNYZ+lzKXofnSVRno8Bh7fW4Rl9W6ljOPiivniGUrK0H23QdHFYN
Y/+FvBRQGxWCOMy0FAThOKgRiLYeoukg0Tgh+HTDtUOBMY8h8yb6mWTqJLwmpwYVtZvDGoaGVk5e
3YwMRzwG351XnNi4WeLsOT4KPp32DVBDrcMwWfqJRwgeiT/vWXF1LnubZnz2SiTyV/eoEcDyOPw4
U1xExW3Z0t7a1PhhzDqLE6e2bUJ0/ufoTJZjNaIg+kVEUAwFbHse1FKrNWtDSHoS81RAMXy9D17Z
4Qjbeq2GupU382REzlHCn6YPd8vnUGWQacLaOWJesaMnx8da98CqvaVgw63c8cMVdtXsgH1a/T7L
fStYYx6RLntZ7FiUb/ntV8xB0m5ABXiL5ErR3jrGd/w0JjnFkGT4OncfSWNwtwzhyn5JwPObz4Ir
lwEh2ksCwgt8PzcYUfLsrscGCA6JQfiUSUP9jHa3oMyLsdwzCEZPvUdgZFtXglw5ZJrRvzOlSPwC
JrXO4TS4upy2cqzgzXr4AVnOd4tLlYlU/sEcZpnH5OD6p6mwwr/R7VM6qXI7+ZliUd8VlFcjpUB5
4fc+O3lIfyh2SixBAV4gxVaVJQucsQ9seFWLjGvBPCLqil0tjgwDUoaXfKEZaI1SW+NTCht5KiKs
WQQq6umJf+Y9Bhhv6+1s46TbxQjR1ppQffvNInY0NowqjbvpjbjtH5Bts5hNelcCYRWDy22yxZV0
sSK/cN+NkBDPccpSBB5HaQreoUH22XoM0/5ODyT8NxO2k3KLxFQ364ik3w1PBLffVEHoM2LXec0n
dzorPPotGNnau0JqppqG7o2mO07MprxoFcsWUFrYCqFO9vGBtoL2z+yr9NtoE2bhocVGebQIGIuD
y2n9PIGu/ANTFDbX0iIou6qtYr7vGWIeVJu692VUs44IeZkCsxkq4zGa6sq4K9om/4pphv91uogC
sKbGHIswUFPLQP+ns4HfL7Hk6ZZCyUAZUNW0aX8v5kEeVyNJ7yULxX9wjcQPHvXy6kcT5rSUsN/e
8hZqrRnZNIixsIIEp+gaIfuXLGCtwJM9azQ7Y15zhGCYJQVqv1Hc0qVrRmfnMW8AnG+zUuJYqw2H
1aaqQXw9wc606o3CbPhdm9zLKaIw61dB6Zi3phwjaXfKb1nmpAoVaPGcBTdy2LR1uSKNiIqTV4VC
kuCtIyysTW/jTXHMWpU0QlcXwVfYJAoNBa7SbE+MdA0/YcOqZpfUUt5Lo3VeYGTesmp6BsR4zZN0
vBrjRHmDGsUd3jJYPyqOHsjLTveKr1QC2nrMjjlG3KO0NJYL3MrxsdWt3HHKZAfM2M0TDT/TjW3+
vOWGR03l6BmfGBjNMyW9vJ+tXm7rls6uFPDUTvjt9BbJ7nkonQHfQpqu7dj2ziPRoYssW3zPmW+c
Sn80N2brfsx8Ubah2z01AGs2JeA9vAk02+HkKVnOojyyj20I0QRerN8JKryxsPd/cqJOj0YHqYD5
PjnEOCnpfc6Dz1qCSoqEZnFWI96uwirPeav27W4KHPnpAlV6M+JyoVf1VnEthWde7CEO19i5PkOf
chpwkV6NZbWGAIEU0twRd3qeOfFXHekA6FqG2hDWSGk1HJOfyoQuN029ccqoS3ksUggNZq6mK+ZB
2jGUQaOQ76szPuzinGV9+l3XEfCPtEgPik7AB0P385vkodxwjfVICLnzJ1f26cj5SbQhBjv6NiYk
F9H13V+vNrszTKUFdqnCn5RJfhP5szoHjd/cWaSRCMy35QETV//aYxFjsds2D0HjcbtW0CIN0+ue
FVVxYDRInIDWmfhzld9p7AXrThXWi4lpcu270jrC4LYPju7s1zCN5G9Pxm2vLNqBsCCIqyXa7MV1
0+bddn3u91ZF+thiiV0rI3+iJ6zZz41JoIGU9NYAiSLrJt2Lov6lfKXcgpFAxMuRJM5awwUPK5zR
rrYd1F4sXPsQbgLxF6elnod6o/2UY45lVMEbZmND2+gsE5e80ckrTKAcszSDI56SftcL2R1cWQ4X
kK4wfXuJAEAXEUJigLpIuo/dBbLJEfrBhPElHXxWPKO/YlwOrpwssoBrPXn3g+M/9SRLLlk8N5K3
cjscLdPIv/Dj3siP1B92Tw4niHtsstV4pJ8pfK2yYGcgon24XIfOU1tY+wpDBAFT1Fryc+2BL9CV
tPB70nI4i9zo/4gBklnlzpg7Y3vlHffhlXPylrnOsAFOixRlwYAqqViE0tyirqNxvY4J5Pq4JP3D
9O/uLafhvQBhkLSq3Xr2OqQ96ZaDkdKANIqtqIL8ADq4udI9RhK0GLzjTDZol4vuSNjOxDVSB+mG
1m8ubV3rvkx4Qj74VQw0LhhPNdG8DyPjyoB5oryjGI6WGgdPDRC/njBRSdXzobZi5+CCYqPeG1Ih
S+YS2SYa5p9CxBPW/07vZtEQoxr6N2GYuMZpk5VsYyPICOHQo1NyEeB4G5LpSVINTgWuEb1J1YTr
icq+50zHFILObuN9Q0EZHjKbLeSqVDMRBTJxKPL4RK3vqG3djYTnJFZu3aXQ/iO7/pzr4jGuXbAC
rbxrgI1itSloyOC/kZEZa8w1Ba3dWxqX+onfiVxxXnt7QeodgdnV/0zHDN69ASNkPEK7bxq3cLZz
hJk/giIG9xfTzKacI/FsTw0hDtci5GmV1J5ShH0TaYULO4UhN2Pk9NIX7iD13reKcZPPOWw8jOb1
UUYAy/Mat4JTocBKXAwNcMyH3DVZh7bV/GGO9ICMIYZ8loXWmfVst3UGWgmFheHCg7Z+bMLgfXCB
+nfcnm5J5Cd/iJ74J+qE+7+ZVenOS6S3IWFA1oOZMERzrbtvy0O0ZuKl3wZlngafxgP1V9lYjVoG
VcIBgqAo/UKYIOoZfm/TnPwY300mA+5+KN9rFQbNIRqK/y+kZDK4E70lvanfifkxu7Owqk68jePP
PJLWWSn9a2rcCfDRPhNH2OfGohp7oBhgFwKdW4vO0hA+yuieFRZRUJud+Qa3Frn+3Jx2ZteV92RV
wE9kikVKG5MXrVJZNkSlWc2B12u+ujR1LqmvwwfhjikWQSNem737Cgo2ekWAYQWN4+3BMPLkY0Ba
eByFIklYwIhvYFFeqB14oLXAvubaE3s1jcnVNoR+s3LMuF0mugVLuqBejdo/N36q9kEAtJdB0Cbv
BVLinmAJyV/Z6zUaT/VcOSZu2GxotlUQWmu4TnqH3iavCc8E03JMDSKWbdJzs9f+ZSEQMGw+g31j
OxMSJNfi0CAMbqy8C29z7oNqiGjHw6cYXrRHvTDXadqRMHrZX2TAiNWMY8uY6PS8rUhnnqGsQL3B
pTG+glKroo0MuHGuXJNVWxfZzt00JfWF9CK7fBFZmxnR/d6IanEHZbI9j6PfnMhSNG+e4gIphdds
UYKnTxXFj0AicdJG/hU87qfpuDU+VMS6VWER0ZFxad1CsBe7zp3as23VnD4cgzspe/sopvy2hIO3
FFlBqM8sg91JN+yngA9k8PK+WddDxM3Md9tgpXGAPSTEKU8af8OT53bipeuUhBpvgjjchqQ9u1Up
uQCfZerKg9+W5pHRXRzGSTX0ZHC9P3JnMhk7KutDznZ4zEj6n5qZq0/AmmGjQqm3PYYOgU1Zqcep
KrpDmYzjG4n98uB3JVA3PlgPwiAL0aexqedLoFipm6MRn1VQ2c+p5fPT+m0aICvxC16AGv2DoTJj
nRnx85jAOqQ2ADCohJfkrAeTggitYcyOBLawvfoRS30HKRI0qxN/NW1YbcQQhu/a7O7Bh7mPVrJw
zAovDM92K+OHvOqLF1Jr2GBzYKZBT/8sK9u++ixTRBq2jeZPZlGuUnZVv1Fek0OErui5MPrwRqUH
G0Wox9/UbjtfEF32AxdXUjzwNu6EKKZ9CaeEiyIW6RLtsbc37USN2ylt2VMtyP1NEiZ2vGF/RHUj
Vk0MjEY1YcMOLSdhC13MWzPvon04IoTyzUnXZSrsCd8lp0rYMBfYs6x+4lh3e3fsvNdu1MkP9mD8
FSC9Ni5B8r+pFNgAeGeoVUdd8D7x7LduINy6CiZ3GDakzfMbMkkGL9w1jSeLJMpHX2qNQ8I1wp2s
3PA+GWSMz5trwpZy49e4azoqM6Rzxd8EeYw3eMbEN5a0BDhkMVIqNojlsKF5DylSeOZKihfO7qIN
7kR/pwrX2EeFEH9BOoD5WIDrNAHEzOah++xQ704IyGqesC8r6ILhBNCCRu6kGDvagOnoYW2Y90yu
g7oRlpkfgakZ3O4nD2Uvz/UxgTzERDd5dDnU/oZmwRAHZ9R/uXZh7iq7Lm9VIoOEE8SMN5EQLH4j
n7qDKqwYD1QSQ2UO5JGa6+C+STv11XEU3Q25570Qweo3U9SxFODi7dLwZPNFaNScBSvE5Godol5/
ZTXt8ayixjuBmHxIyJfc0piOxI1tm+VHylr1h1RlvKMAkzVbZnbXtgbDYGVx8lNbNi4oo1/Ks0Ln
jF0vvZ+DkdLKyXBeS7yvm6or+l0UCG+x/9X+G4YO9cJqMjzadhG+Tk1/X1Vzd+pSIP4lpTffERfn
LUkPXhtTa61ioBkLKEWA2vFpgRaZ0Z2wRra/Xqv7Hf9e+Gz4JtfhxqV2roetf4Kx7O4s7vqku7zp
ToZiPJYR5/ZQsLZBgrS6+4S5qKY8dqFx6eLfMJX9fQnB7+K6pMcwe0JVN0cihnmR/rDx5+2exMbC
0dXNVz9SIougdxqBZa1APke/KFnZA9eA+mMaNc00jRbly6ytV8J0qBct3YPrumPYDmqvfwigHWdL
MrxEHHLcN23gsyOU7w1ULbjypGa0TR1yzpZ9Ed2sWjf3adNpAPVjU6zoXxseQSjqHY+oSfGC4Z9Q
1oNu76E0YWb4P8/WWHN7G/1InzqQI+2JlsT+QL9McVFwQFdy4Jq1AozbQSHLS4P3bhJ9ZG5PITJB
NLnKozHfJUPEDRNJ+NVtVUmANmVPC6X1loHu3FM55kOGMukfJRQyYj6Fe6SJW5AZWVmg5/7vniDJ
YWt6cLG2kidjcuBSjn+oiMPwgMswGG/0nfTyDgtRtqFVInyCsiGY9CEmVWD4l14ytc6BSu+UtBW1
EP5SyOKn9EELq/0HhDN5oCfLTT715PN1G7kn8Py/tFbCj6Ts7p11SLbJ+bDytTP7cpu6HIsRMvOb
D9iUgtAxqlaDIRl1O2zdyEqDU6MpCPswyrLej4Fov2MO9f93J/4nHkGHAnXgkbxC+u1MyKU4zkaj
EtTagKUV+xnqH5lv6myr2Dc+hiSNfkIFCzVrQgkTr3D+IrdXCDJI4ne8dQJj5fLkkFhpm6NHxl7u
1Oh9gi2FNF9NNmVDIGUONvV6fKNixjZ2DYTj6sk0ZtCqkCYlMORf4Cm1uKQ14Yk1ACB1nunKeRo6
sBDkzeJzkIzNb6xUewuDMiOS26iPhLfSiTSt3kQUtT5R/5EeA0K9d6xQu70hmYeSwsWIOTlGufWt
LjnkplLFNnBqdROGnF+NIpLnKTNcH2MezkHMDQXuPKQUya+kNXdw4uNNN7rJybYK/GXj2N1whZrH
ACX6PWtSa0uYLkPZLlv3Pk+NDmMnk5m81rbRvCcsKnlpIaHUoTMRJ5nr5DBivfxoo2j6llY+Xxu/
yx6menZ5J9Br4TemeBCtpCdaF+WbQ53qpgudf/CtWnopQJq2RWt8GQPlN6Otk4MHS2wx7Zcf7Wih
3y8dFWERS6QrN/7OMH6wCSits6TQcTVoOyGLT+IMXkfkgTQDX3ENYxxTK7CR8hhpaYPzKdPHBcC1
0jG1UnLgm52KGrwGMauWWdPK/Sv56e6ZuLK6lNzx6PPMdvWAjbe3D2Bh7P2M1wHRyJkuNFDqr7lN
DdgRM2p/GmgiF/hNy7JllEJkjAiaj355NDnMyPsHYWxf+hpLlIn4j40zl6+aW1OwAqf2RiiCNLVB
2uQjDGt9T155eJzjqDuWHG0laVhKQxxJqtyGpYHDF6wDS5fB39LPMO/6Qub7JAiHFyAq3ZnS6+Im
lv4RUBwOlleWu2wSAUmhqbUiuBku7g64zVgTU1ICN7cgrUzFDDdv4tY67XZUnrqfDFLDuCv7jq5A
/MjiLPF7i51lsG6Hb8AorVjk7fsaSjJntvOOVJsSgE70ABLUnyidcCz/bhpGD5DGmLio723S/wDQ
EBbWMBnzuePF26oqwcUTjJICjCVDsnNwSb2VC+3+EcFZyC14OOuE34wdEDJ04VL757pmsE0YkZ7Z
NaI8dYXH9i9JKWv7JrQ4PKKAR2IXV0NTrwfcJ+PZjls8vVTWRekV541FgxL3mx9bCtNeFzmLlAue
/7YCPBynHyiReJ4oI43nFXEfDM0iG91iXdR8GAhuMr/qRBG5mNLCJrSWDfAQEcax4PMc40umYgif
csDlsJtH46LzBS+DSxaDmeJko4fJy56ywOlQs0RSsJvJdBrTyRPjYygCFT0OuJFuMJQwSMSZQRQa
PssWciBDv2fb5aHG2sGEkpd+iz9PKNZ7AZikY2GIhZ/pBfMvwQVyQ/7cDSelZzGfYFnWz4CYAcIp
ltXAE6plEks9EfpXIK9sfklRcVo6MawhIGWZwW/bHchPBtyu0L5Ksoxni6ArD0PSFVQY+VGXHzRQ
MPD3I1AwEqA12DcI7eZ+kC0BlbTM3gdMqoyFhObk4kmmE05XdXCeE8VvJTGtGUgf3N81JD4L6Yzt
PQ5arsBeEbDz1E4M6aMxYFtsx8k3f7PWoAqFrJR5TkACcNesauCU/CFJ2rTJJODjFa57Gobe8+5J
6tQ897WgSNk0POM8CV2EW0uKstgo0Cj1uRCBd6CSzWyOQ5ZDwfPGRHwtdFOmX62qP9sdvF0hqcJY
pewXnlm9tjNVNFATdg0VasM5EabzZ+qeq0se+/UFCITzQEeL9xbxMucKiw763IZckrYC6zG1vsDK
9m5RAbMJOF0hdxofwE7NI3xajdBqFZW/w3Qp/K1XsFDdIHvhyKDnaD80+fBkobf+GF32Qk0w+JYo
QEsly06iwYGcoqcv0MInTLd4ssPMmrDVNuMTpBX/zJWGwSPiav6GeZ4CB+pRUdXAzIeZ3gbAOFe5
Zb9xc0Rg0IWxZ9IOXhM1/k12muzoTuGyJ3u0dacIDg02e0YJYg6o3138iO+C6lUcCPGv3ePr4GEA
XC2/J17Xb0CdTi4x0tVI1XZlD1caHdalS0IcONyVkOTNX+KKAUMkuds32bp4F8dB0WkOF3db4LPa
iF4S24N5SN1iZO1wUBFylXV6sNo2xxLi93uLUkSwlLK5J9PiXesOCX4d0soFumAaduRM3jE4Dhd0
a/OcRrV3NF1fvDtdF57g5NFw5RtB9THXTXDJ9OKVCp3nvMfY3ptB8m/iYr83yViTqwU1UmGwyQMW
0o5eWZl/54/WeBEQB9d5ZUrIoSTY8DTEzw0LM3fldPhDYSDekJfFK4Kgf0Gvq36iUOirXy1DSngB
OwTAEgeHf/ZyUT8wAfhqGaXmQ7c49TOm0tES/mMM/RVMFNyEQnhYV1RdEKufHWgVObArINFvha/+
AvbqO8A24ecERuk3pIubm7F2ri5Qw10W1uPK9o0D2zBk78LnwDYJ59z1UhA5ky0HT1JWL5HhPvaM
mEcBW2Wn6Im8B+qQsU7lFcWe6xBlpEraIDR2pRXXqxTBWm1GoPKXUrvFmcssGpx/Y0eY4K1o5BlK
cEgYNjZj5sLhScz55Kx8Bb84HygyLXnjbFGU2Tng1NtjMOG6yO4KvaPHkTi5H4pUxKrr7Vef3dKW
tU6xIr7+4NVBeG+M1iUlNLfqyVzvACXxUbV5t5lmT++mMag3KMHldjbgiPZuW3+D8Ot22Fm7Xes4
b/FEHJJS9jVzPGBJ8MVMsCwWAtPz7/CWypOrsR8rQYWWCvHbaUXq2dLBcx7BjKNGGCKM/J6JPwJ1
1KV99jBSH8s4lm+sxM/ujFFcqCShIdlFU+3FxzTpf1aTXVoYCG2jLRsJ1WzOdlike9uTR9yqzkb6
boWmE8YHrMn5NlIxKmLlTruqU9YVyd8/u8l0BqqH1hwOzwB1HGaheatjZzrjs/yMRe8Ru1HAsXEr
7/A8fQGBZMEW0SeJjRNcBCVfi70wIhg6W9Fw7U20lJzKd94S5ok2Dlw9Y+1t1OgIMnb25DQrLy6b
D4HneDc0FXTgZsA1fKam05Nr7XE28GQAZRViNfpYeFnwuHuYSNZjs3gbGF8ZZ6fc2bYa8MSwcPJ4
PeGiVpW8b/B+4kcX8cakDxdZjZ5yptWNIAWNG97qDoTFsKYNQq9inf8WNl+fzp+Nm2IKPPmmag/A
XIa18pPqLrS7l4Dd41OkbKSmFIujpne0De197dnjtzBdrhOOf+ehgHEHAxkE4kLtYK4B1SKsd4B6
lN23UGP2dWd8a+DFK2q1OkzCZC18KVuaMngVHbxEed/UC+ISyfKhooqe2Kup2T/lgdD3GMguBJbp
GXdNtjj+VFZb25nCY+4Z3HaZnJNTXPbIGwAC9oNnClYYhBgKSgAgR6YN/bU0FTjkbKnOTgV1h4b8
INXddRjTcheehid6LuPYMVewvToCpCK5byAO7QBLNZsmqJOXWBjfwNr74eQnBuhM0tF/2I1NcDJw
q/d4/it80wkl30Y5urtZUV6LcDqMR+ZqzsHK7s/QbIxD6vX1lS6W9IMLPf6opHH4LNHbknqqrlRB
eHeWrXfB9ONUiYNGpMjHLoAxQBQz2cOKmKKUljzqAN0iNfvs6ue2uwp8y7hx3GBcGb4ajDfpfkQg
/HDsTv7TvY93RkTTtNZp1FpH1r9c65OPvnXCB8mpdEZX3GEm8C+kHO5c26NrNS2dqN+wM3grNUZ8
TljwVB3XhITOn2LMsWFXPRFSvvssyf4lrYejPGiyDX8TnMx4rqezmMvoLTHorfZDy1sj0Pn0Asmv
yZ5+m0HrxyamxtwBRoJkkH+bfojvI57vfBoMHpoar5cZFXdN0Si2olaGeTkztwV1PesZ50e+cl2/
3k1D77+wFibNkfdcKXsaTPappTiVGi+485cle5+gPtKuBJQjikxxrkfFAVi7xTP7FTpneaxHx6zg
dsTZC9crXkhs3Iiy8fp3KuSA1GXHBHZUFt4DO/yHaBkbwcPll2zum5NddtYOU371RDV3SNE1tUwb
y6S8XUYELAvGtU/8VLSV992LMjDFFaUv6far4CXVHrOUyZa5CRbaCNvn2yj0yezHN7+JdkGHxaok
XDOP9gh3vazZQlvFv8ie6ppuDwPiisdIiIp96ZLUe81milvGKX0wXcmR1Sj3VA7hLlfZd2vkIG6g
/AegBOXEL5OUGcGm6F9rzP2ZRA/cpYH3NVwXfe8EgY1Mn6j9FHfLz9BGD9KKl8NP2u6d4UftPhJJ
+8xROm3NoQIE4hRd/u5JKX/MUaQ/+MsgqsRJtaWjrvoLvfCaJIRhtn3fvbf2/KBlirgwssVadxQD
xLNsb9Kq930Ht8RT3xFe5DWrqpTA1GgeBrfUdyzHlgLpBeiSsa4ZYr11sTKuOUK+meBOIEnHYzXz
onGIZR8tNZEZGbsoWbWKErZe18UWCbbcu73pkyPrl31H/cIW6EmqLCQRErXnzCyzl3ZmD9N7mgJP
VFLN5rDKXiqb96pnRERdIf8eej/Yg2P/ReueQVm32xzm2DnJ8FcmwL2PPCbOpTLi/TiR/hrsMkw3
LSL4RpUWROukHwzWwOw13PpF4cVZsTcHqyIYekezANLp0tuTOUuXej679yTsBpNrM1TosP0Ian0A
w1GwXSkqUDPBNUuJY3khDgzCPPRyeVNypDkvPTN+RfsR08SdLt+x8mDD7p8NqsokdJGa1BEWBVT0
GbbJPvIqn8G7bDVNbRBGDYh7+37AblgO2cFsG7FrPKd41OQFt1WyaIVpQQNUmzMMF/IhctKDIMBH
tHRsv/DvN3vbMaYdbX8M35YHq6/v64ue45sPnYaRBKJzAc+5XmRwS7jVNxnl5KfN2iceIEFrZz4+
lw6Gd7as7g/XdBoabGLVt6zO1cUii0jLKNKx5fefynUJu6y0SG7xYOGilkG0qJsMURnATejaCDUy
qe+CTj/gIXysBabnidbCFcyS70CX1RkMTbXtpphpUS+t4xmL47My6ubYySTYjBEJRK9kbkui76lQ
HI7O6OwwajzHonyoa8VRijQ6AuGIvMPAOHTr2WaSExpxIbOHyofE37faM56IOy7iLXtqC4Pu8uyL
V3vB06UBYw4WzfxguPHjzHoHJ05WbSK8049G2F3zDMouQ4W5Rasxt7XfpP9MfAS8ZnhwOzfI9iMC
1pY3iILYhEVpS82lSwO90T8mfa+p+SG1scL0m0Y4iZbSvkQm77VLZoUKr6XUuzlHE6tMMAA7zc9Z
1463I1DCTS8Cw8sFGPj2RiVOeVBpDMEphDEj/b+wje8cvNSQT9nPZP4X1wF5nKGP7K3Bdi8er/a9
kZIAHvlelCGHIwQTscWzy5UWsbQbdnXoD8++G1WbxPXTZ7oPTg3bnIvtNfYvuRpWdX0avttEdRfU
Hgy4uve37NReI9/sSdlyKfLJ3kwjbp1qRlEPhmlg/YUbeGMuQ8fGCJlaCeZTpR0F0QkE8X1gOAMq
OyyYzKYq4TSTi77k8PNP3gw6kW9u7X0GhdfelGHf19AMWHEhzR9x/ONPjIMuOcc+RH6LgWOFpz19
mDP2Jn1Pq0DK0/ESqiJZj7Vo32dWdMgfFHBDpUlOSR9F8li4uFQr9BBmeTQx8NGA+mD3cN208tje
k6zKNzxr1R7QgSLRAtfPoWoOPLOHWZm5k8YkIKR8KONoPMCw45Nxc+OdKRQYPtGxNTbJ+4UaySbW
Kk41nkjSJRNH49nyxuLJGaPuRTduc19lkblr43l4FrQBoN8hF51aiU7hFtM51xTqVFbBbEg/8B8Q
64BxclgyVR7FThtsgQCwiijp8x09S/V9U7f2rm/FVxaUJ9fvhh/NHe5MAFDw7iX8MrLtstu/mA86
32eFI/EVNg1cgCSdw25Pu8PAdjUMr9i3+3OkI5necsQaZze4qEFHKVpe+zVXZgKeqBCruG5bwWqm
8l4b0hNbh7roq5cgSBtzh9Mbw2PpcAZk7aPn+T+iT2K0KmXvc3ha21FOeJIzK3DhMstx63D12s0M
EvvK57kpeg+C0kiIKKL7B/96s+zrzBEYDqlbDOtONv/TXdJ8TYX3bypbuc+1yrbsv+MMH2HBs4za
dphBxzymbmF8+nUVUiG15NexDxMx9S36eKEdN1xM834FXPYf7F7ylRanzUJXW2c0cO65OHXrpqNM
hh8eGka83Ou5y1entopqsvUEy52IjjYs1J21noP06JYJZrlGaSyxU3PHKxMWAW5xrNhmP721vVUB
GCJFxcuSmsv8ubdZVZ68YUixbaiSryl0K8yKXcxOEIGBfpiET2SHYUd6e8gB7TEvsQitJQayPc41
xVozKdQrrTBEe2HKOO6pgHxQDfce9ix2vkav42UewzihibxWCUY8s7+bsS8DXpGeu52L8INpe745
5KjNFSF164BEpY89eIVnQssecBFMga+Np+H0Y0UsbqYehn0WB1guO/5102yjP/iT/TagCvNEJP6T
5EZ5mDGwL2Y6GmGLpZfdmKCJ7iCoNOXW9irnxvTenbMR8hjmKwS8QIvoIZRKbpOA7yVWdwwa9YBW
a6Xv9MS0p1izwOeCq8CWeqzDCNn3JxPeKMt0dEgW/6wX2JTH2BCp46MtgxX2NxkysrJ27FsrUFPU
ZdHd6JNiQVxDMVmhOWR7Fg92us0Fxg3M/LF4sTL9mk4lMuQ0wbgh9m9j2nObvzYuwHwCKUV1t7aD
Nz1k9Oyu+hibEc/PZix7/x6vjbwonLpAjIE0Ng6L38mlU4nz4F9i92IXFlPMBmx4jSwblCucOUgy
3OGOzTz3WEDqLESV095wopt+XiWzzhfajxDn3oy9S8sgfCAaYtPNA5kUXD1VOg0AMMxrw2kUCTkt
lkHbnGL22a5mVISD2bAFKIM4PnR+Q9o6gfDt5G2wUegw2Ex5834yXWFmDzvnJYytNz7VRQHHm7uK
jPRuDr35rXTgF1btgKVNWdRpzkl5FZmpt76e8FOnzY0eUpb2IVjnpfFC/EXoH7AAl3UO+p4gGA+J
gv/JsmBANOekAuoJk8Xj7cu3Z1IbX2Hhqc2KSSmlr4zGt4B2vqY800LSU0oZ+iyW2mybLpNoCK2Q
aozRR2nBZr8hGbuq7JQpMhhojYIU/lCn3t80+78dQX4CNZBJOoPOKxxKOW7LzsEEOlPPvu1cz+Lu
5OL9hE8IizNJq53ll4tzZi75D87uCxk0atylJ5MPDpJHQp70KwhC7MDKGfgp9ZrZY9A+Hd4mmCAk
FqZuvOf8bR5HkpnTkci5TZSKv0x4DCbeGmiAHZUxzjW1xKnD+XpAVC0OadpREWJR0scGL9iwH6hY
cwqsulaUnkfsGTc/GDcxXOG9Z9qsv3Pze46MvW4ULZY5lMVmyNG3Yit4nAZ6FbyR0pF8qo9+TRcV
JjDjPaLMF+SjMkOeJjlDDmzEZ9n2cb2jXRRsyAAptJRut2cIVadixupFNWb94KvJOqhkWCgOlMUF
liZGYAfseNL0zHYquKaBcRtsq9o4UHDxxxpouPlgjRQANdjc1dCCj+lo1PQX3Or0WdO7BnKfAvtz
V0BbWSIR/mdla3fajuk0F2cT5vmTh1RbnTALoFdo1R51UQ3ATJUf3uuOx/aBhW6Vb8cqg/QQT0U/
7Fw5E4vdsPcrW2I3hXUe1fLybnTzNGbjLbVMd2M1+ptQ0VivJ43bEn2Iya+e6YEEek4oVkUwd/BI
RRjZXNADm5Gb4aFIAn6Bo+n+G7ugPoXodNgakf6Un78YBsnDaEJHN7GDxaDTV4rAe0Qkd/yPsjNp
khtHk+hfaevz0IYgAYIcm5lD7BEZuUWu0oUmpVLcSXBffv28uLVUbSqbS1VbV5ViI0HAP/fnTLSn
KUKbzDH3ZHaG3cLOYROFxIFRaxqR3/gL/a5qzsdzJnOob0JH9To3fsHTNh1tZ41ZgTLueXReWdar
T3YBy5vhcDltm0VPT2itw5NcoI+nxLAPAkXylFv265WQvaVeot1GthM8Y3/uiPrEI+Zwt2sZUdrm
5Nm1f2QzAfIim/QWuzmCnUNJywNEhTknk1yn5KGj8Kx4KmX3ljuI8YYZ8HyCrOJh3fJNd8BmMQaM
OjAwpZxTD3oYw1shFqjSnc7e5yL3vhnKhC5yyd1Xml2ZCtTF4K8c0NDcRQPVQWuGVREZkZAe7AJJ
IABwAGzSyOYl5Q9+q/PK7PpBblEraEtcCOrueIsO27JBEYJmFQ+Xk6fD5JIAY7sdfSBmaGKQtEBE
ptMumScCK8WosvWsh/aHXzGVb3WN/MRKtfM9DtkV165VJHO8BTcB+L0mj3YAYVdzDXLEo7cWRzO1
smmyAR6FFTrx541NTOSQFIG+q5bsC3TxaLsQJyYap+tT7DV3Rbs8V6CqnIGREVAm6mmspfnsItTD
QFd4sb0R2rcnNfPFIrdWnlfUICFi1V9f6zksk/yjwAqyDeq+xoeVBAshVivb9U0oDzZ8ZzybefW2
eOleJsWDFyc/M49FgAA+aewuJZzAGILnlxnray2G0lSEJ1a6jmKYSWkPdjeCB7otWwQ0An5t8Tp0
XsasDPw2OiwLbIOXaWdx7D/ag5vdLgNp+xb1GeWGQZEJg0OLheyQcUrQJNzmp5629wdqkysumhkV
uK+HXRJ06gb5hqOzLvp9RZr5HAEY+kxgCgATBvqEnBxw/Mid6l7Pc3BgKu3gwCKEvky13rXa/9QU
ft9QAsSWA8L6niUHQqtK+RK4jXd6Yo+Ao3UhBeZV74ZJgk8N6UL9TDeotWp6cah850UEU16Racnr
LxP2HPK7kKTiXZ5o5xFn+SMlDu6pveISQse/842l7vAIMs1ksExPrciA1sfhY8yUckOxpaM3OOk7
mkB6N9jCgpxf6r4T3yMPE7Djk4/q00rcm16wv6mhOtuHMmi8jWqq4r4I0mnjkmy6ADRUwW7mH5er
1nUHONmYnG4YcppXV+m62Q1DPD5lQ+7cLWnI5eom6YFkZH5iL8iExHMIiAOvvM7V2dwyOqLfebTw
JHh13g2XUSvzrWsi+YV9THfKotnam0GkN0HcdR56hyX3QLbEByJ+/GnPAsM7Ink+t+WtnvLbUQ73
FYMkovQBkfExT/LLUvbZjj6Pa9cKoad1MHouLF6L8mrKqo4FJ17+Ikuw0zRJM1WgmKOqP5MEHJDT
sKwjxPLAIy7PlLBEzlktZQkkdhSXpp74Q7hnaW/P30Xa1ruR00q6tm267pXU4W6cSmrEaPCAzRHQ
bMjk8xjXsEBRr6plhmXEQPpQTiIKiXR0rnW0WM3JgFX1eGmd2prQYER4ruvS6Q9px2/xtAAuAsuZ
eZyMJcBpCnsozRxgbWzoHsWhEmom7hKazF4Bj9yLNsS2uyjWhXqEX6YoJUMVH0iG0hrsiY+YqeU9
gATKvg1fxc9YL/mxz0dtMdthuStt+kG2I0m4ex8X2Q20qmDHFZg/zIX6MZD624YCFnKswBiSKmhW
I3dbOhKenr2BRnXwE/lnoAiTkRlhDN+hIf1MTYQg3ol83LfKOjiqyInvlY8uZwuc8EQaEHQobIhM
jOcFVBgjAcEQRHiWs3dNzZdCcuoJ1DqZXTqDUEfNBIqKweYOyx4gjanE4e0N3nS7kNdFC6pViICL
5IcpEcXU9QNIWaVXHaKK8QG+aTdYnlXXxt62aXT7dTB2kdPVUMzJJpwwwa5JxHHTYY7oh1dgSpht
ZNXbZ02L9ilIMyt4oo3N22pRg2Mtwads6Yt2fgrCwI+ejMJhNWFd2gwYC97jFubeKoule1uHc0fz
GqbvXRokS7jH4V42aEDFcO0cZEqfTR36yeS0XfLEAXByt2AxkbPL2i82rTWl7yp2sp3LKcL7ynl8
7I/WYMZ0J+2WKlJ4WjjUPFbtG2dO6seqAU8F/TjUX+Hf6+IhRsCUT62SzJWAPFTx48DDoNoGYWDK
e2DbimMfPdK9OQ2EP6fdoFJLXUW0+NwmVDmaMUndJ+aaRFtcO/LbFSQUOgjXnEOiXRISWEamoUga
YcyhINos+ZmcqEuZdWn57PEnNQ8jYgYFv0yqEDCOhdQZigeuSOy91QBFK6GT2TdyIJKdcwZbabNM
zc3sOSJ/mkC3WPsu0aMdrsRQV+ghuLToyVq+NQXtdDcSeNE3IqrOLi9VtNzju0ybbRO20fzCVo0A
Pzp7Un74slWPbPoKvc+lHxJt7BGQ2kK1d1ZuZ4Km92z03sk1V+beNUIte8YBuFtWi0AbXM8xrBWz
QmzqIR9moD9DKyQMljiSJ15FC5hZW5PMJ26/Dqma45bN3gvDbkC7eeUeiSqqb1Km1JpjY1MbHhH0
voap6O8SBon5OQJXi5MGY9hxSZtC3okKHO8tXQnlhcNfpg4cgEaW3WwiNxwKMKOrOOa9rzIfbhXk
mB7248jjYkZO4GkZBEXO3SodagZ6XRmxYdVJ3tkeulQq2qZ4mZusr98A3OmUXxB7PFiCYd+EKYP3
mvLZ8ESHmC2ORdxF05lB+6zo++W4tQauH79VRVPpzRj2RFgGvvhzkSg5nvCclS0kOdc/YAFrnVfi
vXSaSqpD9x5744+Uho5XhiG1+kgmmZxH1bFDVcxQt8BbshMMm+4+H0V5sK9hksqmjWplGSR2BA3v
au0HkvOKopZRRFnqKPxasWMdHz3cx6xhtEu7hSWpcqna8nrcLXoyTF4bJuPPicBztSlVrOsdBpyp
+55bQxB9T2k5H0+2MzrZOe90fxw8FFOahJr8mkUfGzzJVhSeDI4j+4I1e7oQSAQG2LQD/dhesQC1
pwgn5vRzh3nJwf6WsFxMboL9a1GyT84lGbj0zi4c+huj2UlPLpZxA50mlkzJOCsPOQIiHQ6H0k4x
+oo6ynDJuNElGgKaCVTekLfvi5yWyC6dzxYm7o6Bs0rerKVEaZcl7cj3tRtaGGBdIFoebd/6Np0W
/63v8Q6vrInS+BAJ/rU2Rm3KKbQvfmXKo0q87lvkBJ6Gb+IogbmSXNhNsECZTRL4tlDv5qHsaXRF
8UAvTqtkjyhGPd84RHa8d1wCDizsxA1YcWh26ZoQzzZ+5uqr60W9y04hHQj9Tczqjyayxw8Kovr3
JUPRjIm85f20hRyOHtpEcG+utgsRmmPY1g6WrrxdcITbtV2dUrAcAFazqEdso+ilmBi7wJQGGURU
3l2c5bvoVTe+0j4Rtbt0qtKrzSNO6PCop8RP981oy9uGo/hycQU2uAzCkS5X5G4UuX96eag2Gkz9
EM90MeAjo7RvJXqL5p+yRATaDsxq0WDR9rub1up6iaAZaf/OhsofApZInC8VhxlIi/DsxD6mWetU
o2lPeEwd6wWoGiwCyjp6H97rlaccrxvBuJpjXOsAkT35GSb9GgkppVA7TyNsBXZYXcutRQkHz4UZ
jE2BR/fUNfVzVsNXUFeD76vpGzf4ORAO7u/Jm1bw5NVA2MViuIkV5k7MrY2cWdk6VyefLtddFeKa
XDc99KpzMvbOQKeCW8ZH47NDOPTM+bc4FrsXt0kAo5mo4vB6NdoctYTYgGMXwA9FVvqD7X+7pfsN
U1EEXPMhcBhd3hiBde/SeVeHYTdXDlzShtEm3j6agO56kftkrhMS4LRlUTVFh8BUOG5F+m4IcC/n
ZX0cxNUYaF+dNLvUBPFPGjKEf4dc6RV32C0lLtBA+DVhYIHyjhSZKk2YKx159OjY7sTOZeap790g
ipmsMK7YuAus1Q2b1Gw+Tx0P2Ae7alC9MBrVN7oYq1fyHRNbpdJq33LbqbdZUhjxzr6tOCbsTpg8
q8gD+oJZu30xRMtjBi+ut7EbJpJ7JwqhcHmxf0yLJvyhQfWjoffmBkx2eKK0eTzrRBSQcngHkkbj
1m2wd3bEPlLme5BCFXaCloMYwy7+BhTPjXN4AXrAHs/RMd5hpm+njYwVYEA8VBL7mCsZwJJWjLeR
ICh8UxZBfG286PrFv/GkA4Nr7MmudFwLhN8q1ef7FvoAQ6JS2y9+eQU3A8FCWnSWpNhmTCmLdVDP
4PJJXHKOy1lV1ulQ65y2usZdx+ydX5NeB/d8TOZ6OHf7q810ju81wy1n5fRuF+/ZeLeYiCndUPcN
Pt2j5TOYJWg+4TkEeYrXLaqVzcjCnV9dIb1XJx7EY9ZnjM3HayPBrd+4TXdr03VS3nZIMOFHwYSP
lcPRrKfw6Ci2OnDERHFEa6KlKdJJbiWbgBhllPOY4Po9WGPi8sjBlPIcTYU+a92NVrqivMbKb2eb
Mw90qhgw/MS6b1ZtYel3dqbCerRtxqTvNkTRPVan/LUnUDd+YMqFfMbz3I3fdcf2ZI+P3YyXMp1j
6l8mjZfHm828aQxlILTeaklGR1ePLqDamWQ1Z9eNR4MOP1tFvOJmKdIB/9eV2frWW0265VBsLlwT
4XAmqec80z1CA7nNoeGYMF3VzLRV9E5sqps3OOQCbi1+8vAmhCNJktPUWzAgPcVIo6XXbjuVkimT
o2LvTg0ckE5gGAu1rMCpzPih6ii5AiRcsv8vCBsRdm0XPX4OAwKwdlz88ITPH+tggtwyzxpdPF9s
oQ/h7ARH0PcdI35uk60993V0406cp9cZPvviPq092A9IWex987H2wB12DmM8x87gfFTaay0cXkpp
MnW+QwZXt3hyoV8G3pYeB2/6GoAnvbMEv56zQTkeX/uys9xyQ/NV+w4rm87w2rARcclUtDdRV+sT
AkGcrnFCXMUCT3LByVQ2JBIFzEl/JXzpJEclPREcyzTR2dqxeGKs0GCxI8baG7fEu5YzEvDyHrXC
bvb9XHtIL81MGVC/UGVFNm1cY96T5xJgHpw/FZfpJqM3dCHAG7bWK27P8OjrRrMYgq1yL5VT1tNj
Qt6zStc5dCJyYlkd+WonOmGaxyKeR0YXkFAJESgsqFwE9QCGxB2O6LHDGUOWQ2XyDFvEUuqs4b8E
G6zKCkJFWrXiaw1a3tv0DbvmdQqbZMauIpIgB0Gly/EkguuMqoodZepNBV0k4BitRzX3m3TkmmT6
Re90Tgs3twPnrx2hwGgTTb36npK6v/W5Sg8Uc+uOYr+lmi7SstGD6zEEhN6RQAEonKeSeH2DIO+5
wdRs1AxXLm9qPLW4qsfvDIni+MM39A3fkpLOCZ46tAPuHITMEBdm2mbdYyx7hulu55f5HvaPUBc0
cuj1o3bLfVyHFppAHRZE46iwMwNh+YNnky7dplVa3WAgyLdDbetDNGE73RQV+lM/KZhTuoz1lTkZ
8TUvzS1FxOylIzW27RZjnbtDSh/xXDEJrOHipH3x3E1+lp0z2x8rDO6L/SOIa/EDoQaib2W5geA/
Bz74teaGUZulAWQTTR248FXiFYyWu1y+kOSUGyITPTix0rqxCTyzqUMbrKyNyX1RwoTLc0ggIcgF
fDxOGX5bpnbcDlA6egmOLFogd3al5ZzqSNrXnCLz7Z442ouXW8b7Zrdxc4shfAG6ZKo99gTaTxgj
pS6+n7nfQRmbGPZXPboNtEAZ832kTr8FMdhwqjFtt1M1FnVUS3+8sINLqxfYbbgOeMoOmuxgx67G
qJmnQD34nr8uJd7NuZrwlUP8j9YV7Zl4mI01Z48URy/+fujZqh3bTobq4FeRMM/5NVmE9A5C5ts0
zBNMwBLSVHp1ThtzWkCUEQfXttNzJlii5BFXeCMfAWiN5MHk4HMYD2ILVg2F1mYcT3AV44Z2vpJt
zzPsOM5RG8e7gjCrwFJb5SU9s9aFp2PLscak8YPfUUK46ge8hBkW66wiN2czgqIqhErKdmv02H3K
/DoHT5FnTo324dxwJKX2yunqlyqJgn2ihFvvIkfEPkYuJZ+LqQ2euj7rnkUTxJ8TUAX7qwLOcEW9
++IHtsMRl3mmhgc27TFIknjCkJCpeuRBHoP3afhT2qBCOLW6KH62+tn6gkg0X4IolSFFEz58W7B9
kL/OITy5x5DD+mdtB4hFrAXeMzhs2pDybOzn+xww+q0JOj480ASXxlU5FNFWmlo6dKHW9D/1Xlw1
20IQDF1Lkc83Vsp4kRZSMTxPcRN/C3BgiR0e97h48I1NoCQMSGVt0Y5Z1eyJfUSE+/gZPKWlTrP0
+4l9Tw6YG66VqkpQ3xkFKUw+mNXZfRDcknUxhmLXmtKgwkMquymw4OZUq1KzSeoklmLb09tx4xgG
0ADc6Nhmlsdzb4sdMJweCAUF7yRB8hdG0uOwbZheH3XhwfgHCHRZHEYvJ46kXnGKmHx+j+1mePXt
wb8l0WDNSBj+TBe2AyQ0iMTYfaXVsh7NzVKjCVWYqHhW3SUDkz/agi0zfKHkBoMKJp6FkRmYwZDI
ZWBjHgNzuyCQsaxDOPcxxMjKqm8m2nOrNYN5RkFx347MBSmqos5X+V4DbRh/3nQ3iGC4H+pO3zlJ
VTx5sAzDe2vK6Kd1wmGiNdnoLhCbUpiWfV9ogmrrQL2MQe3XySHpjXqNJV11R4b0un1u2b0QOs+d
WGwCOmQ0R2kDPXdFDnIEMWOB6hdUCx7CRibfVSzqFyUbADfpYH/kaR6csMHUP7vE7s5p4ssbk0dR
vneCgYKkgHAEct1YJD+Kub1iW90lGijcsbw7HTLcumvjMA44G7IlvpmV3ThnPM9tfXAHPjGOLchG
QVwS0qomP6mhITue+1UOnXUkZN+Or2TSAhvZnQMpEPeG1PFn5fPwvy9kgdbLVGKpgh9KtjK9zcc+
RWFywHtRJMAjBaNd6E48XwTP/k1JfbBYBYDHDsOwJMMtxw7c1OTjOSJMaQrCkCJTs1AcvLDTPHpe
iid2nE1Az/k8RJeGoFm/7WeRgRJfYte9x+xi9VhS2fKfJiozeI05JSwTuv54N/B4eHT0Mt9TH+yZ
B/qG8i9lGSGpjkHkQXxITEIA7frbAajFqVSSZN60xF+si3QAXpQHEVEcAtp9bgLzaMkADLKVKsB5
q4E1x6mutcAp+HkVByA9dKgqXKl65JSwYnA6WtA7jJpge/F+TyGkU+oblOmL4c1iIhi7a9UZ4mHI
UckUHdCawUU77nKd/EpKTs92zeqDhRFBDhlpjl8joHKGdHm1NBvm6mTAkVIm/SKpRIMIjnUkPcug
1V0CLxDojFnxyAqas2Lk9OaFEyiPDkZEjlJSRRzyi5ma1BSmA9iISVZknAHAc7JUKqMtpCOOKd6K
ounAtsxDHNm3HCM7rHs5aU2G6G4lMzISBEewyvlysVDjScYyt0IbOrLfnfjy2so7FKIkqRE1k0Uh
nq+OrqezFnwIuxJosIBPvKdr7Nh8gsot9tGozN6tOXJ/anW9SHoKOo46cJhMDiYpPqbUdVIO92LZ
DFSd6w093lyNY18jtMY99Wvfl5EE6yGvOH7cJZY21b3jWH29a7CGRWsxlDI/Wu1ke8SvZalusyjD
MEkbH8ETOnsOE9c/WEx39OxPiSU/35NkY9lMOdrfeGMERTfJ8voebDWP8jAz023FxMAOVk0X1d5z
TuBSPpFeKPJohfnJ2mJtw0ZoIFlh+AvGNyaBsBiSwMYmj2IU4eUwlnObs/V+EexBisclLZMnD8WW
sxu68QdFHWztfBk1j6Jt0mpDt4J/U3JffyHuuMBMJr+75UCGWMQsU0zZSnH0mCCpV4V3k1QR/wDK
PWxBWhd8QJ2t1Zg7xmsJ7NN4cWvv1RN6PoAmkKRlS0oKEfPcVa9TCL9lVh9b12TWfcsZCAuHcNV0
X7GeMhFlpFAsm6nVkYfrJXCfE1CAOKKSoMxPCbPzdYAxuTebsUid5hY3bVJ8KWPcs1+l5w09JYaY
3tde2HbjOktsK3yILQJCTNYlOwTysJXjvVcgPbS1iuCPOW+EgBiSYeoKsiPmI3PrTBKoDbMG9S2g
IS4kkkTzMSU/rEbe3loQLwpOOYj3t5YIs/AzqNCtYJWxKIPV/Wr4Rb0Dt1XT0VxQ2KK+dVuakF8H
hQC+S3vHCEKYttZbxlEk56JuXLakEOge1syhwL10ctFnf4Z8AJ5i0bclHSuaMdCM9BFsc/Qc5jeA
LZ/Ru2L8a8xB2YT4RPJJQrkcoipCEDrrT6mPZejIgrZ4F+q86wg4ihW27JkNc8Sc2j73Pl/ccm1C
gaWRDWNc+i8tKhUndVPo6QfyOTZWTp4zrgXkRpMhQ1KJNQ2fbsAnXAuZoFEEU98+Z3lcynWBGvQ+
sxYzDrW8uGAHNk/PLZvrh3wZLO6suH6DoyMPtRH9cq7VwLE0Afe688AuRC9S2BNixiIy7wdnDEl4
jfGW85THtf+2UBERRTvHWYB4TKz+YD+0yOBiyTB9LqsqCu97Mvo7KjMAprfZ8tQL6HvXjuYh6l/k
lIt4Gwwz7FQqy+qye+Sxk2J4LoqyenPqiNuTFEz8hSXGf2/nUSO45AtVtPSQywdhqcAmjFAPA4pa
vmCYKKR8nDkf2MeOaoyvld/7yRsGIwhmk2oyGqT90L0MVeiQE6ozjkTxKN8diupP5JDJ1LJfVdFz
B6/Lf6SclNMWd07wbR6mYR+4gpDyZIqbRlwt94ik+Rsb2PmA/EuK0ne9bktZM6hEwP4dJDBsA/Nt
oebmjaBEMj1lfj7OzaoaHP7Nq0KK6MjW9qNjln117nu0XsGogZzUG4J1ZdHo7cKJmcBLxFlwvXSB
m3yGACfP00xT40mkQcWsLus8s3f6hQ0oVD6zj5M+ZSjT1PBdHDatxGiZetHjO3lyXY6tf0c9NFtu
EiBMdrOq8L8wcjaPvXQGCBsUlbXDlq/fss9loMfmi4DvY72MhMSt9ULia21YpOVRaNHA/6q0NdDH
4A7xD83+ND82A7wIhz4MfUbMHpqDS0B52ACZK/BGBW1m7v3AH0nDcdKy1E/0J0Ww24K0YC45nulq
K7QmjwgWE0I28eKR8aqy8ujBtaC72clE18PWWtrav0RpQ6SUPUy4ZsQJ+AN0F9iqhMycteX9aXNr
RrvCf+yzMtOnAJ2wCjnWb8JF+R8LIyWqmrkLXiKwG/gsMrjL5CksijPZFTr5ul2KMdhwJnLc70FJ
gHcNO5kpMdwfe2YzjDefWRMEA+BCJAGRCxiRPbmdRU1FzRQU7qPHmHJ0iq0C09UzU9KcA4Bx4Tlx
4iujVtsdURSU3Wg3uoS0BwCm7tplGveMR97Odim7k+uE3J79byXAWbBWsVOXO4bSIQFWqmBP01iV
L0XXNAw80n6OcFZesZ2cbnH07WI2qCR8e6AqIPWi/GvPCjbd+1ngZDci7ZOu3dmz0dabAbulv5g+
gMvYRTx3TlC3cOfVgv+NiId8+gzhIGdjzOb53pl6O1tW0sXG9WnbXsr3xsISACSGy7YcsPN3PiAW
fuJ3AwB7eSMt4EWQdNIi7p8qWgOfmN1OERUKfvQTwHafPda1L8F741TY5xbfIbtijd+JMk8VfKXv
SdBB4Cbzt7mj3zjOI6asxELdlT9HeLC1HXGEYEBx5SZFUXpr+qj6zEM/QAAQir8SN/B2nj+gNV3H
3/MJe7dq3ppkCj8Z4fnVt5EHBaWR+LrZHllh0zyXoBkgx6MBXkJVIw1kAIJ4fjj+8i2zYkMojo0d
wT46yemsMSw6qseWeutN9njIF9vcNPEYds+YfSb3coUENPvO6UAWbExfz7SJ9CHriIxJzD9RV1TE
T4yYHF7TzsicuhZtNXvKKrxPmok4iKZ+FzNaSvtdHfj6vpZDdnR0Vm9rkdrfNbE+svQ487Gj0WtT
n73FoacKWQyD1sItuSOnYNuYqJJlL6qSQ1DPveFProW8I0MkFQQngBq2Wh4bC5vVRhZqfC+jYgr2
GcWVM+ymMKAzwU1RI9Yg2UuqCFk8wDNA8Q+daXkvGYJhFBXlks7EIHi2r5lJeVf4JTuM1eAo3zwz
oPOXY0QANOPQM/sg11gX60OshobR0WxuGUeWDZEcVboffeyZF9/qhQTcM49qwXhj8R925Tw8eGXT
nzHx6AONORbZnczBcFGOoAjmQAdXyb8E8RqUw/LmdiYBYmVP45tNHlqhMBEPtYeCSzjhe5UHNksR
pYRl8MSAie+4sPzUYiELFPFOerkUmdwiFdVTFJiCwj2WOKySfcX+OoSNcsKBiroYQcjOt2y3FnwY
gTTuOsOFW+6rnilohAdZwkfHX3govEll3PdDo77grqzSDrUhrdEFlgXjpHuQxA14hXS2Y/8RB2xy
u7RFXgE28AfrYVj8kUKzOvDs+6kWnX1iLSNEyCms+drQffOQ2ZYJX7XpLXVFTjjNMQ4dZ1cTxDhR
sTvfSTkzk7US73bmaNW+Dx4z2DVKnPMDlaVKXmhjWF5qS7Nr4yyo15XP1/pIO2Ly0jLFWeODNeoH
s4fFnOjODG6Knl6dNczTgDlUShERUWKaDW5A7mcPPBeIJnEkcK1touuA6XVakGvctYVeiLCMCbfo
dKpB5gEBlii/NN/RiUqTtPAodwCFGozpWuTsHhyMLgMJykPW2Z5ONxH3J1vdQvX6KR05WW7afhk5
3buz9WD82SJnXFwF7fOCnTzajylJHWqUAjV8FWAXs+e5nbIIBJ3dIkuoMSAmQ9AKNTmCNTXtrIGu
TXvtUmdQWKteGuYwtU8XCDB744TzcCEMEC31T203/UBscTAzMUpiUd2EblnhWyvnzVDHZWc/wctN
6f8OLUb77XPigsp77fxqmG4x6lgm+hGw2U7DHfMzbjA83xN2+b3f4zemYa0g0nvHWW+hhkNqO4hy
QBaAIA70iRB9UDOnzzs0fX/Z9JVTfU0aUQ37VFo1AyRRu7LfpzzIeuJ6EwGhcq0LLJzugXFRHH+J
B8mKdZjpDp3NTpT441T385//+M///e+P6b+iz+qhymeqjP4B/uoBE0jX/s8/hfjnP1jWr//38cf/
/JNjCJRKpSG6sGsLFAoX//zj2yWh441/+z/cLCo60lfmW+h1db3h5DPuczsXb57DeYK0HzltgvOU
crd2MHN6aXwm91PGXCvBnvTnd6N/fTOORuSmKyIg0+kF1wnqr2+G6d3sjTz3v2QCu8dGSBO8CzIt
3dYZirnYU6RCHLjOYrYU/89XJpSvlGNr13Oh9rvy11d2JDMgK7bGN/aK2b4pZmpZPMxxWnvRmXDk
hwgBXP35NUXw68d1Ac65vpBo5jDgNOXuv74otimkJI3fmwKQsb313d4DHNlJVayYxzJ6Wo3cNizN
plXiQTnkTgHhqyDn6exqZCHDNHVD62tlHzxk2hQRq+nZFFCwefUnWtRdZ1NqhqdR9KF/igoONuc/
f4jffjLXDlyQwr4KpCNxWgX+r5/B4QtaVDTYl1mLAXuSmb5Czxu2rWOD6nLZ1LzPjhMd//yq1z/1
X65aVzi2oGAFFZMLRQl5var/5aqtljaLVehVT6AeKbEwpV+ch4xkITHipVsjB2vmyzTOHmOfdo6/
uUzVv3l1V2rJ1erwN9v59dV7vLJN29rVU1iN3SUrXPUUtVebLnzEv3mp6xX/+wd1feW4GPO8QMrr
JfQvH7R1XIuBgKye2o6TZYnxY02YqNn1WTDtGm37L3/+Yn//OYUjuSDxG/qK69Kxf/s5FcCeeiL+
cKF1ktxCHFzHLOgYgOWS8oDgz9zIY3v851f96xfKqyoEfCkcNuHK/vVTonHwQRm+XaqMLfpqsbzv
cYuCzdTMWj7+36/FZYoy5isB9/T3NYZrs7aR2MILo3P3hY0i3BLiaMlVjSJN9+cX+zdfp3Sl0L4j
JINW/duVIgmBe0jX12Kga5wfet23+ZrGAQXkkF/jsE6tZJ6Iefvn1xV/vW4kL+x7/Iqso4F7fWP/
ct0oC/OoE+ThBffVyVhuk+8aFxZvhNZCxXYLoj4Zl+Zb4Yk3ee3oWWdtR89ACLGiYbX1CD6MnOcC
+C8PIEueg2CQf3MT/5v36HHgRIX2EB1t+7f3WMcmGlvgFZdZ0kyyigsPWY68tLwpW3ofk7yq3/78
tfy+4HJ1a4d1iuuMr4Ql5NdvJea0vPixJS8O9zbGQPIDHaIA/mgPgrMLReogPYvpPfGTbpdQkLv+
8xv4Nxc666XgfaBuCc/97ULPBkFMpI/0xesn55jLFiXJ5CFm3KH/m5f6/cnOGimvliDWWQxt4DLc
Xz9slE5h7xfGuwC0CzaGXO0O+z1nQsb5+zI1N4ad34r8q7sRIoSyUVWYA5qlOPz5M/91rVaBCBRv
xuaT2+q3p1xHmQs+/kldrDFw4N1OvjiaPH8nTc9OvwLFOuT2vCEjm/zNK//15+ax5POivs8jna/h
128gWMYmUEbKC5YPJqCWmvRmQn/a+Uumzgyl7nO8Rruw967mEN/c/PmD//XHVjyeeDQKwZYCt8Wv
L88Tyicz0IqLk7KTFelYTUCf4mXjJu3w/c+v9dd7ydPapqhOOtz2jNp+fS0Kp+ndaP3wYmNn3Nlt
cD3QxWqPRbpbl/aU7v/8euIvv6rGW+lqFhkSyTYoqV9fsMBxMfh2wZQvsoS5odwwdQ8DE0+k4SRU
zc7rRvtYUHMDRGqOqLnTi+ceZ0rtlocW5OT3CrO9uypl657Vko3vieIpDtKoIXhuTJzeBbEK7v/8
tn/7mjwPUzs3hPbs/+PsTJrjxrEt/IsYwRnkNuekLHmS7LI3DJft4jzP/PXvg95GycxIhrrb0b1w
VyMBAnc89xz+09DcxV3sm6mDNVbLH/Q5n0+QhtWnQsm0HR259EsQqmuP8Ho9Q9VtvgvcvS5l28V6
KrgjNNGTihali0xtPjC9DpOoD9k/XQsoxp3D/Q2+mrA3AQM7BLSkOgJKLwcT4C6Mag9oogDFVD3Q
TG5fXFPJjqap51s7VMdzZMzGP8pgJojBjWBCyqxNjjPt651KErO3dH1c8exLK/T/v0cQNnArITd0
F29QSyFV6XQ4lQDN5FmIsGdt/Bni0g//80v6cOc6HCXRj5rGxxzUDEzD0KN+NVEpcjwDydOXlQNa
JDyvPwgckmMY2ERaK4tXSb9OAzPZ8kmCLO23sEKDVDARa+KGWrH6EQ1JkMRUZ2E0Qq5xMg5Wp6j/
paUehbs+M2k33v9FN+6IJlzXtRxVd+R1uXxJrqoMRP5jCyLATg9urE1fIZiajhQfjL+qRtXo/nqL
lysPAKegubYN3FlX9cWdTDo0cDpqHQ8VtNFwB0PlNDzqiU2HuzIA5p+cqrbHp5ry9jMSm329ckV1
aRoWV5RgFtfP+WsEYovgvelSZGOasHkIx3Q6t+jUwQ6qjt/cqH4i4jfh0go/SvHaP5ls2JADGzin
ipq5jXrqCb0kGMZp7owbARAKZmDN+S/oYVkK7CHe+KEdfZ0MIU6RkQIHySgzgpv9df8Qlx/NIW/m
g8EIaeJjqK9efrTGhNCQ1D09l/x0JG9sCwYbEX3EB4qthmbBl/vrLXyJ7Ti26VrMR6s6HXFXWzzr
UK9DASG4cnYct1eZ9KQCPdJsrAIG3jZpNuHBV+6l/L98+5kch5QUv22wT03V7MXLtRlQoODvtJ7Z
quVJUPZG92OCtKg1m61tVeMewsVi5XIsXDb7dIRFMqDZuiXpHBeXE8m8KQPziSiBIxzahxkjatZH
O6VncqrUsp4OsH4pynlstLKlaw+4YRt3tH9WNm9c/xBXhXdEx6FaDqHD4gPnKviemsEvD3kfdfhA
sy1sv2RgyjPct901/5idZjPb21H12xkBTD0ZZGvtOD2LPrKaDy1dV/Ub5V2LKglUwmr0YzCkZA6I
Xmg3n2KQfsmXCloOf6fSXHN/Nybsm3sN3D6GJ+xq9UsJc2tIGluBl4PVAiZ7sNFtSJhWThFq0dFQ
auq5gR8IdZ/MHGmcTnGhyEQ0UiNv6LKuR8QxAmK/ZVhKCZ6NAXbmlxiAffqJ+BpOwnEYx07fICIB
N/f9O3v1RkjQXcsw4Kshp9NtecRvchAdzB6aCOCU7CanQ5r4g72hxQgljj6XfyisOCsfTV6OyxvL
grwQjT8OX04anjcLJg3z2+iRZZ46jO1nCHPLrwijBiurXLk0nhjLkFvrPAo87WJfJRQuMaDzzAOw
gZYzlcNzbRqotZi9geRzqZ+VDKJFRMBDZp/QLEnLrNmKcEpWAsylJeeHkFdaYGQ0SjCuuTAKY2JA
eolEgBe45vBiVml0yNGm9nLU+HpY5iUPZFSUHilvtXIIN56HTmnKplwgSC6WR63BzleUkYZuCOOF
WzvPo48ZXEb7Qd7CkcGOM5gfgVgkIsQpJZlP96/WjS9NUmNwrwjrTePVxbz50mHW6POUgaYMcg3Y
K5jQ7I8SZdH7b7AOsE3FTYLjVe1FrNAPRSdQI+dLz4wnQm862o+G40/WIYiH4DtwfhQA7u/sxqPh
iwq4EomZII9ZXK64CccyzMLQa0xkccy+eWCCEFh9B7rM0tHEuL/crcsMB7OmggLnD9f58s3UajK1
tMRCb7BT3OiY1Ng3H+MxjskBqgekUtISno0pLj8EPi2CyWm1j2pd/b7/Q66iAi4zJXLqTsKWZeBl
WNKbIwiCOsg8aFR19NVHMToewzpj8o+JYOm8qdCtMn6ODci9LRmUHu3sgorxZnYsJfiTiFEtP/qd
DuUqdC31bCsb2huWsas1N9CNTUEsGXtxNA/l0wwsqf9YaYJxf1eF6KjZZn7nGqciN2tQOMBqIei8
v8ErD44zNSi1E3oSChvmIvWHKRIRaZ1qjANi/a9kjD22fQ/FK+AhBADvL7as/+BHOU3+WOCIqaws
Ew+QDbkT4SRgzkuN/BDCLfSbOU+oshNnsk8YNUFKigjnfNDBDlRSnat/LpHkST/wj+ZfdQAx/lY4
TfSIarZWHhDy1X/HxLDayhW8cePJyai7C16YTRlwcQOnQmWwt4k8+DBnA7A2erVmIJoXa9ad4rGl
s/Hf/dO5YTdtToVjIQU09OWdH+1Yp96uJN4wuf0ObSELWKyIvBgzdigNvfnQGAFah2UQv9xf+eoS
IApuwKWK2cZB0Xm53GuTaigzVRH30EZqllEePchAf3bRQwbU+/H+YjeMJAG+RfLFmJ9BefVyMcNi
IkArK6T0DGc8twxZbrUp+R+cEHaK9pEwdZvEahHND6g89BFTz14zJ5Q0QTkDIFU1BSFPiJVgU+hQ
HZoAw/lptr+/wVvfkdBMtVXspaxYX25wBpzjtmYReygKpdTw9OLYwju8Cx2WzxomV5mRMreBPg/H
+ytfx8b0HaSd5sLiH7TFYwbIbgydmyRe65iF+Bgq1ID2KKOEX/VAp7M7IteIvkUx+u+/ujKWkv6e
LJ/hncst16VpTLXix16Jxss+GUplMwFp/zCOsf13RIcOOYygYLCFgmu54vOvLq+sllOhV+kWUlUz
5Od443TBjweR0826ZzNJty34X32edR8+wFjNVtKrq/Mlw6ElqdELZJM80culLIAdOUUi3UPTWWcM
D2EnAe58E9jNuJ/g36Pvq2bvNUQcqlwVLwTIn7j1ctE6BbM/qYbwUgg8HkizoLJCGGiTz210bGmA
rJznte/FJZDo2A5FNNXGNVwuqIsMAZ0ks3B5zA8wHomCeBz/V9loESBhMm3yKGP3ZQ6De8i4B+OO
+qEYIa55522WrkkT1B7oFHCtFpfKtOPE9APf9Jq2co9NC7wTbop8Z9bC2ADXVZ9zhtRWdn/1eOWi
+Cn5fljSXZx25MOLOaq+4aVNbIcgeLsZxMxAvL5xCd09WA6hpBZWJk41+NX3RnasTr+SSEMn/MEW
Xx69qWo11j22oF2iG/+9FigIQAFSFE8AsxKIMoKGgYP3HzNNIBsbSSeP+tzlmrOCjmMW9ARzSIcx
lVLFe18p3I8OiifHQPK9gYrN4pVbfePVujKSpN1l6hpfd7GqRpdjCFrTm9TMUKGkahrYnQKfiqwW
Aqa9v0d5VS5SMHmucELyhHDmuJ/L1bJUdLGi5KZnlliGNhT5ls69dojC6ZcBo6F3f7lbmyMPIFwk
8MChL25uxzhbBAOUAWvElG1bPUIsTwXUkkNRsJJy3LqvsrZq6ITLRMqLwLzSqmE26bJ4aYdUhGp0
7kmBsvuQi9w4t+DeX9pI03aUL2FHvL9L7eY2HawTORcJ57KRUcN/AIls6HoG7OuZA8R5Lost9Dhj
vamYLfH3bgQWbY/ehorALgK+JlIRgTu51L9aw4ao32dsf8M/G0OUCdfepB7mHOKJFyAWvr6CCbh1
CQRkClg3aqyY8ctL4Le+H9QRE8GzAxKxBwEKXYbITnlMSjOFibJyPleBDpdOwie4cKRNrljkMDNI
/LKaAhjGs7b9g6hjfWQqNXu6/xVufQTHVjXHBqvITVhcbbN1xkpVa9Nri6r9ispS9tC2UDxFzWyu
2MbrpaheaAZFSkJ4ApzFhpAnsBSoKQQBaq9u/bDV911lQvgc9caKIZTX9vLBykKJyuixo9nXwJck
sJqakUABft8BcxXAhSz0qP0GSrw/+ETge+D0/m4ySoZkVJhZ7h/qtaNneUGDHOwR0OTXm/8mpjBg
XIJ4Ine9KXTmD2lpPiYlbLeU2Hzk6MEe6iE0AvfXvH7JrAm8SHBHiYydRdgIIyOigJMkraBU90Wd
R7jMxGAg0ijyJ6tAa7kZeqawC+X3/YWv76mMnbg5siMpwUaX76JxhrKqgAR5dpzZ5mNpNrCkw5lc
Jd/uL3Tr/shsXiZVlBGWeIpesfpqMrAXISQRHvrd5YfIDl9qlaO9v9Kt68MxmrJqywdc5plJ2KrR
pAeOV4a1AozNbpGkjOr4QRsGeOOSvOo/J6nIfgydGv+18I2f7/+AW2cqgwgKNLZOErDwAOSupaJk
k+1BHzV/9OEIRM2IfP/9NoZ8jfDQ4aXQrVkijvpYmIqAOMGzwjjuoTdtK+eYUF58t5VhHfwnmDyK
zjRJLu8I5dvZmUuBuiVY05/CnPMH5olqcjj1z/2Tu/EMCHYdWwf9J/8lL9GbpyfM0ARE7VreWE7K
3le17ECNe9z2fYXCNgA0Ymykly1apSvf7NbKhH6YHFsYfDz5929Wps8jMeLYHObGsx/wJsU7N28Z
9cCfwlsbi+wIt1+3A1i21ny68TKoTdL+oiEJAmP5MoqoZ6g07IQXujmzWArdralNk103ONHx/vle
e0HCLZdJT4yNSkFl4S/CWOlfhy89BohpY/lTNJwyk6IKdWIIVxTkAu8veMOWsi2HBhF+l38vj1WB
maosY8yLFkCo3FvnznIhOIkMZBSHot4JuD/uL3lrjwIjo3FVuUWWcfklyRuGCnI2w3N7iLYDULQP
ps4AgyoKE6KZxF0xN7c+HzgHypQ2OSgYmsv1oMWe1cmoDM8wdSAG/CKYyGZUSQbn/baarizJrkFF
6rqsEbXTWJVqb3hzYbnftT7sd441Fiuv/dZLgO/DoiiESRHLHpveaDABQsHilRUUypWbKd8QBMh3
QV+AcLcavdlCx/gzEv47cZsYFuoQhnAcwH4mcL9FjAaHfYJKH4G6Bvg33zALa39rCve7rgG0NkeG
I2qZlr37uuiEg3BmyiTBsKUxf/vwi1aEZZ9QA6VgdWyDJNiZbuE/dzCT7CoGNKOVyPDG/dShRKRy
7/IhAR9dLghFAVPcA0lm3zYmItdRf9Zz3T+jTkSr3Wpe7u/vCn0hTxW2VxJK2ICB/C3egxrXkxW5
neHB7NNurSCG5wa84S4aBmYTRmKDTR8ZsG70piBV6OvHQk76DPR+4XcIm2HlwG+4Z50CA00inBfP
c/GVR9QWp8IeDA9d24auuYPA+wZMCnOqNuKQp3pwy0PDMMOpAo71xbHj9HD/SG68WHJOiUSBPAdU
nfxCbz656c+OH3W1jh7O4B8juuneWNXNPqyKYGWzN+yfoYFepeXoAHzRF64TDkEDltJO9+LMUR+Y
NIEWtevsb0U8R38nEU+PrdGrK1b+xgmDHAcAQEYgre7C6LauJXoxWqaXq7D5QivudjPiEBC5bNIK
WdlND6/gU9DCfbOFoF08CHMIu5Wdy3ezCOLxp+B4LPphvOXFZ4Z/Moa5jwRoQnLxR9QM/ue5D/X5
/a8J3IxFuVW26WGaufyWRTpAw1dohqf5gr5LB6lpUTY64/mM5Rk5nd733x0X6wtSha+JqbpcD5ni
AQVZul+1omV/RsW0PUTklaeC+YMV33njmspGvy6ze0LJJTIUCr9Aqc3U9FQqt1sYX0fUK1tIlAM9
hMD8/r5uWCWCDyA4MgUBQS8/55s34Sbx3BslXjMDrf7s9mR1G4YAkVoyEHJA69V1/JUlb+yPy0mO
xSPEpy2vKWMxMe7M0T0GuNQPdWGVFPsaKPxsOE7v7+7Gi6CUaVGd/v/Ww+KWNBHKbn7so/WkSYyO
Bf3GsAmQBt8xPsect9GPPxRjsA8DxAakmJP15f4PuGEHGJRzaLbxGoBgLozwFKUij/yS+cpwmBVm
5A0JfYP5Bu4NfdQgKQK5k2yZznKqlRdyo6SLtWXOCeQ1SREZ7eWnZZC5aqoiTAmDLDExK+jDNqfa
SDDNCGij4KU4kPRFYfI06Fq87R30vJ05dP6arbD398/hhlWglUqKC9SZi/06fvLmmiWjopJVq8nD
rCTaX25Gti3T2Hp/MP92lWUltYeOqIMiP3mw1Njf6e5oov0BNXTrZMU3Yblf5qisvS7K18Dctz4z
jkXwkuhwMQtyedRmDpDTZXL9YWAuzHyYargcnt3A0r7StEx/tqMKF6DQUjGuBG033pJs/lAuIZGH
cGvhZ+JW0W3YKeMHeCDqk5M3+jGONYQrgmjNf782khaW3XFeI11HMCO0DGDagb8zkLt4EHVqoqgC
qhXpnijLELnoyq4tz0j4df4hQCsScd8xB+t9qiqmjmf0oxkrWnHn16YL3CTdH1mz1zGTC3dO0JPM
/pRlDzFxf4VOaD1FW5WY7/NUWsPHrs3XRn2uT1tCtzGWTGtIPPvCnDAaFViqEqNLG47ZMU/VaF9Z
WbMTurkWq1zfKMNyKc/IYSxw1O7iw6LT2iI1xGxbbFfNr1CLcug8eaLQ+uQtg+ehnu3UyYU68f5D
vbFFCSTEg4PnYXxmYTR6u+xixGR9b4SVrsaT1tljF4V5sS2ThJb9/dWucw4qNbSDubsa07XL1QwG
V9EeAV0Lu63zlMKHtvfLDsEYlL6h0J26rt3qpQSrU+72f99f/Pr+0M6TEwnsV1BdWNjmgvEOMSBC
6VlRRoUv7aZNbZU9g/a2u0mDqFoJIa5toMxu6PRTYsQbXI03GhkcdijzeK1fUUS1Uv04gGLZ39/V
9QfEtdoUhmUcyATT4lUMQofHFyFzbyKo/lQ0zvykMEjupW3urqU0t9bCramUbSh1E9lfmj0RibQE
7zR5EA1JYEcGFzUU4AwrJ2vF2RtLkThJyDyPCazXIv6KkbNvB0jFvakT0S8Et9JPeaykO2We45VL
eXspKPXoBII7Xdo5ZDlKFcarnjmMYvwErUh+0gsz38MtvoZ/vnEFmZOQkBOCWNn0vDxAp+kR7HOz
weuh/Do6NRTaWTSA+ShgCZyHtlvZ2usoxKUNt2ibS0COoGkP9ePlgowTq+Fg+72HqGCG4qZjRecp
HP2vhVlZP9Ta145BOPXxps4ondgBfmxXZvpw0lMUZzDlJXq0KO/ev7PXxs7C4JC5AEaiBreshGU1
AnF6jOwVhAdQa+hTsBedn3ghhDKwcYxHCELfOfFF0YEBQtDLFIqlOV8G9F1mDnkKO6dnwOL7jwKi
+dtYhdBnQglx0BoU6+7v8catkqEBAAJmvWzMzuLk3RF+nSzqvAayaC+HFPlMjX8+CdFox/9hKQZi
AC6Qa9Olu1wq0rqxD1Ot9SDrSkm3A/9sKIF5CEnMVtprt3aFmTFlGUXWFhf3CRnuDvaruPXGPmo+
OYrmHgl4tWcKHc7KAd64JIJCNIUTciJhLZueEUwbpVqJ1lOrEdp5pXZPg0BWVYTx8FhXE4RVc/H+
lJqCG1+LGBqUCxnn5VEGblM7IlNrrxhm4CY7OE98oGgp2o0ZGtUhjMuooI3hkdY9hFiFa6T+H9hZ
ymal5XvDUhB74Zc1QIlUJhbxQNelaB3XBRhwWH6nzy2aB+E5rysY6UhyFIhQO9NPt+++SI6BYZKg
JtZdumfRTBQaZrPxhJGNxwntrUMEE8zJVGBPur/Urf3JIyYNdYku3YXbQpprTBCPIjqXrDu+6v7J
58jfg7ub4DFQ+sP95a4DD4uuF96RphQd9CWaVu960sbQqj2Xlw8lP2PuE6IZpzIvPiMyFJ0aqdcF
x0+z8jZv7pMwgASYIsIV8ALGwnxSUOj1xsaKnqH3SP8ZbCvYQcEguRXLen9/ozeyQCrU8tUQ+QIJ
WLqYmDCjrNqy9yymsACgxQlq5SmSYttpaOGaaWpkSoIpcuCXzOaRhCkL/k1qJfk5aklzvv9rrs0F
b4nRIllvBam2NBfhBKs5nDQzdbdqCHYosc1Pbp9U01FttGLtTl1/ZPlyYXGQ47Xybl0+3j6s48lM
K9XTqgI9sziBDH6HXJ3xMkEk/uza8G4jPRUnu7pLyhXE47W5oi3w2s3GLuJvFw8WqJE2wa+kevRI
qq1o4vKnNtTR3yJXoJZxpV6w1cbOr3cfMFB0AmpKK8xTLXGWMYStpjUgzRtoMMuZcet8zDO92TlB
k63c5BvfkgInwCVKVUSASwiR01hVaFoUp4YiMX7mYpzOMKfAQKjCwHd/V/KsLqMW5tXljJZJ/Vzl
Y15+yAAfKYn1Jy8AMX2grWrB35xbpxT03wnhW4ABjQIGJi5HqCbKfOUN3dipAP7O58QXkC0snIAD
J28mJ0s9Qqbi2JCKbAbESTZQy60FaDeWAj1ENwSAFGN4y6ZSoyoGsWdSeSVg+L3mTunXDI0kZFDr
aMUE3rigFIXoC1KcImVY9stqyj/IQ4/sCnpU4P2j0nhg3jMk7KGK/p6VPOSHmudSvNuV0W+FWkEj
v2S43ZFn8KYWBD42msIQBUgDjRDgS4GYBMG1mOddC2He79Kth/Sdw7ZgncHL2IZJSC8HqRZrtggT
qshi517mDmV2nCvVzQ5VmEDtmNkdSigFVd8VY3frgMFnyaar5HdYYjipC5Y9Q92ZNydopvqV9SuC
M3rjdMwD6nb5J1fcNQjEtXdhm7BJAH+QnnTZSdNGKUHk+plXV0bzaM9NeWhHPWMIq8qOg9KscQgs
1wNuLKt6cqqKop6zjEq0Dk5de3TM86SlRQBFvYGUJSK3YdA9xa2advlGtqjUlRu0tAdyWVoLsm0u
CYOWOa5aFHnIvLRxRuyq6U/lBFvtNjNqG0bsDu7YPNAYhMssZxfSwN8Pzjjs71ukK7fK5YfskQIU
WBNMwhIVXFdI8c5ZoJ8REGop5lZjPjzXFvilgztHlfppRLbTPviK6/uHEu4Q9LPSMgkeh5Ia+z6E
oT5aicWvCnT8Jgo2hoTPMgvFuOTlwwoDOwDEWk7ntKysTREE9cNIZ3VrMTYDlCJE7YYJ162DrhQ1
vCQ4luisvTellT8CVytDOCaVwKhc/ggND69ETJOcB2A6e+GwIIrioydE+1tF0XglRF36eLkchXVS
DzlPT5h6uVxoTogcZXp/Du1hrD8lmZsynRROyIEfGq5JLDYw2CaoNyP9Fk20PJFGWLmOcktv3RO/
AdgYpQkeuQryb+GeoK2PUNIw+zM6efp/9jyl39I6TJ/qJuxXtrusIbEUBUhuHigHCpzLmdQZuT+1
GawOprxcoDhRNXubBGzFNVw/a0ot9A9lHIEBW8aMbmbldOKH/tz35fRYp4z1wleBNE06qhsHirvN
/dd04yNK7hWcrEzFqXtefkQ3Zj4z1+bubPD1huc+KYjHu8yYxgzJw8xOPUbcdB+ZRNSLN0HamupK
52Bpq2nJEy0RyjDYDBhOXVwju0wE1ONBc+aSxQgVxGY+pQfG6xgmSSoB/VWuRB06lJmBkPcas9LV
wJlcnq3joijPEOjIA3rjErvc7QXK7PMZNa5Ad099TWKfbBxEoNIDnNq18+DQ+1NfchO+PMrpTlu6
w7ae1d750SG3oj0Ns+MYx9TWI+WHAsteeTB6OND3igp9wbFhwCyot8FIueB36Ndx+knrYoFARyEH
oX46LnLMXxr0yyHTjEKoON/7hUGV4CY0+jM8k2UIZUZuBN43oPcVVc952KEH3aJs0ygp0xR9nz90
Qm8PhhYpK1Hq9YMxwONKOB4WQmbxlyebGChXj/bkn1UVJGlM7rUN7Sn79u7tsQqdYZOkjtuz+H41
0sGFbnb+GeE6Pd4ETScJo8x+oGrYWaVzdGzA4XsxJroJljQLvr53fQAlzG8QZoCbRQPlcpehKPKR
ESv3PAuf2VAsVb3penpOc5j4v9AIDHZJkHYuhF12uzaffm0toLUhnaF0xygh4eTl4tDyldDbzO55
7DVEglQr+xBXTvap12B9rBxWvb/ZG+tRiIGUT879ML0g//7NY3Fhuu3DeBTnJqkQNi4Mo0fxtGa4
rCkVEoAmqFaixxueFdIcAg7SEIlpWDo12/YJwKtcnIO5laMgSJ7PBemHOtEjF5VvQGFZhQWNDMA0
UUTwPEVMqw5amD0mjZvmK8/p1hGALadAzeuU3EqXR1Cn8AHQpOcI0KHwlGB8hjK82vu9mjxmpRKt
RDs3lqNDYjM4BrBVjhxcLjfksWiRgLLOwRhDi9MyGFIEk73XAm3cTCrdhftf+Dq+A+hG0YL0XZfV
xYU/GE3OEmmawOsK9Aw2c6mjScoYvPbLLvz8Q9VbNkJfk9m/QAOPNJGLZkl+uv8brj0C3oD1GViE
5eLKcGQ2jWTfaMBnjVpx6hok25MoTFFqoEiSB9Acppi7d7ZzqaHSzoX9kf+W6aa0Zm+udkaTiyLB
EHhQ6rm7jJ7p0S1EfmCwf43d4jpoYSmZnsj8hB7Y4psaKnVnhGMCD0VxRT/ARBkUe0tlTnPfp437
XrArO6NuKRN4GEdkH+dyZ1qZlAga6Qg0C6U5I3ipbPLMTn6gbbxWmLj1WgEFUV6i3sWNtRavo/QN
RES1Dt02y5oPRoKKZ26jV1ZqcIjXw2Bu4xF6VDjlEDVnEgkZXjc83L8+N44Xj0NaTYIgYbCL/fqp
Eqhl77rntuuKwzBYn51pjj/4IFDebwuIGAheMPyc7rLkE6WuNVvQ2Jx7zuPoZLlabmoDgYRt3qf1
Ng2y6J2kk1gdeHtwqlR/SeLJNi8/ZjSbEPQPCtxpo6Y/gniwmMzXqhMTZe0Kr8SNjykLeJSZ6IHL
x7i4p3owZFqAmMJ5LhvqBFXVqH/9stL+sfsEfZSKuWnPnNoRoeepUx9nU4m/IwdorpikaxP4OkLG
JQaaRXojTdabl1kWc2swtlydx1JxKNS28GbVSfLoFHV91sjwj/fvzyvL62VSwcgaIQuJFK1isuzL
BYsWpUN0TMqzi3wNlCV2mimFBzG5sJ9nNCnYsOFnsJRLbppj65qV8mVEFaX6YA1qUv3nV8pkeXY0
KfaXAYVUBGzqJjN+ibizA+R5BiOMtqbfRdl51KeyO7jakMPSHNWIGW1iXUfME/VB1H03I+1cNdpM
QeAa30NXoOBz1OqqCQ+WmfTg9Zml0H+oyMb9hmMLnUUHrnCxT4c4SD45eZF1m8ivc2V//4iuLTQ0
xtwKXAUDF4SXlyeUG4XOQfD7o6b0j+44f6FjOp5ojGSHZgLPq47+uBJ7XD9rQnXJ4UfNU3ahFmsq
ionatZ3A5Yqa4y6q0XBWc8tG44oi5Hu3B1yKsIrBCzI9mt+L7cVTlodKlp7HatK/mUhYBLs2cZpx
6wu9G49lP4JRnmvs6crK1+kYPX0GduhU8rbBr16unLlBVtcoZ5xtGIBGZtYDFfSJEqDiQjEkOThm
hHhk1SPgOmPjVizn9WclA2RUgcIOhTOqoJerM/VV1bit8Wz1mQE9N7OEVBLGfU9l5zFPnflzLgex
7x/2je/q0pKgs0bxlYnRhcvogErTc0eMWuhjWJ36nLHBk6oXIQzZzft9IRRrwoB9U3a96Xdd7jAK
kICYtKY/q5Vq7e0G0XACHHczx8ZanerqMF9BYTrcAIK0gGbX5VIC5uZpLML2XIK1RE4zrfaI/Q1P
Y6BqXh6nCZKqyRqm9OowJfaE2g/dLVBitPUXi5JXmkMRNefWD+C+pxxmPYlqckv408rg5f6Xk9fh
wk7CsEREDloJQCmfb7HDaIrR3USd5dw1g7sf6W89ZUPpbgIoyvYTk4u7KSF6dLpcKnVX5or3vfZP
MvGSSApZskc9YOGfkghYFJpH1bkwGFiHFt89mvmQwjo91+FHWI3T7UTfyeQXoCq+Q5C40tEWeTe4
neAc/B/VfPoH3OQlZ03iFsgoO1p9zmYDFoq2s5A/QA18k0Jp+3z/zK+coVxLsocYdIapuS2sYGfp
cGzCxHu2JgMka45yZrzJW5hMD1gU62CGla+tvNBba4IpJ9KhqQb59NIsmDBs1LZfnavGKsNTmWnh
+GLXCqrWBWWhL4Kx+fc2fuSZmrQqsUSyVbxkTfVFOipJZ1UU9rrir80M1daeA/tl6uD4uH+k1wVl
1iK44CITWxF5L860jCPftrKuPit84bijO1vmabBN67ahZKv4k3YiIHCzvVOW7guBemntwyTSmy8K
KqZ+vGmMqmhXbPGNQyewBHIF6l1WWRc/ClaRtkXaOjvHiLt9B5LY/yS/D5UNsL3+SF0qaN7/mSli
k2hKXiL5ri9tR5nPllAKIzt3aVY1dKdHLdqFKLTNP30zMb8ZLdKRKzGmLt/opQ1h2oXyI0MTBld6
mZyoyWBEFmWy8wywIxObmYcTlVsL1cIJEhNZJtPDtJxCzzDQK/ps23k8HCpU2qynqdIhs2mtaSh+
ayjtGNvS0trgVW0xRuGns6mCuFGgut1+CF0Xzjl0wAZrE5bIlj2rYhzrUzXbZXu8f6NufDtJiEsM
4diAjpYdirAwGpGPVQoqt4hOuWLpp0Spx71eWi+lE8Yr3QeZmi7OkHIxKavk+iahXNjBMssKrYzi
5qzS3/OSsW0ecjGt1RFfKVEXyzDeB3gCl4anXtba69CFYWuuhjPSK704k+HmULGoSIwcKkfQ5PYV
sPz2blRQSniu4EvVvIBYDTppI82TH8mM3MgnlKIH/xvlGTf8GJtowE07y80NfY+gYIDeX0KkLHVb
xxJhNsQz7bM1jNh05kEdmOGnKjX2VpT47RGUfaScGBml4pbXecUkIJAD/RSVZq8hBl0Ka5PM6SQ+
Q2urwpDjp+78sy1QqkUJE2mvf3NFU8N95utm+RS6WhTtUwg7hm3UoAy0S51qHr+lpgnlS6Tr/X9o
UGTT05xrbfeQTqFiQFNrhLNGfB7mueLVbgXd0EbTodVINuA6LPcJykPfoR45IUV0/5Jdu3oaH8SK
knuZgekloAMsC7+BJODcQqY7nppSH1HqDsIo3TIy0/y9v9pVYApIGMgBsTDscFyDRWDBBHkwuTSt
z6OdiircwSluVp/QqxfimE9jlPxtqyDutJ2DcJnYRyMCK1/u/4QbGwaWzcAnk8pUFpb2SRnqFDjy
VFFbGPPvBiMV32uEZ5A+RV7lf1hKviQ6PkxyLD2em2disqO8PrfQQmvfZwYmhh9KQoT63whPl/n5
/nLXoSJHy2wiJcVXfsFFDXvoqrgECGCfkYRrHrMaRTgmXM+pVnePCK+mG9CD1orlvbGmLByT1mN3
GeZaGA0zBqOKMhXSsPWUdzu9a/V6aytm9tIHjbKFnKb7GrpI39zf6tVHlKNjYB/kSA7SMctknrDG
pnEsbIBsufkoEL32IrrViFq2a379ygq/LgWPIIO1cjZvcWXrOPQbCDTsUxMq1S+zced6j9Zm8kmH
DOWcGXO/8iJvLojRl0TvFOOXMEmjCBvq9Ip9ss35Xx+268cBya6d5sx/Ml2NXu6f5HX4C4UgBp+J
EL4hUADpFt7URVCnmdGYFOapUJXks9ZZ6g+zI5jYx0luh9An5wViyfHQ+mddEa22UX1Io3boz+r7
+z/lKhEwaO9QagMeyhAOrvzyl6iO3wROI/TT0KO2+1eZwqkR+8xxhrj9UI5WHEg+slR9mmNALlu7
AvR3iBMjG77f/yHXt8slaYZVQ/a6BHM/lz/E7RoamBGaq8PcBJvACNWjbjX5sQdLc373UqSPUrmH
66yCjr1cCv1btOxL5EBRvXUKyjZhathf9Tqwx++EaY77fH+9KwMMi5Kk/gGhSf+FO3a5XkzPeBpV
pTvasT3sm8wO/51aFKUo/dTH0CwZ13ba4ME0y2h3f+XrFilPCD0BoBYwiWhXLY80n50aipv2GIoG
8TZIRb5ESP4+KIZf7jmicseMKww/mmgBOmsCysRi/tA0anS2uwI1ORP+UIAJ2Q5+Osi8srI4pzA7
k5i5FZKnfWd9tsohOKsDSoepX+tPphaLFYN39TrlLpC3YgCcaXdaoZcHGAFXCUxED4+ck/0QVlV1
Tgs13sbIQByQNVtjjb0C/BMAgQmBVJVcHGjC0tQRDNj5UMaAukwzLA+wuYe00A2/S6GbnOdKD76O
MI12Xi38JPjYgbRPiRSA83xwkOlQn90xdJQj4pqU2jYKZErmWmb3GolexHT8RswHVAqkWUCNFzZS
gSPYaseuPjZoNHhaM+mbug7rTVNFxTYclOhfO9ONvToPxuNY+CSZ8Dzs2ipG37aM46PWqc5OMwMU
qcIw/owMt3loLKvaNXORnGHzTz6gQYgUKFzJL25b6ge3jqxtinE8l2FjbyzEVQ9ARpQTosHTys29
sktyd7hvB8wShGv/R9l5LceNZen6VSrqHj3wZmK6L4C0TCZFUV43CJUMvPd4+vNtqmaKiWQQh31R
1QqWuABst/Zav1nKkCH0h4BQIdX7LLDyDfSq9PbRNbwoa3XjJ117HtGM2sht197SDAtfu0WI8JSb
EN8RDfjlAZTUCrLEY9jss2ICclpF9j6sq9nrTW3tHnW9OwAupSugkbJwFVgSThU4fmNpavGxymSn
7jdKElv+bjDqMd5pc+EXd7ZqxtpXPwjz+dtcU/6TVz72VUIBC4nVpdH7IZEBo7VYX0YyyGmd8whJ
Op7CoGg83EObszFk1U1jstCldp4PL+9NzwblhSF1iQ1/KS4+IOBa22aQHJ1abfvIq1uUxlEWNwvr
IOMxMn9PVDWLEy9P9LpZUxq/Om4QAmJ2ifYIqF9yxctXnoa6VAtF9g/SgBZYZ1jgu3sr2VJnSla+
7nUoKon08CjimGwoS4mQkMuMGWWTcygaMz1QQlTfoqBheTN2vCun+dVGySFD4ZuLnqjvU4u+fKtg
wgVZtnznMCZRsJMzROLsXjVP8AE+1omavLa9QzhqzfTQSI5EP/QyXDIWmC3hw3tIIcpvZdTUvRQx
tYMUYpUllQgUvzxltMWnpIcOooCM97F9wf1kkW1Tx5R9XRukWx2YSAY6tKiG2wzDmWQXdr1dUT7M
LAR5KacFtVtbcpl/xvN3kPcJLpHmyR50GXVZ/EkQmoWxKO/Io7v5S8ml9BdXSqxa49kAszxzfY23
upmY094AGjA3G4ynkttxSGRzp4xlEroOyv+V57fjOOF6NfujdOfAXr5HlUTvDvEEX9FDiJuOh+6D
bDhYcWmMm7ms/GAftb6VcQXPlFlbQ3osNhQYtuA7hOWBQO6I6/7lqPQG1vNUfoJbOdX8fV3XH/vW
MN9r/mh5lt6Zm7i3wPNM/Vrda7GiCcwFk/wNWiqZhq4vAivcYh/rykiVBQhpyMo3ODbStkpa9aiE
+nAQYh67l6fEMzER5GSP1sTER7zl8mUxTI5KY7ar2zGwzUMQoVeQd6V9qmN9QmQ8SDbA79Zoxo9Z
8ZOzFwlwhFYJKQCbiFcuL/BBz/Fu1MZ8ooCjy9u+t2cVW542LeihKVP4o6j94XOVSBqmykWT6p6N
HvlDgMUxAg4xPHuvqsymcSf0Qu/0qsrrnZ+FlnUOysD+aMy1Gnwq4kxKW3ZiwHzIe6ehhk15Fk4V
dm58itJ1AuyV79DJauNNP7WW/V6uFDvfVHLRlm81u5yVj/VQ9NmthW1YQknFn5LCy1Mw1BmiuE7H
TBSC8QHygDWuFRg7DKBOH6jsodfhyZVZAtGxSmesNkrQ5PWmw2/o1DRw13acI8mnvkSmzqVvPhyR
oZ/lbcSx+WaESvcjwdzupwNB0XYbLLFft9MxAvRmHmXcaLmx1S2OrMIJB2dG0vqUOUqNzpjybZr8
6E6HnXOYolhbyUCvphnhSApJBlAi4kq6CFeDg/NHII0IRhrxqfF7neYsvuA+Zavd3Bk/cid4JddS
vCJwDJYSmHdAA0tlPod+UDPCtT2VXT09GOVcfG7Vrj6ZGv1aR4j1vbyUrjZXNACFUQI4cfxbuI1d
LiUD4dEoIDW8q0Jj2iOsFt/Oc1jsAT3P+1eG4rxno8DcEFMcwYa5DDUnfpVDDvZvK+7b7+R6nFzs
i9ov6TiuETYe9YmerlXgLIwaaiKPAj+A7S5jJZldKVwtmxN7ZcEdTNPb7MZQB+mrJsV66QLxBAc/
xJrzAL5q6DwJMR5nX+PJ+mBj/CvYe/igHFqbSjYMKEQ/qqlTPrVTq6zhshfnt9hXhMoSm7fAQ5Kc
XD7rHBQUtqteO1WFPn3JoeZ8J7HQHiY1/ybFdblSKxOv/vTTUD+CSkKia0Byoza82DzzpDGzIdfn
E3Cc/jTgU3weWrNa2aKvX0pcU1g1wssSJpBYW0+KHUVX4lOZlMMJaEWCNcMkR3dKabT3YzRhBs6R
sjKRnw1IYkKTmOIR59FlwHjqQYfMan/Sh3lCQaRUHK9PbGOPYG6wy+vCXNP3vd4e+JKQ5riIsUUA
dbmMOE75XEg5ubMVVrLslRpK55GvRZk3Zu30Rg4wHeonJ1n5slcrFptjkUCzKYk29XJXkhSk6qGo
KafGmPuNlJimy5XqVzs7a6rQz0SiHSKWKi14SHKLRdRCu0zytGtPho/0kTv1kHAMnTuiq5hhvbI7
PEIlFvNS7H60KxlEWuKLzylDsDLbNGhPfiz5m07lfPekGnTa506z2tpV8bhsXXuYwi99q/eF2zqd
7iDKqvqaKzIF5X1AI6w/VF3bVxu9MxJMO1TpE+egU2yz1uhuZqfFtsxUogBBtbpW9FsL63RaVjQE
4q2V9d1fem7KiYcET/EWAVQ12cn6NJUoIXc1HROrGdfW4/VXhsXPnQRfRgD9MHwupxEcvtFQqlo+
GXi37TOERN3e8vs7ehfDSip9vUbYzKiQo9+DZgOCMJeh6qZXjInq/6mw+l95xWXfHzjBBLk+do1S
Lr6/csfnMg9CBA0joTvD1nYZzwfWN5jhgKZkquq/RryHtn2rVuNusoJpTep1UTwQc4cDTNiGAsBk
k1vsONak+VFdOPrJQOl5U+Y6qgEs+5NRBBYa/P0U7/D2rMEaq+m818pwTbTk+utSsqDj/Ki6wSEn
BvrJlpfRlS4mTHtPemCPN3XX6aXnJOr8wzZr442e15G/Mp7XU4dzg8YKYFGUC+FDXEZ0kixOsXc3
T37VzdsQM5xj0A32NhijeWXXud7s8KtC3lYl77ZklHsvQwVGb+uBwm1K8xNlK6MZeuj0kVOxRPZC
xgznqy1hSfvy/Hn0x3u6J4hjnDoqpEAWB+mD+ORPPmlcF35gO355ImNOYxCM1pB5PTrP87bWpLm8
RfHN+gxDzJdB//rVvC/lQNU9pL6zYhNNepm49VzY2l0cDtaulGHju5TzLHUXV3kk71Nfrfvty0+9
nAfioaGWYVcKFkLAPy8fWs1QIDAnGGUR+WH8Nu8SW9k00Mf+KsOwLO+HYDBe2TsRlq4UBOH3cSkX
+PPFJjLbo9H35lSdoqRP/yLnsbONVLfl2Ynjrtk5fj99fe1bcgYJAAa1dNgcSzCRBQc2nUa/OdV9
VZzVZpYPFMHrT3Egdwg4amvyGcsLLm8I7IM9C6lckPxLxWjGs1eLDL/NAJx7wA1cidpNYGuZfyxq
nLBcE4XQD+ZcSt6gdvOnV78tAENUCFBppOSxFIOxjZzq1KBUp3QYTX3b66Vhe05XOuF5HAp5G6cG
D/LqmILhBOyNVg21lMWGJkyvM98ysBKb0uJjNKoVmtytLbuG0mRvI1tqHl4OuNxOOCNFD0aUYEmI
r67VjW5yLKrSdBKU2ENK931XO0Apu7RZuwtcrxEuAsCh2EmoGVzh+krfURu0QsbTUCrattL1wism
R94HefB9piq5cpN77s1IYYgGyE7Qfi+XpMB3DBrc9FOO6GXo1VDiu80Q6u1Xo4xeK7iJK7pINwQQ
W3TYcOK8jNY7U6TbAK/36TgPW0vNPg0wyzY9knq3Sd/pK23MR/W2p7sk8eA0keDQNxW0m0XmZJMu
DEBOq32hDCE0Ym412V3b2U7rgr5KoVGpUbkfSxwl3SDPtUcYWhABbG7NX10oo72OCgU4raEZi3tb
SexPlVQ3qusjevpObhwp9/JMGuk3w2q0Peyi020QI+8JTlrqtkEOX5wCU52H3hSgqeeFVpl9eHly
Lo/3x5cUlXIBnoD9t9jhSOnwbO2rej90Un0XNHEIfFmudjTAcnpC2O6MJpVdJdfTveX408pRexke
NRmhC4liNqU1GjBs7Jdjmitpq9r0n3bTaCYHX83Um0ka4q1GraXdDJJUosEW5WArjPJLkMhrKuEL
0NvvBwA0AlmDrR7642IKW0blBAl4v53WYKeaq5CVY2WWH0IQvxtskOfzqNrGm1bN+mOtNMG2AuW5
iU2pXDmULzfi3w+C+Q51MEGh42kuv0RWhZ3kzLaMVbgPBoCCFdKRAcK5XdV0Nz5E6fuqs4IdrA59
//IcEL/6n4nOViGKm6QfgmcrNNQW32DGfRugRajuE8sM3if+7N825O8rQ325WTxGoRHI4UbdnuLP
srqYRsUsd/qs7W2dSzlGlcqDMqn1xon9tTrF5Tb4dyga8CTl9Im5al1+Sx8gVWGFuraPrE59E0kt
h1etjF/8YLR38+yvJVRXr0bFnosGalc019DYWnxAW+pbp6YAtY/yHgKMDN0F/1FpN1Ay8F4eq8Wu
xLuh8slhSXrAaMGwX6wYI+AUxyBQ3ddG297PXedvFMm2XRimyl5u4x9JFpZH7sfjB3wPZzcwQvss
21Hy3swxWiK7a/bMQ4ARWmFvJtKtm8nE7ly14uguCjPpYTYTkEsDKs417MJ9H9gZ7GfhLYmMwTY3
u+rty++0aBH//U5CGYONSFyKF++kGM1EjblT9xU6qe84nWMkAqz5oCVaTfUZ8LSs5/1B7WvJC9PZ
OqS5WdODleqtrU1oGdiIqr78TFdTiM8swIt0tMQdYPmZ5TJUtJ720t7WEuMNwstv26mZDnWOomtR
zL9ejrZc/GJQyQ841KiI8hEWi78w55HOqabtYeM47xMH/TLmAIVquZH35awrbgVp7EtcsjW+OjJ9
JxJAhOioAS+vyUlIfgafRNuXLM2bUAErE2uh71pWOb2TtUg6hc2sHn2pWWtAXb8zXAcKIVAc2e/o
dlwuUs3wa2qkU3BIKRNvlLbrd1qMg1+hp1ws7brYpmmGXW+nrWkyX48tuTWvK1S0DS4Vi6/dl0Ze
A2xLDrMDraksrGJbGFp4TmzyMzS51mhCi3h00oRtgshbuEaw+y3ipaOO2ExQQgzSSmjzuyGRyMky
Lna2g97xOKNySmW1P7w8tNdhKWhBXONcZ1JBArz8wLUVIaps1soh8zUJ80eMuvBM/6FXw7iL5mAN
9rU4ynlLUem2GVQDvirVwstwcBy6QEdR+oALWb1pHKvbJkWvfdLyKPxqSE57SEbb3PClZTdjtFfS
+sV0egyPVJz926ec/3MZ3sQbqpvQaDiknOc3HSBFt42kYV+V8Zsoa+VtGiVfYC9qu5e/8uUNnmoP
RQKwLWSmnADszou4QS5HThPoyiGt/OiTjSukpydDcI/kmbqfNbI7ur7ZSm76bFBKo2CuhMvPcndS
I4TwbCdTD2NtaDspM22UGNgw9SaEfM9FblO1yprB6DMDjOIMy4X7KSSIKw0soL7mnOnqIQRVtseV
0HdjRan2Wowchcm1ynP8rjn4RWFsIOaov17+0NfTmcK6onE1hhKGQtXikBiQelWj2TIOaD+P27Qz
Mk+1hnhvh0bsznL4OqtAMbA8JLRBEn+qh1fo9SlStWSoEvMQ07nwzMK270IwHLA8K/QmV471514O
8SJOdbwCxUX8cvYie5FLc9+Zh4Q5fMDOub5TBwGaHPThY8bCWUn5FoSD328Hsw9uBTsvBe/Faq2K
eUQKJbIOM6QCt4q1+bYchuydWviiJqxo+zo0872a6hi7gZXcT5yBbsyddd9n7Xwb+2r/0MSYqnNH
KO61Ms/uWwuKSKkooQcUKAOFIpMSDX4wZK9LJcXQcDPjSsa/wWYs8Y0UV3ut8GOcm5Uhuze6zPA0
BT3equ7W5G6utxW2bWFeIqN1QJauXg7M3PtK3li9eagKOz44KoQYBRTK/dCYIA9gxHpFGtm7qEKs
8eX5vkgqH18SDhtHFEBH4VB7GdlsOCFDGwAPxinG59nhAdxKq9DcyRXl/cuxnpl++tNYi7VVItaK
23hrHaxAwSncgqU+WZ15Y0Ih8Gq9tw4vx1tYwzD9BDMdKBjIMNYXpYrLl4vmsjN9Ou8HjqbuQSr7
+1zpko3ahO37oXbCH5UTn9SuNI49oiEuymzjjkRF8E+lavPyw1x9aPDmYMDJ2zktUSRYrD2rxxBa
hlN9GC3J9BB2Nm6gaZ5Dp9HevTYSSa5QjgWGjR/dUoEX5JluSWS3pOfIG0jxLG2H0lKPUaKar9xQ
aJwRAmoFH5fWz/KlOrudiyp3lKNqVtkpb8Nvkl3+iNIxe1Ayedq+7sVEm44UVpAQqZZeaSvg71NZ
QarpcI5M3asbJ751cswa0z5bMxJbHn2E4pLAkSdAYHQJF+dtX081FjNMjEhuJrecWlPMidnLWl/Z
hpP2V53p1soFZbk8HmNyExLmgRDC5MUMMaaYjqTeGMcQ/f2d2hTKBk/R3IvMOtq2M1W2lz/nctMR
8QSTiZoIACA2y8vV0aRI/OfcSo7AyatNp5SaJ49gBzcTZdLvvYQavTxmzgw3r2epvhxc/PIn1QC0
DkRwYoN15ghYtphlP7e6fjQMMJSV/EUrS3nT+TWuWC+HeW4cqTpw6YDcx/8WW06RlUbn2INxxKhN
2pnT9EGTYO7EFrLUaKoE5yqwqpVT77lxpO9BsQcVqGvqjInybdkmkXmMNTs4IR7fv41NJ2ELnwpP
zQb5r5ffcbmziE/5JN6yDqHnpWomVJKOxVh8kOuhv0WlcPrZR5a9hnZ4LhTXDF5O7GBMm8spQ00J
ol09wGOpqFSlbZHdWRxUG0HGWNnFnvuKUNXBiYFWFAoul6Fiech9GwjA0fb7JHZ9M7C9KkoT8gbE
rdzezPOVdPe5l+Osh2xHoUqIo11GzIJG11I5NI+YQdR7Nhrp3Km+cUzApb46FHpOou9is0kr3Iov
Q02T1hlxHVpHJcp+pKk23ckx1lmlX44rn/H6pegJiLyCRhzXpUdey5MmXNcPdlNYnXWkexC+gSav
YVUyCGHG6nWQCu64EGfp7YApFJVObtyXL5V0cTH5gWYdNbW7MVPhlmwPLQA1G7CaBS1fC835w8tz
/3qW0NeBIgkNRuA4ln47UzdjSmjP/rENatU1obPeyLUiyP+Nvge8+TqZtcd3FCI0FOAgN2B4tjgX
Mr8fx4YM4Yaz1NxMeR3cW3qirZSFHlVzLndHR/SOSJ3pnlKyWYTRlCA1Jn0McAp0sr2Vpo3XzGn/
EEnT5A5x1t+VFS0DK/bDh0qPYo8UdQg91Mujbcw/3Kbp1QNEnI7epdpbK7vqI1bv6vnIHelXosZz
ZRCj9yPKXKkiHWOzD9wGgMAP7J/627obPqYFwkdSamo7SNXaRmtLyzOy3NkbRt5sJj9Ub/phbA/5
mOgHNW40IStzX40ziNAqDRDXtzWP3mT92cCt0MNEj407RURPksxgaxqx+SOJB/OMWFayLXV9OEv6
YB3zMRsPfdk4G6MGRD3EVrByXj6zlGjWA0QWFSWW7WLRFmbWkKh30hGk6HiThoglTnFu3LTcElc+
8POhBMqdpgCtr8XRXCR1oxvFJB0NDug7+OfITYPluQn6vF4JdXVCmgL1QJOSjgDAcGcx1VKE3hI0
UKIbq2/CTRRL6tEJG9m1wkY6ajY0Pl1HP+rlZXv1fgQFlESzjYDCauhyq4AXyDaijfENymPNPuqM
Zq/ZUb/P9XjtNH4uFCVPoRVMU4+S9mUoS4LvEpp+fCO1BUY0ozmeB3VsvbHJ8hVq+NVmxFs9DbU4
Hbu0NyZjtGNUzezOrUMl306hFm74/n8FAQ3Mlz/iAifJZiTi2QJxxTFCvriYkM4EXdaq0APsu8Lw
cqkoNkESllt1nLH4sfLgdjBAeRi5Ze0mSesA/UszuGHkE9RYyd84aO28n4K+RAeGi0lRpsFrU1qe
0ML6DtgJs4tBuPz4vpWXSqyhvsL2n72JO+PTqCrBl5SYO0dPi9fpF/7+InQrgEfSVGWCaZfxMHgJ
BqTwEwxW+nwX53N9F+cdGiW5JbnoF1SSO6hh5c2kbrk76k18MnGCW0kAF2TRx8eAnANIC6oKeL8l
yk+1KznPGzm5cbQZ4UZJRh93LMdZv5vVJMJ0Ka2db2bTRy0Vn2z+3qg+DRYH7n312j1LwAwfhcCp
fkMxWUxJ4PTovJZ2ctPJ4A3nAHkryPvZzmB1r4RaFu6YjTSaSSOgdHD7XKIs6rbo4wIbvpsySdW7
IEst1wB2vg0VaziPfmV6Nm4I96EZyic/wOfr5dXwzOJ7JGMZwPAeLa4vh35EULBokRC7yZV+3NmN
HN4Usdxsy6mY3hk0NVfiPTvIFIg4EkCaCxX7RcBh9ucy69Ob3hw1JngygF2Z28odHDOkHe+EhjfD
AQi8Oe1UrxiRzWFRrtkfPvfZwUGLHgcpkLFMyf2ydnq0CNMba7TGdyMgsF2Aa9qNnnYf+cnwSZOc
1DOnJvLMFmOelePjme1VZJVgF7gwc98Rw/Ikv2znKpj8ck5v9C71KRo19l1jltEN4Ik1Y77rEWYK
c/OnUgqKljrKZaiyh7jfj052I1Xh5BaDNVAedqRvaHW+V7soWVNrviofCfw5IGtwiSRjcDYXuxdk
M1CzitPcjIVle3KMyGKDiDCUpbBwpTxHQCWDBSh3TrrtNa3bI01jv6X9aHyyen2tJ3s14Ug9qEcy
5YRMHsDlxaeu8tZMJ2kcD4mVto5bARE5pDTVPaZaiTbInN1FfIfjVPb6F9r81T6KpO+vW2WUQkWd
Ek0IPgd8JfVyDOw6NoqhgDDWac4IJrxPXcMqwhNSHONptKq18vgyO6E0zuFBhYDDg2vZMlHAyJhk
KzeUG0fPjY0O+n2jqXXn4kukosWhpl4S5ObK/i1SnifZLRAVIfkICJTsi4NkKYekV35bAHyXbu2p
0G7y0QrvpVbukfjvaMu2vXEYC0w6sjxfK9A/G1noYAieMEp/i+16HAPKQxNsOSUx5JsicOw9DoHN
sS+Qjq6RSXRbWQm52ODc9/LALuoxvDOCTBTwqOKJHXRZ7I7REwl7ujnnBlzUJukVfxcP9St7lCIK
iwocINdRrolLWXejsZrWyefsPI5KdwjlVnODdgzPdSPPXqLM0vHlt1rsTo/xqFdoXA8FAHaZ3Gbg
fYbAmLJzalvxxjTq4FCPLTbgs7rW7n0mFGpk1ETg8gHEW2KM4J9HfZba2ZlbLuNUFr5ludmAXqlT
xfbaBVFkrZdT1LmItliHAKRnqcnwrKQRolleVMOB7QYzpY1fvCOR1+45oav3pV47ZwTFNBcnZ2Ul
/1zsx+LjiroChwsbE7imxfY4YNiSpKGVnYtaz4JNhmCVB09Te1dr+kmXMuQwXx7N5Yb8O6IAclCb
FeWMxV1lanlla+IbG8E8nRJjOuMz5fzKO6m66fDPe2srZLll7HxqHcuXvcCg0oEQbs7DlWvcyQW+
mZ1JvD9XdO6D6J1wRFzuhV3YNA2Wx/k5mQ2Jzm+dml5fNTr86wRAWxszGpka7NXByjzJT9vAVaCY
noEUN1sj1BGX1qgSBqVtfuwKRCYtxAG0jZ9Nynblwz03XRTqTKw6FgODdvmo7aDQNpfk/Nz3GFgm
EGlR/g9Mz/J1+TaSyFRa8HFfK7vRPzRFrG0Du7f7leFb7OWP30tcMVFlFyUveZEwpSJbtmMzP+OX
NYOIGIye5rlZ7o2qT1w/biXXUpNX9pN/R4XFbQkpLa5Ki1nqS5nV2xmjFCSadQdw9XM+qgUgl2ne
9iBJvUIPfxaVbH+Y635eWafPbQoclf8XfHFkD341oi7R5OeSRt5di4DfBmqeeROp5ZeXh/i5xUj6
pbI4IIghWXI5wnYp+WFRTvl5qvz8K4DkZGsl3UANiIPazbgJ7V4OeH1UIQIA0o6eFhIfV92K2ozL
jsJPfq6jqnxTh9ic+ZHZ7YepvUenPELM1B7f94z0yp7+3DQC60JPT+ZyRYfm8k1lbZgaOXbys4S1
zD6Sq2hjDJBklcwKT7KFUv4cgAp5+W2fDQoA2UKYkV72kryKAjI9kCkozmHUze9i0ypvtQAfQqvO
jJ2vB/XbqDTXtJGXsNHHucv9QsgkAg7j3Lx81SKV/SAZS6ZPmOrfJnT4D5xc07ap4uahUYxfuKqa
d3YjfaqgsJ8x7qgpIpvaGnv6ubdH1wOCAomR6MFdPoc/KjEyLlV+zlJH2emT2f2QQ4fO9JBGX0fH
8G+nrhtWxvlxIBdnnChJAeWkSIQS8WKgASXYyTRR5ldr5NvxU5feVZ0Br9+Oxw/aJMutF1Ty/C3T
U2MH8CjcW5EzMSRFcfT9otzR7A1vGbi1Os8znwOtasq/HPTcRJaJeGnSWO3MLDzTy0FgqbOnjWXU
2taqUUWcFNvfT1M67F85A8UhQzrKcgMpctX89KUyyBIceM5NHwYYXQGpduWuwKSBZCC764cO+Rij
NldG4epdCUvazT9AHpHzLwahDHTJgBAentNWUX6lOEgfgaskN2k+fI7EpqaN01ouuogJDAHyL9UT
JhutFaQqLqdbOTaJNqRV/qbE2iXa17492KkLqrYwCo92ntXey37bpTtHbSfzdSUrgovaLgoj4J5g
6i7d1uM5zChYWd2bopqLE/e4j1S4YC+NjeKibTKuHIqLfRsoJJdLmkDgPgQXTFuUJ7uyN41CN1qY
zO2+7uBHDkaC3DsGNwewi9r9y7PI4dM9WVOEA4oPEFPwcEj0ncVpWBeWnjvaoD/I2KV5o8oNJosR
ATBRaCNRnMbtINc4rodpfpsUg/Tu5fCLQ+Pv8EwpbvLimFrMJjAEcLm1SH9otDneOv3YH6WsloFD
Ts4mHtX3xmCbHhTuevNyYPGLr9/7n8CL99aaQGvDoNQf7DgpNg3SV29jVbXfvxxlOXF/f104MSwU
xBuX5ccAkwe9Khv9IXYS6XPdQ2WUuGnuJtsKDkWVOqes1vqVV7ueQQwpukdUKBA/AmV7uVpqp0kC
OZj1h7kthh12cebGbEE0Y4FmuJnjr2E+lqfS4yA+6nqjo8FKXWrIpJEV5eZs6g9VX3ZerpiVh/sZ
MvRaMW2gCwU7M67jXYqox/sCRVtPDeX6bYVuy0oJbpFdiQd5dGbQyCiFbYIY9Ce1p6SxJyWJYuMh
NIN8a3RVdKM28LjnolhTaHnmI2OcBX8F1hPQ8aW4lRmkFWiwwXgY++6+snrlRgsM42vaJyClrLFa
I/s+M5No/FBG5dYK4nWJW8jVxvHnujMeJljVhzzrnF8cANJmQJhj6+uTgw2gvsadeGZ1akjQQH8U
Hm/sfZffE9M6LU7UznzAPg9AqRO3R2fsIBwVrX6effgUSVE86PI4rfk5Ls96MZRU60kjRVFJoO0u
Q/sD1l9drhgP5QQFNjUrWrg6muo+iMnd5MsYVyZBtDUs7IZolXe7AgyQGyJN+8ZvY3Mb5qV8aIJ6
Dbh+OQ7gRjjoSb0EZJ0bHheTy+dS4iQMqdWYPwRRwjlR7EzVkx/JdeVsfE0D8Nvnbdx/zLoiMF4n
1v8YnLCwosE9QTNZwtfCQaO6invZj7G0ol2CC8MNHzHcJKa1Rn++PBd+h6JPAfkUT0ULzNzle+ox
GYutjfaPCZjaPrWUejeo6XRwzA7pBcmC2e8ksvzBxgHMjfEtfdWpS0mU4MDVRLENbAkMqcv4RqqM
HeXt+GcxQhg5OKgryvdNFfbmp6QKlcF3JVQD5pWtc1FQEGEpLqJMR9WWUx8R6cuwalTlU6tX6s+5
ySQYck5oJluEqMzqaKV12TcbAERy906DbmjfAwOV47upycLG1VUfyDsCEv629blBr6Rdl/sNTyR8
jVHpptxNhw99qMsHI+MCsmdG8k9QktBr9CRRdrGft/3GaLLqs52X/RoF/3I3pY4N9x3yKNV8gbu+
AkvaEup9vWWEvyh3NDhlj8MH3AhHV8my8Mdrzsm/Q4lERFjekMwuNu6w7VhwONn/gqwXabex04F1
g95kp+8VNbbupz7EgpC1ZhkrI778rsx0QPSQJCjQIcKx1Bmgto3XlDPGgZv0VneK7FzbT6j6a25k
mdIByYF8Ten96rsC60ULiLoH1o/srIuh7H3coDInxDZWsmizS0FreGXArt7JRbB/+cNe7uB8WMRo
xNZNrYOuH4vqctpI7GGW1FZ14MaG6R+KPKOvnxaDO5VK9GaYLf0NkmmJG1pzdng59NVrArEVZTkm
rVDCWIau5546IbqQOI3r9nQXOJO/zbizvFErmoCvjCXg+Q5ELthTIHGWje8mkjpALbnPa3Z+/BW5
w9J0QYt1t9ncOM1Kin71ZugeUS2FGEW5j38u9sZEiSmaz8kQ0jAGZgjKKMncJk4dxx04pFaiXQ0h
tx96O7hOsTWhMLmIJs96MAdqaoauHOjyQDTUQt3aCH2d/kdqJALMCyvBMabirE26/fnlb7toMzGH
+LK/lRuoFtLTXSzOgcptqvWaH7p0QVQZMWEtnjblkNnpTTE6+HrVRRBj2i3X9o/QRuTfTVpH/ty2
Tfs6zy+eRfj8Cm1/WozCCXnxLCHZ8mw5gxW6naVF+05N21NblD1DbuU4Es1rUgxXX5/uItUsjNsg
brE/LBaQ2nfBSGESskI+tM0DndRuh7iU5Opp6h/DpOjeBqY2bAySkJUFtEw10DcWxjysXl6b+qg4
op9ks9iaWLWd9YQetTj7MmXlA+bL2ocil+keW+p0TJCbX9kwHmWA/rkY0Wki5yLbQ0aU8ii4vcUJ
2PsRh1ChyaGrk8M37+QKHvmmHrMp9/iz/l4zw7E4jOmofjHbLHqrZWqXfzNTpb9t0GMcXKNIpg+G
nEeKO1rZVN5Gca5/BrRnnBWrGe/rLoS0HgXGIO0bCJfjV3bD4baVoRx7LclbfW+pQdL9vhz81/fx
v4Ofxf3vd2j+8z/8+TuFzToKwnbxx/+co+910RS/2v8Rf+3//rPLv/SfN/3Puu3qn3+cv5XNH7su
//GtjYp8+XcufgWR/n6Szbf228UftnkbtdPb7icSbz+bLm0fw/HM4r/8//3hHz8ff8v7qfz57z+/
F13eit8W8Fh//v2j449//ynuev/19Nf//bO7bxl/bffzx8/6W/vzxx/vWv7V/FH8+uPxi+Q/m+jb
8vf8/Na0//4Tfui/mPXMAyFiJxSq/vxj+Pn4E836F9klJUC2QnwiRes3L+o25C/J/yJjRDSFw4e6
AnjAP/9oiu7xR/xEyFBxOeNsNSma/fm/z3sxhP8M6R95l90XUd42//7zconQgWdbJPug8/UI0l3e
PCMtLjKnzJOzDJpBsdttkMAjkXM3zVQ3WBMBv8wV/o6GdA1VbmpupCuXC1IelKSStCY5F2ghhmXi
KXW9yf3PY7GCBha72D9r8H8DCWMJmq/sOovkd44QgZ3inkBSf6g7bUtT5snA//0hn364qwjUkMkK
AMaQ5nKhWOwtY19VZZdn+lnjQuWFGUI8TgRe4+UoV8MjULFMHrqt7GVXdbvMtqTesNP2XBppidkk
vuhVndES6MpwSzWt9BD201cU8ZblCA5LMUAkjIDguEUstWzaKI/Kwnaac2N1NM79/FdpTekmKRz7
WOcDBqpIZh8f+20TNLTaLUMbZ9PeXGtPPk6Ii3EUT8I859wADcMpcjlhyB0GCKhafW5zyFrFXCgY
KNbKZ7wsggNX3GDr/D/qvqy5dR1p8hexg/vyOCQlWZIlerevXxhnJcEd3EDi10/Cp6ePBWnE8Ncx
DxNxu/vhRrsEolBAVWVlAim7tlrWrkrodPmQPI1X3diNAVVHbTtNeb6aCyPfO1bsQMIdZODVTJub
ZBrfQF5eh0PNurCig7vRSmskPsHo1N7W2vghVtIMMTyt+4DGrn2rxvVSZfTDS87XB1wEQI44gXI+
yoEp0aEB0kEMsg+NuGUBooQDiVyMq2RTY9yXmB/Z1EPGVhacIVBHivQ8M6xQ08kMLpX5KR7c+q2l
5nwH1ZY+tCc7DWg99hDjcJdgHGfnF7NWGMBGMQEvRdQ8pe0Aw/k8lAhluIYse8MAgl9PwFwErQEB
NdTrl5BY54cM2DeUxBADxSyd3GS1Cq/KeW6Sg0pIwCuCinUfXj9hH3NHp1twakOKSUZvQ5TSMtAF
WJVH0PpZaxB/h8lKCeAXvhYYK/223dWh6i959/nXBKoB/i0Qu/hHnhYC+5adTNwiB9KvHZ7eEsCf
oJKwn80lRPIHx5a8SOBEBEEj2CcxnHh6jvQ+zdt81smhX9sb8pA9eVF1a+/g79pbdlv66qa6nSJ9
A06wdfec/PIO3v2xOdZbPepn3xwC6zcb/Tha0mYQDnPtd0kOlVOzIjTn5AAoLyqPq6ayV+Dp2sSM
rzPi+GkJWpf0q5cDJimAQ0PPEXFFzPSdfgzgPCjQoWQ69LT6beYgt47rdCHnONvbDxugH0OFC2dG
hh1pQ9eoFRgwDzbIgzW3DawB4ce8m/JfC/4r2tAnn1CyhJfC50dulqVZbLewZPg8rHfWTRb+sII2
6KJm4TI62yxYEoUsQasEpPlZLX4u1cKOYSkDw4URszWjc6DN30b+SrpxVSDlp84C/lg4prw6B8Ax
nBNIlSANPl2dWXAjHqtmOkAJHdKyADU47spJD6732BXQnKUL1/qSPfnhAG4Hb9RgL41BXlLUh5FX
60T7DXKfbeI1Bz1fMHgW4sRHBc0n5lLwLML/nC5QRdY9UbueDuCqmrYMTZ7AgVLpgjuevSM+rIjx
uT8YJ+FEnzIh1oAjNe2xrAK4adSFA88uMbIHaYeUAiX9et0nzxwFAo+YiRe1Z1RqgFQ/tZYU9VAw
q6NHZ6R+mnYhpCNCTzGCOi39ZICMXZ1up3GpLHS2dx9mRZ4PnCGyW+kk8KIyQMFI6VHxyD00hdYo
Iwbc6VZUr9+9IgcwTl/4rhdW+tFEFuQKQG7I4E3qKJoZi5XSSlvV6ORahhAQcdZcbQOwYt0PVrXr
vO317yuc/uRQoJwAomJ0N4Gl1UGEcvp99SJtLNQz5qOd6n7ZmfdWX670uXi5bkaehsBRR30JShh4
6aJac3b9unXRmqnBjYN5UCJzx475zrYC/SnGvZgG2qZZVSvT8Qc1MKyFWCM77B/Twii4STAFJz78
J4edamPWvc4yDnyCciaenFbmQZLO9LvS9FtYvL7Ui+bwzgBBpeihyi9eb2TEmKAffEhAtpKxO6Ce
NgWb98RY5TpF5vefnPHuz0ZdSx0+1vbJmLR9NoEmFgExKoztXeVdix+++vdBRCQal0C2ouckv5p0
p0FDWLWVA2XxsBpqEPrOMxjor1uRnRAYEogJCrINDDqhpSPtkKm1GtHLOjlW1BvXFe3e6yIvIPlA
lpha5BAJS7CCt74geUavULqvazSHS55ycuw7gDVSs3LDMYXM4fX1yDc2Lhg0mAX4BHOGKuYRTz0u
0WZOLGWuIggj2psidY0nPjbad5JOEOdVi/fr5uRgBXNgz0NVDK9odCPlx5/ZjlnKC6+NsskLtTSN
WGn46qyFc6c/skbzh/HHdYsXFgiem4/tQq0Bj8HTBTY05TSjYxcZRgG2aI1tgfkEpU/i7OnoLPjg
mXdgeXjSQs0MoxxAKEo+3tV1lUxx20Xg07+HWskMdKSzK70lGcAz3xAjMqinAX2Bf/BKOF1UnEPq
lhhdFw1FvSfDHvJBm+ufbcmC5BdznwOiEsMCxcQCVyO3yhc878K3+oBk4WpGowhf63QNDXpE+pj0
XeTgnaio6LhvFbJEUyhztYmi0Wcrcs291DoeezmsmM9N5Kg+fwXCT+l87578AIV58YvFYb2Evj+L
q5JR6d3hQAylLmsYJS2Aqb6ircDhB30ua+m+uHCccHZB5AR0E/5LvhLByUk7TDZ0UT01yIHrOxNq
rj56zT6r2pXSaxgiGn9e9wyxL5+vYfFFUUkHkg6Xsagyn+5bmmhFLFQZI3cOdOo7RyO76Qy/Sfwh
Dbphfd3aWa1AmHMB3EPTB9kwpkZOzdkcwiXAPbXYQOumuUu4762NPd/nh2TDN/nW2Hk7/q78ZK7f
/Kpfr1u/dAo+G5eCh9mWDP0oGFdLPTDqu9xZwhNd2kEAxCBRAUY7QVJwurwyrtk4lrCA+yRMrWqV
l2YISAhB5ODHeK7e64osBOELhwKTEwBggqgc3cSzNA21Q1cfDYVFk6aFBR/vbE+/7bQu1GozGHWG
cqi5bvP3CYPRdo3uFLP8uNpe/7bn5x8wAcwk497BPYoXyOnKlbYaZ6clPNKgpQHEY9hPW8tbcNZL
S8WNA4glaMdAG3v2VG3dieDTz5EGItvC97TAhLzmD/dtOjKffh9f2udqqQF+fuUI6q+/NiWv6VDu
rUCpj5VVSdBW67IsAZxGjcW6u/4JJdiBi+gmmMlQycFLFc4jEzFSTlA8bTQelQg0o29Tv3RD/afz
jnGqqgy7W+OZO6vrRs/PxKlNsa+f3qgxgDdgtp15lBpaqE6voChZeGN9pNSnIebUhHS9GRoBw5Op
8shAVQqKKIfJV1ZjgNR0r2yVkGwhsbGBLgKpfbKFTuDvdOM9Qf3ov1uodAV2XZMgSZh45KXAg003
jt0sZMEfD+yzhYpqDMaY8GKVZ3040PWDMXU8mndq4dub+iX9ObZbTAW6rc82xaP7eNRWyr36Iwad
+r1ynx3bl/wJyesKfer9sDCIc1YC//AnjMiBYBN8M+iNn+4tR8HXoVapRvkLChyoAjYrrfABW8FE
xT9L+dzFswn6uP9Yk7Y5x1BL76jC2u/xp2VsLbpBzx1ipSb68blvQfz7pibreCERkUkx/pyaT3al
jTVS1xwMQHCi8jd5sNbp2gzzrX3n7NNHcpvuwZ+ivk4LR/U8zsOloTiIjcZ2n9WQVcwUzIkCm+pv
0wH/9025LYxHXNZLwFx5muhjdUI7E58VaAOQjJzu4UCtGreWPUfTW78m35wn/sPb1w954pO9+jyD
67IMWjjbELhvw83Xj8yHFg5m84BRMaUdtZTY88gczxHXbUyKBTpfejVeeA8gKRJyO/82IW2eYxaN
o3IEdHVnhWMIFZHfzW11q2+6XbXNtuYmv6HmyjhC0pI0/r+bwSe94KtJrKigfrIuXdczS0u9bFMe
FbxQ/GZS1hQyDwsv40sRFkgQ9NRRRhKIkdMddAsAGKp24JFi4jiwPOjo6/V9unT3frYgLUMBhbrS
gM8/6toXTvJ9MTs30CBd8IYL9yDKRKDOxusGlTiZ9pNgwqWfRRgfvKM3rwcG5feV1izcFuJrSDEU
Y8xQlkHzBQhLeaIGAkFZDcVFfkwS8zgn6yF7rtL+fua3nmIu3H3nb1/xWgI0Gm1JEB/LeZfLsxkg
nso66pkXaGP6PHlbley9GGT30HRseyjqjkslhwtxElIM4E3FIwZdUbBKnfoDnfO+zegwHOkAwkrO
wcfnrGNX+Q0KmdnpIWpkr4qqWo/t91F3Q+BxkemM6+suc76ZgqcLTIhozANQJMOy7BRkwG2uTkcS
o1mjz84abQYaENo9da6y1CE5f9lApBUIAfDXYYAZ96OUQjVp3ils0pMoRiqKGUgT7BfJti+qrVvE
mxT1qhmALRXqv27yMLbDqvGSBcc6OyToU4HqQlB4oZmOcbjTzx6DhYLXiekdCXVxBs0GTRqLJmsT
AOKF3vNFU8CgY6ICo/CA6Z6aMio6gTDW8I6xxS0QSWfMV7vY9bO6y7/qwsi0Bf8v9MpQn0Cf8dRU
MfUqGRJ1BoiP+yqaTlP6i0zP3Mpu1RJVci1K+4VuxtmpESZRrsJ4L2AhZ411k2LSHpiFOeootCis
6mbytJCYxh0qKMGs99sZyiKcLQ1Si492EhhEgwEMA5qobEEPTtq/mjROMXmsjUYgB4NZGce9V4A6
fkpRP84y9UgmW9tCL6deOCoXnFcomKGAjCMLiKiMw0BzjSZuQTtYzjdQtr+xKgtVAKTloLf/jh4S
dDPU9YhJB0vfjLGr+fZoL3jvhdXjm+L6wJQBMktV3ucOyoqpQ9so54o6Athi5qui85oArevuJxBc
CcJVo92NWrtUlZDZekGQhKlKlMAA08T4FbLMUx+zxlQd8mJoo9ZSCNRyoRSyqZ3ci0DxUB20QZ/3
jpfy/dzOZdAMbeaznmsh1oGiheNNAeTdXmclM0LezgZGnkcTjLk2X5M6AwtKO0zbvLUnH/oiSyxP
Z3ev+OkixAG5LHhQxL//nN3wiqctxOwjwrxhxcqMhJNiewsnQsJG4pTDDAp3QuRTCAea0hfCcA+f
Kg8Voizz8EzqtQaEZMNbnmfafnQZCU3O75OqaIU6pbvK3JZ+sR388Qswby/wr2jWylcZJ1UMqTC1
i2wM32x5W1TrCdNxm+u3xvnRR0FUHAIAsEWhUl6nB3SEC26uqOvAd6K6vPzG4soDjczMHvMCYD0n
HciNOxbsWFOzeLhu/tIhwDmEJC7CjmgKnO5mazLaD6XdRSwzzY1dUSPMQPK+adCJ06BOsLZHBfU5
U5mD64bPHiU4dCjcA3wP09htyY1cJZ7SOGf2ESPynj94Bt3oHQRGY/h9oGSqcdPm3o8v2hRk/fjI
kMq20KyWv3WJrpaWQtEUp+67ohwIiwNNVUOteIHW2EJ0ObuwJFvS+iYGJaChifXIg9Bl7pp7j3fQ
E1zCE5x9xg8zos0oOOtBCnW6fzVPXPAsm3pkWr79K0G1cfa1w/B6/cNdXsxfK5KX2N7Y92qGV9NI
p5u6BgvGuEsTvpBcn/ki1gJiKUy/IraIEurpWpAb5bHKcz1i7drmN7OxA9m+3q+0+q6fFtzv7LGG
oiXmEpByAvAMqmzJltLPhVo4E1b0VtqBVayml8RYqN+dHW1hAywB6MYClQmY5+l6tJx5XY8PF6Wm
N/txlz/nPfddwFe42QWxVqt+N+tbMFuG17fr/Ho9tSwjWVAcGkBnSVXkRwOqzjW5wTspUPiPtiQP
tepsOsx267YCruN3b1DDOVvi1RTf7+RpIX4B5ooBLtIA05Mbp7jd3Rz4bi2CUvPaUZJV6r3OEDsZ
yvs+MRbO2vn7X1gTURqoRLz/5XywxePUSQnVomLSQubYmyYrVl2qh6zPXszpLS70t7R+tFgDCarc
50O7neul0f1LLoUHHEa40XbSgNA93e6q1Oo8S3UtsrgSdt27gWECp/sJ0ccF373kV4CE4AWFgAUZ
EP3UEAfnYda2eIcaj9m4Htp3Svb1zyIGP2kENNF1X7q0KnCeibEx3MJoTZ4aI6o2dxiJMqJqdB8c
ru7ZlB/6tnxrc2fhvFyIMgBo/DUlnckpIxPxJt1Ar0Z/SGx9PfRgupqWyM0uuaZIWgC8xksG3/B0
RbRsBxOSYIjMmZkHSea9xeNA/N4cXiAQcUNtsoSyOS/JIDfFK09IcwpyCTk/bcoKpGka7SOVlO5b
MWu9P7Yl3xl6OgdJWbZbhMNfhQqdJic36xWrhtWYjrdWY9UYzMRVFUMkmdeEHuaCp4cm737UWgFO
DqsbX69v+HnxDwokAHeoCPcfCEhpx62c6RoUy3rckqMRmG71D/X6ZiXYuIKkRUg28RTdj7qn+KCV
AhuP04yrmfLBB2dqGgwYpvTLoYTwT+Hp6+s/7nzvMK6H7AyUNhh+AkbydO9aXA+sKQu8lkZI7eh9
dgtuZzMcrYmvDFvZu3HWrK6b/MDanoYy1LPQywOwFZhVpEmnNr1U7xkR+FoWz8574g7pT5b3xePM
BgU8Q2Rk71NpeOBg5mX5Tz0Qw/b7TMlRFkb/5nGiLjm6ill1fg3gauvPaZw950WmvDdU1UqkPQ4g
yMrskXeDaLzxGZzE85NY1++ztFeBwkx1vmNZb92b0J3sgjYpoN4E7Yo0C1Qvj59cM1fwhyedVwAK
W92xUhqUMzUNEjmons+Zn7uK825mOrvPMZWW+30zsO9zZ6OzO5Zg9VNR1gY+uLDHF4BHyu+MDe3o
g78yiSaGdsZXo4qHy0HMPUA9AVxJcuHLdBWtr7RsjIoyOyZpuR2Jl/lem9lBmaNWtLCF2KGTHQST
BzDi8GjoRAn519MdzCqgsZpiHCOSok4xqw04nl0A5a9bOQvLKEeiXCBmugBMBi3BqZXRtqdRUwgg
BymosDoMsY2989BTtq4dA6rgmKDyQBM/k3xz3bD4+afLE4bBfaSLYbazRNZl9gQp5xKpkmn7dVv5
DiX+6C4s76IV9JqRrONz4jI4XR6yE0CyjAopuzKG+hC5GvFr4FGur0X8lbO1fLIifsWn7DIjcT9r
do2kKyuqFTgVXlHmZgtRRJ6BR+MRX0wkPLCEhECuiILahqmpmyHr6eOwyJwI8jl+3/9CVzLIebPK
bPOm8RhOIheD8bNvQLkT/4bdNEq98Fg7dxvc5OiFopmE34Xmx+mK57IY6smM07tJKYLKs3d53YQ8
B+BH74PYMte0v+/0JZaFs0CKqREwfGL8EDB6sNZKbwjQGpgzGiHkzkYbyVuTaWfxABrn5cJtcr6f
CNRI5QWcWpQrpf00Yigbuq1C7oYK2kEqt0sMW8TKwjc8qxYgX8BjHpRcQvhFwPVOP2JiFw4pEh33
guDgMnNdA2aFzetRM32VOWqAKGyiWNF962a8v0ndLMHE5IXiF3yU8fF+UVHPMaWFVozQoaq0PhqB
WYZIb8l8DjHmhSfSkhUpxmhKDmAwmIiiyUsiqwQy3sEoyxfDpVgKuE8/vikqoLKw58TKAuIFehsZ
iY1LIFer5lnhmrpwCsVv/XzUP8yATxtVcLAQ4MlxumcOrnC3Jh+H0KnWlEFkrkyVNtQnl6xpB16K
r4UWwIAw6C8ucAOBCj2KU3tGY2bgeNdolNgjQvNvaj1fNyC2+GRBHwYAvIUjIB7LJxkvTbtWR4tG
hQPaKIJbGQ2P9OW/MyJ5+tRiRnXUYIRULMjoK+OP1Gm/6gHSSqStqXLQd6rEppFWvzOAAglYzq8v
Q456fzbj77cyTjcD6rh2M6UGBfdTMG1LsDzgoGboufpxv2JLrZmlnRHH6tOtUseTWwAyRKPSeNLy
BozGe6TjCx9NDqnyksSP+GREa4y5ysT2Nz+wHr6lJqZ0kW8umDkLAdLeSCEAc8tDj1keGs3jdwPw
ObL04F36WGKdn9ZhEEyYKpNJIxeVaaUEvemT5v6+vv1LNqSzWBRKSbICNpIZ6Fb3m1G+WMNC/XbJ
hnDBT+sgEGF1+AgXy0rMaGkAGhWvxWJzdWE7ZPgk413WNR5WMroQijQhvWeShR0/C5SnOy7PDBUd
FtFQnUaOlt1QhwFkHzG9WRnN9+u7ctGDcXtCUAYEeKiLnX4xtY9TQPlw7HtlXLnoPFjs3ZnBtuc9
xNZCgf/i7nyyJf79p91xQW/nVDVsDa0XDM6tNj6D5y+8vqAlI9JZaRWVFEwXcWxs/MK4UV0Fo/Zf
TWY+Dv6npUgHpgfzMFTghRU9DRqLBp2i+zAdDF/UTRI4d8ABUaxHWQ2tX0Naj63o4CBTVAR/uwnM
ZvCR/fnVtHBwLsRmlEaAjQHpB4TLZVw9HboMXPcdjQwP/U+kin5T+rrmM1AuKpAWWLgKLmwSzOFF
DoQXUuyzhhI1YnSXGdyb/sNRiMmNHBwU6+uecFYi/Ph0n6zI/jZZBRg9YIWWK5G5HJu7/D6bfbXx
u9GnP/ghvdeXEs+LSwMXtnidoj4vj/HmPdEVPR2wX14RxjH7ZQ9jaBbV17hv/7gFsHGwAVga2kin
Z8lxUe9FXR0Pj+zbBORSoRzz4ef1D3ghCOH3/7UhXdi6qeW9pcBGFhdr1bxvteeuJxteLvGCLBmS
g1CTdBgqgSFUdcNkWs164htpH2hLNJ8XN+fTiiSPYIrKoCIAQ4Orhoh4gVtEXrzk3eLnSo/Ck+8m
HdnKUDF0XcGKpWKSl6YrsGgsRLnLvv1pJVIAMrqMjX2HC4KBrEFHO8/n7nRomf5WF0kIli908YYN
GtIPltMEhZftRsfYjHry9YvqZK3Sre7U4JXXmfiiGXg1XR2KVBiUV6G53ixpkJyl8B/n+dOapdtd
c3NQPENRMOrSwBJkEX7/1D04N/kzuIKNMkQfrC6Deg3OnOsHYWFDZQ1AcOMWkIOGYQ38PH0R++N8
f93CeTYrwvzftXnyG3+oBCUTviN4Fby3gfva95yC+gczZyE4H8slDayFIyfLmCaaVs8eoBCRMUGQ
YD7oBMxzebXulaXTsHDmZOglsXLcNwSWiE5XJtnRfFxr+cv177dkRIogYMNP2u5jh6rpxhr2Rtpt
1Wx93ciFt9LJHknRI1Y63awN7JFaQhxlbH0OyTR9YL6SH1ttiW3s4pX8ySOkKKI1LVEs8d1GDflS
HgMDLPQHQs98dnqceQwlD9ZSFrjkFlJYGfn/MQocO8JKlLJnd3rl3cKwhdz2/XOS0TPDDLkY5pbW
5mFwrxp6JDR9Va8hxuGjFO3bADk7XrNGZfM48Nfre3fZIggfUXnAf2R/r9Gno2XB8eJowC2ZZbdN
NQdVxYE2ch9yzwtovwQ2OgOO/1nlX5vS/dknxGN2iupDZSoBM96m1gldYww4I+u6BseDvtW8ldHt
jMUh1rN9xLQnkIm2jn4sOL4+SCA+PbXT2rGLTlesY9/8YxQ07DGVC37nUDDXf/HDSpakRXpe5pqs
TOxjq97FVN0a4FvhGZL7njz3jROivbC+bvGjGHVyv0ompcNuzDaztRgmzU2o77oXnQfomUGXkXQ+
gCS+c5OsygAdmRdrN4NvFWNDexIupQBnHT5oj4HXUjAtm4LBSNa+owoI0kaOn0Feum/sdxu22+6h
fUzunYdmVXwbtsNjfQfjaKGFi+3vixv8ybh0X4A/kse2DuP2gaHJAKoSzTeywOiCcQ9ezTvQjILb
zJ9+LTGVnHu1WLbA3gJYg0e6DMvMjdJwwZNrH6c2HEffS8O5D6FlQ/pV3PtWqB/sBRc7i7uSRene
VwsouuY1LNLZu9erJ42T1ZSMYRu/8HRpW89uklNjcrtR9aqUpp3wZ0yBue3KdWg4eermug8vWZG2
r1B4Fbc5llR36yRrcYMkfq39uG7kLOZJS5FyBAZkslHawkHTcqP3YHevvBujnVZtCXIg2vpgAl9I
8S+6JRDncAzwy6B3epqWuJS3ePzG1rFwYx96uIGVh0qxS5eGvC5/v792pBBAikIfOXetIwGHKjGO
jbrRl1h7l9YifsOnGMrqgmtd7SGG1k9FOYQGVA5dDFhV1kJAO3/YfmzU39WIX/LJEo9B7t2hw3iE
/rJ67/3oHyvVJ7f6tvg+/GBvYM5wS39YetUufUPprod65aS26IMfq26VQgM152OgK8/XfXDJiJQf
GFRLssbCRWQq3solZJ2Vv7pMX1238n8JSn+/oBQiFBUwHA9y0seuWo2gYW0C75v7E5mP/apA+5ys
IYRz3eR17wDT4+me1R0Q3EgFrCOtN4a3L5ynDgMHYBP+78xIgYLPjZkWCTbJSppAh+oumyGxE+pe
u/AJz56bJz541h1UMYaVGTM2qiEhAYFv4ovB8A0IS1QlSOvgv1uWFCd6VVHr3MXX680fsW3uGvod
9ZKAtUZ43dB5ogwUEzhHdQ9CUqAfkAucpVk5VddN1nHC/F42BuXDBE40n/z0xtD2H4vN0iSdCD3S
6wSydpjfxzwIoAHyuJc5A0beopt+9IzV3Cgodf8PDi4siM4qbmDQSErO7gErbigKLKgpjVHjLLr1
XIP/z8mtpav3wvH9bEp+4yilPZophoyOpZ0FFV1lehsY5Pf1PVoyIvm46xYqocCwHFW99vOuDe2u
CUpnycOXzEjXoZ4B12SAg/voOCww0apRybd6XBqQuexwSOXRBBeDhnIB0PZ4WfVUtY7aY3mMX+gE
pghk82ZozWjc+C319d4HVc7/5Bv+tSrF2ZrPam1MsFoLaNJTb73Z/fa6iUvvbjjDXxuS34kBKO7U
3DoCqXZr6b65qh6dYxq2j8XaDbtw/J19szZGUK7172rve//U3+ub67/h8h7+5yfIKFczBiBFo7N1
nLUB+akXIjUt6ufrRi6f4L9GJH+sNRrnVYx1MuVlTr/x/p+v/X1ISwOJCPAq0ChADtlikZ+u+5xC
X4ckdLjrMl6EGBb8pUzq0pzh2W6J4CBwh6CdAwzxDLzjAjCoFZ023uVKpU6hO8XgFyJselPGtn4y
9QpyoqY9tK9ZUaKAXJpDhxxxSthLOgxCxDlnpU+YBoA5ZBnYu2Y31hQAupIUPvTQvFejITQLJhT5
Z78Ex1bll0oHmbl+pP3CS1bOAMRagPeFpDkgCqBylrzbG4ymT8yiv0v1gj+NFR0hk0BL1DOdFBop
5Vbwhi6cKPE3P8fxD5tCmxbYLqGaIF3wRjGUNfWM/g4RffylsQwKxFNOQF0NlkurMfg/uTo+T4a1
cMxkF4ddkHELak3gSoDTkZ62MGlpVFXZXe1p+b6ueRM0fUEDMJilC2+YC59VfFH4IGggkc9Jjj4X
QFQybrG72AW9aRqPvxQcKfDtP/UGP8SQXP/itS/W9tmgFIIzC9TC1HDYHfpN6YoVypNX2szXZwxj
Qe7xi8kIrGFRIFOF6AL4YGShcM1t7CxRJ3bnxake5HObPdgxe6kLJ/7ZteMSa4n8IhTmwHAEfDbs
AXUiOSmuF90ukordWQ54gYx56MMEHHBBWedxqNR0UQhdbM+Jh4rpQeAOASMTMqwyPA8SOV2TKq5x
Vzi/iZE8WCALzRvzBlIiPo/1cLLcvc7KQ0abWzNbKsefnQ+gDtEoBIcIoENgs5aimNe6lpJhzu7O
mLN3iL0n21lN+oBV/YvXGNQHLbHjZ80SB9PZoANGB0/sSskSi21WzJOBVWfa6zSb69Qy9kzRMZHa
QJyo9zuAcdsu3mZMAwh2MjCKsyQjIN8QlmBNwQw6EHyCrFXGFbWFqyqEO/adlasuhEatymfdvNRK
vGgFToOCpYnH68eX+HRPaNjdVgyp3RVKTDcVlNPwxMMEx/Xb6IzaTzD4okuKWVAwiQudltPryHFr
Y6gHhdxPkz0866XrZkHMYjXyeFzVPi0r+1uVCZ2EgtTp5BdF72pB41TNUwI6znu1JdMmm/tt0tX5
micq3fFMyf5cAf8vGOebX9Vj3/761YNy/v8DnnnkPv+hDBQs9ic08//rd5J+q0jXfzvhpsf/5w+l
vGP+C5cFgNWAtyHqfLDd/KGUt9V/gRACJGLgPYe3YuDvP5TyhvsvIOrhV4Di/WGh/zehvO79C2cL
PXkXI+Z//tUXCOVhX1ySf0MU5v0QduHBUJoEVFlU3k99a2gStbMUJV5pFctuFcP9NaeJEaqc3Zok
tYPCYjvaZ+kO6jhQoRzTf3ITU8Au5g5UfdZXWtvWh9qe0HLuYttaK1CdHPwhGaAMVsdCH2RwW+9u
sIY4WXUjxNMwNZuw4i7PMCaxoqlpURV/haLw3frZlNf6D0RNs/0J9qxpz6cB8p6Np9fJa5P15Rvg
2+OhN53vzqAN90VVIpRiNBiEs+4Hr7sN8qdksL0ttb1wNPs4D1Ulce9Tc1Zsza8nACcPDNLiceez
uvV8nBXW33oucfkNMctgqJsiBD3RsGtcKPR2baHtRkj2BBZlU9ADNevwSQ2tGAgFZEXHEnohvkKN
fRoP73Nrg6W8NPXG1ybS7syxvO2sihQ+TzSU2qc6Cyu9tTHUyXOMAlSrtDP2WjpkmyJXabfGywxD
154aD+B78/BwWo2xVb9gNMyvIDvWdRqUXpMsAe+/OUMBkxvlrWYTsJ7XpSgbemFHk8KOyt51fbXU
QLYwH7KyY48JLY8QWOySY1OyufQRZ9qXtjV9y+yzQ4c/OfiQtcu1LZRkYHdWwXOo5zrwZmaRoiY0
j6YVUJo3bN3qqQe5i7THNJcQ/h6CtLNelLZ1u4AlCU8DQ2U8mLI4qHSdgQx+sGb2Ms9a+jjgxbaH
Xu4LJazJAS40y7XWoBU4qGazt/DZ7tSs2Q6Uh8nY3NVoQ61mjephAZbjENpUa23svuX1mPmW1qkb
CxB+DLTn3TrF7PZm9DBe5hea56PzokWVMwwWWrQ1s/0GLjPuWG+ld4mbpND1gs4m20Jcdn52OtDx
hjNpjiCEvYGmGtTnGU/XDug5oJHMiwYaCC0v0PEdoMs2EPAnZ5nLDnFcbNseVH1+atasuS/KlKe7
JtUwGwQpWUxNWgUD/5qFgWhM6SgqiIpbNF+ywvKpzSE9rXcO2XSgiRgmFkO6eEwCkqJHM7bDaIfc
mlZ4POEZD0qSx6mwwJmlTAwls2J40mLuRNkwAj2FoFFDKM0mayA1dDBGVmYELTN/iCsomTT2nvFk
CPvGVdeVOVG/JfM7FNt/V9CVabR6lzT9LecZlMK973ZuTOu8cXo/br1bRyPxC0vTJPAYOJ0zK7ZC
kvcYkrGqPu9wmAgqUpldx/2mHiel/KXjRK3h2PO0G/KsQX7NBRktuD7SvKoeMSQ+YwpvGgYQxjYe
91PEn3xXY471zlGNDKPN2egC359VIw9IUg/+lJhqOKFrtVN0tXyoWsd5TEb11tYbvfLjRpl3GI3Z
xwnL9jXmIaiPzAAY2RQ6tSg/26NlrFltOsEMdEmxhkJit3FJP1YBcSD2uZky3n5TqdKbG4yMgmqI
dwBboxk+Wbs48bDtGGDRj9mYNoekronud+pc3ekDHWrw6eCRt+nx7vw+JkCyrZ2WTaVfOLVjQVNt
DszEdNeZUia/wcRiI9ihH1OWBpQaWW7fK3OSgoxbKX57zMzeCm8Y4s1I0hHMhINW+UqbMcd343xa
KVVKHphTHDPM3t+Cpig90DzNAyUxjCeI0bMdJCi6jdrpxqYkSRtmmgusa01Jla+UuW+3/H+z9yW7
letasv9Sc12oo5qput14b/dO2zkR7GxEUqREkZQo6esrdtW9QL0LPBTwxm92BifTToniWisiVoQY
c/+YWvNTq9Ge820K71K1dVuB5GjringV/GBVSyDY11PkmgnrUbj6rF6LUFKFZ629Ujj3ZYWCuaBB
9gGeKY4ZE/U4gnLf9nVc7jylZ90gtHhA45V0ei+QcbefxzmV9zyN1Qf8rF1QQjl36GeqK9cxfUzG
7BXU1UzRGL8ij+2Wems6ZHW0q37rsE8tFOGFt2THhE9oGemaHRBo9IH7VZ8NS5dLTgAc+Utvjt2m
rqmEXm8qBKTupKDKX70N7hFdm1Vy4rbRa7JNhSFhZRMyX+ie6jsP9oIkpzfqBVO3Kbc4RJqBhFdA
clSMJU+9J9U5Mmz4XIBov+0zjG+KKQw/o3x6mj3M6QNVrpBaveGAZ8WypE8IpQdeG8RPiQ42dP50
urY5+cO3/neYIu+2TJFcVnHa+veC8yQp8m5YcVHI22gJ46aZlG6KhiOI3GeUqOzMBpFWuovX6+Qr
+TrIcNBFnMk6gg7xooIcMlE4bKPqtBrb7XwO969RgQ20shpNMFdE7bywekDJZdKc3ZgPBdIAtxo9
rix0vyyV0jqaSi/uYAGovD2pYEISY/kHXFhr3GUMo6u/qufWBrttnIkH3LAsadv3aYCFS8W4xGUx
JHnTesNB7AQEfuh1R8EYtN4eC+afe7AMr5Zl3onZcHjYp3D0Su5F81YkmmlWItBb7GWih9c2ZRwv
Eia8KI5Db8YnL9jXAo4EfVS23WT4maKMfW1WSVlKG1F9iFm6vYSc4aJiPIH6OwznX3BvnacmnnIy
lFky+T/2OWPnaEiGekPQ87tagmg6W8vu4d6JwrKb1mFhWADZz/3LyjpeIwzxsiLrBZQupRZVgMCK
MUmN/ewRHxiUGAiCrEGAqXxMtjmK6xZb7Vfby8Te+YFZ18Ks6pJP4fKZdr0OL6sJ7wPd80cjxgNH
MEqFNatfA/crtiwYKVraT30JOMi+wvXKXwvs21yQVijhLIgWsa+RQb0XieTdoecphyVtlL9G87qS
MuugO0tCuGRwlEqkJq7sMtHombVhNhc4JnSqOyPzR+rj5TSsRbsKw0knvrvA9nORJQEPsWmgtC1Z
bFpE2KiWjhXLJf4dfRjrvgIVHamDxWgylxYYEVSBPh26185uWJ8dlqeW+1aWYWTT7RQrdFYV3qAN
i33b1PgjVqnqSr6aUTc5YlO+Qub8q5oRplXEaErbe4rIMl2yhLO5UMJilyibvQhmsSHSfY8cghhY
As3Mc82qEzMdlthzf3mAGR93p/eDyTGrNhylo2f8sEnQoMCY0Q4LbBrJmMDtBh9tFvUVRS7iBTh9
djZcwYRuXN41pbpRAZTDcKDjdC6DfGqrnA1YI8BJq/oVq1qCK44PJeEwyqCjel975NaXYBmw9w5/
oUcTtJdhDLdGjaS9a2W4NB58sGg1ZHO/HnY1gwHDviWCnFYJUSVt2aaqZSXA8SYN46wEKzlYNaUh
hL7tdLRz6BokjmnsuYo/gsUJhGERxmtfp9d2W9xUomvK8tJHAf2GSZWuo12Yqy+nrESeXsVTxZ/o
KonBN4BseVji3UFFwQ5y1i9Ti1qmCLluEYFB5ey96NVnXbWkzJyZN6415/oNwgZdooelv3a6Hf1e
DjDVNOZH6oYVO5Y8i77nsHVH5N0Ef/FaEeIjeHLInfeEgWPNC8QWDRk68PYdGpS17r0o/zlNAQzA
6GrYuVtc5t5wb2fz2dI2PG+IDaphEZi9wbjBiGLBwmhS8b5z3wtk3W9RK+RPt7ulTMYImSSLgFVQ
pyLvlI+R+KJR35fW3zQtQhOoX/uITdcazNRfpMkoVg98OvfeHI/F1mmmDvtKNnGZoxT3JJ+6ZK9y
x8XHvi7yt4jSZTsvO4/FYXDznp8yT3l10HrBVCmopS1Qjrl/hfXPAh/8VOL/y0IkHpXOBUYW8HdK
umsW7njIlMAMoh77gcFbhSPGecmj1ZXbgLCV+1h3ICf4hsuqoMmIrXOXGUg5eLdELwlXuDLSQA5/
IHMhARrv3EXhDQqe9iLKbbgdkL2gSiunvBw8FGdYEjlehdmafPNFLo8C5o5AZxzaPXg74QMbtqJD
zu7+ki+GqJ9apGiu40mfcA04ORT5pOavfbBBcJxZt/UXs8PMdJbcK/3Zs0WqST89gSxaf/cpDYFH
TDl60K2NyauNCUNXOadE1WoSqLrbul3lFMfmFUVEzqjTnW5rbxQvMKsX49l2dF+aJFwDix+yMaSz
t9qa3xP187lxTj3kTh3SiMo3X2/mA0PuKOCSTbN3EmLz48y1QDI1941+UNDB3rUtI99yGCOku+Q2
/lyg+rY1dUtHml5Og22kQTcltX7UI5jcLaL5FxOYjUp0w0/rPgUFGjhra9PhPqmWmXR5EQ39am5t
MbgxmiMCrJbi5mWtRsW8xkflokXg49UffNd3ZYuSSgsGp3Jkou9tlMBu0iYpdu04/NOGOU/KznNw
MrYYGZOfSN6AMWQvJqEqX9n4R3uj/IpJwAECMuxBbgVcdciTRDbj1NBuZfOF0a4vk8V2iIjW7Pah
wsv3r25JIpox5xCJs0HDvTwZvh1QiOdWduP3uqXZVGBX2n9nWm/+n+nWyKHH73l4SKSXVLCkH3Cy
fNm7uuVk5FeC4Sw/ccsD1HqjEv+DjXEkKhQ4dBBw/xjfho5urFmTbA9AtC479jxlvGCwUihAO5w7
4hJJw9GD8N2igB7EXDZsCzfcq87tYz11TuYQjpFReE+5GdovzYJlvQykZ58xIq6eUsnyvwHdltfY
qL3GBD7mH1OPTu5sUtxmzU2gryoamhjU6JCdkX9lXngg76i1NCs24/9QC2IYnihBwUb8gujXKwGx
AnECDfI/fLerPOcL8/qTgTfRW+e1fjNuwgtee5+0P8EVYDJxer25i0D5lm1wAGP0JYOh+latE3xD
HqKYbYDqApe4k7f46XoEpqHsle6YnB4NHC945eVgb88zRqBf3aAdhJfUbxt0oHgYxin7mcctEv/s
7CV3K5x/ao6jhCYatgVPGxUG9QMxxqhR23OiMfFAQ8+qNsbqBucsvg9TnpyQfWcetYB0OfOAHQoc
go80mrsLmgMImzFJvOggoj9Ft8Yo5wIubxHGZ1S5qOXYE6bL1BUIQFtYmYWwAelDGV4QvQCFqJRj
nYSDOfs5fJZZ7DCSrwiCoIgvzz29VC2+1Wod2o3epxGP7TEMEMf7IpSI/9Jo5QhYnxYhjzmMGo4d
m0Adje2yIF6BDjnk5FBKDY+ZZXvel2JMiO0Km65D/u3dfHF7XHpT/3NxUl002OoESlKPyKNjXp5j
K2eYj3Gb1X4E73zgSy9cjS9+xt55Tn57c+u/O5Higwmm13VUgFY8/TgQ/FW+eHJ+d5QZsn1hZbE9
zOjEXhSaYCQak2ur5BEMgDehD/1he9SkgZynRX6jnfzy+IRDq551GPyRAb+Es5+WPZdYOFi/QgoD
yjgFLNvuzwiWzQtrxBfQ3K0CaPfuRVB5LGR81Nn4lAXyk+j4hfnegxMxuYxdS0vYD6DPoOODXM0D
MJU7l+OQ6WD/IuP4OVLhV0gvIY1UyhQr7lFkdJFfU9KHv0Ug0K/bHDG3uvtaw74eh/7i5QrgCRR2
mF4hDZs7WLDkBgFSfng7MIgX6zHnFoFBeKKEg75U7NWXGg3Hjn4Qp/2PQ3hrESzhM+XjD20wqxCz
F1uCvSjjt7zoGPQDJ09hAjn63B9hGY/oGkfe8kHtUz2obcavkCY67t76PZpqf9cXFE+YysNEIY82
0Nb7+kCm/Ej35Blwy3UMhpNDFhm8AyC1JKzZAnT7yAeu2r0/ws/DnJy3RFUb8ib11zvPDHD/96u2
51jKgJcahFXIrRH04hJPXgfFfVTt8cFfBHqGxH5i8Xpves3mpp9Yfgr5it9kVQ9ohmDghEEdDvgO
kYZZUvvWvuVb+qiDfHxQUXfBnsmrv+AmXuEQOL1NlvxFGlB0CRBdfHYLBtDOuenO66f9PkjWe/RB
YTGm6THTIEeIRcJN0v7pBliJsXb/woLgZ5D0N2quP43MYxczdo/LOh7cGt4vMK59jgQIO5/ckh79
OT8POM0nM3rDMR5QOBIF7Cids6jARKLuQjOxU8y3j5x6jVL4BVGaC7SUZ1yormx3z5XBlB5WIaC3
JOspofx5JCatMN61OHwTu4weMVEd3d45UpSKXS7fLaxPizDGiLYxPE0I9VQlOfYyQjh5ntJ4eAg8
/oI9JWA7i9oe8n7Zvk2cnZKu/TFH+082zmcJLu8Q9dsD5vypiMboGZri0t8VO24LR7c6YBhTAULU
IDm40CA2xSZJVPrmZnvDlv2BrKE6ulQd2CiXIpocjhNu8FKE0rzgx6g6Q45Mcxt1j6kOviY4bxZw
p4TUTqm0GCC5OiYm0ECBw+sQOhhsAOYCcda/6kQ+E95+zhlVVY7yilYAI7vf/hEASPrcvyYSXWPL
kBeoFNMln/Mnk+nhPNJ4QKsgqIaeis2mdunWVYZG5KPb/LUBNvGAuvQzaqe7MSA/x3RxNYxw8lvT
MmNTCLZ40Ml8Gk/qsmP7fZYaHNjAXLqktz9zuvR1HLPTJOKzb6esoHDizR+wl+Mw4fEkbGs2xdQ7
GggFyBEIPCDMgSTd8Csawkn81jnWuqDbzS8MJv0viIfxi0nR8EnfcnaSne+XZejCUiv/PccAVFMi
IF3lo1d1sL+kJZg2d3RCmPeV4O3fEhPqlOm0mUO7PZuWwmRJtRKfJ5yo5w2wvB/q9Hu+pQ0gHrde
FHoWyhUqzbJOL7wNZKPjFVFkkt6lzvWnbpiCJuV8KKxizy1n57EfXzO5P0Fq/9rdNhaneUrvYOi0
IeVoPgp0i7DOPKDVug4R/JJ8fFYVZQwdTr4lTcKpQ4lLsYlupxII0FAMLAzuJt9mx0yqGjDhHT7c
pOiBmRXRPr3D94ifesPkUVrke4TQilSLSm+bjPsxkvaaRsANZM+weeW/bVNy9I1SVQxg666navrj
IQz62M0rXE4w2FSZjrFxYAi8iNbTkM8nl65nI2X70ql5u3QdD3SV9tGpu+1htFFvPhQZ/OO083t4
rR05lf01Es7WOlz6C1ts8skm8SvOduRgYNWzSDP7tiO67hUkjV/RSfWNy/R55as+dNS86lQOJdXh
WQN2VLBXAoIth/eQpWuxzuN353XfygyVQ1wLFp4Q75kL97fHRzL2IL8KT4xo3mLctDsmOox6EZAH
jIv4W/twwac0m64RHUhw59K4wLz6mzsP28z2UejgABGqObFYQPgHHwDh3RTD8mgz+rFmbUmC7a2T
E3Qv3fyWwNb4E0HxEbhlgV8+M91Q5ogQhgf295458tuR/UDX9GfLhvcZDzQLAvzO0xQe1k2d4j45
YWPnurT7n9BfaCknBLxXCBZLB3hdzN0JVJUszZyD5AGSHTdIvhybad1YRcZh7CrwXu15xjX1I/Ln
D26JrbMp+5G2/BOjw99onx/6le3NFNp79IVbuUQEWMsclQFgi2qgwFLwd75kicU0gjTYq9b7Vxzj
Apr5lD5Oad9MY3xdosxi0A/i8Etw7OnA+SZa26bL7BID5O7Q9C0Lg7JnTk0Va8ye8Ae2uFgQAHxD
wtIHRy3eZga+JDSUXCAIyOrVegdgI2nd0Xz8ENmYXHO85d/Eb81X4JEPfzfO5IVOtwxftYAhCAFD
5IEKJC2rwLrl9+i4hui4L20bntoYkem1cngEJQwj9Y916gAxcI42uXPnBTQ0wf5jur9BdgXnKydc
ACVC5yVsLlehconCJ5YRC/sk6/CMyS5hJB2Po+XPyz6tpJ4DPfMGY46jz9ILiSiJBZGykSU7a1wd
f3vg6ld/dvxPmNhuLqwL4BBNerH4uBHS4ZhN2OTp9Y51jDlwK+mv+Nel9IHCHYCcBbDTRgJ16gra
2+gAPGvDKeyHSnWMlC3Lfm5SXvt4BQiaxCikAh7BKtzKkSMFQ5OxCYc+axzzgYcvk1H3Xkaush28
Xwxn7TEwG2AmwC863JYmdy1AYIuytvtnwKtHb2Go0zb1yjkcH7bQGKCMgbuPtsQ8r736sXo6Oncj
UHQxIYIS26TsKCmkOiMFKbjN7mFqOTI4xm7Mij3PDiqSCq03DpdVDdyXOmLgnkw8ID9/aeLvHr9Y
jLRhAqA8Gh3aiahreqwSp32hlt2gERhM1C/4rkO/JGm/NzOwyq5R8dJ+qL3vvzkGtqUAGbwGBYVz
QD0noszitvovRv3/Swv+42ZC/X/XFhR/RMdm+T+z6m9/4L+FBck/oLPJsHIKs14fFo3/SqoP/wGt
AQxb85tlBLLII8hF/plUT4J/QGYIeBjr79BCQW39H/9Kqo9zKA7gw3MLfAcsBIj+/z2pHgt1OSQr
8JJDJBPS69J/l8j5MV/FBPal6Mnm160bKjnO77OI79pF2ybczf8ilPs38+5//kSM1mEMiNmHffn/
qWNgOPUO/Agp5il8w178F6OIsfP4q2nnlzCfn4A7g71y0Xs+k19+pJ85U9+bnEyhvagBx/KHEnLp
7VAmk/lApKWAXAHro7HJ/hfbfMg/8Mv8D9GFjysejhEQhEAhjpf479ao89a1iY97s9AgmbEYLcAJ
JFN/T1mOvDW806FJYspR+2z4quN+f+phUKexA3Lg+/62jUNSQMimiyVCamq84B6MVlg/QkBk7kVE
PwkbVMGjdivBd0Y/M/SeGnU5SvaxiGYanvfsoWOZraceKLhbEdNp06he5m55GwYXVSSVWzW27Bj6
OV/qttu+11slW6CL9uSO3QMP3UgUDLABhxF6Z7z1OdQqLmewRoe5xQwHT93u4hRPK39GP6fT8afc
s7mC514AXQUNBCZ6kyE+jAdPk12ADGNlsEHGOmswDEbHec+6YtpTIESzX+eevU+x9Ibl8Yku1cC3
6A/QkP6PGWOIBzpvrWyIgYPMXg1LkanE5PuChls0FD0MtXF+QkDrxx6rF2I0bkkUILOK/ozIcg7a
xe8P6bTvFx9oDpRp7Y8AG2yFv4JumFY8ID8HnwoFoXeYARA3/jiZuls84ELTW4e05WcEUGII3BeE
hXiLd+2dCL/zGMqOdosOeH/5cRrH+QHqK1qKZSBXAGEnSflvABTyUeQtu6Cdm4NqyCN6YIxDai9p
f+CKHZbNgaC4idYRNtZiZdHLW2D2mwCcBu/RlykcwnpsjS4nymsYXaK7CgEQWMR64AuM31gvoQDr
81O+h18AUyRC04IdODNs63egiAhMih7JznQ9232oBqPnglE93hMPEXlLP041QJEd/0VsBaGFuopt
Wcsha//yhHa/u5V8mQ19xwIAh4OsofaoEjk+7a2EqKALVsCNOKFoYcZqSnVUdkHMK73QriFZ+mtI
d/YVZh6EBiJ6AL/aX3YamEOI6NU7GnRf6T6Kjykx/gtkomtJ/TRARjBUOBWm7Piq58irwzSHqoag
lS+HVA1n3ap7SGnUz2lt0R8HoEIHMGKIEkr7W2rjUHm3HHN0TQ7DTPJAeRCBkEw5Hg6RJ6mHtFTT
yO/bFhW0Fzn5Ttkuag/6dgDeq27ilT7CQNTWKQF2zmWeH3H3dW+Tv8LSGdzBEnWi0XY7irE9Mury
ArONq3RgTdVqJequo0etod3JEAD7LOKwvyezIodwiMd7z8/3zw0c8ee8t/ETPGp17TQFyrgttD2E
DB4wKcbKwcx3yE7ShYTM5gpj6xiWXTS7SWbag51hLFtE3vwtVvKQBHooldBAKtArtOEGx/X0Ld6i
33Fk4ks+OBhRj9lcQzgJ0VHIrX1aZBuVkaeaSGfxwU8QWogGfsIYFISmNizG7u68Tr8h/sjhRhsn
n21rfsjNYlCnA6s6pvIChAIDtO1aUH4DWIRQqvsAHuwYvJN3HoX8DTSLeTLR3GLnMuiuuIJYOS4m
qPsuG2oDcdvDYGHpqsctfMz2FQ2ZN/ADw1l9UpNSFwVe/DHk/VKmIwUel5Cthm1CX6JBxrJ8q77A
YpjDyEf7t6UA89mWwrEvVn4BsnguHVYwPzDpotFb8Sxn+2w3PzhA2xTfSbIgPNnzHyBee/XCGKOt
/4P08PUoXau6KxB6euxjHQLP50vwbCIf9o0iDE4EuFQlcEH+CdYhvQvwAR9V0MKVIFWBBsqgJNj3
hXfBSaYTTiKMj+9SkF5bBepOHKNU4bs2colZYSb4JUXDdpi4B1YSaxCMFOM2qQc1wcsEVWBS1QiW
5jO1iPxtRDvHezFROvfl0Fr/ddzQOpJUD3/hVCSPuw2j2g/alF/SLoCGpa0yKDl+Y04PKwTIjHex
ciOST+JeFjkscb9J0I1N5LG2WnK48BarCBiifCJ97rBUVQ4isVU7duSaRVw9tUCaH2IhtiPgZA9A
J0w2ECoe/toZm9Ya7F77aiDLAg5CF9hDbsrdt9NKz3Y3w1PH56DGsT4B/OB92RsFXzKitwa7aXuF
qS5suiRaxlqSlFQy3+GdTkn+OOp2uj0xcZ65qwaVk0IC2wc+DNeVhYb82qu8/YvxannUUCvnzdD6
RU7E0oDG2hecegfNe7zddn4hT1FFiPTfy9zSv84z+Y9Rm7z2UOO/7JKOd+EcOwUBzz7fhZT26l7N
WGZ0gsPwBH4oogIiJh8Ub+NvD2QDRne3H9d4eQlhbQqcLZ3vbjL0WjG+1yqf/1DZiXuz3uD01AWN
Ee6sU9A9POrtIywuchDX8h3CS0QMJaPaUA1GetzY4JedAE80rBm/QvXSVduwJLgmNjdAf5P7T6MH
6/5+9VboUbLMVhGChvEOvfWTjF0hiL+Xs8jBw08PFNzefe+cPS19e8lQga7oDDjUTgRMoFhQJGfO
+0po4V4Ae4C8scz1FTgec4/w2mcr47XEB9FePJtH7xH6jlLtw/BAsik+0jx5SzMGy2Ru3UZr6/n0
OLo0uwSKxScvFXj4c7oC60LJuIMzcIzCq+LDGPK/+GPRicHZ8W4KRP6DIeXI4c6GLo5WnVyJw3Ku
r8VN/+DbcxbF2XGzmOrLNqKiFIOJm32nHLtJyXqNJw8bXwlgWR1jihn3vBFyfdyIGSA5CQB1Wr+7
agqXukyEEFgmCwh8yTdYms6oaIrEKEdYjnOaTJWYPfWxs7UFLjOORxO79o4iXPnSLSt/7yBKb4zK
prJH6bvTy4qYqCmf1yabNAdW66nvWLD2DsIwg6WjFk458G4Ya4R3u6vrtuQAVl4/x4l7sg5CqWHo
XpwBAI4ILVfu2Ec45NGwgDfBHEsc8SuwN/aY4eqp585OVYrYMcCKXvSQuSwpMxvFF0iYEEOXb/aw
k/SRtUFeQqlaYl+i/0PiqW0ILE6PKR2OfRaxZoYUvegsdGGD3vDxBUDa58htpVum4QhkNrgPVvHe
LwS5hHH7vEOu9+ok1Aa4WgZoYsPfw+jGs4ltkRAZgX1b7FO37EdB8WNHwEK6s9W466BoF9cXvQ/J
UEv5E9Rtcc3UMj/N2YwpO9qz7B5VlP9YZhROE3UjbsZpurMpaHvfgdXKefIHSS7qalYd/mCsy98z
C2cWAlodUJLL1krxIcHeEvZCXLRhf2jpVlrtWDqi8KScAUkyDmEqKL4CzqgfyHxF4xi6m0gYls5h
JPR9sHVoBj3BcW+Pj4ArQUXCEjwMsCW+ThwrdzM5h97GXnqVXCcBXJCEusawLy5RtH1wQ2GGkeTi
xIN5aUZwmGUOKQRR6QtuOQjQUpbX2FoJyoXyvwopexUmvN/9nHzJ1r5uo3raMYddRZ/9Ukn0tcHW
5HXMaVsEXXjtM/mq0GCfJaMfIl4tOMIB6iKsL1W+g0Vi7gl0khKHzxlAdGDh3AmuzwBCAwVvKkHm
IzygwSNtGwRkPIRibQL/scv9RY9D1nT0prk1a1L6XYDnFUNasApw5fqqhK+eVQgTvk2iesYzqLV4
bH8D+WGFMut+07kWW6bxYzdqauJ3HFYvePUccSBVF7VwtB+Mek3inl76BOoUkvQNqPGCdNNy8o2R
V0GEPHVqhMPnPA1FZCQCgZcsfITVYIxIYho3zi4Qce32CB22azigKiCRkjy7Vf2OECRcILENLH6U
QiXCl2IlOfCpJDovwvr32CQGNS93uC526U/Qiua4YqfiIZYQGThh4RCR7XeDimEBMHiaXjZBqsFB
TRIZ5FT14oaMp8GTGHE/jklcpbEXX5SO5CNlAnyZhZ8a58KezQpuBrpJMb5b4/nlwPZLv67Z79yO
75D0ffvT7iqkE0FHH6XQtjrAl99df+t700i8hEC+wC1kIQ7qSvRxUDqbT9uMhORxCOdqE3bZEKsQ
zXBJ6ObjDB4NGp/jNqgxwkL5PMyF5E7h6GG83Fv7F6m5pMYaHG5iuHeycrcE9XDxtkob/3Myf123
rqcFSynYOmTrp3NL/rDSMP/l9fteWT26ckR3VEC1A6l+0K0NRP4SKQnxs4EmDpaJ0ZOG6njQ/ouw
FHIkOIlAc2agUNzSF0Y5iGISBR/rkLADksPvV5m82TwbC0fYTymm7d6/3XRpLkRBebse8jydaymh
iCzjHJMs2JF+vOQyOGWbEiUPgfKCfv9t5l2+9N1NvDAQ/xB3/YPAx4fwIaiSR4hZTk7OLbTS+M0m
cGn4nT6T7YeAXrYZgvEBg3r4rNP14BIBaYRct2cyprLJoG79HMMeE3LWJRiHe3rw4aEO2fdtzAQr
AloVdLLeMSvh90Pf4W6PKcMHq5SGRodZiQ/vJunUHT8r2csGB6gG+9YfEMfxmPnrxYWCNwYzeJm2
zzkCBK5uaFGycqh5kzB5G1NxjDuLl94m+4XtmFp3H5BjhntxX7z4JRqp9wP99nxZomQ7yUG2v9IV
s3qSifkc+aTasaP6rvv5jOWMFYoWJGOk0FNVI2bzyiNOnTl0SGEZR8qHqmRRB4gdvet+w4TtEhhI
oUdSCMyxf/Zog+wq0rxBKuQ/nYv/k70z25EbybLtv/Q7E6SRxuHhNtDuTh9ijlDML0SEFOI8Gmkc
vr4XI/NWSeq6mZ391sAFqlDISknhcqebnbPP2vv8LYHwvi75z692InakfqUE6lLOoH+/TL92RPl9
7//0Vx0+6qs3DA2//qL11fzjz1L//vmv4496dQT99A9h1af9fDt8dPPdhxqK/v86dNZf+d/9l394
jO7n5uP//NvXeqj69U+L0/onlxGi3/9bPfyP5aN7f0uzn41J/Jbf9UNpYkwykQN9B7Mcwy/EwN+N
SY7zm+faUnqAf2wo/bSd/qEgOtZvq+F23dvgcgNiSv2Hgohnie1hzGQ/A+yx3f0tBfFna51Hbjxb
FwnPFD7h8cL8Nbd7ScyEuV1ihjT+6dGA43kBzyv/Qor7Ze3w549xMEH5bO5h1yvDwZ9lwyrQFpZ5
SY8ZVR5rSR022lVwJa6Yx6fZdr6NYmyOuhNMN1Q13+BXbY5Tjr7oTkV/CeEXZ7u+St2jljk7pDhe
MU1Ef5V087OV8/NlEmHP67DxpROY/osDMHVMqUSOxkOfoA5TzY24KZcgPmcbz0ecFNFl6kNc9RLQ
/YdH5uZ3UfLH1cG/pCX88aNRhAlKWNfkrGryj174KrPGdPZzETIRLu7GQvVPfTmaYWoD+C+Dx0Cu
7iPKkJgSIDH7pzpL1BO6l7os3Q5dSc9/4b/+F4+GRKPmUeNFud5n7NcPrssssVhQOFRWOHdikHQv
Zr4vvLL8+ud/83/1Y8gkYWkUz9/6zP/8F2+VRQej+imsE3YB0aVQDkn8PP+Dn+Kx2RRZEV3Y5uv5
49tbuw2op08vjI5H2Z00xt43o/c//yHrZ/SD3rx+mVwM1iYLY4icZQDw8w+J2nz0gzydQ1oL+xL1
f97NuqrvhHJJPuOWhypwivDPf+gvIjdr3OSa62Jjj3WZA/ya6yJsFVW9jgSoyvja5HV6s/gCM0JQ
xa+iJhvUm7nVVGkTBaRr+fjnP/2/fHrrT+cECZiB0In/GvKyLIy5VBuI0NXFjQxq78Zlo9Tdn/8Q
+9My/tM76zioing7cXEy8vjVPhk3DBLrRGVhW1MRjTIZLzOXGxt0qQB7Ymj/EnE1h6Q5dIS/2vEB
4cvhjCFXohjUB3VV/9qYXN7b1sT1sXG0Pb7GA1QL0UXjeYKMfIZFIdujIGuqVP5GHuN1fGj+nN1W
1gIkES0DkhtFO7pwbuJsKpVkDpzpNNTSBeYC1NcufY05PAzdnIZdb4tzKtPidgKK2WZJ577keb0c
2OvpbSOnyL57rWPcA3myrmMY9W7mY563OYdymLWuPnMKr7os1tVANtlvVIsMAXBWfdAINR+DzAAR
JubjcOBzOJoRDay0oqtyYjMwIlXmnZtjEZyR9FtYxFHYy7fFoeQo+d1nCZDyAyqHDRplpLPaNrFL
v8k7VW78prFeBjcbuWarJ43ItWX/VsGvmdhPn5VpvU3cHv+pF6+QPRt6N00sGJcr1ex8yOV9gG79
RKs0rw6VYGcshXNlwg90SHR6eYut2dg4nVIjK5hAWbeNk8KUjkN9NwPuPyu78MOiJSZGZOxX2aXu
dPRd9vmVdQEjOTftCRAEmqhnkztVPlObWhrtmc1HuHXTiY13nQ5du3MOspli9mKzAJpb2jp1Ru2e
cP9Yu2X09WmgUyId2CaqcDZfEz6cG9+zkS3sYFe7Rn+TARTBjrFEuzdrfayd3NwJZKtIR1/mwbiL
h34+taYJuObN0DD1fklVdTFI683RQDqRSQK/G5FG0BlaAC/mw0U/kZOfyFYDHMtjP+fTWZbhDTba
Wr16Q3+03Qhj+cAT1JAeV2GasslPGMaUEP9up3LzfEgFIA+kYezIG1i/OwrEJVyQgAHx4+DG7fzy
VBsOKxbr4jyp8yurymToebY+ol68+tkRffZrbxcXyhgeqxj6IZ77s8isnsn00CzO5h0rXAlwjya7
E1DvmxGxlB1bAuI8tzSusU4OYdrNS6gnhX8SeFGyw6vup2xTO+JLzejyiK/OpPcJ4l3uLMPeTYy1
B7z1ZxltnMpRuzyxr00/u0qXUezw+Zdh5lUIYDn+jg1TL3XlRIiwygpOyk/t3VCJ5Q6dV5ySVkc3
xAe+T76rDuk86EuUQR1WrF88WxxUo9UpttOVF6ZlOV+CwNEtx5ope6P0UdX2+dyy9c6ZXpRp1kc/
rZ4rbaJGouBnS3VrVLb/EID034jCDF40btkTFMI1DHtwUzEF2KZjW+0so1tC0elvsjU2s+3xsmVz
48bTocrTbxFDhY0yum4HjEI4kEFYLdD5Qy2ci1pOxXnE2qVNYL1CJuiNJ+Y3aIh5Z1Q+iE1ztJSl
gerILPDxjon+S48tld5+6UJ2AfPVcpzyayznA1jVedw2JlRc/WzhaXsyMAgYvo/xYUyWHYsnjs7o
LUiexlcjsSMUuiAp8H/a8/VM0bdpRvYp81RlG/T4ftP3UN2Tq96jmSaqdJPDGCSvWIKu67p7YkNG
e+l6dOVGqfiCrofgLE9CAsUH+ZQd5hRnV+sFh9yKcAWT1+BM8621FCerXeQejZQx1vz5dSpuJrP2
UfRJZ9V0ZH4ScIArRiRdfza22XuW4Tz1BvuMZnpxNuX8pokdZZcoLV7DR1w3AyaimNgPNb8MgXc1
gKqE7RikO7OTUcjyLufdLU3F6wisU2omD5XKnufR+KsId2rFX6sAJyD1nnLXpgJg99ovtS6qkwm/
6jWMUo1l3hfD2FR7k5EuAl/hGR9wYuyw24zd7A6nwNVdGjbYIqDaaoEIOEHL36VpybMQTbYV74qy
rhGMhuAtKqih95YyK9bE9OP9MNbqe+wgsG8twzDMo6JJxwCohvl1Zsb9jgxqxluVzytsV8VRuY8H
2VwGOPzfSHU1hpBmX36tZkrutCnQMsfSsKbd4vnld68w8rcBAizGZ+MjS1nZ0rTENLFPlSvXU8Ze
p1P5ziMn2JphdjesDUd2Egwb5X6Gur5hEFsv2zJumdBF5pBtrFKo8ixVepTbeUnApX1/UuUOMDy/
wmjp35lNv2QHXwndnCY0j7fEGMF3vMFd3sahQFHH2pIut4lpR0NottCRu5oYOp886LH1IIpHTHQx
pZjaqLLyPNi7qP4aMfNp9oE2hLEbu4rDzIn68tqHoMiA3Ev5IBlk4PkWfX4DWWNzo0iteDMNf/I3
MYr0hZEnyqNlmZhaNbAhgGuRKcdd2yPxbthyr+9sF11ih0/WaZGMPIz39F1Q0qWZAGLmeVdepsyt
6o3hdljrGAtNPQqANwZhZ7PLbluaKTRX01Q2ht4qy58mjy0Ku3TQAQGifY3nwRPZupktLuGs/QFn
ynngTQHopuyjo+fGeJQE2zThEAcHqZC854C56DAULGYSBROcQMpm3rpeFH9D69QJltO4xfuq5zrY
QQemH44qON5LXUDpNXBjKPJFRXGQlI630oImGQgmyyi5tslHYOMj/scj/9WvwFzCPU/LiRVWg+Cq
uHIXo8wvPNn57BcghVBZZ4WvqyrdksbVRSceC+Q6raZZ74xYpKdME2n6GPjaWP0MbfRkKJApPH9E
74QEWziIIa3T7RiJ2RM8bGBRHQUUMmFfTsMDS6I4kmsvmr4glOf4DddlvJtWMnbceDwHt61ITCTP
PC7tzZQnfb9tZI7BdZkZgjbdwm4AYcbmhJfS7TjQ2xhJaS79uOHpyrsvbp32z4llGbcu7thn/sh4
2OZIRl8HmrW3di4wHcytvOGRh9lniTjCLuPlqd6huurr2W4rsUETG8utxQqYlkPJ8V7iVkiMzFnQ
5Rs9egTycXCmgOk9gQF8GPha02FEMy9yNX5VqeRwM6IBh6eykzFhOmcxGWxxRt2lMdNeTCdEBmxS
DWqx5wj3XPzIcfZkGD62Apl2AypjvegLHzv/m6G0inaTK7jCHNIh2M3aKuPRipDAtnNjTTosrBbO
ocY7CYMa1+IMX1+fs5lnENspNgQ+WUrriyr3GCACN0f1th37BMHOD1S/Mew4uuwCc4YEH3tG50Ws
/NfRrpCS+a6oFpdJrq/rOB+7DUJ8Lg+qL/GgONFAskeX28HzYnpZcY7jTwxn+EQdbvjFTQAEfeRy
MiPM6URh4r9JQMmHuasFMRZWYSru6cru9xwTkoF5huav67LJD3DUCwfY0LPkpSeWAxJv9r4V2KJC
OMC5PZ+W2rgaZzN6WoJCuGdwHXEaEvSAUi0YBRdnk5OhYi5TPNAspBMH0cxzOB4rqwvkTi4dpHBT
OfO6S1SpLZR4dNt6PZsaelPDZuiK7wzwtreU27krOhNZ2liWTcWH943z1RFolbSNu95qTX+jghRF
Ueo4CWfI55tlJAX6mkgcqz0QexldAQk6/tYu8pQV2yIjt8WsqD+xF63pBA3Kxn0gU+e+GBkvbzVx
XOku8SEfUbbb8dpt5+49ICcAT0HstsXGnPvlli4je47ipCk2tZb2teNEottZixW/k0Dun0rsVbDg
PnkBxFeMyCa4RyEg1HpYYUz0ie63RNc9EtbAgrhWOlNFln+ad6DfI8vPTFIV3pO6MUq8dIYjd14j
1C5wq7jauMYU3FX1Ytvbxm2R8BdgvYuxaNpbPzCSr41jNF/0TOOyjfxKvUWOYZ5KmAc8hmal/O1U
Sd1vO/5mL8aULGLr9UyvdpYqmocZDTgJtVUUa6IdL+PEcNzDbpgNUh4s1UdfRTs5H+T31+PGtg19
0/u18RFIYyjo+HCG7zA0jwcf1GliCm7LV5NRIswXdq+nkpM/3yRmy/i863ySEWB5lvqitDr3dRni
5m4YezaZFQyG6RNmZrYblzCAZhND2cAuzBZXk1fBH/BJUzkWc8Q5Ntpq0QdY/fwBSlWNIPZTE588
xLFrRNPstiMSlXsA4zW2xMoE9G7ywcIybA2YqmPKl+WUO7p4s2M17eOR5cwbEaP1GyCH5Cp4afIA
bB1TWrk54A1nSF3wHbHJGEyUQWJKPuAxZy+oD420NMhHG5SVJWznZLwXqRF7m1ot9R2uz/XBWnsZ
0gXvMSuPd7072NMu88vyZuyDkXqDi9UjC9RgNjS6tE27lGTr90QHpELUBPIOTEE69ZgTunJtZ5lj
r5wbiQN+lWhci8FIbMqik+JWdLmnCDtbjTEB7ix6mDjqOEqnZH5vtADpL70lf+p1Ty8zeT03usG4
MybvQheEi2HDSu7dssC2OmTJi1HiFtrEmaHPS28o5Plo+u1Vjlhx102VyEIhIhyWNecZuNngFNG+
1J7EDjwVrPcj/8j/wnWBJTL3Y2VvDZagsnLUHXvM8cagmAV5jEkt0bC+aBpxXFcDC46faIxS0CV/
gkNUkS2qk0xVfAanEL1oUYNp2FxIAFpckHOIWolVLpMYLgb2z7hPvj84DKrzpVpGDFvMotRijkgQ
k9epfW+J6Fn2Djd1aRfjbTHI3A89Cgh4prLvWY8AKMgjTRF3sHXQEmoP/fKCITsN9nM2z8FlM6qF
GHDDMqE+DLEaEyNPXCr2y8od0URsISh9ZRZ7m/+DVUloO/tKYDPBVh3RF6Rj8uGl8HSUnOSnb+ok
wT9BGHuDvd/ocGsHyik+yGTgABE50NJavZA/EYNZXzsk4gwb7NzdHww0MwVmCP9KiP0vGjDlu+2x
jN0k/UuwMvlnEU+4weSJOMZ87MjqXjhxQLCFTHOiW4is2tetY903srQuMpKhtlbTw/KVDUGhotJ8
XYpA+ac20NOpa7CrbyS0OnCFMi07zIzJ+palzMI/9bG/NZb5781crpv/XZFwvPl/Mnjpyo8qffsR
2+bX/z51cdzfXNu2Td+xTNdxmFv+Y+pi/+Y4aEbEh7ouQ5Y1DfOfUxfbtJiFkM7pSMv6gdtm6kIT
AfQM9syjSibc3+G2LfNzw+sPiqaJWmshtDAXXRdzMxz6+THrXNXPhjdkIV61FOGsSQihtXTYLInH
LkU3Jg3IZkKSev0Dtlv/IEr3lUHSLkvzy8TIXQ6vR67dEwk8T5gXzlQSn3v4oPPOOvYY7eqmPY5j
6iBITM5+cpivxlX5mGPcPyctCktVTIMURFu7W0exQVq82mXQo9IxTiyW28htop2obHHGHIYMmvjN
ylMmIx13hDUNqxkzw205vcdRDWtAQbg11suZnIAvra+PacaW+mVQj/AYMdNnIsBamYmbpLMUV8Vy
1/fyEDPXuUydyr9zs3K4HbOFre5tX4T48S2G/y1lI9MNFRn19VB/UVH9sGbd2dzwt4IkpQ3hvZxZ
wwRKENHUYRM7Yfmv91lEA1V1bvCgzOY6jhoJbZWDjNk9rsaYEe1kF+9Km3tyVbKT9tg0lZSDgtiI
KBuM9DRm8wuBQ3JrkSu+XcrpQgsu0IFpa2blwEvp2B9wTGWUoDFcaA5zGvkPyjFwGpY9SkT2MM2i
O5a2tm6FGtwwsMkx0GRNiNnAn/dS61lvuomrF5png1kAhhs1sV+8J9iHD1sMmkQJVirTsTm7FpB2
9MYNK5APki06VcnVaiXLa7Qmu7C3OCEspekADiDx2ZC7Ie89Zh1M3T0QiwyZZmB99r3efDZcu98g
IzwEPspbcjX3RMDn6hmE765zKXItIkU6N75wewLIHQz9m5hbdJNV2RZUk3w1Nj5v8Kz2jxTbwZVC
kdhjGH1FkBzfnVqoY2UUD7rz7mDSErbSZMsNJBczHh+CAiWJqAbscOvFcSHo/FgpIXgfsTz3S+Rd
FKVB+hHLnsO4Mm6sKPuoguKQz2x7bkr3zK7pqH3aImJb8qvIBDghDoWQkuE9M6EGs8fOJ4RZkNj2
nlSoBxE5apupG11CNsboWnABURmWxj43RnX0pkQ/auT1M7Ii57Dlkdx3eX4Hu2JsW7+Ib+yK7ZwZ
1zrDg1xuB3eMPtKCJyaNpgcSk+0wzTr7ykaM3zK9YFSH33/nV4s4xnDEYeNE850vkUdjs6TaQt+z
wGZjvLvo1edBO7VfKSnyS20Rhrak5HzpbKujk4ecc1kocBC7Kx4WjA5bzq9tQX5a4sX9LbGNDVsQ
/AmGwSwePE0eRlJbPJxWlm3nwudBkeW2sqGxqVfvdOe3lzKOq93steWtFDPofD5e+k5dnqHhki5j
ZWloNH3bbOGtEfc6d8HBju2JgO7Kay9TCVVQRkI9DKmDBzUWyRmhbdVTLkVwoz7LzplBBzlwEJOZ
ksNXpKkSQnliEV6XyeKSvIvllhMz26VWjzGNWjR7sIzIus6r1tO78rPELZdBrA+MO93RW0/XfeWO
52T8VXfeZ32MqYxaOQ9asmZS+pXtELm4OqZsWA56ETJEDRqxuyecVcqLnFdK//RsaKgwNjmS8Eh6
5oLeUXWl4JvZ2W8pcYVPndcU9h7beB0qv19Ca87oywgaOQoj56l3/Kk8wTPiWKxqMwitSSWP5cBf
Bt+dtdGmaVy4LOoBg41469MslZeZ3443E6rGV2Xj90+LaTgtMu3fs7ZGSq/6aNzP7KQ5EazCCWO0
+bszeNa29zrc6pMxJBt3DYzZNItLC22XyX6RQwCQKlz9WFl8U5XEN7+NF3I4PYf0D7tcnL3V1FhA
qhE+yLY767wbkNrw6ooT5ojp1l4m925qze7cSeT40QZoUtDHSAlz17g4MSoCG9PGOI2fvRXMHd8q
Pxs8RIbq26yS9mgyrbjobOIzSmuETzGQGowka88ry8C7zlF8JaThP5OiAM9f9eOBRjyOUZoljZ2R
lfVWFGX01qKxCNShQr9mIzW+EHF/bHNL3aK8jbhPNfspOOK2oo3jLXO7Zp+4SfFg8qeHw2INJ1eO
aP5NHsG3GR7i3WeHOVu0B3PZyw8S1ayLgWDE1/6zJy2tNN2VhWwfDGr+LUM/5HX0PP7wYJMk2AzM
pnIveuTJy0gZ6ORlMJOi4FbCP814zrcBEvwmEYM6yKTHBUuDiPSOh5HpDjMfVNlkN6Bokde3qIs6
RwhpdOKem7U3PPkJGmYszfw2jeI3lg9b+3hmUa/FqqUtWQLVfhoyZ6caw8JFWnskrSTqfTbS7D62
/ZlNaUKcr361sEb2zDfswWr2gyubU2INoH0zxtRja8oGDLYpbowY3A2tZ7wiXvVBkmRKLoqUhBdH
GKFdp7ylJILABcg+TJ4DFVpy2hWNbi/ygaFJxO7CXTIu3tGsFpqx0jeOfuIBhue1/TqTw7Qlj7Td
G3bvg62TTufH83entMqLAQdCaHfBrTGV+kEaLrKEUvvJHkOr7l8ig2u7mdmeVRb7SFcwbpF56mz9
JU7ZG2K3yZ5gMwIV/PeOFCFUmF0eeTsSD9/ryTubyiwnR6HYOb1iEUNk7UgUgOosMQM48WrYbQW5
sZ1gD2gsD4l2n2NNJGTt6uiSF7/15fCs1gwLZxp2wbDOGRtRfGi15HeViLLHfiLrY6Abe45cfCqe
UV2Xs0t4Fy6Wy3weTaAIJ33yJx3czVkvCSdAp6zB3bck+44bAnzMM2qIOwcpKx+pt1JpH1xAYQvO
Fu3Auy6dZF92/pZ5s7nLx5RkisTdF65x55ZdBNrq3CWG8zKbRv8sGXWX9BEXkvHoERzl2AxHm5Bz
X6q9A5Z4YuPUrrH9ZVvNY7HvwfJ8lPYTgTLfjbbcJTRa27bCfGoOsU2MYkRKpsKO52RHp9egAi7z
pdrBAu62Mg39sr0HeWiOnuFRRORRmM9EbJUNeYxz++HzvYXZuJvKL4M3Hn1cKeS2hQwsrwj2IL0W
b5/HGKRs5WEIvk31fNd1ebnOZujoOPR3mkiZthuvEr+5Gii6hhQcbzT1jeImzTNd7GP0JO7WQ9+S
PmLbU+gOwtulju+dg3Xuc5M4IaGCB2QzNA9v/m4q9Bftwim22mFJECk7VKgZhmd0Vl/Ig6/dsKKK
PkNI25Eh+72NBf9y/NJo5jcM4Zr2yrHFnk0P34mvfBhMuewIHFyojdCS4/iwuugvwKoj0gOBdyut
hqNw3Y4WVgQHmYJgcPcZz2ZvpRCPTIxx5R+Wyj3UM8BfwO53OMjlaJiLZDOfd96oYdwqJ7qtBUbx
TW+b5qEf5bwZHLL9UjDIWPrVmVS8XVVDHlg6O+dth3pdJhzoPgv/vHEnZjD+0GqL+8WoGTBE9fxl
FtBStTtQvCXxReERHozseQjM9Hs/5XTrQrsnBulI3QVTOG+siLqbrJGrw12e4mBC02MAc0l6MJnT
C32I7frngZH5xz6IvXOpS+JHc9+on8aOeLJ4KscTej9EhQNtPjK3O9Vd1x26Dh8jz270YEZ4qXUR
eNcD4Y7bjI22Z52YE3DRCVUhJSymaW2DOW3tHOKCYLK2Tq49sybdoOjFjUUA2KXtBfqjY0fHXVTJ
5NnhetuL3lzOGWRhnfRdvyQ0BSdMUE3zPTGnbRMKTdBpExDVhpK/oCd6ejvZkUMhTYaSM+JyV3Pu
YKigGFUWGVVkTmb6YyREcA2NnDZRu9y0S8vcElXGuqqDHumkabIz5kwWqbhRhJmtIqNxNMUTiaD5
hSjc7KaixtpZVd9fNYTy4MMgsaORKHVenXkr3m48cwT4r0Oey3OyE4gB9pzh3O95e0ZhD9t5zt8i
mxKYkDBCZrzWOMYt1L7sv5Uxrns3GrZDYz2yb/iQJWnoicO8pE916p75y/cIrAo077sw05EwD0xZ
gyBtYygvOqZGIosvI8FBnBOKl9XRwSeQLjf8+77UH1Tb6lRbibXxnPGlc6IUtLS/TvKb2VqOlks9
pev5gF10/ZrOOXbDKNOHbiT2N/IX/xQFDNZwj9H7jAj87lBS/i/sWOvbG0C+3g7jALufi0v3uNIa
bG5OGftifw11VsOBTPKmSwnI9hxUGJPAbDIia+NeR0UWcTG48TeTtNNwUP2yy11d11TheUMHU3qh
jZPwFtuTe50a+l5CQ9irE9nCiivs9mUQxElvyn5qtlHRtu9McFQYVCbrk1PVPisjIAjUrqPqAESf
Hgo14CewyvFDlAb9c9VEPAfzqC5gUEhtamR0aTTZtCcxsX5scq+4EG39kJtZ/wURa9q1Fur+poon
dcGdyGVBisDZoEb6P8u1M4KSooDGfHa8GdkRVgn90jHfUjWYEP8JkYut1RCs65v13m1H//vkO6Bs
g0PuSAfsf8w9rHfdOlCUBBceuqjoLqoUCWqSzXBIyrE6YXqrHw36242V1d6XqWFdJXKyPua614c+
wISJKwFnDfG3WKn6+DyuzO5O1APCs3Csc4TSpDvTsiwO7grgWCuKk69QTju6zyQUHUhE420zbVw9
EqF+xR/8sA2y8VnXbo0AXC+oZiv4Y3crBDRawBr5SgYtn5AQKq59lazkEKTkzMmc6yfFSbE3Ogij
PtPRPvrEjkpdaeRUhEujp5gsmtS/qKm/6NjHptt6SfE0uIFev6HWi0GUWoklmVGFQfin2na/408r
CUXAfXM2r3RU4pfmNy+Cg9iYPTS6WDmqcpEgVSjJxpVeOSvgU2cOAbOis3IqLt3Zaz4I9flwVkJr
6UiFyz+prZXfSleSi2lIFhJ2Dd61FIS0kbQH3C46457ZDlarlQgzvXg5VJEvX5hIcxkYfXFbFYM4
F6yLwVcEV5Z9ImbDJ26WrOQZHzcQWrTyaMEnmhaslFr5Caz5TJBv3U+MLQBoQzkCbSPbE71p5d3y
lXyrp14e7ZWGaz7BuPoTkuON6l8T0Xzk5iBu2hWoc5ygvQxWyG5acbvsk7zDi5HyIIDjub6cd8E8
v4l4edEyumGCxGFp1Od9oXYzuSm/E7P/X/T8NxTLP5M9j3X1jTGy+lH3/Pwtvyuf7Ln5zSI9HeEd
x13wGTHxB3BO9/WbLVc+1TJtaUFqgcH+oX1a3m+O5ZGTy/pDR9CqIpj+sQzDEr/hclpRdBMSGOnz
bxHnv6xZkVIKC3Ydr8/6+lxezs/Kp+PbQ5Hkrruf5pHRBesVENrlOX6gW9tQzqZwpx29vLmRGPCr
9omryz1bwB1OGJ8hnaN4t7ADho4z/QvOdN0E8gPAy0uDpnVQK0D1we6BTX9+aamngAQcTZ22zlmK
CL/qFnqB0KPGhghh5hFPoQcpcmL9m1lcNBMp2RtXpsnJjIz5y0Ki8Dr3U/fE1RExpdiOSRKVVeNE
Hpcb0ffWxdjESXqT1UvPscgpwpbouhTvxMKa/W6oo+hDwEp3IbQoydOk/FgXIF7dX8Ddn2OMf+rP
n39V10V+ZgUb5K7j/wJEq2SVEWIijhLTcO8nEkZHjtQJYLG1vCN5QemX1DIWMndz49AZQ/pSysYg
UGJOmHcB1qSXRi+y6zSS1sGPAv8bApe1ZaL5F3yztb6SX14pODXZcnww/M+q5P+Ibid+S6hVwM6v
bFymm6z0ygdfwsskPBbStcdr3c3+w5SQE7B07DxdgsY/ZSzo2+U1/dA2Qkc6UQin5+4yj3/BlVs/
L3bhfeQFgQ0EJhoq4V7mL++jW09u4U8ZTEPDDK7uuePZGO1zo5GwWXLiPnKg4s1uozMFUH8hyeO/
+OHr/y9GVuyR+fUtYiIB4WLawO0gnP4vX6mK7bwO5ZO995RrFJcVJzQZRsRBE12aP8eZ00AWF6SU
FBkUolTOlvqBZRYxwfodqQJdZZEJuohQeaN5YcjhYLZMC21NjomKNVNcKh0c8MZ8dAFw924lxQ19
LGKBY6XbJnudFexJV5vZYy3RC1RT5Y8KuxCWSn0oqBq2nTHeo9k0l0SA5RtnFgtNvTWk94k9woS6
dCHVQdfeWyZja4VcBHoAAVT11tW62lHeJlzSbXEwO/MiFQyeN6N2FjJMiC+n7ow1TUZAcQXGCjSj
pP/EtgR6mizqWcXoSXz9hW5wXWtSTqzs3vPyaacMW1iUus7XkaHvq2/l7TFtIyIArN4lyCU22eGx
TGsz0BYjjL1kgtwkY/lhGAW0jYUejPmx2Y09nTqB33h2GZimj1R8M5CWOx6XqWxf0dacK1bYzOdx
48+HXgxR2ERdekrkVB8NpwVbYKsLaHV14ftE/bezLlnrQYJhZmPRI/2iO5WqvpqqnGSNqZUXUP/Z
oXYL986SeOAbbTTh7OrkkMxWdeE5IvkI+iIPhY9/0wKRsGVf7MpOP1fC7va+F40Hc5iXZ6+om7Cs
3eCaHOlul45sxdgsKghe+zF68f3xZplNDcg0SPu+XsOVfV/fs0GRDT6JPwf3pMv53+OiyZJzoilc
hPBy2gbKomMQFUW8wSbQzUwYADss0ukKyRhnLppM+cWdG6B3FMwDc6X0wNj+y1w2JPKSKMyEgpWL
0nUKWspguE+SLCAjzZrphXzN+q2yNsIg5UOcRJ3sW2tip86o0g9LkRsSmBWbMkb/BXEKx0w9vhSk
Rn8YCdVmiWb7n9ydWW/dSnaFfxEDkkWyyNczj5KOZumFkCyL81CcyV+fj24ksdWOjZvHAEEjje7b
1OFQtWvvtb51Y4vidQhx9TkFN3lK9H7tUM7Ndc43it618gdvP6R9dY1c+d1gFLQcvBKvu+RcWiDl
LlASr8F82WtgDGo9xTkyWF6krB7MYzdpl1DFF9wF9U1SuyurQu1JLLLA711CG2795gP19w16/Wnb
q/AqKwManWnkzsDCb1rXIM7paZIir7Gpx7Nk2XoRT8wEcmkWTYRT22ceZdbmcehAJgjY3FesNbq3
oGFsvvQT08PCSFBA+QjXOQYRXzSbvVehFYz7qq9sGv3ed7ZqlJI2iXW8k/11OcIfS+KouR9TYpsC
5t03StjrfJyMNfTcObHCzug+GKM42Qxg5nyaSF+zawyvWT547wLYOCK+0JnnTNYrUkZmkJ4Vnfys
BqTbYlPE4xp44Q5k7W1hetPVYLjZNrWFc+2q/NtYjk84CTjqCc8+1aUR7Exp+xuNZsBjJab6Lgz9
w4Qa9lDAbbwkg5xOTdaLZeE5O06W0TL2RwfJmGHGu2TGHONDdyMGdEXYfiZ8o684eTSXCAYzu6Y5
FOw8S5ebtOkDjBbxfiwYdxgBQlQmqR7q7Xgon9o8Fvs46/ncQH626dh+0hXqrwqrqtbovPIJNFAK
dS9wIMZ7da1xDDWf43I8VX4vkc2wjLngRoFrSHUInaxbZ4lIjmOtJVfuFDhPEYyeHNHckB8L37U2
rhW91F4MxUALb7US5YkVBCkwwJSRAEe5g4F/ZCWRgd/3+WTPcHDjtgavstJNeqyOE1JC6UxGwa0O
AFTtILoOwlZsCklngHlzhHa940SVde10iS2o+U2ARhZhvlHBwFJ0q2RTHTjIIaSO3ByIOLhDckIR
1mgEYOEeTy8qYqygZBbuM0PFz31sRA9AC/XPMpj6s2dm78nkwVqxPYiQvmbfD3EKlAqryZ400U/P
UXfQMPqF4bXP04+KKgyQTIdZps7BGOf7JHdQE4lSnhViQ8a6nX8dO9klm5rH2ALDx2CMnKIiPNAc
NED3tMM+9bwNMcrlAQ7QKXbqaznaYt2PglxvQrXQlGIYh8C+lyWR9oOljF1CkuHRCqaD3+kXZDig
mVyII7RyEetUVaNdMB+6i8Qh4FAM0YC0PJq70/57PtKSDmsgYRlWG0JxGFK0XflUqaB4M5QqH1D9
puvIwjTuCQI3k9ayt5E0O6yMVnzMHRgewgrFzkkwSoRU6GsmTOHeCpW8WLA5Zyp8uslS5hJmhv2d
MYF1TSKASpc4iJIFO1+30/KOoFQqvofRy+8AlcqPwdTOVRM9tDFoKGP0b1TXlesq4cg5Wll7ptVH
Lia5Lzt3IKsFXWI/02Aj+3teR+knytb+StE6XlUl7AHExgMSsly/GWKvrImT0LJZLKQDZpX0PSQ8
T3+Agx4Q7cLg3DXJNgmGzj11QTEHFbXI8Y5V1OXaGkSUk9OfBZuFK7TTwOJ0Q6Fn9EmHVNyNkUTQ
z4Q1zf3tpFS46rUItZDdAtJGLmcwEW5LkX3L2ZzSs+pIbzo6mVDm0mDyWn9kQsYlx2yl60sUkLLY
5V6JH6gcGEvdlbkk0c1PW9YnKGiLDsx5cwWcrUDIjPCVGSd2xWCv64NyNmYvqv7S5hCAyNQZ+G2l
rMVx8gzjbFh98Indy4PvEIb9nVlQX13xmrccYKpyWw9hfrK9eriCI8D9MEfm2AxUwdNQgMXdSbqO
ma0mc8TOaaQG1jGEqRZqtKsyB+dPYI62klHmvenwMnfo3gQxGsCIFyEIGMkHW4bJmqE/7ii8K2ic
k3le3IYWgzFSKhZdjURkWTF53ILMoNGl6d0gVpVZwP0PSaoDQFBItMhN08QPMrFS7SazWgvIgxPc
tGGUbKDSZGtWGf04tbo4C0cYp5RQkRdwwxxVGmbXJKlI2oDrMKTZtvCw7ZyRXVuMjprSP0B49g+M
uJlvOFad7xmt9Xeis9TBbNvKXkBXkIswMsxdZbXjO3eAOq3NgbeKLnZuC1VA8IGUyzaW9VRPg7Hx
J1JXytpkpjtpBuA7GNA3qPHEU1Hq4pVaW6z5r0zvGukia18GOSIzrZDfRd4gsSFmxbqTWX9X0XDj
3JU/ZqpiDORFTxH3jc4lAUBmfJVo9lM9hQxnLEHB2gGx1W0G0yaeq0514lTkI5Fu+GqWbaToreZ6
AgLWUfmtzyob72ITFw+HWKPIdyWusaVBcuAq1tKOQR+UV3vZFHZ8QFXtk5QiW6IMy3RqFrbvA3cz
UG1qZ2Y0tXkByB/SXIqq5KP30E8Tf+OAcNHUkcQH0n7IlEJ0ZqbPoZcvC6fWFsMkiXeynfIe15sG
wy5Qh7KDwmFJ3bvWUJ3sqVsl2SdlPy3iaWyHhVEN3dYRcK5g7lgkLxEjh2TUNPO3vu/rd7Tc43No
pc6eHnR9qpNq/CBO62VIuvoA7A6VAzreYgkvLHx1CKpYWVOVBERdNuYb1NNsP5oqODcODzvyu4dA
VfYD/I5p07fBuc6H8tnoKA7ygWph5ZRt8aY1IRRpS0v1h5yAZnwXTtiTlFTheWNGEWI3A4Ecf2Rl
dqOnWnzF95udy8FEBNHy5zNvpq+x0gxY+iRE2tQ2jvtJBJ+zyvrm0JXdNsNtdtCH2XjpETBxTiiR
AW6r5loZGY600rKZMdKswAaagwJcDLWLPNvx5KLMLNK+BMJSUZBWRchu/+qlmb7S3eYi/IB/BGBt
tyImyH9KLKsgxSh30fBYfDRyaLNruDI7TG2UI5ItNZQKbuJMccdrroEe97IT2CKqTxjBSgTGEmU5
Iv1S+5527XCN0AhHVcwqhxH4MxqMoSGDkUTrXetYjVwxknEyNNBNsWtIJ47Xadp7xhJbsNoGBgSw
fWmV9Zl7/pnrEbM95tw7UdRQUYD9IcYuFm6WLntcBnsNXsvF07MLomUGsYn7FCg1IRFSFJOieiNH
rmesz/dld6V/7w/pJYmRjw2ZzB+I4lGETdnJ+BxEfJUgNFCltQrvCqO64Z0VBelGnaxapqp0s3uu
l5IOAkWGODKHM2oNBn5PYxH2WUj9tRKBS+PIYuSQY+mn8NLYX72QHhLVDtoLGT+mfRgjpaPkpPju
TgX2hR0lXXK0KgTXqhn6e8e29vDyTxVjszsw6bzsaTaufSxrEfHqRf5QTsVAbpXEiIfrHsRZamkC
I14SPUEuAcafW8QzIDEyq2NozdNIxWruod2+GmLLBBc2iHVtiuCFHYchFxaXbVUOzabAnbGyCke+
YRV5LFNHXjmJH78DIqmPWe/1a5vBPyVrvYcOfYe+InnxyQaxt3oaB3uvIsOkoVZ+Cge3n2XFwSOF
rXYsvNY4lVnXv7UTsTzTqOqVLiI2XP6yJNyXTQQJrc5pwMPPMr/BcOoYyoylyyB6nokRsNDscR8b
JweSLcwX4GBRbMbf/7lyFZoI//eVAvIzBOT/H1DERHT6vwtbF295kL59fK/Dn3u88z/zrxavZ/4H
3UnH0U0JpgJuiPlf4lbX/Q8d+aqwbYmMddZ//HeD15wVsQY2UYv+L11OhybSf6Udk5AsZ9eiSz/L
A0XyT7Stv/aiEE576KdNvhlpoGplFf+1XZcFJlEpmhftpriwNoj7YqD38J6cKU+3gSBx6adb85vu
19yT/Z/2oGSn0oVuWzY6WrZ01/tyvVwYzI3gs+1wmQDCM2r/nuAjdpmpi8+jG+rMX1lL/3zRX3uS
/7ooPXfDQCqMhviHB/QnNoZZu33bFVawa5Stneo0CZntOoJjBd2xP1/qC99h/n3ohGFLAImZWRxz
z/qnS+V0N6fSMWF8Uu6fvMnSVjjhLAD1SbKpDBsEbSMZ+c3/X+jq/cM/urzLj3RRUWGNB93/7zpl
G9M2TS+32iVN2wKUp/HeFJN2Qw+HIlkVRI4yo7aukLWrd+zSfyNOf2n/Sv4AU+BesrjpEhuc9aW3
mfQMk1rHUDu/nR9yMpgPbc0JPiE5YBWOuMYZy4XWsTQV3SHVbkn2sXGADiZlcNfUxp102mHrGm3/
zPEvDf4lvv9fDQNf3vcff59p6rDJTJte4ddxRlTYYIpSXe2UG+JpI1xjVduDs3PTblg3s4D1zw9k
HsT8/MLPF3Rt3TVsyQcLgvvLC69V4Kq7pq13QBXoTlrY74wFv8whdMkvkAoVKr6NSYwEI+GvM9ds
fJxxcjwNRZI06z//NeaXz8+l/60LvnPJR0B3/uvnx1yvYDrgJzu8NTBQyyrwikUnzfqgmAMxBK7C
+ETbtXiO2vLDifJmW/fOtK7T0ULy67vhLWQU/RXVcAVrbagCymIRWY8Qtcp9NctGyReUBjKNxphZ
ZC4fHHVWdMpypQF2dntUgagEEY8V/lkamf76558ofm3xyx8/ke46a+eP7/DrF1gytSnIUSR/Ckmw
sZhyVYtV05TDQ1o5ybKQ5fBYeFRgnOoM70pPCfxQaFBOVQtFiClrsydEtH7vDFu7IeQsvYP0p78O
BKKgRY/TOyqk8sUtbAS/dRt/CCOdO3WUy5xsoDBQuvX6kimIeLSQWqOl4Hx77rOOXPfAS+/+/HO/
EF3+9Wsl3gj0BoYuZ/LUz+uN1vU+Up6QLtPstHdaXHT0U7Xln6/y9auZxyb6bIswoP4xbftC/XEx
qrUDr/0OGU7wrM3aSM44+66a7O/uHL7658t9Wa/nHzXPQ415IaMZ9ANr/9MiKmHUhFPF5URWBGcg
OQf+MHrUYuj+shz85ntgYwA6T9IDX8U8Yf359nHEzwNR1+kO41twJuNreIgdPb2bNFUfWhGld5kR
/m1w+WWP+PHzZuCQxTLEEmR+uZuAtzw9bXJSXFAAvqPidNEkJYovEbSMAXAwdMTjSJbWS9LM4rLK
1v72QH93hxnPUZcA9YAHND/wn+6w1s8yKQCiu6qQGm0X5kvLus3xEZuI5M5/fpy/eXt4kuCncM5Q
0fwYMf90sU7EuLaToNqVAGzvLEYRa6C4cltQbSzCtGm+/fl6xq+D4R9LgKB4AhyFC4gb/OWjKGw9
jjinFDud4w7nHbwAJFrKAr+i1RQdMdBQGG8MmgyrUIuZUPuFG51wfyCM68LIjfcF8vhz7kf1e+tU
7XtmlgTLhL1PYHrkaCffasqXP//Rv30ijuMgBeDlxwn16xPBL5Q4JqLKHf4bEiI0KhNfpvnRgxhx
/+dL/e6lR2c1l47gwYll+fVSuRupWvGTKIcq/2yYtXGmi9eTIq/cA8GI+TEUnbP780V/8/sARc1c
KNAKjrTnP+qnl2DqLZWYOVq4AbjHRorcPyPEcnY0VbS/TFh/830J5j62w8UEpfLXxx+OKp1IUd75
TR/mm8yJ41MGFXdNB6u+tI0x7sldbvBstYV96t0s+MsL/7vfytW92ZtIJfaVKdLqk+w1YEe7zCJy
JwPMQrJd6V2TjOT9hdX3u1edM67lekir5l3919tKge7Mi2W2s9izDkMu6kPtTOzNrj6JxwAqSwxc
daoPmvrrI/3NfTYkX5kjuThv7pf3SLkJCea9UzKC1butQGp4Gyo04HjdYO/F08jaFfXmkC5IGObb
I5zj/7J+SwpORCDIDf7tUU+1SxSma5c7K9RpBSPppUXm62vkgJcs0AwwmyYN0n/8KrNi2iYVBiIb
OfsOf36VXYCJuqpZPBnVe/SOcZoxOlW4joh6jzd/vth8E386MP3YLJB70eFzXUdySvv1YiUnJBdQ
HfYAarWrKKseuvqvVepvLoIYgneVAh7i41euZIahxp6ykBUBjQncl5LQVSZGaOj+/GN+82GYOvuO
yRuLLObrnUvRLeKyhR05wAR5TCKsBeASQFZ0icjL1Z8v9ptPw2Qv5SQlPY8jyZejCIjdpGNEXe2o
0M1tFnqRuWLODM8bqfERK7Z247cF48dec97+fOnf3U8L6ZU9/9g5hfDXh6bFVDjNkFe7NHG0FTKX
dy1m1/vzRX6zjDMc8nj5DVz+/7aHe5qu5KDLbKfo8135oK4fJ5Sqh6Dpo02dKMB3kRf8rXj5zWbO
t45AhV/GVvX1ADVZId781M92hMVbjzn2nTl1Qt27oqB7zpT0L09x7pt8/QAEJ1nhWeweHuXgr/cy
AEaZpZNT7GKECs4O8Awz2TjSwk8+BvnAwkB7tfW8/mEqXf+GrA6PYQs59R1JKLH6LBnT3PWxySmg
yke5xS4noH704TsaE2p/sluYRVMWoL93lUdmJ6CyXaHM+p7CpXz680P7zRcAlhRwybz36sbXvUk4
et1YOfQyswRksKCHKFaoJ7QnDCrd9T++1rwwsjGYPCvOnr/eOWm6iFfMhOLW0QKAJP2E5EpDeTr3
Iv75pWjKsz5hPKJy/7INjbiA89Ec092Pjket45vTfRrgFoD6vxQSX7Rwc3WHPNqkzcCK7yB0/LK9
ZxFJ4EzJ+biGWe/TICqjX+CUW3JB9NecvCMb/YZdTNdNOrL5tKPrfMD1SO9qrc9Jr+M9u0GTggqB
afIDeawYuXkkQP6YOL3/+caY82bw6/ptsQZRaesmXnSyrX59CMoaa3sMaYggAAiOZS/KN+YG2gmB
egg+I4qC91YPq/vGVjTjYQghV6lM3GYyVFDtrGAZGnpzqYoGozPh4bdF2nYreI71wYk699K7+bDF
JoDNy3eyY48W8C+LNmKKfz9TSzY106UT6RpSd78Ub25OBkkUzMJIyeFvaUx4lK5i0i9dUmOn8jmx
xYRK22yyO2xK4V2uj3BcqiJWhEB4zV07aBHvXtzAcSrwbI1VvMxbJ0IZ1p5jqRtEeOIcKJxL3WuP
eehtEgf2Ptj6XZWJ70P52pXZd/BZK2vA7WRX9doFbomTgSLOqxZzMmlQGXhDPmymAEl7KjJimWAc
xeOzy9Rd78RiEm+miNZF3FzoRazrcnxAf7eW0a03acvJRkxUvXd5tFejc84ZCe09rHVKL140zXzW
g2eGFrWPCr24Uw1ZUnIUzzHOFWJGbPhDKiM+VdzrvXEkIuUptUOURvl9hkKgy5Hi025xjEvF6UMm
AJx9uWVVv0HUQKLjNA8TUaSlgUHMlD2wHmXprFY6DZqzySDaD4OxqgikRunmrprAXTiTu51SZtOA
Vq+0Kj+TT77oSk5wmgqW6Ltv7ZFIFKIhmVtPFwsSZQDoxPDDd7cm3V5DX2J7zzQQVq3u74GYXzdJ
uooybgWzGx2me6KWGImBSoV7L9GXbgUTJM7uJPPv2gEn6qf9giSAvZ6ES4gEy1gjSgcDD4A6BlFD
svKw/9oOLlJ1WxkMe6zJIkZG2td5po5WoVESeoSc1MSbhMOtU5oHp9R5zJ+TKbBZYIUjcMdv1fXk
2nsJEBMnEBoqC0Nl7TyWBkgZj2bqHNq1KDhVpF77OeKFqVp362TmbuRRTWj+1unoMmTLt6Z4Ju8d
2at5I/N8ZXdhgWxpWqKIlYfY1XeTrl+arES/mEBJIpUkz6+8zLvxHPy8Q44QDo/furfkGQb8Byzu
AcojWjtf3UhizFdtGS6EE69Ho+WtiTdDaeAm1PZThKkX9lsSqqsuYrzqjfDrCasiODkd9K1PgoNV
XtXVscf8PTQoSCBHa7G2H5s5hss8TbXAj4bykuF2XBAcNukvBIYMS4AIh8kgsIYkg4OZ68+96S+D
0j+Hnr9OGYCD52RJOaGYJCbaOQ1mfeuX5iJ02pNZmhc9xpIto2gtRPViJcU3hgSwN0OSG+oVeSa4
mc3sCMntbKOdWrqlwv/ng6gZwgc0R3daF+CK1b/VDZx7uLLLxv+OIWQpy+Ym8NGy6P7FsSVip3AZ
MdWP4gHYZPfo1flO8+r32ta/eQnnJBftECUHsRckp1lvTCJ3VYOUNMTzOn4AslroXbUu8dp7JssH
wB7Q2u6xHQGutthhuBsLMzROLo1npXJnD5loY9U2RB0pcAJ3zbqwvROxD0tLr9fC3Rn6cf42kmY8
toTbRHa1cpv+VBsO0FgAm7xbQoyfsCdXEyrVUiXHNGFZmsVpwLN6ZoFUkcQF1pJ4iSIUzLoH+oHL
LK9ltSHO5ehXza1QsNUK3S1IIIjdFcQ5Gq/2E/bNt0GrRbRoUSeF8eQuQwC+tynykaUai6usKt8H
UqTvQJYdfR2I04+g93SsV3Z6qmT45pLBMlvwBBalXYy2ZNV1cpuNuIt1fKluD2symhLm+4Rtb3XS
CyNAVJ3pocnOHyabpAvVLTqFm8Vp9SU168Ib9du0v0Lbs+CM86Rr6aFuh8vYEFDZok9xpziEhpkk
T4ac0DaK0H6yJ2mgE7D8Eq7Wsayq9BoXWL7xVCOXzEaJkxQZXE89rev7oKvI+rPtwLyOA06uy7Em
YnBZwSHut6pvinc7TGONnEUnWjUSpZk7Anxqp1geSFCSDwY3bqYlwrSwCg8M77DzTaNeD8qA2Y2H
Jb1DOqF9uKUvKA8QQX6XSBenJP/UjcJcwYyb1iHZrBHRf+0SYibMNrCvbwAOtT3Z3BYp8IW8Sk0N
jSA273vkgh8eqquzKD2wnbWO8s5iAvQQChsJgEhDZ296dXdWrja125T9ce/ncYp6T6WQCIjXAA/p
a/eqGKNnBBUm6mwdPD5yYu3TNmsi1z2cDAsdHHlzsqPUu4+U8K9z7K3UDFYOKtqt3HJZNqBRmrK2
p7U24TiP2xIeiS+75gyMwMPw3vrdm6dEom86nD7LoexfawC57+PExReNnY0vFZb3fR0rgKJ0ghKS
OAiAWriVg260r+NbOhcpZJm0e6F+zb6hUBj2zDkEpI+0fPSCjmgau4Xzn3s+rC4zKXlGffiWWf5d
Lfmys5QBfm5NnrXBy1CgO4RBc133mVwQgcp+PY0TEUJA58CxpVFaYGuA+jdgg1+ZE+pzt9CLG03l
9SniFPUUOcmIfM+PDqQUFXtN5PomJ8jkPHoZYpe8aNwXx9KqPTJoXNuaQ1px3z3L0sHukWnhAVLt
R1x19sZvBrHLsO5hwHbvrKF4k02TIecotbumS6p7m7ViVxPIheOyGAR5J1l3lbW6Ra6iLkIC95wO
jbky32kb1ZdQJIrYQSsht2ky94FyZjaGoa0nuokn3Q/XThbfT34Xr1oINAdmZnD2HA3Bao7UiIoA
4ldBEsM6qv0pJBNmgIoaOxgoNiQ7jxvfUKSruzGhn0hBM+SqTde260YfWIc9mdLFcke98ZcIfVAH
sI0Yjea+DypKaDdZ+OhzCrZk8KEH5CGY6smFbDqlwamdkHdJGXbnEPs3wqEItXAw83anyRhBs8Iv
PArL1IjbQb5kdLb72vUxBTPmWsh5Lfgd3nHy+ap4Jmd1QnsEQXaGCTM9VXhi0YdHxvcIo+mnH9jB
g6Y7xfukLj5UNc5aVK9bNKTBBtp2fD1MfnkCnBcCRM6aSC7pOhVL21H8e9ljBcfCvnWjvrxC3KC/
l1U07HIcMYd+0vRb2GPBK9Irc92lWCbHcpgOVocM1atsjiJ9aXS3qunM77hZcRswAVvVOoIOOzef
0C2xYWi5crCaDs2E7zXU2amxz4ZAFUtuVwGweOmUSj74vdY+WQmttgAUL4Ly0c4zzCR6txsac/zm
SooEyACcKJMe+wNORozthAch9wOaIa5H3ExosEmBu+S+Nz1BBjd2dj6YKzKOuvImErB4KHwH7d2I
RyysuhliBeyyxzJksxtQ6i5Vxbu2wqwNwFAA1F7CihP1ssuTZkuyZLz2Kbd3FgfKA7GKuJvs0K6g
OOKn4iU2yxs7F6G2HAkXhMqW+dYm0JvEWBs1geDko6ku2nAm9U5DhthHb0FIREEp7m3yAWmQCy3Z
8/BMtSlatFhBkmUfDg2juw7fy3udfw59wpgXdv135kOkQ2GXT/pTwwKJlsaySbNk8R2ogJchtneS
tHR5p4zMOzZN61KtOri07L5jMQ/ZOt8cwL7XDXlkh77o1KEpLQ3vhk3AvNNnw9nISO6ikjvaVZDu
sgFpFfKiZCMqNuIRQAoSvkpt+WzbDXTedj1NFr/VJvdpSDttY2SORcnfzDsI57jXHiUHuQOMSO7w
8XrJMxI1ggYkgXGIR0k8aVsCRlUzfre1sj1rQ2rtRxj3L7aDZpOpcnwxS7va1q4s71LTJv6WQ9PH
aOXTY9mjK6Y2QRNpppdWWo/I7vKFrvU9gPuBs01oDgjgwsI36mWL9h1PGS3OFyu1rHPr2sEhE61D
RFuC1HnAgr+3R6GD5GCOhlBtEs2xJLn1Ps9ykmArpOqnrLP6a440VXFoG+x+UDrIMDLR+fIQwjS4
TFY8E4sgXmVawc6GcQrCJ2Dhe7OX+sYPxHBfFZq7JTy1W7s2g3xpkuNudYAAgVkxbcyjxr3Dw+WM
KwZLhJOlTuneh3LILsSglGpZmloYbfvGoENQS/E91Ik2s1JR6ytkuhFoXhsTUQYFE7sOanV/RH1u
20mx4u6nJ0snjIuR7zsWSmweWUfsXGrZKB/9Hg9M2FXpqRuREYc+sZ4ALu0AgrqlSubQPS2yVSCB
oQ2YbcFbp/lnqrXGVUll+dB5mKMWjdEFpy6NRLqIkGSymBZINOvWKZ01sdLtBQaZuZvcotib0Aqg
dEXmcfRciX3JCa/KUcyvdjsdq4yfiVqdFtVQOsaidgzYWJZ4Q3/oLl0tzZejVkNUdIWerAjIwjyu
7OxWh3C4tuywRBNTqunIgvU9FF6+nqhWjnUeKAIAuvytGwJeeBmsykLr9k2DVYCclO4URAx+QcMD
u29ksGYWNy7doYhXpSXe466vnvTKHtCMtsYzOZHarvHlo1ESduwmiqIuSfUG7qkkQHLOdh4LDCw5
MYE7srFDEp17NHy5re2ifvRWhpGLk0+JYPZ9AQ2N9t0yYPVb4DFHT8j0HKCNCold88lXDqrwPDU4
7PmPu3wDMkpcJ6QI3Iqkn660cuxZv8iVs9uZ0ln69V2FJqJZJiaYOGiiyFjoJux594unUFTaqukr
/3GIVX3R+iKullEhi00236JaJuPOhiSGAtupdrLqg7VIntn9WMVzMzDuyUCfaL3Acl8whKM5ZAR5
dA5qB1d8Hhz0enpzQ7NaiBoyjkl0w87Ii26JqRXUk1bp1S0FzqeDjv61I8Hx2IUVvrWhepGV905H
oVuC+X2vDdbfPrFBFlXGK9Tx4kawLqzzIJtuZdJg5/f9TWxq0SVscfosyjgYt4HinJ+ZOf2V1uFU
DuqBIoTmZuU12Vl3iFe1HKxLvsqqo+tBbQ8LYkkDH4tUHVcIfKOI3OIWTLKkUeCL0YDjMgVPgGwD
IEjhrSWy+3TEWdJxWDtwmoSpavn5yRNZO38DdDuIY23hr1HbDRDwTP6FYnOdZ2X0EuXA5kKKx5VR
Of4udidCq9Far7UYuDzAthR8TEb+ZTTUazPL50KzOo9xC+Suah4Brg+LRNjtQfd0YGME7LpLw4gg
AhlO5OkbyKpQYjTnIR6zKV+UmuKkIY3S4nMjfLNOAm6A5xPQo7pnYyo4yGSatgXABv2sy+Q5Dya5
jCJhH+PBLxrupcvzsIAUE33ortqAtLYoFfqTcDGG1AG9kizrtSc/M4ttAtqFNSUIL7i3xhXMCeO+
U0jLbVXGmAEgQxkcJnccl6etP9T9Y6QZ5ioIIvg0dXixx8hH9Fs9FENlYMky1XUfCX0TBVW5SnJZ
fVgWtH+eRcnR2AqRL5f5ougg/pIDIvZlbyrSN5ppZ/rS24hmvCmdvn9h9e2uvb4p10lFfgft1+AW
vAkWl3LiQNu6aiNDM9j2fAQWDe07XB/Vos98Oh6KeBWypT0S7tSjH7gSZfT02GPM3hZUA69xXRnX
+cRJnLq8UZh23GmR9LM42UBaja9Hw+elZ1swcztjyK5Rc5vPQWifGTGA4rOLDwTkI4RBs/lE1Nz9
gCuuaRXWvBkYIazQtVcF+ZjXxCRP7znCdSDNw7d6cPVFo+eIWp2gAZcUgjvxi9WInWBr+5Z1sBuX
A8IwhJzTWSSTtjvVTGp3dpG+msTEh7X1lM3vjio8/qekWkFEwUNcqU9DjGBbcYmpwjlQ/7WUArBO
0jg8JzENQKaTt16i5N4AWMzZu+w2HrvoBnsOzgOXDz3JadoVVXI7Nr6gxuNwDYha+cuMAIBVmHst
8I0u3TW6nx1Af2AhaAdLe7BG/g72omeG68Se8VUfs86DQq6IjHFqkjoqOHhzhy+JoEDRS+O0rbbI
TGAA+vpdrAeHsaR+laV/HebToU4axM6cxlgD4asUw7Qj3CPvmM1lAC4Je60mjquO8dBYw33gkz9o
tXOQw5jPTpP4oIHRW/a984atTyOwWQdQFM97E1vXWLSHSgbhmxnF/UIRzA6gnuJD9JDNcH+xVxbp
S5Z2iz7AypcqNt0ODiXzsmqJfy9xFnVYOLQ/pmszDsAn912yKGuOKnL0+xPfjMVX3n6rwd0BaeOb
5gmqlZOCzMeXYy1AXHYrEMTpGnrMApmmttBc46U2MOeBlRevvKXIfiwwOWG9wXEu1qlvXMFQfjLS
Qt8nDkH1QdtoK6MzI5oHyp8dlyEr0pBgm4ItiCuF0MuadFHhNOQw0LvfdklT3Dc64WwLpfjTcE+E
4LXowStDbJEHEjkSsKOXUjWHCqrWqnF9bZW3hbeN9M5eCpWhy4+gVlFJ889KIj7bpQtMe601rnnu
Bf2gQMvHJcf14HHUpxcM0ufANZgpWXKTu3JasLzdZKLH9iojj7aD9TyGjbvEkQKWqgrle5vOBSwJ
ohe9yOMr0lMHGtwp32U7s7HilFpt8uDLB2OefdTpf5J3JsttK+2WfZea449EDwxqQoKNSFF9Z00Q
li2hRyaQaPPpa/HcGtR/oypu3HFNHI5zbEsiwcyv2Xtt7wLyhW9jBhsCEnZ5akoX5Gg1MnAPZ3mY
9TLc1eQ9EZ5RcQjRcb7aHLgXhwPorW9WsYm8rLsVRJwna0Ww1eDO+46RwPVqibe+rZlLjZRsOk3n
L2BBwR2mcY8XsVAHNvwhoT4wrVmt1CdpHPuBAgufZu4t9iknhfjPWjHMHBs64e1cLxFjsKWozgEg
v03gFoS9GuqfIQTcZteB2JqrqVo0khThOBrvp1Ytey4oINV5w9g4VBfTWR6JVin0tL5+zUas8nU5
ViSjeuZHglx7Cxtz7+r4e/K85RNyT9JZa/8Q86K8rZXWdyH+15vAVP0u5qxqsGPN0UPXLfawIeg9
Y/q4WKfWnh9YK3FEVLq/NU4/PVhB8EHJcRlUXx1bhMvJ7JPBLkws6AFEdOswUv4cy+x7dWDH1X7x
ZaHabbeQd6dXeK/1sfJksbNFQdBKOYriVqzli5sOzrls88+eZco2X/iQ4OktklUW4300DfHtdScG
lT6CN5k6FxWIFgZNyXNTpDxTjGtBEWbeoTHstjaRnz9PhbPugzCCcOblbaK72TpqWDS3fRfC4nSy
4Caq1/aMYeUpW3xzMUFN2Rw17iWtdHEBM1FtS5KTYDDF6ztZAnLbexCvOgcksA1wbIsd6WIryK6A
71mnE7l7W2fxX1fwSFldRCjxIj6rtcSCGEdv2M9G8NvpG77zRA/cqSRNTX8hv5NuFIbdQfXdcmcP
mg8T2Tp5fEUfkLHugR+mT8H0sHQUBTwiNbdx+Gca1WsvuYXmtn0Evs4EyLhXmqln/N04rwDx1nmJ
bl1Fc76ZJmd6Whc/yzdZ06X46KKKssFb+2raBTjXxM73Vo+wI5GHhL6qCg6ZdrBkbGqkJTrpV3t5
u14H2PyBiN67dcu0XlnpwW4L99hxvdhXmD6R9raJ37NMWifJQQb/My7JLXFqcnKDoa9wrPHrRJ5v
ZHZCFHc2ki+oqCe7zJ2HbtbNQ0r/cALadhuMY3TO0pDY57GNeFZRc+PRDDE2tfDaodcfndx4Oyf3
kFVBE4wmMrsr8shcb2KsXhQlL2IcX/ruaoe97jBsTmFIl8gA1VFD/blgumaN0gN2owtVr2LySAQR
iwPkaiysXeX78mO1yb9ufGYSUgTdz4xs4zeEvPKxtKZ1G3PjQeJS+QFxf3+iInzRq1Jv+Dkrw8sd
QjBsCML59kTvHJEYPMRKQQ+MrwErcBhvbFHVN6FlnzPpv2M+hX7V4HcuuvFV2jbTd1x9xxjCWeJ3
ntk1cQSS0iwEroh4KSj20mt8h0cgDqpbPLszwMxnRtG0WpwqBFT002WmoocxadJ+HxQW6Y9i8a75
TjmTeT2pi1OnehfGuvi5DjkeioksJRrJmJ2alZ1GOcgzDbQ8ShXGJNln1rYfAu/UNEbQGAzuK3Oa
+HcYSefc5wE40mK1HyXuwG8143LuZURzMxItvQ90GV7/abicGJoeTVoED8vq8rbwdD36WT9eK1z/
rEmj4pKp3PE3KFyI3kNMaMhm4aV8FoNbWKR+4C0skCvBJdNF/wC6nwVMv9Iiehlj8zHTF9gLMKui
NDx3Q6Bg9cB8PYbSb08BYRHLJuwYmnVsOD9MmMubMpzEzTUl481mcLcnS3uKcTHkI/XqZJg7IOH8
7FOk82Whhr3NG0DcD1QvXBWzxzouLN9F5PbPdu91dxnBOUwFYMJk2wVLJcYvYxF6E2cVC6asBByf
yZV/uw+mJktYAS0XNm0hOZz18mfIoR0GXX6lSl+Xfqk0872xrJ7XtXLOkH/US2mTU20X3LmrNYGX
6/JgOlcBaSXbrBxGQLsmJrXCVLb9dy7ArJEC0nyJJpAx6YhL+TCteduyIVNFcNsM0KA3USfLWx0N
yNiqDi8b9r/Cefcwtv7osSK3Cl5te3bKCLkd1DGqF93P5j6t/OnFcjDUdYwybgXZZt2lD1sLr/Ps
B+ymRPh3LbCHmDnvfrJVZtF5WpCXA4piRr9Ydp6Cj7CvyXfAXs4KgAsjOG11L1aWe2/YFYc/olWK
MSwBs4T8DAiA5qwX3HBiSkwz8S1bbinO1yyP54r0s7eakvcHWL745I1mG+cUWIFnhz32mJdKkccV
ZZAjgwEjvXYtNK4o56O9pldmMVI5xzR3nWdV9/puJc0L43eD+5BsEulRjIN6oUQdNPwCwGNuko9X
z0ucLa+tiXADdLLBhOJdv6/RTSmhtCpFuYct0/3SnMasBauJX3G6FbQ3XBejHcb3LtrJiz/mpENG
cZ4e1yVcXmVKvN9hbtb4RC9mOuy7YwV7oA3ZPY9w//QzHkTUgKmA/BlS1v8UGIH181Sqyt57TelR
61uc2pN062dXtFl1xbDmxXaYWHInoupB4UBBccnCiT1GRg6f/HQsXdIcYeXQz1k5joBmRawdR2lz
DokCeSZPZzgoFok+tcnIC6Jxa9PioqWluPWVzYKarZC9Rw2CMLHR6JIqjZyDNE7GRts0NPUzs6Ls
g/0Go4nYUt5+tGfxKXWoTywmSqj4Zf0mlpJCO/ahEBAaNRxSPM1/9DwOd/a6rKfAL8fiHKNlumPS
zT9PdgAg0KscJxpinlXqlhSsNw8m5nsPlXk8ql+Er6aXuAQtGWI82ROcWh6jNECj1IZr9mVbWXkL
ABPB3oThZdr1ARM9QlIFv684KKetQukByoJcMpzaiqC2gii7JoEZzruepT4iHB3x295NC9jOrktV
75AY0xcY/Tey1stvGfsdfJp2+AMz0AmZfbrWb8vBc+BLt3thXGwli7vKICmiCksq9p35tRdu/w6t
kNAWu43ewL0GlHXZQjtfxReS622KeLDsoPZbK9iEmjMLTVDIBU1CYxLXKhv3ZV4ihda+sxWLJTli
OUzv+BwMeHGZelMBAb2QG9cmyzXhs81WZnQjQHsjDKYPRX4TUpgBeTujQZ6sfiq9t4jVRwuB1OWN
6EqfbU8vat5M8hzOU4H3xF17nT4hH4zHM1P25r640gO6KcovcR3XD/HQpjVAGAbWG3jMwx9I9ZLJ
MlyHHfK8NT+hfvbfaEd4CHSgftXOEPwNXDw8OZt45rvrzPEgBiT9KFZCQBRdTA1k1qJcWd4IPjy1
vIowmQt4I1tlPwbcY/HIhzFPoKU63oR2ZCW31zDOib8qUfqgNIjQFk+x3RwZ/s2vFlz8o0C9R6nt
1aCgxbitZx5crgZ0CGGAUZeT6IXqL9enwtfhXzq0uUnkNPDZKAb8NdQGxrrUsSXh6gxoxQ+WG8P2
l2RXya1hQPtRr4DiYbkpR984oZs/cR11kPt7PLg3wTqWxz4Ks/424/PRbGd2R595zaNdsRa8ays+
nasvqz25MJy61Zp9sPbj5cSbubb3s45W6o88oxZjFVfu/1Fljairf0AtSsjd6cSRHyiXR5gYCz7f
gwrH7i66epjaVVf7q1LTZ2veEkluVzPnPV+EfzQmNb12CVXfzLHTPw8QSNnxpeWwL68nc8sFsI/N
stwKPwUk20r11BYtvnBjE7SdEzGIbz/gfzPKFwenbNdLIKKe1wBTywO0fOl/VnVfEwVQ5gHTaRYW
19Efb9LS1MNBQtXnZm2aINquThnU9/kANaAbOnkjwPSQQWuJ02By3gsuOhVseYPZHhA+RIjxwq/w
TGgFOOGL9L72A87Iwricc34qOUREZ7lvFmvxQ10SOeln4G96nu/7bqnSy4z3cjfkPsCTzGYLudh4
xhppeJFI82qGMyAKTU5i2zLCbi067dPaiHrdSMkD55Bf5hE8CqLWcVhmJy2TGx9+Hz9Xzh7slk20
iaBuVZwkbRihW8ZihndnGLsX1Dd8Fq+5IvdQA6aE1yE4pl1sbStK4I5oSYY8G1/7J8mihslHhGbW
sZX/Qq9BEqq2mozaTPq/ay6UbmPD6TwCfrqUTa+nW3bMXFlDgIOm9ZC2U0CUx3iBrjqWCxSozOdR
AZVCgxSxUgLUzH0h8nV+9cQQUDv2XFJgFxHvu2v9TLFlkeUaZTy8Qxmz/M1V5DC+CWsuTCpE5+xN
1Xi/dhPzIEVbvcm1xqNWLja5usP9aJM+F7WgZ4OWu4HZD/4eRf86jrM+OSrgp/FzN9Vbdg7WcYGw
TOxTOHHGTxz/jxAxaEdWCcrhXMa8d3cmta+CspmB5W5Z7MK6IOmQ0MBihYSBeZn/X9gZ7P+L0tAP
cBNgnnCRvP9n64StWOcS9dQyxoeTXzNygSjgMSDwa1rkBqnzHTc3bskhZ2+Q2V9rXZqbfzSb/y1W
6f+XNndknf9vm/tl/d02v/t/87jzF/7D44478F9oWwNcGP9BK0WlPX/r4X/+D9zvNtJR/gC1JVfA
1Tv4vyGmTvQvtPlXixZlhsB1gGpYM6PK+Vv/ilmE+zFiX1yACCGD/47J/R+N+P8pwhU8UrhD4n98
IjEW6X8X4eb+2AJTBRbUQp8yCdx5miZc4E74X4plkcT+Z8VvyCLdj/zQYQkdYBT59y/m4XrHltA6
hyUzrOY0ihazt5wJ0ERjekbhIyr3PVoqYqCwcQ/ZruajivQsN/N5dgrhbUOWOgNUf+U8rUwh3j1C
UlcwaZMP+8HrP7jXFQkzhN2TqcRUpkE5prjGe9CbLFKapnETZiR1kZhpXHGneHnIzIXR+7SxKbfa
w7g6AMjcSuV20gV5RgQ7004mGryH+Hon1id549mHRk6knXQr+pfeZ6RMcBM2rmPNJguBWCsJQaKZ
lADlqzq99fhmfje5iybJ6hX9i5xX65vveLZI/am7Z2yP8zf9ohcgoAP8uWL/Sw98VfsWjFTQk3zq
EV011Ms+WqugIV/ZH9yDNms+JobFNGQxMgTRw1a5QBhZU94nEvzRH8I6YhKg/FFsKm92iF5E2EmR
5mT+fb8ozzkYYsYoGXnPrypGlf3KMzfymXVYMD+8rAfqrUvI/duya6d3VaRQXFonD156gU4LhpfX
4KhIs/5VC0e/ORBZfvKlpqDujRsCbK+XVqLr8vmWcs82T3k6BWQNsGCAtxUiiEukUMuXhbubjGE3
dZkTOR5pGPPYyHtZzL2zscO+Ifhouk5n6qa32q3DkPsMIL2inPMrVna5Es3fzvWWflP0obE3ItLq
I6D4ffFlN7pg4aN/JMBlySwPO+H9FKIlYvCfWlfAl/D/krVKQNRahuOX7jvx4QvVPayrATw+M2XN
QY9q5BIUaeNPiOzZJlJ5jlmp67W4IS5Zz6cI6K9/s6autXz7nY2KgU7P+Vmm0r6piwBGjnbs2toO
fjigTZ+d9dvMK8uEaewqb+MPyxXGPfXBOb2CS5HhlS30LHb0LHlYxnGPRyOxC8W0RAp9Hpx7XB2B
uFnXQf/RQMzrTWCnghssjRGMD9yF+LA9mjy2I+A1tzhV2CFlQPvuu4ztVKIsMT4F0Vh+DH3pNKde
WOV7sARIz9Op8FxkOToiblTlJTnleVOioyWYhXx4G+INw6VqzA9O5glk28FUaUQqqkQR7Nsjo2h4
YfLoZ4TVtl43BVS1kY+gv1DL06o7hQzbhru15aFuH1HFBXzY4jr8E5a4rncsxfngjoLyB0esIHYL
rUtEQPrSs41TJZl5qDkMq3p/lsgCyqVZWEu4zfzlTjXRZ0tjsTy2B3BL7P+iqyFNzKzOi7lABYWT
7a90nfwSRnRZa92wxA1qWTBFtVAoJXLMEP/VPVnIm1jYRtHGO4N1ZwV6vAvykFQDE4lJMfmXCB7n
wOPYULYfT1tWtciYkcn+yhjCQgnqwpSFoCU0vUVMiJcMWJanWs43UoNl2qy2CM+MWaL3iq0yCZoh
Ixbmb759m4FOPilSaV7iBoxegkm0MNvU6yxWU8gPXof5qnvpsnJhjIQ+Dbf9YKY7ESFk2a2Do/9q
qJ/qZuV4A0RQCfORVhXYqXClok7iZbZeO4jV6QH4G9uELHD6HEU/gPs9J+cyHHueSJjAaOHe+bK8
pmRvSJVYJHYcRt5MRrdM2eqtdEayyaNo7h8zjhvrFSk5+aCyg6m0UYgJrgS2OryP7bhE3Co7MyJF
bKJ5mwOrf0Q1tnZIPZAJbohrZjvdpEXD/jQfQ8RNLbSpDRRXtGR+MIYEfa0qiBNClovXiLEvdbpW
w1ecsx3ZCGUFaMV77THGHpWW20X7ClVfqL7QLfJcD0CPp13eyKs0udNIKtY5hvw1DpprJiuVXd8E
OVzYbU69/WmqNLV3gzuWlyZkIAkBMyjhOStP7LtiiusbakmkNWFkmz/RpOVDuzah2lm5a9WcyYRf
JxNnmtlHLurafXFtS/boLwndI2s31zcIEJldB+AQIBZ3jnI37kDCEq0Je5HGmZd3rAK9v7FBEfwK
STV0khINJxEA9Brgw9KFg1tHxmcnQeUBBo2sihnZ1CTbhNe0eYoCCK1Jw7GL0l2XTHxVZpfkvi9+
/lktsf4owJ+2ZKwEfrdxJUt24JVVuq1E6vw2BRMZTnx/CA7xENMEl2U+/YC10YifYS9Oe2sYmxu4
OrV7KrJCxeeW9y5O5MKWbOdjTbodpFvafPaygc6fTGiGhH3N9i/wfUSrmcxQB5JorVDK2WRSR2OE
Atgz2gOOYQKFJNtS7FpS6YIF05bx0NSVDSOiKreLHRV07G5JXPENGsiY79yMjniSVjXwpEkGrgRT
iep2UZyciRoX8o9ZnKbl1uPYh4tBQtujK2OH2Gdkbb+y0Bt+y7ZzpnM7Z8TjzKqLRuqkumt3xHxw
rGHcpAFeOHN3KKHKN7GmAqsdieBkU5AcZN17RJuvJ0JMWgScNcjbLSni1lcGEyNHt5M2DElmZDK7
gDH2uONq6Ekvc6IvwwFd7Qyl/b1PZSRuXLSgAvMu1LgdzoqAV0aX6U8QFK7D6MvMR6/qAecxruye
aV6yaUuWK5zfzgLkxbNR+ISSzCQZH4ycJwTohgEzQ+B5uKp7nJH9yULvwIrMj3Y6QyrCXNyOviaU
WdzLcQ1RVbvNKW298FTTXp5RkpQWI9yyhOmBMuTbap31VVYcx0Kqr2DwMJX2F9h/7Hompg+sQmXU
/0I8Y/3S2O92Ydig8+1PuUdehPLL/AbdlYBE2O9bcj/3HqtgLmBUhHEfHyNV3xCLPZwwSnXXBTV4
wM3Q2OLbD0juJCsICCOVyDVIK5PhppKB5yVgy6of4ysAhySksJWcq63D3CiBzOlXQCbB0TLCs/nR
XWv0b+m4/PqY95JLGai9wP5DouWWwz54ddfw2IzxQzUxP2DzHu5GId2EedO9pUKxtbNhX2eB+9AI
H36hGCmBNiMJ6YZlSZ7tVY8ZPMoHiy5zCGLaUhYLTb6kLB9szrmudYInD4fOmwqrdUOx0jMjD2am
BD1aHXoHBvbwqHdLOfMMR43aOnFhs3qG483QGkwbASwgEwhRY4UcBr+ipuVQt3Zp43FROKrtGCOs
ex6uK5u6s3l58AmhhQ/9zRzaXeIu6AWz2HlvLMTSuq2I7i6MSHHREK24hOHNmCJcOjaCAnFT+cL7
ZlTT3HXElR2h8U7XPcs/by33bdIsC1CbueqvRM9rvqlHol9quePF5BnspXjR9e8gy2B1r8OpCy13
U05cqEjbUTVMoPsw7dz5Jkq3gpkezOxwS56aR+QQnf8R/o51qHLZJ/Fs8SIVg9mHDKQfTTVYR5lh
++1Jj2vMZ0xk+nM3ZtV5nFyWgIZQ1KLonkozuD2VYDUxdg+rBPwH8Zl93SV52gJFotEHkegb+S49
NiDsDBKJDB81lm6cN7CPA3i8Au0/HhjrIqquenGNe9up0fAHw4ZRg0UvcM1csUc0R3N9M0J+ejR0
e+y+2kDerKK0DsqrkiVFpDlKq0/cwcIC7ge7VZs77LE8UIbaZJk4eF2jmWKQv7Ixjf/D3I0M1nFY
n2Ztf1LAoxoQzO+O9CbTQVspSZZZy0vfjs2Q+AZeH+X2+LqIpn4Ea0R1VwE2H90yPQ4Wh8Bod+rH
H6z14vVOtpciBQg1j5KwREQ8nNgpp2kX9btJTkRxZw2KQqt9ERzBFRP7FsQn7cF8lE23K6OG1DvN
+ZJZKEOVexAGdUjRU4wK+Fvb0hQkArUcD2WOdtbxA6KRzH2EBmmbIzg/4xt+Yi/zaKP33zYDKG7t
kloVrI11mFL7wMH97sbFqc36vwB/d2a+Rg6xS9wVduAdQITu4RnWpzVfXyo+Vhha9NnGbroRwbqD
p/kr7pwb6Zrfvud8rbYO5CavLEWtwYfS7RCrYpYFeaiQTeed/+POMzPDJVp2jU8Cz8ATeCHWsN5F
3jzvnTRIn5A+03yEtUZcYzN0HyKjEhnOoIev4cjgKwmynWAJX4MxnBsVrO1+rqW9cWZQtV7zhqlk
vpmCnOn0uEJOMi5RPf3ANH5C6ZARatAMKMs3hYuuoZiC62TLfHkMVQs3J2UTJtE9R9JnHk4vwcjI
dJvl7CmStWhd0oaZqV7I/SDGV6M9bChHkUnUarsaz5DhM790bfU8qvBhKOzHtsdNJWhT9G7smvSu
CIMHQmWtPeEZlFqcBTxvrvNt/BUg+xCJ+BDG7aeG/xgKzWtd8fGKCySGbLV2i4MyJVy8+mzZ8/DJ
IORvEcb9YcTQU9OykxSVFbd8dtLN7Ge/IouQsHh6kAHyvkwPty09n/b9vVXL6dw7hJ+CdLs2Y1P2
TtyYefbC7IMVKt1Tl7rHyCmhStpW/Ht0K8RBoihHpEAo1W5qHdI0Nzbs/LEKQn6udnhvdHyLJoUW
2I32jBa/DZcJfsG810kgrZtReacJgR/5jNEDBV+WIGPc9kqO2zAEad/YJHcyzU9617sEcXWN7kWu
hjT55AucH6EqWevxn/wmEKQvRXLXj/LDVBBZMO3UAvuon9q/HDsPX/0oOnWzvFncMNjVo7VQO1An
nfELD3vDYiJx3ZRUUpwK6JFTmq+23jL7Dg5Dz1vux/lhzgPEzTO2GBJNVQBWs/mVLgvq6DD4M1jW
qRPz3zgI13OnhvvIIfKMMMQ4PluW/ZgFprwQ45DjhFv29Av73sMhCIB0S3xFCL9sLe6czD30MAI2
nWkyRFpRdE+9renuKW3LwfrAfzlvgrnud1GBnacS9dMaZh5XUeV9AJxlt+/Vx3QVL1FYPJqVHL0e
w3IDboD4pb7zthKXBCD8n8zMt4DGsoODuweMuCJy3J9X2nHUiMWK9bYuepo9WOTsjYGiaw9+buSo
+RaRmJu0xn5fhzHfUa/Z1K9WSvIbzix9RD5xRllva+Cr8fzphJ4C0Yt5dcnod3w5Tje5W+J0nvoM
VzfTpChBwhjfN7Vob5t8bj5KlWWfWT6tSYNI+hdP0/gx6rBjS1U8RC2xAa0mVDtr4jtCdraTp+wE
mC0ZIoYR2N2KK5tEvWbar4MsHyt6F6w2USce63z6azd+0sSocWXlDrs+pcgP5jyBpUtUxfClTDAe
ZjDLini+hM2s/FC5/zgiSHzjAb6FmEVKV0vKrgpQQci4Mh+FrM03Ai4eCQIlSHQoH73c2sR65Wgi
J5kI0grv0r5cXPFdAeK9mWuSXJ3h3l1oQyMzs9G2o19GVGgmHIxbeUkMbRp2e7swwwfLssWniwi6
EwPrX74tD9EQlOdOTtgKhktlsuehRB9r0uZzHtW8wY9x0FnzlfbtwwKKoKzwFbW2fEC84n8EyzWN
VjTIHLsXVywz3a4hc5UepMPhf/FzJmWpQ0plQF5qU4zfeSqGk8W8BRMUYdXqNNveR2UNh8nx/IPv
roxJpN7Wts/TquXVdUmiYFkt1f08RtZrjKHfYkOURIyYiPbtEb3MDm/LNERYCRrpPsHupDVesoGb
yyKA2hcZy236jNwh5CQv0l/U3NVmyItH9xpy64z5O/LPmrJWRJt+qC4dUbh9NB4tG0MknarCOJ3x
F8rhLh3nT6b730xpQWXrnljJmXKtZSufWM208oJFBbfc1H5ledftWflf6hyddmy19M6KaQNwh2Hn
1bAUdIQxIRmCmcxqOqnNlEY/1cwWMW7ZJCiruC5O0cOv4cyaiekMIzxiuPGcdLf0ob+5NnH5auuT
+67d+povzU/jObeCr00+pQp30hb3g0fCcNpOzdVHUwAYUAx1sJLftXGHjBk7iIkbmy49RrKyiiOb
PblPc+d6HPRZfsZpxK1m6R1p0AkF1ksVogRO5iycsvNcGvOU1e4NKeH5tFmIE9n67vIdBt28tyJ+
NAhfd2kvMUR4w43jLy/YX1PnOngNE9uf8NHJY2N41YzrM0deDYE9LcGo2CKGTZF3D7MzutZm6lHg
9CEBlSErYmD1dbq9QmOrhDQiZw81jTt2yK7fPrLcHJ49eggvmezUf1GGA2rJB3vrxWjfcqVNEhWZ
QK1PkMtFqOK286dncncTUDwHaY8JgQfrd0yTstUD44sN6MtolzHq3vTNIq4/FN++z3wZh5jr7DgQ
iCnOfCqsmUlXMjNeZxzYroy/pkmWn2tnt+AGGsN1tfCclXOPjn5klZk6IF08R48wHPya+WQjToGb
nVRG8jc59z+iZTmLzFKO3mGNh3fNmO7iV5n1amaiMuf+bfKmP1hRd3HKSXptGzmV1oaxnmODV414
TzDopC+9Hz2x3YiQTdgde1sJTBB364zqWY2fU7QyVbMqZhBL7jF6z+JzNMe0SoPH/APuPLyGckQ/
qOlNhJVuYXcTOegEvwlzNWfZzj+yUvtWRvXWA5p3M8YRxqh6+G5thW12rl5QcB3IY3iHOf+Fscts
MAwcU1rG36tDOdUgjuiVXWE56/UeP7I5RSJ8bbrypi/XU6WMy0axdbaTtpMZv/jGyjvkwEQyvxBJ
T5AI9aCnPCbz1QeHA/O6zP7gnVx3TmjfE8i5rVcazcUlAkcqwA5MujxGAOXBGfSZ3Pth25Wl0pvB
ZT6V1VecBAHXNGatOcdO7p6qsaEAaPufNB7YdjrC+YB/fz30sqm/LSaPYehafNKlid20EsVRrOtt
M+sPYKJEGU456lFwAI9NpeZLy63Sz2zZOwYzANIRnSibGHZsXJSdwb1hbPAse2z/rOzvIGyRUVrb
4z0+oWcsh3yKO2JJCwJ7spG7vI3XJ8GZitrggTHhfaFzukSsyYcrfuotDcXPWLbHEoH2uop74nNQ
Dhn11klHbDmAnS15D++uIhsmi5v3MJrCmx52yYYjVLCikIey1yU6yOpj9ThrBjqmeCYVdsqGmyzg
7XBjOb+Gk2JUZaNyMhVs8CzWx5X7Iehqhy4b1xLG4+op7rB80kh0eHSNfbSzVe/7zn0kWzk6R+Pc
3YdAKcaurF8b35N/de82euMgkyKxtNoXcSfpDSufEWnwm+sZuwLCUHIU5NqgnSCPuNPlvTfO8NA7
mP94CilglBzaDUZORrl+43f3FmkHZu9U8d8IIzldqnX0lyi7mwWRRkCa413D/mTb1AWiJsw8BLIT
ntHZ7ClSdAI7M0jc0uWCGtiu38K0Ic3LdCaJ/bhI4mj+y5o6vg2I6PAZaWYY3evhs1Gdwu4ZR82+
H8aJBX46HRgTEN23pqcwrL/doEZvMR/juP9aKubcXaD1W4dHsNpCaw+BriiHOGNPRx06l9QVuxwz
PUoYE6RbHsiq2eRDtb7TQgCYChpesS6j1vStxTJkOltRsy3ITUNbBmms40r/WoXAV1gS7bzI2Wzn
sVufEWsBprR93zszYGE0hwqp/fACeu5Uie6PCeaM9FBBbcjoXODZpPybaa3QTZr5pqfZ5SlaFZlr
wlwr/Yq1HWkw8xP334ggu68Ohd08y6iNt+jJf68VmWuJCBdyYZDCzwj+WBUV2wCZdVBXLXqwLsYP
Qfw8dS2x7UZkBc9Za249bs1k1RSbvd/XPwRkfJS2TXxT6kYbsLN/h6ngYwW0xs11tTXB0Lw4E01g
Qw7qMS9De5cZPZy8/IrCCVcSkE3pYxhgzAdManjKcDIREtlCnfDQI9JujrtlaNAihGm27/2sfW/p
QrRdfMVZ1Cc96amZbe+kIoLagZBz55e9fexGHtrJSpE7N5He2BHBrru1tTUTVpwI+ymQ6TPYFu+X
3dff+Vz8XtvssQICDI6015tWZ8depMuWqEqF1MKxz0tY/JgGZZRK5z9BKr9wl5R7kUXPiJUkBpGl
ecl0mn2S7fXCevCevPfHuqyD14p0DlLxsGjBIHtjScgbST5jK937aak5B6YOnMOYOu+ydd8ZvOmE
+eYfgw2et1gfgo62cYMT43deot7rMEFzgSF79xeE56hFuR99VLFNGFQXe2brZyMaTvJu/MS61+3A
oxJLYI/fQikfjo+X+zftbP+OipR8wxHYlV+s/PFZHYKgpXWK89sscuEYNGXxLiEq6rJ86tkCJjiU
gcuggcRql3eUvx6efJcP6IaUvxXRZGDdXeEqdSja84qbnMTDfTUyCW3E3hurh3Ed3AeiMxgmAiPZ
h4t7EsFY7xYxg6Vkfqf/F2Vnths5kmXbX2n0OwukkcYBuH0ffJTc5a55ihdCQ4gzaZyN/Pq7mF1o
ZCirI2+9FFDIiHCJbjQ7ds7ea/OMLin8LofWvcbdmK07YjDgzFSJfhq7PllJbwz2ZQDGtaiRg5U+
RuFqctx11ijCJzjSdzJsjjXouhU22C+dksBlCYYBtUMcm0PVFvl33OTlipiOgqPcxSjBOjlalbHX
AZHnXn+siYEO10boqAP6bxhVvRoe+gxHmNkll/AX+mwFi46BvXZukyI+evF8kaq0vvCTZVSDJuqA
rM3eMtfxtllPBqkTMssLEEjd1don+XAYx+lHzkD67CQd/+wSCR419pmo8PeCkprpwviUMU/ZASSz
P0dpM+QCcoQYrFf+wfRq+7INyhv0VJcuoe74yirxonMrxaBrllDEyfBGzkd8CXYNGgooLxrc6278
akcqPtFGHO9K1XD7C6nRaOYKIffI15o7ftb+02WaicmzlphsPIE402/Ld79LiF8D508h4zIrLLcR
ykmm6FMXcE1RlCW1R8SLG6JNWk35TL5WPZvNT9PKypF75HKHTwz6k3EWMklXPhdv0pT3vKH6ME1V
fjZIfzlxGtOWax2kw5XT4lCCF4tHoXW+pGL3ounwhvSSoh7Y4xlFGlQ7lRkevi1lGmwWuLcyHXm3
uq3wO4Ru67zbTQI8xpu84iNoCdZjzEYHp+AFJEsLi33lGevaj7wN/Kgr5Wjj2CXlRzfLJUFlWCd9
5XL1kNScflLU97NInwMpGMLnXrwVgbxgEMjpaUcUrGZR3PdFkFG+knGTp1z+w7RUj3Af9KuBmOyl
cfTrvJDAErtI4lXQC3koi5kiDjUXe/+QTkgI3FTGp2ZWlaLuQnawcoiYZDKVG4O5E7kXviLRGp7a
CRADaXHNC8ZhJGF1pRZuhhHVjDwc586oBE0awWAa50OMApqRTur/8LIEwFWbq/mBp8J2owe66VPc
UNZaCkA/cYlu+VrXJEtxc0pd7qnxtHadqvnwls2nn/U+SXHNtyb/nFkTCIZODOtJVF3MOqLz6LB+
Ntw1jHxj5kHyGZs68dnWMHZFoT7Ltje2HQLWdWG36iCy0Hlm5oQwuZ2ey6Ytruco4vxox4Qd0bav
hjTKifatfL6lvLNXosvliyS6ScKsaJm46PlBRZpUSc+sN2gNmXyHnGSveB7a2zDtCcZym6cwLNlK
GobAMJvcLDk5YNtNsqFGbL1W3O9RBbIwa2wArhgs+M9BtLD6W93QZDVJDWbTp5In90a7Y3i0J4MK
ZpybjeAeRlLqvMPayMUGcdul47P6yNajlzFl2ZWBRZUGbBY+ICOB+p9N8XyZunV9shCnHNyM6U/r
BBfYTcoVm3VyQWYqKzey+kcvVxbzd3AtktNtSzbUe9pbF81ofqVRSK6OEd3Gg9nQ0NM9IyEwDRuE
xOpHozGRs3yX3kThcdfM++jeb3mDqFDyFTAI8z6zghDTvjG0r5mB+yAv2yMUOXEWvKE/sfZHL9T6
Pgp5UbY8gbjYm60gRaMcYH+MPtWoLBK0n6E7Vo846bpNaZBZA+sZLMZobCJBBqvX+XifMYXTSZqi
czOjLBIMzGRXXBkGYzGHvXjc+v1c/bS73lgzQh9wShBGb+V0J7Fo9keu5wPOwADNQMisGz/nrhXZ
9JhhBUtXbKzNhgijaaPmZNw1womvfcIWP1LBGEvGTIaagKhYYqJDzJmqf68dHPYzgbbPfuraX0bd
6jVi4/glGnL9TFc+/eyFKfurtCYvrI0tTW6jkoeUhFCs+YCwngh8xhvs/eFD1v6+Z4E8+omDlVYC
3yBFF5SJ1wVmveYHqIP1GCY4oci5T276rDTorGZMplOui/QcDKikwQ8uyA2cLgsOF0SrDF1C8lVm
Dt9XCRh+m9r4/EC1WWtbA84lXomoUcPOv0pl9W/DlMcXGbXeCo6mfU5HqCDhhHrJ6R6MovNOkAG6
7UA3AkRCSk3hz7YKkSvpiYH6hOo3abt0O1uyD5AfS+Pco054CFDuPBpOwsDVmDR4EIg1nAWzhW4p
dLqz7nVMpi3lzFMcJikSLGG2BDMNIrs2kJDy3iOAOFLczCalnWb8mcwzx1VRlSE3ztgYD6Yzyld3
DpZxVZPb3B3i7KDDmUi0mO1jTVgLeq4hHjASudPMfJDM4fjYFZ26b9qKK5evA9TPEZ5AIqWQr8Ai
KWdgiTXyeUsjo2YQWsY7yT3ddQ2y1VyU6mu7tale3fY9V3q8jitLP074W1dlFwVXBlRbgmbRTWX2
6H9Y6TAcgQ3PejX2OSNWADSr2BE/0MPSiK5LesUiejbHqTs1Id2IqPdv0FAEPXt4ga2gMSa4LFZf
Ovw+c7CNoABcZcTQwJvqlhFqWtXr1BUV6hE9XhLcidS9aF+4sjWrjuvDanISju7GPaieVCuC3mZc
MNN1HGZ3aZKR0EdnCMmYW9K0c64REW1wNka0pQw80Blanol1VN2ZJt07QXoVF1lX19QYsz9eGHU1
cf5g01jR+7NX4cB1yqKXu27KPthK2eGjpsexJnHiRwtWDrmWQN7Cle2JEUS7D83Z/wr9QCEBqhDn
rXwDsiorPIveYm4+NFH83MFUFT+kToclI2Ciss6wZcul3wMjLg/pdk9TwHxkUJKAT5I8elpmIPgm
T2+SuDd31J7UgMhMcI3MwPIkts1nuCXUV6O2IV7aKNAejLDFdl80SAe6RSlUp8mNiXJp35DN80bc
QvLsurXxbKGQcNZuMAevzHvTs+mQe8JeYQZP9HC5DolmOMddZNGzyBdIl9U5VkyPDF1HEo72ofVz
6znWIr6TZYWr3TFHQJv0Dz9pcTbHiFRfeHjBZ2m2j0mC+MGKrZ8ZAv8Lokpd/B5lvupM3HCp1T4R
Vb/FpiU2LqoytbOYaCH7sLP3kTFmzbCJnq9Nuux87Pr0akL08dQuZjvAfS0XVRd2hfRbAIrBvaJt
fjlD5BhIPj2TeXik1fSJ/Wb4Abzr07a64CYhGAUd4QDuxkS7x5Cs3A6wH5wwnTDPdy8UZ97dPNTG
jyC2eg6+AsIBZHufiBqjnM2dn4YP5IfXW0eE0UXZztxR7NaHkwT0DMQ/i9TGzIad3PHIGpXpexaa
+WEcjNe5sL8KDq5LWFkK8s60lHwPkx301ypLIQmO8uBrRG8hfEH8sCD74A0ilMXI38szZr/6maDY
I1a3TdLrQzVMNDEmzGl4YBDJITsOSbJSzJIbhpHcAwFeXnEZnex1k010TGgl0wjQDqSskRhzIuPb
CxkwmAhUdjWlLpodXWAXBmkbg9vqIAAQ3eHJNWx0XuSQMAt7TZlQvmlnnKG59mek/tec6eVn1lrh
KxsL+hlgY+ndSMv0Mo2UupUq4ycWheVW9NsBwgU+yAVh2R2NpMxOvBsUHWmxp6cujqS/cuzQVzPG
+ZCVockVhLdiZXqyfOqlDY6oyY34kWohP4RV80VWbrxzw8IwV0SZkKG4hFnEq9oT03XiVe0GOH78
gminvHZ1bMFoGJvG3/a0P2dwGGDvgChy6eUlN+WpI2R8K6j0zqNdZg+1SFrKI1ey/xZ1gUy41rbe
orrs6CgQbpnE5GqjTzWqF1stVhmpDGiL3EwUdwgc/jedGs+g27Zz3WMD7JEEKltPJ2UW8hCNXqNO
iJs1bJnAasa10FVMI2JM7HYX+ct5FkOp6GgApDg+MC4D3WJTZXwV5eHwkRiaC5df5XbyrujPz5we
g2KHn3Pmjl/KyJPikphLJhvmMJvDjYy9joTf0FaPdVDr25TNU/6wVVHdB2PSPXZaJe2GvL0/7P+C
72GYPAJbcDU29Xas8vK2HZweBIUKy/ITVE+cL1uumxxJCwS0KLLEHC6TDB3EzuysObwsWyUIta8m
bhXcwTBOO6mG+0jkDR6hJtVesMU23RUbF21nuTMSV9j4UIKgOpXtQvJtu8wVl4MucCTFM3lqJ1uX
NMHyoaNnCYAm9p8Qhrmf9PoNjvraqfhK6mZ6QDLISCPuZmiwQZy13U/QOAXnpcHYjXYYLF9v5w2z
RZMT7uvOnSrhb5pkkP4RuhNEHmPwveHHjMG9BIKb5/ed8Pv7JGsY8/sNxyxnDUP+jcOt2zq6eRJO
W+Ttwn6IGy0nUiAN/Om6zrpgPUVMjC6GKLWCW1oUHXcKuvTuxo47pHMYYngtDDTj8Mp8q5K7UpQq
uUj8KBOfiW3IJ6SYOYdguWgks9Ayq7UXou/cNPQATcLYs2liqOdwa7EjctPWOuqDV4JiISVlEVca
fmKn+LTHuD55rRWbiF0NZ9z1UUXjvSeH54uw1NFAVeFnN5VJc5TXdLbdi4xITZbcPGEnUPSL8kPQ
NH90DKBNIemcJDferOeyCSEQAMOUoFG6SEwVdSsX0Z95UcSNN+18mkmEhVqZWV/rurCepVkmTIl1
SjYb8ZcIDJCy5NCBczXlaxYRDid2itYHDdgV3pr6DVGpncBf2BTjJFrMSAkYyXUAaANFUuJG7gZA
Q5d8qaahReR1NrKtIm5H9yGF0E2b1LKTq1z1AlADy0BctpUCFcikaUYPbk8lRJxsLvpjMi8hqIqb
m3tdMkAwrvNkntqLQOSz2o7MS8nfRoPug2JxMnmB4FVDPKtju00vRlv4AJ4YQ9JcLBeKRVrXwXNn
Dx7+cNDjRFbWUc3JjPrQAbuGN+CIcHTESIuthLKbghcAAdSIdZFa2Ddz5lqCjkCeOTB0kqYDU+3K
aO94sOhXs8R69RkU0vN7rj9N6pzgHUXNs03U4PTawWwMUR410VWYRTq5RN4463sKgIpqPA39frGu
DgWVm4cefBM5hSuxXppS7wzOTLEfeGTpGZZoz+I1rA7gcOh26qqC8fOuxt6ydh1iJ2czJg207axC
EveM5JW4GZcEWvTEJUK0NdUpFhCVTk2+oU0dvcYBSmYEkEzFH1lm420Y5irfDEpl81rE6HrPaZo6
05XLBRUwicqiHzROSnzEVZBUUHwr72vwLe08+03jKYqsOq9u4zrOCGc3G3PpaSPJxAXo8C1I15T2
Cc0saj7GghEW1xXJFqh8q9SpnfsFDWfs8WzaWEZr1SLbrExyZ7GIwNDAkehEW+Z5RXydx+wNNIkr
2T+rnCiaDc0WoQ8NpI7pTtko+ThhmT5SHBLIO9PaYQzxMrlEOjwqpG/jRaqHNj85pYNaReILT3Y9
KkzJd4D+da8LojxWaKwDbNV+1H5KNxhgiJg1E3ICaAfg/onf2pcwt5xxQ7t6vEUcrZttGifBeYgc
cr1pUvcRimGCqvA2o7T6OYyRro4WGLMHpNwMz3iWFDCG6ZLeFkdJGNyOwDbzvTdL1JaupBRZD0nc
xHvaSdm07cAiwLyza65SSPC7N937XBGku4hQE1h+SH7QT/mHJgoRleGhk0+KIim60KbREWtsemaw
jdvGc7YDjo3hQirFMQYyikNaoOEf12Fe9SwQjlx3nXbN9Bqjca3Xc2xmwK1J81oiinPd72TVxM4h
JZrP2cHQzKk+DBkS7IXngBYHw+Kf3E9RQZW97tS6C5RVbG0y4T9chLsx5zSI3o3Taf8xMIL+VAkL
KWWe11Z9nnoSTi9Zx1my69rKfXNkYedbCxZRR62XW8OF4ir9wWPSNfPRzH+vJjv5cOAPIRd2DHmD
7MfhXeaz5usgads9sbn2uAWQk+TXCUyjaUvru+9PiJxyD5Gg5g6CWlLYd1Tk7Kr/uXjY/i2v3yn5
aKq2+up+m2p7rX6W913z82d3elPf/+TyeR/MG5okirv2fz5/89a9/fJ/tmWXdNNt/7OZ7n62fd79
3//z39GVy5/8//2P//Hzj3/lYVI//+s/Pyqq8OVfi3BZ/dmcF+BL+9/dfPufTfFWTt//wj/dfPIf
ps2SC3zbF5j67P9x88l/+Lj82G492zQdEkz4kH+6+SR/ybVsgi5sMsww/GH0+6ebz/H+gRcOta6N
M87i78t/x823hE38ycxnEujm+rgJCZLzsNn94b/7c5IYw0Bld/QFULNHWCFal+Yhs/TQ5BbgaNmg
RZP6w4LE+9/G0P81PPRbotDyyTwV4ZtSkrhoO0vWx58+2Rux7kPgoOxsiwKbRmya77ULSnMbARzq
UeW6QXfZ+132sy3wdP1NEMd3cyyfbwvXkbaN44D4NvubjbFzWi6UbopayfPgs88pPJy177bVvsL3
8thNVv7TwcwuNuTb4XHsFEKkrjWd/Z+WCm/gFFXlf1BW3MAq6Nr/+s9vITbLz+EJy3cFr6rN8viW
wDKYoLVqrAvrNJ3l0bSz+MWx+/HQA8tK/uaXZql9+7ZtlzOElilmCnzB3565GqldBqNNkbOEzvDg
h5O/kRj+jVNnC575UEl98/tf768LjF9PSAf3vGktAXK/fs2tHnXXmylTqDkfgXO2+O4u825AxsMg
RO8pck041HNrvv/+g//Vc3Vcl+fLwUWczjfnaAsnCd+SxSi6pMNzhkoTpgdbGzmjfS6cf/Nk/7qa
HZOjXSzBYqQD/eVbBEHTa8p2Bgs5kKGCPAsH2/xuhhBhD3QeDbpsqxSgdvk379G/eMDsILy5eHL5
ReW39aP6jlESzXa45K48DgusLxosc5NH6SfE1OASy5Y8/v7ZfnPlLms28AKceg7OXMfxvr07ejZ7
N0cmvFamNN9R6LFSabT93cf89St0TI+9U3ouf9n1ljjgP20RFD2EjXGCrkfJ9rCiE063DoLGJ51H
Mud//ztZy+L/dSvk8fEx6ATYe3Gm/PppnsF8rRYMRMGNpE/eULjIxi2z38NV7eFZKxedfZfHMY0X
tF4TsqAOxiCNNCYgVcm4sYhLCuzf/1h/fQaeKdglhcVD94X17f3JuNNAfZ6qdY92YjoCyaRy7IJs
PCVJHPzbexEHjsWOaHIieM73D5snE58njAbgY6M8drWZ7GVk0yHC1aRef/+L/XUNLYcbw0WfnWHJ
d/v1cbvsQBTe5IeMSR/sbS6Gi/JFRWr9+8/565sJKIT08ICLFGZ1+e0BdqG1UGQiOHtjOZzSycj3
8zjKTU7LhPasDKIPEx7MQxGi+P+bz/7rfosPlY/08d6z88pve1CHCoKWB78j419Ot54LHjNEN0Gj
JlKRnXolOHp+//v+i+eKasCBVwKH8K8vTU0tz12GjgQiIH1DUHb+xM7rb37/KX/ZdVzTIQyOk4Rt
j2p3+e9/ejXB18zpzG+MY94ybnwH4E9Y+86Bph3kXsdX9xYv799ksFlL8tkvryh7q+dxfV1e1KXG
/vVTidseDHtY8KCwGQPMzpF/gf9W4eCMZ//CIKk0gkjq5+O2rHoW1JS70WcCwP2ipUMVXKZok+yL
rE+Bdf/+gfzxbvzys/FFu4HnAioSXPW+1zM23rVuGjCm4BdDsUyXb9in3KBjbkeDjw3VS4/EGMY3
YRHRrEnnktiQIeI1njPk/QHjOKlpvm99G5/d73+4Pw6Bbz8cgelUPGLZ41zn24MbdDL7qV3M6447
2nPTDcWPGbmdu3WnHOl8WhrmKckNFiZ1ImWgxUgIpMyMZwihjP2MZKS8EL03MP2OBoH8C3nU1mlw
zzL9bvQyJ1RsyZkUrsad0A8YYoORmHO+RlpIgHizz6phMSHhy4Z5hy6pG3djiS9orQyHAtBRE9AF
M9LmaXQ1F8nCKvVFGxI4u0NPlY87JXz+nJhE4NFEzfJDNAV9souWd6sxUzKeVEwXDyVAd0fbjgGF
HZY7USQZ/clR5x+elU/w0ccCKL0u4ohWoc2/mBiDvqmymcFUrG3/iCu9pjOpgExsurnws9fUTfU5
MQEWb3//xXzfnNjVqeMDepwmaUz8768LWucZsz7UbWvjjLAPbSgXQGdTQVT//ecsp8Wv747j2Pz7
wqPch4iBQ+zbPpgu4+sAl8VKONxMAYEZZMdYekLILswEu9y8GAeGEjvsbC4d6BShUZg0aH/xcbWr
tmtsNIKRPLtlpMol3SS+oXO5y7P4ytYCnZ9wyYgZxxTmhilCQoIKWmQ2L168jYsZ23tZ5HvCoPDR
gJltdrT9fswoBFFeMc1cI1EgIUBB8U20Mt/GdrqoGDS9mMzcGhqh2XifOEO5oIWIIPN5mkg9UBjS
97UYEjP/v122xGTHBMu5CENP3dSz8IerJMnSNf1zbAIpmGm0wiRLgFEjq+fAfuBBoXZowYceI06a
HgxQtuHoe7ejauQJxdJawFBwd31smEzFA6NWeyNT7j6OJ5QGnoQiafXW/GxHyaVyFI4wvnRk3K0r
xaYGa9HuDdtGidNy8jQ4kIrhAR9JsApncl9atcRgdVN6a9FcJ8yFn2LaWrVruBcMEo2DWQCHT2WO
+gLr+l3N6OdeiLj46bQ9zqQgrluPyb5sLaLKUr2HUHndM9/HXpP7GFXMtg2+0Ow2WJsMQ76EAwPn
NTlvDPISG1sHOmLMXQ2qshugVPUtgnc87KyTq7IO5cHo7J1LE3jX2No+8vDNczk5zZrskHSf+H1r
rwkHxn0clagAUH9IHBTTD4zqE1fJfgxeGlYUYHJ64lUPsWIFnoOMr9GyXzuzti7GgP5VmYdPshzF
TWOipxpm8WmliKPSBC4Ak3VMX2vyo6ZdQG/cXEWOJ04T3qdjUUh5pwIU5qi6IkwDAwO+FR/WfOnJ
I1SxMihN94PfW9k5D9UHg//7JG39Vd+IcdrT+Eew7TDSWIIkLGJFsjLah5EQO0Vr+VakKEdSOpUb
SBj2Kkrmj2YcqMckfNZ2SOYVA6j+Dl0Jqr0sqPdhUMzZhutbtXcqYMIuC5GGjghauc56nmBqGC59
JKM7oK7tim2J8CHEUdp4D1aUPsQi7KIDlxYcy43JiK4ok3YvAjzOKHmn/Bn0NGLbKpM5O0YUcYwY
IHbB1vZYPQ3AYcR0bHrLmU9R7+oD12yXlzt5HZjjrQh5uA9tIOgdridUq7vYnJ+aVD6l3BxpDYKi
QmhxOdEr2o6c46uRjYsoOESuJDVku7zuLbmdh0B+CqLU0OxUBJFssFbqa4XfahGBRHA3mbytcRrM
2ySnezXD3tgOTuTcDtoyrgFF3FQ5DbMQExhm1fixlNK69ILoXkFSu+2JMfmMB7dA45lfpV37ECQS
fnQhWKbyjUSit8xrcF3jMR5+UO18Bg6HmzaG90bXzks6zR7r2XEuEYJla0SKdzqIro2pKo9orIzn
NJyvpUaHn0XJqzV/NmXy6ENZjkcAY6CADpMJuzHEUOMBXPO6dl/PGJwDl/mjRvSK6xiPvBTXltEi
2pRql5bzo+2h3S9MfYxcTYBCmHOaVo+RgZROTtlXP0l81+I1kOrdjJPHQI5y5br0IIu+9tdtpN/M
wEO0nanpg/ruTtvzAxNQc2e09D8EgvQVvcxyXRH5uEpbTFmssTwOsZ1YdzWZBOuYg5e4TlD2luqQ
jGgXXEYaEXFqXefOxDc0D3qNCvaK8jNf0QelzaNcsRmryThjDcUFVZA9AUSDkUJryoN2Y5OB0bjA
hpnHx+hs6siuziUsDjC3aDs6Gz7/2NnEPmXGqrTTh2hEv6ExuDiNrPGbR7jyc0YMKroXNu8QEajX
Ge7UoBsLKuHkJ0No55LqTTIdq4UDQtGSnxBNGDWmsFg+kah1L7KzykPIe3aF1EytnRJIoII5OWoj
uDDUcM2M2FgPhtD3xJd1a6soH81pOM5e02ybYLlk4LZeCxAVWs2XVBOnuV3YnzXwrdlSG6g8zjYn
nxEw/0uZhQcM4OEeZwLjYqffdg7NIpo5wNultjcROoCtGvz2jK7w0aOjWKwdy+SLKbyHep4ZHbX9
Y9pZO0NGtzn114ouBYJNOd5mqf8R0amnj5xEV0aNFFcZ8UcrIow4gh2xhBO68pqoAOLXShr9WXTC
o/8h4ubA6ME/BJ1drZgHffkGZho+O/niehivHaIPtv5UxZ8dzNljk8tih1s8v3dkB+QqJJXBETFG
PQUJwAS/ygbNrD6Lst2cmXuq5r0agVazJn6KApKGQN+97kEVnWB8+JeNmu4Yc2PoGe6LUl11PXzF
VqcvWte3GHAlg26P/rhC3zPlpCzEuK7moRH0sybUPyimV1bdbMMcpUTcJeeZ3fmuqYc7MNCIOEeN
hJoZbqVPdo3CRSoHKgSXCz9Ad1NHN2kWH2pDXs16uBUxMr6+H87Cyc6Zpx5CplErSdeCkeLwhSAR
hJSaruLIYt8oS1IeelAFUUx6qgFgug0gmwe2sI8khVWUqiMO2RYhTCEEfpvxym+jPUMCHPsCl0nY
6lu7ZPXvGDwvsE++8KJ79aKhhWaMY5wNB+ccxo+zCQ95ZZsgUjB6PTLH/uBmg4GqaUdYaaJCCE7j
j7U4kwYXedO5bqdD1wTzFnnHKxv4AiSYf0BSQqAE41GtCEKlTjGiKysR5snRiPlELteMVvtbsgAD
CPKiWE0ZrEeUDtWqHELM/TPCrbiCUg7WfkdCx5aZ9D72SQhx0CbRGb/LRMBJLkdz3ajibTRIr8zm
8tNMDBTVuAx2fo+Dx2FsWTgxrA4Ch0rqaHIwwge3rK/cPKUpA/RnVQTqLSKwd4Bif53BdwLg5Fib
1G7rjTEZz0AwklNeoF/rVXhmHBsuwH64DNmlmT+EXnQRjtOGiMjtMutOTABLaGdMv+E0LsseuR8i
DNgTmBEJEhny+jMZ4g/XQ0y+PFtgnQ/SbErMQo53OUqE723R8DcK2nCNyK1NFisfs7G7V0uu1Jin
O9mIG58hvzTva+mEsPAxCxC9F3JrG9N+bYEEpdJANojbdhnX0tH4FPlwaJPqOJvGvjFJ3zN6DMut
NHZwUHeDh707rR5JxPhMsaDJTm7pHG2JEtkC4bzHAXY9t+g05iIj6GjGijs+Vj552T0nbFtZW2dw
HCzyDalrfn5D/zQnhWAgtJKAi3VtQ7gIyySk4uTrCKSFjDdtGWKOFOwuvoaY/d0OceUQ27PCtb9H
3Q6fZWzu67rdIoxUO59+2koOS8FjMErqCBXwtHmVE/4nIu/sFLSbXNTbVoV8MTez7uBOuG7KhZxe
5dER8WK5RxLBA+qMEgSAG/xI6PZskQjgqu9sudHBBAMtPc5+eZW5ejgPZfWBvMhYezBfriqfipxq
+tkv6ht0peV1j63kQoqEtwZ/K0kTSMUIfrKn0HhMuJU8RH7w7vaKdpF3OZg1UCLjQRLwjWCZ4sd1
vhJMPFxDba5unvfDhGGMGo/chtHD39Db8ynx4fOgLscT5g2vtNff+g4oSshYF4aO/+COlljFltgh
jEaVjGzgQHDDQ4ZDBY6vR1ujvmV+c+sx4TwjgADeXs0/nNE4NJ0SgM97Ytds744kPOoGcj0wd6ob
I4Nw1aKlpUPqXVKk7adUtrtAg2TyYplvaJpfJyHsE2aAeHEDeVvV6LqaHrG8EV9D2KXe6jBFr3z4
uY6V30K7ZvOnjwSJQj0B0FsibtVnZY+3FmykS+VP9iND9AJ/3uL/C6Np3VsI+AaI6giuuo0hYBDh
rynI/AE3BSqlfksLMoxzdUo4wA71bDDQ59az4bwCHkQvMDux7uYj0QCvZJrCtS0m9jnKEWSm4spj
Wh5uUGGVwM2rD6PL9IFItQ4CQnJdd8Svtgk6NZyeqkiDPRY3Tp3JM7ZIRLK11WDjtvDdEdppEUAg
ZsbMthtucLTiL02Lp3omI8nXbGfsLCuz9rZwPMqrXAIko++xmfvyES46MInavzGjNj6ZZMgcADGK
XZHwNeuKJNEcK9jJHuqdmYWX8Sj2DIaM16Hkg110IUHh8Qb5Y7gvc+Mm9cud307AmbsnxADtepwi
TFYNEiljY3bkA7Tavqq69rbqcY4LDM/2HG4DORG4NpWSw4siJ8Mb3QfeQ4V0BldLc4OB9mUqA9CV
sG0L07psyKvFMOfrTd6P2zRqH53ZIE2mNo+1XxFKH93VVnVX4A9aZXPyag7EHJW8dyC7cMQjMata
cWhkcJhnvfXx3WoTPo7iBsNRDQBas0dVHvahZk8u4pY+xmU+d+h4o7Y8+5Kh9Nr1y+lKNPDH6yG4
RFhyazlltB48FNHmGF4GqtgByIMvAsAgWvz8FpdavdD+RusL3ePy7ioLwTzECS/3VLDKLQZr0HiE
yZ21GvC3WbkghLBOx9HdGejk+nUmx+CRC2N3H5DvSuaqaWB/h7ULwATwcohQG4/mfAamPWV35IZz
TOOTAbwgsyE+1WQy3uqoIkMAn0WLXXvRH9d2Yp9F3pBnbyWdYxxCTc9nHSHd+6STI5+ModAXBqSZ
c2cTmbW3IOE/4YVR1yrxTXBBwHnzXSJ7cRMqA1NAY6FGAfWS51gtROZveKX8emO2Y48003qoBogG
V73svAdXdfGNoKu86aPpehbhQ+BPtxYdfqSRkAIxobHfweGdsNPM10j0sBLUIj240QT2haiwNN8h
KO5eNQ+IFdaCxQ8xzkROPNxKURC8ST/LAD1oEsKFWPhBO6haS35urTHJcHnO5/5GRAEYjpKIxGYk
fCqQ1/jqaX1MVXrC5gfiLArbkHjoNLuOU7WtUlybaWWuwXUjc66d9xoA+LYQ4XiZMyRmb69wIROL
JdcmUgZwaQ2nTDNGh9lOo23parCbS4pfPzxnCTaFtjb7h8YTr6WvnjwPi46Zl7TCVey9g3Q2uHOE
1oox1XxMAsROqRc/x5lEPm01JuYi9pJV3son8ubzewB0L6LghWVtIG/O+J0cA3wWob04eAfoydic
ys6ncWBx8YyQSS1Jlmi2ovLCawdyjuu7pLevu7lKNuiLwyPj9fcKZew+ImnpntCZYrjqdV++cS+L
3nFP+zc5gTU79PI5tkp8SnOi12RKQ4tqxvGOBuVmivxDPLrzDVKbam000bSvepf9LLW4ScHB/3/s
nUlz40i2pf9LrxtpDse86A1JcCZFTZRCG5ikiMA8z/j170Nklr2QMl+EZW+7N2VVGVkBgnQ4/N57
zneOBCIY9zzgr3VFKDqn+ZvMqSK0ck4eu1E2KI8UwnRcPQY792NTTTtei2RW8WJ9KFJqvGSaootl
tePeIgEHoaCyt1Xr4mvRk87vcMjnQOvAcqarYiLqnTi01W5d2+Ixyano2yAO3D5oUqgUNBDMMDXu
Vd/nFlBOTwsmmTvS6pzVYJj9pcDy/m7bEF4M8iWvbWJoi6TRr6Uq7EMQpgkp4wrncGOIToQ8dBwl
mKKTQi/Qnw0Dsml5sKuuJSnbwBzY1y5sJ4b4pNRFVn3iZ2GC1levTLaTVWUUt32Z969FQPeJJ2ad
Dk5Jr00PDoxH4BCURbrrsqYlOiVJcfN4xTYvjO4RhSvovcoxn6XaSLfkEL3kKEUcBYgIpATk0saY
QVwLZzQ0QXWhl6PcaplpLzF7mh2JMfZKjNO9ifAI+iROzUnUAFQS5sIhIM6FBZJogV3vuR/775GW
rUdbQ07PWXGZtFK6YaARtg3tItqMXWnm934lUgWAi4lTk1joHldJJx51AyO9lAWWXt+JvtAkGWmo
mFhNGNCrBxkOYuPYkv6ZMrYISdvLqHGShgqfgKrwMvzgAodOWQ3dmmghLOqFgYwn7TEwEK2q7PLR
jM5Vip0+9HWlh+c75uscMAPBYb5/b+HqOmVRe1RSiQCWgPUvSRMGX7Iae/1CrXvoJLDnXmUQV+sZ
IP7NhljKkEAbwGf6YfXqOFGgHwHY6C5zdMybmOvV92LuNFMvwYHNvZaDCs+Ory9R7UcsyBEUNWEf
8chxkehqU1sXU9vRQLIteOdsabpi3aL/JBN10eosyO0Ioc5cKnSteb57oyUBNXJeURRDdiFlO3A4
cdt+4e3VIKxypIENivRJ0Nvdqw2xa9+apu94epu28lDtEyb6ggSw6p81Ijo0sqCQab45kjDNo5ga
M9z1aVv7rmCscIWt82MqAY4b2TaP1yKSdoFDjuwcwFac+hvO2kLdlGChjB3vCjOnBMLuci9S3XyD
YgbWioLf31o/xglVGdfRjuPpqHOgyOoteWSFfZt0HPL2utNZGsnpdQyEA7vNU24mLKosNvkHQzdo
QKjh9v5ohFg4UgM5EMYVjK2mARKWg05IN2TZ9KyV+nBJyGmo1lorwIV0nYkrzAhIgm7pO9LPnlPo
3tCVi2WaCjv/1kil1m/GztRTNzJSUDaYFYW/Kv1eGdbVkLfllrZ8SmBZYArFZXiZgqexIfsurK5w
4r0Weo3tRnRVV2SqrSi3N+qk3I76QEfWLt9AhG402W+cvriDpNE/5xHtZ0d9V/qIRmF9U4He6Cpy
KhcI1y88muW2o8V8O9FuXZH8qR74tb8EnGqDrv1mN4LsQqufvtTQt3WbbuRYI4OPJ3p3VFz0G1xC
OfpVM/TmaoxouMxFfAAkp7AoNV+qoK/8pTAVxkZ+ra6p4r05Y3eKl0DfQsfedkr/glbTPOdmh9PK
AWPb+eUN/xf9npZ5/IB/wrgKbC3b1hgw78J3AjNnkYeJ0I4SKmgXCcEe+5zPuohiy+Ynpk3pQoLA
urcg6MlJNrpocvO2TxLbWkUOOmx/qMxxU+ukkyyyYhx4RMwy1Y4ttu83GLgEQMYRnI59WWOBptcw
j1vXKhxFZJ11SEGvk2ZkE8IA3XuRWxrlCXUjYfa6TBy0zvaoH8MyGnO3LGyDVKaqCDMXlJBpHTIw
OQmhUpK0dRaMXa+1rhvEgXgwxbjx2s4ytzIPFcvVFSQGXjYZ2OI7X5iHvhAaERc9zYmt2uGXwiTY
8LlJmkM2hmaEKSxqDr8HZ9HI+JYT8+A/NMmYaMd4EGwFZqfwnyO7kL0QInealVbUgOAgHx8rEmmb
9ZA5dbAODB0Rdu4RpESOWpxrx1RFIH6PdaxSD2BN6mQrwgR2qZ0acVEu/twmOjtq05cOL1J40Wst
Sk9EXMzM374lJWmhFX4N9sFMBekLZiHDLX+zN3vA0EerQKbpZlblja9XVFhk6417A2jZu63H9Q1r
eGrWVQdg0dUQKvTX1skcV8N/HmJkDYCBKZSBCSkp3iUWRbVFRwa3cuqvZVOrNi7a2gHezfTS59x5
nkhL3jGL++5Y0xOvVIosDuCHstLGGzbv5hDq5iHrbCC+gWNukCvMyo+eXo5mNDg+8TYFU5Ava6XS
iWV3OBtler8LagUE0Tx8x2mDNc4wW+1ra0fKmpm59+xlslbntlrwnNZh0K/rHlESVT6C+y0taM6W
XdWMx6wqAg51MPu2Rq2Vh8TSaAQFCZykFLviVqINpuhyIoMyJPNcL4/HCErKyMk9rbP6YR6rrFuH
l/RQzblkmWZn76WCwretjKMPSvpt8NXxVlEdedvV6HI3Pf6dJeJkfzcJcd/KDM2PIcI18gyTRk5i
4cBOYKmNpQN4x2/lPmSLKPcDBdlGtsm3xAduHTteeS8rSVVDQ07nTkak90NeYSz0+/uA8clLHGb9
bKeuVw1pIzjDDXIGRY4b2R3DgtPsSHtrqoS+nWoNRKTqDReITv3FYt0tHanBF5tw9DOplW8JXQQG
Z1YjV0w4sNAyaL0GsZbfxqr1rIEoW/U4cl2M5R76c9BKLoC0S4qpkZ0BeKGFE+M0y8tp1jf2DRFS
PbYH2tkzPTFmOlnH3Y7g6mRjm7HzhluSbKyuz49qn9VnDTTRwqJDSfWNkRzTBbtdGVxV4WkHC2tu
hbfTReq3s0JvOI4DMT+8MZqz01jAI3yI3Cm/9qsFXhDJdSlHFxvV3CONtA7GVuuTFGuUHjGplkai
tRL42JmcrFTdOk5ZYXFvjq+lFUc9Un9FUvZjDnQY3D0H+tg89/CyN6ombhX+ppOmTuZNqzEZ4oBB
Ki+ZiIqzIqQ6PvccRda1knVfdaOsb7MpqC9K1e7xJ9A3AmVrbWko0LUyKo1GkRoZOlTAfNK+BCWc
BqIfQXWQ1nuudQhblYUOYGEjrpwzwKN4k8IQcE2EOjALsF6/BJ5pr5UASilM78FnBFsU7Kt2i5Cr
wOXdB7JBcyYPJAiaG9UxyYMJ4Gkv+8IQdPd7/OxdZdtgcG1rTj6jHEBRuWEg6TDUCzy5CcApAf1T
MNz7fTatJ12UJ1/pqjdrjHAUx923VuAooFaa8O21/tLKvSZcafjNdlmaD7sSjO/CiB3jgC8G8tkk
jI1e9iRuNJOn3w7S6r8UWKCcldeV40k6wrjL/J6TR1WANJ0y+0wDx4Zn7G07YyLHbQJsK2BvFGK4
QxOiPIxm1txWTMU4voY55hoQFBwDo3UJh+2pVo25cvMMjAAGKxEPX27deSEKADuPkp1TdQ469dYj
p8eiQxc6q8gW+Z5Hdhfj8/uCmo6utk/vUURmdavoxH4GHPupaOsovm+1Xn3uDemfyXEm0ACwPn0c
U97IwbnG5txfVdM02rSGGq4ELgo8tBzaHQ741Ha13MakJ228IG4vU9ECg0kxvTKvdL5pvVd/TePs
WxLBzajKFkd3JK1zmetlvShaFKhW3XIdZnoMuwegTKiC7F4GHGyiZD9a9RozKvnQqrGGX78dwNPt
DBOPIPkTeyl7YiosaLOYz77UIDdchCSPaRq/Gw0yk5yodHWcITOZOOaGA9qhm9ALehJErACZECEM
Spu1AvTgC9PgZIWJsMC9VA/HmGq8xrcU3NEKJ00W+EXHybmzcSCt8ppyQmln3jKy232Oc51W00jJ
7KfKGBzqqgzXTgf2Dp1Hww/Bnuj0Di9g0AK42qb7SUD0i9lEXdwa6kwRR0qFacJv9QdLRG8perG1
Yas+NLze5eylPjZqvKXVHu1TZ3wpSIxwbb6bbwSMMbnW+hDPrzY+TnbRq4si7JEMpvUEVycc7GCv
4Jt98lIvnY2Wc7R7qEbslV1aA97zKAzanjcZ7sZMOSQKZTU5KcrDAJV/L9t+JKu14pUWkEXs0E2j
CT/UN3Vp01CykmrJmDg4gJvCiYdQ82wDeHB12s6jbosNPUWKEMouMDcayj+nE8uoTIuHUCjIldhU
3SxJjXXOW3ANpTlyRwXER0Hv5eSrJr1gAdArC9V6qdaWc2gyIBCB4Rt3wsO0C5iofCS4q3+FChc/
KyachpGI2rEVkny3PD/SxV6KpnoJWyO9tK3hHMwoDfdSNYAsVUr96Nm6eqhKYR9zvyy/0jwWh1Ap
/QNecXjXWtiiV47EjSVsxXPZz5g6MCZj6OODU2yidFuMiAgdez4z5jBGB1zb7phkzlpKxWiYWxjN
pTUz5WyHjC18Cv+HQinsCxY/dnaVXpj0yX0lGCzByy6LV1urs2Od8Dpc12OXb62CZPJQH6Nlg7Xy
zWmY8ieIqrHmmWzPqTyYA6XXaaTNfeeDP4qYbviluuxo9e4VfJQM9oqQCVDeuR4chpUHPGtDz0Td
Wz1klMDjDrIKAVaEMTZbx0ld782B+IlFNWL1yWPgKwy585eRnWbY8lQ791DWEx9yOcHHgVXXI5NM
Jd+OA67WNEwad0Sutk1BZLloE3jaQqOqnjywFQ29D6Dwq07MuSN07sQBYIS+9+mpyKXWltaj7kvx
PbBHZ9tUnMm6MdDFY2GY9W2v68pjFrbyVAHw3cN3f4pKOz0NlFi3WmRU+9Qz8zslHQk9IItS25lW
2Va00eVEjh7DMZI4Oip7MWDTTQwgaRSGYtHRxs93iZmxy5udr9K/9qtOXykNCW+m2ZACCEgqex+1
LGhdR07eY1A28XcoKA4zFYV3gW0zaWgawbKpHUzEpOXkghhQ+D0PEhMlEPCKRuQqzEuDM7BaH5q6
jjdsaDMu2pjQgFE39kh+LXVdA66nnzAh5DTpMMdjm1+UgGrhIe3Z/cwRZRzWZs2+KWnowUGb1Eq9
6mgqODxFpr+3s4zg1QaD/VZmNBpEkQJpGoKckYc+dGAE8RLjZFf11v8mGniusbSQaRWQKgDLq29a
3Zf7xpnYH2B1MsXQpmPhMAP0ky475b3iPclpesMObTORZ/YdG+xjfRge49gagEAJ8FiFgt8qMOcq
GTyfbve7RhDkXDrRCUjVl5BFTjdxCOUyJAsJYRIBBlimYgqbokihISR1dmOgmPJdRGjsepy2t6qn
lLjnQzpLwM/LpS+9nPDuFPSpOaY592QqxAko0IY603qnjReuqzLbgJ/uXTKn61MSdUAkZ3IjlQHt
QtAwM3qd9V8ZzjoYq3QnKRqWEHPfHctH5ICYcpOWavMUKapPyKBHdGbSlBU8B8JHAIXIFcWushjL
wb/wfaMjQo93iIeINOKMAJz1hBFnHQcjzeOJH0kJmmI1McVQDg7Yu4cup/ZcmWlvq/xhdiJIY7oA
n9Doyo++Mu3ZV5nRWkyPOUHR9GI+qjMMWqQsPtsdwiba1X7GGZ0/E27NJs0AOS0FHTMkKhQk/rYz
NWJfDdF3ro+wZE37T2mXWa/f9YwZ11gomA9ZOiKswXjpNMNQePnPq08a1pYKq3mesrDfqlqRcHCw
M8AitVI8a60xG99z3XquDAWtoFWN6anxjOjQi4HPwaHPY+ZFvey3ZPoqXX0baLQ06wRyECEL+bQL
acD+VnT5N8klKh1TCLxaNrWv/Un+nRPPpsPr+ktOP9nVOCz71ISvQ2MeUY/OEYE9a646G8vbjb1N
asiIXGxlNnWFQcahCt72WFZZsXjSweOP43BxmEhyGosGeDgTyTJyVSRNoHxLm5HhTNzmaf+nfvhf
Gfv+Xwzx05C1/8+2v0XVZt/Cn11/87//l+tPNf5A2KtrpkDqaWBf+U+Gn6rqf4CTYEHgn2F52GiC
/+P6+wMPmC4Q7js6G7Gu8kf/cf39gXobEyEiYQ3vFjLWf+P6+yykdyi30IJriE5x4Gl/EwNPpHcF
utqnO0YaQP78RwWEh+t7GUw6Z7wi/ENXGh0pOyFJxDsLq/x2morz6EQvP31liPg+298+WST+/CS0
liXdZ54W/ZPHp60DvGjENe2KuN/hrJ0b5nr4xcBJ+5vH8R9vmu9Qos23dI2vmsf1J88CpFVNBFgJ
eQV4T8CDXTnI4+DxgtKqQF0XHuOx2O+TMzsss/0why6DyHA9SfpEIGic34i/9XkRFD/J8ueb1/kZ
VKlJdPCsko+fiFMlye+Go2ybknFYOJIp4m1tR83uuzQmCjqYDnHbRKsK9TjJM/hCEYej8z84OPk3
Kr3zA+U8WlrCse/YLF79elym5a5L6jUwt3Udct5yolccvyodPzOov3pTqQMmT5l0oIzSmw0Wq2bb
lpKOAziaUjGf2ik13WmO/GjTPW1AcO2PLX5qImaU4eyRpDcxNDnp0c4hvuK7KnvrolM3v0kJ8U1E
59ZTKghsdIhbfzqKQQDAg7OXRg/tcAics0/kuQvBeKfY0f2U0XJC+EZ/LJnOeddyYGq8t5w6f+yS
7l5Vh+ag50p5sVOAPfgyzUtQVtFpNANm0x0i5mAiKVcE1fgWTFPylIcWhyqQ0hwKiAjIYeuU6ak0
JzSZvJ5seNDjmFJ0epzRe3R5QqNNZ5knk25nDkgqocw/S9ucvdjthf34sdcC3WUmBDUisshKjEZM
BctU8mLj6JmvsrQuGQoGlWsEg72E7+QdrIrAHPYBbCj0zif636W5tLtErLtkeok830DmXHrZtu+Z
KCp9T0SMrPdZK8ZbNLVPucyNZVuJfaUXykmppq8AqPyzBd/J9QMHHAk6W8VIiX8oi4jhC09yNKrD
Br1wTguec7OZBEycGYwu7Qq+Y+rHSETD1FwWzhxdMiMcc626qRPS6Mif3BAt9R45xVlLeTAm43Gc
1H0m9B3tFkqKNH3BrHetguYZ5Ju+pMAbF/ZoQrIz+3CbpeB7fAHklJe6esB4BDadgTqRYZnYjiIF
hUBTkFYEoDCa1+UpbuJs6bX1gx+UhN0ZSnD05BTd5ZovH5tEpdUV+MrFSUFTQ37DPFUrvb239Aqt
pCfrG0wNFmB0oJ/oaIX2UvuRc/ChMe/5L7QMbc8KdgEHh6/RpPhPaql7dxrYenKAc2N8g9Qpz1ok
ghtHVAZFiSQxhoMIYFJT4UuzEMfdO11AfZ0AiMJYogIyLJgbOyn5xG4xyGyXZEV3gWA77BwTiHVj
JMW+UWt711igu3tf6e/wGk/pimCyknZiGL9m6JO/w0f1tj1tFEz92btsVfMJl3j1SmRXdukcv9+1
U2De9YPfn9IaMXcoquSSxkp3alN/8hc9adMHznTOsS6sfDPSXNCWRSVt42yPVUNZKMbHogy1C7z1
7mREI4BCv3+Pa0YNNLfT/lsitZPZZsH9VKjgF0vS4chzpbNfQxkiYKnSlYVmFM17aYivnOWL10w0
r8ZQ3CjCDg924QYwgjdRiViwTLuwITOPhJL6JevZu0Cvu4XDgGRKh2uc6t62UtvhyRrUfdNJ6zJl
T+b87xcTIc0tzS8lORTJrEkq6kdNhdDEnHaL8MklT+qk4lzQfdRUizFEvkZAH6kIXV+ubP1ltEax
afTyK18Jc9kWSI7nt26io6sp7O3Yc7IO+5i866Zay4Fqp9l35bDGPTFlzY3XTVsN6CtpfNVSsCZR
jnIwe/BEcZDpxqCeZadlItDpb4nXtAxIHTQ34Uod1iqAKwbgcm8T2DTF6lNBnjcatDQkVkYJll7f
7dqeVEgflekwrQso1X1graZ83RdPZXeA+z4rztFB41qwJCkcIKuM9r3tM2vRxQ2Nf+WhZCsBgdLT
7rIgFiLfb7v2JIHGRBHVUrzyUYdWQbUsjdcAqHveBltfZMFWmgXh2AjgEEQsI2Y16KYzyZAAasfU
lsyWi62vtdtJuweNAJlOQeL5XYmVwB3JW/VLWqDssJ1oDz4Jdj1GAy/0Lq1ebbC9OFhgqjWRlqtu
QhduspM3KZ8kC02YsMUSgaYbOSn9dRwyszKHMRXTikUobn1ypRyNVo05v2mmaZOMDxYbWhvdRIV+
SATPXPeQBOGbZn8zcywMCRBV2t5hsfICht7DCXTVvTKgBIPdSxMdH2IgmUkwfj8N4P8GH7Zi7qXf
cGNny8IkM83otXOVqQc2kN/Y/37AGj6/y7HnGngvbZKKkYF/fJerlhp0hpHHu3BoF10ecnSC0K57
yapk68BJdKUgrpZGrrh+vCdxXLqNbj/LsYZ8Mmw4Ma5rRriuo+b+ruk3DOpHN02z+BzkA0INQASF
X65UvMCrXij5Hc1+9dJm9DJrRX8jAO+mnAhpyCP12UPWRocBKL5UtyReQNDWy3Vt1o+RgtQUQB3P
VFARjmMgVXBIG8EQ3N2StYMOw7KX2CPL1SDtM+A66faal18rJp8hqy77ImsFdkmU70cteBBjW62N
qHtSOn1JRhIGUDTgDF/u1QkZOV2p4ARc/uSgj4bzAEo2QHOAMQTrWbxXW2Vtq729jVQivAp6xkuo
LiN40PaRdxeNeWoZF6Wwes9agV+YxTc9oNpKa+z1ON+6NZWoqlErJAZJWJ1z15dtvSjxtS3KOmFP
6BYc7oBLKsGXJlGOhMgtAno/qcFZZRidM54m4oWKR0EST9DSlZaMW30BBOLdlIi1JyX0tvT28l2b
F8XKFySoDbWzrXO55aD63I3NTRjLb3E00mQ2TKyfI8MEAgWXfYm4W9BaXjCY3RYZr0LaW48+r+hK
1G+KR2pOXeZzuOALGZAALkt70TcQh+vJWaUtre8UE8miMv30aLT+M+FFYtPVxiwPoqFV1ThgdJtB
dUWHLQvLc+3baHrx5LtsHOgbau+CxJwcMp1/ITevlsoCcSA2uiJM7SvNmdqVY/QicyHJtDEx0mbj
xnIKDr2T1qz45olO7SyQ+rmUe4JCzWXZZ89G0b0WtYU0v0rfBqGWa4I8klnqvcy61rUdwqAKa2BX
0RDgyOMo5KZXIDOWYnCzchdZ5buuQIyOx9tEFS4jJfa+IFo0AbotOhN7JWW6wsvrEKgY/ixPrBDV
3DFdumV40RAAoOyJZDkL4iX0vGENEMooOiZwDgAe+Fx3U6SStRYy5RuSrZPIq5xCDDXmifIAbQcv
rCF6stGr1eo9Iv2dP3z1A3lM5LAsoBMlHcI+TOLMUpvsTejTyuiqne1VJ873buHHwEmBjwXBzkL8
Qy2BOI5x6bQw6CfZ6KEGJn9ttoJu5MqScOZWLHHrLc0UwahrDyC1VBwvwy1t+KtNbCX6V8fPUYit
6X1tdOObRWqQNpDJdLINGgbtRsPkwNngWCC6NIPzHHSAoHPsesoXvBwTklTeXsOLX28YZaGUb49t
eRMX3TpHDDKVL4Y9vurBa9F+VYifa4lPmIUd0ddGEbSBL776WDVI9eHvCnmBr7kaCshnSrEFZNT7
qNlpWQXfB6xVwMeL5mvY03klSTyF8y27tV0wa7j7QapyVLdnllOweADj62ZzTlP2H7VZEcE8z9SW
83tDaqarODx1L8mwsvCzAJHcN4yH+HadergbdB5Rjiphfy5y+JAJ3zAKvypHKuIEZ4U4RSkOOu9N
DHTYePR9KJyVwvkr4kAf+6zaLl2DVkK0x6Zj3mrlu5Ey4dXwW6Jenfh74DrZ0LZk15HsYLsjmWHS
XDYVYK7GwxGETA1Pl2x4FGHglTp8vHqroyN3sAjHEZpYeWfQTq1wrlm52zEONIti09P+HzQY2mW3
LvD51IkPZ/kZCQOhoe7kkE/CCkwI4myHfjs6CD9p4MUVJ3M5on577fwK1L6CiVocu8ne+zkP/aYU
1dXEVmZn+kki3BRq5w4o7QxxHNNZl1wdyB3nscpXdaVsp053p8g1dPNOz52FblRHqFR7MnRWpnkw
A1Bgtn7KiBwx9ZtIvjBZQyqkrkgVvMWHcnKqV5T5Pm22yX83cns9UyeGepUNDk08rEoMfyzv3CTt
RsJyQ+qApDfly1tWLaGqpYEUhR4KafdAJziaFmcSBlyIymKTxuEtCsvboIkfQpS3kP1mJmVLHSF8
H0dcAzlNC8Z13HWnnpwz+BecTUcOQUOaX9PK/46x44SXZ9qHSX8/6AQBeSpi0DyJ033RzeDFh5Gs
Kk12F2JSdCQUiu7T/VaqQw7hfmjsjQBpTD4vaHYl+YZfCqMnH7IJCcgwI1u/qnXJ5NxIN/8bK284
WbEV70qvqs5TYeenRJbOM+NldeNH0VyLpQo4TD1JuHSJmrEJnR00Yu2i2UP4EquefYhLI9pA2G5+
A2RR5dwq+O9WAj0c+Pim7oCM0nlXquan40dRDowcMunvioaWzQrTw3BHbdiAC1Zt/mFb7L25PsGQ
Me4KBLaXRCXdg7tCFzQjCt+8ubrBLAPs/0fJY8/VT/ajEIp+FEXKXB95c6WkzzUT6kd5HuY6Sv9R
UhVlrNwphDo/qcVQf7WVCGcOcrlZGlYlmOlq5xCmkf5SW5xUF5qqWycElc0N4QHBe2wb9l5TODMY
IUw4ND+VcjEIkX7zp0Y+to0S3RUpGVgg+Xl81fYhFpRoMdSBk42eB8MKteU0V5lToNdrTxoqiqRB
pcYfCgRGzYhSjRD19r2J8+4+05wnPZXKItfZXgv9mdxaZ5E2/iVu1ONgQMLMku51MmFn6kiHDkNO
bq/VefD0KXNSBoUTZm1JTIpAWrQKKsrdEP/uosGWxtiGEU9tPQ1JxXtJ655jEO8sTj9zoh0Ss/Y5
GGtcxNWQWO40gOFbgLZ39iBMVWthsWhj11YEM19dQgkMJGzPxegws71NWU739VzS5XNxl89lnjUX
fPmP2m/4UQdWc0kIkMQ5MlrNAXvPFWMyF4/BXEYmc0HZzaVlMxeZ7Vxu6nPhiXy4elXnYhT0b/be
UZ+CRPS26VyyjnPxqs1l7K97gJ8oCHMbjO44Z1Jh6mIGkn08OlukAIyOEMmOQSpTaMN57pl0u1Wh
70BWWoDN44DjrPn468v+Q/ftw2U/PTKKGWvqWI7JjjEEAd8G5yo1xswOR+H211f6hybnz1f6zEtq
VfCbcUUwfBD0b0R3bDzY50Dvra+wtX9zV+pHAMy8E0jLFuaP75I254yO+7nN+d87VVCixk3mHYdH
3T7o8y7UzPsRvj9n12GFWUfzbjUhW90p4byFjX6tbuJ5XxO9zKY/O7D/f4zwG3ogHd6f1stMJ/yL
Onh+TaEOPuSZ//rzGOHHv//nHEFRLe0PGFh0rNnTQW7N4wL8yM3/+V/8kfOH5ujzkzOjAn/80V+T
BCQpf0DVAzwkESaBtJJMJv4aJShS/wMirKHNrDIdaBgr5D/kxL8a9kAX/0eO36e2OiRCfaZZUPXS
xOb5nWcgP683IlCIWAkH43Gwc+eYKWx2rOrqjuCWbitjkT3oIXhOgAVOvqWMHXZjpbCVlk674rUN
YCRQOcD+9A3+9Sl/pup9fOL4UCa+IAYc0gFkqaKS//ihYAJxjMDD+ujRF15FsU0dyJz70vHSogNU
tr+53seH7q/rzWMMlaEK//MTyCXodKimo989Yqmi8dQXzEUjBHy/vqv5U//3S/7Pq8BStXVuyGas
+OmrDryCU0RGPS+AO1FmB0SY13gz77gjA1u/3RyxIFD6W3W3VMqqvfzL6+MsMW1pCiTDGpv2vKP+
NEEBo6LXHnmJtDL6cVs3o/9l3kAZJ9jtk6ITTJvlnncry1zcVrqn/QY69Ylhw/3jhXAYpsKDs3Gt
i0/XV3QDoz6hElcIaFBccwb0rRzsiwYL/JwbVreCyiEPWgmaFrvdcxtTbvz6K/jbD21LQ6gqYzoQ
nBK/78evIGtiZeI031zpcZDtSWTvqqks8zdXmW/kww89X4WHlm4S73rjx+Dopy96GKK+VIOhuZam
Vu3ovvcLsLjkvEUUpL++ob8/vwQEIjCQPLo6gyj70wRuQkmq5vo4XrGHTDt8DMpGIY5uJ2Lb2XfS
QECVF4H67BDJbPaVuUkypdmGShY+eSB4iejDk7z/9YeaF/LH+3eYnbLahDBNVRozCOyn+9ct0jTT
tuqvuLFfWkKiiC4mE3IwbodZLhQW2u/6d/9wQRu3tKEbbIqwFD9eUNqT3plFMl7zIWrc1jEdsnbI
vAzS0PrNKv7bb8tRRlVZvtLmTAtB7eOlmpLwd4MQ8mvSpgV9Yp1mMEMGd9Br+Zu7+niw4nnhUjD2
wNaotiEZLH+8VFaUURF4fXttsWmvBw5ae6/FUuNVhnGHd0i4qsVcT4EY4v76B/ynm4SERnfLtlTW
8acjXcTIodDjarimIA23KtKs2dxOfDEzud9c6m9bPTdJx9UyZhydxgj0400OfpCFziSHq6d7R6uO
n7EqkA5rESIc1Nrbr+/rbwuTi/HSNHlOeL/ypX68GDJri6xKr73GQ4EB2MBbgFPDqpm2pMVxCpX0
0GYEyv7rq6IHZFjP3svbRX76Hatpwk8MAvM6MSx/i/vsXQurEE67VLYK/KWVNSra919fc/7aPjyC
nCoMfkDLVrlZTf/0RMyN7q5zSnElf7dbOr1HGiV/wfZfX0VKNjnmw7plWc6n92bW9chmGm+6mnUA
tdsgm8/WBm/966uo/7BG+N4MwbZqGnyFn/Y4euZah3PQvEaFfUrnfrwvkGUWlyRsj13lziQqC1Fc
tA2S6yB8NxLjdmjGhemTFzlcf/1x/uHhmM8IBg8l5zcObh8XUalhNoUeYl5tzL/UVIspp9E3Zf83
dw0FjVel1CxVFZ/uepytU/SnzWsQMFUihn3BDOpk39Oq1G75EuSOcFTYEF+Zq6Mi/Pc3+fPFPz0p
OdpcJ8Xqdc2ck97iEDqT0v1vLwHPUOU1gdIGAO6PnshPb4kOqahIlKh5QutHyxbr2jqNrQ7MrhH/
Zp3+/blnkfLgc6JUrfm/ffzJWPll7Pn4OsZmXFkts60UoNeqwMxIyzdbeaPzO0L1XCR8egLlTIYW
8zLhDK9/egmqVlQBLiA5ybY7+p9Bkjff/ou9M1mOG8m27a9cqznS4OgcGLzBC0QfQZEUKZLSBEZR
FPq+x9e/BWXeTDJEMUw5fFY1uIOqKyIAOLw5Z++1kacgq/QikhWWXq7VNL7zqdxjLUs3RdME38uM
iAGS7oZIunlpGJ9VUhQBOnmoJWjMG9m31CT3A/aLIOvWM0gvcAc7Dhs4IaQhUieOk9619WY8GETE
XYGhyOjyW80yHCuD1hOCNXXrh+XcjSfzTV3oXeB8t/MwPTfr/TwDcf86O07N0DXWzJNnboq49Ce9
l3cZWuRVkXoEDRV1f2b5+GlPPfO/ecICthYba+fkI8l0Fa+QXfNmPSZSck9m1TWpD9pec0LsVCUe
lmPbq9NVhGepXIka9+X74/jn2cmYz2gosvgZHNlPDiuTYst6INLzzuw1ZzcMbb2EbxlvlT7PEAHF
yZmJ4ecHi8JMZSOvsjarlH9fD+bcmAhHoYV0p1Z+vJS4UuhLxPHy/bv6+cFyFf48tFEozo56MgFo
A6apSKvju4Blm/BFvTDX0Vh6M5vJvMr8jjQvWqI7vaQbMvp+cWZ2ePP688HUZvJDznxylxWC52SS
WXznEF30oWi6z0qZaYcwZ8djpZiO+mGQZKjlykMZCP/M9Cd+/nq5fdOeBYBcHb7764c84KFQApTH
d2hwFjRsN6y11UEikFkN+ljcRoRhIBf2omOrs4kgHybZlqMwzoytN9418Gjgw3NdyHCMk5+heYVh
FgpvQUgbqE3Y1AutzevN++/6zavoKvtnKZmvnJMR3E++U5aSEYXtM8UxMgx7UnO147+4CpMvlW7d
YRE/2SwkcK4y047jO6tRyBLtSQaHVVOfeXPaWzdD79xGuYtfiu/k9Ztrva7xuk6N7siEtTGJ5PUF
NEmxqH0Ijm2YXpF+Nou1RsO5z/sywGnspJ9QTqtPKlHHZHnDTtQz77uUQ/ddqi1q8aGnq4rwOhu/
i1jRNgZsP2h+hFGsAI6aX2ovFq7XibJYvP/M3vgK2KUSSjbfzXx2f30z2uATTOG10R0s1mTTSr71
waMyXisC9fqo0QwlijvNtOti5t2+f3Exj67Xm0imVroSCFYFb+30HJenmIcKDuF3WUJ+OM+O8rhS
gLxRRbOOCwE+AQDplqa9ui7BIaL/88aPg4fp04+94F98CyZVNIvllEiC02eBKVg4fZpFd06iyl2t
4nbr0YGe+RbmJ/rTPbNR+HEdimwnG+fOkQOA5Sm8o2Mdux6E33Xo+HSG0pTjdW4OZ673xkMG/0+3
hHhY5KSURV6/YuJFKoZrVd85ffe5kJSxc/oFgDutcTfR8n4QTffQGTWB8Xkf7YAZ0J5Wu/qgY6E5
s5r+VKKhKIPimdKigepdorR9/WNQF8qE4OXmzjc0UWIcbOo9p6Z05ePq3jDq63seXLa2yIDyATb7
dwGgozOD/qQGzkmQX8FablLN4ODEp/z6V5QK7xmwbzPXD2z0FWVzz17V3/Vq3q56tS0XkFPJAasI
sh3NOPnatPp4i7zgOXNI8hibj6NZOWeqZ3LesL0YGawFVLAo2DIGNVCQzumGLu/tLAWb8iBZ7Y9+
W0QPVl03/QJ3Jc7dStpoyeiTEb059qN5gZqjfLBK1BuYXeGjLbDRJx/KrPW+gFVRa46fiXlhyUBH
Sdp3tUGTO0HEMREAcZsaeLUWGALzy8aaEmKD4eY+gAVqEQM0fXZLaKfAYE3V56rua3FN7Y0o71AP
jVutLiBV6iY4JizJfvnFD5PgCbCHcZukeaRD0auzaDFwZpuNPRNtRs30yo/Y9rIvGakTd6PtoJo0
2zlv0NARbOGJiYJHTW2myLWD2Dnkg5VdVHnlP3Upmkz+gJZ/1acxv81FoH9DPamDII1T7ave2WHl
atZgfBWOX14bE0qHRZGZvrooCpXN7MRYOoaNHjwVjkxJY+pbh3JWO3U4fZzqVqlzEnbTqHAmsoMn
ZHl5UESf1Sz1/jwn/FaL4//PCCSDaeXXXgj3Mf2afwsfX7Yx5n/xlxtClX9QkGd/S8bQXKP53x4G
Nfo/KJjbfA7sHNirsRb/1cLAJjEnqdDLdrA28vb/bmA4f8z1SjZXmBigZtMb+a3+xTw9/vNV0ilg
UyQJQOKgYXHeOj1FOmWdTlSR2y0dwPowlAnZQ/hKgZAT2UiLofpAvxZWZ2BW65hVfgGPKrh78bCu
/rzay3bFyRz+40fo0uZ25iqWylHg9YQFIiukw02KLZGac0ygmrgKllKi+4JRtsBAExVpW9F9pSuX
kIDY9IQe4gemg9zALk6BQZ+ZQylInjwYqRrs6KhSgrlkF39aNHFMfwBQPYNqCgm+V4ls5HEFomc0
UUGZPgwY1hEg5jJEuQvGIG4Dm1TZiSA9GjtaVexGZ8Ak3VEg7NexMqOSxz4zjcceytd3yiNoA7Qo
ReJGPrQsNtKq+DSNZpgekjFv8c767RPG0YqYZaMg0LLR9czeNr6NlEvLtYTCYl6XFzqLLP2ORnce
xlqxj4msnjlSBt/JWwJ5PQ8k89pIe8+fadQQtSf4rMNqtG3F2mdxDkIeykcZbUNR2h9UvJMwQnoh
UjDW9oAT1++tdMPK3eHaypDNLgjcyzuiPJSi3MeJJr5J2zNjTAQBbHKtolG+0gwvrVdNWulwo1vI
E5j0FKGsuwF0gkvRC+IEQWqE6DRj3H8DIgPopJPlZ+jKbQ/oop28tQhSjNFBOuMSmgpFFybq/EEp
LOIWndrB6kpHhK4uf1SSK5mH5aKv4HJjGQ74Pabfds5GtAVEaCNVi52GC4KJkFwrXIGlPTziHyCn
PMqzek7JJmeQexgQTcKIoZDiI8FC+cQ3TahD3lZfASYbrC+iqSCnWDZ525EugMOhQEcMUZmVsUP0
OJVXdWkiNHUwbqczSVe7lF47Pnuh3hgb8CHqfUb6W4ZAH/PgkjaCumsqytBHgDHG576aOvbdXVcd
DaOKl6Gdsfh1liYoBXgBEBZPia4nr9OfKiM1PoxKEiWorvv0kwHuDPCrwwYT8omvxstxkMqH0IHV
5BIBpSF4NGBErrOEAIscIzrPf8AoqRm4gijl5Gly6Lx0AK3LiyYgBjmXsYiaVEP9Nojpa1v2PVuK
CYYZancuOqs1WvJfZX9bNHjkXVCGZDxa3VhttE5T7WVv1RnjmpiNW2YzhdBCEJngPAcJnLxh+PnR
CnZLY9xOReJrx3DMVOSdtOohBVWcEeHM17JFb49VcskebubqKwWsq6gcEAWmrLicTqbmpiCEuHed
xAJoGST2+B2h9nScYqskR9cm4nSlZnme7yyzIcpjojSkr9ESVx1KmdZktURCdmxG/O3XAxKUcWEM
uElcUYwchGzEPvd2IMvFqAZ3RYrOKeqf58gW37WHYNWaRfNIbOVN1GqzTWaH+eUrvuNup5NPf9Hn
2lMD6N6q9q1naBcQ3Hu8+QrmFOIR/XH4LgmSJzRbpRdipdUam/sCjc9yhAtMqZ1vKoytpe+k39Ri
uCjJT6CmgHAs3E9Nvc4qeTH7iUsmf2ysw7VsumMkyYz0xC3JMcBU0eBx/OF3LJrIAK/rawuRgwSv
1HURFGABw1sOcB/bGKwZSO4Ba9pRDtOeTAqLT4JA0gVdIn8p+hzmZWgMD7ZaHjTBHdhmsDXzfd7W
vLgupQCnIIEk+VEO/J3oiGFrX0nyS/VMx4qVspOyfcSrDnxuoovc1OmBRWUSW3QuecpqK1eZ4RSg
v3I3LquD6NRkaVbBNY6Lj2peQQUo4TNMznU+c/aycERwmY7OIhqGL1UqnsPILq5pltJeH837Oo0v
SjW5lKlHQbtv4g0k2tiFseCBk4+nQ2YYl5n2YPbJVRCK7ZSPa9Cr6rcJoZ1GdWRE5OUmub0viagm
BhXexSGQbX3RJgy+uE/DO+EUn7zC/ODUyVoBCrlEJN4uW8qIysKZmnipWRguyGhZ1U3a70w991w0
zBBS6/K6DtJPXqVfm3W292X12A3N3ieH5LvnZfFKeOH02VMHBLRGqJEmInS2yO20qFVOtbqZOqvK
10GkspnWLdAZ3XhT+wq2e8++VQYNfXKhA3o08xudQq1GJsRS7VejIN13jZIXrnvx3W/napgxfqSR
vXZGYn8L4THAsrJclIXe7pxhvKyVQV8oMl2CNroGg3XfR+AC2S7YTCtHysd3wkpvPGZsSMYBSt9J
573AWxR13DxOU/jBKqJLzcgUbN5PdvVNwNgu6+rCqRu3h5+0ocOeH21Pz4m0j8h1rp26fFAAa0c5
eacYB7ZO4V3WGhlMCz2cuq8j4XPwD0PdtWr1k5IGm7rLPrRgSb4MokDbW6j6kdi0apWpXXXnccgw
2gt6cq6fqIw3YYLQVQ2EcwkQDCdDHKko4h4O2mdn8I/SvqbxJhcE3B4LHSAlSaJo6w3CskFaq9U+
1pBqS+Ozrg7HOob2MmWRzaY8G4jkCNaRg9d8EbYRDm7lE+XlYy/9y7H1o/1kOA9i0MtNqJHOtTDo
NEHmrYu1gtTtWg1JEG0K1LaLKGyyY+Tla1Mgf2UK20Ch+eRpcXBBa/Co6TmYHbX4FOgRGUc6tp45
fYGsDmNThF24KWfNcBINH0uD+Hd+OQKUxq9vs6Ihwor3ijTP9pJbxCtuEfkPk+LsqJJ/xuG36zq7
XflWZ5HVy4lWq8x0YeItV8AytNr1oNZXNnZNBeG9UuhbJladNGIH38GdY3HuEaHApgCFsxLdpgS6
tqhChyCaFFiuv1MjB9a4d0czdty1Zb0lyWw8ENL4yclB3aU4AeoBMEaGBJlc8eKqkp6Jq2g6KPzP
ZujxDRTsTcFboNu2hovIU/OYVBQY1KVm3tJFSHB+hHu/MsC3RjL8Nkr/0FY5gPqp36iAk5f4fX0a
UNCSYyN04TmkG22SBN05ao1BP8y0C21MWZNMQAJulcIPKH0vXJNwI564wUurStMNGGiwCb75KdP9
lq2L/b1UiMYZcajDP9JJIsm9jTXF4Sa2ssNYqHuBROYwWMol2zF5r8Xjs9ZXh6psATB3ygWJpPYV
WMJhW/bTkek3uwrNonxy7Kgi/MC7tBOzWHRVtqY57Np1dYfndD0F9GRG33GOqs/cwD7UxVW6ZfGC
FeOYriY9nLGjzfE5+17XyRKpvmp0R9IO2RQlRe7mOrs0f6nHRBS0oGKyficiC5DKzEfQxsdIyeMr
00+vSLOPtCXsasaa6YGMV7+Nglws/8lqgqOMIK+m7d7Kq7uM5cvVjW4LpfDbaKbjphHGBiqPz0c/
7etUXBaVEzxkeshyxG5GFll9UAvoMSnH+Jq0qsfWAPaP43OnNuZ4KJvJ3NexfSCqBIg2qzklj0/g
GcwbgrQMtqF5XdwRvtLMOLCh9pizy+iZo7BORoWSEAjQpGF03VdjAHYoxY7ipn7UsEbHur4hW4it
bAKKHM9SJyWxAoVS3lp5an+OqF98xurk1+6o1vZl1fTK9wjGardVa754GicNDjW9RUDBfic23B/A
0V3KjpFtD7HSxSZWoZFBtqqThBZWPT3YkE8ebGvgGKAr/Wdfs6O1GuXJV9gnyTNE9uFT6WF4KaA8
4askJf2o9zqwSrSvBiZQilGz3bQg6QH1DFNjl2kBz5JiwxLSmfHoOwo7dzvxMPhZk6XvYki+I+eV
2mGLGWOLoRjZF0TOOBWWHSWAuJk0feQtSBMJVpJHW1xkMkv4XmSAvt2rImks2qIub+K0saq1NLLO
X5feUD4aw6Q+RerMCs5hYtwLH/YIlO3KIf0IK8Eui5QYFqdTXUZO5REnJJKEBBbHLpI1Rk5b20xt
M9xQ33A+dc2A5hhKjHQ1X4dIBuksHjCApl3gdrrCDZkTqQ+z5U3fsYOFUxz7DQwSieETb1Tsq3Jl
tzZmikG1GwgSY8EuGQq85taxYl+T2jewhUJ/i1nIc6hCK+rInMEWKVuC4WDc5QGKnD01luneyIE2
bVRPKM8iKypijWDSXI/RANmnZhOIMUZmYbSctNTXF6KAS+1OkdIivoe6f1Ml+lcv0NMj+Edn2fak
9NgpkUiFVNorSHPBN770tnV19gEeeTp0AV21sqOvbcq86Jap1W+QnqXPk41sZyF7qCEfOJNYzFQp
WcKrcDJjxXVEH0OZiski35ZNRiBHqMVwSGHeRCCnfGP8oFPrh62CmI3zaVwZAqdpXn0tHROrTlyN
kXJZRHpyl2leiGOt7MhaydLG01YAOiKCyAgkCBZ2Yznp1hOW9zntFWcx1X2YLUzitfxFbLDFdvtw
wiYXBmX4NQ4Ax4BO8zBrJlmsw33pDQ4NkC7Nh761ArnyIic3V7HWdhc4s7NsGfjwWHGGgRhe156w
w5Uete30YIL3vSGSqCPtlXJm6Ja0xHG9BHbabBUMruUyZbt0C382uCkjK/maDr35OSgE/kely9Nu
50MPxEpcteVzGdqhulTq1PtS6egk3REMwvdE4rFwzTDvvoRgtKylVKEIM0Mhk1I53jgk3oJ5WQQw
tZmLTbt8AknvPcOIZ66t9J55zwkCkpTK1BAZ3NjKyVYdgMJwmfa+Xy3IgC4f/TEebx3aISpm2tJh
hfVjM7uy/IhD8DRAK1DaKbyu7K7pSdOE8uPKukbliLyhvDMhy/VrW0bxo19By3Px3TgHKn0AV9QE
UiJaa0v9zPWniH1jwwb2/frN65YRVV0BuMOkfEMrGeunOK3shm3XKHxCW3VKwn3kDJyZQpDO/+Iq
6Dngus2CGeektl5Og6qVZQ0GuorEGuf9Zx8g2pmezRu3YvEfYhm5hEBb8boS5bOfaqMQbDF8Gbb4
lFzubUB9ZwR+ryUwPx4YB0O2w6jtNEp8JwV6QjvKkb5FvfUsg9NR2piXbRr1O6sNz0k3fqqt8XIk
NB+JTNlEtHV6R6GMCzUr4bMKdqv9ogxzTpBRPwpkDUVzoxiKZ+CHz61Pwaizwxs4s37TozFKFzn7
ErBqEh/JmREzNxFfVh3nH4XiCeG2JtnSnQoOKZk3eijDesun8dUe0Qx3mI4s+2m0/GcUWTjIlZJy
698l2beqjG9e1GbsUFY1BXqr1+9Wa1NRmK2stgXKwbXhF9OFAZUUlqEX7Ieo1q6r2o5XWt446A4o
3TtFMh2KINAudT2Re9tgqxDC+iXzis6nq6VYuZiK+3VpA517/9e+MUTQftGxtATkFDror3+srinw
2ZqWqIdE83Yz1By5inA2rPf+7495tNtYJpDa0EczT55LHzZ2q+UWY57/l6UpmhgmKwKp92/o5y8L
NYKFfvmHclizTq4S9QrAx2rCcF/pypqNKa5Hm1X7/avMf+X1wDIp13Iio5pMzKY9P9YXoihFj82i
snFtIrAFk+C0LajU3ASPaYTGp5Aj+S1ijeFMNO8b96bPTCOuiZpD105mDQC6Mm2w/W4ni1KJWjF9
M5Fnc8PgvRH81mUsBDKooRAnoip5fXM5baV2wFKwDRHmruDmRhetOcRndAZvPELYkAwH20BWap3q
DPCnBrbsMHq2NoBkOoLjreWJbjfCRrmqvEAsVMX7/RnRZL4FHGABC0MwczLcHRsTkmqP9VZT4FVX
HEeRrxqwIXrjN1NnWa2YCKWGuAHemoCM8vopmhFUgkKd6wuJkj9DIqWmaxg1cWu14SjXHUFGHA6z
oF6PWkoszfvvcL6RkwFqWijnabswn+FGf311QuvC0ay5Ok3Sbml5fnaZIiuPF3rjFRfows1zEvef
ZxJ8kchM8Ueqgp7Syagx2eloZogbJWsybZOVubPGMlLApIHj8ePm/tv/+8+sHPr7U/3Jw3RThf9z
fMzi1w1A/smfDUBb/DGvv/TYVD5dxCi8gj9dTHiYTE3/XyPSj9bgXw1A5w82OrQWmMn4V8jU+Ez/
sjCZf9Akm6dSnCgIaGfN94lj6T0H08nwmJ1L/Cp0/4jVGSenXLCCwq7mdSAxRNWZ11B8ykNjCWr/
dZT26xdP5Y0l+GTw/3kte5bfqQZNzdN9T0jicxbKbFhJcoVpWSiAFgFNbslSwXkaaeLMlvGte5OW
iZPCYEP309CXg+VQVYY4Xuez/qNnpw6hGBhRSfjp+7d2srn4cWtS/nBrcH8/qWuMEN6RBjNjBcXf
uRJKXX1tvbG9lb0m4M+AZb6oIjvHJ02GiFz9/sURVMsZqTfT1Obn8GLVoxnj1GOpQFY3s2yrSxp0
i4ywHGztYX5Bm7O+UrXI3kXUPZ7ev/TJmvTjvuHWYdcRAo/FTwo7X+gKs+2woimVXmgoKbd60YZn
Zs0TPaGcL0OfVEXZgpLL+JMl9+IOJRkK5pg3A6gGyCl517RHu8+jTZGW2k01Dyk/zAoaVskYX1k1
kAwM8uPVFHVtd2aL8cYd0xZmPM1aFpRdJ+uH1xhNBO92WJUKgT5KbiluH+T5xfvP9aT9/OOG5207
5kaB7eFU1uRr+UAPg1c6qsN0F0CSMCg46sQ1VqZXwCTo6aqtm8mqrAVrqn8r7KQRZx77yVbgx48w
+AnMN1h1bGce9C+eOvZEB6wVP8Jpa2tLnde/M5reOCjt4D+FfRcsMzZEH9+/87eeL0cWpiNe9oyI
fH1R2y5he9HmX6lexGt1OBCMjr/5/Yvw6vCB4kT6+SIkbsmY+mm3osHuLeIZpsdM9C+GCm5k64eR
S2MKOhkqFd2foI/noaI7wQFwGQxpz0rOnCbfeGCz9QeRFDIOBAvzW3zxljSr9yy0k7Ta4thb1jan
lIr02jNz9xtjAYk2Gm2UbQ6S4pM5psL5w7bU61dNbesrIfwO/mwb5p9GtqxLc2iUjSWN5swIfGMG
1zFQcXTAesAsc3Jv8J2bLqxqnmA/pmtjjlDzO2YbFYHbmRn8x0n4xdZsHu2MBAxjfG+8K0u8fo5J
WRiQDKcOpSYV5YWThfqjbecGmPapUinlgZHKNoPoqOErlKYSNyfI4HksW8qOpMBVqzRs05C8LhEH
Z8brG88B4RxyIBZ+BtTpRzFFox5S3mxWldmIfdo72VrkrbPvyTM+86J/TGCvnwMvklqOcFDAMAOd
vOkGMnidD/24QiPsKnqxYWW5he6/F6p/NHuqgGZENl4RHGKFJODf/DA575JMxi6JPA1Vnw3fLwdz
13piFLZSr3pp+i4Jgukqt41zR96fNiIWByiWEq6B6MietVqvrjI4lWxCMusnRY/cvCjHBZoJKv6T
3290W1m9f1PYzvmDr54p5wwVQTzuNQxYfKmvL9i3+TQpFPQBTkm9cZMhaUuSFjVUB3VAoq8LWFr7
lnbAt5eNNqt9BIEv4GAKiYnX6tVAJzGC0bjGnzz6e01tMw0+kNUek1RonHebLn8iuReATWvTE10n
CX3IRRrXMULCoDGMVWOiQnG9AdzLgmRlYB3kbYhwjadalhsjMiRZUnSYBmrPqQ4jukKtiCpTvZMR
OZkLMu+IzWkTQTx0yDK8bFM78NdNAhnOrYXeCoK17Fr7BLxkcAhzNO1oKbM81JdWp0XBVRYX+XiY
styyr8rBIsd4dBBILHojCp5QWeDUsUekJbRLx3ybGR3tIGg77U0N1v4mtr3BdzWAqA3Ff+mkN1kX
kemQ8oOwkraZYZLmZRO16xYcJ33X8EWTLBrytjK3pbV/aVdh3GA3iwsATzoVY7u1ysfESzRJYkWY
qW4huVAelHSDPFNGj+h3E4KkvXB8rv2UBHRSVOpnogM0UEZMuupWIZky2NE0CI9RC64dIHhL/VqZ
u4Fj2VGOXcR2bCBjQBhkfNDayc8PpanX+dGUxdRisgO0H/J2SwV5a06jklTvzsQbR0VB66AjAvmH
Is7CsZRmIXSkzYgXdqAna3WneWhOLb2ZMrBU5Ji7RVY5X/28FsFOFFosV/mUwl+n0N3sOYFDdkVy
ft80oATZSUiPjOmYgfIRs2MX7WWjKde2ElMHyj0A3gsdvnxHNlkqEGhU7DncGO1tvBjsuu3WDWEb
9EZs33ksLJBcm2poUOAqiU2lsbOaUNl3cWlIfv7YNuQ3Ce+CLtHoHcCqqRSqp0TZlzxkmpR9ZERr
B09VftA7hWA2jWkHRsLoGVcx4QTVXtFKGp46T/N2pCGWA9lvm3GFlaBqDrk02suU07Ox9FMR+vQ1
leI+joZRc+3ED9RV5g/aJTGK4XFIKCMDWmsJkGdbec9kF2Sb0Azqz/6YGTMW0kPn02itbq2D2Cv9
TZXaFET1IA+fyDsi6wdUXPNoJIUpaO6wrSacJqVfwAxAyzqB0B5aFE+pppYRig1C0yLg8U25NtFs
WDeDrii6W9p2NC6pN3rWqprFMlcEUUypsUgsEIqu1dfJNc0TtllswFt5FaAX9q89EnbzhWoTV7ZU
OwMKAMQBEJ+NoSb2LrdhxrgqM0MPFJe8jA/NmBTtkyQUNP1UD46DHMVqi0+FlVvDQ+Bn9fXQQVVG
U6UzYeiVX/j0hn0z3Comw50vMAgc1xuZvdzYMtVdTmrUk1AmMUD2qsf4CAi4ORpO493rtW5Ru/Wj
xF6D1dH+rLP9t77wH2b6F0vKTwWG/WP2PxeP43P2UmH849/8BUqR1ARwulCCZCeI/0Bj3fwLlOIA
XOdkyCFtVthS52Xt+avIIAUslLlKylFGqmSUs+X5q8gg1T9IsbR+kFXkb+HWpf5q7YMVgQvfwopA
UBVrKOCM12tfSKW9LhVlWqbWlFkEfRMkHXVkM9eWjLEcexL4Y0ePbUV7rP1Q+mYbHtRJXRJW6Ed+
slWUMMSo6+F0WwAQoBQeNFDRFooRoALEV024iqlY7MdC2X8hUTKUaxZVuKFDREreYhAqBLoIPS1+
TbOjOZ9PiOe1Qr+y1HD4Lg4E6BKdQmdd5wzJYUeGm0kTVjkrb7PHiJwTvikvam/QHiwb/OahS8qv
+qlnzUk3Xeikh15Rp2qpB8q4rqeSVAoli3t9lVZ1sO8tM3rS+mmHrb5O3Qhf0r4gzZIGnlW0dxwg
REqfsyw3NVjBNTADkWwyp7llD4rQ0GYtoZ0ZbA3PiteZgmxvFQnpIfZQxKNWCXwIaYuSdSxr7XEo
ouYLszZxsb0Bg7tJ0+2Psfffz/A/bK/f+wy3sIr+5zD/n5v/y6n2GVRUM+6+/Z8//91fan+k+3O1
Ccm4Ti/lhy/7zy9RCP0Ptpro/B1tLhzMn/xfH6Km/QGNjAIVxw7aB9pcRvnrQ+R/wsTDQRj+0Yx5
gFDyr6t9CrgJ+m6Gc3p6U9kYwmcnXMk36e1Pe4fTi6b81mHtnz8+H1BfHEDplqdZqfXqoSe+12rr
uyL0d52jndlFz3/mnz30P39+nl9e/nnZjDKOa7j/GFZRU+KPO3PomA8Vb/1lnvrLv2yrRaS1QUvS
vD+tgJ8uuqFeRBM48eFCI3Uv7J5fDJc3CqC/uoWToyWqVyIGJi5U2ReiOkq+y/f/MEPnzTs4Ocjk
rUYQI3CbQwvMb8DPSJ6gm9vTb5UY/n709smxJdTtTpntiYdygOz5SRZUwP8uk7/xPLT5Cb/x5E+P
edAR2VAUhTgIY1obur8H/4pSVFn3Mp/T7S9bJD7mwFFk8Lds/K5khW2gcZAMF0cSgi994a3YZx7s
srmIsDlo6t6y4AQMffHnbPdLxNfrwsc/936ybOWFaXcyJ25iMKOHEat/EeGdiL87RroXZnfmgP+L
kXHa5xVJJ9jy8oRF9kXnqDdEZ76aX4yM006onymoi2u+eKnejUD9rWGd2meKlL/4bmbf0svvxh9y
9vkqPzptgdzrKzlxMhJPMrhUK23r5WduQf5qlJx8+T7uAJknk0pa/bM11AcyGV18NOS7ERFqeukm
UcBm5nIp8mSfq+baFy1uoGw1ooLxbYoIo7okg2BZeR6qVJS1crosAfpyEFySY7dOfYVotwzZaL+0
7Zgee19tB04mHaGhXaGsNZDSk0HonO+4epcAurwbxvuibdbkIhzo2GW4ERSMDGYXfBipuAOIWNjl
tMafw5Fv+NAPpC3bJvuOfZ5r66REzu03NECqDRPPMtQsrLjE2Mb9B6X90jn0BKtvkH0XHQB0g+Ku
J78NE+doMt8nmS5s42OEqJqg3uv3P8VfjZOTOTDr4dfZU6QexuymrL6gRxG5cmZ2+tEAf+szP5n3
oqirKBjwDVklsRIgN4wmCTkiS3eqo+0w7samXvnGVUiWKcTvNbbGlU48fR8Gh2LAwqND30iUW04l
W7tp97GT7UfWsiWhgO7YdmcG2usqzT+f+sksmtV+2RYV47nrilWvPRAAsKjGL4iY3Lx6mCYSRCkI
nnne872/8UxOUfl8lsMklEY96LZ3PyJlqm06FmCpKDFODhGKybOIJJ+WiXUVnXSjiqVPcLUeNuiL
SSNofM7T6r2fsKkN8mDhM+ArYR4K9qu2jnUoKbYkfbvAt9wunNNqYNpHewflKzp1NpfoepWjgLdl
Ft8Ff6Tqegyq8NnjEhsVkWRpvtGIRGwsm0iTm17c0d7wsDhZ3q0dP+eiBhV7roH2iwnwlJXlKXbb
twDCD0j6F5E6oPQ8U9g9QRr8/VpPBT+5oEqQKgQcdjgQgiBx55oZ1fig4j7FalDI1a1Y9zMqcV/s
cYtOHdmfsdQok1WBs7Cme0Ba/Fcmy4s4RkCbLR+tqrXKZib2++PhV/c/lypf7G4sDMWlnFXvbDW3
vsFqpjy9/5d/sYBxinv1l52QtMgiAxIugiO+VGTS+Ju/peVWpOLM/uAXk4c8WQiK3o9CfPfqoVFY
se+6/lFXnt//9b96LidzP2hj8ilJEj04zqJEOW6eWXB/9VRO5rsiKbKogAIAATxdeiTuiXpYlNDt
G85X1c37P/5Xz+Vk3rOSrO5EzUV67yq3PkTlkxX9lubon0F9MlflVm9NuT+qB8ieGYYLc/n+T/6R
OfbGvHTK0C6dkl5AN6iHQqCFj6pN5jUrC75lRoymSfdYhp+rusACgo5qVwvPjXLjtm8a1Pq+Gyr1
UpCPQmAEgtp423XE8NbmPjTSpalVa07v624qNwT+umVMDEVl7cL2qg6H605+gLOIyv+xJkpAGXeN
6RZNsQv9FTq9wr83/OjMnu4Xg+q0jaJ0ckiJGGRTVKFBKzHZKf/yL8/D7eVnXIx1FYbpfEj5GI1H
ncDi99/LL8ardTI/QDBMkA5b0yGFDtf38VqFlhhY14Nn49dQz739txcl62SuwE4xKZoXM1UGG0Xb
VcaZD+FXv35+ES8eC+2wiC+ODUAcEvrgH6fofhq/j3Dl4vScqPRXL/VkpjCMvDHDyJsOif9E9JZX
Zu77j/5Xf/h0qgCH3xNSzaktWM2GonO66V/MDqeNxn4IUKeS9XWwMHtZol+OWXCp+Gfm5F/96pMJ
gu5TVes4o/4fZ+e13Liube0nYhVzuGWUREmW5ewbltttMwMgwPz0/1Cf/+zjZltWbV2sVStCJAhM
TABjfiMGgt9v+1Cj/x3c7j+hx1jsBtNShlNx6cwxTe4EfAN0eI2jJuq6gW6cNhtfhgpkH6nOJ45k
H/dAVnk/yocM9VgF1mx1+P3zFz3T88vr5HzS6g6AGvwGX7X6g1UKN28v4WvPdLyxmKk5rTiuOTBT
UbXbYI5e2uOfa3cxNzMYhLU2zk7j7g0O7/ql9Ohcs6d//qW/WWtLOWo95hgwhWwKktn/uY/PtbuY
jrhaTUde4XFbHbV9yp0wL6x85z7eYjpKKoN8+9Rwmt708i0YSpn2XzGS/m9kL9ZrXE9BzTKgLwhs
GXs/o8fr+mIxFwFJLCCLwiM72NfMK8O4LjItNZ0pCiPTlp2eN4usI6g+Vz2uvpiCUC4K3jRotsx3
KKjt5+i6dheLY9kgSeQC7dbp7ai9NsPHde0uZlyLircExCtEfuttLHcZqvWua3gx5WSAO3TU8cwx
9L8QH2TllR2xmHO4h5yTqtfnWDfv1PmuvbSBPbPMLmGZWT6AkAu38Lhgt2bZ3nYoNR+H1Efh2Hok
1pW9spiAaQuj7YLiVzIZNCZpQ2H1dV1/L+Yf60XTz4LJ8ZwFOHEHQO+6dhfzr85gVJqXGgZ0tYKf
aHHRxPb7dGmpxO8kVnSNjnYnbBrgiJhel0VqiwmozQpUACXixVBviB4mV24ali4FQ1srkB84Y1wP
vkFWk3RhRJw5OFnK9sGXoZBaoB9m523gnzBRiSYUD2qwsQJ4Sk+bMG8PV31KbTElS4UrSc+tGftk
HCV19wr59XPDpwa+2fcsmfZ1MzALdfYz6o1z7PPlCB5UBLTOn1s/sxpq2t+rLIjVwO2lyPWAWfGU
Ezfg9bqGF5MRbs4aIxa6HgBn01ol3ZUPvJiKLUFJZTLaSE5xLTtDMXHtAy/m4qSBZoxEBrGPHWC5
0nUXiKdnengpreIaSuesDN+PZHEFcVo2FRdG95mRcbpT/5ohcT0VmnOKHo7O3VPBdgdnuPRSNP0D
vP5m4C1hgbKlDimo/HOsFK9iyg6ZU3lZF06wD8RdeuAYDyfiQlMKL5XAxIN5c6ocKyWCEliTmKdM
8irP0wvvulD//ScFWuIhc0g5JY3jaURveQlsaHUUk8Ostmt1FMLlgMbkXmcdoRW5LuafbkO/9i4U
LviFupripMoO4Nbc8AtB/9xnWyyyY8+NjFV4E6uLCuiWaHKTgdH387Q71/hiPrcCV1fdabS1muI1
VRna8l0uXbIuUE+z7LsxsZjVFRQZXHB1jFWOs5R+dDt4qRHUdmf0NYHnrgRYeapKG3XqYhQjAKVT
+EzLwbAAFIlZrqGqIVXyPSWSX4HaUFrypoUF388vf26qLWLDbCoCCDhM4UyGsKBYj9Olzd+5lhfB
YZytpkKygqgzeQpdE+tCNDvzuf7oMr9scvSZJqIr0W6ubOAz5uomkI3ZdKE//kzVbz7XPyz7gk/E
PMU0SLVQ8VeF5QTtFZAADOJKFcThQvt0iie5d4Ki/0Wse12NDHAhDGL6pPldQUvf6+HEnvQZ4GBR
grBRRkw1/QIGN06lrZl4NKTjz1/vlBV/97CLLBxgDcB0hnqKT4ZwcCAUAww4FNi5QVP48y+c+YpL
6DSue8Bw0eQppjoFh/5zaq+L8coiVlSGwbJcJlMs424PG5Mrt9ZLyPqsAOMxMZzaQWZ3Qg66k8mv
S/X/qM2/jLy8YiMw9OjtCT7lJZxhL3zFc328iBAaeEWcdwoCkAWbaWA1bKD0rvt8i+ndVDXqthtI
dE1cenK3e7qu2cXcdnqY3ZrQWcYzyO4HyOSvanbJjYcKqoJSXJ/iAZCO/dXNLhZ9pyhbaFaTMe7v
57z/xSrx/vPznglFSxkcM1ja8hYXrT1fFdLLCJBFov13jiL/Wb3l05z/Mtq6gkG+OoxTDC9w3Bny
65LMZSlAPyE1pgTNjjn4Ie4l68MzY/gkuvr6tGPSpvh8aFbbGsdivG74youlGZT5nAHzhOw9O4C3
+lpJwDde+HansfpN7Fzi/Lmp/f9Zl8BQV+lfHCzNRus1NAnNeS2dfEREeiuDzCRxkH8pGEygCGT2
h0gIIIfwfU3uJImFlMaOfYuB60244FDvS/5kovJ4alEHUMCBkBIgeZr1iMonUrwPXFobyrSyk5XR
HdthY9or5qyTwm5dnDSiGA40Ra57U6OBfhXUwNuDNejWMgcGRfGk7IHLzz/3wLlPtogNLSrcgR8Z
phhqbmHCQ8n/ud0/8fC7nl1EB4g382ZK5TFOoasxrbs0S6Exl8N6eE4kUNB+V9WHVN81w5PRv6ZI
f37+3e/f5x9mfzbCTpyABxqj2AM1k/p0oYr+XLuL8FHmgwxyoYQTh7eeAlVy1WryD/wECA74kIJE
FJefAC1Cev9zL3yfEgAC8fdExIqnTCDEIAcvnkwkc9V8NM33ZLjuch+bmb/b1+o5BTIGj02TR8B+
cv3CUfApZfl30KAK+u92TahyTZXPI662idsDXdpDPKEXR4O89PWlZPzcp1zEE6dqNWTgOAQEuS6F
LQrzf+707xcCiEH/fvjGkkXP9dO3rCNUDbkFcVCrculy6dxTLyZqOdldbZZ4agoBB10D6fXzU/85
sfiuzxcTFdAEaMraDsldslVS7VadNimArMl0L2cPGcRYsw6/+d4IK1occhQ9S8pecSSAnzK3EM3K
yPjK0KcNwcWllpZBwzpfptatgjoGScIuhbmUfHRsxQEiVVBaqghvwAXQnAJkCRzlz6+B2sHvx85S
06j3Sg/YO3b1tTB91HsFHdN9G3fOQ/O7SBSP4nwJ9Sa4Hq69TLaD2mjcecz8clz3lQ2qu7Ueke0L
vu/ZAEka8W29CyE/X5VY2LkZqPIMMU8KlRqAp5BuMZVsTQJXZdirUwTssgoc5WHUf2tqAc3Ns8Wk
O13pIfuub2j5S24frU4NxEjdLDVcUzJDjYBeiYKdSX+HB3SWSVC0mGFLD1n2VBWhrTc7pZ/9cYQ+
zFgTGXNivu3BlhOoFKEOoKwGcD/2g8Zqn49vVdV5vfxSEfDP5BZX8TCpBuBXmnQYxwkPYGg3rR9m
42BRFRYOVmSUhUvsxB+qYJYfkskGK08PStnYm/ajrW1L+KtPk+M7kxNYQyQlNuw45YNdmB74hgEH
IpPWn8AQoBLmVWvLg9AAOGvEdTH3j3zwS/Iz60lKG+N0y6J5uCGDsfSFsXKaM98MeWsxl3CpbIMA
hlybsXtqb+3fdAvDVqCd8zlkyiot4dl8YXqdGZVLk+TcSMEQM7CTTKoNiiBRFRiZzcWbyTPxcqnt
6BWpo46NF5FhHWPyNwtpxvRZaVtW3Vd07XTrRLttq9RzrHeR3gH5u6nEnVSGJ5Jrk1leD99EAyRY
R99h07SCNcOd3HWrTMHRg5V5NmNuYh95Sh8zjtLDCjBWM6xVxVOhqJYcVIuWETRoA+R1XaACAa4C
k66rm6x4zK1bkkatFUnsku7wTAxcyjxa3RqTCfUYsYNStUTCLfjtzyPiXMOn/v0y0pKK5xwgI8QO
x8unA+/vf273zNdfyqHhQq7kzelgxRbbggNGtZLGC1rd74/o/6kOhzwclps1lsq+1CEV/N0ApohC
PJdkRdgjYk8mDNTsS8CGMwnFUs6caCWdhmQa4zI5GOKelzsdQOK2v/Ay55o/9d+X/reVnM09xRqU
5KPLpTxg06twTqVyl3BVZ2bKUtqMqka57E4Zi0xilIO7jr1OxAZD1ywvvMOZMWQv0gqVtFJXwfTx
tFXTurC6ZOl2rt1FWqFUeaWVDO2WRgjXnbq9EAXPtbsIggP47nDow4mnWa5HoGyN1c9j/ty3XOQT
hDGuEJ5OMQ5UfYsTyKdrT+iHDudoF5L8M2N/KbXlUtfr9um6dWgeq+ZVl/a8PJGp4beCIzB5OgmO
LyUWZ7ppqWOlZgmb2QJHVGNLPLWzIwjNros6Sx1rNzWU6JmYYnsC1TkuLt02nhnr1iL7V8pKm7LT
rSB80XbKMK0pqk6bTkHvVBsZ1gQ/f2jtNAK/W0YXs9akedtXMBmOLZC4JdSpaFsHYMFZPsy09aaK
Rsz5BVqLBC29na80kIhlcWMAMDGgMK+widtOYcIVV54bf5DyCAhpb2TzPWseYBwQzXnh2uSjrHcS
iuCknIcN92zTDn9+/jOnvCAI/h11RnMkms0xs0gLaw7hNijcKzrsses+INmvogZK3lRdikuGht0C
T16Zt5b9izPuNVjqihqq4xkA+LKJZ5yrSeC+9uAPAxInslulfKwnv7YuReAzS8mfaswvIXIcJWB2
W1w4giQwtH4facVVh7AARv3dDXamgGJ7WqRSsI1Qml0Aw/9zD5+ZO0v1YdKiLi5rTgPEfif0AADy
z+3CsuX7ofePc2kL4/DZwQaX47JEBY875cdyeAVwmhOck03pa4obgYq93hou7wzf0jcVe1TSV62Z
UJFQeA0OO6xZjnQ199Lpc4B1iFw8V8A/omoAMrUX2CH4VRWIJipg6aFLhTtYvae2RtBbOhx0FXCJ
UVgywv9D2lY8hh2CXB8VtjPqmJGdPO8qI26njxZcSj1UpBezvMvngyQEGA7tvZChPpelaWcr6dEC
B9i1ufJU6iX2dxtuvkzDTQrHBsN+bfmWwyCifyJVk3sJDIVnJoJ6/rTao95yuNbsZhM+LDo2KDoU
74bXaJaPimEXDlq7rAV7tr23pvucHdThvhmOcwf/gvQgk7uZbJtkLUv7kqzSesuam6m5K/TY1DZz
bvvZnPpWFhdNAeOYmxJw6Jk/lHrMtN8C1fSmssmnJMqLE0jgN6DSgaxbN3YjniYUPWXmUzb0npBu
8eh69/vnL3/uuy8W2T7VhobKSNRQWFK0+1y6cg4sFlm9BuyYwgglHlQUo+zmS6H4z53yNzFyqQlt
UAwC0PGIhuUkxLUoiL+OnyW3aQ3Hd+OhUgBkfy6eXpLQmLeS9SIZ70k5u7O9duwnM/8wxvrIeHVr
SCujR1W1dacUPDSwO6UpCuyuE0YBAPN3DABFAsAkBSqMhIFSbMVyemGqns7Hvnn/pba0mXOtKFAZ
E8+Vgbt2P2uifnwANh94Z5Cwrgs0S41p3mhlx0WL/L3B/bmP/clVw22pK7VNQnSLnZQCJVxX/Kr3
f27XOPXrd92yiLllZZL/EdgAeuTyggSO9Zb1oYolhUggsChHkLg0672ZNnDJAny78we6qQn8S/jK
GlEvKzrP0nA52ScAGP3i0x5HGpU9opBeRlWTr5O9JPYaABRK0MLbSk6qIFc/VZiBk/pDstm6I2R/
ctuplE05Sl5iz2Ga9+7MHgS/qZKg7XZwtDC0vWGEjmFc+aUWOYNjSpNSJ9jTN82xVLYgRF3Z8Cli
fFkfix6cdj3FCFbAMX/v8gtJwpmAs/T6BGxIk+rTGYQswTfBfE5wcvXzGDjX8iLkwG+NSZ2U4LLk
XUqV/WjxC6LXM5nC0uGMAOImD2KC4gNeGgQ75cy878dLDLQ/LOfvhu4iVGQkgwWMoWMrCAdYnlmx
PqCYqpJVnEq1Yap92LjATAhcbU6wm7qskK7IwNQ3xb5lJ09k6RUc/Q9Hkq+L3UvR7Azpeo0ihymu
zfa39pRp+u+rvtBSNpsOSQn/OJiSGI5rJTCb969rd3HakNpqzjSOdjuks5mffVzX7CKm5EBxTEUJ
fYxqPnF5c6UoGW7if88sqtVmI1E8bm2CDxR2F+8+zgRB/TQzvkxZmBHDaKDDA7fg7FgW7OnMBxum
boxsy5NPW/9JJmwsWr9oJE/PbnGQ6RVw9LHHI7Hfs8JAWe+Eel/1hhaoQqme2dTfDSijbKvExyqT
1KjoU6IR/n1yS1fihAl6ntX9TA9pE1XVqlOiucduvb0ZxLOWyuvrPsQiSSnUStYahg7TXzW2aS7R
Vs8EjBNL4mt3iWksZphA4IChvEn7SBYX5s+Z7eKfwrEvnyHrtUJpFQ33+PrNYEwAQsFFx8kKXOvY
J1PEK2fTIm6k8H/sUIyHsAT3jd5qQ2HdX9XfS9UufFYM8NRO82lcwWX+IgP2TIcvVbsSTdIZPmRY
UuRt9zxcqnc4099L0e6oaV06Wz3U7fwe7s0uobgjfejSgIq76zpkEQk0WGqZctrhbLCtd6DeRFJ3
IZ07s7Ys1bpGM4EgqeLZTe2lIbOraltuO9ct4UvFrmYQHZg5ND7DVRu4nUsGyuceejEfVaanbZMj
BzWKF9P5rHCdwq0suK6vF7MyT+CgOYABFDeoxk48WBRd1+7ieA5Qp6KwKFQPbaiPK8Ki65pdzMLR
mSpYYeBxreQtVbZ6et1dzVKtC+sx7jSg4MXYGGpy0DXXPe9Sq2vPI06CZFj5SYqvwtzqv4Os/q+w
Bkisv4PpZKGwU7MKnDhHyaF/uKpz/9XaGlyeTTTab3lwCfhxJgot9bQDGF9zpf/Pk+LY5+cn/XPu
/U0W9+dg5UvQTwTBHkAZx3gwmFeU8A2ba/PXoHQe1cWmqoVHkhMwPCwqzSsBoclr3H7CZc62Dwww
JFeYNKLYYRS3EsRqhOwa8liz50pPVzCj83Nj9vN0eIdYLmgAibAqoBeSzjNaMXuVpm4EkAdG/mDn
hwIVJ3xt9HtNxRHKDZxDo44Z8P57gnvIutZwPF3AE4Z4RJ7hb5UZkL+aleLJKI3xRtmCLSxbJ2W9
7qnYZBnoEuPEdqLdDyrZ2G3UJsdxxIFKnKUrUamRKjrhKiNQXgbIkji49FmSH+aBxrkUTOawgscY
/OemAe6y89qhw9pxSATqZHTyFyGDc+/kpgHPwtRcUa26bjuw1E7RdM6tZKC4Kir9hLqwZ/35S58J
fkv1VCNjlI8WdgN5uxXqM9BsIE9cKUpYyqectMsZ0TA7mfG7U++m+sKKfu6hF8FPsFIu2mpGdcUU
9rYS6N0zx6D6uUfOTCh5EQJFzWFDr6ZYZlDHWPi5fuHi4/uHBtjr75DC64mzXkFPZ32ETBxI+vCU
Rf380H+0tv9OWLAAF63nFW8BUMI6A5DqrCl+e3JjlB95RmFKCf/CbnSFkvp1rYIU+ymZzwy611Ik
kd73tzAcv/Ag3/eetbRrKmzQVwsTgV62nyX6WF+XswDY/Pf75XKuOCnUDrHKHuG+p3XXfW11sfgr
nRhhwYTwqYXpw/Tr56/xfSfYf/BXX6InBdBey5wcl0JhupsujJ/Tm/77hQHX/bsHdMGcpuuzKbZg
j6njTHtuoZCRTGj/LkT90+L23S8sRr4BIHEzNCjN0BIzJMAgycboV8j2c3FfTc9X9c1Smp9DVqqP
BTq8Wje7K+8oloL8UoGjVnnSgAL08NDgj/S6VHnpWCUJwOp1nMPHBQxpau3IUFzxcz98Hw5ggvP3
52y6gY8yKpDjlq87mHc20FLUxaUShTMjcKmch75PHZUOz00ERDl3MqrQrnvs0w9+GdqqNU9ZOiI6
FtZrI823dgUSsFrVF3rl3HMvpmOdNGKAiyKcPucbMe3hS/rzY5+C7DdD+49d2pfHliY6glqOu9TE
TuBwjLtODqwtqmjqpPQkWfa5msPt/fjzr51RtwKC+ncvpSCNmr3ArbCWRTNz/Ja+jjhpM+QxGioR
6XDwBEoyYLzBoSxuZboDEP4///a5HlxMYs2kA+wHEXvKI65sLkSGP5Wd3/TfUnXPYbBdOwzBh9hp
nHVBW8Je0DZuCE7Ukyr3m4mD3G0EDLnTVNNAhp8ykdZMh+qEkGiywSRXXtACnF+j0n6s5ZuZbsoU
9cr9Y2F36xRVKQkUhLCc+jX0b6W4K0/GgnAH7sPRsj3u/JasS2jJP4Ue373OYrUsam0imsHnWFNw
1rPRoRinrA4GINDkjsRQ4ejleipvUL1QixPl/DZXL4yNM0F2WQ9QZAZKngvsNuts16U5ANJroT5V
TjzYV96rLqsCJrj+tBgHkIQ8zscyvGpcLWsCOC/gWqvZY1yV+JZW0E+X5jxsJdRvp6e1FAzrAzQ3
FSXIbsGFh0e3Sn+ZwzaVn23xPkBdWGurtL8pmeMR663PUly6b6AhAROUe11puX2/ytKtzUawyp4G
68k2N4PyjBHrwj40shXqCwm1jMCtOfJBEVtLW2v4X7oDSaCoN7xO49FMu0iCwI+aK/BdVwIwtDbb
OPijMo+jnmyYw2KFv1tO7+ZwkjU1xU1GsFb0D2qItWrdS9ze0xYqSn2PI/bANuxolFmk5qBA0Nzv
6XScR9Uv2aZNDoMCUwnb9BOS+HBW87i0SixsrUyG+m8bRsJkR53GT08+9yL1UCrv8+JY42CinmFd
DHpZnw7HjMmhIT0S9sEsBRfa+DsHDstAr9tVoCZ3JN2Acx8nQx6O2mGetxA2e6TxgWt1LWlH6abX
FS8bNK/tPycJTG+4siorvUhDrtfozcGllAZN8iEPb8Nou3BxcCel+IT3+crs4abeDYEk7+EFKw9F
wBu6KhVYDEx8dOG25vaTvB5nEU0ykIbSx1CPhwlRtyGfjbwpWzh/26/DSXmbUxzhhgbu0gr1qWax
M3zk8lrkjyotPBmg/zbL/Enaj3YficJ4FMmxhIaf8/oIa/JswgSGdTO2lCF4CP5Qmr7RfQ6U+aRl
qFlUI9k4OEXn5tq+qcCQRlhyhylUUiesUhiZWPxkf+BKCTzSnRbP/V4WO50pEeyzPIbqB2Vkvp3P
vm7d4dQMJ0auGO0omVqvyyvPwT2dqsacl25fflhNvtdn4LNQzTloe8DdXVvAFNmBBNp5q8YI+mMf
9m/RDFs9q6sDLKRQgwjZb5xADwr9zlAPwrlPx/u+2PbVoZ/CEX/bnv7akE44Sbi9giz5wMo9/kzw
5/7eibpgbkLcnHIn8MrML3BuXg8tzs4joXJXxT677/c9dCgZ7u/Mfc3jRn1upwaqGgRiYPHVF1G+
a+LVtqM+eZmSF6X7rPDvLCUqgb7LLVgSVNKuKoKi2iXza6KuCgM64Rr2LIexumHVXq3WSKc9CR2q
OAlql6HG9JNhV9c7ngeDfHRyGeYH0MxI+wRaiiJjgTzd4BwnTKVm1cCUXdTPfUGwvqBSCtkFf62L
Nen4LqkmgArHUFZJ2DYQV6DoJZOclU3GVa3fQBDstdLe6HeD2XptCx9ylFTXb7ZxTybqW3A9n3h3
DyMJX8WZBCh5O+RJQavc1CkeWGz4DOPx8mmma6Mdwx6G8VT1zbSBzfyGk97VMUil0oGdNFTTSuI6
p4vZJlQRiCzU+hVwntRLSLLR5UNRup2AT7AKgck8erYqYFIRaQkcIjGnsqrbOfnB0G8s+VDb0GX7
EKTjTkzpMrAT3ix+q6jjNtXV41hBhaLprlQ+FjhXnaF0IrjbxT7dJndlm68cLvnARwQApBIJ98NQ
4VbdsWa/+QhPLNvYFBV1E62INO2Y2DWMsblLJUBCcEEyCg1K88FVawP70c53hnsHVHEm9MBqXkxe
orIV+nOW+m06PlQ4TOko9wvlDlxe19AHlzsPnYAGCnPPTnXfyUZYh+xL9IBTv+VwD0kby4OTxQp3
/J4E0gc8wiTN2JpQ+lP+oCvQ5Yl8NVZrA3XnVu+j3gBCq9Ln2qNj3iXqY5fzvQr0JLyVIUPOPFVj
IaT1AROvaY9zFyKeuTz+UqDosxxpNwosAmSuTuxMj5o1DMu71cnPINXaNceOqS9RgyCzFwoJPIzi
XRkiia4yfGaf2E0l3Lbup4aABp+E49T5fM5hZmKExbQWVRvDqPzkfSLhiNiMyHg39yhLLQLSxZV4
HvSbrnk0VRTw30rkCUeoEtsYSHjwX4ywd9akV5LdDhhBTQLHbIj0T+bkBST1pXajYMSo3V1KcSev
pqHZRxkPbHpTDDioeizyOx2TJSMtruo3ierEuBzziFP4Zvk6UrZBsHZQcybBv53qMvTXSsDkY6+o
UYGVr9ceNOs4C4gtK78aUHnWPNEEtZ5OiV9aD+mOEhrojY5jtSyAr9t9rr0SvlHgGaNlzK8lnMah
vAwqLRBopeFVsN+GutYEkj62psYtS9+VWWBGbAHRWRXNqq1+Ke2mwCPRdAOx1NoEgJ+ggsFQ3aS4
H6ZI6jt/Sh6hIFKo4ju6Cpf7ULagvcrfRxTZOcOtIfxU3DnNM7fDeryBF1Gn5uu2PeKwB0toNQ3v
s664PS8CVZKiasYoejHJm8BeKlM4DumsTY8QWzAAFYq1WqCqekeIAqoCRfLFVymc+WoaVtOewvm2
IYhemS+Ug1LSiIAG24g5TKzCVdI0yI0DigHXVbqfcYJdidUgfZhgGEK0I1PMfgUHn9zDMSF2RgYI
fXDecAmZPFY77inezFR4iWjvOyzy4rYuwym90TUfRq4ZyixhPSBrERZjaMdgMsDcvPJl5U2WV6Ma
G/rD3N0o+qNSHbSqw/XYbQPP9QwFzJ3uJupNb9uhgjsocDAKLIdD9tSmPocnYJcC6nDM+wcJax+3
QVJvGfjHM8fhLX4DpR8OSW/SFFrqQop5+5b2Eiam7g49X6td4hcQllE56B0kZP3Kot3Ohl8Cb2tP
t5EXzM2NyhNYpyT7qsY9BLKWuix94IW9tF0jPO8tFneITpTBRDlNvcwRkTQYnmoNSLWAVSV9oKI0
vmN3jpSGZb8rBhE5RAIhr3OdPEQd2SHD4VUmcDyLa988+5SnXanGNf0AKlJSDlW2abu7pO5co3lp
5yRIxSFvEIPHHcsf5xxIXFg0wL2sxbG1nr+I+qlQw3IAbq4LO9TX2CUiWIrlvStCC6wWOsB4vvjk
xQqFSl5OcgwiCw5rAKMgAoxPjnNfWau53TcG9ZvciKoupk69V9iwL1PotAAGgjnjtgFTrIXeXsqx
vsAXBjujD1QuRyMVR9Y0HksSP5+rKOvZezs2q7ELLLx04nCPJs22HgaQcW+RHCIU2CHUNmb1ptYU
Lk65P7WSD3vLUFHvof5xCTyAZnvbG79UZV0np37VDiJR3R5zSLRl3KILTOwwcvi1FT140hGRWUjK
9xnrW43sZUZOr9k4g8Ag1pBhN1oWDqXhq9MvCQucCRpwx/dT+kaRTMsgVFjZakYvk0Z4mTHfdAa8
dnT9NAGcrFulwtm1KHTSjN8WF2Fp2UEqoSosIet2gh8Hhw0Qxk3B6KpSXkfCfLNqkQh4yk5pNTcx
1IC3eajkZtCLFeeNP1YoJpROLIxN2e1Ks7srzE9TPyTmsawPSEBbISJOh2AuYyeFvERpPFqsAInx
zA62B3OH+I5qlHpXKYYP7ym3No2dTktfNMgNqbqq2eSKuY5ohYWtqSLRoBwMTj8mLHBUhGe4aUWk
U1FWpUe98XtwwPqbcPHQW+xJs/ba+MCmZ+QMq14eXmEGgZ/X4lSBr/aYILgN0G+9TyySUwM+Hqk/
m/uxt1zYeHljh8GItJw1/QHWHx5MyckgfNuAwRVrPQkJVWeOEGkP2BCMkWI9ZbUWzh3Z9sRwp2wE
3qm55aBVZlw56AaWnKFzRVPGqkawF7CCtIjzxk9wFuFUjid622tqQMJMHSfC8D6Zkd1w2xO55Vny
uuHIFks0UKNTuPCNMpytEVRpdpi6m4aRkJViB0tXD1ZgK8jIPQn0CxuNWtBnFAygaBNOWY290li5
7QH81tDNszRvHQL9mG68VAioHHgdBUnRrH62KPQzE5jv0XothrUxVl6DCqLRQYYPEI1qVIFWj8dy
HiKCyWnTHhCWzu2RyY9ldrCVcTe3gG9ohuy15Ldp0Rs1jzl9E1oSmLaKxWvwTfhMW7CyUrO9oKhx
smNWSi4g1AFIetjbos6NRkAbu8kn7KL8pH3sTGclNyQEvjzWnA3eo1KeMiOLsil0xkDT4H8K7FCv
RVNtfxQ9UDkOCUprhKuLz04V09tuaEM6ha11A98710ZVHxkgVO9geMOswByOqjpFLc6AqGy7IPGF
Yw5DelZvmxaCSA4Jq42NI/NVM8Pl2EOLLWJqPqYZ9RqI45E5FmkS2CkN8tlCueqw7u3m0wIb3B1g
oYgIJ3aM3YHe4prqbUfzX7WeHSZEGlRBkibK59yDfKGuwUUet0TpkdwBB64gaudiJOsaYJlWo3vH
jg3UiQGw4w4mQc0WrKgke5Wwo+C7ITURHZ9z5xfAfMxlAHmWeYYlDTugvIWEH1EcTGCtU/aDjXOe
macejCtDRaZ+ybXdAMaApWg+5lbE5geCaskUC68x3AGjGDAbqPKE3g/GeC+D391VpYdLHxQ2RkKJ
Kth4s1lyy3HaOtIQ9IMVwisCQgGvG5KgyTrXLO6VtPJhWepNE/YT2EgOxewNmIJjQoJufrQEUoJa
92rTXDmFggXdkSICEWSNUFm2YO/z8eBoWF0VpfUbI3mceenVRrafdcdX5bVclgen+bQb3dVRwCm0
0Z9RnjxDaz6OugcDNHeyxV6f7mfthgxJPLdqoDLMRyN2ktsZm/Isa6PEwS44bXy11T34zERw6IP9
RL9lVP/UQaUHpb+hh1YLLbJPlQ2Y0K6jvKj5/+PsPJYbR7Zu/UIXEfBmSgD0pERSfoJQqUrw3iSA
p78fe9SHf6sUoVFHd1VDEIDM3HvtZZ6G6DQ40cLp9uxbsNmb+FAnwBp1DxN6aWKtT3zggxQlbhCo
blpm94y5qB8IbbOrlTk5Jy2J1sHkbLo0POgkQBuh+julQjWHaC+sp2momVZRMTg5EMy8iBtt6eTk
9CGNLVI2D1NaEXa6laFitcNEQw7AgG8b5tDqQtNw4MnDRUUvwZB3aQbSLjCPGp1GazFMFg+9NZNP
Q9tvzdoq1A6DiQD36mVfjqSiNb7qlAvDrtyU3U7VlbtYig6CkbGQPR0pmESlk4dolFRPUgkamMy3
0f50smhXt+lCiX91RfzIVOYOVATzBmVbRJxwWW8dbb15aLtgBd2ObuHeLsu7Kjol4/namLo5xXDc
aW4iDlnBgNlSD6aYXFvvKM/Ijqp2odkcK9Iwp/kdW0TXKrSFWkj+bL8lYIqCVQRuBB83ixiRD/Mi
Y0JcvJUZsvUrkhOdu+Y9Aa4xdZ3KLPPq8JP0C3Ct0G1Zay1G9ZNGtpO6UJn6ms5HYEUXm2g4Cmij
t9dmT6tSa/so1bzKJNDmKqVp/Cg3VrnjN9yZJT5Ly1xIrbU2qiOIo6vw6rESX4X2OiosspMH15Hi
pQn0pg86DT5rgliAzkajPV43no0WtmvciozuOTAbNtnPmY2zQ/KZBOExl4Z1SNGakUHQKykM5ISg
yOxzrFoXajrhA6crLKJwjgm9uyTq2q6PDN1QwWBtVvyJ63enDXax3K2UmnNHme7JrPOt7FOaV0Zu
LNVgk9naaiSOLpqblcxXm2jUn6OxNqge6I0VbfajiTBEIWub2rLpa0svycN1ng33hfNWKP2xBI0y
DG3RD9TqoXycubUOeWtLFENsveTzVraeByg6ofSnnO6BNSb7YnipL+LfjWrvHVCh1DpOrbNMqakK
kaLyflON9zzYCpD2Zi26YtUSb4YWWUoPKZXc0L4kBSGx/ULvfUM+BHFH3l5Nff6rwEg5icxFxWJq
Yn05z58jBctMdzlixq21+1QRfg1AnGCqZCB3Al+Dti3uciE9Nxhb9mlxTNin64zwhDzbRKSZZs68
UBLoaNWpGEYvJWCypC+dRy+n04b7vQ8He29F2pokaw7pcOGMb3nX7+TgropjlPh3ZWh7Ut17nfOu
tzquWfEhYXQhc7+hbPL0h02np3eSUVMZf+b2QLbx4A811V/ZeukweEMYk+sTAFc+BnOwduyVzYzL
JNUntrJd3jwRPu86M7VVaex6G0mNDJLbXftI41BH09ZpXXQBbmPBTTdzV8qglpCfNsFTd1J9X41s
4k6zMKPWL8sRqElB/CDcnKpgrHUQO4ioBK7UAx9graB7QalM5dSUf9q+eLLCqzV9chdOli8TNhua
jmfUgZdXgr/ae1FSu5Eq9sLmQ8nTfTgdSVQ8J/V434wFSns2sURa6kq8GsoAHABtfyHWKVtVY71Z
Zrqo4b+Qi4iejjKEzLhIZd8wnzt0WYqknGrdeTJwdQGdeESl6+L1fqhn5zEtxEZvlUOnD4cpGFct
VFoZZFuVNnmG7T4A5PWvJ7pENV741pgsskHacByqUxPRY1KOhcOhm36NZ7vTdl3Xvapk0LEjUT4G
YhkSq7swSwM9sHSJeiA2UkcXpOS5RqTey41N9dvMHPB4MlhDvBZT8yE71Sq/BtHJSPZyfZsrkt+V
hrQS+dsc6DsDusFkEF2S+ipJpCigEP8T4zmVr2MLKbqejmqgeMWwLzHpGF81a1ykwYMRvoSNs+2r
dIe33Ws0s3M7YtXMk2skLBDz2R6Iu1E+6+G5Jp9DjyxCewnR6QI/Sis/V8Vd22TjwjKjM00J7ABv
KGjUnZeos7cEe76PAuquWR6m2tgoaYOjhCyli8TqGEkxh6IREmxEaQIPXvB9Tb7QJdeq95Ii9lrD
M54u4bS3pbsx4ZWt2yiPXDl8JAO5NCnznY6YAhuvCrU0Pd1oCHOZZbduTgYebr2UhBRRhjsHx3Md
z5+VvqqaiigVCfStpc9wmm4p6Psj51FuzlZSnqS69p1U3RbtBH5dL1tsfUINNtR4cShX29rZNpVK
b8YXZg8OhkHVwozfRHvJAS4CR93KnQWyWZeLrjGomebSk/Rjkm5CSNtXtG4ZNuVaVU/6fIzg4ttC
eCUhDb6W1Rl06rMRImMZinf7qmxM+2XkqAzB+uX13wmLWWrMqmr+2TEkuP77VSsalLM/UwwKxV5U
yNS6uLj2PbglceG8VygRMzwl9Ssfe0Nk5EKr9x0FQztHJ4v4UsmIwFKNzzEocRfCiqbNbdckwHc2
75EzeiljnXQnckCYhlJ61JpLW1qrUTQLwdQ5GOVl2IM/OXchgcMypJdert1u6i9EubxXDvqDhhzg
/C1g5Dp+Gs2DFXzMPcekZC2JPV7VOnAwXh9D9duqHmprmzsDZ27rN+IwRsWy7WNf6+9MW1pa/PVq
/kN37A9Gte3bftU6uofZKxoKZ0EBsOt6cqQOdZOswumtmDaRscvVfJEXe8d8quXWr4SyCAm5lEAN
Etm3ZbSaiurGpoU0/73l26+AeBVmbKpDHV4CGE9oKRRYX0q0iqXmJR7Up0oYGctRrIC+zrm9lap1
aoW+6DaTMb/LlJ1E8mI0hQAy3ARiHdT1upcw9izkZRSDUvX9MlCMpcxCmHjYffR7TIv3uM1ZYZkn
mYKj9rc9jW452k+xhs2kY6UXO1FcJYVML8E/mxP1gCHMMkwVauvtIHYcGxs+8FXXyJtGYR9Ih0+T
Xapsq/WsPIREl5jcf83Tn+IeiDGwvMnW37tugCkXn5zQXGgDZ7RR4KZVAiDNc7EuBjv3LFn3xvlE
UJDiOsB94zj5hRbvcW05kRmzF226t815HcXqJpDktVzYdHX6PoqLkwKRq+vaVUBPMOT6sk6HtT6Q
PMLYQskOofaYEgacfDjJRyLeQ44ABW+TdN9p76UAau/uQuMozNNAz1bgFRyCRAKYSFLmp/NH0j47
03Paf47IrYrpqA9rMHxogrK9BEHVIsM3U2QKh+v4ulFCJJj3DBSVpuAK96F6skFlHHkjddtRnNLm
EFZHPTso0SFWDvL0MapXP+8Ln6E3VOmyl6QTpqAFW9MsJ24WIExOxfQSIexsreNg3GXXE/ChjtLz
ZNKQ1rmf1YPLw/hdlh+Nsaw06I0tJ+7oj4Hjj7HLTmTj4BJdTOpdAxC+iPD4JFVbq9wZagoGgVtL
pwFDK6ttiau+tpeTc59Kd00PelQcpEA7z1qzNzjSQp1R4BpbckZvq9ZANkz1P98bYhPkn5iUQrfY
9zJJwuFaI2W+Eock8VvpaYwfm5Gg7y1QQYFrVCquPjXtTjVWleZ4eTltaf8z+/q+d72lHaX42HZ3
ho51CdNehmkh6OVOpNuit7XXZFZXqIt2Wfmmjs5e6896O+LFXMi40TjvfdnfGSQNes7wbshPXaQs
6bSWoROTeEjcVecX3S/2/NMcOmtd0g5Xe5ysP9nRc95DbO8fpfgpZ17UXezKSyp7q0dbm9J8rVu/
JXExXotkIzWt3076qpWPSn6HlJ+xhtuu7AG6aeiHAYY9rfYw5YqbsR+LoOa7PWrZcIrTo9VGPgbp
q0wNXs3oFLEjyAYGP9SIDAxo/Ox4UVirZkM7k5u629uXXso2kkb/I/ODKpKZHmBK+nIPKildqvB3
HuYfTl368+DsZS3cmeq8VytGz21LKrUFtxcD1ow63Ilt32D7juulyfCRJJQYFOCS0pLqRbIUBFo3
nd37TQRvKdI8dXgkFxCf4JaZ807uPtRGLOFNLVSgjwwgw8hlr1Oky1j9Rn5Vt2AZFX9SJI+9KC92
f1Fkyf8JT8G69QjTo7BtegFRMCPru2B+/4332H/zaiznhpmUjHnJ+cd17XZZO4fK+hEz3rq1BZPj
WC6NiesmDDL7tfxTwuQNBakgwkytbBhgU4OZNK/oGybVFwI/y7khGIV5rY1dLnEoaeYmid8GafAV
U+GMZSKr6qsxrd0wU5e588cOxksWtYsK/DV0Gi9E8l78MtP0m3v54p3cenqh8jey5Po71gajKS/9
2au+teUZUmHaackrkfPjxCiLAfiPvk37ygn6eD/HRdgSJvz/7Nl0hjjPUQwpXp/48XeEn/+mhlq3
9jux1thpoKJv5rApjHyl2Ufa9kWQzd+Qf74wqLbsK4vxX3cey2EnDbEkcDEFrqvdfu5WYUWNzXB8
UDZWIi9GiQxCTdvQMe5iw/B19TmYMsrQu8JhtjKwD4OMKEF5lJvhrsu/sf3+8tauH8e/bi0b0lmO
QhjHOag3cbFo1dd4D4RVtU/738ygN3W/LrpH2D66eaiwUDdxsZBqCxuHdJHRQ9AJkQq4D/IH1fiZ
fNe6tfvhdZSACQ42tbkH5kxS6s8+oSuD6l+/bW3nfdvKMF07RrOT+qf/mS/7NW/6fy4syqa0mpkL
6yupW5Dh87P7vdktLJEquuSYWDaqrqzRhno/uu6tx4/V6Gkt4obbnVQvhH1oAIP87NI35EAS8dRi
7lEiFt1Ozpbx+LOd/tbPJyJOoAiHadopH/Nz+fvvN6v9N5/Q+j9uPrEqWcZksR3rsLOgeQzG1Y0W
+GScYwbX2V2ca5SAwcmRrjNrjEEa5osi21f6KyMISdrryTammqgSYrFUfcMkYpmSlFvPv4sBW1kx
Hq/T+Vh2VoPyIgfvQ312VHllSg9ROECI2iqzif0wiylXzn//ta7P+v8SNC3rZr+x1CRSVBD/XSYu
E14lohnIYmjFq1bV73HFrxgF488+0Vufnyk1cjOr+ZSs5G5ulpb99Pff4YvT6daSRyv0vlD0mN0+
3JfJtVf4+3W/2O2tmy3A1PsKr02ezSCVbMSkMEoBwJJNAvh3BrH/fJP/9fxvdoMhkTW5NlgDiRq5
c3Eqyr2sP5TDW5c5oIwBA+TNoO3bcm9lb0V7x7FeFs+1JEF0SxegmEDXmVvWH/nw5kiXwHqO1Vfi
1c0JwJZEDZLQ2+vUUsJmJwTaKbNlWf/RmJOShG2qFcf5Y5w+GbEHl3lhM7JJnJWC+ZJVR25nHdR+
ZYl7GRxR/hUnJ0P5cOZX0Gd3iO6U8X42r1ls93njHKVmNybHuIR2UNYMGd8q8B2zbu7DQoMXCYMn
PGNnaDczGbvlZdRlr8qfhmBbw892tmH/jer7C064Zd3shCaisC7p8SS6enPQDEJ8YlSDt+Y0AvSb
kB8d1wgVEjdKr6IT1gHfnTD6kf0cybL/u723o1NKAqHXbqwPYbAW31Gpv/jIbz0X1TLUIwn+wK7/
tB+qb870rzY186ZQmmKptIcaun4xPBvEi0IFBR5zcd3SQ5S/LXBc3yzHUPGUyVzI8kzCNBOJ0PKq
dhOlG7p90a2MbAI05GEz1bAM9RCW84sct3eOXsA2ME92EXk4C64UwOUxNjfhvM5DzY3yeD+BJ6fa
PiebJda+U3Z/9ayuC/pfZ3enZ6KYU4WaYIsDgfiZC411a6M1tEyzm4jLxkemcfF3jin/LVCxbj20
rmEDaZ7zxQQGY7nfCCfWZvPDs9DU/vdRxK3omxrvuV0848Hg58k3hepXN32zNypSjuK64rpRmLvO
ANIBmUT8LDvRunVrkonryOUe03Llg+noz7qNW2+lVlKLNhvRilgvwYP56+9nxBef2q2vUmqGrTRA
07l6k7SJ1/6w47p1UjJFWwbi+gTml/n4ndPHFweacbPa8x6fdj3IqeWcetU48NHhIFkyNAm78372
PG6Wnp6woYhMG3flW+8Vf3520ZsiJcGNWY5tPrbmpbZ8UJyfXfb6Tv+1TeRNTNNdUifCYmTM5bz+
/bJfPeWbJacaYSMJVaWF0/q1BQE4DyvXarWVln1nwPvVj7hZfamKt6YNExdfeYYSfwbzlBBU76Tf
OBd9UereOhf1chJpktKxf05iP4bDwsnEzgbOnNR7xDw/K9P/8eT61+NPMl2YY4pzrppDM187Xbj8
+wv4Yk3eGhGptT70U6ugqX8KH6Sffdi3JkSmXjKwlRkRGEqwAdRH0/73u/1iJ9VvFqUZhFhvXruV
OF2nkJyor8qo8P9+8a8exc1yVB0ihXPUjle0VgybSfvh07hZkdWUGCDjPOK2XU5Xvvji7/f7xZd3
a0WEhUGt4h82EQkHKbjDuD6FM3eqp8QP9PmbH/LF6tFvF6iZ2mGX8EOARa+8DuYLOqwvrf3ZQXNr
EKQZ5IWELZ4OZt3GC1NXvBK64d8f0Fcv9KZfCA1bSXubF2oEuMHh/PBN1fzVdW+KZhs/8XyauGfV
8MSHlKz+frv/dMf/0d/cegLpnTCc1BHjTkYTNuEJmMBJG8N9gjurNP6ewwHGI7qiFq3GVHvSKCPh
2phwLmV1YTLOykrYXHemakMARuZRR6uk0hh65isxP+rFdJ307yJbdSFLXt1BtSp6dHLdtydzVc6g
stpKMQcPwMzVsdAIil9XdYSUylAV3maaLNIc9iaGfeOc7XS5g6p5aaF2xybzc9xkc+udEb2v0GWF
QH0mI5coK1ZzNm7UrvE7/P3swpNmc5+F08ZJ+OP+j8EwtXuclXAZoUwa8vsWP/9AP9sqzIRcRY/6
iIEd7IJvqhDDur7//3rON1gKUmFFoTYVOHd3aG2fgvHRgG8kQaAs7Us58XyCN5FIK9XRNpPTLbu0
2U6tyQxja3UTc3mxzq1DEeBcDj9Vx7l8dBiVV4vB/n1FJdJy21iIidRydbUgGTU/hQYQyluogqtQ
R7DDn07zXZ3+TtR3pA8oHB4KBoeFvp6ZPY/9ctThscwh9oaeqHMvhucdi48S3RcWRq7etosMsrA1
juiA1rqSLFOmGzOkpIxBvfGb1GhT7LT+dcicVW6LlREBksDQnn6V6q+EpJJRbBJ4Gcpdly0lB94N
M9tacZtqM6qfwPSuMPvHtC3uKqnbTSlDpYFJJSLlVivdBkpZAMck1fCAFU9TC1N6uJ+gzIc5TyI5
WszkEKjBkcIFLcZ2X+rPbVTDAdPXWaS74ySdyw7O57uiTIueZrOKymU6p08j+d9Z/FTOo182O81c
ljKzevwce6XxLP5Q5E8zUcjCECcJBXmt8z+r8QBDVpI9DcJ4P6kLlkFlHvHBWozV2qy6RdOeCNBw
i7j3Nf0jq/fGZHiJWbiaUJ6LtkamCCeduxpi7ZeJjTtRU+vYwXVdDP1Snkm2RpOSR+15rKsr+0sz
2vM0dJ6NkqJXJQ/exmqM7+FNW3nhZxiUW5LiinjYDLDwQytziZWcK2InonkjIbDSjwTseRl0dMdI
CcqwXYVbMPjRNUyWIYSKdR0w+qoeeHrQbJSgXQ7CxOnU2SpIPZ1gRFOV+5HVrXtmbV0c+RlkhbQZ
V7X52Q3BMo6ddYG3phppH0UIdRqBVsiA1s5l34xVr8guU6NdLWJcU8Lat8mOmfo7tu4npAyApC5w
CNRUh/y83LWtftNFhjtddYdzAJnoJXOqkz3jycQExVhI6BEk6eAk3aFi8FuPfq6/TMTvzvHewv6u
X9MI3YOX3dmz2CvOWYn+jCFqTQVKQgWz3SjdUX+Qhdg66QpEiblosDLgW/CjF2O4ZEqHB4frwEGH
FuS0RDgchCJDFysgYda+yOaH3kYQVEMblfVFwRvTi+dmfJb5EqFGjQwJgiFw86CEKpUv2lBymwkP
EmJfZsdaaOIZ3+M2jtx0RGKSw0yd86XQtjI0B7OLoLMxtaxg+2aIAN7LVENWuKkTbRFZGjmJ2Pzl
KBubfTyNS1ygsB70k/SS5jbEgT+DZi9IqFHarVQgTgcnGgde+GC6Gn5Bmnw2UF0j3ME+XMU+qzXe
2jJfRkwz7OQhn86tDME8dFxeBhyrnYpi2Cng2zt8x4CRXfos5Q3ORBpaDHWdCfsUGs5lsHbQt3Jo
z1W8FTiaV+PSbMxDzwZttS9ShiYwRSsat55cYdacUFrhuMXYBPZsFqV+1r2MBuuzh6ZD4sig/cGx
0VVlBFiT7lXGew27tRufurFYybHF7PWU2thm2mvIQUqXun1EduRV/Dik23K+UzjClPi57WHFJ++O
qa+ryoRu2KwdSwadGxYlUs7MGBaSzKJD8HNn5qcy5TMejYUNr1921pNzCCzi2loLx+jSHbpHW4G9
CcfeK9Poj5xk2zC65MzXWUvXA1EYEKCsZ10UbJGFP3fhc8C0q4MWnDv5wQzf7BAqPB9cB39OkA+z
mCANVSxR2X5KYHoUROiU6Xxv1vJjDid+ypEXjwX7cuK85RI7YjSmzSobTc/sRrcxwJ6NpnxtBnMz
yHtIqRFuMXg8IB3GgdQsllq864ZfSnOIs4Mqv9piXCYlp/LIULK9WuaKnapz7P+eunrTVtoqTc5w
Df0pKA50AK7OeyMNpkkvRoUnMzLAzoFf2zE8CvK1YjmHRj0Mza+aiXwo3A7zerPDxzCs/MneGM24
qK3Hzn4DW/KSePBq88nIPzXzMiSv5IZ5OlKSkKKjL35Z6BhmknfU1jo1yX3VEpcSXpLmKY+XrKiV
CLiakcWHMJ3uBZlgsbRNhQWXjh0YDi7eqi4TF4R4Rr1IkxZNsL1tC9kVOeSBvE38PjkHZbcbCnQa
cHFMaN413E2TyoRmynSc12A6y2kBDxcCSxg9hPOF2/BkSEeyPfzShmDfyCdJfxTxqgMTRko1xmKT
SVsrABN2DikjpAoS+9UuJZ+sj77kxBn+lGjz4ilb5v247yykbg7rt34JHGUzRkxZW5idEh9rJsvo
ZYKFwZDuGmkrxSOlsKBQOxv9dw56X3haWLcebxHhiQGCGLFzpmPXKl7M3tw2KMPrT10kq4LSqoPo
EjcFIVDI2dEPkP7rh6bkigjtW/w5q/k5DTjcgkuT515uhNR5qleyPJMS3NHedP0A6QrBe9y5TSSt
m76EFe6g1bw4GczQolyaHaQqiMF/r2x144uS+R9M9V/9a9lFfVpFA0jvAF8xQ/WOeU19itR+3Uq1
F7MZozReC21VV/PeVl4b+zcc2IWamZ5VDotoRnuJEKuC5TEmBorsOxJGFjOyCDEjIJX8Wu930Arj
8ZRUmV9hOW+m932BaDVRd+2VS1hRoDLq63RU8VblZsVDqpw6jA/mTnh2qflyMHn0qr9zRKhOOi/j
EFcqhgbTicD0ZYmQM94IdGJxd2/AYtImMojkxwFrRgsxSRIcsugDKq1RDVthnhPOqUQUfkgvaffW
IUlhpIHmB1RWCNiYM5QpMYkC6XS7xSlIWeR1jKR82SC5F0ynG0hBbAdz8zbXOzx/qISQK1vlsyxh
fQ2UeLWh7aW9UYfnjo1rQgkwtkunPjjGsWm8Lj6p5byWk83Ee29RcwUhrGKpXGtq6EJOoy7YBtUq
yDaqaF3TjLyZ7cyw4HMitrB1yNlK5ev2XcGmLNf9Qu1KdnEonwiJtHe9P4v8HKE/A4Utr1B1fKog
yuGY4TTOMk4pQO2VZKJT0+R9nB1n6Y0jA0am8DQqp2o4Twlz0nApB4eZw7OpL/Zse6G6ksaFOFvt
oR7nRXCdtci7cD6pxYOl3Btp49dJs9AZksf9obdeWnSZ2WZkWzMplw2FL/nKi8dPIOW9z/GbjdlE
iuy/vQTiSZZPUfhraHZx8hygrY75FnK+P804VuEvp0FLxYWTh7KJr4nX1BpsuDbSfUZa5CsEoX0f
ocIZLXjLBKH5PULEJpcfxuxUMle3SB6AaOvbubpxVGVpm8GZUG4/dXYEYdhps6wq6Pequu/KaFPQ
/QRQxMvMhDnF63EmxgX1U9m+5cGljR+V3NkiEsIQUHsIxv5FkqtdxpIurY/ZHE8D2Z8kLxDz5hUE
n7XgT335oHfsEDJChqjcBrA/tZgHgFo6lsILBC+3RSY6yBwC06nMA6LKxsUQHCfSOyuYbvV7oJwH
tVw0CDEcC/8C/dHAoDaPUcvK6V6vHods1Y8vSTp5Zb/FruwaFErZCgtLZ2NUtEPBUtSqE6nDCxYZ
Gnh0zEQ3sNjfleTcU17IvH3nEX0XuSOdeG+CncZUWL0HLqHc91WIxN18MPR9PIwr23Y8HEA6eTdx
fuT6W4LSYXSedPuPQqSfGZd+OJRnSw8fC8TaMTYjeKB02MB7fQA1PuIESuk/Q7y9V/xHJcPUYYpW
ufIRdJNvj5QBsMLdRl/r0WoSNUr2ncIQMzPpfdvnNCkRRKfw5npE7dgwDO2jLbU7uSQ0po46emYz
WM+U12XfvkQYZJtOjwYrWukORgZMiUw0iEMHzzPv/BDVQavXD2bvbPDUPwpU/dYEqzXzchP7NAXh
neK4goid5NqKC0oh1P+9eW8g/o+C41VFg3lKYC+70WE2xzYeolbGWCCfoyWCppoeQFyLOWL1HGlc
RtB9i3D0bEQTVruN5b1aPo0AaFo2IRSZ3TSgIkfLoZj2uZrJCbm+T2daFcO6HTbXQ0jN6s9Yz9ZJ
oLlIzl27QRChXyYghBy0SUKSNWehh+ADy4pN3EODNtfjuG0T+87Sc4S18UHTMMnNIBXWnR+FqwTT
FbvNz4GirzqUMGHTHwNd2+KbtpoiqFOCsLdmXM+6vbF6eddmfI/sSDZGzMJ4lZD9BAUbVHsOIfg3
zdvQBEsrh9/8QGZPNQX7qbAuWSrWig3zECOcb46zL/CDG6AQ5RIPA830bkJYiC46av78/cL/+M39
FzJxAxUKZTCFrtbjzu67RzazY4BNz2hSh2oYQ5ARNVH/2zmkT/sPdg3UIKaLuGw3S8pdOtobuZ2f
IvszccKjE3z+/aauP/u/7ul6pP/r6G5mp4Y/b2IblumLlCLoSlEWVen9/fL/uL/91/VvEEY9tYeh
zhjpVbLmdbP8KMJtoRJVJD5j6RL2CoP5jSJgGndbwZnYT8kxs471t/G7/xjy/dcdqP/7G2JQXpp8
g/yG4CgzCnt1ytGD1D5Msm0gHFQXpEyWdyM5CjFK55azKlc5ZYp9V+2guo64Ktiq/DOsX7uBLSOE
YHHKYHwXSStFPM7xN/gip+sXr/IGuLTMAv0G59UO8f2iJmMXNA5d4hpqxIXmGXFIsaMAIsojcwum
/kX8UWcY1SuePLeXkhNljnSvRqTGWeDrSKVHdAtZQft7GqpXLdSXhtkv9VnfRtXgR9KrDkO81Ow7
p3wR1eBOYezn+VM9W65IUcNVm7bdB9NT0dUe7kYOililu2uSxM0xFWkAmuvgXrO3Nrspe5pbmXuU
f3X9nMo98BreNh33gKCM3b0tEQSls2tVr1iFZAFqtm034Mgte7BA+tyieEQmL3XPERvliOJoLPMr
kuAGUru4ugzUfUVV8Z5GFIspRF0MNLIOZWhkHzpz3Eg6jP6rU4dvZ3tH9hGx6jNyxfoYlZt2ClwD
iFAFhxi1fJ1gxJXSFpQdYnplo1fpAkM3NKrl9Jh0pdf00QbDVJy2Xi2Nsj3epPW2AmIjaikO3+fx
syjDXYXQp47gT6NixKFF1VaG2DvYVZfkGjAi289zfGzimNOYup1TVSgJayX3whEFuEDOGK6CZWgo
uE1ZvGqkr+NroquHovzUynqd2ZOX9Vd1/7aKHuJmfk0FxY+JbtBUfFpOt4o5cZDptcXDkB7U9ABR
FHOnIFk60y8tV/xJTs5W98eJPnQ18iqBeVxuAXwk9FrpolFldyzWUnXurMqbtepTtMW6k2Z6tldL
30EkR+7a7XNN8/EzoZHXXVyVFoOZ38+IyQV6o2YYl6IMAJCyPYK3fxLGwyh7tSEWRFnp99VLCkDc
X+WVGClacwKMZO1y5RjNh47qsZnCR0N6npJm5xR/rAhVrZF7o1b7E7qCXjhHPdK2Xaj9ijUQCIgb
jvxHGjS0x8RqtQa2tRVB688Jui3cxfpq6eCvUeT6fWLJ38xBvhjmqDdnSp0mA59MIKg6BlDDyxhG
nmRDIYlQx83fMRy+2Mtvfblxay1UTITErksfc2KGjXbvIGv9+07+RY93a8/tzAVNCpXUrpTXSUhg
3jh91z/+976l3hwRVqjEOsiu2I3toR8unADfXPj/U3dmTXIbSbb+K216Rw+ACAQQY9P9UJmVWQs3
iZRI6gVGkWzs+45ffz8U1TOVyFTi1pjdhytTy6QuVnrG5uHhfvycv6hurTlxlRbFkLtkyjvoIXp/
hhkMEjnEjnNz63r7i2LDE0L42fXpuHnaJLPDwtLJUSYtGoKKdNlDDGVJFP8amscp9/Az0U5Lb3d9
Jf5qmVd+Pp8t052WYdXhF+EukSE9fVAAXP/0v5i0NVmul4RhNnesc+CYKJE/jnZLAyokdMO36wae
Nv2FC3nNnBv7LUhaR3ADqmnx1PdRHb1JSvmHFZCkR5o3wrO21le3H3nepm8y/5NX8yRZlPBouINl
ad+VEIcF011S8qI1iz+0yu5b+i0p3h3q3rqN4/QxJ5re+MZ/tcorJJuppsD0y5FSIx2GKqSsoIpX
Q/o+CT8P5adgbGFZCz7PUHJJSD90AqePa0Bp1t4YA6iuktbOhmYkrzApKX3Jja8xJPDXv9tfHctV
tavxYwt2OY9cIrhDLpGJ/OD1T3aW83dpnRZn9mxvV7yDrU6yE9o8fpc507HKglvdDve2mo4FbWmG
Vd40RbqHuB6WH9g48uI3TYOQRVI7yO+8eNjF6ncrBklZiAeqTTd+CCY13hXuH0GM507eVwtRCWlN
yyLMQBPUpEN4gAsqaKDTMqF085O7xmtvRfg58b8kTnlLf9xdOSW/FdN4lwA3TqN3gmJ+jsxqp3/3
fblr9DGPoH6Yxz/kKH9BNZosgdiYlb86HitPPiU6DCoo+R+ttCAJku5GCIMRe6OS+yd+/T++jv8Z
fC/e/Zji5p//xX9/LcqpjoKwXf3nP19HX+uiKf7V/tfya//9x05/6Z9vvvQ0vhfrP3PyK3zyn5b3
X9ovJ/9BX1nUTj933+vpF/rR0/bp4/mOy5/8v/3h374/fcqHqfz+j5++Fl3eLp8GiWb+058/uv/2
j580R+o/nn/8nz978yXj14719/zLty/rX/j+pWn/8ZOhrL8L10NX2gJwaAnl2j/9bfj+7x95pi0l
qhm2azrmoombF3Ub0uNi/92xXWlrxzOV58kFb9wU3dOPrL9rj8/SZDKFdBAw+enfX+1kdf5ntf6W
d9m7IspbmmdO3bHjaFsJpRVf0da27az7VSZteXlJfmgvoJBZMgAKpjCIpJyRHulns/Kn6eemVtqN
P2zxdW2HQZuCEZ8eTcuOI6QkungfhH1IyROyu8qBijDteuOGM6D2upl+t5Ow2dlJCsvgaB/o/yvf
pZFI9+BV6I6ZEGCTThDvkrY6Dt0cPtpJLm9VNgNkCYyOdvvikPVFvC+TGsdiGzCbegmKJ85sP4yz
Gx7MiXLZ9aGdou+fRiaVcoRta0t49hqx5ObkhRNYmaFusqh4CHITFtQat7ZDT6cw4CxJOw0BfQdL
x3XLpx7035Y911m2mHLXgBs1zn0LnyFZEisPbp0+yyHUkVtBzlOK/3+86ZMZB8lTuu5sqRxz3fRS
DNqKOk3P5+DEfb2vHbO8Tbqw25u4TmDqqqdcO7Sg8ARET78iRBZ8nsr5YwXFqUvv5yB/C8t7FTf+
wcjHrKcuU4h/hQir/zzqmdSgJYe620d9EVDZ7br4EbWx+HfohOjUd72CNHmhxKOokva+o93h49Ms
/j9wWm/773Xb1d//9vpL2fyNMtO3Ly3e4v8DJ2Yt5Op/7cXu829F/r2JTvzY0+/8cGSWtP5uWloI
2/OgdbaXEOuHH9MOP7BM0nBP3shaIvg/3Zjzd226HAoNYYEyifDYvn+6McPi80xX8ENpQmTtocTx
Aj+2BDP/s0FdRKcdYUplm55p4VzWG9SpPek7nXYOWUZgsVdWAAlVMkaeeNVDx+ze5uAtuzcDSZvs
rgpNOpK9Ng3mjejWOk1j/PgeUoA7RbnCdBnzqY8LXRP6Eb+Th16krn0ME4L5N6bqkxGOxsr815TT
LAwLZJt+nYUe3wzOFBV7M63C989W74K3Pb3q+SKuI3BI0gZ+wMx4XDvP4yC64XUDNZw82FXx1TBt
82vqJMNnI29hBtPxVg/Y2fxjzmU9NdeVZeGPTs35tme0kNPJQ9i6NmQhvKNDG9VaytYhHejm2AP+
Soz5Dze3nDslfe/n6+M9dYQ/xusKy7WkBHlz1t7V2GGqKjlIeGlTfdBpl/4igyZ7UcD6pxUuXscT
0tTWsp+fz6oraJmfBotZBdbysVDouwZpG2/0niyTdbKZXUctt6QnbGbTXOO8CzZvEAyQKhZDA6LE
bKClMVN4IsZ2qxP2fNqUxdXFWBzHtr0lOnk+oEbH01yADyOrkSaPTt0oalBm9OH64pxvRubKcywu
D8+zuP5OreSDVeq+NvrD4MbtrSpM96E1JOQmOQmfsS+8jfv4bFRawJemtSuE4u91qwDsXomROtTg
kokcG6yz2c4cyy3pnrNl0qyPUtoWWkrFxj8dlZj15DiF6x+apQ+HJv8qIRuJWixcIZFnfbs+h+dj
ciyOsbCUch2p16kMnh6e7pXlH+Iuh965r4JiACnWtr++3I6DS7axxZW/Lov3Y12orqNqUZKG+dkz
UzgHZWL+uHFPXgnPg8FLo3luZTV3tUuFWJaEA91ChlIkDgJVVbzVP75eIS4DlI+lp/BIJuHyykoV
xsLuoYuiAlNOr4M+6ekDlDm0kGAKr0/bBVMe/sB5ita5hpafP3t3xnmQJXHdDofGz2yQYUaKqq/Z
mZ9oec5femoZF76BvUDh27aoNJ4aa+EgDitDjgeh7WSHEoygYS/xNl6LT+De535oMSMtwj13if28
dWcTTU2ICZhQvOeziMShofQPg4/r+FAa9DCESVWbEGvzD/kQZ6FvP8qmRICuG9I6g4Cpg6vSa2aI
SCPfhJo4bubyowTdD8VQXObdb1FTFNX7xuN9euO2CZC6DFbNiQh/KOdb4aYlxWAj8va11GV731Zu
9NmiDWg4ylaCTuzqriYRm81W/hiVpfbvM7NZ1AIc3R2RMrWy+0EZbTfcJL1ZV3cTj4XfbLOv4VWv
yeanrYCf4fpGWMFkeOuZEp8tXctTNuI0Tz9/thOsSVYJjfbDoUYDpr8tIrszdkkWFzP8aB11yT7M
iuFYlk1W3BVTSVaGiLh6XZu1Yb8LigRxgMytNfA0CKHr/jFICvj+jNyH722kVEL2tXZkdtuZTgH0
MPPK8T7Ocme6E/k8khqm28Y+1sIp3yembN8Cbmkt6OEAoHxQVdW2lK8Kw4+ow/d5t5Q0k/5bAz+b
4VGLruqv7PESxJ7SZn9TBVMMmChIthohzw+MbVJcXcITbTrM1+ke7jrfjoPMHA6ZD1ixQs51L6vI
A0qTbmF8lo863ceYopHU9gjJHAyempoML8wDG16vpLJgVm/ZIn5fzTBM1sY7s/SKR0MK/cv1fXBh
fATFXODCFlC4rEMFIWBuLaCyOajEMG8jpI4ArEjfunO7Mvsz6/KX7vSSMUnIwF8ai+b6Gg+aPGSK
RxCAY7cb/WG8X+bhRnSxt3/xuGzPMTX5AhaOe/10MpvEtpB6oLt0MvQC5s+Sz2oYs7shbcTv102d
PquXk2ST4cAINzi1yvU1bvpBL/pyHA+GE5OhnFL9UA7ufBflmf2qMA0YxjsPoJg9xcaL3TmmPeV4
LDxY43UcH/dl6npZPh7qDFbHvShAcIG6qKZ5B3Z66G+vj/R8/TgKS4zEeEHwr81Vnq7toushPUXb
nbyh+rme4QvKkvxllZBlToXwiFYIknmxcV2dLp/yoghciJ4Pdud8a1raUFpjSjZ84KXheAyEC1Et
D7PVduRdpFo9FeahiODyq2pFexjZgh2cYe4L4/6n8TwztTrbRaPKIJoy81D2lqTGF5bHUVvqxduB
WSPWUxbLRKJllUAlSso8s/XmwzxlZHSctgOHTNuhH6piY+7WkREDkuZyhZjCEssePF0gSgnxbFWR
eUAhWiCYQbmhlJWzcYrXEflixcKBL4lHQqSncvyzSwotlNZs8JcHO45z5IfUIJBEKc3oj9qamlsx
zTDIv3iPS0trTTxh2yYn63Rg3LrKzCplwnFt/xoYUfuImO3vttvUL18sMgHE5O6yx3mtnRpysqmB
eK0zDyqPpg/9FHQP/dyCoVpaNV48JpKzJluDM2shVHVqSgr0a+bZng4ygMTmLgjd0j4iylGDxxXC
H++um1u++elFJnha2wqaKIfM8LrlkgZgo8gKZyZq1rDc18g4DIQA141c2BonRlYpjBivHAlvxkNY
4UD7XlFZcESAle6m+YOok3xjX6zE5Z5cEgYpJfLWFSzaahLzppyr2rXnQy2gKgU/lQ7DrY/8G2Bw
K1Qd0M/c8XZT2tmcvdJBsCaSIe0mrlul733LTB5l1CFoYLJQ/u+TrMvP16fkfN6JJhXvoeXR7+h1
dmMSQeSVBKWHJh4gl2zKT0qMYmPeLxnRS7LGNV3Lxt+c7qUa+WXYSpBtkp5ZAbV0/Q/8X1s8S/ps
C+FaCIeWhLFn6rX+LUI1xNyhMRwmN+W1mk+3fjod6zQ5Sno9RpgwR386uKG5cZefXwnSsgRBMS7A
c+QaTBAAUyxSVxI2eBKRgsCP0QOTekepYCuyPJ9IYhtyDbhPS/MCXN0+ZUWXUxVVw0HTMHWcpt7e
V07k3FzfE2epPiozJpUM5AhoW5A469P1sgvE38pOAOdx4z8yuKO/AVnODirQxi6a5vJV0E3Fq6Yt
QEjbo/02N/PNL3E+q8ricSaZUYtvYa72zOCKLgkQwzikYwRCKNbdx7B3IQRWfvQiZOFySsmukll1
yPUuw13lcBKlqyxr8h6+wq67MQsCSygfpw1ncGFA3A1cbdLFBhmj00mVEArnccWAeB3kaPTM9i/z
zPvAjiv7RQ3bfw4IJnNS1NyE2lm+yrMrEJLjpg3KBlNxn/4SpFEPqWqXfzYNQKfX98rFUSnb5kGo
uC6ePOAzUxQHB6OMyv5AQ3FzhBY5+1TajvNGBRYdOddtnT92WCflKO0pAj0tltPxzJY5AjjSDu0u
FRXqyIoOXeK9163/Fu7qAv146W8YvDS45Z1LCXGJKPRqHmfX7SatFoMFfNa4l/Q2N2kWy3mwvHge
yeiRpCSvjZt018CVKpLVlFt2D7Mykn1eCq4dcQkoJcpxi8HvwvH2bPKihH1kc6jeLo702Tzq2u3C
sqIEySuANvA4RrEIFrzZhb2RALC6MbuqMm5w5QVSLvYUvZmsmT5m25Pz9MKEsEfIRNmNs+5pSfS8
+i5zK6Vhe3wXUdGUTFfpPN94U9veh+7Qb8zxsj9OYwzq0Q5FYZdzTqS82j9qTIN2yE20M1pGkwnk
5EyDnrvru/R803g2YyF/xcscF73aNDC5pCiNljaQvfqD7tIaiQXuI8KE4Hjd0qXxaLk4FLKADsfv
dB0npw1LSJ7tw2gBK0wV+pJB6kWHF1vxbNwVWXRJMUquonYrF57hRDV094uQUFA69nFJUb/4saMF
aXpTaMviYfoEenm2JyO3ELMxAKCcPeEieVRlaLoGRjEUG5N2vjxaKAJNtpy9VP1WMaCTlToJnSA8
kqGPHlQtaYbjH8gq+lu63uf+ClOE65TtJHeZWO0E6AkpGRtzcBRVbtPtMXUECUaTkjQFAGL91g1W
Fx0ntFa2Bnm+M5bS43J5a5LdZE1Od4YxJr6WCqRqTKYuBmBXRUgillPx0r1BwEWoxQZkyUgIrUaY
hNx0yZzZh6Ixxttphp7Y9dGDeOEO5F4mSWtbOEeedWfsVjZaTG7Dwz4fFa1Bchh3A0/ZjdfpWfhI
SZhQ2BWuWAp969IUiUQdxrk5wi2WtPATWC189spszZy2ybhP7snjaeN7a8tc7crUBio/OnoOt9CR
S/H61E3xRcRTlCBsV1CTPl28vmxrv09SvojMXlmQpgawNlaT9zg46jUV3xuCi6Ofea+niSym0s0W
1PBs93AEcWGmktqTSwi2+gI8rFuIw82DGGmz7ycPvv9RBBuA+7ODuBz0JWTGqXALrblIFPIBeUoS
/jCojK6nEDWSvqXAoAL3xe8PhQHBq5KsAKdxQSM9v/BU3lu5MnN17LLK3OcuIpflMOQbh+FsQFhh
f3LgmTMH1NGplahg5TI9w1XeTSEt1h6we7v+lqfFFtPPJUsuj3KyNuRseBGcWhqgjshyGhCPbmZ/
U0RFHwu3KXbxHHgbh2KZmZMrkzFxtVjU3JXFG3Hl/CsjrG3dpOIYIimKWCoa1qODBLAJc8/7zHDU
ozCn6hWguxfnH54sMzZq/eyPdZCCinzcj0UhjnajUp5WSBWhN063RNxuEcgugzgbJBAjIspliM5q
kKNnz6IzMRUOVvJ60gOwdOpov4ZGlT6ouU++vtCfUWUgS2kxpdx4YOdOl6+dh1zGTgUVhDBaqDyQ
XBAjdAzXrTylq1fDwveTM6BeDHxhTTbbBGPv2zQj081o0AavysRduhCrBfCfZ5O4mYY8NNDQQK3t
YAaV82aGH+jjHEkk+JRlUNwq5krCNl9P7dcCYpQAOgqa8G5GO3Hgzk+bfgtscWFnL9ETnpgCE9fK
6pHkCL+XlJ7pSc1A8Zb+gpVDCevRaaC2vT4/Z16OVRC8/DitSyF9/WyfdMzWnwf76BtdCqxiau9Q
rjDvr1u5NCASgmSlcQoS/M7pWrt20lDmRJIoaoDUdhC23ORogkOZHcV3/wtTi3sjR2BbYMdOTTW8
ybPIQmZG93QV0bANhWok0LjRw0sfzEwdx2TJbBG7k9E5tRT2dT36diaPaaHmh0pGcpekVvbzy8cD
8oo8BLEnIfvKSpxkIV7WQHBgoieTWt6CLQ99FKZTY8PNPWU01meFdwGvAi5P01nXY6amawbdxJKm
fUW746D0bTtP1q0MLAQNrDGHl0kUrxD4iT/ERQ3fTUh3smvg9tCynhfYtdxfH/4Fr0Q6nhCAOSa6
Wt+PnqGnwCfCA9rdRG+lM6rPqVGNd1wzwS6fjXbjPr5sTzHRysbdmquYMbdTq0oCWm2sBJBnPedv
OtfYd5FFo08Ufbs+uEuHz3VJ1dnk6EHprFyg7nRn9EbgHEOqXAALQvFLG2t/Y0iXDh9d3yDxpGPi
TlYnIkogW4XvhsPn1Nmbfka0rSQPe2f0gbVh6sKAQJASZVgWAEKAgadHItB5X049pty0VcfMSNk7
SJhsPF7OXhTKozZJEQXHpR02xakVWcapYywCZ3ni1vvCHSDFCKMMScmsuC9CWT7Gqtiq4F2IAZbK
xpJTJfbmgXZqlF42zyzqRB2hRIwROum68o+Or9Ig+TQihx2nHmpO42T7X9Dunj9f3ykX1pDXoObC
dEnvuuv+l8KhuW3MJLGb3ZI7L8PyfaYMeQxdCK6um1rWaOUENKhz8EEOLgAE1OlAx4LuW9ro1JHV
9JzbppoztctJsJmPvcygnAEJDZ1FHdvdO/gaGpifyj7Z4oa8ON0eu5XHDk+rtfREiAx7W0yI2aDB
hjpBnPpduk/SOXxt0rEGT4Bbdb/wPCj37piLw/UpuDTbLOcC96Y2TY7tdApAb1ax4ZbusW/t5tjU
JSJGhlIHQ8zxxmxfOjHPTa32ctP3LdnCxj12ea125jzaUNXLrUbnS1Y8EmuCxAVh5PoNHg1zL3JK
LUfXjyeo21KNBjw0Lten7aIVYgj+cpadsxpLpIe88VLWDH6/6b4R8aclY7Zx+LeMLGv3LEUyiNmt
p3JUsMsJeaD57705e8HGqlzyMJ4mcUWhlphoTVEuaHlv5II0Sob2Ff4b1dqkekVCLrwJhggWEsTg
Xj53mpc3DL8W8NP1qbNj1ErrnMcZAOjoI9WF5NVATSrfCPcu7WwNyBvkMCW5syR/boSRiKMUM5E7
Pige8DfV7BuH0CzsjRGdm+L2BBa+ZJi0Kdd7DlZ5OLNN9lweEUwsUOZ9RsrsZp6zb9fn7qIl4hXK
QYRj5LNOt8QYtuOYJQjJRfZQ3arcMPaTVbn7toJ+8rqpxfmdOkcGJYH8EPoRoK9fE6mw5njkJoev
QzW/jpw19OEsf991ln3wVRu9OHDGHpZwhBZpujXsPS1qb+YqxRknZvvLAknbg+Af3vRAoTf2/PnB
eqqlAcnRgAbkujLj8qzMUrowjnQ3hqh9l8ZOp8VWT+pFK0tTEi8xRrY+We5cmnUzMyAIRqe7zsz6
19UwpBuln/M7jByHLXBCPJuJEFZRXBybolmSxUdrFgLVBEje2iHojzkdSod06MVuGOE7berBvhss
8lwv3yUUg35gIUjvLJPwzEe5rUGS2B3wUSnk9jngxhuz6Spkb/3q6E2JvxG4n1+WmkNme5aix4zm
nVWEV9RZUfAYco6OVwPKGZH4TWlHCJJvNVyc1h4Ag/czuDv/TUPZY8unnDvLxTqwNIADDrH6yrpF
x5tHAybHT6PfdZ9oVQ/30FjI7OjXCFPt206rb+7U8BS7Ps8XNtNSSHcJjCg482+n85ykjRJI0jlH
2869vValvzfHZKuifsG9WJx3F7+8BCPrAoOMEzpO0tBBZb1AMXIEmWHn0trZbZtvbJxLpgQ1KQGu
EDijs3r492FRm6mD0J8dD+T/3SLN7/Ws5/fhBFnl9cm7aGsJ8WhCXDAJK1tRkvEQrDN1DP1FXNVI
0lfRwJVXRuNW18xFU0D8ANKAoGaHnq5TbpQLHrxUx6o2x0VqlYdsRXjlkt/Y2BKXjgJNmGR7ACHR
qLds1mdHr3ahQLNFTaTTutNrOxjsve2jZdEPnvxVyry8qzIBJUa56XMubUby1EQD5CN5A63mczJR
lO8n4uZZQqBTF1V2jJVZbYzvkhWiYQCLZKYd7J2OLy3dLJooshytfkYWe2igmRzgGbu+Ny5a0SSG
NHkoYEirG5VXRRdWqYM0ax1Hb2sps9d0jYr3L7ficHjJnVBVA7ByOpbBg8cNVy2PgRHQm2LCt6MS
s95wjhc2n+I5ynageE1Qt3ISeVcKXZhOfLQTN9zRYBHtXLC0bAEIZV84IK40wg9FHOKQlRarLUAF
N6K+3cRHXaT+jR7C+CDycStRe7Y4WJGSC84i2MH1rqwQ4ttcaG54xClVd4M7xXs9e1vaAmfThpUl
EF2quKC21v1lQWObee3CV0bg1UNrmfrt16FCEz2NzObFNenFGC2CPDq5tM+yLv2QNPSXAb2Csav4
mnVLlr0Px82i0rLWJ+Eb2AxmjVKkTRRHbH+64wpf9TppE1h5l6zwr5UXu7AFTBH89b8ZQgf1PjPa
uPpXWQauc2NNEFjutNPC2lIVahzvnNk3jUM89ip6Ozm6rD5d30DnVS+yfISX+A/uGcpOq81qDlmb
Gg2btRphdM4EZI7fxeTWYq/dsbfg/aqc3vx15kgtpH7GFL+fcjMSkDGOcDr0lsrbcLfxpc433AKU
IFyi14HN9cSi9cynVnGsM+3F0REwbDTuu7ZKadIufMhRSRh66pfIa/qvtZ851sfUiPvqU+m4pdwF
duRGrwBpQk1ohJavHmA8QIjacotyC0p+FvG5BAB0My34iaV/eRXxGZXXhYVjRsegbpPiNvIDq995
Tl+OiJyPc/5OQIcOk6TRT2ofBcwWxN6Dqfcbc7XYOd1hbOAFlkM2HQj9OhiyaUCp6qxPjkVStPU+
j9jVN57w/fSzH3Sj+8Ea7WIQNzCoxXA+2blw0i9FYVZ/VDnYS+v2+vc5e6/w1iebiztQoHEIX043
fBKZhki8IjnazgRXcagtJBhn33prRcH0um39cmOznO8V6sbLzUtEQdV9nagCb9J5pcfdpw0neJu1
VvqVnf7ifMZSnaYrDygZp4Tq2GpYZkjpO0wR+ISpcU9H8oxon9luvGBX5GwgyCiDg7OSS8cxSb+1
dmURz9JtczM+EgOSVYQv051uqq7PJkiSotoO7hAcHLydk6Ih/kgqrEzvJQfla5eXc/52zGwx3yHg
pctdAPcKDVJ22GV7uxV9dRsbFsRfxRCbmYThunXrrVjh/ExQ7WWOlkL2UkBcXRST2/nKKevsGKmg
0DttBdA0BpnvmDvfK+keIYnq9reGnQbVLbhRG1VoMUrj5VuCzjlapSn84EbWGma+52VNn5gpdA62
98hZjB7MzNzyUuf3FcQMP+q05LmpGZxuiV76Y53HZUI2su0+pUkF16OKxZswy8Z31w/VhT2+QKgU
jx3JTl/nn1EDq0pU8pJjbIbhu3bynflWxdacvvzwkhJaivV0udJgtBoSZWcorWJkbB2QK7eTCVvu
AlObXo1xO//ep8lWMvJ8Dlkhh0NFwLS8mpeBP3P0JaTlcS/m4mgm2QiBRzgB2lHpXUqhc2NTXDIF
XBhUJsd3oZ04NTXYmr05x8URnqjwVk2eA1i5gJxT9XH+0ggQQAL4DZIOwqPjYt0SUwV1H3hZVICq
gul7Ul102zpgLFrejxv+/+KwnplajuSzGcwMY56cOimO1Zy7u9yG2c4d7JKTZjobM3ju2hkVDRAc
bOJ0dEZPTY0jr4RC1cUxcVJ0iJ30IbF6dCFbAxbABG7Xl276xRzUEPSSEDrp1WaUTUbqpiqLY9zG
qGE2QPV5mDYbNdVzVOayVs/MrN5v3UwoMcLfQ5NPHe6bIfa/eOPU72cZoJdBLW4nCNSGm0DF04Pu
8/b3IUu9jbFeWkXKH7yJSS7wdFiNdUqszqDUyIaZo+5tOtFtORlmf1dLmGCvT+slU0AGYd+g1gDq
VZyuIpSzQEP9JKPOMf48THThqi5Ekmb09OG6pUv7BZikrYFCECCtmyQhf0QYxdLpsXJKxDXpEEIQ
Dy6r3noEh7H1Dr80LmDePByoWmNxNYXW3ORGnmbZUQYGoh/ase7GOg6OyajDjYGdu2O5IMr/29Rq
yySoXfqqCJdrrovC/QTwNdv3TZ+qDT9yaQYBzjogfLlp1Dpj4lq1tjMvyI40HAcfyC/U/2qhIznY
RjMuVHtqY2BnuQwWyoEmYsFDU1Vdz+EMpTetxcxhmZrF3gCff+/mfv2u0Wbwnchufiu6vn8oo9bZ
yJ9enFIKEeA12H6gq0535SiieOwMdmWtO/eVGKMyO4wDhjZ2/yU7C6sM/Z+AvSm3n9qZc8MJHZhU
oF5uIJ12/YC8TTxtzOOyAU5jcjY8GNDl0UdLx/o412VB3jVzsUKsvBeNoz5MnPxfUGSyyDg01mNW
el10c/28XRobiCOCU0IfytWrk43KmENLsEqPlgFos6Z+eVvzcv5w3cqlc0Ydgvo+T3Vi1GXPPrtw
0kRCgZAwtjzumy/OkI7plzAAn4T0r0K7+rq1SycAsDAJLkmjD5n1U2ucALOKQo9QDjrqX53GSO8S
7dQH3y+aj3YW28fr9i6cAHqsqfIvuW0q/qsowcq6zKiDOD2CIDez91U2FeVHI9YxT5m0nuEe741Z
3jf9nIdf2jIuty7ZC4sI5IaMOr1APMnXsWsrcjJkU5ceC/TKHsy4Kd/IvNga5qkVKkkLTRK5Fuoh
y3ZZl8pgCVRxHnnZA9mecJ81InyUIaoY1yfzdKs8WaEat5hYksuch9PFm+s+tjr6nB+QPkEAyja5
y3sXKaO0rTZMXRgQiT2HI700IeNFTk11fVCkttGVD302ju+Q8Qzu/ASJ6+sDOt2NTwPCCfPpBHUk
xdcNp94UWIaMsvKhKQ+t1TNpeTzcyDEy9mJLyfPCiNTC+EQmcZlCb3XJjGFD9r/vy4fABjJbdaE+
hFM6vb8+olNP9eeIngiOLLIZ1hpkMog2qP1YMW8TEk2AwRMBY0ba3HYOpDPzaA4ltPk0qmzM5IWt
wf6myxlgDR1M6/bnBjBFrmarfKjTmvoRfCs3TmbofcO7ccMZX5hIQMGklJdqEbXKlQsRsRl0XuMX
D2E8zEg5ISIZV+hSX5/ICwPiCQiPGfhJHP46jzaHbpDPtb3orFjBLgsq731mz/oIX4LauCsvmCJ6
IVvHKeaNse506d3ICyxRVg8GUNDbNhn0LqtiuYgpbqGBL8wd/aMeCUIeTkuG5fRYEas6XdwX1YMw
cjiqMqUNfTuJCoqE69N3yRBAI+qneF8Gt8r/0+5l1iWEqQ9Ax4qdi1zu7TD49v/CCsEYCDgO7/Lw
PB0OsoGy160uH6K4N9+Gxmx7N8YE/cLt9dGc+wlyX5Tiid0Wn7TunCiaDLjvaHcPGtpC906M4IoO
kdkGwy0cF05+jCa3Cu6vGz2fQiAPNLzA2bE8adbNJ4M3Nr6LCM5D0+j0oYfZzLsPiiJKNuycbz9o
jyhtkOfj/QCTxukk1l5bN9lodg+O7qsDOQIkc6hB7CogJC9eL0wBDQdFrd3l+j81RX6oG/JBdQ/K
obLRC3s8FK6xpfp6cUC0cRFmwFxGYeDUikx8t53LoH9IIZV/bbgzPrAZHPFhlgbqSNdX6dzhSvaG
ksDcxAJCX3mjXjhxAzXz8NCrJk/2QzBo9yAaZDlv5zkog4cuVJNxnNIsePdyy650IbJbgN48J06H
OROpplM1G3f0R9FKkydRmB8lVG3TbpqsIH1Vt5Xy97Ya+60WjdOoarlluJOfyEg42YDMl637LGa0
ZBt6XpTUlOoHEga5mH+1QrgorNkM7uaqV+9qJeodnIsvK139sEyfC4UlUqrsotV016KCszBLmntY
wUAZlw03m73ZNH1+3plTPNdypXGZrnNL42iVsP13zX1iRujKZeUN//vkhcV35TT+3fV1PN+uQBQp
PlBqZjy8llaTGUnZRCaqj3EdoZk6Q5yTtFSucsMaN26aVT56mb7FFm94GioZ2hokFkR27ksZDvey
ChoX0gYnR3/CQyluP5aRTB7cYhL+vplnbwb0UZivBl303fvQDL1q56i0t1rY/UeBwEUMQTdgNgcV
usiAVPemDxBF3qFDRB1pjN3gy/V5WlHM/vjyCycRfMikpfn7dKKGAEyDVZXIb6TxHKJgW2finRQ9
ajqoI3olzNswQ4QALOARQI8nseIdnVCIYiD84VY7N+69YK9Ldyhv6fpGiM4rM6v54nZ1W3efspGH
0EcZNh1tE7UX/5HGWVI8gmWyrJs5jmPnDbM7o6dRxln6s101ab8PgO4GN0M8m3G064O0/HR90Jc2
BxE9hZcFUEum7nTMTZ+blYRX/n6UlX1rTulHQgO6A0uqYy+3BL8GSA5C/IUQ79RS3JWRGOYuve9d
Vd+0g+yPiR0NN2MfzLcvNgVhMKUtiDIY2xoPUzVac5H5+b3ZpeNtFE3Gbhay3qHY/bIu4qc9Q9mF
JCdPr4XwZeUvlEzperSK4j7Pgj+MzNKHYFDVPjH6rRfLhZVyAeE/Va14tKzbDTMj61sn7CoYq8P0
U23Zc7zvkwnlLrso0o3FOo8NIIICvcGAgOWDGTldrB46OzFZYXU/V96n0ReLWKctN5bp3AsCRFlu
Fh4SVJTXLb4dampOLoL6nkzngE5YRE950TdAFM0gkd98ZXTVRoLsfBKB+CxEFQujOYS/K19YBr4E
Es/FEiIU/WGs5eDBjq07GmNQGhk2kgMXBrjcJcBUJI73DPYphqoiYrSbeyOcl9YYR1X1ex2ouTgE
kwzlkRRxuYVUuDRECMAXEBOh0A9972d3p21MSFM1aXtf5mX5zkuRlEsLr3oVT8W8ESGc75L/w9l5
9baNhHv/ExFgL7eUZJtSnJ442Rtid5PlsPf66d/f+LzAiShChM9lYCCjGU55yr9AveJloUCGzhb3
x/UuycwcqShMKAOzjVQNv7/UnYOxaeb04f6Bvh0ICI7mQfdlRqAj5EL/MSdFiyfqLBPW6rB9ET9I
2wPGNHuV7tvPxSiSPkm3QqPasbr/3TwarNQyu6AQxd+RVT9qOfLIVYejWP9GmJS8OGQ0TOhNnYOA
dX1x1GobqpZQkJQ0uuwHGiodLZ9o/HJ/4W43A6PQ0qZJBzwCPdrrhVtMjLsTcosg5QUIMqHoFKQw
KNbHZM/lY+MbgZJiTkTfnOa1CIejiqGiOjAGY4UvOq50ug+HZ68rtzEKVDZudpiSyCyvK86TgqaH
Zg5ToGcdphaKmn5QtGXZCZluRuHQ0gemDkVaJG/c62VLlqRwBtGNQRlrxftOTYWvteUeafdmvwEC
4dAgZyOJ+QAPr0cxs9hDmXMcgxQphUPaaypiazG9MSWLH0cz2stmN8fzqMBS05BiA6vxVDXxYgPb
+yCcIu8zzu0jriBT9WvQRfqoaGG0J6xwE8YzQSSrgOXQISCTWD35jZIhZOUZY2DVs4kApXialvjH
NEKLd+YPWqi/W3JzL87YHpSTJY0C5ODXq1oURq1Wi823U9UfnrNgfpM1PiZPsy9EXNB+bD+M+bgT
PK5wUZxnOVcp5UD0Cyd/vTFrI6Hj2JRT0EToyw2aelwGnNNa4sNL2CnK56Sphq9TIS1WwrwxP9u1
af6aQuvb/RN/ky/yO8gVJWlP6kauiz1ZMtd66WHMFhXYWTgmCh2fUG5Ro0MXahjZOmOhfBJiJue4
P/DtmUGtRZYEQbBRGlwTwSnQharbeFNgj/WCAKgCfdm193A1Nxca04NsxZND0Ra2mfz7Hy9BnTf2
2BPRBSJvwg90ucKnUCj2jzC0ft2fz8ZIUuBBAg3khbMmJY5hZ9j60s/BVNjFeSwxD9WwAAymQbdP
94faWDqqtjD2gIbR+FxzNpakn7MqXebAMyfrxemd9O+0qfc6BRsTApNEBY67GS2f9c4QuJ+gXZSo
ger2yccCedFLnivhRx1i+05gcDsUvWKG4mWDj4hazPVXIs/MDHzPpgD44nhKwmbE7ChtfYH4wpvX
TlLgeD/JKHi510kb1WjNmXRrCsqhHr44WTi8EOPtuUPenipeUb4RpRjUKaivX0+oGtU4hnU7Bxr+
ewcdWOa3KJYGwYOhPKAOYz9V1hDtvEJbq0iHnxsUHgp121U8Yqs1ZjNmPgdxhGWC11XR94FV95Uy
Wr69dQfqrCHIE/SzEFxa13pgujStZk4MFXfpU9aVoHnMbjreH2VzQi5RAsGiVLVaraLWI+FFwDoH
2Jt+nedInGqvndCVNvaUPm9PlC7hoNwSwMMxoJC/5I9rItYzB6lNYw7SqVkOkeeFvtGNe2jq2weV
TwP4AkCnxLCthYgXUWaT7RVLEM7ul7Krgs5L8Aedgecqurlzv24OxtGVcA+mtcZtNplWuuHcLoFS
RKiBpcli/wavhq30lKOpe/DUut8TqNsck0dURinSPGG1jHCtWkRZRlQZXQcvvsrGbbRWDSWoPb09
o4+3Z/Nzu0PQhKUtgtqMJCisFfHCsHPnuR6swA2LJkCzyHzA9MfDBNmbd5jgm0PhkYI/CfLYFPev
twhCiSJxwUIFuWUgPzmn/9mNMZ24opqdL3e7GZkUXE3065E7omlxPVJbzmHo1oYV6I6Cj2mBc28X
UVF96+FiJq/lfPIjisWruCeeUc/pzdIltdWV05A3yt9m7oUnA6D4y/2hbrcFQ5H3oTImG89rzl+a
9a2VF4sboEiK82ifG6mfGUZ00kKhf0pKT/l2f8CNFQR0b/OYgCKgxbyKxxuMLnSDVloA4sR5jhYn
P3eLOe5UL7dGQcZJdqAB1fK9rr+T1Sg2yOzeCYzOxeRd8YriLzVNs51rfWMYiqNy08m1o/18PUzc
4BUZF7h3z1kM7LzPAAnQe377ppM3LREZnEuQtavYOym8zl5EGgZarDg+gFDv1BO87Wy6jbm88m9I
y6mqUG+7nksJZTulsOeS9M3il5Uv7gc1jdKdo7o9CpsbZTtoretrqE5Eo3VW6iKdMHfPTlZ6x6jQ
w53Pv3EhyBgC0DYpMwW21XOLOXDnlHGLX3hJsUZTa+25ijOUTKdU31m221IzaB/5DlJwgLwEpeB6
3WxwwEqUm16gkQNF7TuBElVXO37Yzanfu9r3zPkX5RZfLSJ/SMoj63IYTAMnyAQRk/mLcHBinr/P
7ld1bg+5eO6Umm5r/lUoL2GdPDkedse1Mf3VKL/uH8Xbs0/kKC9NBKClMphMv/54WXsnSvqsZl+V
Qp0ORlbF57HSo4NRQThMwiHaWarbb8947K3XOhrHf7VSJKgQIpKE8Qx3CqqxKI90orSdUeQ+/V8A
lszewMxREqSiIM3z1pnqXLud0hZLGPRtNQSEZHQY4gnL5hqPrI/02dKz0TX1O3Trixfyq/FN8pqv
4zMyh5WiK5WNdd/EawHK6l0enY2hFRieCveLWdolr1Gyp02+ArD+z1hAHl85nPRo1ho6ahvrDube
0Tl1xTz9p7lzaL+LinaYD9YES+UxleCEp4VHBpo6cK1flpVLDIswsz2bpI3dBPZMFn9JGXn2V09j
3MMx0MtMgLev1ONgjvpZSxTbH9tw+RrOe+QXuVlWn5nbECwrrXZ6zGvUQOMsNk0a0WBMngGx1hoz
mKZRv3h1Uj+l6EE8ufYyfn/ribFl0VIqzdH+oBZ8fWL0ucByyva6oMnzhhOPU5PAJsCJncBs5jk/
puXS7vWoyeBv5kr+ZUhiHNuax3N1neELoEIDXNQgahFtP8Rdlw2HpmlHhJKk3se7YSiXb3hl1dgj
jmqd/Fi8rrdPtpNFH7qBYrXv9irOEwWcHDXlKhKggLl8QLRQsarK7pDG/SgOmlXl1rd4qcIS4Sxi
nfeaPhiNb/eI8AR125vpp2ZGXe9HodCvOFnOZPUfPVyenGOfF0lzHC3E0//NcJZx6AAIFNGCsurz
8ijCPG2+YKFpidNkKxRhHcTM8pMKM7M/eTVo+QdrUYtvyti5zQ8rFml6ypzI8U523avuow1KWfit
nTS/GtUd44c6Qh3zkobDkPAzHTPy1cFzOn8OJ/1HhNn4C0WVELf3ceo/I0zU9wdtKdv5aYrLFNn3
JQ7HBcEVdUzPdp5VyRf0A/Phi26SH6Z+GGWeesJVKtVeEhhA03tRkz38KqksL5GfR/OU/jcasM7f
6ZKMc4mWHkP6TMua8aDHdous25BF35M0Edpjmi+5OBiDFw6/RmuMbYyxS5eu6JTMydT6Cyj6zDlN
LvakD07qOFXQD84kMN0pI3x1PUIN+5CaTtv4S03A5IOv08YPnpfpnAFvSuvDNGAM89hQu9UfvaRy
nCfmm6J436lx9TFculT/qkJHa1/6OlO8h8nSl+opS8bwd610S/5SUDf/bUvhGzptVRM9V5Xmwtoy
inDKOMhZqh6yvrSyQ0tZKvHLvmxrf4h7Sz2FNHzz41h2hnlUylZVv7UEtt1XICOR9mWmkhx/7kTd
DQFg1TZ9KsYoCw9sltrwRZI7/cmcRZF+5BqZR+SQm1q58HDh9CeKNoqOSVfZqJFZehQeRQYy+dhn
A1y/1kJn4VHPmym+ZINpYlijFHP1oAwJu6vCX885VvgTmccyLN302KSTLc6pk6Tjg8oncHzAzbnz
F11rL/pdTxqWstpoefVJa7MmPaSFmpcfkNoW5XFxUeR7gkzepu9Uoeo/Y5HY6ftGN0QUlN1US4cq
gUxUL5AZfV+LelIfxZBl3aEMFe0zQntu8y5OMh76bNQH673O16f315Ve+c7RE/vZtqM+8WvkFNp3
EZ1P7WHx7MH5PJt1Jb7FZZhnH2Ks6rQjMKC6+4F3Tv4+pvfVfdXKECeRqhnm8CyGxGyOSJHb2vfC
bdy/0kFrwR/ng1VioAgi4kHQDZkf08aeB6hibqjjzJ0Y+QgVh4dTC/q8H4xvTd+I+OtoKbP2wQqr
fPbToumL/lBpRhyjWB0as37igZ2aB8QK1MWnJFWH58lpsokjBknquVTG+iWmPhUafmjkyXOVau27
aSyH4pDlENceUdZpQFEOGHj9oGsfTuUBCUwPKrDZLVx5x96pRPSZ3CuCtl3EaeUdwfo77UNrdQVq
rJE1KMpZQO0OkVCNB/X9nHE7YwSc92EwUxB/mbTURZ0386zvxNiDLrGNcCM1MUBFi0tFSXz2p+sd
J2qV9XFSdArOQ57G9kkryGQOmeMhxNg6M4JUmtsqlg8foYhRfhmdAM+dxLvgT1n9NgS7HeODzpI0
TDsZnhTDzdMf1pwmv+DDedE/YTWmxVOrTcO/dV66WCsV3eD5o1rhQ6Zg9GUeFyua3ceBR185x1MC
+UX1psgIRM23/WwNsUWhP8FKxi+0qBYv0WRRlcOyq5mOTb4gKY7jeGcGauqGBqg6p8ifVR7MGU7S
iHweDZ54OeLC1o2HsYqq5ej0k2t+EEs8/gtccngZxq5V3w+5m7onUELOgLZhMQ//3X9Sb95xutLE
zrJUCtCEwOn6SR2HMacoU5q8bbrV+bhHhwd1qJZLDbX1xDvuBW5v7knd3ISir6NKOBQ8Y5pPqxc1
zjmnTdGagdAHPrylCaX3l263Nbg1O8kcpSZBQYyK3vXshj5SZ0MZraBSumY4ccX08edh1ErjoCPg
ioJc7KXeubUqFIvuL+xGcIiYJ+hNrhoKWrS+rseuE+4PUS5GgMiyeoL0MR3BrxfP+JqJwGgnpBBY
2YMaDc3zYNb9I1iavW7va0R0HaYhjyF9EVAYl+zC1QKARGxqVPKMoJ/MrgxEE2uYv2h6/nMcB6hk
cyps+1L3bZT7Y05W+tVATan6ruXK/HFMiqKG1rz0TuIbSzNavhJqKfZzte4UiTgZ2O4aDiJmStGf
XRfZG3EATdT+0tNIOTupyIfHYdAU99ghbOn5BEHWl1BtrSjInQQonD/1eGocqr6eo4dGSRW98CON
fmTj65M5Sne8aHD+zUctXBCELIw9IaSbqBn1UOw32YjkCkxv9ZEsqCIKUZQdRAtM3nx81zTDP17q
/CdEqO3UETY2oxQnJ1lFvgpWhfwtf+R7AiG/REFAOJjLzvktdBanFCkrVhkzW9NLD7Aahsf723Dj
pJk04GlRUteBD7YqXniaMlu6wgQLvcxPkdV7h6gx9kT0XnFAV/uMWjdtJOlnSvEbANT13MYmdsKy
0L2gtLVWnIYQWpVf6GCiDpZVqNUBGye7uVhquGRHt2wXHiS4dvgSilK51HGsi6c2tiKT4EJYse6n
nqHUJ2upIe+HTlPMF9Ou49CnajW4gUXNorcPepgvIoDN7MbfO4wJ7QeUE5dveqggOltpWTTiulgb
7TctiZXuWwUCPaYm0IufQlsIAqx4Uv+raHL2Ab4hURtYZRp3h6G0nfSYg4kkCiSLwQ1iQF/MV5vI
VQ+AhvKO35cp89kMcZXAIFRzi3OFNKz5qFZZ+FLZCqoJSH5ObyMakXGi1yWhDrS7gXCAvble50QI
EykB1QuGzEXcxMYUNeXStrQddM/ttmEccmhZ9gJUucajRJOm9zVyIYFmt0ng8ZZeMlN5m5j+/58N
7WzKdzzq0O6vZ4OnVgZw3vOClvjxKRPU3k2j73Zu4ptqlFwzRFpkPZJC0VqRqG4aQQLL3gRTU7zU
IrdOZhx2n0rDE8FbT5u86/EZpOTJ0q15lxNrhpT9Is6VUWTfdH2opwcnFl1/uj/O7bXFOGiOSQcV
KLTriruSOnq8DJDri1JNjYO8whqfSE64j3NXDcguY/2xJ+x8uycMpvZKhmRudOevv1YEpnqZzTk+
t+htnBalnk9lSQx7f2qbowCVRvKBE0uv8HqUupqLZXGM+Iyh3PjObWhopVZr7XwoeU6u7yuDfY28
Kixx7OvWAI7ZpN9TjkpyXmjXZAeCeaU4EkRWM1Abc5n9Rs8Rmhgcpbf9LM27He7z7QeE0MPpIizg
dNEwvJ6lYZWZXTTU/tDRxNtB6Yoj5JIn1+i/udmwt6a3JwBOG/WSV6NIC3rd9WhZNbQFmqNhENb1
35qajQ8F9CB/sYChv/XrEb4g0obNAX1kGk/XI9lRmM70dIn5s7g9mnn+2yrGNyOX+J9xDKLqTzkG
LNvq0XZQptGbWFGCOYpJcoaJcLreRYnebkTYsLKsjEaiTVltddX2iADXTjZHZwRksn8AFpTnycre
5m8mr0Cq/pSGsM4FtsC/rhcsAXFBFu9EZzXNKFgXZegForXrt1bkaZdJFKrkxoCuWQ8TzU3f4p8u
zkohzE8WSomB5aAK6g6xfry/BTY2GxgCwjmyiVeIxGpGXdYvaMOKc9ar40Gl2f7Qel3yHjnUame3
rQT/X1dPOr6Y8iDDiHqFEv0RUjVGG4dCq7LzmJTmcOw9sxr8pqh4s3D/UkDQgUWN/m4KLdFsf9Ar
C61EF87lwUJlz/kxDzG2bnO11OIi0jH8UCKT4xzspUAstVAQSg2MMR3ETo16Y2vxm6Wmm42kzU3P
AsAx41Racu5NyopP2hwNxlO/NGSi97/F7UAy9gPvgAIsEddaLNI286Vp0ig7N25b8ljk6UfLi9Wd
UW4vM/kN6L/xHnFe1g9DmppeQgqZnSHuRu/LSTFKP20H9ahomWH7cxPu6VZvzQuYCtpr4GVpnaxu
ALNwywThuvwc9YuSH/poiJGBSqg+vXn9wGBKvDE7Gfj76nQiiKd3RuwUZ4uSPQkNDc1J1Dtvwe2B
oUsCeYVMRIocrWF2jVc7Wmn25VmfSAsPjTslrZ/2ev9JBUfb7IQOty8fr42Mt0gIgFSvcdups8x9
3MEMdsvZfF9BT1goniM98FDFTZhxegp3+UdruLlOXOdJsXMTbXw6WWog78IGRGKbrq8HRwlb8jCq
905rR761ZMq7EVeQr2/+cDxEoAQATsmsRK75HxcDri11HtpWGNRRqj1DNul8Yw7znS8ns5o/owjZ
c0RpC59T3iPa3Pr1KAgrqXmImc+5FqSwjx58qvkJtmaDvs1QFMuTcJ2i8ksr3PVcW39GhpZ7huIC
2RZkhtWTruIZlGrCgVrrJG5ycCeNArymj1100B3R+IK3SvPHuFfPlUbfdWcXrb8iw1uQsKEGwsqG
uCdX5s/1dUesafK8PHd5qRw6tG8OujrvGSZtrC93F/qXbBcJ6JO/4o9RoGlEqdcu5TmbternYmRF
cSi6djhNFmnhnDXaYU5i++f9vXO7tOCeJYiQ0IxLZm1DMc3KTBe1aM5QzH8nCJB/1tCVOqmyGxwu
TvKoROZ46Frb/XJ/4NtFfTXHQVGdoJNsZbWoo2pEGYqjzRnlvDnoIQy+r7tS39m069taTouOHbJZ
mBtgarJa1EqZFqcwq/bceE4u8WP9S99p40OiZ+NhNo3k8f6s1tcbH47gRmpAE7VJ9ur1R0wIc+M8
0pVzGM2Kb1hVfCpx7zvOur5Hbb9ZQGJOUmMJMaVTRyXieqiCUrW2NFpzGabW/Gd2Zu/R1RKaafdn
JH/x1bEHmy8jXPTWkJe84cZWc40NYTGPF01Z8v7oAHIxnmuhY7BcWFH5E9UzkTwvWKwOj/3YhOJD
UxXNHsfiZrLIQfEEAlGGJwA5azXZxOqXdKny9pIlsaYdEKfBvY1rSt2DI998QEjhcgiA9eDdeaeu
V9UZFK+KMBK/qGk1Hns6Zl/afqkvYtGVl/sre7M3wfDwNiFt7tBKgg5zPZTJDar3mTFczNyOXhpa
EBEocz1Rj73Vjz/I6Nw98aKNZZS6Aci2wL0xMEa6HjK0nLIran24NHpSvY/TpfBTtZo+3J/YxihU
OQDkId5F0LeuM4buMtV2Yw6XwbbK6knNlvxzbI1m+XR/nI0FpPIAp0O2q8Fcr2YDsDbT1MUYL6bR
es+zMnT4hsAdifykc7v5kAln5zDc3JYQlvhYr3RYkCVrqNdYwVxqejli7fW/M60tnij5To+ZRacQ
Krz4WbTS5Fsn1t55hDY2JoUCatiIxlAtMFY3S+2UGnaT8Xixwlp5MskJv5PAQ+Nr6j2TiO2hkC6S
kDbgB6uh1MXp7FkM4wWZxaY6VHin5acly9R3WrzY/97/iFubhZWURVsDIum6aB/RRl7Suh0vaWkb
f+tFZ156COTH+6NsTYnckzgMfjFlJPn3Px5XF2vJyBuUEei6nhAwCL3QDqE5OtU7unFD9uPtw6Ez
46GSQOhIcfF6uEyfKjGZ4XiJaJkeJ6erH6pw/DEulD7uj7R1BmCsSig7aj6UO65HiowsyuMknS7q
Mi3/gIiq/h6iWRufOlDG8YNeJcXbpFcJMzkEkrLKPnSps6yhVdhHYe1oZdMlIrB4ygy1sf3CS6y/
umrOM78uo2HcOXdbn4+kC7ggO+Q2AqO9qiZAcKYLsOL8H5s6Ku6ZZuWPY9TuvQC3Dx7TA1ZEygCD
48YolFGcOouL6dLpfXJIFO5oX2kK8dR3XvlpguH1PuuK5uAmRvlYVtWeOOvWHQO/CaI/tU6EPVbp
nmYthILg1y7RWFN5LEJk2fIyDZr5H7PXdWApskkqy9h74J+bLt4rfJFPakHz4O1be6RWsOWdYmbb
TnU9dWdyM1EfSsOJcCQbovC/iP5d7JtRU3yM2nb4hEqRX9mJeJtbwOsOkzU8JLqJgyWB83pTzzVg
mXawRx7hpHqoh6VH9yj+d7DC/un+8dlYbM4OkY2NEjTXw+oJiYUeLrkTT5dGQJhQYtP4Keq2fKBE
r70vwqE/R5ain4j13ua7/D9zBHwsyV+U9W7uvdLDyiNR8+kS9xUxvtEl+J2HzU7xZePgEIXSkOUW
ovLmrOZHgy+vePSnS13Beyy0svjQOf14IqaLd179jd1D6UA2xtg5oCHX2sVKUkcmJIPp4jZIin/W
MVR3fOo0CUyDVBkP2MA1hQ9iYdFOxlRM6UEx8q54yCIUAA9v/a7cvtxOEGCA7VHWvN5BVbKkmisi
drLa/FN4/ffetYN2nF4aMwbyooY+bJ9v98e8fcmux5R//+ONmZc6rUASDRe1dZZThYnHE209860Z
BiIZ8HroUyG/QwlFPgh/jCLl6idE3sdL1bvxl6pujb/MNKHVl2DkLd587zIYDG3g+tJxcg0p0KKG
wGaoiQRSskDVxJBO0TvlMAqUSu+v3u1OlUPB4aAzJkURVtcehaesiHTmxQSVpxng0pOt5sUDarB7
m2PjQwGfxpOKEh6tsLVKAYH9POViJKUB+PfQdk1+zrIy2ukqygT2OnFiQtJoQHbhJCHw+kNBSGmN
TJ3GS+ck9UNWlL4nPlQgI/0JqMTBLKw9EcPtefF4cQpleXIVddhK3elqxxJ2I09TzH54B7st2Ump
Nz8U2h/SLZADtr6c2Qh6XjjLeGl67EBweZz8fKzcQ2EUewY8WxNio9P5kLRAe622F8EMFVR1mVDf
9P5sTeqpjrI9GuVtCAWGGDAQ0HqWjVTi+kPl5GdVUWrjpTaHc6gADAJ6lx7amXyMvtjepDaHo45G
CRk4NWnm9XBaMRq9nfO4xWPiPstqxMd20p3/QKWVTzPqDDsHa2sRpa4a3BE2+0132yntGMGYYbqE
dZqHfpUvdNFjt29P9w/wxrz4/1+p7za3/zp4MObGM6Rxw8WogAm9c1FTMY+ZW48to41LfBatlpbB
/UE3JidTMhvID34hhE3Xixn1iAj26aBe2nSaTktY/4jhCj7cH2Rjx8PrQMhNlpJ4UlYnuQ7bWe+d
Rr2YtDGCzBb2J538KzBrd1eK7Db6lF0rhD/gstFXX+e0S7zoUYqu9yVO8cWebDCNPljC5VSimnTM
mgbpm86iywjII/45N9aws122JvvnD1idhqzotbAQ/XBpES98cBIQa8agTB8VDZL6/XXd+nh/DrX6
eOWQR2BPuuFC2OkcR0+ATUzTvYbNbYgnV5RkhSiLp2XtebnMrjNqzTxcUtedQF/lVIqjiKMNmP9Q
CO3vpE88v+32RI63Z/e/464W0gq7BQLzOFw0KxmQ66jTZyVZip0AduOVIUuBjwH2nmBnLe9jKKEb
moKKDnZhaMzrtjiGWAF9rKIy+o20d+iDbnaP9z/c1pLyfr7uUKpla/UnAbllHlwqVx6uLj/mrC9Q
2h66j0loiwce+fYQ2230Ef/FcqehsrU7pegUPCJIkcQk1+dddYcybNBOuijjMgRRNPxwh6p5itGb
2YkgX3ECq/cbLCG8Qd5TekdreAudjqQwYwouiZlPj3rcTfQcmkw9G3jGHPNo0Q5DYbSXMTPbx7gs
vAfTFR72f9QXjKntTlrkuSelm5Hn0DrnIVyaPR+M1zD25jcC5IMeSowBSOp6OfIh8rJiFOMFoVNx
cCndP1cmtQY3rY9eZ0RH1J+tYwkR6SGDdHwZ51A/uwtwtUnplJNZK+3n+1tj8wNJtyMUUJAHW8sf
aC1eOU2vDpeksqJHxU3EN33R5vPSePnOF9rc+tKdj6ufMri1uj7mXHXzSmPyzkIN8wHeFWJviRkh
2+FibfSs2ko4HpL9HubWyeaJI3mD3I9t6Sq5qI0qMZ05JT0d7RbcXhMJYL2TtZg7u31zICotskJM
139dtbKVVkUIKh8vrtsMh4TOmN9QKtu5hjcebhJ+WJhoXPGWrkve3ujAlDBMRinqJPMzAXklB6ka
+9ybuDDX/TI0O99ua5twguVnYxURc7neuFZjwHKRVT84E963QR1mjlk8v9MIjHZe783pgc4hJQV/
Tcv5eqikyLWiR9/hUniF+h7jKav0c92GJDkI9VmfRL5zO25+NcDesstNlLxGmVeDDRSgTGT1AtrP
4zAvWeoPfVrqO3f/1swcsCDcwzxrpPnXM8tj3HnUsSPJrdRe961UIxbvjXn6USWGWT2USlvt1BM2
hyQukSgyGXWtUoxsmadKiUmdPKGJx2bsi69xrbqXQXjG55aG0M4J2ByPQFmlJUqFeM2BbwYsR8RE
BoD0zRGy2fxQ5WoUKDY8eNPdk73aHg2PK1qw3CvryiaIGVTWhDpejFx4n4xMX77VrdKecHqfnyDb
qV/uX5ZbO0XiQXlJbUCbaz1PR5nzGcAU6bUCLwqSqh1UU/hWEXZkWwh8eDWp7AE0XOvOAoZLFi+m
g9e0XfoZOsz0oSWi+798KbwOuEFok0N0uN6Ms7CHpRppjWhKF/2lCDs5pfrYvEyN0vwdLQDi/w9r
J7X4JC4UuNeqXqCFiPANXCOXdoTr8uAswiuP5WSoP+6Ps3VTybtDpvGojKz7Lqlk7QLTni48nS4e
zGn1MCIsf16Evqe0s7n9/neodbqLAIO1WAXlV8fo4wPdngp+QP9ODc2g7sxk5wreej5ZP5Im8ng2
x+r2WLxQb6raYwGL1H4aiwpmZAtIeKg8E+1tyXFsKZGf7i/n1hxJoehXMyZHenXx60Wf52nCEXMj
KzuNbRfhhdPAZheqW/pd0u5pAm8lVBwwODgSo4lIyPW+rCzYcMPC90MoTc8PSsHZRy5Sy166sM6+
jDiSn7J0Vj7lVm42fqUU7u/7U95aaPcVvUI3FHDlaqcK11KgbNK8cHF3C/0h91TloOWz9zPsu/nd
HCXvMyoQb/O8kgVmgBWAj6j+ApxBmuB64kphKb2bYOBiJqh7IbehRZ8JkZL3ZcZDubOZtm4y4FXo
NtGm4ZKRGcMfVck0zL0pVGlaqEOmfW04JspBVZxxL+bbHEeKdqBIRXy5fg/oTFKTR07mUmea4yeF
KE+9GJqdu2wrv4GDQoOdoBr4wyrLSMDQ19XAKE40Dx9ReykfIO3AbxjrZDlqnVEG41IQYeZ2uFNF
37huUAdHshv6Ch3RNZarSlVnkQicSwMWgvPhWQfLzCN/Udo99fjNoWioEcJS94Lrff3N8B+Bz0Sj
58IyRC+OkcNAyqCnnpJC7x7vn4GtsUBk0jeUKv8Ama/HsubOpRMQE+WFSxT7TjSm5YOSqbAHdG1o
9spCG7cMeElk/sEVSczpamrR6M511jfzpW3aOoRsNmo6hCyz/2UJz14ebTdzzJ266MbW5HBLfDtm
ogCPVzebCpHQ1SKOuYJm2VMNhPQ5KspsJ1jfHEUS7VAVA5e2VnwAZ98oS8f+AFmRB2mHhMYMae3h
zZ8LfqQE/IDN0iFxXX+uwsmXAurtdCkby36Z9aJ9bkEgvCB2wYD3x9r4VuSL0mKC80ZGtboeU0Rg
UdDx2PG9I7UBOtM6eKFlQgJHxUI/uhB+3n6+GY/eG4Uh/AXWO9+FqrSYBjkHXfo29OM6s5d3upHV
oGsBjfyENAmqscgrkR8ohsGcvz/ljdMgtRU4VyjHSCzs9fJqM6V6BQ2HS5xV+eexRNLqKOq+wsW5
hdm9c6VsvD8U0G3eeYJAdK1XdzO1h8SdFYMXsPGG6hSJVukPCKov5UlL9bkOKrxzPjhxpUU722hj
s8o0iMuaIj7uK6tTn1OQg2IzqxcKnfmxU53kA0BYa0fmZ2M1wQTI1+e1CrB+X5NkFLTmLfVSmE11
yVWzewDwnhxSdXB3hnotqKwKLmRbeF7JL0dtaLWWg9k2Ror1yiXGMRl1BEF5FBRJdGhskEjvUJ6e
p1M+JjkmwXA5flZFWCjHdMk6HC6hxWc7O2lrhblTX/muBniM1UWXzLMtKEepl8bC56tP1OGkK112
vL9fb0eRLp1Sqpkrh/t0NeumsaY8S3r1Mk5j8b5XOvdJc5Q96anbi8DA0YZdSmWPDGL9HT1RI0dC
efYye+AKJk/L/63LefoLgmH3XqVx++vNs5KyYBQfEHaxaQVen8KyFgA1jdy8zHM5/zcs5jzjsWeI
vbD+NprgxaO0Qu0Z1sANoCNudZnmFcUlLmPjebD7COtoRQRZEtWfkiy0Tomw9Eejsao3nz9gkySQ
lKnw+r1BPQ29o9WFWTSXPAmTk2Mt9N/NxfO+vnUhJTrTMWSc6VGnWoVLqWHNllnE7aW36+QBwOj4
vBhO+/3+KHIrXx89LFXRq2ETShjc2uVLs5vGU0ek3S301o555gDfn60vwLBMSh/FyWmGyW/r4hOf
4d/7Q29AGxibFElibemGr+3arAa2RTWr9cVVxrnzMeS2D7mL+MYs4h4eU9c/GBm6NBThvSNY9PKr
EWf5278mqFRCQ2J7HuU1XtQYqQItldLyKC/x5Dex2qewd9qkero/3duDKAMnGa1Jaieb9/pgxA7Y
sRa/eJpquvOC43A3H20UIrzDVJlzf8S9sV4+3h/z9hInv5bMM+TBpN+I/E1/JBBVak6KWVf9paBT
8v9IO68lt5Gl3T4RIuDNLUES3c1Wy400km4QGgfvPZ7+X9WafUYAEURQJ7buOmYnq1AmK/Mz70Ba
Fdb3eoqT8jhm9H13zvHraEKGjAwRnC+VlzXvkpZQnnEqvLYtCk9rZ/Vdx1FdHtgse0X6jViiKgJ/
QGbZ8gJcjsyoAkcPIhw77CEOH0wzTt0sz9IHXKGUnZtefJjlFgG3BqdG56zGe3VttxdxnA3McHHB
dr05GuXY/jZ36V6J/3p5EAW5B+SpeOqRxiwHJKtV7geVXFwSS8EIvjCl58Cw+4s9R9KHDEHYHSDF
RjwezRws3DwoW6wx/Ek4+xNmOuVFq1u9O0iRlk4HqQ+y2gUhkMRuYJR5f769HjeDYp+Eqh+QW0gK
y0GGkVYhT2mWXA6Wir7e3D21YCtOftk1z0lp+jvr//rTwSQVJwzlftQS1klamoQddWJaaoEsf4m1
VsLqoRpPtwd1fRPRBwPyQq2fEsxVt9zMRzgzGpAU/B4VN/Rn+0PpQMDNg+mrpYRpcCit3D7Rbv58
O/D1HiBz4DHLI48i7pWxeB7oqj9KlAf8LO/nF4eH0ae4Uqb+LUhZ7e5dwAHNrYfhg0BwrjfcaA0R
Gu48KCb4UBdtikK3ok6+86K9/mA0fiixsBfYBPAxlwsELUMwWnY4X/JhDMZjp7cwk3TTH/d8Ba9X
ItRP4A1C4JYi1hrhi3BY4s9Fp17iccyeMzvs3cYKq3cJajpHRMi0nffY9bcC6gCano4yTgbUBpcD
k4wgNis10y6ZKanOQUW6pESXva6cB73Qzff3rgzIP2wz8DDUIRBZWEYzaiDYMfv6YtWN6s5li8eJ
MYYvbSpLO1t64xYnFSJVBukpWFZr74x6aNXUmcL2kvd++mDHagH1MGz/bNXK94/pEPVHxEqko0Ci
vRX6pDlEE23SdnbhxsoBX4w6Ayc1VsTrvFNy4EHzlw7YQ1Ic0ddLpDdmUNr1zpFy/SFhP4EtJSFj
XnloLqc2UuEzVkbSX7TW0ulAqfQQwcBLj2E7KB9uf8brMQGeolhAGQnyDLWrZSzwFFjaqsF40ebA
OapyOZwS0pOd1871SxZqnKDi0cmQhf7pMkqfBDESSkCZqrGQvg0hBupvWyqBXtIMwSfwbrF0zEJj
kna+2PUWRGKTegiyu7wUsERbxtXMCmmhohwv81ApXlN2gzejzHdqigQfEZQN7t6CjiDHcYCRveLd
tBpnayV1Q4rHCYbhwnc5jdtz3jT6MYJFs5PaXn04KI1g6qEPsCuEMshyaH0+GgMcHo0p1ZVTrwzW
uemjuxmUIgrvD1hkpF1c4ssooZGZ0Isl7cI76R/FruyD2pd3324EocAh8Cji6FpXbamnVK0dReYl
HYqw+lRmVp0FSDSFWeQpU2H+nXWFM74ESYseWlJq6Z4xy8ZcIpgMCJjSgHjCrk7OqojrpEe38OLQ
MDy3smS7mhoqO3XGq8WI6Ss5Kyx3in28uVZfLGBrQDJ05EtPc+hNpI8w4RSpad7odYX8vonV473L
kaEAZSV7peZOc3S1uSO/L1s10pULlrPhVyQk7fcZUm8vWaEm3+48R0QoDhHoQDRLKNosF0pr8BAo
fVu5dLU/Hf2pBfYJTWfn7t6YQrT9ybdgwiE7uhYWinSIzFFhIejZmONvYSQr7lgU0jEdh+xkDVp6
vj2qq5OYHgzvftIEk6Scx/hyVH4bTs4wNcbF1gPTOaGCqlB1s0sw/8ps9fHj7XDX65DrW1BehSU8
3PNVOEeutLaNFePikDGghlqrpX2Aq1R9/YU4wo+BrJLcZH3ByNHYGB18q0unxP3bLKrJIsui2bnG
rj8WhTbwBrQpeWtwfKwmDxtIpSxT88LGe6zlrD1KRnmpFJQa47j6cntIG1+KGwajQZYH0G11ddLL
CO5HNqqrF9nPoqPmSOkBmmh+jPxqj2e0EUrI7TsoulPXoHayHFeAZ4HTm5N1SSXQRH9mmoV4vGJH
WnguSozjdxKtjWmkBwjOh8qJIPKvprHrQysxYt+6mNSzn+h7WfVBcdrUMwMZbHqL69LOMtwYIJNI
VseJwb/1k6Z0yKBMs7QvZtEN51aKu7OfJs156Os96YrNUIKfAP8agtgaTtSaqVHK00CoqB2Ko2N1
Wn8yS+QQDpgcyjsP0q1oYO4EJoXyNZfN8stlGNr2U2c6F9W3Rg/RtY+RFaUPjareP4PUKTDE5sNR
G10nrJFSC0nP3r+Mbdm/GQB7zidckevPehtI2vHupU/NhwMK73J285pPDrMszULMKi/haJb6IfLt
7pvUpGA5AG//cX8s2v/CCIKcH9j4cgaHMJBD0nH/EqvGeByLsnioLfCxUm3ujOoqZeQJQ8lME0Q6
VMrU1bIHyY+EbqX4F7Mu4i/JZCtP0DFTL6/G6djE7eyVgRM+3B7exgHMPOosEfY1WYnYiz8VsxDU
MWN5JGgmaeo5sWjdRjF6wLejXO9ozg+hdyMLYBSg2GUUNeJ06nuDW2zOvhXD/DtYapvaZG0dpqj6
83aw6zVPMHwnyO5Z96DplsHiwK6kLuIUDpTKPymVkT9SEC4ftDm+VzBIPI7oEov7UnB11+mGgXV6
Nw2SAck6moXYs2bHJ20UCfftMV1/Jkj3KLJC/hOP3TWVKps6nwsMPyvF10a3aKTey4Zwz83uegXS
R6VQJipzvFrW53xNc2oc7cwSlYgU2WHtKXfKP0ZVfjRa513mOL/fHpUiEsBFFVDY5kEFBhMIRhUq
1fJTZVJl4jo1WJdI6V86dNLjcnqSgKhW/bMjd+dIb05JRnm6mJ0XC21st7KwiLj9K8R6uPoR5KnY
FIqeztrhoykLxyghqV6iCjX2Q2o0ppcwOfkhNrv0bGuFdkxCFOha1eo+3I69sVYBiIt8AZdR2oKr
jREncz1UfmFdujhtDpi9SQ+Q6nO3hNrg3R+Kjyo0IwSy52oPFnUY4+RuXWKg8E+2mpiU0GgB5oOv
7Gz3jdXKjnrlNIJ3uzoz4zK3VGokFuX/pP4rg+zzT40Y5k6UrbnjNOHGASwlPLCWi6fwS71r/dC+
hINkXwpsbV5SqVCPk5HsvaqvB0QgYRIFWNDiZb26BFK/nFMjmeLnPLA0+FYMS3b1sBiCnTFtBCLr
FoclqxHQ8eo4Bv9b9UOtx89AahCVD6X0OMzBnk3m9cxRnoZzShBa7XizLmcuwkAXWSIjfm7HZjwh
qzC7Xa8rHm2NPWeorVDiLSHcODdYEFpYTGqqF8lzmFpK8jSalt+7dBZm7SGvkInd2cvXFw3nCDo6
pAWCsbaWPOsyy5+5mpNnxC0K8zA3WulKtaG9BE0KaI9zdI+St/XFuK3ZUyQcnGSrZyAqbzgyVAPK
96ZVn5vcmXADbPeu6a1p/DnKqoTrJyoEGaVNnoFBOIdKNaMjfMkWfcUoPd0+J5YDEpmpLnSxua5l
QUJaEzWCREogHs+Zh430d32esjMOgPdRyv8XhJYd+Q4YsvV30ujWOUahZp5U8sQEQGqrT4Zl+8XO
YJbz9r84ROHDcGSvc4FC6301nPTMS+QmdUd1Ui9JxAw2eFnsZMCb8ybAVDScgDGse56ypElW2AyZ
xxFRp8jMF2PnVoiN75kmbgZCi03IxIma22otjFNe2npspV5TkN9IQR68KUKp33mEbUURzrYAAXRB
NV1lURy56aQ6TeZhnDG5bYi6AeKke2Inm1E48ARDi67jGv0GGqDJNTnLvKjPwhcjAEmMw8owNHed
Cz/WAVeEaBUIWcp1j6yqKgnXHTn3aJU1R4A3VX+MkOUI3WAszfCAFaS0Z4G1NTZ0YmijctoKWvDy
lNWbyh6SMiq8RuIsH7uIQnOU6Of7t6t4lVNAJ7uGOLKMMho8XK2Bkcl9Wx8lNVMPQ65E7u0oKzTR
jwkUSCJs3kl4ryzdIOIWQxe0uVdb3fNkZZMr6Y5X5MNHNWh/k1oQFb3+VGjGwzxNiVtjULDzCTen
kyIzKx/+LMXT5UCBBzeYZMy5pyHFcOpnVPLbUNoDFGwdGGjBCHoRUHNtDUXG3q2TnTTNvZQBn8uu
bF7KaqhOhRnHD7fndGtAbC1xTQGh5dxYDshQx5juQZ178VCacB9N6zCGwX0CJT8+HBB2bnsw1mzl
1f1Uq90UT33Fym8S23BDzY/alyLgQXFBgj7/+xfGBGzW4Mgl3LpHNiVygg9JXnhxGXE79VH9XOaY
T96OsvmR/ouyVu3C+7dsFL0svEov+vOsqOMpNUZk17txDxElUqH/Hgf/Th8FRz6QEBpde04WUSQ3
TpEVXooKwlMWVe14KCzfx27btw9SaHRvYHIEO3eJyCfXUUGMA99xqGNf9cMQ5OhhLkl8NAgI+rHF
1Dw7a1ngv8GyEV+vpq70TzxUtK8DmejfTT5kzsfbc7y1OpH55rGOFiEv6dV2g96QSHw+vmSMxX1E
l6c/dAZyW7+wrYE+k84SBST7an06IRhF+uCFR0tgOqZJ0JxSFVrf7dFsnl8cHCSH7OlrZXYgNolk
aX2BOUymvMOwKz/5mVa52POav0m4VuGGN8iPaSkNX/VQUg7FDNoAbbY9su7Wgvr5h6zOay2UK/p+
c+FlU/8lCIYMF07pQyLVv7fJUB6wDPp8e+hbH/K1y0MPBlm2te4Ax0IfJxJbUi+r8Dg0cn8wmmrP
VmUzChAUMkZh3ntV+o6ARJYKK5aHJ9T1NPkqp86eR/XWvkex8v8FWa1J08KoPM6DwjPUyD8NOlYR
Sv1akFP2hLk3xyN0VAmH/e76IdY7rMaS/2+vhQFxMbVJ8pKgT3dKVas+/4/jRcBb/hdm9RIL9MrH
D4Nd1nfDd2U23dxWPzpy9M2Sm1MlBc+V5H/V2T2HJr2v1fNvbJEMCbgnt6qY7Z9Kf6Y0YX+oFOQn
00B50+mLR6VPyqeub80dFLtY1OvzDMAlvUZ0Rimlrq46GXM0CexS5qVa+4+MSMMB+O+jko+f4yrc
Y4ttBsPsEloFyNyruoBijnYe1kjoz1bVxAeHBnz1OFD6yN0e4ej+AY+z5FfyBvJLUYoA/UU5YjmZ
Vt3j6IaonBeZ8+xa9qi6TTYFp2C4E87z47uJ2xxclIAhrl+cYZuqpd7XmZeNZSMdBhA3tWtQHQvP
t0+Ore0GCEtkW4Jouh7TZBaFlhpx7o3kDO8bfdBO+KYXLq7jeyTrre1GdilgPNTauQuW0+dXlhrm
KmlX21oBtl+BhOthatzVDfkxc9xo6OXB6qNvoC6j1KHT9qPa5B4yLLnXj2PoRn1Xn0CQ7hUituYO
/Aee4qCuIMyurrW4mNq0mMvcM1JwzYeg8vXRDfpqCA84KBX3uRS/joxJEw0ziBpiIpcjk5MqDDW7
yz098TnpJ3Vy7UGfd9KSjUHxIqTiBuMGGNT6UFSGebDstI69mCJldED6tSgfm67QVFeuR+CNt9ef
+NGrU4OiEYAg4Y9E6rU6NcYeMAZ2KrE3I58qvbGb3g4OYZAg9GlWvpa+FKVjpg9VYpn1g0YlsLk/
zwTMxhYDZsY5uQbOBUY3hbGK8rJM4ehdW0/jI1bT9oPaycr9tzQPAZYkfQvgZWtESK5grCeVcepV
hpKFj1VuFL9zdoT3Caa+LhSh1wjM99/GxXKhDEZD9zZRUq/FCfBklbbvoYGnubii7UGgNvY0oXj9
stWEZvDqbsNCyEyjVE+9UTUYUT9mD4Ba7J1vtBWF9ShkwXlpg/VdDgh5hEIfa6LEEJTcHoS/W1v5
nlfRdhTyVOj97LO10qXejTW8ZBFFzfU/8xlzAyPxrX9uL/iN/UVZVsCHsdjhrb1a8HFndnIrmakH
RzX+KI0VxhP4mHaPeFoF72/HErO/2lwC6UTODQZb1EuX8waZX++GIUq93mjK5xAwOa5BfMlz5fT+
qVV4GsLlybuddH9jiICCBGWGJFhAx5ZhB4smpBMlqTdjsOpCCIhRYxtoeID1Pd4e4VZy9UrOEcVM
QAvr3maFylvTx37K00L5Q1LQ/pxL83uf11/sAePruTqkL4qr71wyG0vFhHiBDAqC8SaFiuUIna6K
4m4aKc/lvXWeQaaeTK227s+oQMGpVOYUxMlYmKsoYafIsFFTL7JmnIvnIj8MzvwYDRTQtMz/hb1M
gRsg42unmENxGc7qrJ7yt5p4+MEW7yy8KSOXvo6zB4zbmjzWJL1OYV2ChNkyzhBEva03RepNUtAd
TDUsHtOg2qP47kURz++fMl9J1sfAMcvUk8tCe7B9H+y1mQw7zI3NKNTKSAIwErnq7WVhgwq8kXPU
lrygkwaNhMjomuPtVb61oURF7n9RVjPWmyM/XUk5MzrRWYkKEx0hsGFqMOs7e/d6QBwV1EDga8ii
9Kwtp62HvStbqal5cTFSuQ8q63OujfbOm2grCmINOHCJPBDVnWWUsm/DYBoa1QsylgCNogZEAtSl
29O2cTigGg5MUIiGCvPy1WCgDA/JIEWKF0DKynHVNNP8PLV1i/Fx6SVq/AYk8kNjZt7Y74Fmxdm6
PHtNeKa8u+g5c0CsO85SEBZKP0ual0q21Z2TVks+axmSvq6c6fkTluDBXrN0Y1ZpJ9ItYKjY7a2B
dqre8fwCiePZndM+IGwB93MO250E8fUeXI6MmhXkEAYGHeVqzdtOHHSOGuG5UsVqfXZEVuamASZX
XhhkeXgE9pXW3ggwNfbauOvqo5Z00FMNoIzxAcddaTrI4YhqSZFi/vYQ9gUye3qrJvUDxqPkQzjM
y/bBx+G7vcSRXH2PMIz9p1emMjsG0sh/n+mK36CMqdeTi45vGB4yChaJm/kI/Z4d/NgFHlpL/iyN
xpZ2KB3Kde0OWQ74/IgcmsA21xXDjtStg3hLkcIHMeKWwIdrV0IVvD1JldEOj2PbYtydRD7o1woX
y7dyaU7fE6fo/nScofkAeNBpjyQIQX+0lCGNj/AakvbYVF2nHXQ9DZSL3xdW5EJ9aPWdpPv6PBE/
H9tV8gKazGsKE2aSWhT4DrXVSbYuTTjALu97tPIUKHy39+D1miQUC4VcQEhWrkt/RgsxGQ5d4Vlo
WByxJ+tcRKD3FDK2o9C1eCUKwm5bnicpdoIlyj6FZ+Jf66GD1b6Efrkn3bgZhRYwDz74X9xgyyhO
3/OsA4/pIXLvPE+g5M6dlPg7mlabH0cDNQgajZxmPRYtLmWnnhlLnlCxLIo8dPs5nw8ZNb7j7Y9z
/fji48Dl4ajn4UMjYjkg1FBz1NSK0ovatH6TaUb1d9lpw5MpJ90Z91rzXMjYAesIBu6kNpuRKWvQ
zOKauSKKl1k1qZmVll4/jOpHk7v6oWmK4CWzAucQyFJz7gpakg4OwQ+3x7xxKfCCFicyIA+wjOse
UwGTtMPVlioxJZH8QU/kIHQlq5tKtyHnt11hUNR6KILjoobMGU7raME1/rFFjb4/3f4117cEPwbU
Cb6Q5HgUyJdfoNWtcITMXHhKPWJ7lzk+5rVK3kJHC9PzUKbjDqJ9L+AqyZOV0FfjnNUlW8n7rs+N
t4E/9B9kkC8vAbSj28PbWssC6GJDIhQyMuLvPyVhpeobdd0xvDDJ2w+AZbv3sJyyL3467Ennb21O
lXQS3xWeHXTblqGUWQ/zHNEtT2hy/t60Hd7uSdTvJC5bAyI3AqMHc4tbdpVVyvGk2b7MGaPQLDxF
YyJ9TEateTONUvDl9txtfSkuD3C28GGuXcb8qNStVrIJVZfDX05t5w9SKDsHJtv27DHYM1TbGhot
PdB6AiLHtlxOIMXwCoZiVXhlZqZvSt9S3TwttJMix3sOsFtDAzJODYtgPNxW30qCwiEZNoX3EOJK
d5wRAQC4nFnOeIAAKgw5C2hpO5f21gKhLE3WAm0eEM8qGfQtyaqcMC08p0f25RAYUwBnmHM4/3T/
hyPX4DzVgFhiQrCcSCmbhqlLstKzJT9zEzMIfjNCOT1KCOae0GKcdwa2NZtCGQrmyGuHbfXh4nmu
/F5lk9WUVNEBUGl55YpZHLM+NZ+mqZ/incT6OiJXOetS4Bmp/qzpdVgmjJOTi6WJI9zBr5zpMOt4
uJvTp27Cdvze+eRjoYbO4hT65K8H+k+HSD1WYasNTeX1s5rHrlWPBkTTyfrLkBL70xhL5rvbAa93
AgFFtxKwCnbfa3+/0i9KZjKuPa2R9JPeyM2HphzqYzgE/d1rhaojGTvyjnSfsQBYrhVTa3SOY6P0
SkBSH/10bJOD78t6cVC5CR+tJK6znY93vQ9gvkEAQt2IJg2COMuQVT1bcoRUuGdKSXQyRj054tWz
5366NYeUtyjZCddqMsBlFBJ62QrjsfQCuAS9B9l6+p5Vkj0ffU2Ldz7Y1pDgdICAAL1Jj2m1tXMj
A3lO69MLcxxk/bAYj7WThDs5y16U1T6zTJTdYqmoEGhowyNizNoxHpM9CZ3rmh24MqFiDSsGEar1
3hr1OaqrcWS1a1X8iKOz8nunRPppMOri/SQp9QD2x7/PI02UjIkKjVW4DoCEWOPNwgGXIynNKy8o
iqo6KL1hdq4RVJzO9++tnwOtjv5CC7REb7PKy1o/fSoaQzp1UdF/dlp9z2ngOsdkTHBIyK4caoNr
mpvVJeBHe7P0jEkJs1ORlPDqFHiruSLRotHtzj53qZ54Vp/NO1nm5ldE34oaAP9opCyXv9m3ZApB
XHl5ZDxmmvx3UCLNNE6tV9XxOQqG77endXNt/hRvtQO6znLmqCKeiSLEUbej6ZCofrhzEm9GobyA
+JKQ2ljfbH1e8D+Lj9f3NW6gddUB5NOU8+2xbB0dQBj4YECmaPCu9xmeA1pa6qWX513wQNOQoypQ
+o815bGPt0NtDejnUKtTqsMtecoghZF8BLHhIrIRIjZd6f5vvxAH5DCZMBnWFelCMWoLOBM2tSmv
8q/gLBPTRWM33HM037qYST0wGALgS5Np9ZyQurFH64sjSi6q6U+pm1JKeKlNucWsLA+NN23vuNr6
WIL4iwAQeT5c6uVCDxRzSHuVJYG0e/ig5bWBLAPEe7VRjQ+3J3FjcDTekfvinBfF49XgrMjXZJ9n
vlfoZWscFLlvnkdEDqsjLvFFgNOb397fc4X5w7sM5Co6TyTjy+F1coSnowF+Dw1M83s+jbg52thK
7TkbbbxKyadA7omkkXfQ+iluyR1HkT7mnpR0zgelNKNTbUfVRZcr/xnMgf05aVCz0kfT9oDfOZ+R
FYj2/CQ3PiaFAB7F1Dd4SK1fN4GmTeBcgV+aKdDOsJOKM64zYXSQYBbu8MZ3Ylmrr5n7Jr7lkcLM
QiR0Jweqio/jrjvXxny6vXA2Q712UAT6GND58iOWsZo1QdSIGlSMyCBP7lNeS/mnQdKnnVFtHCgo
F4h2NgckOfkq988EykweJ0KlNkynfB7/DFMt+OP2gPairG6XMRnLrC+6wpuSJHgIzF760jRT8/4X
orAWaQmB3sd6cDltWBUnmp4wFsPCQbGyfe3UWeUem39r5aOdAaiGRQ/9Yc1Z0rOEJorKotP77rfJ
kOr3Kk1eehDhoTOHp6oezoMijQfFlNwZzaWdm3pjLoV0B8okaIzx8BN///l10WT11DasQ9iLEd5A
5eAc9bQr91y+Nk4vUjpIF+JRoQAhWsYZ2qk07QZcG+iv0HPsuTqlDUVuEOTaIyYi7c6i3xoXanuU
d+Ey8cpex+vhkyCMnIPfVpLvY+zIH+Rpto53rxE65f9FWbUoZb+16tr0cy/s/fLUDWXvtln9z/1B
hFATWwqCB59pOXVdOkpGEVi5hzCO+pzLvXliMaT3p/fkHIjM0bBGk2fdmK+yoY/TnKNeAZFy6ZHI
fDa60dzJODaS0lezLfH6opS8phr782zCIgWqXUOY+COJ4/6LggzQN+zWq/qDVWhS7eIWaF9IbQfH
uz2RW2vQBFYGg4AaFm+l5UT6em8ZiIFSwHa0Sz77gVvm44uqdl8K3Id2gm0tQGEmiWAfXT6KZstg
lpGjh12DSY2yBB3UwNSf8kaJ9wzBNw53atfkViQGlFHXTS/Ms/sy7GMqqHk4fRtqSXcrOU2OoRw5
O4WWrRHxdqbMQhJH1WOVDDgOrhmNzGLHwSb7Bg1IecwMc89bfGtACNQKAiej4umynDcpM9IsTjXW
YatKz/5QG8ch67WXrLOD+/N5clIk94FGU1pZS+dVpUIdUSOUXhXZMRuy+TgnuyniKxpi2TCk3kb1
V8htg+BZMytDvxjy0Hdyzy8iwx3yFjXVyO0169DoDkJX47FtsrcG/kCDbx7DMXPrWD7Q9zoYBjRh
SX6u7Ic5ld+NiophZ3IqeQSHrfMLJyZa4EyGIIcgbbmceKcNEJ0r+bxl09RurfTqN6kLsp0DYHMR
/RRF/P2n+yaYpXBOayYjHY04PFSRHiGJnwU7df7rDiVzTi4JtlOcZWvZtLyaQBOUCSXWvBzAJMhT
fRjSMjhHYTe+06UwfIGW3Txh806SqZudvTObGwedKPxTi2dGkTwXy/yncbZmp0xhCOtrRB3oTREo
8amXJfn9VA/mmzxKw5NtFZYnRKeCw+1jbmMHAWShDA7hXMjprlLLEO9ORKXBtLaOVb+oMM2+ZMpo
fCsis7v/kOMoFTqzWDqADF7df7VkVFUrRQBN0c8/RZ1avMixan66PaCNNbOIsjp4miAJNSUBOTuX
dYIkYxUYD6ZT1vcJZL9WgcjvRVObViqP1VU10umivkkqRpMN2E7iAdzUhwTRr73KzNYHorsJzI5P
BEJstdNKLNztkZaQ17XFKZ1K/YQY6e9lVdwPNaIjTH4iYEZgTdb62ApeXywGAqGRgpJIU731cSrd
wQBtjQb1Jg1BcUPoUa0uOpucIepmeK4airx6W3ZvzRnfu6yLp79ur4OtPUUyh4Y5JWNeiqvvU/RT
T/tMyTyOU7fJZyU89kmlHdFxSiosXLPQbSQn1R+cpN/pSm8tQaq5AgDpQCRYV42R/eg4T6LMi83R
PNhKmRx1lWbp7QFuRUGaljNLsPNofi0PjXR2kkxCJ80z4ix2K00dzpG1mzJsR8FPiUQIAMva1DLt
ALVoVZt5dmD5B6vqineDFiQ7JbmNE5gCDNVUYU6LdshqLIgAlSjeiihO2j9LUysbJwNW8Zcg6Qo3
CCv7E+KWiWuEgZQd7CpWdiZzY11SCkcBDhQwAN31CSzVrI8OiwRvniEpZB3kuURDrXCquj235I0Z
XYRaJZaF4cRaHMIchTRoHe3a+q6xRHeO9e0ggJuQYnvV9l4uji7TyxQpFjazmlaA4JvvvRyYD3ev
QA4KCllAnIQMy/poUho1GwLuzVwOQTgN3BgKz4LT7ShbnwbdNXSvaDOJq2o5FC3TMjuImS8EjYQT
c4SJdW+k7XNUS8On27G2pu0HYZ1NBcdv9XqKtEpvBoX3ddtWdCIdwUaTg/LjL0Sh7Y4sH8hfcB3L
EVXSVJfANlhs2AgjHKZXqZdM8vzH7TAbmwrEIM91sIOwftZ8WrnVxzKOepLjuJ3ezdh8ddWhTgaY
rnph1s0hk1EuPjpdU1WnJAy7S98hrjfubK2tOeUkpE+C7jmQ9PUqacoZYRA/8+Yx+GOKI+XFVqJs
50G6NVZ6rByDCjBjluNySrNGBhipcXk5nRYegKPYbmD1nw2jfR+q2rMW92/6Vm0PiTLvwJu3lie3
mTCrhzd2JUg4wL7ucf1hO5eGdeT9Jp+CtgA8XiV7ShSbg3xFitOlAVC9GiTKAHOpmBC5fKP9q0rH
Y9EgsWE5/pfZms9SNL7VOu1rpqc7u2LjKn3tYtBi4EFM8Xo5uUCAggpz38zz8waflcoI5q9apTYf
bQzirI9hK8fmOYLdU5+oPkzzzuWwOcNco8CnKdCAR1qGz9C9xezdyTxoKeYBzKbUu7KS9icDzMqe
FMzGs5+JFUozdMNIUFanTYQ0C5JK5MNKJBtHU861GrJSrx0CnVoAOnzGXjl7a3+I7SEqDbzN1wAP
NDLVOR1YumMhdB4myeiPmS/zort9HGzG4cGGuhDZKwyU5TTCXeukSbIzr1ec/GOG559rA228v6hr
gRbjFcSzXKdIuYyC14LGcEAJFxG8P+Qey2eMlZTT/WMRe46EmPuajHUVZW7CQm1ZEoUkJ8c0KgPP
1hPrw+0oWwvv5yhiRn96liVmQ2O+1zIPc734r6JEtcJxguBb6g/y/W8j4WcgrnxyrSsFPyOTupLC
Lx+na5zjUJXBcQbpe749oK0lAIpVZV3zogVmuhwQEplpkRtMGz3g5C+zxFPeLGzt79tRtrYQTyMk
AvgHXn31cSiThDOXa+YBtfkGM/OD0jeOm9ZSf4jHPeyEeDSu6iUWCRvMVpFUXcl9QCWQ7RQhDG/q
m5fQLlEEyMzpPRei+RGKAbAQrd+50LaWBbUPRFMQ46fkv1ri2VBaElp7uUcLrMKcLzUOZajMrgAo
H25P5dboqEqAn0OXigxrlY+EStJXgaRyuURd9zFS6jxFdc0ITo0/+7+3yBeekCG5e3exBEE4oD8v
kHsQhZbLZI77MRysJn+w7KZ8qyWZ5RapVZ9uj+1qMRKFlzOkUAqeAlK7jEJZqZanTs8eOlsb0xe1
HNr5nWX6aXHv9yIQoA22FS8YiGSrSZR6IONNlKYPsO9qCK56eGgjB7/ppNm7PTbGJFAhsChAzZLt
rJZ+E0nqEONQ9xD7nWMfZNKScz1q6r07jKrqK00dYy6L19KqkkL7qdUQL0geWDrhUz4Y/tcxbhvc
NHKjdhPFLI+3v9VyyXPCvu7n/0S9VisCwnhRR+GMqJdRts/2XKtvtapr3k3W1N1VOP43FKUobip6
QFz7y2WRWyVqxBqhxqADeRgPVD6xpd0Z0PKM+jcKd5RQnQVxv0ZBSazLuGjl5LmPZcj3keONrfWs
ROabrm7Luxbgv8EoA4idLNrWq5xCovAXN6WWPA+IzbpO1k8n3++iJzse9lLEzXGJJwUyS4xt3ZUu
RphIXFrJc6TNLylUCW3Mn7pQgQTa+3ttumVe+GNcNAEpt4HEEMXD5afq+imzcnT0n4vZCH+3mgZk
nNogn3iIlWbQDn0+ZSl6A303HmcOkL2zf2tVIkUhxoqCCWnHMn4JEFvRsjR5riuJdKk0WxY/hpGt
2yN3ftdx9TpY4SeDPCctf4E0XgZr66KH6Y2uHQIYyQvKs4B/o3xPlHJ5gPwbhcIR9k2G8EZebTQz
tM2xS1n90TA6x6jQo4ex7fdKfRsTRxYgIEM0GmBYrxakNskqIuMKIoRF2iGQbc1Psu7bMKCsPXmX
1873fxf0jxEJ6zSUqsSNucZBhYWepUE6pc913+j6SWqS+Dt6Qc18mHqnGN2uLNCOzC1wGmf0RpN/
8joIFUx2gXkcY1OZ3xSSMf/T1bnzUsS2I5GyQFG7q2T341fCT8BRTuA9ecktv+4Mgb2TUj95TtB6
/260dnVCb6j74/YxurE7Ka7yJMcCAE2odf4VjxJcWNlOnifJ/JRo0QPiWjptJOMpSNBsuh1saykJ
eTKWK3U1xOSXQ0IAIZsLEobnELzzmcJdRH9owvXs8AtxxGKFT0ROuSYOmixUJbGrVEizpMfQn/pD
aEV7ejpbSxaCopg2CjSY3q5HMyCg1ZXpc1RqL6MuSV5A0e7QT8H90sIobpD6gM/CdvqqBkR9jrpS
r6fP0pwMx8yxpvOUheP5/lkDhAtkWpTo1LXQX5qXALUNO33O0RQ8ZhNlz3HQ9O+/EIXrhcNR2ISs
Nzo3qBZ2tpk+4xhanAc7qU96hwHe/1eUK7AZd2ipBlL6TLckcoe+Qam1ne6rm/7YotSIFbJFCBcM
Z7kCrIAhhiVR2iry3aJPVE4CUJW3x7KxzoAcktiL3B6a0eogGIxc0rsimZ6mLKiLY1qjz/pGTrTs
t4n2b7ezCjajiUOH21rAblc3mBVGkW5G4fTUwPQsDnaum66vJNqxiXT56/0jEwxfyo4wO2hCLOcv
NFI/xg5kelIru/WwzwWOrTKfX5X/4+zMdtw2uq59RQQ4D6ek1JJa7bbjMckJ4ThJcWZxHq7+e+j8
wG+Rgoh+4UPDLlVx1649rL1WFvWnx2stv3vl9BnyJiEj5l6YwFe+R6rDVPTSmp+jBM1jtLXatH3p
3UGVx9QOQWinSlapgZt59GIeL711e/hVho0WKTYG1tZub87m0uwl9KlmOUzfOuKXwNaGYafeuF3F
pR+CwyOCJAhfAw/Seqw5zyx81oU9P+nhVF6gH5Bv6pYtJs8qxAKQhqDRtBmuULSinoXZhc9uPhsf
yjKSl06R2pJS7L3T2y9GRqwDPPjZBwaGcmsdwp2HaQQ2+lxlpHuGtPO/dKUy33emcA8aWPofdm/s
kURt30MWhQ+Ixg8UaYx13C6qa1BCjYw7PyPoE8++3XndQZ/4fEEfIyXt9Aza7tzvu/t0mLZgjpMQ
a71PCgTToDU9S0Jv54vRiZ5kXpaH2pXVE+IGEyTn9ue3miTAEaDtGCYdY4YvbreZd6Gl08lXnuPR
Hl6Uoe3e8xDHO4XoOya5wFNQ/QTEz9DdahVQucLJc5VVIoVhdjvW4QBSq9Pjvfx0E7dX22VUi74C
+0BXa91X9dy4UIWSimvW0Cv5RLc9K0BmlHXzOUdLMr5g1trg53HZ9n5YGwPDhXNi6pFvVapIfCLz
nIasNi3/rEFy6dWLrQnVlqhyBh+GlTo7mkbW0k3XGRt+kmGcw7coNWDgj7eydb7sBENYNJ9gcVo/
wfOCMDQddtJU9AeCKbRyzQfr6g5+w7z6XrbyU4BmdXJLqrTQAdDL0tb0YV7YFV5kFdF1tkYAEJBH
ltXZUxkcYRKh0bSXfij5Nb1mdt5XMVSFuPATc2jI5xidC1dLigJ1XkupAmMqUjP3rXCaxRNOfPis
d06nBO5khMW7uKv19rVNwyEJ6kYd1T9jO8/Diw10aajBZDva16EtvX7HArcHSg5IjE9KzdO50VW0
pnquKHmk15SxyHddO8VPhSey1wYswPHxt9t6Dl5NNByRfgBrTmRze6XsooA0L6mza+uZo58pc3as
a1dFTQvzCct5j4/tztag6aF9tVCAUohdXS5XeqkaUti+9mFd54fZCjP30DpT9lHXE2tvim9FG7E4
fiAytKFptlC2YiTsdnuhvUD1Q5bLzQSSYX/uKqODpWcUzmFoLaQ4/boIU/eQKl2kC39kwEGl/JNE
4r0RwfdwTbQu/m7UdinPEIo39lOaCM14icYKI7dy4RVfvTjRx4MUjv6PYthh/r7prUI+lcJQoqPd
olrwJdPJxp4UY0ahfIzI7V+tovf+gXS9Snyd3+Nd525Sm1PWj83evPfGoTlU65ZpCYAvVFnXDq3P
YaaYyiK59mNr+pOjJIfUy/Y0M5fE4eZWUqTGXCnL8KAjCLSypMTkjkEfPl6zTM7Hepiyq5mN9SnK
RhgFJimezUHzrjDad09zY/dv6pfwpcHCUINiHAQ5OKoLq+WjhiEhYQGGgRNTv2hD2HzSoqj59Pi6
bMzX4a5AiY1iD6kNtK+39tR5EFuyi/ra6qE8TC7z+wnsHydLjfbUQ7ZfjWeVzwWQg8GILe6mNJoc
4G59lZn+vbVS81DOxrTzim8/Gv8zrEi8d1SPqcHf7ifNI+mKea6vReyl5lHOXM5DaMaWcVCqZrAu
DEVb9nGgyvE3Mjfp5DeNoew9IJv6F6cK/pHlIVBkp+soV0uayrGn5ppXZflqxTDzjUk+nPqoshCu
7RxxKkY3+ycdbHUHsrj4m1urpZQIVHGZW1pABCuzGeYmNJU4bq9KWdtnuoWzPMqkzEI/LvOwCaah
6Elea3fe800bz7v0Dxf1JxrttLzXdERtV1sq41j9NdcLT7+ahkz1JyPHpoIZqUbnaExau1fW3J40
i9J8xhuAw8cT337vLq9k0ibheM2HtM+PdSO14VTrdm6Bg7U43pc+bKfyvZRR+rUsm3l6eusF4tEm
fyaKYkaAUtbtD0AUctKG0e6vidSsb2nmqRdTncWLbfCjHi+1vUCg1fB7oBmIGYEW3i6Fn9KlCNPh
munx8NkEGfd+QtFuJ7W48xmX0sOC3/9JObPaEKoqSq1mVn8dDUW33s+4iOldNvSD864mTet9lVrn
Hm3CdlEiH0a3MVsABYa3ekWlABHeavZ0LUBw/V3CnCKOqEJM6XOTOELC/iN319y6viXKJ7dggnvh
014VjrzYHYZKa+arSPvyILrB8z0VgUphya+PP9y9lfBHuAMqVCpgkNsPJ+aRkcJWU3FKln2eZtkc
jUoTJ02O5uXxUtvrz6TRQlJMjx0NwvVwwkI5VaRTpV2dzAoPiG7pDbLqkw5tiB5/NLS+eB0g+Ds+
XvXOBheuQqItqnDbxi56W8SbLfKlsDK5Zy8k7YWfu6p/i8p+T6hve+OZdcdCVA4T97Z2M04iiO4q
S7/OOZVsv7C0iDw7qmT7VFGKbwEFph3oUS0f/hBDqe3J2NzZK6nBz+kF3B2dm9uP6YR6utAriKs5
Vv3FnNCECvNkvBSxEe5cRQYI+M9uvfnPRH95TSDs3EyPaX07FbMY82tSlKX92lY2ZP6B3TIn+izq
fk4OAmGQ5oJvVJ1AbyJT+ZIVcSI+V4zl5lcTBavPfVNEmgwGe1bz0h/MImkOrRvO8dHxwM88xV7S
Z1/Ttv0GeWgA34XfFKSHESb0laSOURoizQCQlun4namkT0VU5s8MiobPmfFc24IHJR2r5hOiXApU
HVXs57340zUj+vptkXyXYQLNS+9kmu91uvrNamP70tfpWbRZ7pcZmD0Sqzovg5wR+kNjT3/ndvKp
mb3umEzpR02bw/QpNM1PjsjTPFBL8H7XsuiT16J1xrNnZealIfpNDvBVPTmKNzdH2VeR7lt9/M4c
w2A25dWZ28ZDO3KaGt+uQ6qrqjS0pGK7tfuhzmRfB7lXCcbau7h15yDrlOGlcyPCvdoZ5FNWKRak
3wr8MbDxB6rQDzJDX7x2jhE38nvWpAeri80vLUItn5zROyZO8c6T1ZGqUJAgWhYYWvZZt+q/jMk8
VMLxXXuwqyCxECefhCdzPy1GmT3l7t/IKeZBYno1VfNE2M2htMtvtarl8hDXFpJrCqCTPvZlMh+Z
hyj9sHA+wHYW+y3chn6tl3+7ZI9PXp3mPpNrQWnI4yD+1AumfI3C+i3LYxFkjowOipKHf8wTAlQ+
OmRRc3CKVKa+LsCynyy3R2u5SPQo/NG52fDdnCq5KHtNqelDYZcWAajVKDmmddd0z65d2EMwMfsn
/T6dPeec6S20dXYONu0UizlfiOyMSh7bohLamepS+LupjlF9wAQ6HEfRdePoT9E8537UWCWMUqaq
tJdOE8X0pE753Ow4zZ9R7s01A9UFd7G3gPYp7K9n45RhySfzjlqDkH1HraH3Ql9N825474XRWB6m
JPc+0nuO47NeQan/bM1u3j9b0Im1h3qoensZzmjmZ7ivyj1JmY1PXzBn5CKUaIlpGQW59ThuDZEz
DgmlYapERym06F1dq2MRWEpJIjg68l1eo2e+E0pv3uQlK6DztYh10eVfoyNGiupC12f7Oo2Rc4JM
MBt+F2OVOadOYmdHIv35rc02WO54R6gi0ftYGCdvd2okaeoMsVSufWva16YdkmeUD9+cspPmgI6A
C5RJVWiEVyFyZ8VurYUJUq9QTvCZrfar01Xh6+y1xeHxw7j9dJAIgEBCVXahx16P5Xp517QFjEmE
bGn2sescl1Gi1n1C8Ihb1qrhP3Zq/Xi85va70YheAg0I3BGZWEPguraN5URllQg8Ml4JcjINv6o5
2cFtJmU6RUqdezv73DzKFCWWeXcmS5enZj0iUlDkK0xr8K5gfeW3dh6dsxHXeUDbWlS+LcDYgHpN
/5JFq+1c3m1UDJbwZ/cdSg3KZ8t7/QsWr4Ieskk6WKimpk/Dp9R0lGeayO4eSfLmU/LU05ZjHgpZ
FFg3V7cwp7KaTG4yXQfAZE/OOFV+JWLnOapM45g3MoIK2hE7bbpNsIH6MQg2mjKIzcEuswrG584a
5aSYjBs0bkQzHCzzJz1pEtMf0L34/NhwNie5EOKTXwCbBBRFcHV7kl4kNX0wO/Oq0Ec5Wkn3LSvy
PT27Jaq+cbVQXcErR1eLxjDUMqvUWNhTovJauASocdMeDYrFgtd5btjSnLm/qZNbhoFr9jXac1JJ
iw9KIdU9DpbNHVl+BTefH7CY7Lr9WbqMCAOncK+j6YK5EWr20nt1886SCWRfXvQ2wh6KOQuxMYO1
jKwvtX5nMa5fjHQYujZW4s6lhsuo+sERY/wDmiVPHmj9Vb+99TuCr6RSyHUEwgGTye1iatVW4PcZ
1er1Ig2cxK4OY1HuSZ1vrAWSXJZYAKOss7l3dLcsIXIkX5oy8RzfrEQTHZ0hLPbYQzZ3YGHu5uwW
9S+kIddwQKPM+jDMS+uqZFptB3ANia99b9T/tChZfXh8dHfW4n3l9VlUUrnqK2cyWWUf9bFrXGu9
qYBBe25jX6Yk07WDExb620aHMYufbpPWD2Pq6Oqus7W8Gqi99qZ3DdNQP8bUMI9eOhpv9ZDLKnTR
KPPxGkDueGsP2uzEsK9Z3jWnVu0PSmj6jWe/2cRZBb+IlAxDUlTEV2/3qPZtqrSKdx31sAz6QXMP
UC7WL3ZJWfzxV9qaHjSYJDTg5nSqTWswpSNHr4cBwL02eaL9RVFRvisY2/v38Sr33rRFxACMqEY/
a10fcKKybGdvebspe8/fnSxs3xszCmLfswkFDdhOiX2fTCRRHL9UtHzH9d/bJCEUT/jiqwiLbr/a
JMtOLTvhYYphjETOMB7Vudubwdm4Y74a4RDC5qyxkOfcrsLY6DyMiuleM/JP82BHTgNeLp0jSKky
1Uv8WJjaX4Zsq5n+pKV5IAMQBTo+Puo7vwIkCkzpFpV2VEE3EdlYlgpp27Xpetc66t1YvO/UeVL9
yBy8F6PpIs/PEn2eD5FdRvo3M4+UPTTwnQNf9M5okFKEYux71VrRlJLIpmu8qzfFxdEMoeKgGdIG
j7f6UwDg5gEk5mQukyWII5jVWb2ykAANUq9dwrNoOIWJ8uqp0bGU4atth1+7rPMnpCHrYjzqcXSs
ivnL4/U3L9/P5RfhWsa/6G6szSqGuXaC4OcKEZ/6CvUm5GBT176ixBo/OWaY7DifrUelhwccgtSF
FrRnrjyqTEVE6S8Jr31BryYlT35JhtjzndqedzomP49ufbTLYwQtMW0tQK63xixGNTHaIo5emtGd
m0NKBiDhXQ7D0hdpYfw2OmmYPdlzpP/bl7aQ720vcuFlarTsWxbpfY/oo92IQ68Nsv9WFmlTfVXn
lNctGiIqFcjJTs5BFZ6w3kuOd3yvlXkhTrPpjN/J4ZjSyPuiSw499Qn1pctbtzykU0ifbtRT0R06
u6n6cw50f/SNoWHKU++53X5f1e3r0CrCDDRnTjQ/9TqRfDC7wgEdY9V2DJ9sJMcAaVanPfQgJ91D
locGjIbNWPzInATl3lnUBtKDmdmXgado1u99FduL2kVrVgcVYXYqCUqZVOfJsOfSrzxbdD73AHet
pZCRPg+F08WBIwmpd6x+EzwvA7w0ZvBnvKvAEG6/DPklgE2J0aMFOR1lC5cFXUI1fdd1cXdMXWP+
oNG13OMwuHOlwRRA/w3AH9jROjdIhwrQb9QqV7X24vqrag0dpjDoSr6TuN55K0gN4P9YqBroza7i
u6qSQ6TVvXiJ3LD6mFd9GB8s2Iqyc1uHboqU1VRrMHEUbuX81rvuUL21NwDjJBIuZAkAhDnslfOy
hef0TiXCq911yddyUs2jUfb2TkHyznkybsKLsXTWwDqvtjmmtl2bXKjrMJniGEcMQ5tm8+aWCntZ
+Pd4lVD2IWC+NRbPq8j3Gi28NhAkDnC4ZvO5VNVRBEpVxDtTBVvL5GllPxr0Bsvzs34A48Ic4G0R
L40Yu5c+d+1DP2KTWW5EF1Kv8vdMHcvzYye8PUcmUaGjpoNN/LIZDa3n0ctKNLpeNEo4gdfWgoBp
V2ly63rBlEAAQE4Hbpn27u05pjQb6j6yBfPQQruYudt88Whz+JE+UHB9vKM7x0ikRHfXZGcq4d/t
WlSiBagfQ7yY6RyUdvsDZr0mAOpzscnfDq6yc+Hu7o3+DUBMHjK0z27Xi90MDvYwjV68wVWFL5jg
CegRml899ON29rZ9MnlQaONC17xA4tdWzxy7Mld1JV6s1qGbMo+/J5X2d2irvT82495k109o5+0r
Rs63SJsxOU8et36hR0cktqxD5Tq4lZYEnduHydW2eqHismNF/SNElC99F8F8mQYC5FDsDwC8UMYM
R0/1myjTzJPGPGp7bGm//BGaNT2KdtDL4dCXrasEtjmV8u/HBnDngzAYS+rEUVEkWbdl7DxNHKOp
7KtjhMOVlvffCTimZ1gGduLiraulSIuzw5sbRIybFM3jkeohOry2YAhsBuzK/iNP9TgEkeIa72kr
dNcxr+wPlRk1Px5v8t7aFC8WGVB0+4jhbq2ur9Wup4dtX12hvgxOrwd2kxmln2tNFzixaj+3gD3f
A8gq3+x5mdNn7BjiBtrsVKlvV3Yh+LPHQbr0ubX4KWltlXq/t6ccfucjwlmPqdNvAlqzRhfNbdT3
FQRh1zh27Hf5pNIK8RTqvgydhN8en+UdH7hE/BBrkN4sqMvbHVUoNXCatkN5eSqOAgWyZ2m4e2/J
3VUoYDOXYwMRWPvAKhmLqhgj9yq7pAsk6IcgkeZeeHPHQ1AGAQDA3DEcXesXq1kmm5vWda5lPPyp
VPNvowyJPMkmfKOa9nztvT0tA+EMYlI2MNZFZYhvE2sWvXvVqWCduzIxjhIKpePj73PPFpAkZIYK
vMHCCX77fSR8tA1oLgp1ljN+mSx5UJ0uO5gRaPEdB7tir1zqIKS5lOQZs1lGK9YEUB5kIXap6O7V
DNtG+obKdMoBUYP2UlhOJw4G5BS/lz2pp0/kn5RA0domDlSbWuzOtu8eLpEcnCLLCOXajw2lW7QI
7LjXSFE0EkDUY0xGoc9vP1xCDkqggCKhzVwZf1NHDmM3Nhvuk95X7KE9ZSESgg7EHzsJ2D3bBCFO
Wgv819jweCWhMUppUA0EGVl/yV21veq92X1L+X2+W+reTvXxTiRAwYQHAG5EELTrQbVOnwYLxJx3
Je+Zh2USozqXs9YEZVS2n+gO50HUyT2hunvWit2Q0f6s6a7RcnGjldo4Du7VdpP86ISd8m5AjP7o
2pX4HxwXuQSVeebkSKBXocfAgGYYhVy/uR8GX2gInzezdA+PLeSeHVL4BDYLtfbSybm9flUsosGq
sUNtbIZnpUijYx0le4HoPeNggMBc7h3jU5tqfJZWQuYj7rHH2oci7j/EUVm8Gx21OAtRyH8e7+re
ZyIxpv2G7yLEWQpBv9TBpY5mZiW46Alx3XkSmvV5UluTYoRpPD1eyrhzggsdLtWApfDOFm/Xilw4
JsJZ9a6GNcKKyM/JPiDpZmj+PA9mGwDm1LXnQjo18Gg4zBtfr6pZ8UWpJB90VRpf294utGfogbPP
npVkX4VpTb9LOGZ+L8Jy+sDwivgjMdtEDcpG+dYlujzkrck1pphgBXPWtZqvdzKlT6zBUhjNsNY+
QRYKhKFLs9k5ci20383MbdVD4yate7RjuNN9Lc3NHVjgvajSXcBHNK7Q3sLV3p7GNNExLj2SKkLR
tq59eFI0QAS1AQJYiRJLi31aBqP47uoIF/4ZOYLxDqO0TMYqY6AVEOY1ZWSA7LDqjxQWoi+iay31
WxoPnX6y1cQcTkoUq+XOZ7wTcsHByNTVMiIBy8sqidEjsAjAH+jU6Dk6jZ0uNL/Xh/FcI2aX+jIe
3Es3Tv1R08vw7fUDWODJZhbCTUqD68koVTGdWVJtvrqQlvhe4lI9KLy3Rw9EDbSIgU4R1oK7u/00
aWoBDxmZAoeSeqYythAg+LbetTnc17EkkO2ytzdVeNkhDlxI8MCur2MIx8nruRgFU4YNJR+7KWK0
KivFH2WxB4bd+hjQ0/gWWn4gqhFqud2eqhQiVwc9f0loSIPDn5ojiM3u4pajcSjTXXGu7b0H/wpy
GvUZvh2UM7frCRGaXjMtx5mN/TGi2Hmo03IvTrj1ZKDBYSZfxoFJB0AsbNARUdeM1thVydmKovqj
p6jDj7Aaugt6kd6bct2fS0HqxHQeKp90I9YqMDmjgL2hNSwFCP1ku9NvtlNEx7kad9Kb2zL8fwtR
NV0GKSEFgxvx9uQs8NDObNbJuXTc/gJ7fXbsJ7X7oy4N96gqHaXxfmiuhWzTc2q9nQYUQIbOy0qS
jZQPuf3t8n1uNUza5OxzyNtntU3LpzhJtJ2H9TY+WTZJXLJkb/hpxobXHIx9NILZkW58rlVd8Wmw
ux8Hr58CEc/dX/WoTh/KYVbfLAu8rMqTh1gfNx12k9u9ueTCUDJO8VntpvpTZ6jjx5qZuw+P37xb
0/9vb6zDJBEyeFtqS2VIIPKxoAaoRAoSr2o7v4ILcucEby/0/1uFer69jIuy2ioAAiklNTFY8Tkd
nPxDbVDz9ClDmBmag9Xwj2Wi1fV4X6sJqf+WxP9CFYdtYhqraCjO+w6QhEzOs55q8VdPqdPet7Xa
MN4rkPLOZ3eWRg4QzcrnoHN69/toAvE7wGuthkdVpjVRL60X5WTwic2gztsu9eewHzO/g2xG73xv
Ssr8vdq5iVr5gz4VyiccSRu+aoM3gLmmi2A/a/Q442MSxn29E6Zv/QkgDxLV5TxpdK97moSa9awa
kXJS7Ggog7qK0+8ek15onzlJ88fj87x9VJfjJKrkggEVpte9mf6OBkOKWWrJuXYkWJa5lVdik/q9
Wzb9i5mF6t8TijzQ8Xp7879bC7UYy1risZ9ttjWWzR40mTS2Gp81JSPcaQqEOJJ6b9Rke8eXnBVk
B26TJ27NaGbBOmBrjc0dF97cXuHe00GtWvAZ+igsagCjHa9Lz5WdIWn0+Gg3G4Q5g/oJd5D7t9z5
24ueG1TivVARZ0+xQ9VPe0WHnBsOo+DxOht7oc6P2NlCbEUljObp7TrxqMQ2+UF8NvrU/cBApiwg
LyK+bPsWWPDjxTY3nsV4wBd9TRhdqDncLlaBoXek0cVnZdR+zEqLuO6kvQ6e8n5W6h3bvLcx7BOK
OAbcDFa7Xav25q5USjs6l3pYH9sstM+45uoaWla/E1tuzARGWQITkjj41IE9rRxZWBI/5G2GI5sS
LXnXDLFlfRxS3f2uTwLmVVdRkKtpnXyn53Bni+AbaTEzuwKYfb0uynF6PppRfO6bXgvsGjfdt24a
jO6Y7JjJHXMEO8ZN4NGx0NFemWM9DtFC0AGhSJJPQZMiRBsyS7Zj9Pc2hNnDi0iqyn6Wv/81reuk
6c4iTc5IhUfHjCngYDTU5Din5V6taLshDo3ZTioz0GnBI3C71KDMc+nRfTqTtvbHeXK1j5lX70lN
bTcE2m6BG+GlYHtdc2vnVA3m2o30U9am6V/MoItXz5DJF0EfcecLbY1wmT75CQ/FWxDf3W6oIIiE
ryjXeZmsz3ktnmUXfywK7c9qKl6bWr75epmLrs7i/JeRvzXkSI3hzEVdUoPnoXXPYTfOoM91+ZyF
ZbPjNe4cIgYBIJQ4ATO3l0/5i1XUmrTp0bCUWjifZzedL2j+pWQAbXR67J/urMTwEGTXC7caXnF1
hh3quMjEa9opm3IjmEzZBba01ZPrIHfzeKmtKwQvgwVSLqD2A/jodlNFPWWDTdnsVApmTTrESLUs
/eEmyqGGW3lnsTvGjrfVkDIkJIYwY7WYbQhdbdD1OTVkce9V5ghfWrWcjo+3dHcV+BaY3KcOS8fw
dksaemYSbVXt1DJ58QoPkX1Uo2SPO/DuN6IeCKEpJbrNYLZ0O69n6Ew7eQU6rsjSlxCoVl4Y/6gq
u9njOLq/GpEG2JOlGLk6OWDHiPBKRztV5uAEjLjWT7PlMcIh39hmJZiC2I+QjbhGp3my0f/QzHlg
SI6l5tAcj+Y0jYe4KpYkatf47n0ppgwXG4e5edNlbWLPTT1qNajvasMFyHX3FNKa3Mkith4JW2Oe
EWXxpXGyrnpEYTW6DFHpSMU6AxrXuZo3T7Nj5S96OBaUX/K0zf1QdZJpx963X41BThqtVAeZAsDH
31oiqDolTmpzOrUJwLdcATvejp77HM1yjzZqe5RL95gWPHkSVRdjuee/OCdlHEOnM8fpVNfIJ2hu
awWaSxnprVeLWJDUj4kwXC34yNtVkN9Sq97wplMussF34lb6WT69rcm1WCAVVZWKh84fELKrVSR8
XpPVRfPJaKMhILVnLql192g5N0kDReJl8I6yCtUV0r/bvShScb0mG8dT35vG1Q0L+1+z0+SxoDj2
Rz3P7qGJvOL3rGz1nVPcmgVug6ol9WKCJnKk25VVdcgjw+rtExiNGviUmIO6c6pjLpO9ss52kyzF
g4Wboj5GlnS7VBbWzhDBLnJq3FaeACtaro/0QHaZmqYK5rhznpYfkwftmGi/v9VYoBYjUl9Qn7xk
67za1MuZcfLY5hXTwr9jRGwDobfV329ehUYJIRRLLdD35WL8YviOmjg9rSbrlGRgQ/yIOaYvUDqY
e13KOx9tmZWgt7vo1hDf3K6TeXkSVbkwTkUTqUekyPtDPU35IUY6Zcc+VneZJ3IRRgK9s3iP5Xm5
XUrpygniv6i6DE4UQh9o9EIEhTr1O+7p7jr2AmJjRwvLze06aY3rLdGquRgTKArYGMxjhKLlzior
9/vfbhYAFO1HhoXXHUhZzvMYJaxSF0n3A5FdJz0loejrg5rr079AlFLjEk+ule8sfHd7vyy8uuCC
5wXJFVtepKIrnzLKIZ8B6r1RgOLn9kzseGG1Bt+ypjosmYNORquoLoVDQle0uXeOamX6/iYr36yy
2gsq9bJs8ry6WGY3v4tK1/uQRKF824wcszlYHhI81FHoA+KgVsvoA4wy7ZRWlyTqX+x2+FSws8Dq
uplK+hvhjP+ttpB+AXtn8Bl2sVv7c0UWzkmbtxcwUeZ4QO5HwtQ2MdbrPz69eyZIiIsnZC0qGau7
izxOazhl2l60okGjpoAAM4FRvRyn36Ku6ot3ahgJeTQK3ZzOj5de9vD/0U8/9wiSgp4kJUx84brS
B0VbalKJ65jnpfMS9CqqG095gphCUCl55f2wO73OnbdvGGOkEb8MWlIcXqXJpa1Vs8WTQtEbJipq
2+HJIUJgurYyVYj3quTqKibQhMebvXPjmDelKY8V0RBdawrMI6OdQzazrK4Mug/zUnzNo1n/+D8s
Y2OdC9cjvLir3XldIVMmveuLFTZh588NMcmXKJ5E8dv/sBA4VIr4TMlRc7g10BSaabOPbe5278AL
JEDbKP04Hd68yoKfXyr5i77uz8bvLy9YPUm9U5iJvRh6+TIqTne2GBA/PV5kFQhwswHKL36KW0DJ
fn2z087Rw2pqqstotenVkc1fXVVRcxZufnUzfZYfQhFa0SEr9DJ58x0AwUuWTnmDziDv9O0xlp7e
gAWf5SWRQ/NRyqwAdqgNTBxmjjMhdiSacg92uL3ypM28oAu+jOhunaxbdq46AwC+i1kSiAQVBf2P
MkeG9CizYbqYDoPO0Mq3fz0+5u11X/gLSTYWtOPCEnu71VppY+iJ9PoCq1Vfn1D9RZgrNwnDgkLL
Yp2mdGlOO/fhzl4Jr2AKxcGQxK/3ioq3xlgqD10fmnbyUe9n413hpEn2TvHAvvso9irxmYfYq789
3u72wi9lW/i7FvOlfLW6IIAVbOiw8vIi2jC/hkqe08WQb1StXWyXeu1CEgMPEeCOZf+/XBCjyGt7
Goby0lVjelL0qvowtNXeFNadT8cqBOUkHvBRrjFMwP3dIsky+C3hxLvaeeH9C7dffyCtLOBogKjg
zfEJ21payBTkyOnXZVPXzJA91PXyUoshDaIacoIoFvWOd1nFrf8dHsEJjmVBaK9zUERCLbOFEeZS
2lMZlMLufD1EDckow71a0l1rgAGSPjwJB7Qtt9+pVkPNQKSUExys7snthuJiZOMeiOHuhmjX/Byt
glJ4+RW/WAMPaqShS1FewoR4SMT1zABJP3wc6rh5emzed02C77MQiFOPW9erqsRyGtPF8PRoAPuV
h7X+1MvR7gJtsmDRD6X+tlL6f1+L0vaCPCZqWA+W6KIkTvWs8gJ+wvnT0uGOLFUn/gg7c7pjGPe+
Fv4Ru2CChQduFRSlonEnW4XPtdS1/oj+OSqraOX4j4/w3tcCiQXoi+gLx7jKZRr4H4zRFPLCKFX3
Jclq+2MvvOZZVKq14wbvLQWpDBeKq7qQdt0aRq+0dlVnLBWRcgeiSbvj1BbWYeqKaOdFu3d2vy61
tsGomivafuXFM5KqPFDutpODJBDceU7urYO4BleKF5RiyOobaYU2a6MmyoudG+NTGln2iYGVvZL9
vYMDJwGmmMbKUtG8PbiyQj6iqpKS8FjK8AV994LBrbRrGYwpXLEXjd9dDuQHzXaMHDro2+USdWjd
wpkxvKmTB1NA+ZnoVe5PcErsXOB750eM+J8S9NJfvF0KYcyqThp8Oqc2H0ojn/1attXhzTa+dEZ5
BpeyDmOnt6u0ZeuxTsWlbZkpDRi3ab8ymKn376joaHuKHndee4g+CLAp0zK85C5O6xf/lySWKGCk
w7eGjnqGyIWZVn3yJ+H6acaQSoru5465b/wgTVnmIHjfF1m7DY4+VhCjVAu7uDi5on6wk1cpA6nO
7YFZ273ix9216FHxjtCtopR5u73ehOW1djF5d46ImpSsq6HqLGq+WiMS40OtOMOO091YCUkEiSHh
KT2DBbNwu6TMrMgM6eJc1CmGG47KcJC1TbeTTGzMnkBh6enQU6QQwjq3qyjhuCAjM1YpLRHodWu+
wt1UnBOvmnbcxr2lwEYyE0sFH+T3yhPGQ6kWLhPkl3FcyNZFVD/JxbW3SSx2BvXuLbUAA4BHc595
I293pRaQMmRzIy5VnlnnEC6pV71zEMFgpOOtweZSwOfVXxo79H7XB2hAm1E6kyUuInGiw6RUX6GG
i58e3+WN+Vl0pwhloXxEOIza3e1+siILoRfonbNuza+5pj3H4eD6VZN87pXwjf0BfDodIrpU5MqM
4NAJuV0sBPNRwABdXhLC+6PdhlHmu5DXHyr+2eA/3tnGylmMksASQ4O7o1N/u5iptaKZ4LO4JFai
H4oIaOZsFHtT5z+L8zcFDzJMcK30qHiBCThXjwkzpUPJAIS8/B9n59Ujua2m4V8kQDncShW6NdGe
YHtuBPscW1micvj1+7C9wE5JhRJqDSfAcLNJMXzhDS46WaNfVEMnQMinpflSWG5Xh70BUvPdHCcF
ggq8bn41pcnHJtF664BAvfuWMtnlwkLtHaUbLq/bGcddwyFJPMI3NSqsYGw07VeBCO9HVL0NOPdN
XBys8X5ELmWqtjJi5I+ttodQHcjRTV+8pr3d/t45WvQee/UyD90hd8oTEJpUOxhy/1nl0aPzyz5C
+XHHNel712qFWby2XdeiRl5qgYsKzEGusjvmwF1hoYPogrYF2mmzeZKOTTxH1vg6LXRjiFTg9fdd
G2CIlB8M9dYXuN1BkhNG2QW9ctKi7YxchBE0vl3/mgzx/MHUlvKaNkkXM6KavUe2qzlDEEHWLNKT
q9Cr6j15m/PnFFuOn6KNe6Skv19hamkWAZIEIrK5Ny8SPpnGbDVl+1pVffsHlh2633p9frBZ740C
nBKaP2GEDgjqdrOqEITX2Yu71wE2S3KebUNBmy/HYuTxNbDfohICQjwJpFLC0DchESo98QC5tX+N
mtz4hA5NcTG0euFCaAD2T+7T1S0JKQZoRUmQ2dFXvp0XXKOpmJSxeq2zKo99e1WsXztdnb8+ntZ+
gxK+giygjyx9AbbqbkvRGER7K8P0thkQxnRnnASXU7pmR4qZuxWkPsBM0AdFSp9JyS/5UwC2rG6D
z3S9viKt2PjIEMR+nhn5iY5lG3pj/ceTMwM2BqyXx4/2CZC1zfbrzAY0l2cMr/maZX4heu2UTDbe
v251hCXeLSJnXO71t6sbAdvNHmyGWHUXaxlfEWpZTg4z/TiUWvMOOY+nK0cSFk0TmXI88jpkvLeL
mHSVPThepr8OZYFeyFIKXG7t8iA6kb/wzVVCcwucOY00SKAATjbZ52oL1Cq1Qicl7OMLFGPnZV3y
9M/RXJEbrIT+Hmatd3TE5BfZjUo1js4y5GFrm+AYs+Epizfrr+poRNCc2va89m568Zpi+qit/fjO
qczyY2sX0X8NozqqWuxuEqo8YOQInSUPSt32fM1aZJPTecur0trqaRjaGYeJ7uksjlHeVCh4ZJmr
tVlaoJlukWucgq6aq9My2v9YXaOfJoRqT48PwHY+xEhki/SHIOSDBN8SIKJeDEU+d2qYr3r0yc4i
LRSGedTH226Vt1EoL8JX4U/uyNsNORPbll7qrmGkukLiXL+25vSLDsbB7xPrB3Dmy+Npba8ROSAh
OhVbImce1c2Aetpki9NjHVSU9uzHTmKfpDKljyfIdxRuvzwe7c4iyov4TahOljc3OU7bWMJ28mYO
ByerT2arREGf9kck2/0isvFkN54qLZfxtklumsJovQ6Cn9G2iC1ZtYYq/ryO17mJipeo6YzfJ7ub
Dk653Go/nzciLe5FareQ7Czal5sbsjeiprScbAqRNEQbrkMrR2+67qSJZLm4pVN/7vAR8qOm9b49
XtXthSlHJjCSHAzJ5tqibtpiFqsxTWOY95V6Bo+vBGkMTLqK1mfvZrSK6atBNOTtIl/dhpYz2hO6
PlR9OIjV/loIUV3XRku+Cmc+ck9++1m3C0rNiQo4J86UGeTmcvb6Qk3SURvC2bAz1bfRxiMfr5w2
+q0CGJP4pWsVNjYdbRy/LKORrH43l5n7URs9LA1RgFKbkIgyVs4LciPxyTJLXuVn1x6u+BtOjQdr
z+6ZTHOa9HkeQghmAD/ScRCfRihtF28ojrBC++/M7lLppYKMI3DaBjEWMsRZpw9DmJZ2HQzU0t5P
5ZRwjsR8sKX2B5WhwKUjJsC7D4L29h5CX0qr0LpgS+Wi++K5vf5tKTL3+njx7owiVeKlaKRkoWxR
CyoChJ2LCnM4DvD/0sIugtiGRPp4lLfzvtlIpCQk0rz0ZOzbYRpv1aCfFz0XtrFc9EkVL5BMCQPB
TK7Xvs/6c56v5jvNLvoLbWn1nNdqcfGsdTq4/+58QRjBnBuyGOzHtc1zhVrzOmeu2oV5plYfrUhk
H/AOmqlolfOBZdqdoQhpCNhwfOZy3161i2hFbtWLF3pLXoR6BqKmsZTh2ommOljg/VD0NindUwek
HkLcdrtZFEXPqBqUIApTy/Yzr4JuiVSJMmfVwWu1jWkgZshHnrtO9qq57m5HAiPcCbuu3XAET/bS
eJ0LOgn+djYjUtshVfvNJOwJvRKF1awARvd4J90bHtIqxX0Z4RML3A6/lhWGA1bkhA3QwA/LYL9v
iLtfSXPWCzFDc8nlezOrQxxOkThSWN4/1XxF6aQOVl9avmw2j46KgwWb0A1Np/g9aWZx1eAWBqtR
4LcSq0ehyP5wcvYxcuBSk3CA7Stqz3abk406oZLmxnlA4yjseH8OlvSNNXR7OKkWsH2QqUDnaCc7
mTSRSiys6mEza8sPmCldEujG5K0AERNrDIlecaZFFUbnSvfm5O/ONmotUKbGrT9Vbm+0r2XZ1ikA
St4kuum9rn3Ky9ZJX0GwR79NKY0Ff3HnQXnp2jr6sBao1EFXzymA+iUsmKfjAJDEb4LnNICAvmw+
E1XKhaTI0kK6QNBPEGxQjUAt52L6pFGFmS6V0lmADhqFMpRrL0I7YLbu9wl5Ow0NNirIH1Le2106
RWvfWlash4WWprZve8juf4srd/nNnR1nDRIWZDi4bXabRcrBAZ+GIYbozE63ViFWwHuyz8J2LeZr
jnzSpQMY8fL4/N0bhWRX4izJeLnUbme2mFFt0RXKQ1MoSfRqRs0gglpHEe7gRrszEDxk6TEEI1m2
o24HghjWI9435WHhClh1atWfm7hNvj49HSp0FsAol5oZ/jC3o7Q1gge2kRRhFs948SGzGBB66wel
ud3t/MZIl2VkIB9gUeRcfyoUiDa1zHmK0rCekEa0M6F/qAFnBIZeTE/pKVHWfRuKYpnEfMFY2lR1
sBcsjMnOshCE0Yo1FBYRiiuOYGX3Ps4bBBYMBsXGrSw6vhJJTecmxSdjashUtKJugnxO6qMbcHeQ
mA7PtUT1UvTgO92uXOWOReWVVcpr07q/9IQI50JU6WcrsZev4+TZB+HQLm9hPBkXULeV6sxbxDkF
8WbO1ikNE7VX/oTasfxZuGPyPnHG7Etj2NPnzC7X09Ob8K2OxPeSCJBtTVW1xsXUchNPAAQcL1GT
IohODHqwCe98M7YDf1AIoPG0ZY54q0uN1kzz0MlS42zGZvou0swjrO2drc4Wp9wO3Ju27vaF9Bpz
tbTWycOoIbckIKjN9WLkXRIDc4zh1z9eunvDUeej1C5VfgGb3O4PJ05W11AmETZtHIXTrGUnGz0N
nFzm4vXxUPJmu3klqfpyv/IQg4glTZe/yk+HuF5G0fWNaMLIMyZx8sBlFJ/gR9hlAJRZd3w8K4V+
ieN1GK+xIdwj8u9+rkjngWOjekUMhnfF7S8wCt0acLdpQmO00AtOkv+qQjRBApvlYKvsTwEjsaBc
IXSyuUluR4rjttKQi2rCsfOiD0JRzGs+Os4vTe8aOOJY3ovlrEf+XHemh8yoKTt6vGA7NEAyAmy2
0r4mjVvnKyTILmikGcHY5EfuFfeGknoQ1G0tGmhb5Y4IZ0sUY+w6bLRhoYM462sWTPrUdWcN7wrl
6UtFNmAJlyFLce62mxTAQORSDalDXprpouHb9h68zfLZgQn52V4L7bNm1+N/Hm/X/c2JuLdkeRI6
EtntXra1s/QE8nRoGi3eQSrUC6DvZf89rsdV9UerwGfn8ZC72JyUmPcHNhDxpJT/3Gwbzx7zCtOK
0Cn77uMs0G9zxrl+hemnkemJZMi+rECd44+iUKzu2pel8/RVShaLXwbMcdlK3f4KC8R7Yxpd5bWa
xxR/J8f1eaqOepv7q1TngeV18KSTCpXC24k2i07bJ22j17WJk8+Q/L5Dp82+PF7Ne4PI3pcsxMP2
26nn6GtvNVhuY8BVFpdqKfrAyNPqYG/ujwJKQCCK4Jnw6GGueDuVnFss0c0qDhcNZY117vuwLuH3
JZZyZAe8H4p7mrqVrDeQq27B9x68nMoypjosIaXNgT3PjeF7lmKlQV1MxRGsbb8b2fmcNoR2kfnj
HrudGXbr42K3bhGKvNBPZWEYYZFjGmnE8/wB0674ojmJcxJdPGEfNR0lqvvZkiTzKkFC5/BRyrkd
vizkU68MOCfNa6GcatMAuGJSbsFo0POWI7/I/W5hOKpF0DRZXUBFt8MV0OzT3qnXsCwW8yURnnsy
lSo9P96T9ybFq0A3X9JpCJlvR+kJUyZMAtYwjmyaNa2BbqzXlzShokbER+XHu6NhdSxXkKLbrrPQ
z11dKM4SamrTXS17FNeqYZd21qJ9fzyx/fLxrKIhpnNzkdVsVcS8tJrW3J1HavBGg+yuk2UwlEww
6Y/H2U9JPt8mth9IdtI3lC/vT0EE/r4NOa8+hkY0qn7aLPVLgUzCpccV4CA0ujclEkLy4LfmwlYP
yOvWtFlBsISOMpQvqlcNl1hxng/Q5c8n3UQkFIDi9ikVs4KdZj1roaMC50e11qiU85CkWYpF+jSP
F1ID9UkSNI+MhGUTnoMtIXXbticRidLmyBVamIMVOWWK6wRxmzrB4GHd9viD3VlFdgSEDL6XpCht
dnxblqu6lqkWGrh20t0qykvSG0c+EftR5H0ouxdyTqDBb7eFpYvFSmJDDUdKtWdUrRO/F8uRk8nd
UQBBoggu48dtOSlJNQSDYlcNsQsYLktjrb7Rt0eKUG+v322gzFJJpR+JFKHpuZmMYeWJ09SmGpZU
y1ef/W2m/8wF7rnvqlnvjatD4cf83CvL2ARxP5TGxW40PT1TCUumT4U6NMmLqMTgvsS5BTI0saJE
UXy1bDoL5igeAd817ODLszp6Nv/DWK3OKesSguFnPz43OJ9DGltgq7YV9clmvW2JQxeq/dn8XYfo
/05yA47O0P5SgL1EpQ9cFs8FJePbrx8TERf9MiyhEynVRa082bHK3cCIm6PK2N2hZMgCABuC+DbV
dMiS0qpnRppZg2MXE8Q3VK98o2m7z08vHsVvdpnsIIEl3iQRptBTp+yyJVQJ/4JlaXTfQRr+9HiU
OxMCpEDtUichkjfQ7dqlxRIjNrPMYV+3GEC0KKakWErgY96XX54dCoUCA7syNNyQM9nCDlGM9NAk
jpqQS0H/WBSq9iPzZuMdPB/lAAO0nxXakBSZaRug9rcPlZZ09pzZaMOOHOHFmrI66EdruGrCPQCj
7tMEed9Ik2f2uPRlv12/nnazng1tE+o6sC6aBtqAohSiKeXFEu24+I2Upbk8vZKEKnA56V6CaHc3
Raq6r11r4Jjjtbpor6Ai+3OnaM6lTJ/UoJT1MBd8vvpW8IAguGUiYnSvmImw27CtlPKlcwrvpdeq
KiiHcgzGAWXzx1Pb37E0t3jjifikKdp2P1JLtvDiMMswmbzyFcS5eY6V8evjQfbbg0H4WjQ06c/y
8t5+NGyqSxMHnTKsFjX5w4sn54T1ifnKYkzn54ciCQHkxGgYY2xOMajrVCWfKkN6ZEPQRL3lD3mf
nKo6Sf4fQ4Esh2NJsizVsm9nlUsFuymaynCwrb+NtdVf4LLFp1j05kHSs9/0BGBAy6UmN63t7Ufy
Fr0uVjNtwon2618l1tJ1mOn2gAsrcpRJSJKrWQcX1b0x2fDkixLiAa74dnZrlJrIm1sijPGg+orG
W3fKSiO9xJlIf1SgvQ7Gu7NHZDZABkQHAv2bzRmLLZxFViwqwtkzC8UvdeGsvtmoTU62pYp/Hm+T
O7PDz0SqEsvsG3Do7ezGeaJFT/shJLMvr6Q+hd+42vdoVl7ndRaXx6PdmRucAHlvMbE98M5OJ/Al
yKnRDVOb6iKGSmvPpija+AXwZ68dDHfnTINZpOlHhkx1YdvHdQcMm0WRTmHsFvNXNSZtnURbHTwv
d5aQLjySKsjE8M9tCoLzDOIwfTSEiVN7F81OEwIfYV17kNOv+VDGT7/PoH+kXhYIUEdq7d1+MrNK
KUIN8RiCaHD92LCW0MKv/uAlu7N2AIVd8FrQRcBLbra9M1W1oUMNDedsBHhXet1rRjvsINeR2+s2
5ITgwE/ngpIR1Bb4k9GK0FMlH0MF7CzWVst4MtfcvvaRU5/Grus+KIuhPXvVsyckkZpl5ApBzup2
ASs1zTCkZmpTqxlfUt1IPreN88fjrb5bPwaBcI7qPIQswPSb+CZe3LSvEmUM42VyX5YsKwMk08XB
ZXFvFHJfIl2qB2BbZC3lp7S01I3FU4jHQzevi1NfmqNveutR2Wx3bOUhQqIN2AAKljT1bkdBwwdz
AATNAAcszqc4oZgVOU32aarK+PlvQw0EXDNVV/n6b4bKEmVoyrxFYH5SOj1UsYufT8mSLM+SKbh+
yHGoIvP9KcBsS4G9qUx8+WoKOWbmF0cZG99QhqexQFD1JWGIaIksgfLL7crBo2iSvmWrWXO89NTF
h+G1t20rfTbb5XbjXWTlZLNN3xIlhiEae56SOUzZ2ycSxvk99mztwX262weMwi33BpumsetuZgOD
2hsBDaihthRpsE5d4tcjmszYpx2pKt4dikNKuA6TgAN0u3BZbAzLohVqaC+tXgJXi0bbV/hAFpZ9
FF7Oj0/rruaIZyzEUxDTYCHgwm+23bzWiL+kzAxYZXZRu0H5MU6D+bUv0+SSEJSAI9Xmk2FEf7eI
8L4+Hv3OZIkvqH3jSMhm2VbnqMVUMxAYNUwTDeuB2vEQt6/SIDXS5uDx2F24TBRjeQ4X3j303TYX
RmbjouzASQhVqoHBUg2fJtc8K3o+nZFgf7+W9ZE48+6Kknp3iAYRGQJyJwK7/ZKpUZfGAt4ibNth
xnpb0f4DOdB7Fs1MhZqlI+uScovQK7d7czGyjGOghooh0lMyOpzsWkWFXzjdwaO1/1wIYkl6ENgw
2SndxEyZQKp3GAotVKsq+nvq5+mMaUMdGGJQDwAxd4aS+SRJF6snUQi3i+dV46qUbhuF0VynjZ+q
s3VWocn7Uewtz4q/sIQyF6f5QjOPVvrmXZyqhOvfyyJSciX9x66MMjT0Zrg+3uz7/cB7z5mW/r90
L7abvS2gUZZR7oQYNVTnQehS9rqtD0bZ73N4CUA2JGSQXb41NXWVDqlPNbdDpUnrS57Gee/bU+6e
obCkr9EwzQGlgqdLt9i9gAOAN0e4yb9v9noV0yjn2XFCQxiTz+6pr4oploO57QJO3hE6P3IA6qg7
cVt9nY2lRIiA0AIrD1fM+ZcsoV8SG4rznjPydEdEVtdBhUvsJcnCVkSHoiCoLEPt3hlN2ryDsYka
i6aLC5Ub69kXhkdSYqTB6vPQwB273e9RVE2KlSUMlcfRj34xK98r2+n9PKzTwSre7kMOFfcfQCgS
Lal2u8Po0WeMkHLShotw55JhAO0Z/qxNyhEh9fYM/zsQcTRyR4gD85f87z/FaFMVkSKs03hpPa26
xPMI7gC/kvdpTfXz8dm6PxSpCD0KyRHYnGAjzhKaGMt4mXrjPBtG96nW+vHXYT2Cbt9bPJ5JsOUS
wE1P5HZOcQezJO9c5tRTvp+8rPfLxTjSV5GP/P9lB/+uHPkBFFACQt7mzXQSYei5VzJK15vxu3g2
rYuSGl0g/UaDAojDL5h0ze96dThI6eQ22wxMUsxr9eZOs9uGDeXvTJ/p+ceaoVytfkyIDnuhXlV7
bk9Z1qgvQBO1S8xzfrILMz5Ivu58RxkFy9YZr9qurdB4Q5qtK+P3lVL56pTnQZdWS1hW4siNa0MV
eFtkyr2yTfLWrd4aZQrFbI20ENNlqRBHiSLduypVO14NM+5O2Liu/qCty7s5w8pxhkJwTjUMHBa3
d3xLw4h0KFFtqdbc+fp4L9/ZYtBVqTLKBrdMDm+3WJK3EDPGjDXoK+28xljdjGMVHZyYDcD93+lz
q/GwvelqbW8cLcnt3K2G6WK2fRVWQEw+mtDUg2ztolM+GTlWnp19na2uD5ROtDiw6dk5c9r+18fz
vb3V//cXgekG6586EzCI2/nOeNV3cVlNlzpb7WASyfQBq6Hy5LZTdxmF8hx1/d/xbA1FA8m8AOKy
ibBjJA7ziXr1xU4zUFExHbhBqwW9uOpIEWK/nSWhjQiQCrwL+mJzjrt11dDpN6aLY03rJ6PIvW9l
XeTnDF2x4SATuj8W3ThYNhTGt91T9DCXLJnd6ZKZDQlXh9iED/xCvI+dfvz2+JNtiM5yDZkYvUVi
M1mI3xZZJ7q/WlzAUbK7NRLvirGNh48LTODpkiROb/y25K79WV0jL/Vh5iKUVmkWvTPFW0VgJDFK
bb6Om2tnH6zC/vAAXCM6QADf5cneQjZMoCDCWJzpEllF/otbFPgOed5zshv/Th+0GcAC8I903zff
tTBLpe09RlmrcggNu9J9oXr9wRG9OxcqAfIVAD28lULMnXi0we7Pl3Xx/kFhugg8c84OooE3WNXt
lc+bSdtB6utJhtbm+LW8KULRmuXiTdkgEMuMkiYwkVzr/dnoPCVAcQ+WX91NrjibapSX10IYcXuN
kDPr3mnLopenQU1y8zMBabMEea+k7WtnU4f3F23sjgpMdzY6qkKS0PBGCdzGmuO66kkrEBXCLe+3
ZUX33UymP4CIHhl73Fl/ghYU4iQmjY+9uSgMOD+F6UYzoUut+AITzqCMcLd9fJb21x/FJbarVHyH
pbVFaU5aM9td3i6XSZ6TdgVOqJbvjBj5XKs3DmD+MjzZfGzCP6CgRLUSVruZUozZhViEvVxKpSgD
Z3D1yu/wfD9b1pK9y3UrvuTdmP7xeIpvyfXtsCRXJCWqbOOSmmxqgmPm5f1A+/7S9HX0TwSlubua
ZjZmfu01moePsjp9R6unePNtHWJ/6CcXWhVRTnZJ7dj8r+LpixkMxVJJ74zCiD5mreNmeGGZXX/W
uhUenaYlg/K3O+jre7pMxfd+bfI+NOssRqraqvDaaNQSr9ZSycB9tBgNXtNIt7+vWaR0/jxNif6p
FGLt6OuvkBHapFOm9xl8DetDGYnJDodZ4JR4NvAN/FtFuS26RqUhBKfDSpf24GTutx82gRLj9tZP
JaC6fRczfR1tyJgGLKG1eknAIQZkxM9BueVVRiIAMwm3HTJfe9vKT8w8mx19cS5aqeYfa7hKYa2K
IxLGPqAlaAZTiim5xBJtvd37ptUKp3ecS62I8rNZzsplUuLlY5KDZm3xRv8jgjB0MuHjHCRWd0aG
SU8tkpRb5lWb8kiNvkbtjrZ7MbXxxZ7N1F+E8Rf+Zq9ohX2cI1v4UfRkWdJlGemC0xWUpkAU+Lfe
FBr2knNlkyVORauf1mleLmmjqQeP3fYmZBRJtZSUPYp4yATc7pCYqyum2WldNJRYfSVO3b8Ap3h0
pa3kqfL024RwK7FNRpN/2/ptwwyss5EizEXNsfRAG3H8fcnc9cfji2J7FzIhKj7U2QlhEL3Zxkvx
gDGu5Dtcsq617GBY1/ZrVE/55Dfd7P3pWkI9UhK/s4bSeQj9EgomVLY2V9NUwDNd7MImYEAncUjb
7DJxzZzBtxxhpu4NBTMO2irVXWBgmyIJFqat5iwMNTrG4GerPgaZ6iL8nq1HUNJ7Cym3HmqMUhZg
G1Nb8Qp4Z+3tSzLPReDGuf4jFh0eDvYcfZ7W2nnyEePD0QjnBkG5AVXOLe5orQpLaBIQkZtTHMQN
Gva2li9XlGS7k0G2+P8Yj8CLzjRhNZVIOf+fSgs6vIkiAjN2abLUec8o1WUpV3G1nWE5l5pSfX28
Me98OtJxxGCknIlErd6OZ2Y2Ibscj7y1+q1uClSxtWr5o3Vxwns81C4vlWtJBU2K8AIH1rciGBpq
oGPfFNHFmcf2dzGIqK6QGx7K/vfBFYX7a2+6rYXaVlTrL4nWoUMl4OxOr5YWL+9qnowxEGqRqCe9
ysxWFk/bI7fi7dtEvRnkF1oThBFUXLYg7LqZ6kZVHKTIUXY81QnQ9XXFluHxUtwdRUo38cKSCm8v
naIw4nUs1eyal5YaOKsDpA4b4fOTo0izIubBneN6TEv+Fj/tJZMimGhMxbmk1oqr+rD0p3Lq/n5+
EPptGgdfKqRam8ccaUJ6fuiWXswM+wXYpIq/2P1R3Uj+lJ/jLGqUdFLkQwdSDoXUzShLLCBMjIZ3
KZape52KDuvJZFDPszWMnxdceV/N1VHPDt69X5xR655eSd536mxvLlMSpH+7knkmxFgg0XTNJvJp
lMq0iy3yvx6v5J3zwUmTUQTdHO7SbSwh1sKta/yRr6myyLhtKZ3YL2jfpqd2WL0/tahVzes49Z72
a2SuapSR2lv9coJEj3x3XLsKtZUp8/r3c6MPfzuDMT1n9iafS3wpJBAcMCkUmu39q6RJlA1mnFy7
ebKvRlZa16EtxVPqj/87CisB9Y97hxLr7Xo3kVkb6Vok16RPm0DtioTaflI//VWZC7Qjoif4rdS7
b0cBkbA4S10nV8OtDd+GoB9M1ECfPeusmNT1knJbyMJtEdIlKH2BmE5yLadI52+NG8xGXx20le7c
KOxLwguiJe7YbQ9mnL0oNuuWUTQvPXeAmIMMC6Vn58JPBhqLkTugN9mXu10x14gSkWVKclUKO0JA
z1N+NP1S//n4IGysWPn8b8PQ16BrQAapbh7BVTHseejwg1DH0v5n9WZr/aY7ibB8gqf4cxN5RRsq
o7Kq7zNhun/Dme/siajKcXhQ+nRKT/0MKPSvscZX8hJ7Wv5FZCb0wLF0xg9xPK99aCTVlPmrtVrJ
dQRIngaLQITNV40KQUBVjYdfOneAOP54chZLdHOTMTd8tSTNGUb8Tr9aVlntqNNS5tags2ia9bu8
ytZQqfMjmum9ocAQSOdoDLjBDd5+LTXPsMeD03NFGAabiRJnqJS+EJoU6RGZYpt+88WoaktEBG0C
4onNU1Nljj1NnYfuQFO+9NL0xxqtv7iOf10q+/NgWAd35Z2pvdWRpXcBzlTb5E5BmlK4Zpddrcxu
/HXq1w9dEeGjRB/68viD3TlZBM8SyUQcTUS9WcXMQ6o1y5vsKnK9uHpqO52s3HjO1uJty8sImp4I
ZqFSeur2W7WmSXav99lVgX4cIK9fnRytiw423925kLtRkoGYRx3xdhRj7pdRySi1pWSy52nSpiCz
kaN9vGLbzFTGUCwVUSXZNyU+uVl+ijsslBmbNNWy6+hwDTVmZb5ri1KDn2QqXe/rVjf+vWhW8Wri
IvDH47HvzZBxqaJRd0KncnN11OUU507L2GRyzcmb9OWkIKZ90M25MwqoQAwW2O+08LedjLwd+lFL
ivyqr0ry4pUDGXhXfHs8Ffmrbm4KLj8AZyCLpZPD5rKdUtNYxrUprn0zID+7Uo3pDatcfKBB6cUR
rfbfxwPuDxVVGVSlYRrTO6FbdfvdnHKMYIJQPLKSfvy0DotxEkrW/NfOi4Pju5sagQMFE5B0tBqB
bcn1/WmHTOgaTWqr59dY6FPyy+jo6zst7/r1Yuq0i9/P1Qi/5PHs7o1J/4CQgo4Motmb2cWDChMv
4Ry7TTyfFnWari5ulDCpoUD6PR/hP48H3C0nkwSRKB2iUU0gY72dpFEXThRBtL0Wsy68c5Q4oI/q
xHGvvVkZR/Cqe9MjZGQ7ct1z5jbTI/aLU0ddGA2FNR/7gP6b6CL3L24140Ok2E96c3BjMb23RjH3
FeHgtlXQ23BXYtTdrmU7Nx+USNN+UYCi/ylacnItLo8cje9NEFIESTg9AyRyNsehp4Ccr2CCrtWy
ZA2cVWU0Tn0fZy/l5ES/zM10JDOw/4BUhgjHCd44DyAKbz9gHBWFoo1ReY2qlaYwMsJh7qbpJ2VZ
6svjvbKfHEN5EFSRcaFSvu2LdzH0rWI2qqvDh4KGoYrvlpPStcjHOKpetEWIZ6uwUCMkI5FmF5Uv
mB/b2VF4Ss2yB/g5LDGlE+8bkLnuIJC/s4SSsGC68sVhXvK//3TQc7fV55Q20nXWyEF9RUTp55H3
4etqxus/j9dwdykzIXA6sI+4M/f2QlCCmmJJy/pKX8cM2py7+9Q2nnIkWfAml31zMcuBJFQbrDa7
cbtyppKMOrtPXGOvyL5Mdtp1QbS66fxCBIkK3TJ5uV+7adOFlZt28UduuvibcFJ3AfvSNJ8GOzeG
v0Y7ozwbFbGF17kKkcmvC8uKPomsgqVVJO38HWSOVQeQN+M1hIq3GuFCucr24zXrqvPUtdB9a3cY
ksonaZ494TvmVD9bSZc7hUQJ317iIOlLePsRPfQFl6Jzy6sy0zUb80j7ILJ0/fb48+2ihs0o8oj8
tFXAO+l6lRsln8/LELq13KAuB8xdyjI/u1lfsLCJ+Fo1ojjoR8ibY/s9ualBDUGSk6n37cgCKEUX
FxICXeHJBDl8Pkf60ATaLOxf3U5bXhotTr+6kIU/xKPGPn4887vjw5cjaMLEcqevJMx4UlDEraSN
ZYmWV5n9SJR8DkqhFB9FpyeBhWHdh14Zve8pz/6zqSNJPeQaXg7Y6pSmNy/HYCG0slY5ZzTK3Vfb
GNdPQ06Y8XiSbyyX21UGgCP594CLJLx98307r6ABhxPRFVs+0b+qawGBKU2Xznil0SoW3851ZfxP
MhhK7Ku1s5avZHINwrJ6Z6t+rU0u1FLFTkQQW7mSYaqhz2UgKhiwfuc4M5L2RaOmwVSYUJ47r1rs
VzT+quzdYOStfbBd5abfTIdnloed641ceNtDZYVwcwBlc9UGezgVqMP506J+0lrszB6v3P5tkMVu
eaFx4+goi91uzzafWvQcwVOikGxpvpcuyvu6MqtrIyLhG4NWPGcQJJ92mXoD5+QsUDfchmcoC7jr
jD7Cdanj4rxm6VevVbzA05MjvMX+zibE5Yml9gwP2nA2ydUMb2og4amvMWz88ziZyKOI8QiwvL9a
KLwQHAEAg8wJQeR2BfVVuOuQGOLae9EfPPVjYI7amYtUDdDP0gO9Vj4vjfn69HeTWx0NCJh0VF83
o+ZdLMSEGu11NZf0amb6ErTNWAfmWsZn/ODE98fj3VnLm/E21xgGzQkI4klcc6dTX1djxEabXDB4
PMqdfY8IOUERnASi6O1uHFwioGxapP5D46Wnri2cBVdJ1Tgh1OAc3Mx3tj4dXC4lFB6lLqr8ZX56
E6xU7Uy9qsXViHoT0I/5A9WlHyhnJ76uP13JBpsnCzPoLQFX5UzfDoYUqRLlFXFWJdQ2iPEiPZWm
dxQ97L8SdDkKChIH57K9N8kxpjmmm4HSvxae00mJ3l7xI3usn8ULsWDSLQXEKLgp4hV5Jn5aujEr
c9cRjDPqneY39qq92HFhnJ7dDZQR3pC9Uhxup3TYJZGNcdTaX1N90eMgmnk3z6OlZ+bVXkv3iBKw
3w90fmXJh80n1ak2+6Ef2mzozHm4OglMJd9t3a56IWgo0o8Y7+b1Z9Fp7XO8W3kbyu4+PTDmiZzj
tvivqE5hd5qKwbpmV4D3UiUoVkOjYDwcPZL7wyXBXVJnlFY0d/Amx6GBJtRGU9Rr1I9TkERpehKl
27320LKeUidkVkRzlInJ4UyUgHZs85zNXs2Ukq9x28ynPm6aiwRNHrz6b5ilm2eSH09CA0TiTahy
S6VstWjIMWfAN36q2t80mxv+qlVx2gVJPsXmeajM9vclMvUecoxn/A9n57Ejt9Gu4SsiwBy27Dgc
pVGwJW8KtuSfOWde/XlqFgdqNjFE2zDshUN1FSt84Q3L/C5PssK4GikA1nDn19ydPfJVSBDATyE9
yb7u7ZnAXWZUjD40L16P14DoHPUyurhEvH0mXq/A2zmDOmNzskdN7v216oYzR6Wtgt+6DLmVLqe2
c8LmQ2IucXEEmht5Ph8HeHU/JpPyHMn080Vt07mv/XTSeu2bGjeFrV6W2akHuCHdrPzZ9Sp0eZca
p/mlsMEnnBCUGb3nqCohyGQ10PqqLtuJPKAMu+WYOnqt/+XFi/NHA1A0i/2mzyrnEC1aPj9Tb0Zv
Occ75Y/cTSAID/ZYVX5V2K1zqqqq1q61CojxuVcTLT0NQ2X3H3KvAlRfl0OCfqBlpsNxqSO9+lXm
bfeHkbVm6w+hFTWXOmm1wXdrBcZ4VWnAAQ4efbMAI6+uPYb0RAuYSWblXl1nFtnLEkadTYQvZvsk
tEZ033rUeJwjWVQ8vm8BHXhnCDVYUiyW0zWnosgS7zg5o7JQxpnm8TqYOro6Iov0b4a3LCrnRfoD
1HhS/q8qQXN/z1XEZv9mecvpajStUl0b0Rfi19tf/n5/SW4bgTwxBpCwNfB6qrSpTeiaXVqvrY52
p4UHrHGq69ujyBdivb2QK2IPQ7GlE7N6p5q+FhF3hH2Zx6j6F/Xz4l3S2BVSP1X2bokM7ZQWdXJ6
e9C7m0kSoQELyquCGH6tVpJ40axUpUnLD+HD62iX2iWHoHoY5mJPXHFzFYmsiZpgtN214CPTHCAH
cHzQ3hneFaDakFlU1f8wIdnFArECNAcxkdu7YK6yqI5TYV+8IczPw2RnpxyQ/rlo5+Hz22u3NSFJ
HYINKF1q1piCKe1arSpc++Lge/ihRrIyEJZXPXqhuwQulFLp+FBXNdag2lptsl4pR+UyZJkOq0IR
Rwfsys6yrefC/gaeIpWAiTVRHV8F7Hk3U6Wd8WBr4t671mDFrhiiZjtlo81RKNHScmcuSK/cfhwF
08Q6kjRxlc77JW50iWvbi13WWcHrVCQPhQImOkzrLIfCjFPGSqQHoT3op7DVq2c0+NtDb3R268+p
7nzBljo7FWE77cS1m0ODTARxJg1b1l2K3ha5Igx6iyKds08AcPOfdppr35beHv5UjQE3EB39FQOL
r+Pbe3EdQb1OmgwbiIFFe32NkxWNRVINkgZehEk1I26j89B18Q+AydNhXOp6p1OyvjfkeFjmIkNL
XC316m6/JJ07TRtjhfFiR3vJlbo/qgu+phQ2W3snNdnaNXidEFrjDEZKvto1dReCrDAWPmiG/Q0B
cHQuI2vveX8NMn+/f+WUuOGJJYiuuX5XU2pnoJXpbOqBLcrnKauQQVaejEh5R8/4W65A5xycf2vD
/NRHYDYaF1/16dRbVPznQucJtq2d3bQ1b5JamlEyW6eIdLvGrTapblEkejDVXXHAfCB9zonBd56d
rS8pLcWlpwHWxGulFqVKon6pagORijz/0qdhGoRJbJ2WZnm0lyFXmPoqMTBcBGCRq7sZJZG+ThyG
Uuuo+UddUMbAz8T+JgCfPKXC6x7M1BmPO0a2ymkdcuXIQ/NbrpRhkWkubmoGLVpEH7NOSY9eZZqH
UlHFWcXL/cGrWo7HqZBNDArjlFRvx9OSRgsrZdIDiPDLUwZL+EhDdg+qs/HBuKNlAogiIH2TdZxg
90ScuWMErgOaqDcQZF70XBaPo3HnVtnYgfTxDHJn/pTn/XZClW6INk9sI8BDrP48OljQVHh07+zz
jbsLTQQpFsxlTQ9kdb4B/oEbRN4myMLO+WOwY+UlXJa68OPWiHwblZ2dfbE5LcpTUgsOB9J1yxBO
52hmoQotd+m8y1LNnq9m3fIfpvXaS6Cawm24zi+XBsFJcF9MayJ78fuStr+iWOoIrsHL4Bwn4vGL
UvoymdxhQDHv5J2m2Wi0MhVGUBN0H63E1Q9FRfP17adGntLVPSnN+GhFMobEHNxuisFpkB3WQzOw
rPGXXSlfa2xCprh7IXz44sbzy85wG48q+FXggQRBUgBpFZrgGqMbAAUtpMyygrhuMob4KYcSPh7p
8KLhky2JOvl4M1VPRpyGJH/YLnaHdGmq4qcVJbn9pLh981KFg2V+waMido8C8WLlAJHIcC+OMjof
u6SJXd+g26OdMczL9KBAbd/9ywMbXPjEmX38vp3j1LvGi+F9texlxpg5ysbhXevhUfkkFl1NL3PU
WrVPF8nNr+Dghs5PlyIevsMzMm0e/gGVRQX7yfIYTa35nUJi5p4mXe3co9EoZuYvA6ZySJsllnvU
G4qrfqLQSfBNVORsP58c8Qdfvvup5RlmT2mdJ9HJEIliHuhZKw10RFyGzlk2jZk/w3364jpC/zWH
5TweBt2c8yNda2GcLUS4v9skgPVHupIhdglR3gZ6SG3p0Ndm80c0CyGpb2qP2XUcGtm1diz1R6Wo
KTUSBGwi34ztyHjO1GFIL2M86T8HUdjTwUCTcHjXIUfEfzlZRh24itnvIbg3tgXMeUJWYMcoPKxr
KhR+E7sBcB0srToelDqz51M3uykUzLZIP9q18gXj3eY5QQbkz7e35Mb9YTMscRbFAJqfq4cZ81IF
SV66di58l6OR9MZhUu3w8dOMegW6R+i1AatYx7GIelmOoJYSVG1s+3DLqiMA5kchy7xZtDpo4SIK
RzS3vguHWghn6TUzaNo+OhrD5JwmMUT/YS4S/QTzkNrJnQfWyKPoUZkyg9BSh6+Lmo7f8yENT29/
lzukrZyM5KbBFuOz3F1NU51VTVToZkD5yekPM50e5X0pCS9BChUKYouZuOkRxQmi8KXv5/KYGHP5
CwWe1jhGfaGnzwBHnQ8D5YnkqFJZ2ku47ypn8jfSl4cFQJx5b+8SzWWqGkIxAzsK7T8Lq9E+z4ni
YL+eW8Y16ZJW9YGDaP/MzZiewaDMQWukjybj8lfQmqEYCXCGKovc4r+FRl1YWtwrXKomHn6f8HGK
/krKXdGrjVDF4WVnFHlAUZO7HWVBGlKJZyJY7rmfcyLCy8Blc8j6YU8WaONISnVXAljpXIWv7+1I
2QxDJauFHkQTHuKxVbiHXHEes/skpiNBcDmPnBb8Ujgyt6MMFsY83PB6EPdafFaw4fPHkvvx7W28
8cD+PsqadmM7CNUYzagHeTkO76s0t78UEB/9fMTGSavb6ms2lHtZ89YCEurpALNBBRj2Kgjrw3TJ
ozZnagAPfKX1pmuN0tJO7LCxIZAmkUUgQhQXGYPbBQyVqDP1cjKCRFgYmIbed1UFjhbDythZxI35
8DwwBNuOD7X+VIZLSiwhGEFDGn7KysI6RT3iEG9/qldO4yoYQkiQApCshAO4WUXItTInU+llJrFr
80lY2v+G3FUQZO7PrmL941HoT5Q/nVr5wL30ZUln/YAuzYubKimdLvvYuk3ph/34OW7nl66xl4O2
WDu/cWsleKtoVyKRT3NPv11z1CFQqZlZiVl36+cQp2EUMWtl7+6VG2S9ErK9hpYesCpmcTsMkSJK
tF5vBiIyeQsjs6yH6zQs5sd4rLr0rLRG2L/L7bHI3utL6um+ps+ZATKwWjRCoNTZS/+2Jk4ShvEx
1y3U1FX6F1YGLn0N4TA4TudQLxFy1om7Z7y4OYoEecjOA+DR1bwn6lkd8zOD2pq6M6ZT5jke6sc8
nF9vHt5nAGvAyHiv1qlzvACSAbdmBsR1w6lWgV7ZyrwnxX5/POFGGfT70MdkPuuEmcSI9mNZmYHZ
q+F5cK0SWILWnauye3zZ5FBAy6k+W2R+q6h+xno+M7AuCmw1BC5F9D1+d6J0r+SwNSNQFKBf4bTS
vVntgQF6T6wYXDjgD0GPOAl1HSTPvXOsiXInU9kaizQFlLQUYLor4JeOkTWmzX4LayeEqoP+jTm6
SjA35R4F7P6JIGQjlJKQGxDR1mrT9X2nx5NiWdidzdXVgiLysTDB/NEddP+JRQT/dOjUnbD3tX5x
e8SlTju3CLOUAkmrxYxBFWpgECyiOPKxj0vk5P8msVdUNoy6qsgPNelCRFamVy+6C6zlJLKm/T66
qNQc5lYfGl+tc+9FaJOLg2Q6jo0/pvmSPWUQQiD2W1jdna2q7D8JLyr/VnqlUg/53CbaISWMRUw/
98KXpizjFyuytG+UYpvG19tEfK16seQ+SKNkz1vo9eZaT1uSwdG2IepHyeH2ZovrtI6t1rODbs6F
X1u5cUWSBaCS4EYx6QYd08T+3A6JcUXVO/Wr1HaYXhzn7zwlLo9vPzn39w2/gmdaPm6Sm756QpV4
qu2+mOwgT5rwWCISeBDW7O4E7FsbTBJIoRNQabrzjNf7aLHSRrcDM1amH9Oot4e0jGnGtXEcLBB1
kfipvB029cbUgKdLlKcsE7Kxbxd60HQYJX3skNKFP7TcSF6aobC/v71+G082l7XFzUPLn0hxjXSB
pWC6SzuIABE4q/mhOoqu+8ILlTqBtaqmz8s02JTTYKfrF55sM8TkcqmEn4NzAxJa53oa+0iCixCu
91x+cstaT5+cRGSjL1AsSND2XPD7Sfoic/zGrHLj8vYcNm4angBqISjH8OTcNSSnseCP0AnaYiyP
sx5hZtEBtCprY09qcGMolovin0RnoDG8CnCWBcGoiY4rIS9EcCha7VFBevKSVn3nvz2rjc9Pi5VJ
oY4qYWqrnV0P2aC46sysXFM72XFjX6LS2QvZtkahjiQxTsyHsOB2k3Xq4OnhVLiBsljegdS48Ad9
EaeH5yJla2kKUvgjml49b3reZlUXxWYg213nzo6ni4GIxIO8H7jr5HEkujxs8uFZrdhceSY2MKYJ
Hrm3zs3k9deqnPZk8e4rLdLHgpeaz8Izuuauz2ZKiZiDS7EepECvpt9MfIkdY1mOeRQfY2GfokX5
39sLKC/V1aUrgUf0p2i5UymXF9RvCWrl2J2XeakVONzsHE8lekk5y99djPMukXTufnz3ER9gKUup
EfuONYhkGPKkjZNBCUyvjA+VaSTHuLXznZN7v/vQL0TkEoUP2DiEjLfTGkSYqA6ExsBwk/rshT3K
nRM1s7cXb2sUXFVQuJQFU+6I21Eaq3U6gmsvCCmZvohy0hGlsfY0DTZGkQpMBAOom5s0AW9HGZph
0mfReIEjq5K93rR/2ykt1ofnAnGOL0OxHrDWWqkhToRTtJbr4Wlmhi9T70znbEnTb/9hFCkuCdtR
zmh1K4yNNUeaJhVV2766Lq4V+RHFxIcbRHSIJHMf3qHUdlmNQkQQVrjBiWABoOtPC/6xY1gsO1//
/uhIQUKgqSQMFCzWJT177jqv7h0PM8TYjAN1bIxPVRga72e0r7WzOXvel4dXD/cKWeOh1EMevHok
itRcDPBtHjVzzX1CzXU42rWxt6vvnyKT+BNzJQmRkYJat/vNrYZ+iLNcBNFSKoSMc3IepK7qqCfi
Qew8O4EoixSIIhk8mvX1zTzr0jVT1HzduPxF0zL+UME53mmibxwg2rugVZgLtbg1QcETXrmMTi0C
Xa27Y6lF9VVtoz15xs1lo2AlS8g0ytf9wsSN4sitGMVtK3FS9TA6W5Dw34/6sNdD3xrqFSD1qtN6
x4mPdC8vja7DJhaltYOmD+6hEI4BdzvbAzxsrR3XAonjayVuXfCzunZE5pOWWuGV8wcXQ+Hzosfh
8e2NvTkhwlEJjQLwsO7hpbWGpL5CrBgJp7pCQubtiezymI04Rrw91NaEpN430Rbf6K5MM1g69Hh1
FkGatelRD2Pr7GRDv3M3bI5C95hKv6xfrst8aljgkx4bdCKjJf0jLaZvRZTrOyH21gVkQyySOTDh
/FpLf1BMGBR1LIK6QpSV7lz6QSuj2I8HNf/iqIiDPb50FF5e9QWo/K8FNiLVzKq24bR2dlJ+GZzI
eM818ahIgrwT8FwDxEsdWPJcb68fG3WQIcn4QJQzptNihHNgmov3+e25bO04nF2xQQbnTdy4yoEW
O6cb2Y4CbJwWH0M1U96HZqtcayjQ57eH2toLvKevrWK6Wet03mxKTcs8hqoJMf8uy2Z+jkFH7a3b
5ox+G2YV8jSqp2GKu3AplJ3+Xo2tj0rpRZcK/4idzb217zhAsicnlSF14/YLhZqYnbbVRdC33bfB
QO0nVPCcbxCJO9lWucfv2pqYJBYg/MscQHjfDjfP3ZJbuclrnprO17ZP6z9L3Juyo4inPQ3Y+xhc
vkigAMkmsI9Y4zS7FHzG0gzh8+JYzWmmovmztXrxD655henb9WhZh7lT6g9OqaR78PWNjYIOHWon
hCwgW9bgwGFc0CYdBhvX4b44Fdxgn7rJ2eNVb4xCKZ1TBhYVePUaUm4pXZ5poWEHUbRUPjpy3gmv
6j2ey+YosAJJaShTU4C8/Whj3QjKM8xFszN0MwZ1fB/CLns8fgDIAoyXcI+PtU5lnSms3BadzEAs
yXDIQXKd7MbpHj/A0k+VkgLYGakEdTsXa5bcCAoEgarn07MbaQnF96h+OMnkISf2RtkL8Dt3+u0o
CGyHcafVTpAv5uCXoytOndXtpeX3hwkWBMkEp5YFQ0vldhQvshVbS7ABKJGRPOZF6b2nU+qesqh7
HP7D/x81UZBGhKt8p9uhzLyCAK5WdlA5k3FU29igzWqWO8u2NSHUU7hePRQ50AC5HaWtdCvzDEbJ
VYAlUdwPB2+YITzua7zLtbnNlZmKjOwkP4GsYpVWKJMy6nD47GDu3T/7VAlQQf8VOv37fOYkUT/d
qdNtTg2oMEeI6v0ds1TpDJAVkGiDqFD1AxLOwxe31q13mdE5x7ffqL2h5HH+vQyguX2RpvIgKer8
ddLH8RTD0LwgHRXvzOr+9WBzI28iPevhz62R41pdL1CSHTsYY+vFcppfRth+RwGt9cER/Xp7Wve3
kByLjg4NM+qQ6/sht1FxbGQBL1a82gdM1JywQNtDkGwsHs0iGUoAgCSCXW3BvofXjQKzE8AdwUOm
jhXrMIxTiVd3O7g78evWYNzJhAqElZC5VoGLqmVu0oa2EyDDhCIAuCY/y5afQ8bxenjxQMRSk2QF
uV/XajfjmHsN0rduMFOXPqiZg7kBXeSdYGLjEwE4litHFYpDtbol8BmbGqj5biBVIg4oilH4bMp/
H54KXSnpb+GSy4BWut3evPhjnOkUBLQGvmBXdvk1K3VlZyp3wluvqR+NUNnbo5S7jvpHHV3iMc8I
KqnaNUGBWv/nprPbr2OJwpNf67OtX9ykMK9qadfzMV2yKTpUllkMx9qoUayO85x/RYNNP343x6XS
D40jlta3x053AnZg9aLBvlr+Drl3xc9Mgd3U+WqMc7XwxwQnsu9R2WjtAZC6+3izgsz2t+mt3kHU
eaFMei55NAF5HuAnXJ5iYxqe1Fg43xPsyc6iKBrPf/vjbex43MKoIsuyKLDm1d1kFq7oTatVAsuD
MdPUVXKOSnV8DjP75+Mjya4beDOpGLROQwdXGHMkszbVnNyjO6jKiZK1Q1k0epRLJ7eKLHowJ+qg
VMNud6RAkcFU40IJlBA6s3BhwrMGzc6O3Fo6QPa4Ocj1u7MHFQ0CS1URwwCqEBJ3+yo9aHX4w+zU
PVPQjWMs3yip/Ulbmwj2dj6DkedZPttKQKnVPQ5jnFpgdkbcyR7/RHwYFzAI6rV3FE/aMRHmalH4
7DhleVzytvjDQbXsuizOnh/OnROG/EbUuvlAkodI3f92TkatLBRkGyXQhuk9d+7nxii/zZWeHfJs
TnzbiVTfLorPStFdzEH5Fk3zXmFk+zcwT7pQHAByyNvfQKRRIw5c8wVh0f7PEl39o5/V5ehi13PO
hO35mmjFJc0bGH+u3ry4facdEm7u69sL/4pfWUU/dCol7YVKg3xOb3+J01kJKulJ/bwMlpdBw4eB
9i2lmxed50lNzL/VbBL/VOasLE8Yd3hDgMQcPpy+lhSQqQgGRX1ys1SvDwL3eeVrixKDeRoiSDzH
BfaJFgCSVL7BrPG6jxkchvjLaPdKDxPQLLpTWqtlfci63Glxd4bc2YP5ldZ7zpKVH8IcUbGTO7q1
/WM0q+lb0hhNcuhcN6x9rZtEfTRE3KbPNumrcVYm9bUhZTvLk9o3k/IV20Lyf79W6mZ5Z3VulH+N
86oYPlXjEr4UQxdagZYLOzrMeeF9jZJs0g5CD1Pv2Rg9r/ojm2e1OABhUkY/MyLonn5Lspl+s+BC
FZeBMKE8kqtE/ZHcqOoOoow8oKDaNPbn0sXY5r0xOll2cavWToPZsbrJn6xc03xL0UkETLevnUM6
F8bsj/RMnCtUjC50fWp/za9EmhGeaRl2HpGUNgl+3aRJUc7SzemSZmiczp+QmU7rF70pi+IPZWom
43PddM78MzUTpCoyTW+0jxO0KcdPwM1X2nFOHFGcgHZEJeqAsTNdWisPzexoV6GFNZ/h5dl7N/bi
6hjqi0XuutiZtvcEbNwu+LBR0CcWoai/DnrCIre6XGgimNkXz6g+hkAUwj1J+NctvNriAD0hd1G5
g2q45gA2y6xkUVspgPN07Vm4U/bFCrOB1psEdKPTNTx1g6K9xPPifVwqtf8aoqr16e2DtjVX16Cr
BGQH7MdaMLGajLrGGEEETupaB41y+CnR6z1m+dYodP6BA6MQQea0ygNNrba1xeNRtVEO+hLmIqI9
W5c7jZiN90dCj6SkFIkTadPtnWHoBU5YqDc950JAI/BK/Yvsar+PtFDdgyBtzAi0Br0Res0o+68J
VkXX5MsiFCUQKrfzQRfD17pLG2PnAXoNe1ebBMyzQTqByjgJzOqlS5wunV2DceJheV+iRg9RO/GT
InrHxfiEHP0V8Xb0BvN30xh/mI3wqXXnyW/78GNmZ8cG+EqnzSh65eciz//qsvqMPuYpzaE8hEp5
gJN9tNq59GNjzy38/nMQYhMD00MiYb6zdPFiT+uG2C6ec6gxpxEfCUJNb7pg7PB48gDTCIofmMBX
x53Vu1UkqYHqGkPVHnrkT7MWi+kydml+fPu0bOTkIE8lDQx8Bh999TW0uU2RqsUMDeTp954HzKcg
rhyNtnmfG/y9tB+nSXIHScwBBUmWcg1FzaG62eHShM8GOo++G/X1U2uF+U5ZY+vhZwAZduAxSz92
VWzw6hhJ/qkIn1XMinyRJ5coy2DTAXu07A+2GEafffZP0xaHObE/jb2z8+BvnSfWlOeevQLae7Wy
WRUaeL3O4TMkGe1XrKU9OigNqLS3P+DmMDQagURTKISyeHtFUOqvowo5u+docs1jkjaaX0KO3AmE
N0fhZiB/QZjzruuDbOuoLeicP2ejGVJdKwcgQ/oc7zH57rcjdSj+ePWpl46yt7MxQs5fXZrxs5YA
YH/nWo3Zn3VjqttTVdfmTEfLiz7XRpfZD9cFkPjR+FZwglH8WWv9gI3NcIsq02ckcp+IelKs+YgJ
hzH9/PYHu6/fSFq5REOBNL6vSiVp1qkuGLXnmIBGOgqg2eWbtRN/crRp7vxigCd1eXxMQN8cdODF
BP+rTbIItbWWOiyeKz7jy5xpTXzoza5sfRwXrI8yX355e8T7DYNsjc12oQHOaV9DfpwEYROnK2KC
Da3/IexafUq1IhM7r8n6RoZhyiOPQwa6lfIOWz2Qkbtg6DhqzqVzS+dPFMHFMa6BzU5mLXbWcGso
QneKE5JkSu3odmuqQyurtKWLYs0o/tFFziO5TFocpDSN4ofnxSljavBE0F9h490O5lZLPkyz4l0K
nCMvg624P3Odxy3qSmNP1Wj9qbgepdWNPHPUj4gybsdq7FCxoW55F9QwKszJWlQly9rb24Pbw0Cy
QZeG4uW6+ltVLiEyOc8lz0f8t2mB+m0o3NPb++7+KzEZiELscpnjri8Q6pTos2jCu4wk6QjqI5J0
TIauP1Zp3Qw7X2ljSkQDaKZyI8KSXD9lHbXzIWZRL5SyUn+eQixhDHMPrbA5CiET4sGAftD7u/0+
kZESHJahuAylKdJjWBbhT8eulz2o+/3SSdqFpFlhDM3DvBonm+y6n6FRXwRYPT/RsasErN1dJzU1
d+zSNoZCtwsnFnDh7Ls1ql5FXMkUqJtd2iYZTwAN5gMBjn3wyCUf/kY8vnCtAOxyIwEOvF29wRnb
YQ5b71K1HfzpwfQOobbr0yPPyO9BrRR2AhUhEcHE6QS2t6PUDsTd2inExW3dUHxP2tJVPwLOC1Vc
sEZe/ngZqvyIg1/6K0KFQhwXR1f2Qvj7ZcVpTAYB7EeUND25k37rQlhzqUCzn7yLOsmKQdybB4Hx
1KFPqubB4racMHRxiujk4BLgfztUYRGhKgj1XbS8VbtTNKZq/jQZpbGHd9yYE2BbyUKEiMH9JP/5
b3OCHhU2jlqKi9UjjpK5CE/mIJWPmO1Nx0fvDiRfpCAZUhbIza6zrZaL3exNVbno5VJf51r/Mapt
DZ8NvaeHR5KUCIT+2Jd8qdWHSrO0sTDHCa9tn3VnzaucU50WznlMlIfl47iWqL9xohlPqmfcrt8g
hrroNT28pmb7I3Wx/JraWTnJ/2rngZQ/enUGpCoPshkMx7O/OmmRUuAAF8/hNTSb9tBYS38wvXGP
PLsOn/g41BgkegbhGpmF3c4nmWKE2UYNhYeyPCv42Pj0ZH+VHfz2sqh2vtPGlKgjgKEBoShby6tj
bRlFRxLWR9dIQJ/EggtB3n7ydrrwd5IuUviRuwlpY+B1kqt9OydFh42vlI1yMRXDzEd/8KY4/Tir
djl8WnRTKH6fNAOZ8rgktV/aifo5aby+8NPWRcUW/4kiu5SRXVUHtRNd9XefFY6Gk1bkis8P7lxZ
1iFvp7aLSAoZ4+1P1cZQKQBp5lfDHf+sigRFtSL/UeQPY4NlAYc7lW4TxRxUHlffWZQDVrBpVVwn
L42OTtnaJ68z9lgqd7tJjgL+mLyJnQs84XY6zawtRWmB9DJGvZkOigGFDG2DSO18RSxDFiz8yEfp
a0DOCFalBhKHBC7eag17u8pQKo5dFNQSOz7Y3oh8qSbsaTnHZhfuXdV3qbAcj96CIU2yJIJztYu9
SfOiwl6ci2nmy/s4n2CKCC3/nzoPjnvCczfufa8bvOKalEXkXD0vLscDJZqoPRs1Pp/Xt/fQ3WPJ
4wSuhZtP8uzJSm4XPRexixKzy/xj8Xc3LxedPo4Vhj/CKX0HneJPA8mb3NhTnL8rTxINyj42QTym
nFLm/nZctzUAYYahxzpUVIW1sDB8NxbuoW9V7Zqjl/SseW38TGtzetF6Rf8uzNz6+vbkZap1c0vK
H4HSNc10mFpoJt3+iKgcTHMKeaOBucbqGZ1Etzl5eW5YVzqfdUVFpGw/pVGOLerbI99dZoxMv4XS
G8EqFgarE7VgKwzBdvYuqVZTXLcqZ0b/fbGG/zIOlyWlD+i1lLDWM7RLPelRrLG6xvkHwnb/ohpt
vhNCbs2GmADxUOI6OMOrOxOp9Fhr2VuXsnKcd1RQyyd0Jufj42sGkoyjQ5TKrbcahUA1c/WQ3Ggh
ZjNOI8DxEQS0VC15eyD5P1pvC7YkG1OKMqEEdbtoExWwspoI8lHRiw8wnapnz+nrI+Wd6vT2UFsr
96qgh48FlAV19U6bXqr0cZbS9HKa+LuN/fLFSkv9/B9GQfCE1TPxPVmne0XbiMKyInExhnSmzZ2o
115J9oqJ9/f3K6D//0dZLVtFT6ElIRKX0YmLj8VilUEVmfq5ixX9PZL7zs7abZ1e0Hjkl8BeaW+u
xgPE5k2oQxJha3b/ZC/u32k9TAecK45KPQdJiWfGw+vI+/Rq/fcqq7i6tLDQAxRB4+wSRnN7cdUm
QZLHW3bKNRvbD+0LBrKhtAEIXO0JJCnArySVuCiiDS/cf951zCPQgHlr7bAJNodCxE1SVKk8rDvd
YzcSNhi9uDip9W0uJpRmnaQh5imynXdmY6MjyEQDBag62fOaQWkqKRrHdPIuU6s2fg9w/aSaENAe
/kDgA2R4CEmC+3X1mmeNbc8hLdqLl/W1fRB2KN6ZhjQLfXucjXWjskFtFJcEGjXrA8UTPxZeEYVX
3Bjyj0qSj89IowD56dvir7eH2jhVNO5lbdKkAqWvwd1GVkH80bvoitKM+tyJ2X0qFKX97GZ29xeQ
s2anzfW6RqvbT8bAr/Mj8bprHPJOqouSRlct06fKH2vDjZCViszKn1CL+kk0K9xzOVpR8c1IO6fx
Z7Vtm18I7OTLKe+doTu0nrIMXyqU4D66pWGMn3rQFrUP5R4oRdGUY3EoHKcL/QWGjvnPYPfib6FM
EV3vqJwosoVzVx3bRKcbpaaL7f6D8p6QruiaGn0Qo84to1Vt313CLlN+ernSuLxuTVGeJ3cQzUlJ
wjQ/mD0873+tdjBVH+a4kh6MbpJgDmNs+0M4hsn3omkQiJw9NaZZrWRYob39+Tb2vcSDcelSfSXK
lP/8t5S5warLnGwDZ7AxKj+rdZGc0Yj6D0+jjM8lS5BKG5Hc7ShoVZRY98wRiVhknSixwKtfqHf8
h7n8NsrqwsWC1DbIX6Or0JK/TTAAx4pixvHtQTaOluzi2qQAcNFUU56H3xYsn50mQvGX/Z4O4wmT
+gp19Vw7ReXS78xncyhGQsyKDBbA2e1QsEJnM8+y+KpVaXZNLBKNoUq0C/DpvU7r/VAwUwn35F8o
oa2zyoIeXBbbenxNojA+OanSncTkTWdjmeydm3ZrKOIjuN709CicrB4pNDKg52defI2TFpExFNhO
XuhYL51pxjvX4P3mpnlCcih9LUBLvdLmf/tWsNdbo7aw3YqQFPd5poGn9N6ecMXmhAD5uyAm0ANb
R5d1lwyFEeNBLQrIWlXi9Qe6XX+qY7oHmrgfSRY0YPgjVEgBcf3y4lSdGiQCJbJ1o0bb3YEXeYgK
bRyOau6hivvYVuf7yEeeJhci/0SBq/OETluKaqAnLrk7L7Rf9UxP6Ztnoc6ViprCTk1oHS/J4ZBq
Is91QLIDfrrd7lal16DyKKnVao7bSR5Xz9pgZMe2jPtL42LZ3KqZuhPMrJ+v10E5zK/rivzI6owp
FOwARELpamct+qI4Q3uaaSQ+VRgavifU7XauDzmJ318vxpNEVkipFEOZ6uomFFE6LxjDKyiGxyXH
uf230LU/srb5NLrZF3A31TlPxiczT3cyrfXekQPDRODAAbYko16FHqLGuSAsl/Aa6Ubm+Tki859n
HNxasAl2tXcVbywro5GxupAriEhXo9W9KRqtM8KrFo4JzgUFYX3cdqC20+k8Dh4gjbf36vqov06P
3EsFqYj++zqRBB8YKU3BgGHtTr7nNtWhzPJk5+ttjyI94RHHAi602qKuWxf55Jnh1Zyj8ACKsTma
aP3snLuNxWPRCEIpmZHlaaukWDNI7qwiiq92Liw8cM2ieW6iMnyHHrMUxU2tPaTnxrwkYddgUASt
7uJSdUYErjZbRuy6/GMH/iBIY+1R1i7fSPY9aAFI6DLRwO0Bz2Jvcufk/yg7r+U6kXYNXxFV5HAK
K6FkWZLlcEI5QhMaaDJXvx9mn/xay6VVnqMZe0qtbjp84Q2NOGllUe/1LHUeFoRKjiYKzfv3t8Nf
7hK6lOST3JW0OM5NfjWFBVdR6LxnbdM+ZRkODg0X5N7KVIKIaOfgBe60zhUt+MvDzQw3iDFgBKLh
88PtAFUza33NTwvogPEo+tEcb9EqQ1hv6vjnBoxl+bNPxNrsC0MN3m4GnPCvkrku8T4YFgo3EDIo
iZ5tn0nAOuqzqjj1jqifp8xfnhFXap7eX+H/b8K+vcqo2IASoGNGfZLY+O3nHMzZsluLbLOYQaI/
QKgbkwPqQM340hi6/K1Bt9Fu0XDJ4xl0NBL8TiPXOF8RzCcd6VNrr/WY891Nne21H6thMUsV8pzj
Wy9cVyHBUaRZcNyGafZLLqaSoGQMfo51rY+RKZupDXFS9Nuj2SllR/q4Ip0LoqWVX/SkN+1dipip
+5w4E3dCao6tt+tXTKDi1EK46c5Ys7kNk2HNsifbzt3iRyqTJke8zja0KhwrzexuTWv1slcsCsAM
5NXoL8e887X+GftDw9o5rd4MYZ60vf5NeVqw7s3ckGqfVcIr7+hAVXNUYJL4cQwMgYOxqQ1WE2EE
QuaSJzUKuFTk58EMTdC7xhJmpZrESSIR4//O08Yad3NmKOMuwFbRibrGHeVuqqysu18Gd9GPRVlX
+sfMLyy1k8EMUh/+UlAeC/YfgBRZq24XaMg7vRRuUGPnkuWIhVMqT7Nw6sdlHsIuH6r0gWKTpd85
WN0BMwnMpYimYpI/gqqvhg/F2KDVOM167US9VM3v2aMSfmOs2lJ9VL4/LHu6LFp1g7bVlOyCfMam
Flk87t+5mFdv3/u5YD/aSSfvW63yhoOmuZp5IsacquclpbAeJypxy1ithTPtpqVam+cZmL15h3NL
iT5GVxTG13rtvQl/cNwwlgdGAWivY/emfmo0ZdzvVl0lXMtjKiWKaKaQoZObdblfukFDTyiYia1S
nMaMYXpADgMjkgaiY/ZIkANyGXu1Ac1GA8G4/NHoFwtZa8vta0S8FqwkNuqP1e+mzui8+3zBTGw/
tCkCrOSjxfRYOnUa/B4br8ifDDMz84+BhVRbqHujVbjhWmlddSpczfZ+dpnbt/vZt3r1S2lODcY4
qbIZRbAGGd76uff6gA/gN/0039T9YHU3Zd4vxp3C+rA+llogoDE0Q55kSMzbqfkKnNc0f02zlXsP
bpfq1qmRhjl8mk0KeAel5WVyyABRT18WX+V9XNLcE5w1fZjzPc1wv4nzFNxx1C6LEmbo2kU/reGY
5YhyGkCY5z/UGSZz1/KGdM+1lvjWgWKqzD6i/u15h6rDGWef0X7NozSYLELgaTHyQz3346tqDFXv
+2DIXLQgtU0yLQnyjHpyw1eB2dIVh6IdLPkNUy7XDBv4XVpsamX/cXXl4BWhXa5+MoWm342AgetO
+k9yMJ30UW8n08jDQE66WEMFXJDqEDaEBDRilM4DOs6oftZuNpmvlYNHxs6sxyAI7aHcfhKQdX9n
iDzrb2apC3Fo7N7RQ1DanX8cLeEFeyooiXxueIrNsOss8Q0pt95qIwdCNiRL28x+kFVJsV+NrkhO
q7EOzX5s0nn6ojl9lu99vbQd4D8KEFVUZeNU7Q3yfg9/9qloDhngk/yDbbYawvD0Y9J2B9XRzUOr
9Pvpx4QC5RybVVFake1JRY4kR5DjOyFEbewR7EokKEU4Ca/jEBjld3/RxRx1/IRk5W5J3N+W5YKt
D+fKn8QRrQQjGq0udswJ4IbfLv7ecrr20cqBekSyd1sU2Fx3DMAHZmkXLcXUtR/zCngWNZKp2JtF
Now3Venm4i5Z1CrCVWPTg5wJhv4jqhUaBYxKjhouoEn6bat0oZPgqkmtEXWxpPuTa4jbDeDK5ptV
Dkk5gOXwR1nuPFFldkT1Z/RVmNJS7DUw+DPxT4hMSl8VIXdZrt8borSX2EDwvntwF1Pon1TSzGyA
pCrHdefKQtMk/2/ejjI07EJ3H1lZc43rAM/wZzgszvRjbge338nRr7s5pOltIdzXJ/N0VEHlWpEc
+knizemulrcxoayyAOEquvwuX5O50UK9Udv1bUoXg0/8jIpHUSqRhV4ryx/1hBtyEcpU9WonvL7J
Y6/PUZfSrRzJBcz0wITftomWDfFqly6r2HRKAtQWOJv7WFJNtn/jTcDLboKiql88cOnFjUbtvw9F
sGY3VTvr2ilnVZ1DMw+tCyWNYXaFtIwvXWAXQzQ3iLbiZJ8NYrcOjHhf8OhqD2IjcMxhq8OlvPdt
5Zg3bduP6VECxfN+5EWSrw/LbI4dL1aLBtJpzhe/scJ5BDvzESJMoj7gT2k+BXVBYi1Xu/+MNqLx
M5FJkYaSlymJfPTa7zooSl+IIbJHlG7sCtopTYqTJnT3i6Ob42sr5TxHlDFX+y6rIJfe0F4ZkdWY
5/FP3q7O72Sax/xk50NbnOQyNuMaNlmnkzwFzmz1D4Vnz8urYlG9I+ij1D/41ZpyijYbDgjerZsM
T6WzWOLW7w2xtGHLe1x9mGQzu/eorYzFr3LsKNqGdWep6tXAaq4KhasWD+uXVLrmCFxfrdWxAf1W
PSEH6SOB3yerfUQNzzHXx3b7j9eyhuvdQhNt7CFj3wLnOCDWCkla94f0p3QTR0a4nWQqzLu81+41
sKmPRkcZ80bzRJtu4ZBThHmbmgORhZT6zloH54c290J2YS5y56ed1FURjUGZNU9a4jQlTNusbe6H
JBOduXNE7v4xABG/cJ605FWOqhL7xTBF/gd92nqOJP5Y/9qQIuIkVUGOdyuhA1Q5S6JNq2+xw0uy
k1+NABCEa6UvNYHTEjWAEK5hEC8z2f8iejCPgFM30aS3cSesocQRhi1OettBUJnyFXqPNB9EIv8V
l71NjEgetizUQeotW970PwWkLht05Bo8cZrl/Iuos93VdCePVyJpfshZHA1Wmt42TAq6oOcaULrT
55pKmY+vVvmood0YAuZfv78/ymVSCZ6NAsBWAwCTcW5xwSPd2jTxc0yjS/ODZ1bqs+Y0Rhr6fabu
UD6crxTq/zYgvXvwlZskLmZHb9fOVm4xW9NSUKxy8juz3DhnRJ83JbZ5B+ktbfz+BC9zWIPEHDop
jwjJ5XnLOl1QO0q1vjyRZaiDOQ1ZbApjurKMfx0F7A1oZVjOGCu9ndXsNJNQLbNyugmR7xyvihBo
wjX1sb/s8YAGPM08akQOOPO3wxCT64SYizyZxJm7xtHciObVxuyz3N0/r9uboc6Ok2EJA6V5XZ4q
rqP7OSvlN92frvUZLhNy8n2PrUfDZvMxO5uQVs95My9jdRI4fcaVM+Rhgy740+LL9lW4vb7L58L+
+K9To6lMGYBuJZcTDbG3q9gMuhq9XMoTHL0823XmkGxJlH7NKPdiq29wUXrxlNio0l/cfwZPlD83
qj4VxbDu8d7RvvMYoBGWzPUnEsL6XwtErCM1NeRREH3ZoMtv51U0Nn0UBBBOQ0KEZmNfEolgelWW
6I62ddXf4WIzAqrcrI2pywewfs5x0m4jsDIKTIbTyjbK5rU72ebkhqUDWPX9L3YxFKUabgvKXtTw
NvWrtzPT0UVO+Vv6/8Xi7cmM3ZdgKsVNvZT9738eitQECB0iEhv572xzBNiDolrJUH3AQ1UMvgiH
shDHOm+mK9/rL7Paanngv9EupGd+NisN7gY6/b1xMuwEjUSDUFJsDqWjI4LD+7Pa7p83jwmyorDC
KZ+T8nHPn926hjF7qaRQfxoWhKRjQL7md6l3XkNhJdM/mdIYnrOUie7LFWLJ/v3RLybKe8kBAGSD
Hzvf8WxN21Eg21PbGfLdhg+1LvPap0affX23rLp2rQL1t6lumjfUszccwtlglZH2wsqYakqZ50Ct
ySP2cq8B0C4ufBYU4DJ1S8aAhHN24ZNsN4ijWeYJpuN4r6saV8DCV1duqvMbhKIoj9Ym+UD/bXNx
frvvndwIKpMs6GR1iYxrq8VrzR5+e8ozDqM5XeP4nn8nmDBbr4Wdz2BQb84mBb3c9WZZJScAMfWh
Xv2FxESpIyTpf2WDbaQbOGBbfxmuKHSptzMT8wByaKH+ShDsRCXY1HhQKrtywi7XD+wBn4hiL5cU
iJG3owSqzgNtdv3TnLlf+8y46yq3DqmRfJzcqxo051sCqeaNqYQ8LIXPTeLk7WBCjvqcmKt1AmPQ
QLVdFMlWLcr8+/un6f9LqP97msG8AJHehB42AD2cvbcjmX1JRhH4aVyachDVgSRu0vNYdyqx1ZSW
1h8/O3YzrC9du872F/yApCFC/kRYD7R0C2fnOomVPKDIYpj3+Ahnc+QkcypjW8dg+bGCW1+chj7N
KEgFTTDs69zW7HAC4yYRugG9EAF11rsPGD1nc4yj1kbCwLNJRKPZZskuJR/SXnqz8Suc2dC32i+J
pY37mqAjd8Og1Kc/A0G6vatLsyJfLlrfOY3TOE9RnVrGdFztocvv17mU4q7GtTE/1ogetJFfrBaK
LQvYH2yCiyZ98FJkDvZoxCGyL0rdWm6dEpIDTBpBO/KD13l+9QHHF8t9NBOvre7WVKGZaExLCvLZ
J4W/Re651Z4WJ0DHmj3j1bd2nqdVuFrW8p00vNH3ZUpksls59P4r+gh6a4WGwr365GhJof4U60w9
gtqmjZib9BIVJUVRVAeslmxsC8mvjH0qJ6ugmOt7f9BKZdZTovQh1vOqHQ5rhYxxNMok+QHNtJJk
qq7AcdPXnDKcFncZD2IwJ//YJabxnS0vqx3ULqlO+uoMzQ5rXY0stoMb+DTVi/uiTSPWrH2ZONpe
JEX9Hf6U/kf0ZooNk66WcHD0jBIzukz6jVPMUxdaQy8+4SibBTvIvu1T7q3zo6q1AcqaM2t3/dI7
00G2WZ+FQvBWhua4tE3kVRJP7dJJvSyqzLEM7orSc37qFaXqPbFwaXym3GIvd2kTJD8Ks8yTnQFH
s4+CIshWrA8Lb/WjYnS6F+k2mLhPU6ZUpKsqaHf4r04UaCGfifE4N0nQHF0905uXTA8Weeu5eIft
0nSpxuPUwuW7zRLb+jYpey1/uGmGPx31tUY7OfZilU8jUrR+ODe6qYVd6wWPeNGM1hqNhpYZn7CF
Nl+qarHzQ2nMFMTDmmsx+YasrJ//pqxafcpFlg9HeJ6T82FJ6RftdITv9UiuOZ9kWdfae5IKhSh8
mZysjkaM9layX71eQ2weNHpMZtn79zKTxfBQ55r+rVqBj5zMrPbR0CstBM0eg1l5zc8pkPmrXbhF
+mGcZfs8+QvWgxInekU3s1ioN+Xz6sY+mjxYm+veVL46QbE4u6ULEGtIKMb+mem7jeFiDtMcpdpo
6WGga/p8V9td1d4V3iheLG3VBd1tdn5o5fjDvsxoT/V/hJmAIJ2XUs9Chefd62SLpn9I+9FwD64+
6PrRbwsXd44W5OkdIENpf8zrRN1bduPkR8tVeXlfJ1kndkYHD42qUEsRzqKVsD42MCCLF6r8nMay
bksjZHtlHi8B8e29k/rNBwd/TIe7qR9VlFkJshaG3pXVvtQKPN6Taakpno1rHeOE2FZ7M6Eku/d0
+HuRsGVlhb2l5+2OQjql+swT/k9dc1Y0SLQ8cw6LuxpZ1FeB+RHXmdLZ4ZzTl1G5bmIfVIF7qkpT
2qnImjbEGLUX/8Nsl7QxXG9xxwgoTgMKfLBg4Qqzo0lkD1o3hkhlUCxqUldZOx/4rxZ5nl/k8WS2
lb+RLbDSbV23P3l+IspIZJqJ3HwhnObYe2aeRYrexy9zUkYZKqzk6QtSdssjJ0/XZ8Hble0tS+kf
UsNeir1liPYBU3NWdyx6Fc9Iwvx0O1CFextd7EdMD/HqEPpalRE6MetPDILoRjpr48emNSbVPusD
nxqSga+ItszNsvfyptnXybp+Toe0NG+txUyso0fh+nehqUpF6ViPDnexlbg7LZu9zwidTG208CwZ
YVkX/b2VmdXXoTG96UDbY6QWa7Yf0R1vfylkG370csy+mPCHi0gFWWtFnde7rJxRlNVuMnkeyA09
qqRCd34WSqRf88KfgqjvMfeLit6Efa+tMDLRKkv97HZKyuU3l6eFoKblTEZY27NBGw0G27BD/LL5
7AyrHxyKbl1hBsjss+9pSbUTOExU+3zwcyB+SLhNYRdU4lHP7PajjYXL98lSSHOS4Ve3HW3DFbw/
wpMiMAdjN5d9W0ZWaaIPZgTJJPZBjtW3UfJsRWRcrGcWaKkRFnkQLKGjqH4CTaSbfpwo8ychLpTW
tDcx5Awi2iMrbXzTHRuMPhFZSZYczu60jmTH6PVDyu/hsSyIL/0qhV7ZceEaQxH1bg0ksSaE+uAg
+GnvrRLSWSSE5//yzMb85NmLroUpW5humkmKPSDapADujGAeUTnQABUGieMgsjKNXdgjBO2EkPGa
b8kAGoHasV78DvrJ/JpMzpLvy64fPo+jopNKYyv4VKaL9+zJocwO2biWd8k6gHjy22HApJOgYMZU
t6a9o8HS+dppnsm/TrXKdiuut+muTY35HupoX+4GgN4nNHNZGbhsvL++p/gdpa2k2A24J/URCUNn
8J7Vsx+yQ/SPre02v7qUtxsIRG5WUSJ5fPatry3455jT576TjoYEkmqezRWHm5COLIKoSqETn6ez
N++DtsvlTgeZMoQ1KNnlUME6+1xjKDaG+QTbcrta6c1ipthyMYx5U+6By2UPaurTmVtDZU+6nffZ
EWqZE5s87hZ0VK91QgSO3ezgIif7jGUjksM8yrQARlNmdkj6ykUz59REn1RV4bGTOkm5K33pPLd4
HldhrzqrjOZpcTBO0ya586ap8w+rZtdeSJPE+qKtnBCmPjQi8ju9RgXJ7Ys9HpTGLzxbfBX5hj0O
oZ+s0A+MgVbsreqW6rsmJn4/OncB5xb1d32PprDFCmvz8t2qdCMJEQCvkz1A0EI/0o+UMpznzYKl
EJkqwjJbeJbbxq6G0K7ddVM2k80N7YKlCNVUZjLCX7OUEdoA3VO/1AtdaoC5923GvqVC7bR+GCDC
i0/l2vpYUQye0x3XgTXbFxhYqgjXD6OKZjT2/th27XxS6aR9qegDP0o7GDuaXqPqQxW4ax3Kelx4
bcei/U01afitU4wIuLM767VpQQnc6DoinsdsHJs7CwlKLus+5dVclU0/yE1cQTMXb6dnAq/mU1XI
7quTmBB8LKMcPyaJbOVhM7R4LtvJ+IxApPDCEaGrOoRCQJibV4v27IEbeBrl7HVhoIrG2BuznuWh
mVmztqdGbt2twva6XeWsUx7W4yp7GlMri6SoHwI7cNxk3hqbLT6echo+CEMGaUiyXzzleu9PO2eu
TOO01uVUIS2hzS3Hg7cvskbX/GUuXIG7Rq3TVzdQyYuLd0bNnU5MFfaoxtcRuoHOGBqd0WL50wWT
lkXu7CzVKbf8XhwHTXIaAToJDFZGp5h+DnbjL/cE4LaGhWg2Gi/JMnv+kdmq5NS21LYOrFJZHecq
dfmgnsNDAAtWJV/BaWTLBwKHvP5sO5rS9tKfbRUNgcrnuwZQUPcRlqfb7lx9NJK4Ne3SrkM77bi8
8ZHOe39f66aookx1Wfp5bvKWrjjvyU83CdbkFVbxRO9FJprc97o+wWwYC9VDB+MZuQe7ZLeIYimP
kD2TdX+wGrOX+8rv6ZoNqZuZ+wkBgfXgJoXp39l06vrvKI912l73CzM41N3UuT+hDg0sgaEtaZjK
Zij3kkHiJAcT/hUDzmR+CNIU0bV1WSYzNjxn+azYP+qT7a0G+msFpI7mvoIm6D4A77BfSLNNbc8i
5W4WpnMih0hTSE7FQzIG3a3btWQ6E19ziNVkyOJ20lAdDTsA/P6dcgKJu+KYO+5BFPRqea5rwk1w
7mke6fnQzCeCCG+i2tM0cmeQWk0/6AFo1qtt9gsoCDPJ/TuPAPQTVtNuv7UrJY9lbZB95HaNwZnU
qNJ8SYnd05dBS0b4uBrpSx1Vdd3Vrw58USOirovKUpiinDyGtt4P076ZR63+jmw35DujwLfn1iZb
tR5KLI/KY4OD00x7zZbaQ26WDSGx0dkmWz7z9TTYz6Key7hGT1h/wKJ2WaFb1ErGIi2mAMm9CqTr
p8ma0atrDYG3uJk4tXMLMEaoQ14FznqCOOHIoyQHl78qU7TZx6E0hjVMnRFBNvD8NqpPIHPznT+R
wj6XdtMtKHAsnvtQFI037Na5t6YNkrAuv5t2pqkUznLxK2jP0s72wLx8/0aOc97u61RXT6rTautI
W7Ehk8GWudRvmgy81QN1PINfdEWQ86BZS45ZnT5WQXPjIvp8rfp7UbyxgYRvioxUVCAXnfcGMkoc
QYKwdKwWldIWzOsq2kgRL9mYOc/vlyAux6JZRH2UoiI8QKoRbwsQjj9UbtXYZbxkuL539PQeeEy0
24nn70oJZ6tlvK11bH0pxHahB1AmPVfLLsxlKmSgMZSLFeBeunpn/QCCgT8darL1k2rQDfhgjkmR
341ZXT7pfTOOp/fne1FH2ojibGbWFToEwPG38x2HsjH0YS3iNWvNF5Oayitt1eaHrw35s7YU13yo
LktJtG10H4Il5aQAbtDb8ZqkVRgn92U8dZoVuY3nPzfobl4pJF1+RUbhfQeySkWYuObtKK5M6hW0
QBkLYHG8wUtp4wvfNxkorUCT16QlLidFCRjpdoAadEUu1Kzmdg5ACJUitpJVBPssGNQ3v/Krf+VG
0/nYHJTQsIA9CgXprLRoN9S/6Njncc++idKs46SbVLYrVVxjElzuC86cCX0bOjBqJOdqw02S9L3R
T3mMpF67K+xgeDGMttuNrrBeE3R6rxyGyy+20T7QxNga65BmzqbWu4vdr+mQx67iqi3XaZJh4kr9
rq+k9vX9PX85FqBfylBI7VA6Yve/3R3rRrpMyQhjq2uyvUA089XooYyFucOz+f5Yl1vD2xzQEGbY
sPagq96OBSwH9YWM8mOzjukB9Utn583CPbw/yoVuIMAAgkqI8fgcbczLs2H0NB2CuWJKmoUF0c1S
6SP6pF7vv/SBJPwgAxMtuv9qXu78MXXWDySVuU04lq76aV1895MxZX26HwtrATSK1pHYJbyl8w1x
ut++Jlo+6SgTIUla7ILMK+cX6TVeu3faealPzaz38wuFzXZ6MRrfGe8CQrBrhnx/+XDMEuIJy4lX
x/lDgCaUkEg/VbEY5LCXaZJERHCfqPh38fsL+reRuBd9ngBYkLwHbz+bJXx9oPBexROmN/eowH5d
PcGk1PL53wdCnYsdT1sHieOz9pWw/drQidVjADFTlCS6v5dcwlEGk/DKJjnvSPOsYYW1qevSMeBs
nzXl5rmgXCLLOg5k4NxDrgoibIpeg6afY0JLaw9s78/7s7vc/bAvtvtDp9MD63f7+/+Bk+hk1jUV
yypG58fbDZhHE0KO1j9/LIpm9L2pftAYA5DzdpRC11C/yT0Zr20pRLRMfXmTTWB1dxZqHFcuqstV
3DpWEFptQigez23n/M+UUgdmFXZvdby9zv5OczfveGUM3SnF8ZT6n3KM8lhlwXLNg+cvi0nXDCkO
qFec8nN2kq2YWDEPdewR2OZhpejAhH3rm/OVO+ti82+wJs4YMm7bSbtQYTBsd9XBPMZLsiyhnaDS
7yeBjPDQKq4MdfHMbAbILgYHkI1Z0/POkrMAmvFcfYkXHA3+zHPlRtVQu18G32hvRdqMV9qOF2vI
OJA+4egg9rGRWs6+nqVQvtCGNR5sMe31QGo7z67sK3vkb6Ng2IhtCACdzR3u7SgZhRFh6GRNo1lp
Pxs0qL8gVDN4V7ADF1sRV0i4F//J1/OxzkWznVkKc6odPU4mWDI5hoHxUMJuDStZrGFOpytFyzld
f//jod441oAiKK7Q4+TVeTs7/Dxb3xWdipc+UAcwXl7UNKX45y+1XRmsIEgqoCzna8g3tIYStCeB
KfL13Uw1uNOKa/CLyy+1PSUAj9jl4HTOT7MUFGMKX3axbaMFvgy9FwFZ6Hbvr5ixPb9vQn1kVsE2
6exwNjxSU2+XrCrbgoJ328V4nO1sw3jaVKwrMdBoaKLBb8KkhH/QGccRbLcPzirtEtqQWgRbDxmS
rNzh2v1BpuJW066pKV4eQVZ3y63wKYNA429L9D8XmitsumczL6iWD8tTpdr+GKSzOtReYsV9UU9X
buvLJfcIg8CtbSeEKP3sGYIJ1xurboxx3gVp5BGwhGBqhytLfnk2CCXJaAAycL0QLLydlcLaCnUG
r49hzqV/PGER3qHxkrbRMOLIfaLVGHw0ZG1f076+/NQ8C9vNwnsEL8k5W86xS4Z6nEsYjWu9/NGt
sdn3mVxv9cWoTgtRYhq1Re68GqTRx/e32eXKbkOjVsnhgAt1brfb11Wer52YYj3gtS3lsMRmTtfg
/VEuXwdGwUoFgUIyHrrNb1c2KzJl9tU4xUIZtORRcruzWrrIQbdey6v+NhQqNkBRAWRZ0I3fDmX4
VbOQfE+x2Vh2qM8zrmm+8CKV+Nci6IAf9faEEoCBZduIXchdnStqIfFREx7lMA+MMv8K4TBtaO+6
2hyhSOXKY9KuyQfDG5zvYzaPZaSnfX1F6ezyIFIDAJ4FmonlBUbydra90ot8WsQSTxnkmAPOnlP6
vdSpZ3so1C8fJjqb/+oLxvsORuu/SwkqN4Dct2NavTD7gU5Z7NvUDfUBRqQ2SO+fjzyjuMg6kbVu
uKWzmS2UBJOhZBQNmsgek0J6+mX//P6+vBCK+28um4DU9mggbX125D364xJxizHOvAz2ttQ6brHE
Wab1gSquPYSV1RuPCLkseFgoHbndxXVRxSu9VOsOBg0idUxKBb41q5upD/tZZcUe0oCRX0EK/+2g
BjzYbG2wa1wUb1d91URrw28ZYzby9JQZbve7rEdxZdX/sqU5pVwGQCc3qe2zb7t2tK+zup2QfnKk
+4EtnbpRoc+VwK2idMWptdfl52QiHnFAS7rTo9rxk2uZ1F/mCnCEpA2NUW6Mc6M2I29nr6cVSQog
/UPh6u0tAqdq//7H/8utS3qN7BAZDtXCc2pmmgciqWoxx4QmVceH1YURzao0g9BZ8a68TRFsk5Tf
9drfDWpUYvf+L/C3aXJ4N/gS35Sr5O0nLRLwUUtSzDGeYP0tNfqPQV6pK5T2vwxCOERRBvMG1BfO
70NMG9OJgGCO9WHqT2ijFXEjSYffn8rlrYvqLE80F+FWpTuvJSQzWJK0XiCu9kSPO3hoXh56ykic
vefTgbsSLF8Mt1XOTCokG/bbpI72duXsaqTojSh4bMhRovBWkmSIxbRvEriyV3TR/tttb655BgOh
T97GRnGJDt4OVshkRDXF8uK89Zs/gq6MPA5952snfeTK38HQ07ynvjaKVwuRPSvK9NzAkqdP24Z2
rlN8zSARUBBb0qz6wKPgNY/LWDSfNNNWfdRWRfYkGhXAyBft4H7CcDb/rHerkezGfmz6W7MvChkJ
UuGvI37H/o7eRfWLvnlZxWVQlp/ntcjasPaK2t0hpwUlxrGWqY4V+iwOKBC9EC9EhrZ4SGiayoNy
5yD9ssKI+22vMB1+JppblfEgl3T8aEqf97+FHT7stFoT9tNaOZzAgQQF6JVJ5Lsf1qTrI9ug9xCO
szdeM+u8iMRYcptQ3iZX2Yo2Z/FeNQxTlgvLibVe/4SCp831Oh61ooEPWRZ25DXqXzcwI3KzUrXh
Q2/U+7cf2RGOv45968Z04hfj0HkFEuSpykcRWWs6/nPY5RIEMTlcBsBWc0DfDifsSZULQKi4dHxU
HxpgL/jJ/Hz/UF4EBwxCVImn11Yl5RV9OwgPRZ9hlK7HWp150SCNTtCfNvs7m+3yqFeF+69vFAPa
2zKS5nEqz1WnEH0IGj8bSS6DVT7YCQCVLvHNK5/q4kbbRoGcA0tna0PYZ59qyooAlmagx/5YjI8z
GMpPy5Reo2v9bRQEChC6pt7rUL15u3h0xLPagk4dZ5bZ4qAi1xDAy7WS+eVFBpuJB8hAIJng+1y5
1AzSif2WOTEkdHOv0ZaNSkMCILCta8/d5YQ2u+KtDkU9CFjz2ZbzgDBw+E0nVv/H2Xn1xo1kbfgX
EWAOt+xMBVuyLXvmhrDsWeZcJIv167+HvnJ3C2ro291ZLMbYqSZZdeqEN0gwZLjkUe4j+fvhyExT
jS4rhSFF61VPfpUJTUyh/JMdy6z8qgcFxahj5G3xGzUe+/n9HX79TFwDDmeWWpkNd7kVJgZ/s+w7
/7TKrH8H/Ju9lAVeq/+PVajFLcvy+OtSs7Ieu6Ft49k/jbiSvnRTOt4ZWiZf3l/lz446v2fYamRd
WErxHyQcznccc9YhbbMlOA1jLtstBH2R7RfIY/iTOa1lRZ61+P8JaRT/xhqOTIc00cVrnUGN22ul
NnXHtjDN+2wUSt++/9uuIwnw6tXeDsVXxgWX8Rj57lGP+xKAHGMr4zHWnT4N5aym4YgTdqG+YYDn
f35/zTe+LaButKmIkDRarvg7QzK13Sz9k+tmzoaj4+xddHJuPNn1AeSzri4NKOJQ/176a4/p2OhF
PASnOU5H0JS5fpKoIoCRHcWNbXR9qZmw4YA7AGHncS7VE9ckAiQL39ex8+rgk5WFCr2VKOv1OtQS
R//Pym6exzfeok2rii4V86uVW3C+qZq2bHTYY/FpBKWKN0pZbUgEbymgvrE/yNQJL+B8EDm5hOCn
wBeFYcXxKYUC/dhkWfELjXdUtidEFTtaQzdutjdeJTnmKiJuMJyAuHb+VO0sY9tBbuQkmGGFmo58
hZ64+VedzuU2MHrzrpmnXt34gG+9S8QbV2MgZmd0o85X1Z0Bb8A5j091yaXt+7N+CEx1i5z05iow
7VGg8pjKXQrXLuiK2PYyxCdLlb/QpJl3aed/uLrGPhxzFe4dbgPGOuuP+KuBp89AvhAk0E6aSqxo
Gv1mM9D03L5/hN84XCRTiMuv7GDoThcvLO2gOXG/aSdpm9mmN51qX7kK8qmqX99f6a0N8fdK5sXz
OIiMJDErBS1iaB6KGHeJ7nCER8wGwakN1QLRUBt27y/75gOy4xErpVVBL/R8WbOuuzY1Gu1UTln8
Sh9hNbod+05tXAznf354MahxWL2sg0xm0BcZCQmxLUcmMCebbOSzZWA2NHuJDt2gjT+cyGF6gZzi
yugm5l8yDFVmKTCaXnzKZB8jK9Op7SDdj5oBcKXSPqfNw70Ko/Gy2ZAFuWcM0mYT1i1wWz0HvO6O
8vjh1xbwJMjCk2mtnc7zbyQ0qqJkyZIotoZyg1JJsKua3rpvGHvcuLKuwyDQEWIstQSkePb9+VLj
mE3gb9VyGmX6ry3j/4LcelZ6g0NKWRw++lishTHEKiqrr8ij87XMztD0ZJqX00q4ZaSN8DwC8z6y
ScEtD7HriMRSq4w2tTak7qtWXOZmfuGYNBlLd970wAi3mRIfVdf8M/vSaTyhV0Dv9nJQn7QNSdYy
w3vWDLFtvPSXUIELdFI2H47jNHzolnr8i0bale7Z3MB3MShTkLNRn22VFVERDPJG4+U6NnDPM8ej
SqG5hC74+QcqvDhLU6TbTrFI7X07dPYpUH4dloayP1wRMd4FRAR5lvyCb3W+FOPx2qt6aZ1gnq7S
Nz7YY1l4N1L7620AfXBlHPPqyCa8NQb/dWdkEkA8ciDuqaDfgciY99nzWuP/schaDcHXhmzHNPl8
EeSglNV4uXcaUuN/wkmyo11Ie//Rs0OevT4C5EQy+svxVZzMKNG0g4e/DupzW7iz9hRiZlsgOgIg
9KPCgatiO6aJfCN4ipREF9nKLDSj6HsgDLIfumPqjc/62MY3nun664DVIDOn10dDAZTg+YvDsLuy
IUOQnLQUDL2Ucah1+ngj6ryxCtXqKusLEN6jw3a+CrEoregtxSd7cert5DT1JhngW7z/fehR8M85
r4VWujlBG0Q2DUXz4vDosIdwYcziUymkF2y1fPKM4zAZ6SsKCeIl6aT9u7YbXdtbqVhZ6Yj9d/5q
gBYsQFQcoOwbr5jM8sHM6Bo992WrTV/XIb+2j/N4tB5MJsX1rvDKOn6iUvXd3azHhtgnyEdp0JR0
a3wAXtY6e5+BWArdsqKjZpgNbIykLob5DoLbvBwQxRkhKgZVUOxUm3j2Vhe9A5g9a8YhQt2zNO6d
xRFuGeZNOxQ7uIbjchgRtFFHdzLKeBeXqW1/szVtfsnmvnLg9iE699QiMWcfa0tL563Xx8DI9cWq
Srkd5eSqY6mM0jlZko7LxhmqnjnXknbD86KqxILi1Q3/6ys59A9NkzNANHuRfJs1AZlx0mOVfBKz
hTFCBUu13ypir4LfULvV1ut65+vkyjY5upZmMgNA4GxTkEXau9qDdvBJemb9NJg88UMym1axdxGV
7o6jZ6t5F2SlRITILO3gNNlIo+Vb5PbLJWxqDSkpbChRJfIqMX6bsmn5N28FylKaGktnM+WGUz5L
i4lP2DXWDMmOcAN6twSrgxkWYrDyONkWVw93FThDL1NVMMIdmzrYa6i7VU+wGtPgIYUbWzGaMDT5
SN8y9X4vnaaXP4dWyvTOEGiHHmwMr/Qfpqcgiglc7rRoMV2vC6EYQ0ODjOpgJD7P2SyPjH+7qKM5
+t0ZmiGP6s5BhhBmolYBc7Slv1ViNsZ9XmN5sp2RvZMHwx4htlQdc5Qod+yqi7wGzPPWIYR2m2aU
QjvaGXoS2xTQaX3IS9K7SDMNyZ1n81nuE7Ds/42LM5qPnjRg0GkAIX9ieNr7G+B4bn9UbY8PuVdj
BU9jNm8n9E8s9ZTFsetvQM2n2aM90W24d9RgjBFZ+Jgf3BxdrW0KeNIPvVmXixOm2D5N4eAgpred
Fk22KOZ1xXAnK1nE2Ivbott0pubNm65GLjMcai+VW+nmDvwoRxNTqLoBIafWdVPoOW05ltEQa5MM
sxbRxaPVA7jdFggxDzsXvb+FvdLq3YY0XUA20aY8mZ69QPJ5EzBMcrNkvi/vgt5drP2oq8RGS5Dx
xW5Op2Q6NIkDGSmsg8GcPmON2+FpNMe6tgsswME/YpVaw30wFf6PVOT6F8QJg2CTxW1a3ycTyg+h
XqJwGgoLSuGmUD37aVVarDa+O2lxqBJYPZupSY1uo1GnxXSAXZlvsgpq18Yt4dSQntiZDEGWB/g7
0pH5VC9a/sU0Wu2LiWxL/jnBg8z41s+qkp8N9gty1IUHst7tCumFddEN1T8Q14dxO4Fu1rb2XIKB
79zEH0eoyE659BsZI18XZpUpx0Nqzf4Px4vn5pBJe2Vb54y/X5ElQhmuauA39jQNZ/u5FGn57+i0
RnuYemspoR3o0wsY/rx4Xjxg0588CDbzcaDN0X9FFozvnw1B89JpU7Laq/sBHAxjLgVkoTT5lAul
9H2A0ODPwVnK+MHAdDLd5Zxj+bpMxoyfW81xv5tQmTVDAxbtcD+KZYQPAc6v2UCSKaeDv+awOzE4
xhxySniFENvS4B/CcFwcoG+OfShWn8nj4sW2OMapFwz7oPQB53Wem5T/Y6zR+hsxj4mJoqdCRlWb
AwPhRrqA6t4TjVs+ZZ0LX7JZ5t58crU5UYcxmfR5bxXm8F3Fnpg/JTDTul2mtyUtNj7lAO15Mfpd
NbVKPmZFgles1WsWWOIiEYOODcmo2dtx1mq0LJ2+se+5amO4XxUzyn3qzIWMcGCw27tSDmI+VSic
ap+CsS3ssE9nz7wvxhlO2GAFcjj5KjaXe9Jsx/oVm458KaU1Wc9O1wXet6L1tfp7TENT/2KU6Vic
ylHPhjBV0lGHyqyHx1yha7B3c1jl3/CHG5xuI7rF0bYYMC8zd76MIfazTVDCRFPVh7GHBk671WHY
VdB7/F5bhd7GZF+3aBnvqy4u5o0cNGE+4oei1N6f27bZiDZZ2FgKwu/Bb0cXm8xyGdwfRCzRvCq9
g7m4afSyhqrXxvW0ZzgmvnraYi+bsfVjLxo0ZgWEh0SlJw648eQqt9F3o+yFeQx6w9N+Qrwr+32a
03vcM1IoDSucCy1JP2fLGmb0qXVKpky2pvbSobZGhJEyH2m+RP2TOmgLDKG5xFqxdXriJsSbuuk+
BQxzhwhIsPUJklZbv+qyT+It1D1K2Yw84j9mVxRKovBVw0DU77ApExmITHiqtfPbzpJOhYh1NP22
JDZLREb01Bl4z8oq/+P26aaHQPO1IFz6CgsKrcqNbINMrdDuhjyHExssDFd2ToMgZIhQr4hDxoAO
bRC8LEkxHU15m6BZzK+tU/UoIg4NzEilfO8x0Qc3Py2eyvNd7+GutS+gIpobnbtTP7jBQl6TN7o9
hAlfaaZ9U1jOhv+TX37WzEQte1/SxNy6XRrgd6fSlpMkjfFg57P20mf5aH/2lsLQ0eNS1g+RJCJ7
yjW/41gqVFyIZlpnDT87DTW8NGSP1NMXNWle8CUA/g71jtGhtfPLnkmFMVmoECIE6zYHBUX6Ox5S
NlxEfmTMdZ96FlaPiWaiJb1oqzVYXcpvqEOCxiH+qnsEvGz9tLR5pm0FlMvhdzZnTbIJ+qn+CaEw
TsHveNarhC34OkP2UjuVr4ih2RtN4nEClQ7urNkX+wyB8d/YkmZyZ8JIy5+dNMjq+yqpOpPkcGrN
JixnaE3btdzDjaJemuwll9h7v9SIysIxNyfg6xIRG7QEZmv+zKAxh9q2SKV9WVwTilKYco99cwDy
ds+SEr/bVgxoc3im/fJYeKkod2OxDM3DPE3J+OBp+iSPcID1e1DhmL6lqFuWvGatfx700WZQnMOh
OzTDEHsbHwCmvoHoDrOK7JJfhOJC/ZQgQdo86bgvuwffls4vRM/ZbeOQ1umnOG0kRm8aUmL3NL8m
dUd2rPpjG5uZfCz9vK83KG0v3iHWR2N89dB0/FypVb0VlyV3PjTKyKbP1iSq//mDPxin3hbGizYF
9vgriOMOhhGuMMsXn7/VhXOfJ8v3pdLQySjnNjt0JKcnA0kUZwNXyZnJ3XJiZTu2o9yLSgHmH8yG
tkjYibbHMqj1W1tEFlK3IC06OGIbCDYxl60VN9lu0DXra+LT59vLWqQgCFRn442DVKnvhZVmQ4ce
bT8nZAdaIzaWn4j0HyudfeuLnzqifRkEmwHK12qC5PD3NUCRq0BKCOBlqu7dvqxa5Dbzim4km9V5
SuzRMx4bNlz31U9ac9x1ca3Zh5poDxrDXZw9VaGFPkcBdeCurmB443pjZ9NdYfeFfw/vbmqOBjyK
9r/S7eJyNwhfc9nPJbTjyatQ9y4RmxUHmKx2ssErQpbhMJpmvQd37JmfTK3T4l2dpTE5GKKj+njf
ItOmF6HUkwrlF5lk2v9KPy7EvhJSyc2kwTfe54DIbQSoM8XpSfRV85P5EtpcHSGt2chcxo9j29lf
km6APur0mRwesMut3VOiYRa8SXSt+o5qHhuu7ING38cx/OJwAi/fHOY2HuWnMk28CsVYengwXSZ7
KJ8cT0IyDYUrV434Gsj3PcKdhvhUoaWQ7YiX5vS90mu0VnNIwukmTnIVhLBWCx2bew8/r5Sr0F3t
RpOf7TzH9Ya8DdhxrIJ0O1uEoXAxBGkXl5t7y2TnukWH8DzAMoauXsCo8qKwRBu6I86WScQLV91e
9MqDxcoN910hvgr/pYLpcKucvSxmyW7By67AeKbVV9BuXZulzTGMT/DyKQC8uNsrX9iP9oJQhtCN
5UaRvpb6Z8Uz69FaBaqC753OHJ4//6tRY1AN8vF7WgEZrWnDae1fouR85VIOW8zP4gfytemf3IVB
+H7hftXzWlf2Daa8qxYeLdDzlfMAAW/qZ8r2vCk2RaotnxAGQO0aWbB/3l/q6kOuS9GkZo7GJIiJ
zPlSA0PDuZ4ZAYHWW3447uTfV+jPHFJBIg9iCFmV9xd8663y8Rii0XKlkbz+oL/eas+lKXzJiCEx
iu9lwGwhT+WdMY6/rIayBs5xWLgoi7y/6lUjxGP2id8abX9nHduvf/7XqsNguMMyl2VUSVX9M4+l
uvNyhA/eX2XdEWc7BolEOqH0wgA6MQ01z1eJ6yp3qjgI6MRbySELkNyWwrUeFss/JcjrPDVdih6S
Vi0DsuT2R+2iGBlCgqS3SFNx5U5dvNpEiKlpLTYseKoqbHwte4S3gv9k1t0yy/vTg794VLYLg0NA
F+itXarvaX4+e50WxKce1fM8lL4Ur2hZ6V8aEi0vFGZb/GyKVM1hVenDc1AkerBRhZb9+vArpzds
0Et1nXXwfPHM6B/rDdhZ7YQseRNKr+j2hEKxhxnXM85vx1OQVnioZEO6RVTg+f3V3zioUEFpsmMx
ZSInedHHM7Ia4OvUaafelXKvL7IIu5iQy+BR3dhb1zsYQCljKdqtHBua++d7S6S+yitN8qADtjaW
sLM90iDGjW77m6vQnA50oCBs4osHsijpAQVN2qnWDFTPfXwzkpIm3fuv7Y8n4Nnu8Vag/qpSCe+I
JtNF1LF5FowRdO1ERrIPRpfODDIV6dB/8j2FDok4JgM9KrRvuXCt+5rddiMgrCH08heAhwATh4/z
auVz/jrTYcil6eM4DJGmfdEB3z7hyIBARuVbMbeJBmLNt2k7fPxSWXk1zGd8whDX5/m6hmoV0MEk
j3R86iABdmWUjxItJMdGE7QW+S6RxvxcpKK7Eemv9ypN7RVNhOcOve3LYSQQCbdfaMBEaMzLTV+k
8htoXHdDp+oWtOxPoDt/u9DYzFU5AHjpeomeP2WsLaLKZFFHVhdg44rlaiF/Fn1b5ceitCcswIUw
nCgFbe8cDZrUXxcqrWHf+bFAa8e1+PDsUl28vL/x3ngHpseBZcdxYkHgnP8u11qHYmi8R72OOjQD
tCkJB6aeFNjkq/v3F7veYlypACsYjq0Qi8uz1FYAPYeqAdvfJOZPY5j6IBxRJLqTkOc1ymR9bh9L
z+rn4/sLXx9ikxYr7D6GwWAFr/Y2dXrf4/AY1W2nbVDeoSDhYrhxgq7fJasE9EpNZs8QCC+SFKvI
EULy8zJC4ET7VtRZvLMWNWKAEt+6V69zhhU9SBZmr+IQnJ/zzzZgdgyblG6o07R6lNe5fWjRi+JO
VR2qXRl86RJKLb2TG6f1rTe5wjDxTmPIxU6+WLg0B2jBVRmZuTbu0Jqbw7Zc4htB9603iW3gCmIl
wcUP/XwVb3IQ3EEmLELoxf1tVWhs+JbqfsT+KD6KSCAPgmIDTh+UBUnCRYaiUzBxcFkqDnqT9JkR
h+8Xv9/ff+tbOT/9BFbkSn20LZAtvwT6+ejA9b2v+FxF6X9GWNlUWzAS9KOLgrDa+o1zS57hrSUB
c6zDSOb4wWXGzIzL6Jo6K6N20r09nj1UQ8vCfw2kHfZUfBjJt173ZB0BjS0QRpdHbOn91q+ytIqy
DCtEpcqXAYhwKIrpBOXhf++/zze2P6gznV3IdbW6Vp/vD2dEpARRSj6av6082Rwau/xipuR4rWXG
u8lvFxpt3Y3z/cbeB8QN0JWJFM7f1kUMX4JE1AWaZFGhVf6PdoqXI/tF3qoH3tj8JKxwh2DLAPe4
rLI6Y8iLVUUwsgrotBPt/X1aW8Xd4Kmb3OA1vF9sTOokbnt/BbL4l/QKpej06EvcRh0iVCqsULcR
oe6gBk/T38POZ2by8FXvy+Ez6nf9z7lrJ3nS4wRrE2JqPmwhhyxf6gJRvjCbk8A6LmNglXd9MVjm
0XeUhgkTeaK2xamlGndeJop5OyomDRE3XLsqmrP59wXVg+eHOH+506HGiNF/CKZRiNfUD0R+6gQf
ZBMPaLVtSptk5CA5zOO+qUXibZgYVvgcZka67GD4U2SghIzEJg32uDhqwE+MjQNJ2AfoqbjqkWLr
mzs4xc0Nx+w3dkjAudWpNpDrQQLjfF/G/mCzR/I6chjd/EBZUz7h63TL8vRPKXHx1Rj5M4pfYUdQ
/y+Sxb7r0opWbR2NGKyoI1R4P/iOrw8D20LRfQ91E1HfiBkhkzuRdrO4NzMrqbaopizZtnEn6z80
X/v54Md929GyXWS6U0lbvWowbZ1TlwPx/0dMeopbcwW+/8Z9/MYWRzQGXs8a30G5XZzfavLqmHZc
HWlaof0o2YMTwDbd2C2u5nxYQQCSH/U1EBX+wmLx4jLB9c1dDDoWES6O41HIPNllntXuGZJpp/fj
0vX3JxwhsEIRTy0IlO78+3sDWlkWvTkihHKtXWOWo4XcVzWn+/cXuo7ulNWUtixGk+IK+eHlQW74
GaFIkbGKTVuWiLxnlhUWMZ5mtEOZaby/4vUnI7yTKZNy/LnELhLFBgnOvljcMmo4ZxsU0BqOHbM1
jMdvQXWuo/uKzwaDBhYEAN/lW0R8uepje6kio6v6rbk81G29wZWKfuHaYcbPtFplduMb4f2tdxqs
jDkdpBPZ4voG/uqIlNgaJRh8VFGSFXmYTv42c0t7Y3T294k4v33/fV5uFbIa/Fkw5QC+Y3GPXSSL
Y0l+zcVdR4Oe51tHTPhlo1d2IyBdvkoo7SRq5B4IWiDvZV5sSKY3vp/qfhcBponRn3OYizMMdmWz
9RCWm/Rjppa+P/WjfgtV6l2+z3VtaHsIdWO3C6X/Ikq1rZOPnIM+QqvRTO75X68e9sV7ex21bpE8
sslSh07Mm7mvzQFx6mBpjzlKn26Uq1agWJtgsxCmiwCxwRPiu5UHTLN22kK5vA/cZSwf0C1O0AtU
YBbTvRHMBpOjskLgOUySWCLTZpWOt9EdLdd3dH36YddDv8GVEDnf+BDjQwaKIYENJqx0URutrcgp
4CIJGTK/aeaNRimcoEwXT95mjlE3v1tibJkf1Czcek9nZcHVxJkXRPI8Kx+OYy4crOHwgWDIUTJu
/yoZTAWPQQz6LERbXP9HE332P8uSXvpfYymhXizNTvPjUHEf3iUKTgY5fDp9aWH91ZHUmI9uq6QN
7DsQhvjQWB1ahifdRiE+9Ielm+69NrW+yRgb+bCpkPhD6NG2oPzg9drttdZ1foCxr4cIab3phz1Y
7W+z0zNn2zPJqTYFFovLHYLpNX63MDCsqAZ7aN4I+m/sRcCKHk3c9VSjR3J+vtwGiQUj7sbILwOU
AAuoae4gjG+dEvqJsXvzuet9E0YeNnU3wuVl8KJ5s/I9WHM9CTAyzpcuvAZk7bj0UV0ZKJ8kMkte
zdZtOyOcg2VStzLF663voG8EoJoDzvV82VkQfjGPbtwN0dLHmX9UncjSaGKglG2yrnO/rJLkH6Wu
8oxIG1HewgNZuS0Xz5i0GWO8UY2RA258QyNhVQJemqiw1K3q843H4+m4wUHSkYRftlXrspN+Cwo+
WuagVCFotu7o+EXw1XIWAI+j0ZY3PuAbK9JadTDUpVUB1vEijlUa1ZNKjAljZGZJWwU4wtrg5VZb
OzRtW/Z7JuSN2PnGpoEvZa4Ufu6EK0jikuaumQ7eFOW+ZgchIjrxTheCzKFw8+UGGfj6AV3kTQGS
kxOBhPXX6+KvywfDaURaYaYjR2uWT3qBUm1mBvKQ0zD+PBb5R7WO6G2tKQrlGh1HXu1FcIYcTu5v
miqabIRIwAIBaQtHfehkiDj7hAHmUMX9jRv2+o3CCWH4yL/pzKMfeP6QqkHX0xezHhWdWh6mXDY7
RxTxT6tFCPT96/WtpSiiSFn+yDte8lBE2mDyqZQZJbPb/tsgv8BosSymyEyW5stH1/KYSVFFkPBB
SbmU6Uw7YwKi6FqRsubxNBl6eghs0W6CdvqoUw22HWtEQVyATeLQzzp/g3aHWRj4CTeyNCQjHDUu
9xjnFs8o6ac7qjdxeP/RrrclM00CGVqIdM4c+6I52ywpswtbcyMAPnmopS3Iw8Lct6b5HMRyuPHR
rrqkdEjIFZD0skDPM8O4qAtGbAkMzcy4/ydKzo1mrOomZdyW2nM84ee14fgjDeGmRYmlqpEwJ5MI
VicHTXfl+JLikSz3tjV6r++/hutkDRYohEiAZgRYRoPnr52BT2FgMFJEeEFOd4id2XtQi8mtIcCV
ciLPDzl9lc8iDqyal+frGJk9cFWJlHsqNYwTEsaee3QBBFhfxg54ZR/2qPfXP2uIsOKwxKKc8FVL
gS8Mmdu1P2fPKtWuaFvMze10tvQnIXxIAmntz18bhUXCt8JH7GPL3sJVBJU86exnt/S1HS6os7bp
DW7Fu3asYyBfMqu7f8U86O1DaaVxsidGFQ1Cz8L/DB8uD3bxChn85hape790FrHDZFCrg2BgLnsf
e7ynrU5dOt8Vgd2Vd+QnTdQorEVCtJJdbQMy0/9WebN8pQmdJIjuZ/WyRSN6tsMg0DN3Y1VYI4fA
csCz9NJyfg9l3GE0VFB8bIxazWAkEmZNWzT/NbVNoaqUv0t0j+3fRTIpjiNuGPG281rLjqq4QTxf
jSkxXB/zSv3XtCD7PlmVnxT3KV2Kam8ttuxeB6Y+qHTrFXJsTkxwZqwfq2ojrLrEutmeMNk5lb0N
EjDMzTafkxCeUCnoeAR2u82Nyv7kNfkoPs1Z4H63vBqzbCi3SMoVckq0vSOR7MaovOr9Q2G28XQ3
4M1TA/zx65eYxBlNvbmpg7tGSFBqXc9oBqRfIp8NXExe6OSX7aYk3xl204ILxsmLi8EGmT833S4e
ZwOx0lJHJUOOwAnDNMeL4hTgygNRBPl5j0YJ9jLxvg704RFYO7W3jwgUflfTUP2iwaeBySWt1e8t
ADhIa2sBaNZ6WLRpq/uaUjvLboNuj8DzOO10s+xeFpBnQVRx+f/AyMrucHDIzfRgVUFp7FzQmP03
Jf1F3jg1b5xNKm4G2eQGBprQF2ezy3vuGjfooj6Y7QdGbIgszM1HvUi5KVGYWodzZM6wIC5OJnt4
AhJddpHtxfW99JvqkJGmhO/Hmetba12Feo1UZy2B1z//KwsAieQMi5V3EX7Ky6ck6TWQSqW8W2iP
bd9f6vq1rYqz+jrVXHnhlwJPVSI0nBXSPmpHo9r5lTtsSQc+KnawvraVhPdHN8u44ioFWqaSwkAp
SkmMFADam9sptm/5j10/C8cKNQ8qThvVUu+iMestqPU6TtNEVlZVkeSwfXJBsn44H+TexfUE7BTN
RvA25x/HWM2K3T5pI2FPwF1Un2ID3/UHq6Zoef/j/FFa/bvDx0VAdwwxCtq/XAiXCmASHy4jG+Mu
0vOacJ0ZK5PcYb70m8y703YJmK5fZppPd1ZGuMIPonK3+GwBz7ecovH306gHz2DWwMAhHhu3GxT/
jRdvREU7bGPPC05+PRP8e4F98gEuwNTt3n+G673MuQN+sWa0mEtcAkzKykuZhCxthOhVDUbXk59V
YRi/A831b8xwrrMUdhnjS2iY65zvkkCmxbNr90PWRxkiUvc06ZfDYkzJcQF7eZcGiXsjK7reb0yM
GWGiOAm/H12S850QO5bs0cjvo9wFfVpipLZrdZyT3n+Bb65Cb95aZTx09sL5KmJZRfMmsZ7QLN91
Y1Xc663n3GhZXn+mdfrNwHKdylIIrL/ir5DDBQKpucp77uXR3ereGBzrwJg2o2puyWpfNwBYCm0a
9gTulByi86UAOJP5QESKMqQR8OLGGwixCTWDztaVLklHagsQsvH8/nt86wlRPuVEmbD/mNCeLytK
F6Ul1+zpgeV4xU++Dk8DhhIp7a1A9NZSq8oqIPs1k70igI5qYqgNp8fRHHDBzC1gBW+9St5izr61
49dDtVZTtLcvlevdINVsOaPpBefzweswaZJjhqicUWGmB/L+Rjz6U9GfxyMYkyQVsI9JyxE4Pn+H
FSbZ2aCz3oz5z72RifJT4nvjUcPibG8vdbAtR1JMjYr5+zzaxeOcojjRwdP6ESditU7EOiWxai8M
cDIJnTjRbnSX/jD3Ln8iPU5KWVxe0Vu6+MxykGap5SD040o0ah84BfloUOgBsBWP+ho3tj6P90iE
+2Xod6gHbHssPr6lw7z89FXhztCVvN7BichucFk0aleGXhJwMWam0ydhzYO44WCoWYYSTrgIXdgT
T5mgxbj15tzJcdYTTbp9f/u+FQYY3yKRArqMNpV1/upJDWOhO8UQ4eQNmjudx52ooCa8v8obGwol
TQPmKmMl9tRFPyBLMXBtnIaOVWyKLb5d2XOHcCEIgtV7hTrhlo/8WwsScNB7pDPHdObisWYxKGeQ
/hAlwAlo6EC/yFtpP5lwWv/Dvyy+kSZeHU3jD7iSqeqqGnFlcNFRUYIjWqbI8bNEhJbZErpVDylj
406e9eX91/lHd/hsN7LK2swBrQpHmxh+/tUwb4ld/N8shk5Grz92NUOgXbY6ne10uA/Y2aXzYvp4
0i2WtxNu51SvECAaxpLx4honkirp3S3Cz40dxu2F+2NqPFOFS9NVGAsObg8itDO8WG0bgZlNlORa
Enf0lx1eYFib+dLdTUMpwaAIRkUPRq/N1DLJbEAdQJ0mOLQVzdATOYTAnHuB35oAjwaM+lli/jj8
SjXKxd811IrgW201FEK2jtLbvZm6xfg098L7jX5s/S/td/qNAo69gQ1cWYz/YKdrYs7QWUWASzXo
kF3ult6j7Kau/IJTXv7q977/1Q7E6H4OFuU49yNqcTgVSTqOH43+jPwYyHkrRpAx4CWFXXol6WA8
GVEHu3kXBHAKcZ+ruN+IzDc+Ot/0/JuzFBgs5tmoaVxBwAGF+tDsXCOq8jL/2qH5uaV9F1vhaOXl
R1OetYtOhQCYiSEqSeL5/krkAkWzFkakSYTyg1mkRTgK3/4yV016qI3WvrWjrx6Oy4bJH4r25FpX
dh+aLbQSxKUVZYSPbsdPasxtVtB8CIe0Mm4Nba/CA+HOWYFplHYrJHGNin+lJU2XLBP4cisqHeMn
vCTraGH3eoAJHOD7l6uP5vYrghSPFoaqTFWpIs6XqzO2YtcMDv3lRN8G9oKMvj6loaXL1/c3Cf/I
6zfJhwO8BVkA0OFl69VPZRD0Za8iMlYt/WkKGUxPro407I4G3GyF8cKoYDMYohu+9F3rfVdWN0xR
lVXeuJk5UM/OyqWAHjRmwT1mSROdidof2v7RdJsswMBKqyf12cgtOBYJYhL1E5QSXMlq2bn3KNpk
RWgkHlaEypixCdY8Y0lPiypiBk8zQmCnJIP6GbZ20srQl2WS7y0XL9HtwEup94S0/+PsvHbkNrY1
/EQEmMMtO81wehRGWTeELVnMsVhMT38+zrlRsxtNzLYNw4AAVxdZXLXCHyb9ZZ5Q/9u72uS6H/O2
GN1gVhLPOk21AYeLQZVi76xxiEPfaJpEO2WDPk6YzAEM/shNE+IFKy34NGrTivBHbLjxT3CTzMui
eLbSY+j16CAhdonoUjTiQbQv1AQbJKR1K+UFjLVrHRToVtHRsuZ0PkAGyTwoneisCQJRhfEq5Pt/
il4W4W4YRi/z03mE+2PpdfsHwwkoIH1TdvYJuFw57L3ESrRHzYh6NMfnKSV/KUZGlYe5SZHhJRNP
IXRjv+qO/6kis2w/qazR3otSyaE7GmmSQECd4s9Qk6EzZrCU/jQYP8zPOWJZ72rTjF/IoGDkFfOU
x4dcKs7Pnq5j4zthlE3+YPVUxrJbBmNJjIVqNqsT3RqZzok/T2qtH1Gex/sKG7b4l+7pYeE3oJXg
kyKMpf2IcCKuDnqcS/uUtrhw7rwuUeNd5eZ57HegfHCxGW31G6lP573PMe0an4dJZtXRzVPcboCb
YJAcLUxpGDg0KQZ8hzWBWm+sx93BVEoP1mRCOY9G25Rmb/WvhzYDspBwRlPCJMtcJZkN+u6orGpp
AOpBO6nW+Mugq3uose3073+EVzkVKzF6ZwCCvpLz/87ff0WXxRhxkJOTBqMnm3dZXao/aRZumdcv
GeflfbAIZix/o5TD2HHdMIAOUSedalPA1d7Mpex2PFgDC7b6RctLO/5WUUdOgF46PTmNBiCOHQjv
ttnd3+1rL2f1QyBCWPB2uC24n1Y/pCHvGePIdgPNkob7EZp27D1kM3kZKjiGWp8UO3K0J7fuk4pE
voW+QDvF6t/HShSlhy4tx/49XG63OKE6EBYnNA/4xLOpFe2eWaYVY7RZ17UvUDv4UYT1ZNA87jPv
iC9JgtWy2xXfEtn330h0gDMvslmYmpZeNu7UXlH1jw0qG/rHDt+5f+yoMcqjMsWltatQZ+4eiEhG
8mzWXOVQ4yeBDmNXlhIZiEpr0o088fWUXTwsoJq8L2odyhwkQlaZ8NjRRJmqNA3cylF6n265PcQH
YS354ug6bfQMoGNx8YsMxYp2fYeVr98JcARUlKMCW9hoBrGXuk1QmfF4HXdG6vLJ6Dh2qvuWtqn2
VNVx1+1D2ZFXq7ANv1auV/4BzrWwPnFH/zLTbkacoIX46s/gGefFCxgnwk8JndzmUGS9pR9tz2q7
B7sw8uYDLhvGN4QbAUbcPz3Xp5hhPfI/QDtBNF3plbpF3zdMY6CDVpmT+cizZM4n1CAKhOQG8HgP
xhR3zjEpVAU70rjtOD1SIhL//f7vuPpmyd1MjvDSHYVXshadreteixKz84JRU0z4CI4HUsCcNiLD
0lS5ePusQgyCiwU3ClTwKhEYPfD3lVA8BDOcJDohgxb6GNDAInSFlZ0NszSKQ9SHYss/5RXTfLky
DYpF/p4BN82eKzrL1KetKtTsKXe8r9QOmMW+1FgZjBWxAb9ka0ILvkj32nAcYoQ05H9N/bu2PuRa
98jYa1fgIG7U3Zei/VJ4v2WffBu7gqqhg3r4YVKfkk7DbPE9PVo8Gs9DHwd5+PX+K3rFGFzvgbYe
dSS9y3Uj1otHV8Iczp5UDDaZRuh980tx1ezFTqMG3EWiii8p0s/fALzU/cPoxnG9UxRUisGUVtZ5
wqrzR5ik+PvMfTnoe1dOcOBEpI7DcyxVdBHu/+LrQ0WfFRFuBLhVRtNrLa08ETlk0jh/qkbAqarS
jKeMCdLh/irXh+qVWgGAlREieIlV/KWzZs6R0hRPs1DCMfD6sP2i0RlPjjZ2wE1YHbxxnD7cX/Q6
g6aBTCMKCBYatgzCL1Nau8Y3bcCg9UlRqDCr0da/O0apcMM06VfTxhN045q58SzBoBgY8sBJAMyw
/KC/LlU1s4xkmET2hKVnij04d9/3LFeGjYd5axlQo86CaUcZdI2UoF0T4xI6ZE+1pY6Pk5QNui3j
Fprm+pUxTFgugIUNtcjBX27GyycXfYm4WPrr04OGaMX7XjjoqwspPmZ50v8LF2f88tZXxgMEvkN3
FBCxqa5eGa19U+phVDy5edaekjrSviEZNP3ylEbbV32tbRSR148SGAhAEJR3aY64a8RjR7YtJHCP
JzCItZ/MjGgoTraswpZWx2VQuFxldS4ylFuMaCqKJzUx4/dIJrYoFsFhF6AQ399/gK9tldVacOiA
EOhoF9LVXqWQ8ZB22WxP+dOA9fofO5UeyUrcoQLZpoNtHG1AYO2DXTM9RfLB5Ca1bZEonxhjZS6W
5joHqUy8ESBtXmg2FoNO/8Wy6/pn0nn5f9wNhjjglTr+awhTtIdSlTgl0+9O63d0eQf7xDWltLsp
b2REVmAW6PWXYeQAt2T4ua80RUAgVL3qH6WWs/go+yGNfkWw3UMIsHL+CmXUrN4xWnwzfYH0GmwK
f8HtQ0Z73QkxRh4M4tkRraJy/qfETs3doZOib5EKrt4361gWrhNMFS2gI8uf/xUHEm0wwVLGcdCS
VO6tuHF2QiJCXtd2uhFybi/1SnHBxIlB2eVSoCAKAPdRHAg7cU6KZlIRhfE/BRXd6f7JWv5PFwdr
2RTZB/BB8j9mJZcrZcmiClMVrKQgNJCIOf6GOJn1YKa6th+bCREsaxie3MlrN+L41Uf6ujJDLRgh
pD3rfLRAsQXlHB7naHXuA1+yekLC4q3SlcvhYHwGxhuW9jJzvNwfnIkMQZJCeXSjpnuHB1f/HFap
89brdlllQRQt+Hiiq3G5ykw5rdRapzw2iqzehzCSz3mH3t/9d3XjiWGpRxoFQEqDBL06gBCQKXAy
GQXGJHrnlFRN/UEH2WY/3F/n6oaFGcZ3RC2J4LEHZ/ZyN4Pm4OkSx1GgxxOgEM3rpw8GTnvq96Eq
RH/qzQZFmv9hTcZkXBSIf5IwXq5Jk4TiRQ/RI7bq8GWGXR8Mpd3/DPtGImvneclGSL31MGEhLakw
nzJl0eWCIqOvMoKuDkTneP0R2IBe7a0KW4+Nnd1aiMYblnRIKKnEj8uFMCaMizwMWcjTAcTrs3hg
RJ1+uf/8bq2yYPFeOc40GpY//ys4kWDTEHIrkOS18I4O15LfoEOwUUReZQ+cDL4mfBHoaEBgWEWL
CNv2vonbONCcSRyrvpL7pkaL652JnfcxJxvdKFtuBEK0LBfnQMYNiMEvP+ivbTGJlF1pqUmgh6b5
j2e0sNLG0Z71A7OwSXt7MCSpZMJBMUbasAY8tmM0V53nJsGU0LQcZtXdSXeRPcs9Rn2Y1DyEdPi/
0jZLtxQ8b7w/vmic1xGsxpBxbaUXlUojtCyneJm04cEZW+oHq4o2Dv31l72kzZDCwVmCXVlLcsAN
IIqhTxEokHnQ4RLTXrRh6k+K+i6RxVuJw6yxpEgL2IPiEzmXy7dX488apZlWBKKEcKCmmXsIGZn4
2ChvIYyunx9LITLPfBJXC+qCy6WKucX0vIbk0sOEObZWHp3qqvx9/yO7Pv6MQRD+gPPBP7RTLhdp
zcoOcwUa1FS4ycH0BvFj0N38XBWVti+R9nuXxb2ysegrue7yiqZnQ3NrwRgQRtZCtR0qTg21J4QJ
keW27WeDEol3+gJ0elSSUtDEzczB895pox4XHyrXqU0Ai4ja4M+mqmH8GZpPr35VUj2bf5RVrzy3
2Vzq/kjHJtk5mkDW0Oync4W2R7pbBA3prouyRC4dYSxzP5tlCYqhEtn3rIpz3Re13fa4aSjFVnly
nY7A10T5d2mFLJ2KVVSu24EL1m7boI9sMfg5YkqnSY/Vj7gxTF/Rt5Onrkvn4alAe8/YuPeuYbpL
rrAg6UBUgHJYX0Kank25kfYMi82+NvaDYwoGTwgs2S916snsi0zwFj03Gcq5Lzz6KXrUZFb+Byw8
Nr7ZjZgQnsPt1Hq5f+6uDzc4QFhOqCxQH9LivTx3Hre917miCEA80QlHcuQ95hHjn/urXMdaC+kc
8NeMrpnBrbX5E6dPQAJC8kTvzk79GuBpshsjCo8HU1azvRHar2PRgvLQaYmDN9IIEJebatteN1CY
5J5PtLo8mIjYVMxxdQDmc2yP3yyE+n7d3+HNJXmtqGUDar+yDXXrvB29LiqDFlXIXTeo9qERbg/b
tnYPTZo1G9flzfXAHAAl5UAB/b7cog3drzChBwc9cqv1MWVm9FXPyuIjI2TaqknLUOTtT5X6GuKz
TrQAi7TKd6tWRQczS+oAnLV4QPes3elGGz/ARW73GVKbG9nNjUMDbxI1HpqLoGfXlN0IqrNo3LgO
zClrjxq6xc9D1jpPIre1t3+eiOkjIsMHsOQe3upxImxtjvgdgFXFom/0U2lNDtwE1/4yWfDdglTU
7genjFR1Z0nP62EfdmZxhD6KzJXliA6fbdos5eH+qbq+Fdg+c1ZgS1RR8AIv3zLimVlGJ6wM3KaQ
0c6AulOkzX/0HwrcEamV0UIV9cbRuvXc/150CRl/JUZWUYi5C2HRqSY4eJEX3l4rI/dEtvtWhyqP
/iFpCWJsPHs6OMtP+WupqVaA9KrsD2Kzdiy5KgJdLeQe2nG3Ma6+kgta1iLbo9dGOQpfYr0tpjxA
ZLQyCJOpTHxHVcJ2Hxnh8I5Pl4fb4hNU+br0wj9TX7njWZ+n6AftJbPF6C5Pt4zob0ReetYG1Slh
itb76sZHSdxrtNApg1rEjq90NDnmLnmrgw27BmoECIH5OeXjurvTIZ4bF41XBrPIPECrpgDx6TQb
2e2NI0P2oC6Pl9yFAHj5Hu3BnJVBaUATRwIrxjKaiXnlHMiQkHv/k7jx2CAO0cgkiXZVMs7LpRjv
zn1s2lXQMasHe1APtE1za0NN5dYq0H8phwHkLjDIy1Xa1hBibts6cAcczWKlNt7JOdv0FTduhHF6
l0wugL8wt163Lwuvd0Jw5UPQwV+bfyTalM8/DfgS4mwUUZlXKO9wc3/PRaYUjDqTuhEHt5/1fldO
aZt8UmfNqA8jwLv+YCdxqzBibET+iHTPpP8pstr4yjS/Sk80KWBm62mGsIMh8ejZzWlsfFbNnCGd
AI3iPlPmpYj82mOjuYfWakAkdfNk2Q9xOWrtU2tR9aERkpZi56pkKu9tpZ0rVGcBXqPcKBowoymC
5KkSnyZHR8E6n1S12ldub1YwYUqIj+jUtDlgQrSb+p9q1U/Og7S6ogwSBWnOnd7ju3YyraGfIZH0
nYTNFzfFbiJp+1mEiypx3eta/NKXhVMdOnJIzzc0YUXvNK4luSsRw85fogicV+n3Y4LibKrqY39M
JBoOu8gLzfKhbHLH/lXW+iSfALdO9WMK3cR8KYahAHLPQM/5lVq4WAUOAr/FAQpHEv5mty1mfcIN
bUAgoaFCkSl7+xwl0ut9b7az/Fjztp7NKRLRd7ex6x/hMAt6eVmTKH5LV7M56ZU6/JzoiNV7C9Ey
E+u2tsdFMzEV/ChwsU8+OhOelOh+V1Xe+kbEtXtC2FX/FvUjLG3fTmoU2PcQRzv9NzRkopZVqpgq
iT53Pks5exaC3i3AFOQfUV5Jymj45GIhVLXYCohWPaK4lRfPc0cPHzXasEAqvJpHmCmh2igo3IWJ
83UcuNZ9GsBi/giAtHF4Upqa74CETtqPxqD55fcYf/2cQRnpsIt6sz6kXe463ya9lC+5mvfGQ5e1
Yn721Fjkp66CJ3SocoebEohGC/faH5su7R7TqEKtbdTqHr1ztMaZgmN9TGFQM0cvfIM0bjjKetZ/
D4Y9R1/fHFHgjVF8ARAkkVrDKk2OLXq/Ss3FkJYc47lXD3VUNVvSozeCJOsASF0g47RDVzHFk4Us
sx6mCqYMqesnfAHFfpLwjHxwHPUWPPVGCGOoRHEMLRA0xbregXYx6FZmNQFct2avxk34RYcCsUHC
NZas77KERAuTkoZ7mln3FZfIrEMbBRwFew278bDvYHTwA4y69pIDV+v+iRiYzO9JYov5Yarx6thV
qYcEv9+X0rUeayO1smfa6mkD95N5X9ByG3aIgDv6t8JqdfGum4YJ1dI2oltio2mN9QamCv8lUZ9X
vmwUI/1s4bIYv+fEG91zOs+2fGwTUJ/+aPV18lNVuqnwERpw0XGB6LDlt3wjhpM0onSIrwzSIusH
PcL807TUqgMZh89gwsvvCCP/Z2RR/miO2ZtFMFDCo2e1SCrRPqVne3kzuWmdZvnkCBL/Nn/Mgas9
j7qYNm7Z6z0t3SoAP4yk6WOuwfJNZIJfQeMhKHGd+NdrU495qJ3X77TQDNWdEXry5/2vcCk0L8+R
DeJ0MWjiXwue5HJfvVZOPfL9Ek3DohkP0mzk8FC2fWEe+iyPIp/hj9M8VI6DdrElXEPuMkWG4ef7
P+M64wbDwp5JYphxowZ6+TNaVZ/USG27oC/T4bHKVaSB1UHfUbRXAYjk5Ecc2tPj/UWv986chG0T
g1AcoZV7uSgCy9hrmBMcCLPW/TCCBUG+6TLzs+BDKGwY7IgNFE2NDZiUlmL/vv8DXs/o5dO3gN+i
OAK0nM2rq9hkwc+ZkDmrApREbGs/zl79HumodJGjDiOxkxj9qrtJr62zayvp/CRLDE/2Rj/pml9l
BdM/x1Vag85NVKY7W+lCeSjMVNi7Wbea+CTDNvkpm3F+X8B62PLTvT6u/HycZ8kLEToGenP5AHO1
cSfgGTVAFwsPmqrHFMSwsUNqz9RL1ka2e31GlikJmTW8KcSA19ypTDqQVSuX8+DMrW8RF/f1hOMQ
MxNznp8IxR/uv57lm16/HWoEIPig4+h4Ltv/q0yivoyrRGbcUBjqPuuGLKHLiu5ozXnzoMlEDaZs
dgFJdvbGybxxiWCYhf4m0Y358Hpeo/Q2guco4LJVAFp528b7Juy2aFs3b0Y4W8y4mIFeg+1KY1TR
HasDoyr7nSIm8zCXLc5Pajr69x/lrQ2h9UvT34TvghDk5aMU0oyYLbBU5OLi5BtpqJ3KzOw33tj1
gVxsvrnhFiumRTDicpnI0/swkloHA2VIp6BJVTn7gwfhwLf7YYgegILWW86vr1ypy3Oy0O0Xzr1D
q5pocrlqA8pEZjBxAm7SWHnxEomoJooWUn6AjdRHnytvjicQQiXtKcjMKg4ImlTUDo4MYERcDkw5
02Uo6p+qMPMpGJqxfgKP2IQQetoyP7aFaUYfBtnZ7onK0vyphl2UwAKiNfwlMXvF21sYuo3vlJD5
3kaX5vrdcTfAh3O4RMls1oomIVLRc19lqOFYevtoD/n8oaSRsb9/Qq4/tqXhBFofGAvXwFqQroPo
LcpZyqChCtuXJA+L57ODe4sqjOSbVYz5MUIk6knGDpTz+4vf2CIJBJNri4nDIutw+QbxgejkqAgZ
zADdTxg+ZL7toD/19lWA7aMECaxh0fK9XGVOFECSMavYuWIGxqgV39Ramhup4fVXvTTUDTIjRFoA
0a6uUnf0IoxHkLxpynT6atj9+EyhqD8YuK0c/ocNLZ7jr4ADWh6XG4pJBAZdmDLo4a8ikQCBrTFy
/fg/rEIjcmmAggtZNySFw3iywEIJDZ+p30cosPgzyMeN83frCMDfIOxieE9evXpsOodPT+O6D4aW
blCqTeI0oYH+4/5ebr2cZVTnEtiBaFyNjlutTePO7YO5aMXHrtcTgq9THW1MKDZ6KddL0XmCIcdU
cJnwrhEnoawcjGIGMjuplY+F6Wa/QoHlRswQbyPs3lwKPChyscu8cW3rDVs16j0BsoQK4bcDYt2P
rYY2wWIldv/5Xb+lRSKR/vRy4gBDrt4S0JOpq8xkER9C5WNSqtz30Ds53F/l+hr5f+wMGGIymyuW
fqSPYTp6SBxJqct5XzBewQ4FG/GPScSrpWRqzC0X9uvshtQIhvYyx11AqaurC8w5wPucNV0h7A8T
9ocIFjaKH4Z6FtiGnRwVt9r6tG5sFNwJ6kMOKK2l5X/5AQP7QBkExYhANTprz800oFnqGh9j127O
YaV7GxHwxkGhMtb5kqFwq1yBl+vZzgRJo3eHQJGa6Us7MY5eWEXHtO29N99aFOGU4NT+dPKJiJdL
ZSiYQKQqxkC4evUAjn98hJFab+Sktx4gdAX83g10h9R1w9IyezgAyLEHTdXZyLjamaX4ldSTKUh0
R34p5lx/OyVk4dIhLQZ9j0pxPYMve4a+dtqMgYvErx/CzkQAB2n27H94WSA0+KzRjGJzq5c1mlVq
i7QbcY2u2iCLbP1UGlb+xHfZbATfG4+RBIqOiQnEkxOyfBx/Zdr2xOwjrD01ELVmPcQT3nixcOtd
QnA89kYpN9a7cQ5pCREaF7VVKNirwkValWq3k6kh717qf6amg0BXhVb5RHVvbdzHt/aG3NarNTt9
ijXGC7fMqOFUaMHYVMrBLduBgJIX7yu8fh4bHKY2gtd1IGEWQLMLawRYe/qam5TH6J8qBcMzPXOt
d4jnlnuNfON7ickGTjGq/ZJPaBHdj5jXcXkZiToMjRbcHJHs8gVWI1Z3dklcJv9WD1qqKoguV+Xx
zatQiS3AQVJqcsVVswLGQzpnhTkEZjO3SFpjR9ruEKBp+jdfM2BCUBNjDWAh9GUvt9PZ4ZwXLZ91
a0h4UJodflg8yzZmY9enkOYnSogLBp2F1ggvLFLNtMjlGNQuOQ2lmLkPM2fGIsrU33zg6X6+6uCj
CXRtFURzQcObbRyDDqCxX7hV6ePmk+8cO67/h2cH0sMl/C6OPeuZbl7RjB47dQxm2Oq+xJsQbQln
67q89ewoJSlHQBG6+BhcvqFSqNosJmcMOO5KoKWD5itJP55sXPU2PqhbS8H+hx5P7kGvenXqBtfK
Tadu5qB2XAbAZB6x9IHZD9mpByT3+/4Zv7EaUo5IxlNsaYuB1OXGPH20Mh6XStPBQ7Zswo5YDIN7
VIAnb2zs+qMF3AqYgReF6q21hlmLOmvEkA1q0LaRt9cLOki4yVUbq9zYEPhPviHuSSqrNQSnGzBy
rpNZBQdX4kiNRNfRLML5ZGTKllTk1YYY61IfLG1aqoUrWrtuAN+PU9UJXDrW/45j0u3rIcle7r+h
61XA6xNaEUvlwufav3xD0WBmcd2ittliLX1iBDA/u10N4ez+MlfPzcBHjFAKXXnB0K6Tanyu3Bwj
ELoKC6qlSLxulxnNfFCtaesgXF1RTEZgsC94Pv4LrNTljqRRjG1veX0gUxF+tvtM7ju8tU+TmndH
IaotOPL11vh0kSplDr8w59dXIloByFnk2hAwa1Zg5en4Wco6Po6a2Piabu2MeoSyBGsMlMqWd/lX
YjE1ELbwJhiCtGNuyXSLiWEyVscaT9JvJtKbG4f9tVNw0QviAbokSwBqqSPpjV4u6CxWzQ5duyDs
4mgXw/B+cgrk7mQVVmcXxNePTE7WE8p4Hkxp3TsxFMXgEOBckOoOauFGaZ4Nddr6Cq+yAp4ydArU
MTXeteWselRx4shKGsoY5Hhw+7NpzPux6qp3cV0MuxYJsk9O1m0yVK9fNOpT5MagiDzYgmuY21hj
6gttRw8kTVbvBbXAqficG2OXf6oqyCo/Inc28yPwW1N/pm8xoRjTNa54GvDNg02HinrowzAiqfZa
U3vvIQRm7kBdmTOD7SIc8fyuo/BXxyzF9Rlh5Mp/thJZeXZU1VGFHl+kRbuLB+TuH7okc5uDdBKn
PEu8QbxvU1jV6Z4cGOM6yr1c+ReHmDb2k4avbY9iUBz5VYruSb9v6E6F2KkLt31rS4CnA3QDlN7y
JVyRUGiWFj3pjBG4yImq4Ah06qGkSb+PRpmKjaByfQxYDOI6lBeqdcqWy+MZ5o4wstlZZLM9+x+j
c5vopWkHs9zrkWWUp9a0QhxzrGzaojpc9ffYJnUSoA4yENpfqwu7sUovSqfYDNLWNX3Dy8RDrrcA
2qRsn4VET3NnNbU4VJkdvtyPpNcBm42CtqW0hhXD1i83bcbQAsyyMgItJ88yi9k9So7ZRnJ6HWpY
BRVBD8r/KzfgchW9nsdcDxMziCN9Sn2vsrP2Mx3P2nssbKjJSOEUw5by8433CYIL6O/iB8T2lh/1
V3zDRjn1poFFKQUxq55tNMSYGimluav1Uel2OeI4Edg94s/j/ad6vV+iNxZBtJYAffJgL5euwbUg
bm2aAdAt29i3VVpNjKrcsjtgzFuEvtlGzVttEsm/mKwv2KolmpjrV+m5EowGhF0gTp6LmajJMtC4
H9PCzff393d9YJcBO/UMlbYJP30VyQ1rTNqGUWWQJr23w6znPSYlX4YZ/X+zj78IJZO7qjffSnSk
j/CqgEACSBm3tgBZZDmG1AACM9mgPlKRhPteJuKtWEMaIkAHFpHIRXRozeDOCvLzidZJMDiu2I01
jpedGeHGgerpxmO8ZlpTRZHGLAaPS1K7BrsLUwcIV7duUODl2/zpJuqDXQb6CvQKQ0vnBAQ6DI/4
VCfOPmwjAwecmHEEaitWYZ0wQZH1s22EevvdknRZHkojJFMliosqRy4Fu2cs1tsy2yIgLGHh8ipf
OjvESzpIgJnXo/Ex9eK8aEovAPIlxiBTBwuGBfy6bJ8PtpY8lW6ttbtqNmw490ot0oOQZfTl/jG8
Dl5ETJRCUTRaGG/rVzUgmOTA+wmDVK3k1yir0QREi+Hz/VWugfILSBE8JMNAjjyX9eXXrLlDuAC1
w6Dimwh9UGRttrOsXEDX72mHPmBFgaxuZi1IkAH7Z+ODKw3UeSbAXv2jgrnLIyKeylZn6Mb2Xdq9
NvcjOD0YE5e/qyrwDJkh4gc42zJapmb2an9oiuHNuJ2FibGQ0MEjL+3y1efeYYYe1Y7OW9XppGmj
kCcF4/TTW58z4yV0uWk90XFliL0q74aWaWFYlsz4zDKffBuX4PEIns+dNN90y2eoPNZ4LosQ6iGN
vhzndi/vKdnH1G2fGvoF/TFVx3KLEn8Vzfk4kRJZZvn0jGh9XD7naMgr/FdqOh4AUN57eN0+1HBT
32lO0T0pdd9tGU9chVcWRMEC9BcjKgqd1fMmAVdm/MenwByk94wuh2ufUOeqKzyeOiS9K6fM/pjt
jLeow6nfCIBXxwogD4h6UhEO1sJHu9wuZiJZqFRM8NsMaX+MzT0dvRAv23JIu/FYuSJJuBdZEl74
6n4eR2ScqiLTAqtWNXmCwhwKX0/7CqcgLTaO0orjrTHjNeTapJe6BCwSEprfaxlRhFGrjlGZGoxD
OvY7zLBtnWwWJqSfgTH/z3Vl9CcvYyRJ7CG09vjR1I5favP8MwYFFO7vn/kbz3ohpgEVAWuumerq
GWSijvGAN9XAsAUUCauPH8PYqh/ur7Kcl4tozaYRn13Q0FwO7loWclR6WISi1AIRiuyhq9GPaJPQ
C/Ai9zYOz42jyy29kGpADnO5rWJSWM6iAE2gBcOo9lgvpQ56HBY6xcpY7MzSMfahpk7vWzva4j7f
2iRIRriMkE9YepXJpvZgRF7boqWH5tEz0OTp/UKS+1XaQ7+RiFzf24QpQiFJEJAbjYvh8hOptEnN
0E3LsW2o/Tq1Hpw4f1/lqa+13M1iIHYBTaqnnQlzoBnb86B+6k2wy62zB+S/d/pm50JnuP+arz4o
fhWTv1cp8CWZWH24Qy3TytOr/NxrdCkahFKPeqlJTm/z0wa5eLy/3Gu+dXGsWI9xHGMC8uzF5Ovy
KWQjd0WDCuMZkKOennq0NsRB4QyKh9B0i/Sci6oCAGXGBZjiGYHl/UAgMXexmpr/CGSn3cMA0S4/
2BAaW99pp/bdgKxKfaizdPi3Uhmu7LSU5AegSjEW/04j0OS9O0jxj1mXSeynGAF9trS+ifbFWHnJ
lxh7hPlDXqNAt2+qIVMPeoae0qFSIvkiW1trYApPesulQYdvZwD/+h05lJnoM2GIYCsO6lSF3vSf
JbJEvW/ZBIqTXU3FmxVhmdPCuqOltOBiiAGXT29UYn02pV2cqQ3jnWbM/R6H1Dc3aFkF71MwTBQF
147FWqPGNdD68hwplvVZV0b3K6YQ1Xd8trfEHq9i2bIUmdjilsSWXts/f9Vb+Nw4yF3I8qxGuuUz
iU4POBLMG1X61We+rLIkzLQZKQfWyRi9Gi9vq748g9B1jvQ2kkMpTeVYyNg93D/gt5ZaumNLzsO0
dM3rUBTkKHrZlucYGS90KRzlyXSa7FTTmtxY6tazWzg3xM2F77VuBMcljhuxYpTnCs2/Y2u7IQZr
7dZtc3NDf62yCpFNPVCIFmN5VvRw/FcOvfQhW2qnkaJ8Azt7ayl6zVCJGC8j37CKkAKmrtp7dJNU
0b2IKZUHqIjxbsQ2Y2MUe+vRLahYIjGFNq3ty+8oG7NhiueoOkeRnj2BxEx2uYf019vPwt+rrHLA
VnUIF5JVauAGn+kqhL6bzfN5yLJu47a+uSE+IeBWwP+5gy83FBkxlActq84GqFZ/qFyscpTkrRbQ
ZNpcFAsiEC1wkP+rDTV9n9pwUqtzntvhQaGJcmi7cguTcuMYAIFaWAzUtySyq/yGAXOcNKVWngtP
0fzcUIaHwm1fmlDJNxKPG0+NlUBCoXIB23UNC421cSo76RIXgInDsAm16DHKpPv2c3CxzOq0hThf
uZZQy3Nv57+11NEfdAS6gPJn1uHNJ47PhoQGUAgD5PXgAZ2cqp2kUp5TmbjHaJ5rdLyNyPqAnANc
jTcvxriQiT9BlWP+amn0V+ymNZmkeWvXZwj+/QklVe+IlmP+o24cfWOpJStYZQ2v40/aByaTm/U1
4YjIg24RN2eUxeRurEbtfddN9lMzZRpmpIl1zt3W3MpVbizKJUsgJ2fDqHiVqlRV40QuhdrZmMiG
j50dhRIYhdd/uv8cb2WGYHjJwjiKsDrXjZEc5rHeTjb3bRP6EeOLUTRPioh2TolkrMjpAkrfxuoO
ef9dikqqNVoHrTIf4zrfRdP0KRL5Ucust+9/QRYD/FbhmVLHX8YUVyBvmYaiOtPMK74hdJR8MJJ8
Cxt2IyMkpaEfQ/VODm6/6qn/dYwSex7ymC/+nFCo6i96OdvRrja5cw61UtbtyVWZc3wc0BY2n6Xl
5YPfARPqdh7XHlK/8ZjG73SUSLygK/TRey77CPe1SJdJ9YzTnaL68zjHYoerdP+VUqD55XlpGgUV
0nzFk92Uo3MyZAgGvi+smowKfWTj4DV0K3AEYAz7pJbprO3UQXjoCUs1/BkPJoYAqjtF/zk9QuM+
nK+q+TQ49fxRzYvMfjFEmvzxmjru93aY6t+1GivTfesMttwI/dfhkudH6fRquEKDcxWUFap7TzPy
6jzlab9zpN3tqIKzYwaEeuMzvI6Xl0stf/7Xq4rzue0SM6nOseFkwBHD7tAA5nvzuWMVYPRoLNCg
AgN5uUozjl2HqxPXJl4RJ+ixxq6u7S1j0Ft7WYCjSH8T+a86/dKUcWLDKSZyTLPzgO72WO+1aYL6
ef/zXq6ry9jFEIp7mSsAHA+CUZfbGTlfodVyvsOs0XatOwqquwG+qam08hG7tVl78y3AigBGwPR4
0GDWQ1rhIlLYpVVzNoHG/ractPlqMJuEb1SbW4/xtd18tT0IJIviJMKFaybCPMQukgNNc+6R2aMi
wq+i/oieYTwdKd/a71ILZf3ZnZJU3cnM1sq96Mxp/D/Ozmw3bhxa108kQPNwK9Vgu6oSO06c4UZI
etAskZqlp9+fsoFzulQFC9lodNBoNJpFkVxcXOsfjjOIxa+RnVazj4OLWu7cUqaeP8z2PELcqePv
eWNVXuDiGkJ9u+50Y+cqntVjkDvnw2cbD1zHb/vWcg84ZeJfhQ7S5H0immMCZCaJ1IMITRT9aLV0
ISkGJpZ5bCMb//qKINrthlLMShAJlJp8q0sQtyoLl5Dvu3rXdo+qM87ZrlvC4OP7O+LOiaU4uJQs
AT5Qw1rtCD4Cb2RrZn2SROx16Sn7zEuByNt2v5Hh3Nl8tEGxCaAYCQ9u/fKp4rixW2HKcz314ylv
+uqhbow+ENOsHuc8Sp7/fGoAHKGmEG8XOuH1ZnciPXYBicqzlZbZr3lS7AXaI/BQiRTg+sH7o905
w0yNp8KCMEcaYDVaIt3WFrhgnVV1bgKNTR84cbhlSn6bfCzaMvA1UA0BSvxb1f8/Uc+LJ7XOyK/x
fivbT2zS6i3r5LAjSmU+BaT5UscoRL4/tXt7hHc+tU6kFAE5ri5fY5gzLUkY1MpH3e/VHJ5g7f5t
FsO8+z+MxDYkyVlwgGtxjtKTY1h1rjxHCMWnj0paS+tjAqKo2gMM97SNZPjempFVsF5Uq6m6rbIq
HMpSmOyKPM/qgENJWMuPmjdbGzvj3poteJGFDLj0yVdtAS8109AqRH32pDpbf1mhRqc6bxD99VPh
Vt7ZWdSg9wpZ2ZaD23J6VwERZAx9a6gpvJPWeNFMm+2mHZz63Ot9+SPjfh5hfaZ9rvhKVOHQEpc4
ssOlSjNCX+QotZ9kRrwlHnRvA4E0puUJUoya4+o717pWxbjA1GdMoc2DQJnrJRxM+dGCkrMRz+4t
KbhE3oPUVwBcrI5hm1SiqjwqljJD4PgYYRpgH8awgLLw/la9F81o5gIVo8mwALavo0vdaXXYWRar
msTZU5QrOMVHspdPnj7Nb7aThX+KNYaAAYdgkZPEtoNGzvWANm6X4IIbeU6dvgE9nfzyEL338QxN
fLweNkrEd5aMIE3rf+kbcQmspoc1Ft1Xl3uhUgz5Emey2ydN4750uHtvJI13lmy5DyBoAcFkxOVL
/yemibQAJTYQXrIBgYA8g0I3lr355+u1yC3SqiG8IKyyuuiKHMEDZPC5fbjFX6m1YGdBVq5/sIbR
/iLUoT+8v0FuOgkLYeb/D6itviBSEI5X1nAt2kqDFGjFL1Wev85j+XFKygs+D/9Kz3p5f8x7n5L3
y0IRc5ckfDXJDgcRyYdmkrNC+3qaZnSUvdjS/rwuQjAhYqoorVAeWUdO9MxQH+PRc669SgShaCGz
SK0Mhklu1ZnvhE+GQjCYzjUwRnu172kjKnU4FvW5E6iSBK46TGcvzJLHAobw05Tq7b5Q/xxpz2A8
NylgwLMD+7PalA70RHhCcXMuJyd66LJGO0Tm0B46NC7POG/KB3sotjKWe1PF5t2gzgQ6gSzp+iQM
RRZ5Zh7W53LE16CWc494Umg+Ildb75KSezevSnvjerptKTJVSEJAEIialE5W17uG1Suw0ao597OU
9QFQt3iE4ta8hMXcVb5dNeXJsvNyV6sGTdTBtXEgwOJ4R61DJhsvlDtxZ+GJIiqLERxwoGWH/ycY
pJGiFVzZ/JjS/po5cty11AHBLnvVRoS787FNsOUwDhC1Q/VtNe2wn/OaRl9zHpoh/5kYavRjyGAx
l7GWPnuGUpOE4On9xwcUgAD8g4VzAzJ7tcKm7Mk0zKo9K+acfZjL0gEaGpcbo/x+Z1/f+9QOFl2u
5TMiI7Wam+4NBRGUr2hLUePIDhsgj2vbL61WOYASSYOmzuddniWLHEU07Yo2n3Y6Vp+HFjEB1c+x
cv2zlQWcihfdonVLLZUFXnMWm9kebJC63QmnvZFkS5SPiPrGJ2uYu42hVmFwGQqsA691ANzLo30J
zf/ZRIlIvMGtk/FUxUJBXFOLfP5reyPA3xsFlWrOK7GW5/sqMOVgBQ1nlCOkKbqlsaXWB1KfLdmQ
tY4Ek1lU0nEiIhDRHF3XG/Wwyto6SeZTZACr+BareCv5XiolFHPaFDi6aMC4H7DzwxMEt5fxZ6JA
xPtmuH3X+REtxL9BoszlS2nEqNz5bdLa3zOrb409PiLOGY8uDZiEnkX1YnHhyL/e3/KrE738fmYA
/AYHA4gq6xIK/VxXE5M1nUqUgP0BfD2S9Og7nUocYzY2/pquvwzGmUb/jmuJnb9u33uUR021TY2T
sLUK7XvVrfP+PEVDxT5Iy8Q+FSZmGw8plTLdzzWKxgeZuKoMND1FHxmko/W3lc3KmAGdKHMNmwyz
ePCmCb5LpindW6sPMuOtldu17hct9J59g/lm9tZjOCF3ptW12sGIM9dmQPy7NmbosHX/c7KXCS4G
snzGRdyBDO16a9udlaQiz8yT4eFk6Hd52u5mRY0C8KnWS4/19F+VBc/9j9dwEa+hRgC4kN24GnXo
kt5RhG6ceKPgR0Ab3znO2bKbzCbdCsy352o5VAg9QHGHmLNGE1tG03jofZun0FQM4lY874CGbIlj
Lxf49YckQi7ahQswbNkx1x8S+KEugYubpykty0dQn9GrAT/2gv3a/CD1YtgghN0bz9EX+Qqg4KRM
q4QiyaHQm25lnZIktH16cdWTZifpo9FFIALKunl9f8lW6ScbBVFs4I0WHSUaI+tSX9h6TRVZwjrx
i+LvMKeGg6DL81iFofCreNY+0EGfD02nbLmtrxOK/x0aIYRFnpr/+xrH0VS6WyhOb52kgiA9yJ74
2IbjP8hK949DEhfnWrOSneDRcsxCr9yFk2f4/cR3f/8T3EYeWqpLR3pxrIVWu1piHLihF1BlO4Uo
MR94mo9BGNvRThHVVhN39dD+PWV8NRe9LoBngJivd1PfeGo1y8g61eQ0fgGdfId3Ybkrhkp90Ovu
1HUMPLVFg21SFW3UMe6sNV1DQGGgWRA50Fb3XQHZMbda3Totwr+BBLR55AjxYa209d1ZxHsYGk6g
Z920f/8T/37FrI7R1dDrF4eoGxtlFPtUSznsWxwc96hJWR9NXTgHPAv55Cz7Uz+UXYA7WXQ0o/HH
+7/hNl6AC1nY9bRpqXOs81ezQUlJuKl9StLCPshFsjBupPGHaTJLTE8ISCHZC/gNemTXSxyS8lZW
KdST1OwR5jJ2rk3Qys729n0Sq5Xv5AWES71JtI9mI/tx17c0lILaA2YJer/wvI3X3u2yI6hC12Bx
fcB/1Vz9olxvKiSgDfWEwONp5h4an4zGuZBhlkHhWB/SBvfFP/3WPNV/g5bBTy+InOuPAPloaorZ
5CMUVr7Hf0/z1bjeUhS6PU2ESFK4hYVHFX9duUUrQdLxCo3T1FlD0Imuf2xACe3KHGGICrZNEGqz
+DlWLiXruDcf/3iSy/26II7AWlLRvZ6knOgH1ElhnioNn8xGeMnZAQewcXRuty2TpH9M3OGReQNq
LDWrwM9uME9kpioWDW72OY0yZ8ND4DdZ9vqAcnHzsFvuOYq469qbQE1Q60vhnNQKsPFJJhkGdn4h
AZ7tSSWa8oMOvN26dOnURpcptb0R3eUy+sednTR8boToVCJXamZ56ztN1c4xFsxj9U85YT78oABW
VekM16HzWU81aXLeoynxE9WN54O0LOnUvpIVqvMstbwZ/GSiNhPUfWf/8pwO3VNbiS1P2/3xEhKM
gT4hArfkzquwZIF/7ccoNU+jdMsPssCtupdO9v39UW6TsUU7jDTMIo2gprSKu9QZTRGbLGEZheNr
kc3ta+TiDgc80tjTiu0PtVL0G1O7c+qROGYlEeugPLeWzEFN22n0eXJOQmvFg24XygGagvFASoE5
duwl+9pz0yBuJb6W78/3zpalbchdSrvot5Dh9cHQ8yop8mhGL7xErzuOUwtl0z+1YFkCLaMsOikL
rR01ketRsNfLtLQ2nNPYT/meto35ZFf2Vv12zYr432FwkV7Yy3AQ1kiHBCtyYNqxe0odLzlGCi6b
1qBVRzHWzUHaafZ9RmjkeRzU5NVjaX9yzcW7vm76nwnPvI1m1Z2ttLwjKVxTuabouoo5uUQHPmsU
55SAJ32iZXBB4XY/uLjwxl04fvAQ5Ty8v5q36RHFnoViv8hDgq1Y5SxRFAnL6R331JdKeGk7z9wn
g9k8lOao+u8PdbtxWE26v6wm5ULPXc0OO/hIkgYqpxw4gO1PnSP0XeHYqb7RY7ydE8tpgxBBZ5pT
v84FNDcc6Rw1ykmpx/F7wUM48x1Z61/CwYs3AvjtQVy2DnfE0tahyrI6/TSw1NKbXcYK09IJEOc1
S7/I3ErugA7Fja+addIEvelNRlA3qb6lBnb7VVH0oC7Aq0KFCL2+/71qnpsIHfmz8DrXF5Sbd+Mo
v72/dPe+KIdkIavTSqJKeH0a46RooY8N0dlpBE50ptN+ntt4Dsoutjc6HHeH4uZlRjrBe02o0DTW
rHKb6FxVhf5QI9x9kG1hPVVxpG0ct7tDIfdA4oTmCC/A61kZmS55DbXRGYGplzoxxQN11i+zk8uN
KuO9NXJQ5YAxfk+pS3htGkeNF53bRlUuLTTmn1oMJff9RbqNHtx14LVQUNNM4udqkVCXHjPR18UZ
Mob1UNRd+a1uG/lL4CvzYWyi9lnOVrSxXLdTY6SFXwPkx0AMZNXgKPBNKzM7AeDnAvRB0Yp/dNPC
+fX+3O4MA5uR40VyzyTX7aERsgI3dyvOcdVQ9M/N5EPHlbxR4bg3Cvg67gPOESn+8oX/UzKMyW5S
6BYgY/KuDQTgxQDrxT80yAIZzeOfFyLpGHccycP1KAg7AxXsaDj3vYvUa9e1fuuM35tZ7zaC080G
5yUEDmuxeaVic2PmVLRWFLmF3pxB+8DVUNUfpqxBF0fKxta7OxCFSbR0iIJgN6+nhEOBqpiO0pz1
rA+DfHFki7Q8Q7PyT5HSfD2SZUpQfLnFvGQd7wC71SIDdXdq+7Z9NWZL/OiFsQXkuJ0Q3CrK1Lw8
2NQMdj0hXvL9RP3CO0XjBFQnRMG3nCv7MCd2u5Gc32w6JgQcC2VCVFRId5af8p9N15CoEV9dJjRq
1a4XcbTzZmeLjXdnQtxSKgqYUNWop60mVOpT7eFJ5VENpzC/T1DVRzvBM4adLsytp9u9wWiX0cBZ
VCq5nq6nZJuKNjRoWZ/wZIvtx9LVqaSaZYGOmW6MYuNyWl64V48bePFk33xCAgQQs9XUhDKLagLB
cLJMaUNaQtuzsuI9XK1v8YTx+fuR6N5o6FTyKCQW0WJdxYixVzoeoHN4Ar6i/xjFSB0+E8pjy2M1
8q3I+sOe9cJDIz2loE1Jhz7G+u2mdp2K6a6IMa4Y5Q49v3bfWSVefo4CCe5Inqz96dOX0gbpE+gs
qA+U0FclhSSPrHZokTNJht76Bye95mdSJMVGvep23y8HS6VWDP2eCt1qk+SOWmr0n+S5CA39sydC
+RVOk3x4f7nuj0LKSbhYOByrueDfMdiRAFfgRbweysih5iiHLb+dm6uXkjeLs5SEeI+REV5veJkX
eTnYbXf2ytn5mKmJ3PeI/zwZaTcEmT1M+1xof4iqZGPwuqUjTlYG2Z8qwvWguYlqSteN3Tl2muIA
KQoNaVGWPpu+3dj0SxZ7fcSuh1rNr7Poc9U0gs9TolWf26rLdoVlAhCcjDhIZtc+e1OcPyL4tGWx
fftC45AtjRyeurw5KatezxJz8DSvYrc7z+bUnmWj9JpfwjNq/LTWaXzlSO7sR+xNHrMYuJ1p5xUY
ySwKYLy7QV2DtHx/R90GNzLhRWwNGAnMhrXtI19BzPXYDWcGwGgB2biPTuKW+zEvi42HzG2soSUB
/IBWCO5KhNPruSfITRutGY/nvknzI0xO2kluhP+Ignkhr6d+4+Df2cboMtP+XyTXAPqtYhutEiRy
lHk8z1VVPkXgwg6ZMPszfQv5TNe4/ZWbaGy//z2XSaz2Fi8K+lksMYTXdWrH4ywq6irrz4VaTQ+V
p8TFU1FlTlCoIgvmqJyCPLIRSwUipB17y2m3Euc7K0rGzIsRfhxSK+uujFUlfSPaaDj3VtgdRmxi
drKPeLp10bjxhW/bIhx77Jt5rjlocYEau15SpVJQIYi14Yyi+Dj4hoIKvA+ZZeadujikGekY/iyZ
5ex3mh4ruxw/NPSceknBLGywtgne//z3Jr90SACbLPqOa1lk0dHWthy2s1IMqu9YSKG0g3L01KI+
vj/SnYXmdUL/kCoZf62VHux6UIXdJeM5lIY37MLRQCfeznbTNKqNX4p0/NZEriaDLMwvmHJqWxII
2p3zxC9gk3Ftu57rrWLJoMssQSJsPMdZXeytpOzfkqYEEGzH3sXSC+ucRNoPYeBr5M9O2X6hcGil
fs7v0cae6K4XJpux0v/Nchdd97BDc2sjvNz7SjhpkkrzJ2pDq1A7mHBsSmUcgRDnTnuxqHtbgaNE
qn7IWnN40bsmsgNTyYfEnwq9GwMrK5StuvS9X7G8TQC6cyQoR11v08RyKq9X2pEp2/W4s92WqoYt
w0ctpbnkekjjyEj9N1Et6v69sKattbq3VGzKpc4IAoja+PUPKFu3lio+9eekEzRmUb7XnSQMCrLV
BynkRi5ydzSq7zwuCOw01q9HK0QDCAKHq3NdxM2jKkN4TKSUdNTHOQlqupxbngK/C0OrsAfTkyIH
EnKUcNfIQDyR4rCOy+lMlbc44Edo0R5yJ39MFfGMZ8MYGK1VAXrqTO/VFvXnXur14HsqukQHnE0b
OiFpb5xtZNIOREkaMTiN+GU1V4GB9sT+/cN7m0fRP16wOyQ5ML3XeZSrDI0+TQ2oO5bl0NVG47ep
aW6EiNtOIlKI9ChYec4oOINVTmOIHoGQOGEYXAUPcQRcSdF14BklrmeIopj7bsgmnKQt+anvsvpX
7iTd1/enei9MIIq8WFnQR0SteBWjC8eYPMG9A2SkgxcyuNFeV2PFX2iue8SNaD9RHT1SlReniNga
ICDaBW6kCD/OE/OQjIqz04rCfEyzZty7VIs38rFl9683D+UDDI2R9DEopl7v1yaJsjqc5umsZfZ8
Kodpfh29Iex8fGxq2qt62HzLc23jpbpGlC0Z5xKWkDpexBKor14PW8u2bPt+ms6D4gkMO+sM5ps3
I0mQqihyVOXeqUJvZzqNyr6V5WsSmf1BT8Fd91RQAZo7W8DFO5kpnEB4wMDoFp3dVbhE3lSZwiSe
z7Rh6HOr6qTpfmvPGMC16ZgdZe00ByOn9TO4Svbl/Z1ybxkoFdGrQpDklulG8berdRjU5w54VuQj
puEEjkHK3wDA9UXuxZc8z7ytZVjmtF59ynxwxSnzQSVYHZIk7lLoEQ5Uw1qGP5K2tzR/cjUOftdI
VT2CSRfSDzWzf7HjLsoxQx/jLwqkzvIxG7QEQRhbQ/Pj/Y9xJ4aSOgE34XcBhFtT2D0lDx00MaYz
CZ1rcH96899a7OR70WrRxZ6ybkvr8F5Mol1CygbMBcGWVe0RlTC1VKx2Os+Na5yUMbc/zd1cbBRv
78YkAP5LjF56buuEH+9QJcdhcDojXtRrBw1R6sFXhqpJHz1H6i+lFOa/dWiZfye5zOx9Da8IKEun
a1uf+O4BBBlrc0PBzEVH7voAoo2JzSNiUmdRTrG+b6Cp6b4YmmgMGhzFDmom3Tc38bK/PLNI28NM
j/ZBKQcrwday1epHYWbRryFBpGTrKy0ZwXpTgsDQSO6WP9cFptYbDCWM2/kcDob5VqFmoQIRs+Z9
X5pkEJY2FWev88Q+zu2fZqQVnxMvoszVQVL8OiMk4OvtOL69vyd/U6GufxUkKfRtNKQMAWeuf5Vs
p8b2ylQ9C7s2tUtYiDwKeop+0YMpTWo3sXB5RvXh4PyTKF7yao1l+XcxjvXFDK32pcYl73Pe1t7I
9TqmQPibFsp8rZknR8EFwXf70OsR7+3aD64b/qFYIAH3+uevEtbR6227rmL1jIF4vm9yzwj0Lvce
3/9Kt08ARsGikXSTU3QD1ZpQWQQ2GqpnA9BIekYCzh3QsRdG/lGdcRLceHHcPum52hEDWIC5lMKx
Lb/exRDyvDRy2MW9V8tFfV3rEQWLkv7Jmt3s0Lb1pW+b4VlxJqRsR2qJC+xcGV5xzwBoWBhjuIU4
vz3kPAl4klBeg7ZHTFklvKOZz2mIu/kZaMuwuCiSUA3getiglgIaggBRI6lulJm6syY7t86xanX/
aGYsfr6/Grfpx/JTWAUqDAt8bl09rUebUI08w7kSiUP+0/fKq621OkmIPZ0sGAhfKlPpz4ql57zV
3DHIdKd+HLPR3TsxddC0VSiEKFP+ZZwSsYtHs9jI024uPn4izrpQbD2SNJKl1QqmatfgIqueVVca
n3mbKBn2eRXkp1ivP+SZAc5M6uPr+1/m5q5fRrXQE1kU16hhr/aNqyrZnFQ9H2bA6raPi7+icfyK
59I/GF/uwDcfbHXLkeD2wQ6ig2GptIFiJFdfJRgiE/2MYJN2duwhOU4akHWegLP63FYYne2mHvus
IBy7+iP5sILxKMDj1J8LAzE2q8Jdfev0LLf7VUjjB2EUT8GUBBPgybI2/+kXUHEr6UlN6rk2W09+
VGKyqidtNMYPWENH3qEAgZbuNKTSrYdaR9bYxwMcR+OR6IuboBGaX99flptrmB8EawuFY8gaZKOr
rDDCDYVvJLVzajfRU+IV8jK4k73RrL29+5Zh8DZYzAjZfGtDAK1rurEiOz1Pw2D/bbclUPu4VHqx
K7NoEe6MJ5k8qVlpaDtpIxwbzEbT/Yhbb8IPF9lV3fDTUhepz5u/9baYDb95OVfrQomUyg5ES15I
7JTVujhzoegtxiaXtNByay8GbVKedXS/QnPXugOFWU3vx+m55N+ZyF2niZIcQof89FSBos72qqMg
/J4D84eQn2Vq/SDjUpVfOxlN464QRT68JUZqDgfdGhTlNQ/dXv7jTtXcXDysha3WT/VEVn9JI6WD
5KNbY1nNLmpxIp6h1A1GuYvKZsBGcpqz8ZcNnCT6IOs86c5lSxFhIyG8jfPkAxSVyI+5ftFJWW2M
RNijLscoubjZpC82L7H6t5nZxvcR2yoiRK9LDZNrMwsDoYRG+SNyh6TguR2lxU5vtbh4hSYjjeP7
+3VZiOuFWopv4ESXXhjbaRW8YFeGOHzn8aV24uFjY7XtD5oPYbTTbGXwPsbOqBqB4njxloLhTfyi
9IV6C7c6IFKAKasdMgAC9RpHjS+JDhnnSQ4ico85knDV3sao6WKqAp9ddVA+CbxjtljjN8eUEiuN
Z/6mUwGfc3XD5UNFZLXt+CJzb+B5MCf9Z92ptnrOt1+XzU+ezAVPe5ay6nV4wg6EctBslBc7Qg7S
NzpvqF/UbGyGv5xUMd4mkbmfrFTJtrC5N1kMtzcNAog+BAcqFKtcaRH+0asEiRX8YtzHWvGUY2Wq
7pF7SdlImG4/5ZIoLFxxkl2+2WqOXj8ULq2X6jJJe3rQsU884qy1xXm8HQVyBzABhqEMRn/4+ksq
ca5Xsmuqi1rnFtSi0dlVRr0llHrzbIPguMwBxQxOxU0dqu3n0Mv0trpQZ6qOijt2x8Etzc9O33t7
XVNIzN8/fsstfX38aEBT4tGAqZParRFTeNdUXW508jKncfdX21VqcnQNsKOHyUrs8CM5alJ9iiAg
jnskjpzhR+PVcb1FqbrdLoghQ47lEQUpHYzx9dftZ8+QiP2JCyXf6kGV+hQe4FYLze8cbZMOcecr
Ly2VRWADoqG3JnVaejnk1hTLi8KO2pd1UT+U7uQ99JGBN4YGonYL/HpvRDqelNKoaEIaX+0e4FlR
LWNLXsrQyR/xmO/VHQbh9h78dPExtCvz1/vreueDkpIsgDdwQEBDVwMantLEkEnkRcMKoPbrQYMW
HxW28FEV0baUf+6PBnCCNHQBwq6i2Ux53y5CTV7MHNidnnZV78N2zP1pitV2Y8veOYmLnAeX+u8z
v5b1qNx5qlASkJdadcs3NYeNW6F3u/s/fEDAfBiwQpMDC3K9I6FI2IaCn8ZFSZ1y9ktcsdN9bXmR
95j1zvzt/dHuzun/jUZKdT2a0llGrwIJuTixNh8oRYfHIWm0rQ7m7yLM1XEH80muunhssf/JV6/H
gbmYD6VM7EvseokTeYHXlM7H3k3/sWMI40aHH5GJ5uvOsNL8q5spjxlvFkUdfjqych96s/1AtXj0
7cL9noP0Pvch0lllV+PoUfa277pzfKgaxaL4WgyfrEar3sxZ2v/QIlbxwFJpkwxx/6xTJ3toEkoR
Hb29neVo3QO+vIVv6Iic66LS+C15fIwx9H3AFFy/5KmyKwev/R5r01niX/vB62zNb0wFB8AydU9h
6bnQZwcMfruFKuhN4ozgfbU3vMnZ4QNa70nL++cZ9mEvWlrWSphPeAn1hi9Je/zQU6edGttuEgBB
qs7zFH8dRdbuCmkm/LBBfzbSpttHUZwEZtftzEEbD85Qto9AXd4qtXGB6YPD1BGG2EW0vj571SJc
Jp0ihpOhRs9uL2oLyT23+NT34mdmqKNfzbp8Q88lO43F7NEHK15yK+v3s6GGfo0MeTCoUYm6cjxe
3CFqDqLLJtHFj/Rqx+hrSuviFe3D8ZcmizDbicnLzs2iVBQIjFjsDw6yA8knJwRk9CTsGUVhL417
74tV97xMgHSyG5Ze5OehJCz5eZXrAnalU/2qxyGO/VoVEb+yQ13uMBU2xXiWVs8z4eNejWA61JxS
YtdtarP3lESKU75VwAP/cs0hTR7csV/UI1oUnOv40mL0Nn22Vaj8DzBnzfAriLgE+/QO9f/SCtRO
a4cHy8nEvz3GXHLvxmNsHpBmG6tjqy0ybWqSxclhhptBPgqTTN0VhIp6HyqmzbadmiE5oKWGcxNM
4PGkQPD6qXc1jvNqRQrbz+hEH2j56mPQOm2XBEM7jfpOTVW3CvA1AH7ljYjv71t1YMuOosd9vM2b
uDyNXq21D1ZLwrjj1VOUnwe4nu2RdnmPYGOYU/NHjcMm60mFqZ5BrFnaMS/TQvRIOgsdkoyrRM3X
Nk9r5bMRZsO/rVkb1hfsYdQGMWvai4jhs5O8Q+xlTn+ENcFroddziLOT4TaS+iKJw2Ee0r7ca0NW
IbQ2dO533SzQmACU1WV+LcBpBB41v2zfW9L7JEqpZkFST2HhK02YVL7pIUF/FEMmui8mRPP5O07J
U/JJ4lzyo+9jEikpkyndlaJpbN+pLFG8hI0DKsBPUoc2ox3XlA/NKeVRY6FVE9V+mnWpHnQaKk+8
cps8/2GIuKStXNe90fn9QO8kUPu0e0UgysVUJIvyt2HMIxDZ0POaZwFK0cgBlGh6yzCLMpjRFFPy
MUJKL3yKmtCdLlYjsNFDpT5026fWKrrmMpsVReCmdbI5SBJ7GA5oOk/5hzDFO+4LRq7qvzw9cHWP
qdeEHKAoK/f0tqdsZ9RqX7+MxlS3r43XUh1HUjRXh4v0Emn4cRiavV/wQpufnCpVRTBXFqV9W7qL
UljZdV4T+igW9dmjS2VC37ko+XDLdt5swJRoC1s5ZaibuS/VMBrxBAclyulHqU5f/W2C0PG+xGkr
AAvNtrADpVUn1desrkNocHQGGNpRVGCNbLnD36FWVPkHJWXQL5OlR/IwDFr+isi9S9oCqDRtDpzt
NH2LwLYXBzM1+96XWqulQYhkxNd4imTtWw49i486hJXSV6ds6E4I4JXZUQ+9TtlZs20kQYY9t/sC
oKhqAyQtTcdXndaU+4l1a31vruv0ycwcpMhzvcBEAD5TVv4bWnkV7XPb7OcjLp95cQ5RWPP8MDV0
+djVlj5cpkRHoaKzsCdBFjEZISqVaY0BQRx7MDRnoerPKGRTGE7CIpqfZnOItSOdJFE80l8Yk6Cb
O/pJNjzxt8V5yfChK0FbV3LV7J71ajAoXnO+l7vNa4ozgg6G8qlS9aR+4Yc0yrehh51/cbRwjPcl
G9x+cESOQxc6Xa2+Y6mXhkmdzV+tCGHBiuWNzZhoQbU/cBpzAgEwwEbmDOAWbAXl0DXWrig09MHZ
9EO3d4Z0co9iGtucuxNTtOfQ1pSSIIojl+9CSBiO0oQs6Nc8rFu/bJtZPk+aCbdNG5E19EvZEOsa
/mfVw7SIKj6WWmoVJ9ZuzB/muqD4PXiieItGEnQOlWSzZqKu37o09YpdpZbS8iFDND8kYkjfItcJ
1b3TovaE8iPCAieR0Qj1MU8i5icjmEbk80RcHOMJJo3Pw66BXV+VMMyUvLenR+TxsE7otKrSnqYK
Lwe/BXD6XZW12QTSguz6oDbjaO4GwqT6qQrFFO5we5jw98rpUvluicanPxZJPu/Hya6tl8xtp/Sx
ybp2LP2uV4yRLvKEDQicqbSLA7vtvexXanZmcxGK5zRIJ+Sh9FEPdNuDZVQGPTfYLbOfTuUkfHcs
O5Rmx3BWDo0ozPmXlrqZONhj6Hzvq8XE3FUjA0KoKrvRl60ZlkhvKY5+RAcj1n2kzUvYRtNsJ36j
j+anuZzL4mDxC19n1Aua72LWEGsIlAoeUkDoyKuDCgXra6LORUUEmufyOWojsVQe4WHt4gGo/xGU
XIZD1JBMYp/yFZYTlEWTr4yi9oJ0LAvhT307fq/BBY2HykHEJegrbe6DmJxHf4Vr0hUvPaplogZO
WyRZUFYJpzWiZeGekRcwvs2DZeZnyH3ThwL9UrCouWH0bzKJxuapnXEZ/NbaOIL5c9QpzSMIMKf0
E21UHb92rbjZA1jO8iOyT2mymwXeyj591m5+DPNmTr5NperUhyYXiGGjstXNl8Hsu+Gguk3t7gaT
fOuDZQjvi2OmZf0QCk1vXseqDu1AF1ZYP9ROUheBqEJkakDt/g9l57FcOZKl6Vcpyz1qoMVYVy2g
rgrqECQ3MAaFQwMODTz9fDezujvISMuY3AWD5AWh3M/5zy/c6Uakc17GheJuyonNRN7jtq1rodcU
WRnbAD/PQGN5GvZcbAb3Fl6R+0JssrnUqcmdB3paSgRjcIw5sqdWGS/0udTrnXAzlq2tb6QSLVZT
FixJRiMuTOlWU6Txdjp7VKwEPjWLMHXy8FSKSMY70xZtVCoFaDZjvMCtWiv1+8Uwt53Z6qK80o0B
Z86pFlN/8PpuxYtiS53En2sNpv3Ko799AjYs+ph5RG2HqgZgvSuHjfJF5rr4urg8FoRNdZAH1RS0
MModo1xPueinLl40hLz+WDRpcZsYRnYxVI7WBnYy5SwbibGWJ1doI/n1ziwTROznUSO7npGGetUk
nK3r1NdzhnFtnJmbXu1MjSIsFkSUjMdW9njalSKVyl01g2eHZt+nzAow25go9Bot9ZItmDEzWZ+E
1+de5g+lItZAmYpGBnkp8QlBwd9IInTagdXL3XItcAYp5nDREkWh1k/Ed5EPun6npLL7piUaWQmh
aq1Lv7dR3ngnK80a4rrnTLvvFBOWWzKCQBLXZidLPPZLu155lUlEYFfX3e2gN553EF6a1T4FXt9G
CY7zRoRbAnaiGQHZ3o79dvwKAdY+anli5weMFQYkl1yRYreUPPkYJM7kQJe1VT1rs1pb4ULQtrlv
xk35olKAOT6PrkUzsmluHSx2bigXyqJWWWyQNH5sjLxM4lJVjDVYqtSqwxbv4cEvy45loNxMWQXC
UpcqSlmOvSP2Ly2rfVKN9cHmuR/8TesWLH2MorpW9NWmUfAofy9mQ5NGWK7VRjZMMRMJZhfNYgdT
PzBIWvvUc46C6YPpQ0zU78haMPK92Ra14ysrq8+p3Vbb880WB0peEwrhHXdqTEKwqkk7NVVirqdh
67fZX1wDb5DEIjoEUuWW8cjg7chK1C+yOtq60zYHCo6hCXIzSVZfS4b5tdh0Z95pm5mKOMFnf/Pt
ZbC7uJBVZkQzpsbpDe9CPu0kKXh5UBQSg1TGl1vzqdbEUu6qs0uPT4oXTloBfqvTjZFpRf49wUlr
DLVeyVMir1oprxtRyMc1zU08EO0saSULAYmJJ/pwS/gAw8qYh7SueRIjiWSsEjT9BnzraOuUXRaq
NzJxnxkLH1fdTuodCI+XXHkUVKTeL6onwqJOt37xO4dkkIuFsHNqr4k1KFJXZPP7oamkbfsepotG
aOnZll5MTS9lmFeDswV2vlCo8t9VT8x3XRo7Sjjk29SMbnZET5F/bWx9YGidO5t5ZxbEiF3Y+SyX
SM8pUe6xKpBkAGVkd3uvOfPC4cLI8CgSIeGzGQwytSJKM+ow3Fo6H5JIOzJurTzaSmxJpuIZIuQm
b34HHv7P8/J/xWtz/Ufv3//7v/j6uWnXLhPp8OHLf19kz13TN2/Df51/7X9+7P0v/fuqfa3vhu71
dbh4aj/+5Ltf5PP/c/zwaXh690VUsz2uN+Nrt96+9mM5/H4Q/tLzT/7/fvMfr79/yue1ff3Xb8/N
WA/nTxNZU//2n28dXv71Gwr7HzCY8+f/55uXTxW/d3xqn37++denfuBXLeOfsJ8xffvtH/Pr7/+j
6/+EZY6RCLOCMxntt3/UTTek//rNtP5JRMnZWIUhBvzMM0mub8bzt3T1nyaTMfiEyJnB/ADB//t0
392Y/71R/6jH6rrBp6//12/G73YW/wvenIckmFvCn2BecSZ8fQSJUJlQHk1FfQ05Rj+5SkPnUSSU
wplK0bDA0HUWmKHjMH9xvfkyz/xk3XUPOHKHpWUfsrn5NKpPdikp5sfXFta8T+ae39vHgpUu3srt
khDUx37gF7MbT0/28+ogSaIsCLaFaWrbV0soVAtRWeakflLNNRzl/Mnk+fadDd7rLDoMiIiS99uq
soJ+K7PA9VIWySARWXkPprLBlNRf8KWv6IZhFLriCjUkTiHN87B1alyt4L2b4YhItHdUaj0Bm+YU
wPowQm/Wv7nN+mxC/d3TIKeXSplCxWim8luf19WF0QMk5d2wK67zaxRe+wGdJyQkYeLoU6gHbztN
hbhVys3dsYe2ft1pZchARIk2Ie4l6dL+QCyjXz17DU3mfKSzcPTDatJOGHGeymDzfHc1n8eibmP2
AtNX+3kBWlrrwGKsmCQARIe5VqhynNzyZ7ptVC8hxUhg68859d4UnJO1anznmU0jE23wHmq0fU1e
6ug7g/HWKl13JbbRDRPFMO+ZqT9VBiPUyinMyOxVLaAzyneeUb3kPf1nLxI9GjoD3gam9TtdXbTA
TKYuqKmKYqx6nwFQ3JBEEy+SWd4f+1WW4YItt9+Z1hy2xAXRLKjZRYXzXsRsqg49rQOumHr5eSi7
/Aqja/ylFnMJC2VKP2UTRZ82FPeLXRX+JllWC5QhMabvKaPEfIy3ZCrvGRJpvPVaddn0PLIQ4R7L
Cd1ZvdYMxeEDQXJZnKhKmu9n2DIYV+ehBg/gEp7RGOnpUW7UCyXGmMZ6ad1x4yBP9UIcB3PCzlna
yx4Szc1q9RAB2jKJpNmowWStzV1SOGK3FCBdhloQgs7WhtW+5ouxNkN3nvvjNmfJtTokbtynK5YR
yCkejNlyoqHGZZyQEW0IgHwxu6rG7Am7ICdap/MDPuL25ciaGq4sXd+o1Twaxdocc9DUQ18lJdcA
VEuRdJK9rEQwzqv5KSE21U8WwJNUV1s/a0duHRCM3yjAO4pwJuw/JKEOXSenN3rPKuhFrkUelqFP
w+boUUHOUqT16uwTVJRpcTzN8+RrxcaOry/plcKNjLICpMNVFMG266ZBsTV5qHuKE+NlwPuqmb1f
OnYd9EmVxiAnxr5McKXBdr3wiaGU92WqSd8DzgtGdeh3ulN2J61fusjO4dZiFzLqIWvjHDRNV8Rc
C9WvARajKV3IE7FKjp6V4yHVdeA6JVuY9yciGkRjHOgNa8rJVgtWOE4BIZOmX0y5CB0xfakXWPzZ
ZHx1Sut1Pe+w2Cg9mS4LGTScb8WgkyvUaA5hpNmbY4IbD9M8BvQ9YLnjelV3rQLTRmSR11XmZerw
Mps1tamgbwzk5uURc2DNByJyd2ujuFhHNPICxNM4dF6+hta48EJq1HH6lGgRBHU4vEmZHesGGKtz
5srvhNiilTxMf5S8wnUhJ8hSqwARz55mYun8onCao+CM/ULp1tilVtjrSTkdqnF7gEtSU2BRjKjT
loZs9AU3tRMhStQm6tqeqAEdZyyahfQXY5P38+4/do8zQRXdHYxQYvjeQ/9kZVCRGF19jR3EqfLG
0OKFUFs39JTqS2KTmNFovwotfj/W4Ji4sOCKx9EsdkD+/f6YZU0tpWl1d+1sn/S7pvqjeHlXu/y4
JX7gNPz++dAI0fKf6b5QsD+cE2B/oRIIoV2bDSwfCcw1lCxEL8PMhddm0lHuVIPG9ga9nI+J9i9m
RD+fHipDoHHIjMhX8PR+f3pSUEC37TJca0pIN+BFPxQk/6kAfjy9P/t4xk+8kSoz2t8ri/fcosFk
bSvHayA5amuAqFL+yiXt/WDyfAWRM/1wDGqmH4+hdNOmCKMYr+vsi7IVzE6O67gGJNH+3cePAyGb
gyfG5SII9MOjsPWTNo9mPl5nb7boL7pn43GYmwv5/AtG1p9cNMjn59HnmdPBMOr9CeW1rYxbkqjX
GG76Nbq8XykOfzoA5lcwR5ipks0AteLMCPuB8ZVtxL9k/ZLedPnjqL2tv6IuvadscEf4fG454AWE
AxV22fvPb1oioFTu+PWip0EpY62PoA2bT86k/+JSnS/5u3qSI+EQAJ8BkjDGnB+GgSusGpZMx7ju
ivxRyfJ7aZi0HMOvKD4/PWM2umJOCck7JBR0Ge/PCD0uZyRL67rudjRr4XxAp41X0f5vvi7QMjB9
heQC44VDfngbE61OyGSS3vXE4Gz1ntX0F1T/P7lePx7gYzb0WnkNPEoO0BsXeX+Zmzd59fTX5/An
Nx8WLqs0DEfypz+G9s3M1xXgXvd6hJKVTifz3LmbN6r51qbPf32oDxS+3x80DkKbg08bi9hHF9sp
JbqkX1fvGi+XKqLARMMGj7Q/Spi3jCVb+wt8a9hgg53uHHtdY6vWx3tCMZlQ2PX2tGl5e/jrP+pP
Xi5MtM5GEs7ZUf+jdQX3sFSbTPOupXGc69j7e2ZEf5wzolZMeyF+nU1g3j+Ko9utS8L2y4awN53r
bvxOUfB3T4HlDZ0+TtbcRBaJ94fQsSyp+lwq16TT1VtIg/C3Px/CGCHp+CmdLXk+rD8uE4tCT+zi
Brf8VRyl8wv13c+3gPb3h8//sCO0w4jTdMfnl2XAYO7vMX3Od+DMR4F0RzMLXfnjHRCLmVmVqxc3
MAm37VLxLrNfpn6f6SbvFzZEUSgVoScjz6AAeX8LNnNoeaSH8kbNnH2qp6DGS5Q6ajRm1nG2m5oC
WBzdfvU9ZfhWA9TWrvJ5TPJfLBg/v82QOjlVItLOVdBH3WZ7Vt+yqTY3kGCrIfbSWE13RhvMv9ID
/rwyYayFQQQkUs/F1OjDCecs8dsopvzG9YZ4Uvo7L1sfutn9/teP3s8LuYbWEAIcHROePB9Ji443
ZlllpNmNPtwa21chBl8bn1P5qxjvn08HXyv2I15QiisiL97fPzvFcipbm/LGW05WsV+a0P3VFftD
rv/jQ8L+evYngSTMm0S//fEg9krEV5HnV0ndrb6hFTJmJvDdEJ37BWNQ1adxsu8718lxOGrNQ2Ha
bTgaSvpYEwb33XHO3bOFClZdELUNdp5fD6uxxpXafxWzZV2yzm/BhsQ5KvLM+SIS8VKMjjVi0WAl
zxtskzONsI/dUo73RuZ8hjalB4wjmWAgLfpcaUu+RAIY/qprdP0tm4Fa97beVacaX+svytTJoB1t
L3bnxP2UVe1yi60i3o6tMtykrvI1dQrvZtGVKvKYr+/KlbGqL+oivZyF3e3UJbdgC/SmETlV27rB
lLmob3rU/kzYFd81xhZLB10If7JNY2dMhX0oRgUlpTCNuO2T8VSRi3bINavzhZy2o2nP4mA2JSgy
nLed0jLPKClAox5kLYZKocOA1pNrrYX5QgBzddDN1b4SQw+0amTCYzKsuvd4qCZXtrHBjLVma/o+
u3N5VLfY7ca3xOuezDQDWFH2W26E8BOr2zS3u1OvTjepMpi7epHjIbcbXvqGnOghzdRQ9nINptYc
AuBf6yqZ2g7TKsd9AOlVXhpnXlCK5tMdwLxy2jy50aEOziOug2NASE91ZRElvSvsNY/zYezXoCmt
8rEbNSb7ttpdFlb2sllWEoN5qQH6xCwG1u4j3Utx3c0sCBlOMh/RacyhRe+7n1Ov3RP05kS6PoPE
NTBSNKDxg17mNp8yT0G36N/Hxq1PBvLScLPwFPH6mfFjHY5O8EXNtKDAFv1WHZzqC2lq7m2hN/kF
liOCsGRTO9WO0K6mpHR3WdJV15M2dlGrifabrMZxt7qlgz3U1uycMrEuNEMw2tuYTm5nbfOq9y0A
wLknqB1edFxHjqVVG08A6sqbNqzltZdXG2p03Tx0VTFGE1PnXTaqXOy5UvzcBVof0YlEzLkGDHK0
KdStfjwwUydS3Ri7HVwI+CQkvDPOwGpAUn7AHsz1HQzsKsCH6e+FVtLZMtZiUcF66WzMjOrp/cqi
zMbgbYla3VbqQYlq9Rcl6IeFi4+HTgqNFfsKZOT672GWP/QGXTKYzeq6xV1WvHW5jvnL3h6+/vUi
/KfHIJUH3u5ZsP5RRIfiHwoT4fB3SvEwjZU/JW9K/gt5x4cagPNALIBUgLwEaMHoW95fJstaTHAb
S7mdZs/Pbuq/GeJ7vg8sveAQJrJlyNQfGbhEvGPNmGjWbbwWX9XUODCV+8Xm+/M5sHHg4sUcGznq
T6VknVizscICvjWow5jGVX+ve+IOILniNqC3YrOCIvP+GqVNRv26DN2NQ41kT9HkqYE2RX99sz/s
uBzEwE4LYQQMCYqlj8Wkrc7IUFqnu6Hi9KuqouKLGigpGVETf/tIOl4gZ0r0WQ1of2jSGAImmarP
7Y1qzRHjUzmpu8r4WiGc+usD/XRfeC3wsYIIDWxyjvN+f91YXqfSrDKap+3S1YPcDf/68z+CQlwz
WieSiUg1oe6Bcv3+AHVb632xFcYN5mNGkOnasbNYwKyBza4Zqyt7xIu7nU5977z023K5efPXwkx/
UUbTs5yfgB8qjPMfwnQTnjI8fhCij84FjrrYMO6M5kaFuAVfwHMvyxzK1CJ5q3oUc4dZzvplka7Z
KceO3W8M8mA1B06UJbs8xHsh93OT39BTDxGF1EiJqXodFl+plNnexC2T2S/yJXfBEJRno3bfMq22
983sPKRzIsOs3V4LRXFuckvYYb5KaYVj6nDijM4Hf550b19XQExgkEUklCqJG5zNfFmQmLkCBMNH
wnJRWPPgd3gIBKn+xbLaoG8QQU1m0e40vXh2hy4NWgzziFvLHhs9f5m1sYjyRRIElZ0jgntYdNk2
2684r3OeEJBC5NPOrirYSVnp9JBE3PRmW1ac/ar9jNtH4KZgtKGprkzFe90NmrQ+k2h0925u2Xgv
ZbYRiewcXDde9S5oLUcxoO2lGWhwByatr0vlOxl8tUxfzUgvmJR7mgQTsiYlZtGA8G82WlzoS7K3
rbyFPFY+G5UwI7VlEOFs7JFGWzS7WkKYEwoaMMZ9ktEKeN+kspH3+DmSNWIZKN2KOSAyNo8Ue7Bu
e2PqT2qrLVE9Dv0n0Pf2UDCN8ZGEmXtNS5oHZxD9zppHGTl67zHstlTfTQ3nWGujF25lqUQdvUuI
MYwTJt302JtYzdSwYN4SHKcPemfNX5C86K4Pu2I8ba5Qg9Xs2nCDTCxggSbanjS0IsqmEUaPFBpQ
wkpJNSqLtROyyUk6xlanGWwzLKqaEIp5wRConFP9ky6qN6nB0TO2xj1MI5rgcu3suNvwdRjrOSPh
iw2OXGp+K3OXxwz5sC9yWUaqm9jRWmfGOQDHCnlcuouscN1jNXfQZz1oh2kK+cZNbe2UCvmdh8WJ
S301HgQkSHJvYJxOo3AOEpdBX1BpRHm3vujzaQZVn+r1s3TI2u5SzCDbNJ0uyc9Idlae5MwaN2uP
vPCl8RwlqB2X+0FybGhnWgXkhHWV3+pjvQOVziMX5SEs6qGN5ja50rJPU3HMJBJfCI3qWDmQMTQd
HkEm9gj1zD05mKaPbi8j3a800gOBiUUAdvrWzcqjXK06GDsn2aEi1C97s6qjtqd+NrPVuS9JdLJ9
WAs1fwq7UbF02474RXiVjCzPvNQxJLJAua7nxj3Bfx/iwcoXv9a1ZTdi03SaUyY4dkv7MKRSXPSO
+ap4FNGjO1iBJvMBDq1h+ZAyHxdobwEM0zqobXeOSyWBZDNoy0HLqiWYU4hF8EUw8E+05Bb3xOzQ
tw1TqEU2V96aJ7DTiNmBVU+aQs1YQ6FqY6gLHYFqU0Tn3D6/p9C6zAbSFbK6kTs3tZ7tRS4+BNEi
wPfgewkRmjGGaQZuQU4AQ7Hupm7a7oSj8I1YVHEx58tAwLErA3ihnT+L9Boi0hLS/dVfkao4vsGX
MZgkfB3IPPGUo6PcrGaL2klZwh53WD9TZj3GcTIPrLZuQzlCNkf0qsWZTmUNNs8QoNSycK7WyS9w
i/hk82WQ5xsyA21oIBJ17bNQoHpjk0k0H8apzt4baRYGy3lNbbv2RX+egrkubNFBlDgBuTV2JsUS
baVN4e66DO8m0YTpoNqB5Q79yU4yeFydOgWzkOOdUEojHtCj+rjVNcfU3brdVEOntEkoYUC4rSFz
N+w4Mcq+1rZshhvWPuRjZgTFKqpw7DMzyPqu8RUjncPVcIYgWbWU9ygVfu4xc2aQ5UUNTv7hNrgy
rpRC0pvX5vcqWdRAluoQZNJ57IjCCMyseJnr/rWt0Em0df4yWco3ox3HAOHyc52wCYwGJzqxb/rc
n2cL5orv6EkbaOOYBI6R5+EGFgCo0aZ3mGMgnnCmDB6r8rmD8+kr0i6Jok/R/lbqxhzyPHYdKt6b
CjOO1a2Nnb21RDZJpsepSJNTkyBvqCfEC34HLPmFH+RNLLNF4wXqmkCyYnzJnH4ILEuWX52q+mJL
x/o2jkp1IlBLHtetEScBRCx9U1vdeMQYP3QmCA4CHcuzKVwvrGq1DLPGmAMwQBBGTyEgrE/qEOqb
fcSP8tV0OzotKHifescr98vcKz4FrBokFjNuRbW6SMBmDzK7zeFKmmY05dXE8BwGRSIS+zYftXnn
GFBW83UdLtvWzI9dxdpLAp2OS2FdwIpNZx8+6huLUBtOjJVZ7qBXTPaAErRw87idvHVXIf+LU0SC
PNrzeDBFadOtOe3RMOGhzX2+HXUYmOHW9zoNh6I92kYiiJgc53yXKZDJZtXLv5r41A2+DvvoWWkh
HPnwNybqho5rqc7iJl96yM36ZIeTl7eR17hPXg65TbbaHEGuNS+TsiFeK2No7OsSVLOFa/cJFP7e
6a0HqOpfV8xscGMos1u0BUW02jTd1gQhwkYu4tsdb305KuLaymTh51UOLNJjVWktBfKSOcH4o4Y3
srECovvaJ6gjtnAVVnesWzRkKJmskPpFXOnctKBbwdGcooZz0QkrHrAu3dWkBgRAx6XvTFPil62o
AscZ9T3y/NIvGecfF8dcYr0zIBx7srqcgHOO6NKtUE/M10ouWdQbMj+qwzBEsOrdezI6GBoTGbQv
rbQNnEoasQurPaTo1O970xvghjIggiC6WZ+31d0qnwGX/NwIbbqtFrfikVfrC80sNH9Wyrd2Y31M
8zPKrtpd0AxKdrU1BHNU1lTsbbPfrlrqU75tYLgOktIGeYN8YK2rLVjkKkI2vOQOyxMTgKgnrVwl
ta9UUDHYIDVfa6mX+7GSbsCfqsXoYZzdUJuSQylDd+UUk3fV1OfHeJXes9s5je92ihaOme1dQ9xx
I1OdQZQWNBCipHaCEJAivW6/6rUyPNlyEHdpUzDwspKtsvxFxR/knGCkmjE8zhtNyuRzMhJlko5y
2RW1lqDCqtfIFpUM8GJlUU5cSAWWUo27bVjFZ0j5xS0ohxPMBviTST5wkFaJc2jFlETbqLafzaTR
/YKWJRrwYWNRRsBUQpyJ7XwC1nDVPMzhOgazl76oODHd2TW4BZZboGvARmQAbfLVEOqwW71yvuHx
5oHQ7FfVbOujrClz+67GXZItWPglRNfvDGAsWN045qhKgn9YvsF8WrfuSh0mxWa55YSxFmuqU55p
w2fprU92r/ZUQOPLuuDpvi4GnimdroaFqr0s1vnOLVZ3gyQ6P2BgBtei3cSpQoK6Xxa471vDdqu4
LO2tTLVLlGKZr9QsqCSXbDGSMdAuZM2xuWrLXbKsLfYKvJFpWX6ZpcYaTlEW1lKzI9jPWRU/t2r6
WVVht+eEkgdg1OtulhBSZmlKX13mcVcKL9svOXGtEGm1WHYg5Kaxlac1S8rIMXlA8Y/QIdtT+55W
S6OXyMvhmOGqdGvJKt/LxTYCVDvzhaX0wxMXe90hg5GpPxNyC69ZO5vHyJ7TXsoTVJ48Kuwi+dzU
67abE/6GGplioAo3PXSUHhp4Y9qdSKwZvw2Nq0eVlxWh19buhdLh8mZtlExGaw/XHZuoEqpyFo9Q
T80iLrp1vmkroFuK1Ek+QFj5tCzWIw1tuxG3hbGffbTkkBlh0lr57/UbWbxLWZ4fRNRbEAUM2Ca1
NUUS1YFvqROWFNmQYBOs83oiYuhVq7nAdMQIwEIdv2ry7mANQgQ6A/QANhF1x0acWVGDdnpu2+yx
R7F9S1Meyn4oiPfJvHiTlfFUSI2Wxq1QEaadudW+0bdqRXtDZQ1Ul3VBOZAKl7XDGk1VngKWwpAJ
1qRz7tLMGyHpmHfT7A6+SL0c3pDlXtuZY4UJehxfdrI6K0ekMzxgHziuPt4c7rGl6jsYEyYXspDb
IS/NJVAop8OSo4fZNL8Yi2oFa9pvUIILUipNtfJ1gkEDUVHvqHbhMUxvjUPeOt9mMcyx0rAhUNO7
sc1S5tdp8lAmQx2YhakH5arnYTGfF0GltfzMbNIQrzML0tuaXkCoTdVAd5LqsiLgJA+9BJFF2LkK
f6nG0LvyWMsJs8nXi1EpIB2hftkuXK29LmT5MAoD/NROkU2MRsq2XHrdbq5keodooAtTJ20jrCWr
uFGho9WCDbZkjYXU1KRfKQG8IoD3+2KnYnl21GS6XpU13/MByy5RhvSSnEowHbFZGlHNzpSwGmjN
PWR8kj1r1zg4+eLs9S01zhLS7lxuTAc9G/GaTjre8Bp6Moh5x+JIgRN2/Qrq6ibelZv0KrV+/yAc
51UpXc9HC9IeF9iC3zzdVXbdqjRPHmkpfiZqrPtMhkXpMHCcKh0unDpRDvCjshg/hS2wFKnsu8ly
4gWuHjREUYcYZ3SfbOIwA4wnDIiK7E8tXb7uE6U5Bnm7KjtznuGG2bWZXaPYIaVks/RIS6QaWCLf
iEuRWQzbj7fXgPZsulRxiDNfPbEpQBIWAsVamH5tmiLMTGvxcxwiw7QavFBaihk23rhd69aqH7YM
nnrOBnUBw8Smv/Das51UtzOtVnzqeqveGRVJwluWjVdFZY0wGvXxEXqZe7Jx3rzEsFHl1bL6GE/i
6T5ljTkluleEeAlCXiWsTL+moFUikJJyLxE53IFcvyI17Q4p4iE/6UuIR+ndWMZwTfOAtodboRfa
A4XrxOJCwdNiWhcg4ao/dUPrRDDCs1DHSNLXhpZ2r9OUIszStAjV1fXuzcYuct/KnOL7ljhPqNnm
L0Kvm8NgKYLXhAiO7CByvWwvLam1LZ3RYL+lhbUcim5h/cG2LCpVRDRtmyiVr6mDFVVr31z2g/5C
np5ybKhUfGQLekBhRweWJllUJBPv/daSLFos9mNtO8PewIn7ZmOw7095h6yrwVFmrHMwknKovjJe
+uZk27mtXE1e6ZbSTimVnTNCJC2qRT+LVuadMatDqBVNw7DBs3jvTM6uG/pw3rYbYIvppAqpwZtz
7CtjMkGDnbGOczmrUVZBms/MROxdiVIjJTz0jpNCj+fwWGbuJwWbkceiYK1eTB1NGdUT06SSqLFh
GqO5qMxvI8HAqCRL45Flf/hkNC1VlMR4+G1DcxsOrKEnfAQYUww9VsRq8k3vS5QgqQLdU3fnEBqo
RQhdp++RKWIaY6nfke5NUVJMdTi5Busm+B4WrU4SzV37fZm67gtYkxtrsPZigohg/KHDxPd4NW9r
J/2CGw4kZ0VFTGy4TdiItUKKmRnIT8bXGTJk0KLq2adjhyqj5O6p6agfGhiotxaxTafOapyTSGR6
6WBjFleFW0Rbn78xr0aaPmjnbl95QNvQXBXOQok64M9An/yiDPikD2P9yq7y6lkJEyNSZQMs22g3
lQXu42x5oW3VIhBZRrqRSJpLac8NjueKPOBSgJLQA+dm7pzGLTrLSKjeE0Y06HXGeqEptPqnbQKP
BCKlpurxLjKb6pJycPq21CvBoF2S+jSLjT+iKdshYCnAY2y6AdggpG/JXMQ1MvFQXy183tM5C0oV
T6u2RdKMgKLxjsLR32QLIXJpty1ocZ/wmVu/tbj+BxkndGSttS7mGd9wc5gN9gdhdMwtEeTx7cFP
WyjJvjGLMnYnweytT5C8V7Ccjbz6DuTLDKztXtIFvyC/HTXjaNc8/Sh3nqezjihVW3A5S5zLbALy
XouE0VvTW9oVZFIZeVSHvm5ORjgO3h3jX/eTg8bsaKhpcST7A3ZS5o7XTlm4AWQjM3ASxNtMfZWv
5dqrN5OhwfzqcdTxCte537wRVIpu1OfitnC2GydWWVAhl/Skd5PWEw3wbCPT3uDC6pRpihj1BmVl
Xz38P47OZLlNJQrDT0QVzdDAlkEgybItz86GimObeZ55+vvpblNJSrag+5x/HEcZn4dm6aMUxW0U
iyF9nAr81DXa23Dla8EXv2hnfearSWTCIa52ZtAsTuNWcb6HTY5ARiOGJuhX0bq6XgBHOBSm0Rfx
rvdkBWBg/KukkwUC267yOC4G8QxpVboG4xrSsgHTYqss0bhjLWcS4+solxGMypDHBYeU3WYvHaZE
l6afKSiNkU1MTfMjIQHdvSOH4qSB1Z731AaIkAQx/s6l1X6SUP1BanN6FniBQkrUhLdm+XcyrAsf
HwSYTAie6niczMOaDXGgJnL1adwAnuraGRCmUB8KYCGfY7UA2HbUoMINBOG76Idu7YxAITzsRKVY
/azFufWx7vaXVa88LyrnTdxmIzbKrHRXpbaPhtk1nCVd/TIo9uAjCSjZ2J3RE4WSfc6aNd6hii89
M1PmIJ3WzlN2BOC0OjsBZX7t656Na++DRiiZL8c4fubLEKx7ZeugRicRAZveGvSyVzwxSPNz203i
EzkwpIcnvGBTVZdXrjrjhuZqRwq31AeyLh2fEWiOKLJO7rONKzKrMD/lxtgRMMbQbwK+f+dUSWuk
qQxM1mmyjFE9ldUvcOv8ots9J/I2rSQ4kL/yxPhNhZFZyLfVMOenHCkBOuPY9ju8EgeFM5Evnif7
oV+V0k+stQGzGHvPjjd81dyY5mWSIHC7Zu6keIgPkrmyo7p2P1pXLJGaKKTprss4e4RymeYBpkIJ
1KWtD7rQ04vWN5iihbVfHKfK3b7TjHe5GR+ryi416e0fs0iHB/47Fv6Bb5PYjPUjVnBPaHE8fesV
rfAguBsLCJb48WQ7uRPUkIjuqI79h1ZpHYrtavBnE4F9/cFfBQZ51hqDq2GszV+bQ5++reVTI3P7
1LHC1tTPgPspnxlNEd6arFUIXjB6az+zRnZKEygK+mSXufczt6bxjI8SgHy08udZND20AJGYVl9b
Bwrl0mhphcagPm7Hql6q0yB94u8osk+pmptk42ra5JxbR7Sf5t5iarchLg6bkb1OTspuoi+fadsu
nkZgNbuT3hjPNhCBS+p9mSGpl+MS5uQWkpFc6bGr5vETGR7LJUVAnwdg0N3wusZVPx7iylhfcZGK
oB3j1m/TfvfULtXVU3974Fejq9/jXh18XtvcN+QQH5MNoBg1whvsgerVdmJGBdE3YawpSsRiEx8h
xgRZDgn2oWZcPBRFSA2SoQzpTQG1c+bmjvfe9Du7/arU+qtoKuHNdrKSGoAKQz/PbJF9UMbTY2lP
mB5sLfGMdsjZlsjHJZ8gBdItvibku8HcEo0IqgyBok5W/N6pW8MQvTpd1ORJ4OR/wMyaGPv+ZOmX
dptvRgfqe7OwnybrflfkRgODkYWtLvEYbcACNcYHJjAxuaVU5PdeoNevYfxPitH8i8vkhkS+9e9V
fpbIap9vP8CBU7rBTyvPOPPsnGuvPxhrddy5Rdx8N5+7zthhXLfSF3onQkzgsKMQSMixaU2o6jbm
VOSYIJFlPFnUiO/JrLhbXrwiVL2hbL045CUsNK7qr00T560oXnZe+FDNOO1y6IsjBtJL41QXY9lE
tNfMvIOa/Yypc+sMPlvzY1UWrmkdEwBOrZI3d1IZf+xMYxetgtvxrE1Jf1tjmV5yaQ9/RC8V39nG
G/Gdi5373c6NABfjfKXncj/ZWvbH1lEpterkN+Riu6OYgb4sJT6nWLb5guuM/JCWE6ZxCs4MrSgf
plZdzkh7lgA4eHGbTIl9UwGErjOwiKmmwDsXY49HiqV0VHSoEX2HP5otiMVUW1xkJEtQCtB8QKIS
VoNTmPRmLBsLipm51WZfaafsgItywxla4TXeqJSpdOAZWyTcaoY1vQwrHAqZBta5zLdPznMttKA5
PI499QFlYe7HYh28hhJiiW1kmAA85hmUfecBc/dF+Rrn9N/Qc/W4ZTUPP5XFjqTTERk0A6NaLCQd
0ktCiqmZBQa5xHUAs/HRcfx4cComH1LLebZVBpGq1Q+aYrAIZu2qfgtlGM7tiPsNYRWsKXCN2884
TsCaFqbRFiUgUpinPEtrO5zpYnqytKpmIMZv79GO9UfncPLLvCVAs9L+YvGDdtVktxG0UoIM0nRV
PWjUclygaJoLEQjQDLb51bAB4yGX22G/OdJ2E/QiHUTq17GAmSUXiIW8/FSTpIvmLndOoMxfYzoB
8BKbDykZ9zHf3hBvNJzM43PnqECzcdE/N12/A/1iYTKtJH2Z22R6qKv+b2XvWhDXCjklpV5Lwoba
BEDRqIhOWGyruihTX7XnSiuqiwpPZLmbGNfHbpvzQzEbLbkLu80lntZESK3xtQWp9xbiniF8p/F1
IYTN13NlDTKH6B49095ExuAPCtAHk2nmJxLNi5NUb4N1z+8fupQt+ZaJ0iV4oXtnHA/9bPURdEzl
6V2dHpguyqPSOBpnXK26DuC5H+fmB5rjt9RZbF7fIQ32LNYiZWjNyFk1JrV4XO0DROT2NOvrcsCq
KI9rSobFMhAu0qw9kTaDvfsOfyWoNaJwCz1xwj6TBN8Ycr0ou2OfrSS7JRg4f8gpz921EKD9qobF
cejzg4pR0GPD5XQER7qmgoA9X41l7xC+VCSXvjIlzIul8fjK+VAO8SPHhhFWSyxOksycaB6NLLJS
ndiJbYezzx1WAVkmQbFWKvAYMMKygVUZjQ5tb6ItKLif4PmEPJhp94n3jiwIyQuyAtYexgToe851
I3CYSNy5aKsTiV3kLmtJ4a2iG859R+LOpk1w5Wam/S3k/38PhdzSV2MQE6YU2RSFXAXjWJjk07VA
nhrmsmuug1GKy5jf8lAMffb7bW7PRa18Kb1IT1KaNIzQb+E3BB48YGju/6RZ1gZJzaVvMHxiwKw0
bhSO/q3W6TyI1flZn+FfrMUZzqmi9KEdj0NgEt7ByCTU4lGYDcTvPvIjb3qJc3TfI4cOsmCejTRc
ygVGeX/fu7mPdISngTUb0xPn8wY7hKYn76Yy0kWc3bVa35430epho8/dFTDRhsTaJua6HfK1S/KH
oV9u5u86wqwPDjYqRrjXNzLaUP+aTj9cNkOQq2TxHA2btj238wTAxEzhWcwxdYUUIs2rhz6VvB/O
8p3RWPaRLDUWzU1uHEYFh0K7JN/VvMlDYWcxC/NSwGGr/IN50Xwi5o0rO0TydzT1OuzscT/oYwGH
m2CRKnJrvs/SUhAS05GeRZh+UAAHkw/BwcAhyTIrshlzbvW2TS1JuBs38T4UWwic2vuM9R2OkXa5
1KIqIg6Q6TYZKl4zwwjKSdkiobQ1CgbJSLw1lpcv4KcyN1/LdnJCKJ2eIDIqlWHtVHCoWQtTOdpc
9s5xoLICueWy3rdr0jwAAGperTvNdS2dX6UU/3rWEOjof+TlDUdpK+X7ohvFlRqMxVP7ZAp07t0H
uliMoJhhcjUzqU+5U5inUamyMK+K19ywSnZPoZ4HkySvCrEpef2F4VowNNBLqhbIxdpJYuu2o2bG
yTtZLd/12H1WQ5J6gkvfqyg+PcCYqgeL7JDIUHrT3WKzR9ViqQ9JrJehYxEDQliUhh6XL1WNY/1i
JpR0FNsGHy7XV+IDhlC5WbCJ3hD3i4yrmxdDeWuy4dhm8/3GF3EA+b+3cHIe9tn8M2tj6psbl6st
eMRFU6bEOnZ5yGom7p14Ha5CANEZ644ylozpQ0zUyjczGhlKrdXADxVobBW7P24DKXX6Zv7pmeei
chWoRxwy3pRp1d2adfiQEl/Gq6D/oULWgPVDbpw6t3WsUz+IZcro14unE3sMgU5w3xkXrbJckxZA
INOxIAuj5nFpc/06lUpxEa2deUS4JayLaRcIEokPedOLB+1GFTg1C6GxcgiasgQomY3qKhNpH9R4
ee+Y0v2iJGMaqGsEcB3MiKRU2HapGL8xOrDbi8C/Z8vwYie/FV4o39QYWP68tp/OOpEJu0zTpeAM
j3KFHyfRAX3awXhDN5B6ySL2aJ9nkr326mov+/gu+Wi+k0OBUXUSnxUzTv1iTD9R7Gz4rM0Xbc4I
8iLE5sVuLIufQuGzF+BJuVqMx5bMiMMgd8RR81sTQx7mi1J5op8IkKG/2gfwij27nxFnp2I80iQw
PtKnOoZDkdUvzpzqfptNmicSMwW5ZKL34m6Rf3AkDtFsb/pHIrbxVWntxOO4Ja4JmsT2FmzSzLPo
pQbWKQL0wAe3jiko62V8g3Gma6/XO/mD899xBn8i3AqXay+Kiy674S/+4/qucUB4Y8uKXzYgMVd2
y0tSEUK4sCZAZkJ7sXD26r9isNlyMB987WOMcVjYe7SmuXXQUx1EEaqxUQyvQUyvdXXIjP4zNst7
qiQvsayciOZ6EqFKIMDejm2EaHJ56zF6wlZb9aEbYAzTW0wIOfD6g5kv/Zc6dvObUIcZE61JfFW8
TQHLCcblkft2sBX1ngUxCUnJsbyJRJUoLarFd6xJBImD2GCNb9roRGovYtJ/VNPJD80yWuGqYbEU
oouvuK1HdyAsHndX7bijtCHSN4TrscbIk25F7xEp3kVCbyHvlTl/0GO02jv5fu5Q9TlBd/1efyB7
0g7ZbL3ag9SedKPVIrYt1Diy6Djh240xaFTugOm3w7ZUuV+m8XNGNOJ5NcfidTWRUdQotO+EPKGC
6m924vw9JvCKDCULf37DxkOej4VRWFOf9OKPRrBDYl/j8YHBwMND7qkAzlmhXQpY/uWNRDiBfAjC
8NLV/2aR38c7NtnxMSvvkLGq2hloxiVKwS2SbwVP9S2qnWRuF1WGK+3LtL0iZzyYEuuUfElnDraF
t9J8bsXZNO+s+iFJT3YWafo5gzZSq9537Mjs+EHv6o2hXzIw435ODbfKPowcy5nCrzfay0hW35j4
WbXcjMzCZLgDfBQ76496HoE76ynIem6ViwJ6tfytrWujvursUfVDmoWDxQRrHjcig+Lyp1qiEuBp
UDxtgJRq7jaQpOwo1scRYGmCUixnXOpIvArutn78nfaGIeFnUFCtf/XT3Vp9Ty0htvH9nvwT2CmA
NuCxi8c67Q9J85IQyNDdiTY/mjDT0rhiOTxw7d0RN4SapglafvMx13BDGZQ6HXLyhwxNoRgOMSPL
lLq8bcBRQ0J+DoICtiG9R6DsleUSCVL1NgDvNuqR2JhGpJbXun2p67AdHmwiBkfQ/a3zZoLlWv0O
Ys+zR9tv5u/b1ybTXzZL4jUmTrFLowem/dD07yonZtIWp4KYM3HezRE/y7to2Jw5Gib1X47VY0GL
KgYWScebl+c4UY+kwMLVfXMEuZU4WZMa4MY4TMKii0Sg6ElA0Ai8OcrMwS9goOJfXEx7KdIiHhlu
Ep9PXaSHTjwqt3aEz6R5LMVxTL8F/5aaYHz7/AYvinYy7YtT3SivT4CVxbo6Xc4LeKqsf4Z42dY3
ixMBbmMwLjGpenBXWnddlM6t6P8S30RwEtBI8KJyyXaS/LNLE99TdNXrX1w69nYkmWc7jbh8yEhp
ALsMVF5Vo/SwtLNBApBZH8Fy/2rE4tEawxv1fwbXZaleCMkNMuausSeCQjcebVPxKn1wi/Jujzlu
Mp+u1Vjrzum8u6KMSvIVlikL0zaLblmqvM1wcMh5GZR8a73oyPUNDjvnde44cx1YNAw5HMvG/Brf
EpxapFoMgnkRklHAHsX/yiBJGYuv28+0FdjVRY70J7DOm8NHrrw36amHzbX1SzEnoVNs3jA+mOur
6jx1cUgsHif+L2hkqPRv6v6kOa9JH+7l71I8EirrNp24dYZFhHKiOws3YD/NFF66fWbda5ac1VmN
Ymo35aJ61Jp4XdMFiAl46k0SF9gHGCMQ2BgI3Rwybvv6eRBvg85kqUSMtcdGG4IWn6KV/RiTAzlP
MiGfCVTBbedbh+HXit2kysnaTdwpQ/YBgLPFBKmUbNjKI/ohX1veVrPyHedb47zYjEdLfiPzo9xk
Yx/PCKqqgl0LJ4PfGwftBu9+vOkdYSKr9OJs5D3oHIVqemJx8imPCrJBeSNZECyqJlXtWpiPa1pE
hf5HM0AC6+lgArUm7Z9mTlBivSz9w+0SXEEMUV75pQLv3xKi2wDsMIxWAhXKC0klKtvinr3V28Wo
+atk/a3xu+mwtKbxKSbvm6C4Mfu2lHMy6oGSnztcTLZZueP8KOSC3A7eG3qIaZUTv/OXZj/3u+Zt
kppwWsL0t7r5JAjT11Z2Hej/RoZjTiTfzhf2gqnepXUE340xNkTg/RlJWxxoaiw2EoyV+Gugm6NI
oRRIpdqOSvU+Lf9MNdqqUDAvFc6pdv425mPGEZPlTKmkyYzyRNCnX5thXc7usideIU7TcuVGzYoQ
OLFcFG+1/u2ctkv3ry9eLJp40LKY7WcyfaIaC8ye7t8bUybu9xwJe7QoF3uNpPYz2rwPj1P8PFYf
SvMJRuW3Bnuu9Rf/YsKbMuKgqkItfxvmf1bdhhtiWqQFDAfPBoaUDiUh+MPJLHIOa9qAKoqsHq2h
JRrxCBvjLunz0L5v9rlaEw/gAYUN2rudgJ8MveL81ZqPGBpDR4lM+VSuv1AdzfCNkjYacFiIvHJV
7bvaTknlkGZ6l3dcmxzfI5lpFoJEPQ/36mUCPsn2B2k+cq8dGKW9bv6KfzuQkl8DQbYEyFPCOnnL
56u6fVQoQcR4VhivEssZo5uEGDEGPRu3Ps9DjkYp2Od6PBGraoV8+6NnELkZ1LpMz51ePi4EJfPF
pwcmF08u1xnfWjqBCFb3wgFvzK86NarLBAX2z1p/BkQmedK45hqH1Z4caTIJeBi8Lf9RYBnsfPZH
VNRLavhoRTdTCYES/SR9Rz0WyHi/zzly91U+xCMEQWEGGNQODoKmUk6fm9DBQ46V/QE7wBZdHirz
PY1/5P3oEC1SRcNf+9iND7LlD86sye5chSP82z6TkJQe5YyWEDM5fYE36c68veqcqkXFmXE7IIzv
igsqXqUfp49Wdd1R4dnNk9085lQR8y5wiDkKgWqCzpnSl0VocrbYhN06+2diPg/TXe78ZB0X/ilZ
7waeGTlebm8a/DMv0dFh1tbus/Yp1qDfif1pSAnJxE9DcC/zHXjJMnw5AGFQJhBgvdcnCjff37y4
tCgNhomOUAxu7wpeT+1hE8eeqLZGjYyVehWuDd0+CQX2YSCJ917CiCz7FRkqCvT7rX/ayFQXPDGf
ZfZHSU34WKTzO9GCymXqfLj+gCQ4T50/F+u8N48SkyI0IM3zS/bWJ3/Bf5R6jZryWHUvqo7A8q9q
naXxFC+ve/evSY67eejTc4XXbQ+xq3tGde8AwzbLQ5k/Gmhqs/FPmY08BGfTfp3NkHg5LmGMKq+m
9pLkj9N8pyan7SaKGj9yeWo4ZQkKKssgU7ADaJVbyCdHu1+1awuGPpu8jx+7eHCmgB2OfJl/3Ecw
277OZSbjn1UWB72+s+c0MAkOlyphd1XosOIb+FULEWQaEV+5gSjiIDssMqigYi5nFVVTfam21U2a
42Q95Srl0NofMnbCUnMApkEf+3t2GU8SBI7a6xY17dIJurfrNaMslgGdURmkmtmfCo2DWrGQpPc1
u5rFBWzXT/uMRNZ+1W+J14CLa7f75fCPbC7ggRxk9liJn3S23E57zzkANAKfhir3QKArRvcV7jBZ
fqaNRJ+MjrRke8gHsoIg5HuAtYofXwxvI/+mXY6T84h1gpEgOezF6GEXJBM6sFrE0fJZk+UhW4an
KXEisRucMonfx58refrN8hq3F4yaxEo1bgNKtZu/81D5e4oh5m+c3rWEdNLbfEgbYMxe8TP1YXDM
x90p7jDEk5rIjZWQAUm+GgoVb7llqGGO5wqOhkl77Uqe5qY86VPyz9Dhp/Kfjlhn10Scj3iGG7H3
rek0j7AQ2A20OPF0cOaa/7JGyRJPhWflaFb753n+MNpQjg9x843UghM7PvT1tw6d3jsZBOdvYwdy
MkIRx68oYtjBu2NqTYdZfHckVMdO3bqynbypoiQRGFTFgeNqN+mu8qHk67GppyPCEhDWNaHsMbTt
SKBlU2wiEVYusvRl03YfAo881/5ulCYW191EOP/b2oTV9m+j1N+0ovu7q9It1cEz9O+u+k1NC785
vUyEqFflx9Jn7Oao2+D8YJb3OZLdY6tw8aZvGdmRmgimHvnu/rWiAolf6u3X6Rbyh/454nPC1Drx
idPI2I81jpaN/bCUf5L9Ins/39Votua7Sb4wVcuMWWVwl1xxcQCzqUdq/53X56n7a+rXjrwCyLV0
PXfNgRrZyQpneTQtcco3H78FoXs0zzEjyjoLpxmoFw2fpl7H/jwZ5x4SXKbflW56KzDyqBw1eNEW
MDcXr5Z1mRURovF0VbYoQg69HIUjS+ZNB+Blt10MzGZ6W/XRldPo6uV1tb8z1fjaO0JMKeAmaKvR
X9CkulmDgdn44Yw34vteOQvrWOXhVNDIy2eDJDf3J8f8nUYsLOtj2ZOe975YFIMtnEYYjk4KTxGs
gWsVd7DNuvlTJ4Q66y/QJBmqNiwqcg/z8lddL2r3YiJLre9EzsNJGHai3ssWkVfUz4Pb2ed2YOkx
7+bql/woPyl0tweqyl7kBLekEmrSkcn9WiwmCRf3YxdD7jOWvQt0XlsOowbYzrrHAzDEFyvj7auf
q/lN6Z7t/mnZwrm/zrWN1J6k5P5klvyF9rEfPjVWF8M5D5l6bEBKio0JaNe9qnyLFfNhze5b5Ywj
EDbqqbTOlfzI19zbN0zpko4RCrDS5aTORPUJWHjcdzTSexXLdMpcp+a/M1LTdoqSllozdnOyiGtu
bzoyKUHySqiwjL6B+aCTHNTl9yic/C7vXPKooyl7m6lvxMMGVf0vW/46Iz8hGgNF/6i1r66fw1Tf
fF09VrAp0uI53u3pOilT1GXTAS+9L8qUkME6SJWZ/oHElwQgGAYJ2sXyZSDj29TiqhTTHf6tE0AD
KX979TZTwrtzUiObLk6xA6yv2Pf4Bb29qO/KBuyDrG9+HYJOpWwjd41wQo2aPoujnKWnwCpl9I/6
vPuTUDC+dYQF1kHVGV5B47ndI0DS1kAx1E8nwSYEDFs7kzdXdYiM4mSNWzQaPNw3FZPhzsjgsYkg
rTHQQ+//RKw99EjOa/SuxuyE+jAGmXCiFad6V1NtvvGyW9tytJvkY1qbD8NQImefA5vmk6YpDna7
Y/XvXYkZHigz0Of1BLz/SWG7J535tOj51ShWfyGPLGvTzqXi66PPZGDH6nG0lbuKJPZUVw4kCMYu
RMZPr8jDVK1PyaZC20NaLZq3m8Nx4K3JHCTylf6JzoVZYsListu9i/PDc8bmOdV1X/Tqpda7P2th
owVvFu3olM5JcOEi7aZdg6YTRQ92R3E8cykw8v1u1XUcnqUxMyIjRdac2zZXfkARkSNdHAQtloa1
nfY9idC+PZaO4mW6ExKbCUM5YQMbLnUFxVdDyU99tMbxo5bBvNIp6k77cE8D8JlaQLJ3az9WNX8B
V7bT7GxzQN/ozEf0g5c1ny51Yr5r7ejOXJpjoeHpQ4WjJWeMSP605a9iNYJV21+HfSAQkW5ptJDT
lnjOmgc0PbpdrPIi7chxFMIEHb8gtFsxxd3QVBHNgz44ImOu9Aj0COg7++wUOyqa5dKL1WtwUg7q
H4e0ftH4280PrIpI9uvTWs7vyzzRdRD7+j6lrkgKV9khrZG3wXQ2zHYDiPyEl2JrEOwaD+r0PcVm
6GhKlHGfEAQemDDMFfuihC9AvH5VTK5gyds7bvs5JUGyKnC7jVI86uocSGvG2ybdzhh8tGRemvZR
N4x+lozhpK5etrRwWcJNl+1oaVRtYvTTKawnV5uzC1FTM/04BqHkwjoNglqDbruXDRPbrC3PM+jR
aLWHRAGNU4F8ABr9EvwdTOpH3ZynzMZeYJIH7jPD/fQN37ddBaiRQJkc5h8kZjoj5H5TdROgvwVk
BSClQemxjPmxWErf6csjVcj4OPOwW+tPyOTSj/dbDDhppH0PC3NTGGpUukNLAIws60nCgUEdUygf
L8c0T0iUbEpfJ7QCgsj5q8nsTGnCcc+TMKa20SelAwkR/Yxre24SznJ7fzXQuc4jA3GnOKS9cgSQ
SMKT6IADqmp/Rk10LDZSHzDtxU7KQtLfduwjOqGJta6/x4H/bJGdadbrQ5VCy+Q4Dqo+ee94eLeN
JFMxXWsCvllUq/agiPxZH9+KmS1vyBpPSDyA/Do5Mrr2GRD3M99kYKBTQQQZrVXizwuT1dQy1mH9
RO5YIzGr/BU+KRblXQ8R1o4cyUw/PB4590c3tQ8EZbpDykshas9G84BcFc82gu+dUz7ONK/iTWg7
BgwWHEpOTnVM9SSioLqB38bMIBnUCE73+oaLyCTzCDitUah+7u1IA1qd6BfO5zUoRsvVCmKtbfoe
zfqeMfOEn5dNi6F4VLyE2jBbw7reS2xBeCpJ8PKyGjzMoCMKagCNQU5qa4n3auxOTj4TIsbOlooE
CHGIDKbefqp+zQFPXaXvH2KBaZu3y8xmuAPIthYaZ5swBXTF9pggZubElNiE6qkA2NPw82kpMjPH
RlXbga4054GFcGhKTyhQ8/twvOnMt6H3NZR4zlK+tVN+ItRT9VDHPuxpXBNzWj3RoBAWiCfYDDGp
5Ub9MWA8Y1+DYtFRwOZCvXR0h3Y2H7RELcVdAjPLSGby9qUhDqxgySF9d77FhWYdW/XjePXMHSVc
bLmTtFEUlF5RStxirZ8sCMEtwPiiJQl5GfBtjvRgYYlfcnprkDx6vYKAfY+DltKIcl8qj9phcA2q
NyUe5LZXuXbxB6W2jz7LS9bbvt55el1T+nsrM+VkoeEFaZJGprP81jGSeBvq4dRABKDa6KS5StVC
4CDEqz8MPw2DeMvnVUiY62V7XiUdSrsa0JbltkK/CED/buOXkcyD5ia9Rjzu/qLneoSWO2wpd8gy
gqDwdt8ydeZVhhP9AxResU8uEXG6R5QSIZ4oH8tYACd3VUdGVShIGxOg6uhXq1I+2wVFqA3pJ9Sd
hQPTBQG2OPx8m0AggxkunZQnR2d9W+rjyMROLRDJA+Y6ncqeY7LH1KxZobN+3Yw0c8uPRuzjgCLX
jZu58keJtYE/FaQrZCOjsJHsKN2Nf9umHpHX/+XZ44DFJWygNR6t8aNE16iX+cMCQDeuKXxwjY0r
OWd9F+LYh9wZPbkWD4bRHMWE862ZQ03mT7i8wUMhZuHsj6rUjsJwfjuiudEWYbVJ6+dGkdGNXScu
DEyGl2J1xuMEU05K/2MjRh+jPJ9yqMJJR1uocyCZ1semgMCPg3XP7PG5IBz0qnQG5EGCVdz+w1qD
UnLeiza+2ydMaMuIhjJNXpx6vYzlhEkQqb/Z3nLBt5vXaKaJYtwgNDIcgcr9lOXh1nM5GHgQkVnf
qBQlyGZk+OvSRDFQsJYTCGXPCHtIWGDaVnEmkO/LCD2qpzod4ADilswFE/V2D7capON6iHVkajFL
qubs0U2ouVnDJdWcsFOWszVtUwS59m2v+sHM8rsVlLEytKBN5LuazIcp7o37ZWmAD20yLBqHncb2
LejkWFpoDpc2sDrbT26rY7Wxy2M/VVknZD/cd2XMBi7u9Db7bXT7x7H3S29AzbTdwTAG5sL6tBC7
m9q6R8TmyUzK6KaIYeb1Nxv52Q0EAlOSADGC/mxHW3eXCoJA0wHgaS07pzZALgAldSULmiMNCzy1
iv2GAIlSjK5IGeWWySWSasKKmQToGQ6r5mD5KOsQxp4cLCjXAdt4vfbN0UgNTyM3oVtNhm4DeIVg
hF0HEx9nkplqFJUTAvO8Nqpgkob6pGy48HOMc/dNKzc6e4mGxaJ8dXhB27LqvTi1b/zQrF2F3bT2
odyrMayyFOfmXNr/8sH+UnvVuVdJ2AZtWegR+o+jM1mOFNmC6BdhRhCM25xTmZrn2mCSSsU8Q0TA
1/ehN8/a3qJbVYLghl/344tkgeV412HIg/61wfLx7thuedQzXwPtTRihfRxDMuwI6AZ11W26pvjK
c1rpG38179cOVJljnCb11Z0oQtu6s8Vtx/uYlNtdTJ/+LMUwHUkTZkTDazoEYR9XjGTx/Ypny3fJ
khreoNTBf4eQ58CksMO3tu2dDzEn4YPjzmuFhOmdo4umvbXCOD2KGsWhUHF+oxzvpo3gXrg9senF
0RR5ZVYOPK4WlyxBRxoW+gUdEpYndrDjvisCrE0DZj3jkx4eST/iGyKxRBRtuK2cXxBSeGrzet5S
rut8GXzvLAFwwCct3IA2p5FsyLjUg74yJE4jh80Teekn3GnpOe9JFKCRZB1qbJe/NBUynU/8O91l
EdIxgFngLQ65nEd6YeCCZ06iHzQd8z9+5YEimSn86U0Yv/IjtFe4U7G7zraYrvX8zL7/kCSttwvm
AI4DlawkuCUbbDAy1U8oluUw5fzi7BJGBzGkr8lYOsERNaDrKIgChCV3eenhdGeaGjg55/QxWMbm
X7GMXG9x9xQZO7N5UjAUnPmlwBux15P93Ic57hJfoLJ44rbyyvjohoqVOGSRdxg2fGWp1wbpADzl
Icra4OiJkeBjr8UH6+boZapj1h6008NzIKx56YdeHRKndS925E+v4+Cw9o2q5czNkdwOHqxHng73
geJUtafFq/trY408dotRJ/o0gFTGfsbbkccsdPpEMpRraf0FcF6eRUHCdsq4SRAb+P9Bh9HPLIlE
05FI7mz+e63+4USowbkhuclZPmdh5xw9jVuEOQ4HM/0pc4xoOyBRe0nFsSSQgVEAyzcCsqvNc6m9
A0a57IoHxtk5DkuJlsQpE1g9mrNyKiwe/jS9KqNIXkQhqp8dNa92Y69dohanckF0xd6UuUs2LifR
jn9xcLF/eJQLroudVkfBd5T15X4NeKkNhlYShwX1Av7AIFa2nkG6SJihszTcAnHUSLQcOHXjhc/8
JziQHLbdjV1Nd85kUz0F84a1s5+QokNKOA4q+81xGWFf1ghBdRERRujYeKVdxT8t7R2dTA0/jZBD
eOMSstmV1cxHdoDiQJNuSY2D/s1zKOxWf8dWjqDPlOn7DKA842GGKSZglghA3rVN8SPj5aUqDDmV
W5X5D2Ga4iBmFtskkZmx9WGjOSV9w+HttM85k5MG4sfhWYWuvvdir34sjAz5BAF74g7qxucJ7ipx
LOG9WmZCx1yq/ODF/E0XcUT2Y/DnhxHI4ZmqiBB7LqLCzjjWp4q4tE5MvB/FTDWaoRT+rF9BA6Tq
wI/en7Nh6XjhUVyZAadmB8q4jZFCkr8ySv4wkSy3wtTNR4kU5M6vSdkiccebFGBGDKyA2HhCqR9d
bl4Vx/96MMhP9hTGv+Psi4T9d5ydgzi8j/nqPWvt9hf49fl9hRdyk0rKwRw6LjdOuQiarDKQ/cdZ
MsS6IQnTsh/U2cO6iWgGSP/giD5Wl8XKiQ7MzeRP+6EvgRQQZm1PEAfzbUlt0wR0f2Ynknd2T8IW
cTU3DsZGpKptvSQp/RtVcrayjjWQrQiK1wWxvcUS3oUOJX6HNCmi3PQfVf9xIB+y03FNi7mLadhh
IlvCmJWsAtlv+QaG5mgxJvvd8gEHNd252pI8E96f2fC0jE62V+CRNovfYCYlJoJ4b6GaacNoR+sc
C+IGBK3gyB4ji3Wjk9N5mFZkHO20s7+0qJizsVeNmSCYUpXMcToBzr8lulfiHoFPlcY+MVuMPbz0
1EBgiuX1mSqCQiy2MVdnfHmmmC0ZaLTdxB8ZUhwjcWIFXwuhhl1pTwkjLOwwRjbm0iJykQfHeNi2
2Qx6aLX/UZzIvy/E9zGkfYJFwX9MCIUk27TFGTH1I0mQYq2ipaw47ndqaW9bPf7aRWbUk88Ihucg
zh96Lcvz0APK7Akiucjm6Z0ccYMQR3T0v4rvNmQv6XzXYfAXzSrat7riLsVoX2yjmDVflKgbFXxD
/cZMUHVOC8LAsXDRWsWWz3f1Tiug80h8YfogUES2FgoCNgPnzziupVpZqQVn8whgLAFedmZDMFJr
ibHGDbV66FaDo2vVcoufzNkHY1EdyoRPLrkr8sfuALa5dDArUlxc0jF/73V8KPOloyfU8ikiIVD1
ES4luJ2Qch7SX9iPkqLlrWcMUX08OFs2AcTzwzwtbmEQ9Kxg4UKk/VDct4v/L56ydZD1zA8+3r/t
Sqc2XXAf+Za5jdOYvC7Yx24LbVyNexdOCYHK1h94NhwiFFGOim+M3xydRejwnPbu/ID5vL2BwaLw
Qka0c3mDd60mWAzgSXXKwtMx3lubo6uA4vt/6LatWyfF4xjqzF4hQVxSDGLFIsoooq3Kz6NHQKYs
p12LDq/ER9G3WIpARoV7FH12I9ZMuBM4rz2aTZGxu0lsE+cjHrk3oKrEDd3E2kTOb1F6T1C+njp3
Qg1s1YPU1rXui+4tjr0cj0OHAjAp+SJxWLPyGNTfyhlslsTuqx6pdKuD6k36TXpLgdf06nHh4NJu
UGYl2fM5jh7ntnkiOfVShsSjXCKRfLk5ROlS6N7H3PhUCTLqub4FoSgDllO4jf7sJA7UH9I2LwsJ
wOrebsu3LllTYHPA/qrW1uoSYgpa6UcVD8vCJiDkQxEiRWwqNf4r6woAR16jPmEE8j12zjJoDazY
zpvUtpUWiAWbxzQ+iiye9lDlXVz8kslaj6SjFQPotuus+uhn0x8PEskRNkZ0mSkZ4SeNcCvQSURf
d4pSOHMd2gLggoY2SOc0yQbPfqaiRlADV0nBUtUV9U2YD/8sGVT7smCeKRfM1eUS/GRIbwfKFj/b
lmaWcuam05YWlZNwV9a+mg61YGG5EUKz2NdzWv20lV19gT5bDdsFMuTe7VmRBUmA9953W45rh7LH
jZyC9kk4OdxTRkX6iu0wf0G/4IrJxwv/weAnSPyp6k5rwqY4xKmFgJqHRpybnFpI9vOOR//K6PFH
SDCDv3HZ8M9928KNGAX2QNMYSoJ9lR7xztrU3yzu8iASPf2UvNrF3gqtdz3731XBahceXH1IAnRm
ESjvV0mqgLe1o++1GtQbLEcczv6AISpLV0hA3CXcB4cX9rUv9BUzD8RWQN7IGQ9dyd6eGRvctWW/
ybRjCsMp4u5nN/yla5zpQIYQ+Bb3DyYk2PMdrKVzvQz+Dwiv3N8SriCLcSzDubofZsS3LoiGDfk1
rk6SxbjHaXmbFsPj0pPmY6RzsAsUnftYgQhk3zrbLEoZodghclxQ4O4e/IjfUaowIGXDGCCgdK+z
r8NHiwTLQaWqusT+5CA/CkTXqPkXejMHU+Cm0cHSxMiJEnntAd8Jc6MKrIcJdNRfGFjmOrquukhn
6M9mAgRNGW/97buLu7Mqm1KQzJ6uvG3NtnR57CBf6ZOPIelWRX53zsIsPJc9LTq9hmQYtX6DXCZc
Fhymvu81p0ylENaQKOUqFkusJwkGVMUMBz+TMwSUk/qYC9tioeKZkz2l35HrFd9q1v6566PicTB5
TD23yt/hjNJNqK1pOxRsicog0hi964pmY8ZxFri03FZ9P9+4nv2z4FCzgLxt7KYmJZBH1lmRLj+5
iTPtPZSxLc2V+BRn6HrCsa1DqUj2k3uaTrrO/K/J7ij58TL6wyAb7Gwrfy1WW1erVHIqR5Y3dZtO
e5NZyGuRiA9Cid9lGj/8mYg9ddzzHxpcQB8bstos4ZubmE7i565JI941w1+qQ7nzlkQKK+ehelk8
ahZDH3nStXCQWX7+3bqUDblMXxuand1/wejxhjJPb1Op5ifCW87WsKPaECsTG5usFjmrUF/Y53RV
e5NF80oKstqtKbLVqa5KvgmLTvcDvn+IPgxruApt2rdacQhNJNaIcfsb494/eggpNT2M3mzfrqyI
sDGIqr4a/sgsu0/HzHxjg6gfKuNxqrg0u+5ARrS4FoameUlLMgg9oGau9aF1Fh3OXi+a/oWU7xI0
b4cvGWUl13KcylarGGWb0PsWfvurIZTBpgu4MyA+I3s6S/tqK+QNTtqRsb+ua2gQY/3pENv6a5Ne
eFiCpfr0ogFTT5AN+akfnOLFajGx2OaxCTiKpvGWos/XOi29nYayImotsG1l3uNImIZMrS5E8Qiw
kKGAQsdz+FhTBWp/EJ7BkOgOPfcGzAhRjOlSWUALTZfxEebp2E8t/EoXaOczRSTBmQL2YCsZb28T
4SW/XGLyf0XLTVpaCysGRotPQ5lqzbijuFVW8Axdt3/tGSUvnS7/ztnAjgtCEwPiYF5g89W/bkxC
KjVrEIPsBmaUtrrPUgfjkT81CASR1/0dR9omIBPi3wF+9tk0i43GpZFilt678jS2MC/kb9n1HvmC
qTql1As7F0q4m/GvCSw/2zd5OFynIKGcreWn6fF43fCr18dK+RrbU16/VCMp0wAM+7bPZyQpe3YU
QzIhp3hLmbOUp9oLsQuTUsHwgRCjykNfcULvPdeEd8mQa7RrIS+EEjkPq3g+LUksnl2Wqrjyh/JA
48KykhT1lVIw9p5A0KEQWOLkNREI1DJL9+XSWrslCHSABGXjiO9nnrsg9GE2FbaHFXcO38cMsb5w
ZFLsakj/cpHsmCBKSRTVOMEaOuNYauO2OI1CfBUpn7a5nVlODN28sBvN2/5jKTJqzRqHktBNZVJn
67QTQCdQyg+h6BW6vENJV45wFduQmYzCRWMm1nXgvZZ9lfLY5DpZ/wvRazCW47dIy+zoYbPcOdjS
duwUqu04udG+Wory7xLF/bVo8xiaXFxqfztIVoV94Iv7xW1DRoveO7RjTgUu972bqk1HloPsrEjJ
M1ukwrtLUnj5ne1Nu8gfx/NiIelp/Hwzj8vV0I/4Cpe3OS2NFg9CWv42CvPxgfB2fWidpaKwVZgT
S4JiO0Z+9A0XjqxNvE4bi7SPhGPxdwx8FLI8g8VFySVKnV3ynWvEttOI74TKsXSFoTixQmTkG/SX
zof2nmpD7weyACi3tWPQQw060DgBuEos3MfTIaAtm4FjR7Bf7XwjqtulpadcyYLHCbhhi8QAc6ag
PuJQzyIj3Z7EuzHwk1eZs7DjM2PJN7u3qrMXtcNl9NYnqna6I6oeC/PBplHY1OKBt2BdUCF8Vimn
Chi0HlGsikAJTX+ChF/1sNR6VXzLvbCz9N0Es31T2VP/Uk08IZgyKhyYfsGFyWKNWrq2hcEzbaGh
AkQO4Z6AnGVnVtT9H5Fm3V89V+YZuX46ETspLl1StXe1Mj+27yd3Q4Fd2gnL5Sbqu44I1VKfIr/V
D0tb+xeiwuDz2FLu/NGDPSOTmmwh8TkVronVnpVIoyhOjxLWd1GGNpaNidiVFMsehg4aMK6/RWNZ
Dj5TSMWbcamJ/sB6OCQDL5tA1V9X7gylRbI+wOAb5xnxYySBs3wUyeS+Dimjnk5JbdRq9EE/htGB
QoTqZKN0bfJsfmdwRTLnJg2sA943ecZp2FW9h3A3N9VN5qFzWEw3LI2SmIFQmqMLR/Ffit1sUzY6
PtkVqVOvwqunoH+wLOBaJDI9M7cXlN+ZKDuwQZPHSYNrBZrU3K+H1yYgmrmp+ULv6yhiq6caAFZT
/2e2cfBmXnwXcy3fx2tVYw9+CodL+i9j4t2g/n3MChNy38fylOryleFq3Ia29VxK5j6gYG73nvi2
uYu6xL4udfbXpYaIHzJMkruGIs6DMZqHPEr1A3dO91AX2fDRtSVqtisx07WClVia/VZLyCI5G6e3
lqwk30jdnu3Ztc5JTO18y5Z239suLL0gqG5A+GE2SZeE4kpJkBLXa2h/cwNGg5IWjham74X1VIGV
1ZfdrnOFfwwb7tH0MKu3JK/ju3CY+isNrWrPvQr3n66yZxYg5Mt7XMQrxjjdLOSmNkuffUdV1lxU
05cX7Bv86ACWUA4S7NQUxIprWbSIM+EIX0omEA2ZHtzyGS6ZPE1LLR7ZGOEDH2pcayof1y6P9feQ
iJyJZRk9lA/TyT+UktR3PHgAGdL0F8IG0ivdxfdBLLFQZI2z/MuyUe4Gidjauyg0eiR647WWswnd
mgEfujRhTrmHChEdFV2d26Tr2ccGDV9ip+7YKEHjkdMgQTU6zmWxceLIFI8yPk8sY2NDJgMbE5/t
aL07j0/lxGTqiOrZTO5DOSXt3m4SfYT7aX8Fq/EcCFi0vkK0M7pej5HXs299ZX2LUveHbHBNt0HX
6Pd5LtQNcBK9jab8i3A2JaeVjePXoblySTr7EEXdfEkXOkoyBdGIGUkdusmxubQByw2m9Av2TXVI
sGGAQCvMtakb7idjhPHJ4sawS90Wc7CN4yLyaUTPliHYJ3MJRAP7GkvsJTJb6VvoNA4+r7A3rDzN
eIkI0c7XcK7BfcUMKOv5Xzyk7Aa+E295ReYSj/mgHf/SNo1TPRblCO2cNSshgHIyw8kBdfYrhjF9
zChBeIhTHMd9Ztz7DCILYBsi93yUihxhPZ+bBns73l7yScRu0tWAPuUdA6i3DO1NXNPtScNNtKuR
oWGdQOpy2vLXTlnFonmT+mMBzi49IYhJhfxbF6+EKsAmR8KzUAD8xAZLQkGBbsGj+snCXYxp/mg5
5IUGgeKLydbfuTL50tz1T65q9WMKRWmXU3JP1KPLtpqzeVuYyL+o2riwX+r3BMD+IYmIAhczCt5E
o/1+FLN86RtackdNA7CwxvLgzHr1bPJ7pdj9M09C3MOhxQOteKekGP5yK2b7ujiEbwAzHyxAJs+O
GiNebntNL2DY5wUBZ6QHRdiD4cdz0ZzLGABqNcoR4oc3RGcPKR5LXGS32zaJ20fPyn3sFRUUutQt
XiTxerUflmz+sBkPt9FAMDqrI7WJ/SUfN2LmFgRTpWR3yOCjy4KsyKjzm0iaeevW07MO6uIkgcZv
Aybt8wBc6uQEKrxqlyjBxm06VnhdQzvgJk8c2lBVb/vzpcocoLLK5C9xW/3lPAZ3XvvrNqnJn6Y5
Ns9eNTUcUjl5zzDAWO6nDre6ylxdMxe7JsUiFGE5oms0zV7rLofiv2ABiQOTHlKbjYDrxzbWkEU2
RywM7pbvzG8SrLWxE6j2UWTHpRPNpTVdsRt1wOzX9jNPi+5Jh6kMTwHKpf2awLHYBDPOYBuyNvrr
kuykYW+1yVlU7JJuyRCmLTluV86k2NqSv7KRatpnkqDiSVY5fhHJvyfP/qBA0FkxVxAidMyUAJMI
E2wTnxaSCFiFMd6ZFh3Qilma5IpNsB1zfrO1O1VTn/4pLZ/VAy6zk0NP6k1UBs0Omwb26xry401Z
CYqqR2vkClAz5kI5LK7GguaeqsE7AFoOD2O+0mKXztp0lHVeStlzVecVgjHeLtzcMwstOCopD+hj
pIckJtqKHq7mS6k6YPtZkxxFIGD4zAoV1CQO5CJTkgX18w56N03FrhyaYx7m3rOWfvk8ZwlghqDN
V96F3HgD0cxEsy+aGFsCB4Eg7Z1PNQTe/QxxFtC2IKMcu3zHpHvQ7jl2fmGJqh3auw+jz0/Ec2LS
4U2EBU5OgkAo8MOIEjWk7JAtrBP2OPU3vWvlL27I4OyM0kd4maZ9X2NLa7Jy/DSAJ5+aMQHwyff8
K8y4OBYKqQmeOMhSjaugcAdnv+ARQMLHHlgrXx5FywuNkLJsQQEZFoe5eYQuTXmP741fMYSUFURm
+gclQIkQrxm2omz/gkaVv2oSHO/s8Pa+k3PvDuE9LFaB7YPMATKG62/ijnu1mNKKTvJC7idtxo96
4qbB3MzgrcMfssCYwNNYHhgpcMaEXo/aP5jpMe2C7NJMiK8Ci5uRao3CSJ1yCIniM8QIwKUfj8M4
08TXpWF1X4Z+R3GZ4HoAlWcjhUsyyF+47ZvZ97ZWkVHPAFuf+Aiv+SGUmYJ1N06vZa+DXWo7y13k
MVoQMtw3XM1pbYK4bnTO3AYWa6KCoszNL670+hRaY0AxMptUcIX9SXW0Ddi4ur5KR2vULb5Wp4Yj
Y+cuA8era4rrTIoZC62ItwNtYfu4a4J9WSKJSlwht87MjJ5pkjtwrDgMG/HLKMTQ5pXrZ7nvbwaL
AYOG73oPXFKLwxA65ikO8ewCZEsfBMF0QR5MYzmReXicAl0RePe7Y9wtI9SOYP7q6Y2gtzviwIAe
yNeA8CtLh/GtTGeAW27ls1RYMymMCyfBsurFjFjObW0vt6Yb6W6uIv/oB4zaoc3nWAvHunNCspjc
x5yT7sf0u42X4eSJqdoujflWnvB5qKvsXw2dD58kdWgi1+1Bi8IlaZxJqFestsSCyZcVMxdJqgIO
Lm0duFnxsqWNGFyKzVAt88w5GqDdm1mOwVElHpSGPB73i6RU2cTUaTSjotCt1d2uWU9beubrs5JW
fBMapPRNZvo/heWGf9y5Zx/Z+G1zBhHc73zH4/cBbCBJPqtp5S13fr1nmxGfgpysTkyryr62mxyg
RGCdijTJ91kyWZyuSb2XM3bmzgn/ja4FNmoFhnmQN0DtFmqXipyY3dKhNQLo4B/RG9iXDtZTYjc0
ks9Z+OR0VboH0l5sCKzgb5g8cY4LtoDad8JHFkQ9DCD/k0nDudIUYF18AIQMLZCotnJtWiVZ/MuO
b7VdUbu5zewAQhM6U0iGgl71tojyc+nh+i4hrfkRrGZkASjs5UdQWwAbGz6lWclgKQe3vlpF2757
E8gan6DafuJxupeMRDc51IBt7+NkKfM8uQ1YbF01jz5fqVHjlyBFUBfLrlINgMHU+2bNJB+Iqf9g
EvQ29mKSo9L+uOsS6R8j7oQ39FOIS+jM8NAIGBzLhcMv7+uInGilgUrRsZYVQ/TJUs9suFzaCHfY
hSOfSot6zodt1qOj8ABuYZwholR4MFsQIxthVfk3mi0IJcIDt4yMxZYrOmk1i4WjaRq8mhaYS+jZ
7jrZBS+gBEhUwBwCUAcnkTBMusbY5/SY+poSrrym8s63fvjKZy4QMg4mnS/uIY+D5Io7Fv/ggrxq
yRxDrmjcg2NX75QNJPsOMXI7K8diALWyy2REup+p5t2MVWv/W9LotScq8+qXFq9UXHvRYzAZ+5ZM
cn+IyowRi4gc0XsZbGPQxpAv8AHSiRXu+gUzTorEeEocVLkE9EIPDCRgi3snAS68iwS6NLcUdXFs
no6Fztddmi+wv1JShrWdPIEuOS1zgNfM7xxMlFSj9/ZcooiRe3SsujwWlZUfmQ3IFgyWvR9KmMFU
bVIOb9f2GY0YjEWZtRc74BzaRmsTj9RzcG/ZOIlGZCJwYQR/iiY40kG43A+LHz+JcrCv0LmXbSbQ
DCI/a04RC5ET9lxICIJ55lA5Xgc8sn4bapbtHLjpWQJbDAgGzAzRLfjLjQnHYKcpr9nLusve3Xqm
IoRFET5PNgA3oeXJd2xR3mFYxwqlVHscHXRr5DH3spA7P+Xwuw6VwXubZQpAh8ZwbNyqeSuyoH6y
PHK6XKFnfF7o5kXZvkSzcQ6cEgDj2OOcxsIOHsvUag54QYI3jKCQP8qQvRb2BhanjSDuyrrHlBO8
eRjNB7sA/bExbF134bpj8pdILhBfCyzPtejwiQwRenU48m3AgEqNQmtbr25RQbco0/7Vqgx0LTaO
d9Ck+Sse2+oR0DsUDxfW5LC0wy72dAst3Ea5L/ryGpft8tIwgV3bmIQpdItdXk+/HCqUD0cJPpgZ
gHxM5QkEEsZcD4vQxmdSpEpjIHeLk7GIqdQYKblvwQle4wopp+8QKvnLxKhspMB9PNpH+Nsfachn
AXE8hYqMbywuVWvvAq/4Bx204XGFZ0C4tMPVhOkXjod4NIn+IozyZ4CHcdZLOr+NRCN2bHfVAeMD
YkU9RkwEqX/Lfq450iLITYV0NQgGinQS6pH+N3KRqgbfFqFhbKHQRJuiYEVZrTsXOfgdQGI+Qb2p
wh/qYqtrFwJBahUDrW0v6S13PMrXJV65pzYsqmOoIncXz2hGq6GHgDCdGjDaynssgnqrOdsYme1o
o5rQbDyBwDnUGTbyJg6uxmlxVxTXpXscbCApAP7tT6+dvO/MWRlcAXkiH0rLNgeOeitiHWz9qZgP
9RL7h9CO+vdcD+gLAddln+UPak1qrrjUxQ8nAEHVvAxopylo6OBycAvqkY+pkwzEe9hol3VUXfGc
VkxW7BOsrrV++tVt3HTgdmqMgccUZPqFnWGxd4wcfli0pH+tBmZlXsTZQXSZou5zRWMWChc1hjn4
1xKNS7XTW2b3rJoY2vDuElANlDGs3mNU/7yd0lfWy/Fh9sriSVM68hgBrcedP48grjTlY17n//Nd
fDv8T/6mA+mePDwW525CxNwWlvZxz5clFtqs7LtrV9QdEkpXnTmtlldHttYNeyGCod3EEcOwIiYm
J5w1XBbzgKxebH8BtnkfWKBNwN6B/qM3ldFrq1+bALFPIOrcdyYILwke9e00LtxWXQUvRuIrLJKi
uc39YM2bjzXW5KWxz05Fo1yAdnuUTpG9OGuAzA5EekU6K34ryUbbxoB2ZzdYU3sxmX00UonANaN5
WEzlHiyq0Q6AXCgu8Iu3zJJdsx1OeUPhywwRE9k2RG2nLmXnJVCWT1W4l9gj3XNa3ZJ2BWAyxaED
edAhEZIjSYSQgVaUyviWqZXGEYJB7XWFNQVnKFsB3H9GZgsE/r7Zc5Bk+7HGfEnKwzto7qy72Zpa
HgVJM+7SxMtP3JQuv/zVHVJn3U0yJDnGWAuKu83/B0XZffSWRbLhpaw3csfoGEp+U34Pv8COYYDB
A3pDbra/aDvyTn7ePNnd0B2Qf+kYi9YIRIgLaCMMO0m7MJ+hDttbUlHpDx82c4uvxLA4F4KsqUcA
a6JFYKfyqXpAI57fVcNRIPhrO+kyeO0602/6gH+JEvGPXITTUYXDzQ42NU4Ed36fuYJvPGmyR4sV
zXGRDtCDcuRB4RW75NREH0DHA1wktjJxFXEhH67dKwhS7SXBfb/JfKYrKmD2E/TimuUWo3q6/h+Q
eVA1t2PwoIq0e21csD1rxVFyiUzh3mAEbHf+POOGseV82+VVyGd7DO9EjWJG2V95TKaIB0YFEZYi
rq9E/yjkmKP+2iFCP7DfyEDH1t+kXJI9XOnkwU87cTIK0FxeoTUyu1c3CK2kdSunOSoJhi6e+uTe
dP4P9Pr6RjSKKLDUIRD+eMEsxseC2ilOZdznnBRc1IVp4iffx16ZBC3ySg0BsmDv+Vx3PYskbjsP
JiCNkAlkB6mBFY15G971auDrGbnrdEZKJDc2u5CR39pMrTsHLjULPOzWXpFVPWUh1iwubc6Kg65P
E28iKFyOKT1G2S7NyK14Yzs8eXNIIxXfylsroZMJH6RFcId9LdfVjA9p2H4n69xcd536DR01/VT+
lBzKqBJQ6GC3pFasjsiY9bOt5oSaGHdk1wWXNs/x+QTSnhGu4RTGOFUuY0BCOxYE4YQDisCd+UM6
/XgZApIFtE3Ob0PQOciMsXuDp4ckuS8+Q+gTeR5wH5bO6N3W+O7geacR6yq7uQP1lRHhwhBC553e
Ue41YeFo0dRKnMcW2WsRE0cLy5bShTo28KFUfztGpU2HonBvWvz7B1+q6NxVS3u0BE6cabH6Ey8e
s/SA5M7ON9slThVeSsy0O4Y6TqNx+mhxJJ4G3DdPXbgMPFsUK8JcyA+o0voMGJTXNRiY1mc7fI2F
/RSUnt7lzexel8D7cJQHbb7kozrW7Cswa4ZPE/G7azHyqWtGno/Ow8tdWhMePTfOQTzQojFHLuHZ
Di8XvSe8JGinjFyWBG/LCur2fxu0LiRZHXjc3GjIbw/zMHPUD81FROQK5ES6FBTnBCyirk+wt2x8
4lPOhtTrvhhXGXIwQUCPKcqJI9C1xzMsLh5cMEIWvidurtU3u2EbrmDanbzcym55ruSZ4rYF4NQS
3KJiRPU5GNtPupFIFytrCjaC2ygeR4c4So9bBBGPG3kgBSckLiVT9GSWCsI1Fh71J8krxcEn3J2/
kGxRbk8UK4uH977vh0d7oOEx6cLimMxG7MLU9XZYer+GuY0B5vrlteFDs/fHBBR7O0BoIMW9xRIU
nMoc2ICcIo742fkzmaC7Dm1QEERi/TMIvM4l1u+Nortop4X+MqqwjyTyw0NYudMvvUX+jYhyfBCR
/QPCrzr0QY/nQUdfaRDih+tRC9ig/cURLPZsbriUZuWAbgQBLmz1DW/5RKOW8hH67ObouYxlgqw4
Siod18FMatAtucu4iUW2PqKcqzFOw3veyuo0WTJ5cLyxenK5I+IuHw2iPer0DY/STzdylWyrhstC
mPL5iZW9146NB3UQ9ibAZbczBH037lyDL2Rm25qF4CZE4WY/JXzvIF7jxluBQ1mUmaOxUgcPHuIL
ys080pwFIzHygvEmpwhjx6+Ca3dq4+0o638OZYo7OFDl9zijcXvBZH11GlGocuRIStF96pgm71iu
AaiyY/OHEe8Tg5qPwkpshjJUs+snRCKt/Jn1RfOXPxwvMkLQBjGuBF7NJips/+PsPJrjxtKs/Ve+
mPWHiGtgLhazSZ9JK4qiSG0QohG89/j186BXJdaEKmo6unvRUZ3JzAQuXnPOc6L2MmW2vWmbuvkS
cdicogqGJgk0bCdYrKpi46X458hZYYmhsMylTnLrLMg6ZI7J1o7plryJLJWNCubgrIg8oaDyZnTI
PMnEAp6mJwsEnRXip9Zr2ID6AwTkyKTfuwC1pVEsHNqUB4IjRr5Dpl7brrQs5mxNA3m3aZHxjC8k
TzJHTjN07Lwa+Nhb26m/NjbdM7sHSQNTULnkPiAzgddCjAQQLQXmSh/Z4s61DLnyIUYXLi8SE1gz
XmFPuUvS1HxDNJRs66L2CJLw17UuZGwG/dFxUJoatcD+p6hIN6VntdcN0rF2GyV1/Ea6PD1FP1fh
3gzer9Dvh5AN6TStnb0F6QpDFSYbZ1eOM6vDOkDaDD0XIF3izv3FRdgeUvAlYYrUv04bwmZdQ/3I
ZlR+R5z0vb4mQ5IRlCbVp4UXjmzBdwa2rA6ARmsd7sVkIL2MfQdA1LUAoEM3RO0WOpe2ChmeINh4
d8ep/xW6IA3tUZ+trPowzGCP6NKrI2lw8/rX5b9amdu7QbPMjxQ3NxwJMIMr1VRw6m5jA9U7j8AC
iccarOambFwc5Zk97mpXQAHDmXvFtIhJ/Uiptml5xmKL89JTQ/YTwFMQaLHB1tL7Co5w6jbX7K+W
J5ewhK/8s6QZdJG1z/vY2tt9NOP0Q6aEhlG8Wz3aTWZv9Xvq6pimICVkYKr5avSKR7AHjP4ucELI
a9q58lxEfy0WlzMN6IAfIWnPac80B7y82Su2dSBFtAc/JHEuSqYx2aBEd9Y4lSsWozDsh8FST2yv
cU7aivmj67kXO6CC5LGA7UnqcF/lc3MDUdzZN0tew48gMsBrYlxvnHL5pAEHObxI0FA4VuWKB2EW
jagnjrd200O2cR3EnyEQIyOH+Ih6hoUBTnj8mM34mIxB96KgeIFbZYj0pdbQ4gk7drZLFQBn1jWo
lRjUC3mTT4Yd+MEL7nyMD9Rya0yJgFGAfR4FDcRkNnWSaJQQ8xhS0XVJWvT2j5Ca4LkuWIUtQyau
x6hw7lGrrxPe0HkQVYWHbfJ9DPjoYFFQNozeHda5rLxxZqES9xwpr9wRQ6UV9C9Lv2osFaBaEWM2
p1Xs910Xv9g8/oiqYybBBN0+cr0zd7NHG04NkrbYwtJntwKBhIDYtgJbLYtaIxE+W1aJloqazb9x
iCVBDjM1TzS78jjgHMcrbYLgUkvJrZIMVL8ymU6KRxbyWWu69Rhii9NUI1wmdiz1qi/lhMk3GEkK
az1GYUo1ZmOyjPutMvxsuYq5kxyg+E6Rf0eE/uR1rtglQ06scUyksOunzQcUX8RO9Lfc/r6b7pZ8
BjhGIPHGr/HNzhHntzVBMev4Q7dJbTkPwyJI5KyW8Ym4GHU0VTZ+TSPH5TnCZdcq1qcsyoiZDAHN
mFjZV0ohgedpLRGq6J49KgMr2/ZqYHBFeVw6bd7KpCNq07AFCAPEUn9OJf976rnnYIvyla8dNgve
51DyjEEjfcnwUNxL++gM5//Dyxvl2FwgwvY8/V//r3r7+RBTLf/3f8n/L60aD2tD5ocSy0+ncp6j
+h/y4T1e4S9h5sb2MHZISbadglPqKef3dyBxDdlTA+ciQlub3Q09G2Ak5NvWuvnzR1lf6NMb8TGQ
gSnPRXWm1O9vBIMM1aAJYzJ48q3KflrxVzrdf/0eKCe1p1xHaMf1Pr+HUaio2SDdjymT75Nf3ury
4c9v8ekHX7+vv7yF8cTvHyORZuiWKM/vr+bqG8fPn19drv/3T98ScoV1Xi+MraT89HNQaXKRGoB3
oK43Aq/aLO5X40EGFHQAndlvEeBvk+Dpz+/790/lanR+rnCEq20awd8/VVSM1QRJJbmvt33wQUW8
+devb3s+V5p2CX+U+tPrM82PBla4yT0MIPmdJuTfv7xv2G+4igWjdj7fhXNfDl23VA8LU4cg/9U1
we7/8g5EwFJeSQ853e9fUFb6jWZpm9y7X9DEk1L9r1/eUZ7P7YclBiH3p/scpbjfq4IPYIr7oLn0
j39+efdvV5X7l5dnuPb7X1/Vfu470onvS/T1+pfV/2JovZ079a9/Zg+WlC2UbQP0F+LTz8zAeyJx
oe7v4W9szKOHEO3PH2T9Q3+/PX5/g/WD/uU8tI3CC7i+AfJaZlgQMv78+lgm11/y01sYzVEoBQMC
sps//dKJq7FgW7iPvJQldcbwlXFaGp86SvVTOTFmzwjQfVbJGq8sfIhDLVwJvOoMbVHe45WAJXPj
61041MOeByl07gGpXhVHb06r3fukj5xz4wsvOLijgvzJWJHtkNHEn8T2uSmH4BpDPh7FcVS3Iqb/
aft83jb4b3dh6zDBrBP2UH3fQh1wBMktxLqPt+zfQNvizT0iy8lWNXz4i0ymnJiCKhkvVF2IEZwB
OBxeE4wJiKknltOY0Jpvy9QMSDxBbNPVMQxAAotC8pIibDvggkJg3q9SkoysB9dULxXi6uNQ0d5U
AvXRpCb/NhZRvktDyE0lxusZm48FUXdcE8vWYLLEnxGdYry4IcPU3jD1KO/MZNUPtEtwMIvW/EA8
SrovPszo2jVL/c0mEOwmYj19Qc9KPEhLdGZajJD0VGS/xhwGF+MU/c4dBxiRGea5NiDfaMKrAIck
eS6LB1kg4YEDF1YEG05hg5bXQE/nlBJnYzLq+1CPh8bMb/mq0GqL4cWLShugc9/t/UyRzI0L9tjE
PbS7MHrAtvZMq4qkp53wDhCyjn4qma4YnFq7DrYIudM4Gw5lnfHtBXZ1I1oLfIc71Eh3BhJoQhIr
ujzyb5i8LrdM3AtGNtDFQOKJXdgAqIwy5PiBBywYja2H6rvpTyVDR4AXBJxHZNXDTbQoRpmneDg0
U8g4mWI+aTLzRaL+JMt4UgmJQ92T7ACD1VaSsgmLwVSxnWPCb7qzpIm7kllvX8tmhOPsjpAqM7a9
sW2YbuHlBvwIr3+ZgIw4BqPeYWRHqT+SHil5g152WWmHrBLKB9cWiN5RxX54c69sCAxN/9Hmy3Nh
suA8mWa8zI5m8BQAncsGrPSl9uurnqytX2FvXodcQi9LG/eAtGOVbFcTY0HZvhRhKm4ppVnOwg85
ycJPgYpM+o7IF4l71yNIBLoh20j0alGJ7iXxKK3dsMaJ5/B/8/PwyZ/WdRL4EJK5UVWhy8l/+UYr
puIj8SwIJvYRm9ariVvwvMhmza+A3BDmc3UuCO/dsu+FB97ZbBPxaJ8RKWUPUz/lqE3tVn9pBoYp
eH8XWkz6TDdA/8S6ukKQ73QH34M1k6UtwqzZwYIVqp8YQQvAr6jEO7tqT72YG/53S+18K8kJfynC
D2+AI6RLjSbIwMHwUiwnS1z/NDOslcIRX2CQFzunDLszBsDy1pqG+pzaEQSzcCb/yzeMFEc9XzcL
STA13JezdIuQf5gyXZYdYqCGHpqueoRrt5CCBf6ITFxs2Fd+7UFLZiR3kOE6ZVvXLEiED3ZFBGXi
UqpDX4svdWu7uz6YL4EFmfxn7n4bia0kYzvcBqTFX7vUeteproCJ2gVUA35B7J8t44FHM7Kty909
mA/s4fUY75HkvlP4fO20C5DI80v7hyJybOe1w7dxja8pCDwCqFFyGrUmuVviKDjFeQNXiPkiqGDP
2rsju/Bm6OdTjrAB7UjdgbaHs5WN7LLGzBixBgmhjWKf+aWp+rc5x2NP92juSb2xd8Zu8OYjMsFK
5uqb2ZqSs+6wk9ia+SRRF+iJM8y4qNkiDF+YojMGjdFmiiesazQ3D1PJajOf+5s5FBj2Og422Vni
JwPJ9moxU4tawkzHJkIUTOFNgkrE4JynQ3Qu3RqHYgZ+SuVheRAO8AasleW9HEFQ5zHpNgVOANpt
WN5RXb+TS+Bf+4llXXSMBVDEgK+n0nFOdMcwQIsFUl2MPUJmcXxwsAUwBSje1CAAXiqbIVjH/NJJ
s/R1mvP2hJqy/CLrcfhYiAjBl9PbzDLcfngcqjq54jysz+gPnSuuN/cKmTCg7tIhRzdNYsbC8QPB
DGTuLtm0DWbrqzNKMA5sGw9l78SI80EmtxooUx8lrCEXdmUW5ktkcnNyi+QaUr3Ft9qz/HihV29w
3YT5mfV0dbLdKXyRU8dAtUwhfKkehB3zqX1cYdrTTGBpQ8P+Fu5SjvDQjmdoZhFYqwqlsC3gRPt1
LXdjhTUgK4P21Kr16Rhw5NEVIqnPrLwDRZKizI9X9Wq2PiJwJWJFqAO1NyRPnkHspV99rEA09NmM
PEUG4rLUk7jtsnugxmlyk4/e+NbmngCqgQKsSWpa+Lp+qEVJTA/W0EOK0BNiBQ34WBT+pUnycosG
U9zYPTilkCoN6KA3bLsk+qgY8p5idzEbBy/aCUeCQi+bs0ByrJgVjX7Fjha+q2G0dpoo1TvjJeVr
0q4KocglztJSE8LERCuIh052zNdcnRm0KYSvMblCQM9311NaMNl56ye06/umpW7f5YyPvkTGBQ5Q
jGDZ0oEsZJIjmnonOrDauUrCezID0aaSaEecJGXHbUn1sPfWjWvbGRAyfuMds7ZkdJVHb2G49uRT
rS6JZX8fm1LeIMR5FXyIXd7jQCFWL4OFmkCF6/GgwFTtAg0MHM37tsatxYxzReA6gdt9KVCGs6J1
xK2Mu+zKiDDCYMsmCX9KDlAWDJvceBiyLlbkhbsWD9d9SSjJhiu/JW2oZ4YY1NVtC4MMvGzaoiMX
4aHtKRK0BjnvEXf0PBorOTOu5fJt0Oi2jvrBKju8Em4JCLxg2BoHpUTSNs+oS+B31UOPBY7QssQO
mp+RIz/G9T8jxnoumg4nTwe+srEMAxpUD4nLWEtCxt0A98xOU1NnH75QcEFbwy2rxZudRD9hAlg/
B/r3Q2+bfm+lQj3ObmC2vVPM/aZi6fU1s5EFFMEw7jJfh2wq0Jx4kFqASkbIwuMKsZSZrS2a/XLf
iiHbGSaym74d5vs+Ez/DsgRVFoXNq9TLh+0U1rlC4UkWD6MZoohRY05ZEe/dHPP06A6vmgXFZhAj
RwgjSDr5rueJST7VLWotAn5nnr2r/a0gT680R39w78ZwvtVIjzth7xsbyPWzCfEb00mTNOKFm3Gw
pztEgNgD+uqXlS/QMq3uEvYtYRRSs6pQ0cj21inJsXZxrq4KWoTpwNBTEgoq18O07zJNsv2OHAMv
sW7IOOPCn9k+UiqnZGbMBVQktvvMm8rtsDg4awiRL7fW7NYvuhAIm/jVmiP71PE4+AFkW4FMHqXh
fGAIG5418x+yPsSPQqbZaWauReiIW190qvsjcir/UjMD48EZ8rXRVpBtN0Nomhws7At7nSkDPRJn
7ptOEDUSUbDSEDhKy2B0jtKpo2+WXzCB1dT0aZfCQW5iooWTCFTe4vvXkeXdYoBnfVUs1lOYobfq
pS2fYpnhIoUc4YNYt5GsJQWxx2h89AZMjsufhrEkzOXqq7fNw2wIgFEargIiVPiBdvcGMSK4HnvC
KuPM/ulKqi/S4aaNyRdqhLgJSza6Wb+hUip3SwW2ouvJfpyKHgFa7nav84TBZlKmvo7YvWxVXsmH
xqamhVhJnoSCmjQRDzfM9g5HublLzJDeZy1lrDuV36YIuKtuUb3DSW7OiBO+V6az9wEKtz3y7feZ
Wmnv+jFnv+T3zUIczI5pnwwxzOgB0EvvSpb/d1ntJlvPhqAiCNnaR2Mwn2WJxnpLspl6agFBHXwb
aOrGj7mY0VgTi6nSaOKG69tDqjHcIpII7t1sYK7NDPiGE29G5ZuBAnES9Kk1aSxUiCVrvbjnQs5g
uKWIUW9g/WWbKimpwogU8sHeFRCn0EvUD22rnbccu8k+r2yipoqqf8TJbt+FZT2sknLzyGaCLZYc
eCzZDlv5gonguWyFvbXopC6dL5xj23I/1hL4rRTmvVCE3NW4B7dlqKIjGcIR41cNDNxH1FpgCsbc
AgjNtmN/Ny/qFGCpR+pWEjDSlRWbWpXu4gJnplPX8WGq59d0xliaJNV8Io/0wyEI8sZvufDRpvvn
CCXS7UxntaFhAXrQUEdqe7AOUQ4Pe0rx8KqqRT+/AGXYBIlavk5xXN8FwSChzIBe3Q29LU597Yco
N6buoHVXQXuKIDdVQXLKZjm8xnhSb1wsR3uV4gusswIym0YXlhSxutTLACDUIgvch3RzY0FePjcz
EDJCZP3nzK2Tb8SJ8XT1ugmiomWlR0XjhZIR3TVwrgcnmhGATi4rvQVt04OW+Nwpz6uUZAvFzUsL
Vh4p24DHGZ0/JaKmvCNf4Hnw7PDA4VkcHd2Ou6INNIzGGDrYSFCBz0Afhe8cHCqxfHXQxx5xkSC5
HmDgJG3KGj+gxjvNQZBtMVqQdNQWsIx02N4R9wkyAjHkOZb0z0KGb2HtE2CeWagcgYcHY+qeMp04
N4NXJw8uFxFcvjpkFcATjEo1YbFnT7fIb2ykMtNLrgg1qfwYA0mPjch3m2q/LAwJBokoIR8NhWEK
5a5zMvcyxpgSCURs92L29E3TyV9uUhEaxI18dK0FqHqMC6vh1ITkYUPdD+G4AvolmHNsrrACpgek
IeB0WNNdewkQRVrh6LYs3OYLqZn6IovC2c8uSipVungw26w4NRU/Yp1Mnb2JQBISack6dGFuu2pV
/ZcKgyCqtBZnIvVsDhAOJKL/o8vrYZtJ+7uLwvtUz8QViZRkSKVjVHe9/0S/VW7qgVpq6CJ/DzYF
Szz2mF0woOJVxD2fmBfku1C2yTlREABs1XM6GM0REPO9FKxgd6VnY7ALJZu9yH1jDPJoxYrKjJUy
uMxlvEl8WOymhbkw5I77zY7H4eiE2jnGPqoouy7HE5lY0AuQMB/BvaySbbCsprecb1NHZGAR45MZ
R/nOiizd4t+yr/HXvK45g+chnVF3L8F019XhdBTp+NEjXLmdK6veJY6/npLlxHKx0IDMOe4jC6B8
qT1S11SDPAe057advQrmXUJDFdnmMvSe/TzO2ttNsXJelN+bM5ao/IEvDuzxMqVv9WStl0X+wx40
ivxK33KzuGssdIp2QHS4Txy8KZpdXV+6eteUNKhRVdrEzqh815fAVODNEqxrrULgou9Ww0+DyKjF
EdilwTYc+gzDWYRme6SfnjoI6La3oMqGdLNxhw7AQsMAqcKv1gqujKWg5I1S+v5g7MOTLwvA0Oxl
LzgSYU3Dd7JrICAYBc6iLtSJWwSIq322+9S502maP1pIz7ZVVz2lfhPs7aIinypYycFRnBxqBdwR
OS9Tdgc7LKtq+1wl8hmiDsMDyrkDanmAOVXK9KCAh9z7on9Om4Zk9CRvD0bo8cgEXx2UGJmXe6Wa
jkNEipNdFmj68aaX5xGpHtYceDZapgP54/QTg+LMk9larGJe2yQgW3ZesHAJjsK5hWLC0V3ig0Qf
Q/GvQuvslf0v3TqQARqM9qBR2j38ZyBcBucGobvpA+KEcOPVbUEa4lyfLbyhx7YcCwxXZUi6wWAO
g+03+9wfuhs+QgGU0s6gB43yegqmDo2TfBkqidl3Is7CQVAN3JaI2cTuKRwiDwlandG8B+F8Yo61
qm2hJnId59d+G1WPZZiUd0LKX6Wkd5I1NnB3gLTM8iq58yECnfg7/W2eItkrGKzuh7GEg1oh8XFg
wNzHDJiusAK9evyL840ZSqbi9I5WZsazZMLbeF5SaiIurzNhN8iurdE/pRW6orDDBzyyQCU2kK87
a+vk4hGz8+yHQmGU0zPq3wl1Q8u6va21d6oS7swkqoD8dF6NrjlEklZNzppHQt8NkekbcTMklNYJ
wDIgFKewnXMkmIm8E6PmRjBJcxRJLb9UnYkOamkFNWbAuY8Ccm9J4R7CAN3f0K0yKE/zaWq7OibA
E09uCKOljs1LbavuWDAZu69RgxLJS5YkJHR3O3V9dJc48XAsA/I9Q7k+sGjvDl7cyD1MCMwAjrtC
ldznoQFcgJprZuLJ2+SQir6ERAudtWXcm8ImcDfQY31eJuXuUD5nBANiyICsiumgigliyaDAojdL
d/0MmzMMY/cU2mSylPj691yTHItdLg9gB5ZDYarmfQxAhVicpjuXC3UjweItQbyOlukYx63VaNKq
GXKMx8jCe1fDK2xbnh890umx7e1TqTN1nQ4ZqbieZBCAp5M6LiyKq9wR6hD28hmJJQMGaBBkXOIC
jUe0sAxX0B5HBNBHivQtVzTFtRJquniRzo+BRYI0SajVtTI8dv3Mhsna4n5gfVveLJnAmuu56bZ2
U0kaKznGY8jTfbGKjyVM8zMnbX8oC0Z2S97PlwS8P1cW0Dsv7LIjP2RwGsK1XcSQusOIYz3rjECH
3ENiFWl3uoxjW15w+KjHOuJwXqwwPRBOIw5j3r4yUheMYsixC72RLiGviFBfVIKfkenYtrdSeexR
RpNQDmegUVnFaLh5Ehkm/ZmWaj9D+yHlwUZXon1JVEWzaaUNXc8i0D6ljtpIu8KusCJ56SQ7pnx0
8BmN8fcck9V1pa1H12NA2HoA9atwFDwgegULEEndZFpGU0v9ZmeMDwYLJ/UI5gfq09LcKw41LLWG
57Ty5o8x6nIGUIL1pC7nZBv3aXhK8z7Ddl9b3wOahmtFUCZJYsg0KKwBJU+CCC2mdQ8J8XTFVZrY
1qvJET6RRunvmzjlu5WVe8soE+kGNg5GbtZ8E0l8axZgqSPOCO885V7/6GAa5PAR/dVEWsmx1WF3
CKYCJRiCLD55tm4jAOJoE1c7iOiAUFuPq4Oi7GpEkLQbcqBPCQy65zidiVHJZPO1rwuD1qY1Eyjf
tL8pHWXtVJpqWBalemI5A9LboxyEXo+axGUSzsA0j/dBXl5Cn8hJBJP3YIy+N8O6BxjJG06jEt+e
Gptrz2d2UpixeU8rf7hDfFHfgQAEl4zp7WiIlkuWoLsagqjZlPiH4VkFU8mcPk68HYEdeOUUtY7d
h+U3cjnUL5sY7o4rhVywKYD6RC57te+cUtwWk/9zlot7rJNRMpciJq4WTQtXmzGYHJdlpzjwjgm2
3MNIb7+CRPCdYEc50OfZGNJXipIL7YGZh4aJMUT5sI+X1Yfl+mF11/RF+NKnJYBphzqrI44YHThR
8tw5wb2mbaRbzuSXNnGhczce8zIGCSHJY0TwGntyrrrYHW8dV7aHBhzH95Zr964TEB9oFI25xojx
vR6KcGdkUz0CX97Ysn8LKumysuBpo5Ez/jSJUGcZROOdS8m10UE6QLRerJ3TxvKH8XPxK/J7Nmsh
+rIirBGid7Cex3b64U9L8pS4ZY9DmAnad7jJpKcVpT5ao3i01wxLSCgeJ4k5SL/Vt1x+T1iBcfbL
sc8fRV/BhI6q7Nj2y0KsarXkmBI8F9XanFVmv6zCKKvniiEZgvF2gyOYLvOdY7G/C3Qst8XUPbBf
hJ3G84AhL8XDoKA3DSVzMlfjLp4d/O3+ipVpEkIYNFq2Xb246XXWqncxxnApioItTx0Md42Afi5r
jMlRyzwxiEiIqOrx1bE9dx85eXTstUT7UoG8ukaL6+xMh8MHqzF5ayPzBEzV1K96LTtCBDsYjPR1
Lubhp1x4OmeWrV680H2bwhAmdRY5/R2Jw9a+guh8kdpj2pFZsJEs5tctE1KQwRFPADDzmNzykdBJ
X2UPKs2Sr7BH629ETHY3OiW7jPpi2EkQXi+d0XvlIVb7YUlEvFbSDedI1KizoGIQIJoEEc+puH/F
5WufmThDFxGG69OM2r9wNoHkx0H23Y/T6qKBjV2NPCmJylnKXRIRIFrObIxb2aH6WwDZs/va09Y2
TKqsJMG2CQu6rJS+qoaqPVbAf0AVEm5ReinuNdyZ+KQVeHo/G+dvvTSJYonGtLbxouqMNAjwjenk
EbyIgRCC3nQpG/NhzQPqbtLPeVrTfqn1v3CeW0cfuRwKSXZoVVr9CHQHwVAl75NOF+y+xfPkL08G
BapnCW7HHqA5EIXQQp8nI9U8mt7/WpaT6I5crtnRsoTcYrEG/yEYGTzVlrTfk1rN8a4LlbkmgJRU
+4BhVhm7OY//NLxus1J/mcGHr1nt3gUp3Tz2N7FR1VFUSDH5m5ZNPUEBP6q8hn3vmeiITlfiMyMC
d0P3Q8YfblDioxCrzuRVAu2GIDW8AH5Krmck4rf4XoFGSkx8cU5snGZfeMukA85fCtGiQJlHhl/q
lzn7O5/IU9fySEtELs1wrt5C4IIownb5gCCOnWIkECUHaM6NFUVXgecXF4Gd6RQFTFH6Hr/ehOVj
C8KJFUxBIELObuSLvUTDqarn1WWcpw/0ZiFHKs5leBfj6ldOeVHl7xM0Y4e8C8JDmZNJFEJO2PQQ
tXa2INy8m8vllA862JlRUf+HdoZp3pCLlmq96dPA3WFSXw5oRMnafQ/yLwkI4rqaeaZHDOJ0vRrS
/OYX3LMFTVxoIxNOlGCnv1ZuuggzPGbLTxtN9jsTb9gYA0/4r0NTGIy4IbLYMusOUQoHt+8IuYNZ
jo8gyFhGzSQSWwbKmQd74MqbPLAJa7JZzqNqO7XxO2038TxLku7TtVxrfSAyccgoYwVVbgX2WphF
808jIzrufJmoPzjqY7NJNZi9rp9f8XtjB2yIVIuH8CtPQPspmGeiLVH1fedbl29+nRP32pB06aY6
vgpGLIUsTDm/yvYtc9FCaxZP+3zC+ZT6MnuYe995xmswPVmtQ2DlgCGbsQ4EhnZoq01eDQD34Rqw
+nSfnbYEZFbQSPtuGO1qNcCywcH8HxA8OxyPxSSt0cDg5z8ROxX8VsFm56c1wyiD8Gd5atcJAuCm
dPoxBtzgmyUpOxIR3QHjEY6FzUQ5cttrzH7Y47aVQjkupNsclBm7kxUshL8U/XDKwzG82D6Bd27h
qecZpqpYISSULb433vU17HbtztGVG2rxw8psaicUmeXBKYgx5JpbDVqqP3t0Mo8ejdQ2CvF2zD1p
p0Rclt/9his5cWYS4Fzkok0goFILNtt9BLAkF5ViCelOmHdhE3RwTQ+djYnBGoF489dg0bAIkCKg
WHxvCqLcYLvZ5MnZ1dfMSJu094i6PyHxzQ3JwSRV4jWYWoATLqw0gHzVDkX4cBVVbXFIZJcn+z6O
LtZi83skivIJhwDwibhvHJCz1Zw9WqS/v7MsNK9RYOPeD6bhV1XF5YFOHkYeQUBfE4i0Jynq+HVK
oQqLhs6GAdxIO5nj44c29+ixNX1g78h6dbBqG+JxKRVhtSjfIYDzHBDgMlGax/MXhuOsbdHMKtxx
MIUrxgNcmA2Zo72XUy/O5ug4hEL4vRZ7wxik30tLz1eMCpcd9Hm2d709w1nLbnVSDHcT+vBt1+j3
3IOI6YP5vh110V1pcK0kE5G641MfIM6xnDfRQzmbKk8wJnRe5xRntBeNeJSAw35EdACbcSbLTavS
O3g5yCCiiCMy3IYYteyQq4i+FX/VpoN1vyvDIPkaceE8pNmYvDOkwybskD91z3aRLFdul2PqpwRP
FlSdGZc4TjSpZtTNTXSbseFjJr+IMywDTfB3tgacAU8t6oEIT9Or+1hoNpWVeweGPvlSmJaxjDKC
+I+eW3XBrLCWw2KvhK7PZZo1e9kAZXGuwphcFTAX3CggWeadq0W7X3BdMCz1wHZvBAuM67jAlZ3j
XsPVQyKk7TFKn/AmX7mlcl8iuDhgkrOVq7uWcRQqB7YCbO+8UOxZF/uXTpLmDPn1I3Ih1FHhEmJV
NRwnFWC7OgkjEuKDjzjkVrdLre5YVKiXnAbMwQNPGQ+PpwBwwmlDpxPjg3DNOD9VVdee5FBw2QwB
Q+AcLGi2aaQF6x4zNuNRbBJd67DOauvHEmtqQKzJ3B2dpst+DVDnnyFWL18SaH5Pfgp30EpIBkit
ijVE5j0Q/gajjBq0/Qdx2/8i/vR8LZXijuXf5rNMr4Z4JjonrO9jT914rIj7Kd47fX7l1POdrYtv
XRj8ECgSymrY/1n4tirzfle9GY0211bEJjqu43xSvZk+9cQgMR2O0885IK5ZX0LO2j+/yd/Ve8bW
CqCV8uEk8ka/q/cGkhkWkEThPQyw5uiPpz+/vF5Vkr9/CE5eW2Iu8RDmOvqTNjc27GOXKEnuJ4xZ
m24YyptGM9xvJp50SgCczmcK7XbAozRWPhgnV+gfqie1pbPKZwZ5EN4Gh1kxJKYveZEP51m4H1OI
cjIukSYR7ewd4SB5eznAIWFLPO/aaKEUSusRqmtMrM3iMo6qUkparlNCUAYJgcCGPOjmUKXIYhlv
//yxP32rNLGe4/CBHaWRXtr2p58uk20dDsr0D6k3nV4sHg5/fv1Pl8b6+q6rNN2XrRzhfH79zvIr
a5ame0CccBgWRsAg3rk/2f78+Y3+9kG47HkrobXPS/3t8o+6yjYthquvIIWyngcOboo/v8P6Vfzl
AvE16i7MLY4wkt2oZ9TvF+A0TizUbMPDsKp3FtRJSrkdehe8miGeqnIfWhR+f37P/+VTGc81vs2C
2Fd/+/pC/r5GMfD5Sgh9UvzQY/YPb/C334dbypa2a2vtCmM+f6imiKeFeWTzFU7L8EACnrpPkR1h
KrLEP1xqn94K8ftvN9h/tLN/kd8urVui0oigfNB5P+EJGf9Bh/53oTJvgFbZsG5DQqw+3cEt/Okw
aRLvztFyF+fsTcuLGe/ZuPzDl/bpV/nPJ/GlQelLhSa1LX+/EqJYIjVyhuBOUg/1LKgu/+pXX18f
ofj6c/gcB65ebRd/+aZsxDzwYlVAqol9k/rAW+vkH26Xvz8uDK8vBYedwyXgOJ8+g+OnVuabQd2T
gsBKxiKyJ8r3ocnPYI/Pfc9R17ENnvru3RH/JCn/2xfILSRIXRA8NQS37KezvKGDr/tyXO4Z+oM4
oor+t7+QYXrAq3ueUq7hZv39GwTXF/Wus7j3jv2x0qrz1z//Qp+NLxxl3DBKGMHNI4z3+dtz2bSN
ZWjdQnEz73N2lNlxQrOg/+FzKMUf+pdDh9PGRU/s/Q9p59XjOJZk4V9EgN68ymYqrVLlul+I6jL0
3vPX78ea2SnpihCRXY1F7yxylqHr4saNOHGOwhj4F6CEy4FEzTAYnlkWz6riKVQmJPj/c4DKD3BV
Nve+mVRrcNbj1tPh40EJRUd8RIaMKiXjKoVV/KNpbaQlnNaXD63XsKCOmt7H9QCTbEsuuKaeRWmu
AdjAc5JyspXx/l0YxeXJn6ZfdaYeAp2Slu5olrCfZcmN7LEH5l2ke5hl5XhXR9vbC3J59icTMDGp
tA/QvkOX0K/b/ezIpE3iQm/ROs+js+q/l+PGrbaQ+P+ZkWlbnxkZkzjTXTrun/WBmgw0B/CGr41w
82dWhMNBliEOo6RzngmQx+7ZhSMbDF3zcNuKeATZWHSjABDUcDV0jghNI4CGaI/M8MYNRSLyBPvb
n1dt52rnohxgUk+g11iHzFSYLFnyPIM6bf3smfQ7Q+5H3TNSSIYAlBy7f3APMBXrer5OQ6ArcFFN
2xQU+YqMAdWzkfTbmDv9BwpIxl1AiX16/HafXA2tPwjiK8j1pipwnPAMog6yg940vbM0yjmgy8f2
voWBdacE6vg4BGO7NmqSLyCdEP1NFMAiTnUfk+zepCrEhmDIPrVqk25kU8k3nEIJHGVp3WXSQPEx
oZoheZTs0zJFmd4ySLDIyirzfBhCdAUgMVkcXi9hVe3ddAT8nqcu+nx+/WAFdbYLrCR6rrlMTkPT
lM9Wh0e3iuFDRj/CM32X1UNKdzI0RgpUS3RMkHNGGlO6y/Ne2vRd/o1UAJzhalF9sjoJEDlUtJsS
EOYG8SL7XrXLAxkukm6I/XYHSY9/4DDso9/aIPHMdnyy7KS4txSn+xKAK6CU3BKMoV2Lxo1HOnfQ
SbbBVobihGU7P4fYiNdEWvBpqFq8q1IKQgX6rKcskPtdX7fhMwTf7TGHD9XY9Uk03g8ldyzivNoW
XtCEpvPBy1daqQQfBn006DJG9Ib0zTfVLMz7cUIrD7qqHjizZs0D1SrWgBa0VcR/58mPBx5HpCB5
wQe9wdzG8b0kDeFbRXvvprOUdqtlOS0HSeX+sE3IDLvyRSl0ejqTleb5D0OgAqAIUIbt5S57HSgU
/lBNtJHWPRAZWM9NarnuSCNJVZnWPYDb4RGKY4hn0jhd5QgFrx3JQVlPmiopNhm2BxhavgcUSY8O
Ul/3lQXvsaZIqKmPSAuPBMGbpHaSPWl3UglDhN5ABUHRuoPp8ejApXZHl0tOY3/Ljb6DuSRHDwt6
V7QiIFBValeHpc7szRjSvgEkgDl+g7lFXqFog1CQjyo3tF5qrkPwkZHJ8nNIiQ3Vb75oncmr1xqj
fQ3b7oOR1n9XjRN89KAw34cRKGUcpveMKGe/CcMyeCosg/q91Mqbsau1QwfnaYZYpCbToitnx1z6
a6g+1+sAros9LSHKHpFG/6Ot5a9SmT0GpC3bxE2egrEB3u9PchOb7BN6n9rfJa31cOFUxX50PP8+
V5Lu0NDY/+x0uf3Im5/yHL9gBNKAxiDJPct8CAaYWXWwbJ8z+go+IiI1JFBBlkoHVSfSMwqUifB0
9VDaHmULRA7N1H+VQ//Nhdj6H6m03XWoTHggio32swQylFYQA+72Ecb2AszXxDsb31Pt7Q6y5Q8E
Og3p+iptxj0NaPa+LBB3WanVBpWKidQxbNXPdkt/SAJrB2dCG3nQlU4ATg2tMXBGDrSjADPUJx/S
mINnSt9zRwXgUKU/PFDCKJSBTuUnuD9Bw+a7fiLg7CSoENQBih6UgX4GcV/TK6+ad1ksQ+oxkb+1
htod6EY2WWWE4KVUUT/YKrnzzuy/miRcviulpx68CD4XsCz6k+Q75YNkDilMlnrx6GZwGOdV5zxm
VUw+3imqVYeY+2qgw5nKvUKqRc8p9tZj6C20T17evOQcNI3Xo8PzgZc/2hlCqAUVvVtD5hafsnSj
mqv4QaM0Gyw0Ggu3FUb0CUSnyYrlyISNwp3oqkFZpnrunxLkS2Cegmn89n0lGtB5YdmmAdE9aCfu
RcGAUmUGKooRJwAUGEJV7jsHIH5/msWz0EFX86yiwpQdYxwClbZ84b5VxNepoRCQcpGrpGJoAZaF
x49MwRfykSg/yq2UPowUKXcaJPdwVaN570u9/LO01f6f0alBKVpl/gLE/lsUSQ1tS7K8lWLNPDSd
U7+UxQC0Gl15FB1tfSd3UfP99lyLbw9aeQk8LF7rmsE/tiwEtQhso1vN6+rVhXTOTZK9mtYH009I
qZBUlKxPI+zflE4QIVlY5qtZwrJuyzLCqwbxu9ghXRtwLWZmrbyacDP0W91CXr1tgcZMejbdN5jd
sw8duWckkTUU4m+PWzgpxPIOEZHNY4t/G1fPuojWb2UYUhUQlb8F4VzLGzkA7y69b69d2RFOZKfb
JtnsTH3Sx9Z+CUZ72EpoOf39Z6OZ4r+zHd3YcUZjDqPJIfPxqQ19k+iRgjblthnxYKrT+5TcEYcS
sM1V2k9tpK5Era48peWdJB+U13d/HjguqR3eJ5AQq8K57FHdivPSR7jciOnMLtZKaS9E2sKyk6+0
+LxCizTM1LJiqJcTRVupq6Ho4p6AiFHKpJo3WNQ83/UA+pX65T2vk34li08HojAQL40HNaiJ5+me
OPj6HfcujXN0Ftyer6uzS4r53I4mbC5Y+2F9bez8LQnsnZTeDfKd6X5vYGCy/IeJLQ+y8DBasjq9
Rs6ewVNiG6scXLIubAKxg96jE9IN9C5/M8N9V34bx6kTL1hDobLy9b2cbdCMWxn5QynBhZy9OIG3
uT3uyf9f/QBerxrsEzLXneBewYeOCb2T+VsXob+K1Jch13fZUL7cNiPulV/jVKECgYhCRwFuOg1n
h6qk1SL3kVCi2DwJeElPZIE38tg8K128YGp+Jc9sCVeeR7uC3pRO/lYlP/xiA8hpB+PcyoGPjbZN
Kf1JnaBOPt8eoHicNUVDxVoGlkyJQoOW9HKAhhqSqB2N4m3U7+gYprKy9HyekgmXKzVZYJlMWp1w
dcKw1IIKCRio4s0laA40OG39Q4kCE/+pM6wF73S9LX4b022eupfDKZM29+g5Kt6U7oHiXk6LY/4+
b87Wx2vg+ih8UJ0gBX1pAoS4oQ5yXb4BJVzp9mMCxf+714TN5mhMmePwn4S9ncFuFXh+mbx1nzpA
9u/MxU0DILvsmIoyFXCgd7gcgFY0MVnzJntT/wbhWX58z48n8UPICV08mR/OzuRfL79Or9Y46K0f
8DoNmp3Xd8VzOLTeQnh1eS5txYF/WDfhviBJTj5DzGBVkVLlslyMr4CrPWQ2hmgfBWW6Q/yMZsFJ
R/b2qC6TJ5M9drA1RdVTjES963JUSucZNjC/5Jj5n+m/HrsvTgXS5lWtvrgQBif0Md42KHiDK4si
NQ2NM9BeqmlydNQSAh89fCyR+0al83vUQfLY54A0QGwf4EJ/SPLmuGB+Wqbfp/b/zUPDYnMdq9Tf
Lgc8aMg52cg0H8OiRNSx+NKgPasBNG2DINi0rQthF9S4UAmaB7MJP6DQebfwE+bmHOIMUpWaxXbV
hTkPolJTarAbR1XSntEMeWpjmPUBVf+0s/ELIdXadPyvfV8+Zb2xMcogXIE6Ag4afg0l864MpzYN
BcVpxNbV8oGWmO3tXzj7AydmEVVjv/MUupwjCO+gTqCb7hgn2tGEGp9eWUi5dCDFKY285qRya9bf
6FlciGBmNwe1FcVkbZSpBnZpucorpBfCGEEj2pcrFIjg20e7BU0I4yO8Ulr7NzKHUr9060/eU9wU
52YF1zcAafBLaP2Prt6Tjbkr2n/67u/BOxq+swn6L3D8IXnyAlQVKgZ/we8612eep+DZoIXphps2
o8U7SY5SBIRoDIdX3w9QINY01HhhogYhh+ZQ59MzCB7vG4CmH1BjnozYWpOs3hWj9ZjTxWzkxr0u
A4zqkYiLtOJb55cSwDz51SCptVOadJt3GIDe7tWeYIskAfe2A4U7DHq7oW1+ZgmdwkbqwbkDFwEZ
TCWlNxbtghC11C3Q9Wd0R7f6OH6h6/PBhqic2loOpwGScZm/GyYdL43dgpIhGakeGUEY4ei3/hi7
3gczlV8RhlrD3oKEcp+C3R02Sp4e7ELZpmbxWTHdjZOBpOxTG5bKxIy2ecstB4/KTodGY+0aCTkv
7vECweDSVH+0hf6VZueJYbvelonGOy57QOBqAnvSc+R5H4oAOaOwUpEeaPaKnt57ivZs6qQmlabd
Q8MGFIaeg7WHZknntY9Dpn/ope4xDYttRqfBurVq8h3e2+0DpswuOdgC4nVCCC7by32OByCfRxru
SPL8FcxUsKqdPge8Kx16T937Ax3CCd295rhHs+FB6d2PftCtFXB4oEu+po10pK1zyTdeHwO6PEA+
mAQBJjRVgmPS4N3NAz3Lj1Hx3eAOYJF0AJuS8pGyoAN+UBq+1u0HDQ2YoVy4+H5d/pdnkLI6uAAd
0jWL54Vwv9r09wH4N7Jj6dwH7fcg+2yPMBTBd5k5rzpwx7B58uS/aYVYZcUzRbl/Sgh3jTGFdPLF
BddAF+dGs78i5rdu0589FL2xhLyOAi9HDEAF/iJPe+zRoYQW+tUJ31V0nu6VqezMI3KaP2pDgucK
Qi+nvjbkx1GvH9wheo0C+Ic7UEEL7mLGR0IgpVCIUuBLJA0jTFQXZEqpgkA/wvOsTkUD/zvwz/iu
lqzvPRoZL4Gj99DEAyajw4lmNWTfdrf372V249dgqenYhFqQjFEFE36CaQVJh1AkwizFp6Ez3lK0
MhIgtHQtOfE3XY4XrszrC4khcxsRDxnwpv0qAZ29ViTZy2QjYnK91DG/6d0YA9wc461nwXRtwP37
MYnKlBYOhb65Gnzcvxgu2S7TsWRqQiL7oCQ3wM+LND+CD4UchELnCqmjt6BOAG8N8r3upZsG8aHb
Vi9fMP+dZB2qYGs6EZoqnMZK9l2S9tMk+/EaQviNZPXvv2+Z2N82xIg8sNxcogE4P+rq3gGPVw/6
Ojc+0RVDZ3a/aZ1tqgT3Q5MubKDpNAiHnSIqiTEAJ+SqxCgs1xR4PFybGVWcD60NPXXXfhwBct+e
wl9ptks7oGjAnJBsJWV5VRAuApp11NQqj5VivFRu+lHKWlpv4juPTAx9oxvY+j7U9XBfQxkOToB4
tNwCkG5XTjI9wZWFnTT59Vu/R0hqoJqVDKNtl8Q3L0aFd2Ln0L2Dek2566IPt0d/fclMg7copeHO
6XsWXFIP9d0YVAYtzkFwL6PoBaXw/WgjCwP/27tNKbDIkWucMo9EJpf3WTDg/wbg0McmCE+mkTnH
SMmdnReqPz13sBZm8Xr3GFiz0COd8vW6+BRDEahRQtrWsTYJ0EAcbqXbRF1wOtdODsZRcmk8/GTV
5E18OSYoAoOm9vvqmBvltkqarxaUNIZm4wWibVhXj3Q8LhyL6yM/mbTJ4XHoeQIKR14aSivuFUxG
Y6dCzaRID3IhdZ9vL9asFUdXeYLIQErEw6c5vYTEGoul5ekxbfWTpvkLc6dMkyNsdB6yqga4iIoK
beeXk0d3kk5X8Vgd7eRnqWbrAtEer/je2zyocurtELinx5EO5BCF0PcP79y0cMY0Oj89257Wrcrv
CqUGst7SjHrbiICXmbwzmWJnYsOEFA58jrA70py+3FJrjFcoHV4TSkp00E5CyBIt50biHsrBv49k
lCZ1Zcd/BYWW4bUPlK9G5z+7FqxaMfK/6F/QuKwjHBi4L23wHCnZnaaFGyWIFnbW9Q1qAcEARAaJ
M8y24ppLYetUgxkGR0jS3pJs8NZhPTUZoUkCP2RyGCjQbooKFOhAp9LCZP2CBJ/tBpDZusNGAE8r
q+q1J4o80taQnw7HLuqetTr8QlyORlpHTR4tIquPHpq8PeSW9xUuix08ZBsasbr8EaLvba31HxsL
BvxxhEfP/KxIFtQhOm1PTw4k/ulTHSQ8O/DYADEH5wm59K2SvPiRu0OJa9sjb7nS6vIBCreFSExw
5ir1wQkJ5FA34H9fvePdWI1p+22so+1Wzc5VkGfr/CF6aI3O2vWUGw5RJ0VLJ0tYyckq2RqKOySn
HQqVglfXCpIncS9LR5Ump3u5VFDtQB3ivskUeF0qT3mRrKD7zJMS8kBKcYixVFGyLtso+jJaEYQE
qj8iM9l08THIoYtK6Nd7Hb2A6KrP/ENGLf72WRHuIX6xwgFxiO2pfODYhKOSyzG8nJD/c96/RsOm
gZWnfI2GhVhmycr0uDmLEfXCGCOkfKRj59gn2M6zk+nTtNx5vvSIDIq2cKAEJzplSll0XSWuADxJ
1fXSXCSjk0QLZnGkEDVJF7gLZ2bp+9Pfz4ZTIACkFLJTHIu/0bbU/T/8+cIuylF4sxKJn68PWyum
827BCSvT+C+OvDA/03Kd/X7VkCwZmo/i6Iyv9idHOfK6pjkmIWWgAYPaQxRQwULxeZTebu+2pYkT
bp4amhngO3pxhHhH6Tcgef7s+8L1kudJ51O5YWHGLWz+NFX92feFGGAYh1GSR1YmRQxDf4Mq+o++
bwhJeMtBVyKjv/pIaLxS9OdcWjjuQnT235MBNTivYPpDxCCm8uoeehSpONr2qcj2vb5Xqm+3x3Dl
eX9trv+Z+PVEPttciBS26DF75RE83RbZaliGUaawP0vqhA5LFmZsYUC/Yp0zazYcRvUwchTJFDsw
MlT3UHDeHtCSCfXytMA14WjDdNoJDFJ9rSqPzbhgYv5c/J4zwWEpYelBTYsJunVp+kfP8fYQlr4/
/f1sllzFM1K04Qvu+Lsy2Tan259fmqHp72efVyRYj6KRJeftHzSbBLRT/YcjEFxWFyWxGcR2cSw/
qOg4OAsLMP2/X3lEW4cpZoLcU2i7HEFOggHG3ao89km1h9yGFqB1iwSMOxxvT9XsSpwZEjygXUEV
qppleXRogTCRp/IWYpDZtYCJlscR6Trnl+8/Wws6EIcQdqryKCfRxmopTxQvifUuJQb7P27kzIiw
n+iI7E3YgMujGXg7qExOUWtt4NNayP3PuhJHt4G+k2AyxfYEOiVbfaCz8GjvbR8Y3PpVG+5HYwH9
Mbv2E18zDyLQ/GK+12gryU5NtpauHEL3Qfs5opz25fayz9ngLQyvPTlc4kJh2ROj9LA/5sfka9Wh
Db6HHTHPFkB4c0tPRZ3gUQEfZzuCETeu3bH1SBiZzaMUf+nL51pZCOSmC1Q8J+Bw4IND1JIikHDS
bQeyizYBYAZB4AfVKR4l2X42jIm23TvEAVJA+pSZvj15c2fm3KhwOP28aQvExPKjYX1bqc4/t78+
uzRnQxJmbUDMs0sgKj8i52d69/B20hxaNwtAi1krOpcuspVUkEUZltSzQ+I6rzgOWz94sf1vOhG/
uuCHZyfKBCnFA1ie3iGXXoynXt3kucIGiA75TjMXFn92f519Xr38/GhDwAmVG4vvNfRyH3H1jby7
vRqzGwxwz7SLebqL9dcxoVqm6j3vHYRNe3o8bcVdQXm9MuBijO4M7V9N2f/siRFXlZdmPECrfIy5
1JPxNKDxfHtEYk3gl7PkiW1pPEMnDyOcGauGPqmmvflILwGMlXBhGvYOXCFSuVD+Jv8oSxIUs+t0
ZlA4L4GfJWZSYhB1jjZ8gcU3yRZumdnt7KDK6oCWJVcs7DTDKKlsp5gA7qf0KkRi3wtwNdb97bmb
3Q1nZoQdx7E3RivBjJv6sNPsvXJfqPuBLAxMySsPw7ftzV045GFk3TBYJ1AAlzu8SMzMSGM/P1bp
a+R+T9xtZD1CRxwv4QzmTuqZITG3j2BoF3k2huyfMN1r+vsKXr+2nDE18ioAXMlJTPN6FgTI6NnD
oofHtLWdbcLht/K0hR0wP4LfJoSp6sPAQVAt4aBC0G9Oyn0LJ3Nui/0eA/DjyzHoMHfaQIExYCIo
n9DAHwCZ1stVk+gLyz53YAiXJnAp7b0kby5NUVegTaZQsmM2QvnzjZdj0r8P9/ufkOnMhtgs2FYR
7Obwcxzhu9J1BIxgO9u62lKv4OyyaDRaIZKF2peIUbLLmGbhwMmOCQS22cb8fPuAXH+ehBrBMHlV
WzOugFaNDrEf9PXZUU3iDxDxrDNl+Pu2iet1xwQ9BBTfqdSyeS8Xo/QqqwmLFi0BmrbsTxGUCRBf
Boa3vW3n+qwzCAoIE6BOoyoi3PuBX47GkDjpMQ9f0DnXc29DIAMl919FXi5ssOk3X4ZNl7aE81j2
0HbBo5Iehx5Jkp8O3RFOgaCrm67j5KmqHhRjwQPMzSLwMUUBPsa/RCIIKEzbqAj69Kjo2xoRb3TM
ENtb2m3X/pkFImtI5DzxMYj9g42Sl4MRSOlR1w4GLIDBtvoyOHexeld0328v10zS6tLWtDXPfJoH
2zAbHltZB4V3UiByetT1SbDlB33EECDmEPE/pN13xznBKZwAVrn9C2b2PkllQNawH1JWl6cpP/8B
bgazTYbIRXKwYH9IFxzqzIpdfF7Yj46WV6U20Bwi549BgRT7XvIOubnw2Ll2dczi2SCEnWiDcbTt
DitFcoCdY9TvG/3r7XmaGYgB0IJSAo8EAxDN5TzFfdH4hdGlx3/i7G/gaqvUQTJhc9uIovIV4Ugh
BkedWp9eurYYKIaeQceixpGKvlqrH60FveKrHR8ICxrpoDfPcJ37zqfbRmdcxrlNMVh0zVFL4NRN
j5ZHw7/9GTbGrQcQKc5OrvPuYNu4sCVEWKHrqKPm455seOG7CCp4qG2U4cu/GJFFoZZyLTGqSNqS
jpYe1QaHSnU+VQntgBupdVCHUNf2+M9tU7/i3KsV4/TQYAWm7gqFU4UpxKU1I6qtO+shPkY7bWf+
hAUqXn8o9A+0y23b5iPKZj28dgFQNfBsQfziZE/IhgYu8uUv8fAS9vfQzd/+aVcnm2IrZTciAI2A
if+53LE9pSKJZjr1jVzAl1L9qKXmzz+zIDiv+n8WtOyYOq9/+PXp0J95praE5A5VHPWtVOptF20k
lGRv/35TPG3CDE1/P7NQutQIexkLlvIIZ5wHXYDxEC2d6VkrE7kPTVkyADzBObVKATt3FWtvSKvb
q8RI71S33Zqtdpc23TdJdXboph8R3/lbCZtdbxQnx+9evTDemzbK3m2CZDRw0P3tsV/vDhNMv4xq
Jxfd1MhzOfZoolCWZdoOG+ezaX4MF5JcS58XBq2P0JF1Kp8vTTRSdu/D9RN3glAiAKDFn/IuZXHB
jxRRAM9mb7hv5njX9PuwX9gZMz+f75Ns0gFgcaiF2QlS9OJdSXHfQMVCqbxUnp77vGoC2iObadCn
Ml0DZxtPTQsFrrTKeiurp/Ih8xe87NznIe8AU8kGJwwUTk6ka6GnDL371niHYVcugZfnPk9OGeDN
RK5zBdpU8szIQyn2TqaWrVQOzrsPPs9UOh+gPdJwXppw1Wo+ENBYsqS3AMo4L/tQLEnuzg7gtwFd
eIT1jamgpWVLbx7y8t4+zRbC1Gl+L+4EdidARdCSIB/Mq9wreFpSv3XmnZyGZz2s1qvB+BcblKY+
0A104DGUaYhnOwhGwhCls0p6Q+zKeVLrpZrdtdPihQ1ajgcR9Waa0y6/b0h1LQ25EaCUsBm8XQTS
crxz1Pdv1AsrwjlQgB9BMKgFpwAtSGRc3p1jJTl1PgrhCoyh2cuqlu/X5X0dwP+/ercTvfi+sAr8
ckLbQA9OwyfL39nFgo+evIywj/DNGi9GcE1oxwoHoSrKeKDBMz7JEFO69kcXbkHpoaQ4ES4MZGbH
sln1CV0LO8kVOjIJmtyywqY6JTYE62vk+nRnIVd89Vq0qNucmRAu2wLJSBxuUZ0iM/N2fVrBuTvp
1aD1Lr86UXOqKiP4YOpttILZUl/KhsyZJ3SXed8r9EmLaGk47v0yStXyFGuetS7HEl0PmE+ec9Wq
X8LcaPZAF0M0YGXjviIgXqhizLgc4Ci/zQujT6HplXVJKU+7ov8SSQsB73SbChuFr8PFi1Q9rDci
GNIoemNQa6089cqncjwViGsokJe2986kj+bd3971c5uFLh06PRyVhIZYjLP90qvV1oYfPvbQ97U3
hfFjErS8bWVm81MkM7h+pwjlCusU12lm25lRntzy0W2DTZ/86DrIdpqttYRwmluciSpw6s+auiOE
2z4NiqKwu748dX7+VpreoTO0hdri3ApB2IUNmUUCn3TpTz05zOVQy+pTqwG+tbQvkqvedSaqGnUC
h6mlvPRuunBHKHPjAhIxEa7hPK6STpqH3owuYTRRUnTxOnPnmwcl/jnS3+Jhv23az12IKvW4CwBe
I951lzj6rqitt9trObdjzn6IiJ6oi67045EfUiMMZrbHATgAzCi3jcyd8HMjwhQXTV5FOUpLpwai
ceklGg6GtZcUbeXKJ6TfqqVDNzu72nQIHGJ7+tMvlzSIIiPKBwYlx5P04jF038es8SvKpcH+twXB
aVjoFyp6ktanskA9ZkS5F2GDu9uzdl3IwS8jDm9TWSODwg1wOQxAz3KnG0N1qqTX0X3I0GoKlFen
+EvR0jvdvasg5IFDZOF0zy7WmdXpvJzFL65VJWk6jNUp7tN1B/ET3NkQ2Yz3UYfSMZJIhVdtFkY6
bQDRS4KdtWAH1MCNiw9iVMZCpwr8+pTG1UZW7pPuL999zd194W0T/74N+lUo/aiypbHObpQzu9Pf
z8bqBRMflRdg19df1Kj67KZLqdjZAwYGzIb0kA0jtqv4WV11Uu5WJ41433xC3aBWdwvTNwVLV9M3
TR4AbmowYlrUtaEWD/Aopxq51ax31qFzNKtXtXlUHGutVD8z6x/Fe5Haj37+nLwbPsg2Bf/xq1nZ
0SApFCYxgSK+gH76hN4AWr11sbAh5xbp/PvCWYMitws8ne9rGuL2a71ZeBDPXQDn3xeOWdTCIx0p
Id5pINPrwsdDqQQ6tMJCXSrpEX2BHQz9oFH+05EJRw0xqyKMbUaWjbA8oUaUZAsBwTQ34s5gYXgn
kEW2r5oIlMHmOCc5O8O8c8xPdkXcgSTe99sb8HqFLIirTJm2EkJiaCQud0BYc3UPUEyflJ2kITKt
dpvbBq4P0WTAodPjP5e0sMVGy9O9vmgx0H+u3b0qlyuC0X9hY0oCqaBN6OyfBnnmC/QuRhTS96pT
l+6LaBure6RAbpu4Xg2GwbuTSJB3KC0ylyYcr3dbhKXpNgL6UUMfwm24jaKFgGZ2Nc6sCOclUXut
bHSpPCX6l1B7cZLt7VFcXxCMAuIG4r9fMyWMouk1Ytrc4IIovlDVInrZ92qGXOwjqtxD8WwjFn/b
4vTFy13M24fIjDZHJg+C2st5o3wApEG1q9PQ5RtJ21moCFbtwuIsGBHJVhRkBGkyt6qTn7+MBjLA
m0pZCLauPc00DkDvv/hbKfhfjsMNw6JvQ857QN673hol3FMrPdx0/ibIF7za/HB+2xLOpNzbflyW
CRFKvUdMYtR3ob1wKqefe70sv00IyxKGcg+tYsztOdS0kCBOaFF4MdSViqZgWS69E8U+IlKLF9Nn
ismhoFW9Edauk++9uXjLQDrIKCRWyqa27yx2ohQ/FP2hVxYO1NyxPVs2EXwSukXPP4STmvLYRi+q
t9Gdfb2EJV+yol5ujtZoytGCDHeK9vrwLy989Ms37qJ/c5T+t2amkHfJazVoHA8rvgRjJj3Sa/g6
b5uY8z/n0zX9/cyR9mZh2MXAtoDITe1WaOz+2fennX/2/bJBGsutCobQf+7p75cXSpazv38q1MNo
x4NdXO4s0zMZicv61BXj2s+e4YX7FwNQaREHoSnjSgU3IIW+JneFRkon/IzYS/7pX3weMgFIuQyL
14OwxGUvh03bKdVJ79HxWasLTmx2es4+P/39bPp1yoTwKvN5GW5bMndNsrv9+2cPwsQzMVFvEdAK
r8XAVbWhVdzyhIDkIR0/oReJWlS5bcql2HzWgU0ZbYcEgHr1Tmxgs5XKkftY6cItylU7ZSKQKNWe
5ucm5fU43t0e2syTbsriMSxa7+DzEm+yqA5JD5t6eWpj437QEZQZ2o3n7DXrEFlPXcKMttLKkhbs
zk4p5QBSDdNT5AoS2ASu17ik2LqIjkTFXuntc5r8ZRsL4ebcpTOV0siMQiB0VbryIK8Y0OUhkxjx
0tfdbRChDd/rC2bmtqBqgZ7iyUMlWawxSbbRSKml1SfTGp21MXb7OICC+/ZazW2OcyOCP851qa3h
QK5PBZm6Rt0NZrSqir+ydpeXC6HHNdaEm+3clnhkrcJt0BDAVvrqux862F2MYDcgxSPJJxlKl+Cu
5v+O5VU7uqgMLFxw8/MJO9ovDr+rmpraUotEjqg+GTI6J1XzpLvtX7dnc84EWDd6/wwwfFc9p+gR
KhGqgM0J4YfVq2ssdUrN7fDz709/P/NKfhe4eqXzfci417EJD33xbDXbVNvfHsfcDge7xSOBANi+
yrCim4hMUZI1J7DXd/DarhPwdXGz1Pw9OxyDR8hUJIRKRPCB8lDZRiilDMdEuc/coZGqwnZJju72
cGYiUvwQzaMWd51C9+rltLVdryGaI/enDE50s+62o3KP9q4VPKvlpliKSWc2AY0VvA/JHkOt6AgB
oxT2HVLt9XAyve8ohaVfbw9mZtLgowW5jzQtz9Griy80h9bwrR7HDVk6qrj39bjHnd628ivtJoS9
mCHpoVpAjqB1vZyzRG6sWGpH5gxKGc37GNLAnhpvUnTUrWfV2xkZZJsGMl+htc6GbJOW8lpHg7WC
bGijlUsV69lR69AtQKpNiCyWTDNdzsyiDoZTk+yzcRt1QBIO4QJIcnblzoyI+zHSW6WTwwEHlaw+
ZuO/eHwrNM7+bxDCnMLTFEaGlw6nsLrvULaGU32J/2NpnoStPuQg+lotYQjhNydc248S6uvtUnV2
aaKmv5/5obCXhrEwWQ2/gn59HVTH27tvaRRC8KvXveLVtBCcwuYA3tZtn0bn0bG2f2Zl+hVno4DS
WbNC1IYhqH0wfWltIDoIq6u+pM4zP1ucVkIGKGTF1GGmtu4g+9lwquwNdOHq+4FWlPMn6uX/fl8Y
BxgAJBw6tpUySV3ehfHCU2HmNrj4vhDJu7GdUKQvh5M3bl1lV7SrPN/dXopZEwZ4i4mBFoi1sOCa
7SXIyrj9CS1bLd/SNm0qC6s9uwpnJoRZKrSSLsTEG05J+Qx5P8Sit4ew9H1hllCtjQy/YwhOs0bu
knN3+/tzUwTuU6PZSUH6Q0RWyz1qUm2tjifDfAvlb3DPIPS6gIeYiQYhYsHvc2sh0yYyHSOIA51W
kMsnQKDoPp88GkTC8M6yDkHbLyz53HwZE5peJ2RnRIKnUqrcT7KulnmWPFQIOtAGtXSHTakS8Q4D
5QRMiCLkNZ9UKY995vFGOXl6th845ejvyCuj1tahFbxY4biX1OqfJjAOY7gEQJuLORgXkHsIla75
nmrDqL0CyMHJqSZUsx0eVHr5dEjltuq7mRMQMKJraOqyICC4woAmQTeMZFzVU6PLmwZsX7nE/Dsd
DnEmzy0Ih6ca69aFrEQ9dd3Gew53/U8v+Rf7m0L7RHeGFsFVXNMNUKqZma6c5GRjues0uguXunjn
thx6SeSl6UyY6RlzYfgaDX88ZSpixBG1b2thELMW2MuUu2nnvGp1kkIp98ckG0+1Hax8iHi+v98J
UH0CxMw/MqO4vLIGJdZqXSa2NGA5V5InN5S20rvbqNhO50amQZ7di4E7ZanrfDiN7srVVqr6Lzzx
+fcFZ1/HwxgWDoPQvH0tr2F8vT1Jc5v1/PvCZoWt3TXClPvK4Xmk5HQ5qsfaSLa5tuAu51abEgG5
eh4VaDwK8aKmum7RRe1wikKYMdSKk/3+oZCcA2enKJS1rjIpxFi91WldRxoq2imZ/KQhNR33xha8
yMLzeO55TkcLvC70nUyNosKyJOixxgZkO6ferZBrcnpllWWdvtJTW96mahKstRZtKEsq612h586x
qfriA+o/0h1KnOp6aOW+XXDhM0t58ZuEpRwMGbXEmt9UpMh9J99b6a1Qn2154U01l7G6sCNc3gH8
YIWslN1JS9JVHx3l8KOHhnGfv6L21Erbrv6om0sIo+tuC8uCGwrUA/hJQkMxMDQUcq9l5LWnSEOE
yKGkWK5ok7eKbd7vLcTHxxDVnfSDPr6W2pJex8xdjzApbgSS70mXVXAlkhN3joRo10lxvoZIIQGF
Q9U8zR5cY6FIM7uIdEJQmiWuILy49CdVH7l0B6TtaVR/xjbyAmBi8gF65/zdIDcLlKI8YS65rHjy
XxoK42psDKVpT125m+hwxwXHNZ0A4RYEkMr1ZAPju06LWFoh2VmPEGqD6hAh8378P9K+bLdtpNv6
iQhwLJK3FDXYsi3Liu0kN0RGDsWpyGJxePqzmD6nI5X4q/6kP6A/NGA0t2ra817LaFaNpSpnL4lx
cBvgPSD9ctUMqVtjUTGbDSfAfBXprrVfDNWAtkqE9K6aJqWYtoGIwQ/Ayq6B/1CVQVCJkJ6UlZlj
O0wQYWmbMd1jcMxQXeEF/Ys0CLTinPC1UGO4PO+kmKrRh5QTwJX00Pszspf5VSD7+vvzv5TGmR1M
TLesdQuf7988+4nTPw+rLj4vWQ+b8GKIoENhy9eZti+Bg9P/eUb8QoSUcNCrWGBAEmcQvzXAmK+A
GhSUqgETxSnIz3uaOBj/kmY4dW7YZxmU1o/b9lwlYP772TmkRtIKd34P9vBZ+5qXP//i83OTOVJ2
6O/51cV49nnTZrHelnjVKcio7ywVfebirwemPAYW0AyBlODlry+AqV1OSdufaiAf6mmxUlWSlhQ5
mkf/T4ArvQLm5cKzI9guz33K89WA3pR4KsC4E1Seood60UeYEe0w9AK0K7QyXy6mGrLJn/jYnfLm
ZDjrWNxZ2atfY079gQOUn5vbOGWY+F33GCXN3LfbJ7UQU83uCVQjZqTRQiettI6tsmrMlJ3MfAx8
wYI+71azEkuSAEjaq0l1dgtbi3wj9AsgD5HTlXsTyZhx/MGvT0ZRAYZ8ZyePWgOCPZaA6VA19jv/
esm6XAibV392D5lnRUBNAQm2jai7Ku9Ft9FagJ5/p8mrS62ADJYiWlnaz/PlSfuZwwHpkjSqT1GZ
f2w51ENibng73oOsI2DaGJhTf7p9hAuvAdmduQEeSIII86QLlLY+8wfdqE+lGYzfK8XXFzyNi69L
b80Smll2Lr4uDvnwNrp3Bt365evtJSx1aFxIkf2Z3i/txoKUcdz1NAOEwnsbp8DD/tmgwxm8Edqw
jdr71lYxiqs2T1KETjN4BQHXwQmEGR0ScX9h8C4WNpv0sxuotS0D4Q6+j5YAXgTAo7m9cwsuAdDu
4XXCqEIdyjMQUVIIjpp3dXK8Tyl7ML37hn69LWJpizDTBr8WfLKuK0OA5ByMc1aSg0n+AfSfzqB4
MUsKAeCXgGqAvw4ILen6lmNrCQdu+imtqv2QZhuetQF16iBuvbVZ94oAc+k+z3V0gLUAQ+OqNxp5
15IDkBmFdO9FqyIgzuQABzq5Cr954VwctLnZqPXAa76aTclTrY7rtmSn9CcGy9tvAFK4fSoLigYT
wFCjxEZHAFTp5cVC9mjS+JSzE+iXadBo9n3VA1G66za9b4RNzTHx88fAAjNy/plM6bFQoBn7Edh5
T6z4EWlamMR/kXa7kCA9l8Jwo9LssaoaWKhesaGean5s4bpdSJjvx9mDLHqvAmoH1kBB2pqkm04E
erNFM7yrgiBZugLIHM4jKDB2wLq6lNR6gNrvo5idnOHk8UcWBZ2zvX0JloJsgJD8K0Me9B80wfrM
hrlp2jveAsdce839LvDJsx0dCvGcsWfHVNm4BYUAlBBEhIDi9ZDYkBamV4LQyTVhVb0w8raWChZK
8X25oTLl5ljUDb6fe4+2FbbDj9u7tqACzn+/zFKfiLQxSGzXp4TPxRfTCyl9wGb9NymS4YwTAW50
MLqdwBTaJne2GUZ8FRFFIkC1V5IaoKbG8s7DWoTgH5lVPUR1tru9EJWI+e9nLwaVSfbPdoG+p0Xp
kysMgOo4pDefaqS1KwsbNbWoiaw1dh9rwaR6japVSO8+iiKuMx1S3Hhb5CuzDv/bLs1652yXuqoz
9TKeHQmEVRhpi7uHAZbs7baURe31++nJeFlNW09EFFgFZSuhP5gYqNY3WfacqdpVZNKLOVK/eCTS
I6/QK2FZBR6hj8pHGoPIcgIyvQcMOBOw/GsKVvD1RM1tpNM7T+sAd9i+56m+Y1r10IvYXInE/XR7
8bcvyhXQVlYZwEwoscVVsU7KFcgT6CeuyrEsZRDPFm7IGeiJFameU7yoqDOM0LA1sJjUcRfSNu3B
ZZ5PAZylF4rDXgNGsgm8FKB/ne+wIMbwq0LBL99alPRsoD+h71+6VUZCfNYzREtRs6HVRlP1Di9F
n1jtbwFShOQDhRFkHqQ+ZVbz4gLDKrW1rQeIBNYaa9vMdprtb8Tg3PdYpZn4G+Tntg3Tj39ztL9/
hnTbJp1OqJTCjlXdgyuSoKitAN26CD9dhd+0/IL+lST3gpeJ1ROngaTJfpuSfaU/l8muivfK6aNF
8/97Z+WwzHejpusEdlaYIWbtgaOIR3F715bN/5kMycbQiPZlVCK+ZdWI8v4rqZ5Y8ZTqj3b90Ojb
Pv46JuP6tlDVuiRzEJser5EegfX3H6z2qfAQ2v6V6fx9RpJFcDkjZjOL0CxjbTTd0QHe6Vi1mwac
CLdX8/947r9lSXZhike0ATAHZjp54ub3wn513bc+agKdA/us/ibMV3/8nDtbwIooruKyPvstWnrc
bhuLXFi4Ia2xbflG919L4Dh2ihUunhfIvA2AgSGnJTcggCq9nko+4bzcdpUeESGsFKZvfpxSlgUV
5t8SpHV4EXhyiximwmnu/G5nVyun/kC1DUvWsbEfW0VVbVEnnomTVJYlGr8jbg8bSECwGSBndftK
qL4v6aI6p3GdEmwYo9t3rtLois2So2k0FlB9NLBZiREiJdQ8p/GPKA3c6iFe/U0Xw/nJWFJsnbup
MKx5KY6ZYM4K9NMKva24XJakgFhu2C3pRrzUfNPFaAM+DOLuPx2HXJ+nuRgSoPPDNDRj8CKyQXHc
y0uwkX8DVgW5moGtzSIbRh/23mp2kQDUrbeNJ1XfzPKd+i1k/vuZd+gMlW/lfPZxm92YPffO3/jo
AAX9v0VIGlMYRduVFb4/OhsnvSv+YgARF+n39yUt2WKSDjYam2SAVkq7d5NPZrx1wSF9+6xVZyFp
EtdHpt2j8zbF68zZlgQ+lULEov0HMxawx9H2BfTcy5OIUCMC5gQS3t6w1vqftNw6GWZd3M8V3Pbb
q1nU72eipNhMoOoIOmwkAOJsN9rvXHzsMIjeuooQcHnTfq9IululayQ9sIdhRuKPpFppZE9VxE+q
TZOul9mVGS0J3NCePzBvjbZ1UJbcR60HkuG/0ii/VyPdtJGVgF/6lTXxAdaMosdKCfGzeC5gRgM2
PP53NWxS9LU2ILyBgmc0BJ2nVz5W7JF0CsiopTePZn6gJ6N6blwNmwxuAQqZbIDyTdYANNNV577o
/Z0LkK6y609+nkUwhF3zQIuvXbXN3Q5o3S/cPTrtN1fkYSUUi1rau3OZ0p1m4EwfUk/UJ+JsyjKI
6MZ010XzfvvlLN23cynSlUaNJKFGh5WZ2jsbt1mBfuVNaoSTCgFBtRzpYhecZE2bt4ja/ehU8P6e
sWaTG4kdUFCt3V7U7JfIbtL5oqSb7bqdU1Qci3KqANzGEb2fhrU5hL3+7Jmvt2Wp1jVv8Jm9MYYY
jQIC6zLMcEzRnLubhkc6/EWS+3xFkidWdnprjTluOMaO3Dq0RiRRFSHO8kIA2DtPngI3SHLGDKYP
PvVgETpCHpy6fjG8fpvCswSY0V90Rjk2hlr+V5acd6y6KB6M2Vtq7uKdjm7dLFDxiy3rhN8iJIdM
Az6KWXRIYXjF1uBPnv0XfsD5EiSV0MVpPoFWBc4SAGx09qVtYsWBqFYgKYBp4EOXJZDgnqwpMD7d
vreqr0sPv0MHEPoG4E8W1Za0oOj7C5N8vj/Se++KmMYknq+TvtO6N0Kfm/prmihq+vNXrl/671OW
XrqTkC4DmWN9iqvngr7p6Ysm1v9to6QHno6ui3ZMPL1h3MTWSlVTXkz/nW+U9LQdPaLCj3DMHaUh
y9Iwpm8J2vfKeq8Vz/ZQbNBSG3juV3u4F+Zj4v+wrE0BZoX/tkzp+VctoB1cwLefOvQj8HijN6fb
Am7rFzQ8XSrKuK47K54DGNM4DvYuLTZDcjCyt9tSbl9r9GJfSongnk1VASkWIj1rZ40KF1D1fenZ
GyTt86ZGjGQyNP3f5aouwMULbaFrFj16rkfkXBamZIiX1w3CvEKgkdMKvKH5GtUqVovFZZyJkZZR
pYY5EgtWq22em/Q9AlL7X5zDmQBJeaWjmTGgW8CPrWGr+A9SffxvAiT9NXm852LACoohNCYgfCu0
7+J1BawX6ExQutblhmJhZGglApgJumdWWRPkZGto67xX+OAqKfPfz7wHU/OQ625nQ4iW+8FY986n
Ci5/7qoqiSpBkhbzRZmKJMJ2xfEQtPEHu/wgABM59m9/cSxwH0CXArUECtnLBYEjlrpTBrU/aeiR
tXF/0Xx0W8TiE/lXBKY7L0VUVM/TaILO132kdoIpem9UyfrF53EmQtIihSsioArilTvfJgAN/Li9
ANXXpccXuZo3DCNCfB6/oNGMKhSt6vPS02u0xmZmiSPQ3G1pAS9bsf+LV+lsc6SXF3HLbFIXd7Yk
W29TfTpaqsqQ6oTnv5+9irgWBSNzWdrJV2P2hGpupbJGy5sENEkXIL0z/9qlCH3kaMBxsAhUpmm/
osqCweIa8ABApIuWa+jySwEMDmiRU4Y8UZEFoN0ISL9PyVOfGBsj9QMrFaFRvbj86+Tc0+ihxsxa
5j+gc1BxWqrfIT1Iq+csb0WN3xE9j3xDwMahuhBLe+kBJHNGQzfNq0mSMot46Yi+QKOPsfPzMrTb
H7dfzNIiziVIL6aKpmLwO1GcJutnXD3Z7M4C8MIfyvCQdEPPtOmCYgjYMtKzcfLI7MXYVq+01tJd
UsVkj2yPe1ePxFfYFmM+/Au39Zcsx0deDL2vV42EAwV8V15N1WvRmqssw8DKsAImR9gVu6596HIr
qDS6akeQ6XD6AoqDNK93Rlo+2LQOItdctSlF57Wu2IKrZAB+FoHXge4iawZPkLagAeHZqNWCvcat
G1iEr7XsQ4W2WCP7wT1FRHulRSRZkhbJReMxtxjYq+e9Jz4NcqtaJZkZpJOKZunq8kiS5r+faZNR
J5Qx1HZfSRytxyQLcFXXvXIgZnHzPEy3IR5G/57czw+VXjhdxdhrZn/XarYqjEMag+J80sKyUnGd
XD05rAmjxrimBP921crM3ChLgcFTvwIP+s3h6V7QRHFJVSKkNwc4XmJrKP68Rrz6SjVv10WRIk+z
IAKAJuAjwz+Y//wVGp2djD0K5mhFWb9yqq/qd69sFWtYuGQXAua/nwlAwcE0tKyqX80sCmh/D62x
GXp/7ahs7nVxE0Ag50uR/KsYRQdMpVAcyHRwjASonjwAlkaQN204VXegFNhknIdWnmw7Pwto86el
OgB2eOArAffejL4nTw8xp3JFlfTVqzWVdwkW2+mKyGfhfs/t4qARQy7fv6KrdIvacMYmqV+HIdqK
zByCqJ8CAZaUoGidKKhaqpC4cD3mQW7DRp4InR4ysrSneXGSRZBYaiYs9NdB5X0vCQAJgAVE1nmw
Vh5hcwUKMZnjVK8d/zwmbC18FdrSwgX0AecEyA8PKTUia1ROBa8wuFu9Ogh39WMQGunbbbM122/J
lECCjxFqkG5dQ3HlDjDfh0qvXlMwldmsD0j6rXTaPc+HlQF+XMNbDyqKoF+crmdC4fwZs+IBoaQ9
mzAZk6b0WvAlJq4LQF4ejt1P0mrlg+iJuUOzorGpsoKuuookK4ZgPBh5423qwqxWkz36j12tFUdX
UG1bJJ049iwi4I6ZXO2TTlNnnbWd1q7GqPADsxPRLia6vbJTot/j4jVbozHsFZr0gXhhTey+RUHx
wS9SAkZQx3+Ooq5a1xqzHpiDqCAnI3vzm8+3t1y6Nv+7eg8m0kacDia1S60yZLydmgxszelUrS2n
WxMVk6Jksq4kzL/gTG+l3C5Hx4jcg96lYUHbUCuQ9y0VJnhxHbg5QLlDdQbswJdSnCTRQKNlugev
xihsUd2j1VQhQq6c/LOS3zLkTG/dG2ZTdo57qMDBlXckD0oy/fBq3mJSVRxsI1sPg3ZfinI9Jemn
2wclvb4r4VIYZ3PbLzKBBQ52DLrLjy45Vk22KmOFolo6LteGCfOBsTwDYF5uZDJaGh567B/G+NFw
y6DtAq4aelw6LDw0gEFgFhX0OtKlY75eeWVF/YOrj89WPDvzriIZsShi7n8D0j54EOT5KL8lY2w4
wgM9bBIAOGlK/xB659eBADPjXwmST4FJczdv4t471OjUTQO2uX3ei+cwq0HPxYQX5nWlc5g6kMJH
k3eg+t0gfjTpzvxDVpF/VgBjBJBjfe4VlJzJqDZ6gxQRRDA9W9EcMEVln+shZqz0VdN05tY1qbH7
i3Vh6AT5QHAgXIUmAmgcJcbbIXQUgXD2ldgP3s/bMn6drqzToQnQRD8DjjiyBxFz7tAub/2DX1rP
JvO/NqPxcXLst4LPcSo9ZGl01D1+cEx+NLTmMDTWk29MYLHIpxCq8mOBBlVuZSLA/O9D4v1E+/cQ
aMAvvf1LF6+pD4uNuVkdPfGSq0UI72C0B/+gjRvdfh49xTOQmR9+nfHsSwGeEwgvRO6D0Wuj5maC
nSiLVWOs+jyw7Ts2rqh9QpM8+6RXGzRN8nSlm+uJKyoaS6s7Fz7//Uz1e3wcm9ri/iGrJvbVZzzf
sMwz727voRSAXi1RusaF7VVW5mCJDgqw3eQGRvfsT7syf0LeM/CT021xi2YAs+fziI5nIOaV5PVw
kVDvxcMnERLnk+0nAVKvRpg4Lg8b2hiBl4PztPSndmuYzLvDXWo+3P4RkgP7z5rPfsNsLc52Nk9J
66Wi8w4OFyszmxLcUx/N02bAqHnMHRbelrekjTwHPhkxkAm9ohAUFUajtDr3DjZDfS1jQRpFYQPW
rNtilvcW02LwyXzvGgyX64YDkC7IGeLyCRyYEcZsqj1HRBIIK3nuKvdLVQ2feeSs7LZQbOp8HWWt
4Z0JlzS6zuFeV37qHazJe8ya7M7PCoV1lWOrXwcHFCLcGmDfoDlbMn2U2VpJG5ccHP3ZL6twiu77
4WhOB7RKBYjlza5fR6a/wuzElhuqMuySE4FEDcBnMYmD0TnJifA93upsgPRCNBtrKn66frOZnCgs
cqaIhxeP8lyWtJuUjDDzwieHZmpZgIaXLY/tD2Y5feA8S8BuXt2hjLZxB307cesPh87+2Wek2TBG
N69Vrp0lCSY3zEwjh2TYt68WV/iCS1cFgFL/fl5anB7lzZQl+LzNaLBx8H+3H8L1ezNBtQY0G8A+
YkhXngJj+DoQzHq4mvX3kverodg52o/bMq7XABnw+ZEnhAOAMt2lDgG1MUc9WJADDTLnzlQ1FVzf
tcvPS0ljMppVTH183kq0T6XJn2JWPQDma89IrbAAiytBDIMDMWfAV+laZxbg+lk8ksM0ZyrQw0C/
396qa3WLtSCqxtQb0sKIMi63SkMno1PaHTmQYhujpsymzwPMpqj3lqdStYuLOZMl7RurwD4mALp4
MMt4UyGR6qjYTq8N5uVqZNeybfiAZgNyyNpj4oaYbF21CGVH2LHuh/eHIFN4iRgvR8EdbwWQglfY
slPu8sQdMnIQmfHAIn879R9un84/MzyXmttEkA7gRfSqA2ZOjuFjbfQGbo/xM6l05mL+E4xFmELq
Qg5r3QLYqnPuYuCIrwuzbz70mBUJs4HFd6hUDIHw4+kZ42rOnc7y4rksa5BiedR+z9IMqKslmrmh
wfr3ztOcF/iudIfR6XxXW0QE0+RHKwZspBBALgny2fBG11Q32Jq6wNVqyxZnGCX2NhqS6IFxJraV
m4tdXpp56BGeHqw2AdhP62YbSwBMFf2yyT0IYppk5Q4dvc9c8alpyE8X0vetkevPnDSg/zYpaLpy
/9PEdL5t8kyEYLWrH7TOBvRkRO090rfgLIiYgHcnqhFj+CQ+OEVLV5Of5iuGUs/GSbKvw9hS9JEn
xiqurS60WaQ9+WPZP1A/pevG42Jv1LTe+L1uh1PaVyGxp+pkZRiq10RNQ2eC5TLTJFn7UWZtRmRN
XqIO44uJoO5bpJFqE2W82AHlhm4Ya/t9zTKyyqbBvGOu/bF2BkygYlw9GKspPrp6JFaA0OMro00x
OtYYxV5j+te4N5KwbLVTIrrph69CsFl64TO2t4W5WBOZaOlNuJyktt0b8XMknI2f0z3w/QJq2q/e
2G5LQ8UCuKTf0Us6ExmBZe4qCuJuazi94cTPbpJsCq3cRG28z11V49KimLkEBNgy/CPb+5jrBHyD
JEbrDWgAqzJ5wOEf+o5sbr/AJZ3l+WBpgf5daFoVWQJgUiQHD5VXfbMdQBZwI1K4TksyMMsGKR6c
UPQyXOrghpuAQvZb7WCOWmBaWdDkiiH/BZfF1M9E/Pr7mVdtdIUNq9hpBwxgoYm89kFOV9BdzP1X
k3VH0rhh1453QH5YxZqjkL5kL9GfMVuXmVBRToogn+A5qVtHh8HNN1n+peZgBRq/ZJNiHxfluCDT
dQnAC6/ynSkfrE4vpujAwENO21dfz8Gk8mKXH//8TkDG7MWbuH6m5CLVY163pKXRIcrXFn2kfzg6
O9sVGAJ0DoPeBvGVjGEBrOxUwMGODl3x4gVl8XL758vgIv/7fRTOXXBZAfVB8tRTbfK9Mkq1A1SD
iRshrFWpWfH91JTxY2dREept4QVJwgG9DDSjsOwHb2eACja8/UsWLj6msEC/O/N5EiJ7N/0EiPzS
pLiVbeg+KpE0zAV3ADiSSMOhCwRJP/niVXbTW4NlRYeRJ/XaxBDTqnJ8sXLKKYM3ZeQfx74sQ3BV
e1skdepVA/jsbZ3qDjR2lHznMFmbAeNPK7dl2ao2unyL6bFPXhNjRt6IYGcoHUE2psXrvO5+pr6z
T4Xzo6Od/Ti1ZheKDGhMrjP2Ci96YecAcoIThEYHwJ/sFrjI7Ps1a5yDZ2Yhjx648YdTX/MluZAw
/4IzjTHE3STatnMOun2MnTbIrPc/PnxQ7AEDcl4Hcjizhj8T0NqkHAbuOAcTmNiBi5bpv/i+5aFO
DgpyuE7SLbdKHSPYqIocijbgu+Lbf/u6tD1N0/pWx/F1JOVLwEW2qoB24e7OSF4EbuXc6C2nMP1u
tERcMnKohf1oD90hG7xXTE98yIAAOrrxbnDaP8TH/XXmqBbNHSKAnrl6L25v9obImAOHth2+V63b
nCoxxOtSoEXs9v5d2W8LzPDIkeN1zrScchSbES3RUtblR926b8o3IjZTpyi2qkSYlxfMJJUmRM3y
Y1KO4q4zAbvWdEl+qECApljNwnNEnhl8L2CkR1eGnPvIoixuRwdeuhskQ4Suf18hYMm04Tqg+oPW
DwTNUpjWiSrSk6aNn9HFE1T6FLgewP3dCsBA29sHs2QdoDyQvwZsFwYA5ZPxq2gYB4vHz2aGPqFs
2MK/39deHSLTixEAPWyL/tgQ+wvlAAfOdUVm9erUEFSdi5dODTgRXTqkAwKe0fs0Oeabk/BtL1St
tQtiYBrQB2LNFgiV5cvLYTOjTDPdiw6aCzyD1FrHuXvUy2p3ezcXLgbEoNiPZ4WeYDnbgaDRnFwO
U2t5qL3n2YopBJhz1UoKEM8lyIg3fVznfY7HdIiiPiwxWD/YKOFWlvtcTA44ycp912pBY5YhnYyt
7XbPwvH2Y++jZFveEadbaUmz9Yb+0fDaNQUYqAEY3tu7sLjZ6JJGrQex7FXFx3AYQ2uFBztfPxIv
rMD0y0ZF3mohzDHAAAaqYhf7cUUmkjdOP9a6oR3G7iXSX8s8D02dBZPvbIrx5fZ6FnQzCK4tf56Z
AyiinF8i1O6dMs3j57TGqbJvmkfChG67dDuiB4LwP08CIcjRoSd/NSnI7QlZV7IWLFHaYRifAJXP
vt9ezeIVQq4M1xMJRQAYSUkm5NurVpi9dugHx9hrEdFXiWO1q6zOyiCb0FtbcN88TqjKPkSux7c2
CoRhzKOPMO2g3uysaF1YVn4iUR59G9CTC94RWwS9q/GNxYS7txsWn27/6oWXZcPJN4HzN7tB8stq
m7FvROzZqFU8d/VjrSgvLVxZuD/YELgPiCjkUojdUpF0NUwhSMYe/SHZOgRqaFJR/C2IMeCdzMEl
WmjQsXOphhgCVsB74Wi594pBnJVlgjYt0ta392rBepxLcaXKtzNqlNapox10A89jlX3u+j1Acv5C
iI/mmZleFt6y5G9xz2FkKEuoutbxQ+StipCnfRRGTWGsPdbEiqhy6cEj2wffHonkORNwuXVTHvdI
rVTaQSNZUKNO1Ps/c/rEAZzZ6YoHvywLZY253RJh7Pz3M1/VspLCbyusTZuzP10cGEUXVhNBSACS
OaHq8FzSLwAc+lfc/PczcbldmbWTY2lT5gSxsfVHDuzuN24e08YMmlKhnhfFGTg4NCqCr1xGHLR6
w8/aes4/gLA3gR0IqB9s0ToU6CrWzIWNRHA78yvBV5prAJcrczqRgOgdIXqX9DstTj+LyNr2Wrpu
2nQLLCGFUVhQEufi5Ivf9GlRJd6AABC00PypKz7evvOq70t3ECS3hTsSfB+4x0ieo4f89veNeT8k
6w74dBtWDaCJ12xvLtet1ig7LKC1v5tuGFfBtHUEYtQ1jE1Cg7SHAe/JWi/8E4Z5PuuFAC9hjpjT
fRv6/oHV9S7SU8VbX7gx+FkA54W1QLXYnffl7IKScTD1tEJgPUUboXEMpt9rogtokgCnv1h5DVFs
xOK9ORM469EzgcaYCWp5enTwNPHoUP++LLFuHwH2OIL7WQXv8CszcLXvc3UN/GfA9ZNTcoAui0o6
9dh34WAyquwe0bG50dvPJD9VAVtZY7+1IrGrJ3tL0cCKlBpRKO3FPUZLpYXeR0RJss4ZNZ54tjZn
s9IosLUnjMyLekP4wfff81JhTRfvmW3jKAGefw0739QARaZziq7TMRiQO2vPeIgRAtppMFMMFt7/
B1Lf4plCcyPlifQqFLl0psLTx65qokNCXiqQw9fECFNuBZNtYBbt6A4fvXGr2UmA/3YtOj8QbQlQ
/3TVGkB1QBcyLeKgSpDqmx7Rqh/6cR+g7fAp88i2Gna8aX5xCrbgUR6indajh9/eu2yf6iNsBXqn
+KHKi0CPtp7zlCH1GvdPafrFiXYOvSPmF81/H527id0lg4qGXR4tmCPtmQwCKhdFXGyAdJ/bpEfO
SaTRIR4+t2JdjIdSR7EiwQTx9I2MZdAZO5OIZ815KvssqGiCsGtcm/4AlnA9IHoWcNfb3dY25tKJ
zD/JBBAs3E25tSyy85EYheEfSPw4mDwcuncfcQsFBQFj1hpN8sFobOppX9WfLRM2aewCm33S9Gnl
ONPazr7GLUMXaL2ahqPgXmiXBPMRm5H/jLIHv7LDiKkCuYUuV/xeB544Ess2YizJpPCIuV2WOT7a
roA8n9XrBFeGxT/LfgpN417r30obo0nOO68fq8JdU2stkMY3k62lbwo7Q03ECtris0MA3xDtDS3f
5s3T5H6oxVbYh7Y6tv5bbwMw4LPg+R0pvxdsQL3I29XJ3e0DWOihAKwdMHc81E5MpMaktXgekKmS
NrLR/GIEInnS2vuC7sfm6ODKg9+Ysx92eofqKVWCs1ydPSQi4TwHNCa6YWSNN8VVmcUJsiV6H4es
51s9y1wAp1aYM86s711cbm8v9sopnQX60G2ICefwRnoCRs8cK/JreqTpe0LujeQLkCeCVBUgL63L
QqwGJl0b0MCyGo0BxFV0nU+P6NpoNjwpNrXX7r26/wYPa+dw9+ftZc0/+8JyYFmWiaY3H3r0uoeK
TVYfRz6hx3YkPNAT+qGN7UNt2n+aJ5nlWOgHRpoOMxnyW83NAo7xNNFjjrGcpoVt+Mb4++21XJkg
SYZ5qaGzOE3sDICWRzhz3207fp8sco/OB9TW+TcTI14E06UKS78s00YzMu7EPCRxKXNCpWqsBpvi
yqdBm5xIX4fc+ozSlS32Xquqji4el/WvOLnzWctHkdSORY/A6AxB9hHogq3iv7kUgL6GbZ2b8T3Z
1AmNxujabPJjbtJVOQCOZvSPU6/Ksyw9KbTUGGiIRBH36g333hgZVlbXR9q6yYsdT8475ru3ovsA
LvA/5I0C3DGCbxdYPiaU78zld3lQo1PGOTz56jg2TVjZKCZW6Z3fY5BAUw39La3L9ee+bYJGftTd
LkXldm2lXdHWoIOCNurfxhk2avoGq/7n9x2dSaDbgsPlX4V5hVN11LK06shyTAJpVI9X2uRsvMz4
TszsBAPzoHP7D+Gdf20kYAiR6reITzAcdLm6RMta3c0glZsPhvbgK3z1qxgF53T++Xlzz1znmqZd
mbK4PoLLIgvRyHl7z5Ye0PnnZ/179nmSVa1mVvj1HhDD4GKJYUUUqk61glllnInIHIw8knkFU7rW
2o31HzdI0jjAC2+KpsDnZwyUJ8NU2Ln5P5cNAoYA0QMN+Hu0KUsbpKO7Q2BIrz5ybdpWxf3QY8rm
Y1a9lMPOMbdsVAlceC0weDM+rotWU8eXgrOuGayyy5ryWOoMzbo81h5cCqxAH5SEYTxmpuIGLMpz
QbUAY4QmBtlzGJqpilg3QJ6/yU4oWP8AydftS/bLH5Y2EbYOvglBAQRTbdImOqOREk0k5bEgRYbe
mSHTVj3e1ApNSp5bPzeJts6qfqXl/isvtHXjpIecjg4IpFvas2fTQZ23Tg0wafhm96GapmHfeQlF
W7yI6xOeENApRi+37iAHU+A1QOMx364/1JaThjUj+rou0yYg+E/uotLGAFfbpft58m01ND19bhmJ
AchiRe5dF4nsvWwSHHO1Aq56mCO3QaYJxGcYpgnyfMjhKsf+LtH16QFJTO0OLXdRiPPJDnFelMbG
6i3kmFBVCpAyjLLAZMXn3uuMg86Mz14VfapTbWw3WcHRfJhSfd1rrhmjKNSKJihcuwyszPtpWCJ6
szTdDPwhBtktnPMPpG4xqlzb2VE3Ej8PMwIQm2hKmrvMAF5VYsTGPTH06ItPTRPgjzHo4TSamqvc
Lp37Inf7kLRG8z+kfUeT3DgT5S9iBL250pRpJzWrWi3pwpAbOpAEvfn1+9Df7k4RZBSDmsPMpUPI
ApFIpHn5EoO2hOwlG0bF7Yu0f6myzMB36at9uoUp9xjdClfq//XNcR5IOjQKga+Fdu8Bw/lUvxGv
sZQ72rBxSTkd/p8cNhkYXZNARZickcw62mLybYvGTHRH9MNUeWECeveeGp2TJZvONmc0P8TBvQf2
As8Z0ti8ya9bQsqRpG9TX4IykOD8iA2824YvxRnO/4lRMAwDMFh8RR4kJbRpLliBlbxF2nl0i60h
clvLc4cjh9HUyqaRvFFS5Z8qTaUPBor6G5tYfquPwSEm+raYjeEd3WrMZAHzXqK3po8OQpR7uqx6
ldTtS4LiW6HUqWNOIroFmZvGHUmlDIVuyEPzRtraTZTTmH43ogdNexStQ05+3rdnyy+HpA5LLLHR
xBgbzJmzWs9aYNfAYjCOodNibsiWJ8gWuLGXbDcMGQfsM0NAIKqbP5mdUbRtPwkUXM3qQeu/FOQp
UTELfvpu9N9272Umirs6Qx/TpqIGfcvQkpLZ5dZEn5VvhcKhgh5HzA2BW8Y5fyFgqUqNiQ5vSRb0
timgObHeTIEv7z+0BiOvUYWBe7noAoFaJWMjNu1bE7kismwV8phIY27o2MpW8D4y5gZMXkRnPudp
1KDHl+J+it5Qq5VfqiHPPM2M6T53CWePKiij7AciF9BuntFdA5HIVAVlcA2rRnMBpq1q1d175nMR
XN7bFCMBbk0bXLXIz4ZLveGHL7/TfHnOsARCOpZNiOXph9aSdCc2iH0iHalOhBTgAAfQhbseeMqy
bmhK8xp0pTe+hLXq7f5AMwHcpdCVpO2qsDKvkwl1NUN72Ms7yu2AsyAV0ngqGDPM61DULhin7V9W
hl7/aatgw77E3JCwlnjgJFCtkXRka+eGJE57ccypmb3l4+OYo+CgjOBsk/fr7FwMp1Dj0Bcj8hzZ
GxziaHBVcWtg81KlEKSgrw0kYWhyBAR8vg9llMWp6q30DekU2zx14hYib+VDQQDyHYi7UTIW+RPX
giBVWiF908inrvuaSN/j9nJfqZZGCu8FMKGyjmDRXGCec+S9s9TsUpxF42qaU6hOE3nUSnebqbkc
7vol6AEYrRByAs2y6Y842UIzrRzGbCPcYZipgXLjCAF0ANfLoDpSvFEcXkgAsoaRHoD/G+BSdOTO
jzsNS2WUOr2/KtRDv4BrTtLGDV+cNyRoIsu+sQdD5/EHmWkVg0n64aqiFyN0Q8Prqw2ndG0TNyL4
uwe2kCTXE4hAQKB9sraGwy7Uab4DjbtzSRMYodlj+UB6aJGgR1hFH4qdYGbAztk0NlhZdAQgrcyn
voiWZnoyQkr8IACP3bdb2Lu1bTAqFbBzwlItJssN4lTXsTJ11/G1089d8BaM7220oU88Kg7bAFCR
FeJws2FD+LRkDvGBbvYyBsTixei1xwx5QjVtPk9t4+kqIk8hOKij+k+ByFEUth7cJf/oh3wUilj/
FMCynL3PyylMzDKTMU2Z2FSTXEU5kXF0QEPp9OoDjZ678SluQkcaj4EGlsL4pDd+u2Wnlx+bfQZ8
bQ1xPuadsVtxk4ohZQQSE5A1XIwidJqxc+uIuAZmxiGZcd/YLZUfkoAQAEoXPhmy93NJJebqiBGS
IxftXexOorYBDt1anv39ZiNTL6k9oVhe6QcPo2GiZouDYF1loC9IJwIcuqBV10qhNs1Sww56BHh9
gSpeAqihp1qYr+Nh3AXVD3lv2HRzps/SNuHb3UjmEmbB1KcKmVT5UosP1fTch49m/PoXx4M4mWWa
UHjjAakYGFi2RSTLl7i2O8NJJ/f++iuKBhwobjWIWxhAk3OVww6c9yiaKCDm85ryRB7r8mRskWet
fCe4guDnwhbQO6xzl0oNBCWKlVy9CFV/joXuKVaG57KcDvf3wmUAme1g3Tdo4kSrA+r53F7Q8SY2
klipIDr/1qpnTfmnwUinwPpUywdSglQbpd/7Ele0G7zdEqAZuKbIBHIbK5spz0EQoV2KOHIq+XXY
6oFeOR7wMQG1hqQCgmaF07CpMqqhDCL9UkeonEx28b3CWAKqXXfvA/YWvVeweCiKqtw+wB1kGAUR
tEtnHWTB2Zn5ZQczW57bRSpbJYjHsHwtvmrIvqQ78UcfAhQDwRibJ82aOOdWpiqtuBKDQLvoVWH/
NtIt/t4VBWasVQBMi4wQkD/n1Ao68PYQ/ZIOb1UcYGKv5FrGxtu3okyaCVAA4NIyoHZ8o4aVTeBa
LAb9InYdksgOCX/vPmWwpiD0BiwCcCKN/YAbWzzKeSwNfWlcVOnQRoCfHHevjxwIvr5oAXEGMNV8
/VwWeyVCKu+SYZ4U0FZe4u0VoJgMlA8jAiE4jbkAvbVKMoAb4YIsbp07Jdn9WM3WXziCAR4qgnTC
RZQemz+k2LBPy8uMPjA06LF7jNq1wn3/3OprdIlKwaXPwPZjTS/WUL8Y3XdD3TBLS3WdC2J/vzlo
tTKjDm2CwSUJveJBGLwtvNzaTiRcNxmpf+BQ+STeIBtRF6J4d1Wt3JGSb7r6Fna2VIt7IyQ2nxky
EGIALglw1nwjTYngLFFpeJ1UJw8eI/WyW6GwPsjbZAVokAU8iNBBLuu2Ca9IDKbdKel3O1foUfnI
EyEPwvot5r/f7PGRCiUOr0Kf+1ozPKRSsQViXZqNmQxeaQHQM8K6h4wRMyF78WAZW3q7lIAeScTz
AIDjVsMtnu8CrGGWkAOGcWmAvkd1YENbmfWfpT6QJbhdninbjbYqcpxHSIqYlzH1enlwlEx0lPal
UQwnUNAnuz/cgzyGwWckb0vfugljWnZybF3C3ATOzzps2PHl7Zuvz+1HtyZS5zTAfiZbKd2gfUb5
aa/ezkVw90IbSaZIKUTI+gGwULpFiMT+PX8kDGoAOl4UHBfvaTANdTgZqXCRp8EpRvidxckMT33w
YgXhbg8XeaIbWVwWZIhTUg0jZJm1j6ywlW8x3q6oL2NZARUtgkewSHDOQWB0hkUFLbiYX0CLAajQ
FrZlTcBHtIZxBPAPeES+GKodYMBNcKkfCtXygEzy7h/3yg1RbwWwH3BzQyoQA9dVUAcXKUmPYWs8
FN1By9xKdnW5OQWKebgvb0WDZ/K4C4/KLCF6ig0RTfwdpe0pjrLTSMif+2LWvpuKkjya+SR0Q/IT
ItuhzKs4w7YS8ooJ0vpG6nZ1eXQqIa6BJiP2mH+1JFNj8N3S4BLV31AyB+Rvw3CtCQBBNlo4gbKH
V8UpVh9LqEajw/tSdZfOPJRbdJFr6xuyiNYY1j63SH3Faju2em1pF6VyO8lBp9X97792zIiUWMJZ
x/vHly27ArAw4KnVCwFVVqqSJ1lpj2FpbdAFrG3jVgx/waOq6FuEhxeQ/4q/RHPjFJa+CCK+m11w
CQxNi0DUiQD3kk+lU8ZgJzESJ9TwUKXeX3wv0BzCWpkokPLFvoYkaVIAAou5etNPMbWeawy3apJk
txuNDaEfGYSqoCNaFC072rRG2af6RepAq1McemL8zcFbyHCxwgyjOJ/fDEqlmA49wiVlmtySlm6f
eOOWEVk99hsh3BulihlR+w5CgGpDaeY1i/fW31iofyOAiyrRNGemYQgB7ZhhIhDoPP7mIG4EcAZE
rAsMIGKfCfAf13o2rP3xDCC5QFV/VKeRteXsrIhGVTUKDOWiFNO5jwVvohuYq5UrPpPAnbSsdm0A
50u5BML7WHsVOe1XJRhXBVZKQ///orEOXgWVxSbWL2EwnAUjcIqhBNZn40Fa0SUALcGgAQ8U//F1
fLmO0UgvBvqFRk8qAKr7XwpMH8ATpKH7E9UGrviW6XUwdHKuX/rki/lJ2MnAwHJSyKoAloYxcoA8
8u9EVEhF3rfQI6SLle/x+PO+WVoxgOglAZqGcb1aC/cjVKyMTFQQLvp3XesciaBdThudwtoqq/Ps
NmwjAGjhuYYBRM8fH2oUkkGmCew2FzGePLH38vxRLF/i4RhLqWMoroiEuFlsPB8rKowJAhgjAEJH
tP7zvWWTXIlCmU7WpQ/fS13zVHRakZ1drmxnMyHcUx4q4pSETEiufSoOZPd4B7Y8Slho/DMksIhw
tnBURCGaEixvpO2z2lbPaSR6dZc9A1K6ETKzpTjXHdgHQHkAsQE/D5/KS/sqneI2sC4TwLuG9VPX
/YCclS+JtDXUZeVgmDqztgIN1Tm+VCLqcVPhcYHj3o3HCnGUVGEUW70Fs1zefaTeJB2pY1D6g6KD
s8KDgJaXosuaa678zo4a/XX/9qwtDxYjVjTTLdQZuVekLUJjGEDhfrWGz2bkSMV/XJ/7+QGdCqWq
sX5oOsYb/bL31+ug5EVrNvv9iG04+95b0zANgRW+jeK50g717ifWALAF2Ui8TeiW4b+9lQVAHBlx
de1Ohp55VjV6e3//h/sMLxpoeiRiuHsnyGOAdHRWXjHFxYo8Mdid0Zuvz/mejRjqgaqREmPh0+fM
jvNyQ8DyEuDLY2gv0mnIPqNTZO5KmakUTmbe0Gth0R9NOzpWx+bRqN/vf6eljYfBZQYEOEZmhTkx
ESbViHlH6mvdf0tVxRkxZyJAQT8rtwpCy/vwYdrRcQAaNiC02N9vYk2rqqJeo01zjbpjadll49zf
ydb67IPerB/XnRArDdZXQncw7Pj3f1ueuxCDZrYG6evmKqBGq30ftS2Y5MrvB6AQLU54AwH742Fy
el/TMjDF5prlkV2dJTRi7N4B4ypkLKHsRvC1jAIkQPE01uSaZF8bUAJ92708yKxQyECVAQf80eZ3
8/0n3Rz1jNLk2ppu3XhbwcvKfZgtz33/OBTgoRRY3iXa9/Kct//x53MvKclqJRB6rC9j2PgPakaH
+59n7fczcmWgVAHrQ3J4rp7jKMnTJKTJlUSeOh6lwBvkjfzgMpsDTJkEbCJDvyLO416E1srMcELX
HyBlV1CCOA2YOpsEzWWmAZBObvdbwxtXVBa4TsCgYaXAQ8fHrWpXgGvYjJKriJbWPDpX3fX+R1sK
sBg7JJuSANzUggKsrwNMQBS0/Nqlr+ihbnYHMfPlmfgblR3jNAEdFJafkuGgDaNdSI0dizspKOED
zsVwlgk3vi4Q+OfX0i4Sd9pq4Fma8Pny3M2YgrRHoIHliTraGCQgeGP7FVjc3eYDWU5UwBHLwFtG
rXL+sYDNw5jkmAzXqqC2QWJ757wX9plYDQ5dy8jYLXFABdENrZWH9qo7aotGu8tuXWKTDFBGhEuA
4Js7hVqYFBMNIf1Vip+KzHKiMN+44ivaypx9ICpE/NQFxAfVhmoca2u8xvFDeIys3bn5j1ji/y/P
OZRRMoRR2GF5WX9vs+sWXcHSQMEPwxBn9FCAjmdB6FbRsRQ0kBRfe5AwPRSihM761AJLWdNUzU5y
QkaPKQNByNqVYQwXLUcqQVyUlcp0LaXzZyKd7h81fyM+Vod7B75tZNXg3XCqKo39lNByuprZaH5q
ooH66Aqvj3opdoJN0qDc6XvApWGNvCBBQP2b0S/MBbamMaGPIu796GthemG5Eaku9zNfnns7IiDb
k6TC8spo2XHzVVYx1PIQbRVneP3ld8F9thQEdVKoQUynOtQE85Z3/1i21ufMLQKO0KpjrJ9bKFOP
jzXZiCp4FcYGAK3F3QNKGBPa+KqoFCD67Ya+86XyKlmuCRqsvUUlTgSfqQjBGJ9WSD/6Enh8Sifa
mRn8WB52FpAzdg15JzABJ2WZKlnnt+LRzJ+srZLoyhGwtgUUFVghH6hLTlGFSiqaOOp8ZCBB+pLY
r7uPGAgKlPdUjBpE9YJzQeQwJqaSVrXPBtfFaGzfou3ksxD4QCi7MD4d3G4ApDgdbeKujjXAG3yN
noUAkwbtwDzjrUuF61/shJGbwF3Gu8THXwDuEtzooPEx8ywIXWnD9Vg5CAzC+3d57i6khjlaI8Xy
PXkX+u9qdflvP5977dIx7vK+x/qi+E2q/MS/v/yKRQL8gDFlQpfQHMt5y4Ku1eaY5q2P4eDfS1of
jF6whdY4ZLTa8DtWLvVMFPfsZUqGLkgta/24PEjdb0K8ot0amLW1HU5tC60rdHCftT6I3IPEFYhn
lbYQb1xu3j//0N1/PxpvO4wADailgZ2g4dSOC8FWwIYwYQhAEv8jledmcw7Y2mWBo8cOCl0Hi867
Eb2iUxtWiU9DI/gumcMIelOaqueIBOPjkJTjA5F6stXtv8A6Y6NsJDNAc5hJscysCTQBPoIaiV9V
qfpJqkY9wGuSG7bcB50dhmpi903UHgKil08U3z6yc6EZMavO1PuDULVVYwcJ+JpSs84OlWaEGw/F
B77nNpmJXwiHVUS2GT4hQOfcg22RMiNghk/9sqHl0UAzZ2zrjaQ/0LwHT46cTXZjqhXQnUN7Kk3M
fCSSFB4kI/gGsKP4pyNTesTYIeE5R8wOKmrwk/QYp/3n/jVb0f3Zz+TMtYS+naBEz4hfj9FLq+Z/
BFV25c443xezYowwWwhmGxSfEiAsnJgkaQZrlGEm5FdD8sq9YSI+NoYKIS5FSR5gYz7xMMWNpg+V
XPnNQQiuFt2wRWu/HmVNgH0A7F9WTyNZykq1LiufgBicuFq/37lDshIpdnQGoVpucrYu6ztDLLu0
9tX4MTm12V98/NvlOfsWJLVWKDWWH7Wrlr2XG0mBla+DYi/6rT4GsC5aFscsFkBfK9Z+pbhm4oXG
Rp5yY32+ilJiJGkcBVi/T101sPsNh2LlBtz+fIO7qHkT06LHvHBfreszaTUvtBpnnIzdEYMEd1EE
IQoG3oHIgyvUJWU1NoWoVX6unaZYs6fKj7XKsZKf92/aR5qHMzzoJgADAvw7tPjxBZtcCUCEITW5
j1+jgN3XVBwp11PHKoh8AKO2BVLoiXqYQqg+RlZeuToZOtgmiyS/AUOvLkY0fFOCMftnGuPkkyon
/bUoo/gogUv1U5kYw6HGxDlHDIcMtGmVgjmZ97ewciIoZ7CWdBaJosQ7dyF7IVPF0MyJ37X9GYRj
8qkk8eRWgfJ1vyA0LaJ0CgSMAiDXXJCagezLimvi1zTvPgMQLz4aqTi+ThLdAvivvP84dQARQVaA
5lu+kKqYA4kzKuR+Opza9BzSpy5+HelGGLdyVRgqAvky1q2wYKdBOp+GfWbkPo2fJPOQbnXdrp3M
7fqcJSk7AepdYP2kfJWt5zJ5MdON67i1Bc5RUsoWjBExRIjScfykb7FFLB0WtHMgbgDXAXwWME3P
j9zKWjlqdGXwY9WW1W8o/WH2Yxj9nH7fV63lNljbCBqg0JuksPTiXE4zxZmhJUPvF8kp9tJqw5qs
LA/QE1rEgT5TGB3/fPlaLmOzVuvJH9p/olO1F24Pyk7msuAhBYgZusQ9SEOndWA2sjq/JqGtvOe7
gY3/E4AIDhhNJGgW/kDXwW3SSO/3NThLf5PdDyog6kjDIUKEr4SU2fzzVOOEwpwwIlsSBk56VFRt
Q8DyIkAA83mBqELRQOG0tDfSENjMcvC1FPS7lW+KFzbnercOYWwpA8FglAzeVe7JIGhwSowy1vzG
RI+WWzU7K3M4BLwBrPkSyH6gozkdnVoSoXEm033tqRa/mJR4qVV4mvR+fxsL7MWHHIwk+ACTMA9n
fhpToAZNVMaGX0W+9MvMjoJ6qP7pxt8YBQ9KsA3Pe+VqIMfL8gMIqZehQZ9HyGKOkNaC99Pwi/wv
jgWbQeEalTQ8snwGYgotsxCHvPGJpNvPVmnsP3asj7IHyjhAXfDeYKfJUYXBOo0PULAjexaQSfcP
hBmHuYfAqmhQKhPkvJg2z90ODJk3YvT1Nr4e9YAdfsIgtrp4NN+ELzSdvPuyVk5jJovTsTwTIqsN
IEsokM2KHaHcC6KEdiEVDvQTwKCICXnyF3UQVH2sp8bXxJe2Vk4mCJQGQwIDSHvYvxdkr0ExA4gx
6wec6/FQkQwhTIXU1o9GP4bG8S+W11mK10ITEjLl8+VDBKxCmKQsRYCZVJ5e7/bTkZi7WZ87ikKK
AIAKktbPp0chcYixAUVbUyu4t2h5QSSwzCxSqgiK1KWdn6h/ivFbHf2m1U8ifs+Gf7TN2UM8PS7y
+0jvazh5Rtqw5AbVOqGfwBnc+tZg2bnqicmpfh3F3G7Ed504Fjnn5IH+LEuHjg445pPsgj5XxG9o
d7x/bosuXv6ncHpRFJbVyoLS+qNB7VJ46YTvY/w9EV5ScshzW2v8Kfokx9f7YleeIFxg0DwAggm3
0uBcgFChSpWlEczQ1/o74AgADdwXsHaeJpC8qOcjI4qK01wfByoqgpowO2Q0XhmfKqs6d1PlYFhq
ZsWHwvx2X97qhjSG6QajAevfmMsTzTImtWTVfoCJT5UQuAMd37rd1BXstBBeIBsBygFmBedi+iHJ
S5ki/EIXvkCPwhYylv173rqiBxKeGTxMJDs410Cd0NovhEHli9VTHeluP35uzSedfmrKZsMgrX0x
oNgsnRXTGDxvvpWcqkEbyjIC+wjcyxNmAtjR2JfelBrWhjKww+Z2hWHmrKEXqRY4nJwoLdAKPR76
1u9BtvQ1T4fak6L3IugVF9Nni6/3VWHlGzJUGNiGUaXFt+SkgdA1MUDj1/pCCbxhbLfCgymfogls
a7sjJnw7qMNHlwWeQ+4WRYkRqd3EMqaYz4ZZsJ25xVa78gKaH/Vm1CERefB8CLUUxFk0Go0fFAEe
Jowq3eoSYhrFnw3gNtADKLS6TDUmJBkKIe/9JswOoIyzjWR4Ebvk1I2gvDaKZ10pS1sMxf3qh1AW
lJUIQgAFF7mbJIvhOA3N1PlDoNhG+7VHK2I4SvvdIRaDIHXIZtviZZkreTU0QadQ5PbiL9LP6cd9
RVseDiCt6AOFGUWT1QLfzNoGTYpiod916SOcokcksjaexeUlnYvgnvW2qM2ghsEEMWHvTIV5MgXj
2Zq2avf8iB48iAydi1wGuk4RdfJ4xLYc1FEBj6RPgro4jeqAAb1BoDrG1L4YVnFWpa9hWbu1HHoY
vhBiGnE6/gjjJP9p0gojblO9twdwXhwxuCtk/CGY/1nkqtvmZggCdHULrrR8XkDJjuNkkF8UeXi0
RCiTXh2nMPbjBHOl1coxpWM+jefOHECt71mACd4/65WiASTCSjLqM5aI4zSp7UpigS0y8VMiSo4q
pXYhP9luQy03EWnvGZgXY8uCpbiYDwCoTqj8qkp1wBuedl7fxO2GTV1xHPCDGEuTAUQb+ni5p2Kq
SxQR0PPjJ8nbSFA5Eb0yfSyCB7N/jjDmgEii11Q/LX2r4rW0r2iFhbH4oDHUF8290ST3U2mkqa9p
qJvQ4R0skI0d9WZlp43ymiu1u/HtV04bqS8kvzDrfsVdk2VKsySXEt9MFXusHyeaOpF16iLNVQdM
lz6ownNYD64iPxA9s3Ppq2WB91JzUUuKR0feOZaF3RbAvg3Qh5iMNprPkqZgQBWnoEt9Iz3U4Snc
ChJXbv1sfe5dKUEWaIlpm/pNCart3K7b0k43SUJXzNdMCqdANNWsFB3UqR/GmkfLH1Kz1aK9sQ+V
c8qGbNRDDQS5/mg6VXEe5OMmPfTqJkAnxlw+PPp8ajRUEK1l1Zj63e/EPFjSRtizuoOb5Tn7W8PZ
tAjobnzEhB0giuAr2+JS4Ycy/E+bgJHDHnCVEcDN36he00moC2rqx+NDj/HcDSbKdU/4v6Ge8ix1
09wx2ld1+orp5BtGZOUqg7mCtfXB6CO+44xarsmDVpk09WXrSUsP8YRhsnCVxE+A1m+896ui2BPM
wgHksjlRqtyhGKCWOCjqhoHbphiGcUoDsCDvrvgoIOn6VxBzRm9Qk62slblKIUiVXk36XJ/vG6M1
hcMsEFSIQTuGKJLXaUyFK+WGfNz9Nj30Gwq3+pnA4o0yD6M1401L1TdoXtSq1BcUh2hH4UX5ISQ2
xpzc38WaXiP2Q5JTQooT+ez5R8LI9pISFY/HOLiGhZqtjdbq+yJWd/KviEXNqpAyudP1xA9zD6dd
yK9m7HSBRzZdWHaicxcWJ34jiUsRJsEY9JFuJb4lYZbIgXSHMfLadsMVWz34GymcKahoXZp5ZyZ+
E9t9j5HwGx7G6i4QJiGgAMIK3OrzI0lFsxcwdD71g8lRkIEaMJn7rBX+/VNZPXhgYpBmAUYWeP65
FJDgFqgvajiVBDTk4RdjOIOb6r6MtS8FYi3GPg0IA0TNZcA3apVRo7lvoHoYH7otoN7al7pdn9tD
XoFEaJLq3J+sNw1UlTGSdiHg0aklbJzJRxDMqRZY/5AoQl6KTd/lRNEsC2KMwi38hES1bfTqNxKZ
b+h5dEQKwHRbnDAF2E6V6JjTxm5K1a6VxKuNvf088DjQBybD20P2FWO0uN8REzU19QSFLTnwKgMT
I/bbA4zkBVcAkkIawjJu/TQd2rLUssyXCX2hQfArtZpzNsT77xBrHzEQybKKKR+ay1kNEGdSQ0z0
64e2Vb1e0bvZ6uzvN5Y/nqoKTWFV5kfy59TwtxDIW8tzaq0MgCpUSJv51vRueTp5u39rVm4msjDg
2GJE5AywO//1fWxM4djUia+1cDWugnbd2zTHlOhWAreBCV0jcl0yCaqXqV7/fn8DTEf4u3K7PK9D
nRLHTQk4l1We6sFrumddS9yq2JrVtxINAIaPrjNkFQF+5LNJVTOZWlonia83T8kQnXOBur3yZMby
Ucp8UApuGIFVeeDtZ1VfBQ2B7KG7Uau6A/H8oMSJX2aYFTeqD0b6Lg+fBd0L6FnutyLNNTXDTcfc
epXRv/LbS8Y004YpAjotOQQ2Csz3T2lNzVB1xGg4VuhfPAChJHbZ0BG8/Bl1c/Oxzl8n+XJfxpom
4AFjcTJzLnj4Wl1TtYrQ5O9To3FoFTpBdwUm00lTwb0vabkbxk6HYiprA2UIrvnZdGplIYzBcyan
1VHO31pZAtv9P/eFLE9kLoRTgFGvmnwY4ckAhOkQ5aoWW2mqrW1wAV8wBEKtDpBAut4ee4xgdPSC
7rbx821wDoZe17meh/D5lOoU0fNUPIpbZLyr+0BJXmRM3qjMc56YNIYTyCNwHIZwmCbJ7tEYb8lf
/+I4boTI8zMfQosiywwhffIeR7+rYKORZX0TiIvYFcQ0GO47TYmqleKA7yRgmFaVlWjtR/mx2fL3
VhI4OA/0pv1fOTzeFnFKC9JwuK3N1wRzDlM3L49DczAPveHU7xibgokr97/cSjF9LpI7H03uphht
z4kf57WdjBEw9ucuexIwhAUVyUI6ENDIps1uczCXyh2YMmCudT9AasdYwVw6ngxiq/sLrADmoK8Q
VG2Y1rwYxDdWjRE2hYDP2YMOP3iRol/3v96aGcBwNYzQQlkLfeHKXO8EtSraKBYIQrMIw3M+B9GG
MVsVoCHPz/higcPiTmcKestUkzLzBfoQWIJr5u3x/haYpZo/0SpsJJwkCcQZsM6chMEY5UmLdOK3
jUtU4pjJE20epiR2rHj/ZlhO3GQpUzjQPP4kywDc1mkf+qFUeEr0aEz6xmZWPtdMArcZK5xG0giQ
ULxUikeNw/1vtbI8qkdsMoiKF2ZRehGSMhlpJ0Z+Xp8Lh6a7gyRMswKLJLpdGB0fHyTl6hRLYkSo
X/Y/CMjsft7/9StGbLY89zAGjUKjmmL5NHYCXO9EZ4OVNl4UtshcnQCiRyoEHDQ6Y5jjHkYk5rsA
I6GKi6i6RU5dDHBwteTUyLvDhrkc7nlUh5RmQgs5RnXpKR7I3/c/1vKokQBDWdKCTwksE1/VtfSM
ANqXxpfml64/Ag1yf/mVzwRFBd4Hl4GRVXCK2iZGL3ZoCwKcz/ymi+Mh+SxE1RGFtW/3BS0PHQld
xNug9YTGYiTp3EKFZWqOcdYGfi18zttDOB30rUBx5VNhSBJiRcDuYG/5vciFYg0UUJNLOHj0Z7HV
Sri1PPdUqLlaFrKF5YXy3fxJmw1419L+oSgHYBdq62xCDg/1z6s6lyu5JhfMrFKUS5R9tchFj91g
v/EAaQsiaQazxN1QuX1oQM0bvdZkF4wxszVdsA3Du3/WK18KlE0IF/FgoA6kcRe8U5VYb1Uzv2DI
tGAPmPP039bn7ja1OlUgNMgvKgYv96e83ziKrd/P3Wl0FfQo+eD3y8MpHQ5bE/1WrgIQFHh2FHRT
g+SKc+JKqRTxkhbkkpg/SqGytQQg9nhrbMLKJm6l8MngOh/yKpMouQiWXfzS33cfwWx1zm6kam0W
mZ6TCygrpsGr1d1PEHi5wJXEyPCQ9ONHF3dlj/O1YnKZ0O+auOMWpcrqGdyszx2xIgVNSrSIXAwM
VOsQEDjZVgFjSwR3zMMkoLRqJeQiqwcrcmPzKG2NOlux3rdfiUcWJR0ZCgNg10tqGt3vMVEVXy0x
GUOraeDBxZpO90+dfRXuUQVpGhhW0BCH4RS8mzmAUUKY0LB10YbBRtrBDYdjof2ptdTOla/VtJfF
FVAjsPgDlwhhcJv5RyOVgywJ4CpcKuFHXPfbNBbLSzIXwP5+kz9p24goMi2hZtWrXp7L/nD/g22t
z3TkZn1NG8JiHHDVg+k05edNaOVSx+a/n7O0RZiUU2vhA4WZSxW3s15I6+7eAtqF2UGg5gOrx6mx
EYVFhkniui9XL/SkbzWeL589cLX+uzzvi0+UVmqeCppfVPTFVIU/lpE8gNPJRcrhaHbJxm6WNwYx
EogyQJOOOBz2d34gpCTtILXB6BM3+kmjQ5c7o7Uhg60xvyWg44Bfjt5eVLAwlHouQ0tYyEH0zs+L
V0UMq/MQVy/gjP2DLrx/yqF6aNUmerCiy/2DWmwN3T4gGwS2DEcFmhFua5HUCeMUya0vNoldqLZW
RbZofAm7338hB/hCZB/YQD9+e5XSDoIpouM3Rqdv3blZ6VKVbrXDLzQbuwBPsMycObBx8jFIMLRG
mSVF66c55ru7keEqdO/lhAjWgM3ocRhchXsD0P3YRhJonP1UMCcnbt0xssa9rgqTgfKIhYmEKggW
uJJs0pkEo5NUgFmDY9acvtw/CqZJM01DfyhAUWjEAchrSaeMkfA0EcZs9NGN3B3C0vtPyyvcjxe6
rqvJhOV780k6tsleN2v+6/n2iSQPFL3qsHwjHEJPU/cfL+O0wGdhTM04h/k1JIQCn6/Lo989ScWp
C8/3P86Kgs6W5zwgIutBFxhYHhT5pvmsJs/x7u5fBulltDiAQKLX6mMy9M3roQsxGhWLUvTjOrCz
h9HaQniv7AECgB3DbcZF4PP5TTHItB8jEb2bgR0Kij1kpdP1W7H4ippijiKMLSCVmC7Puw2ahQAZ
91n0M92lg2tuNZasbeN2fc7gDp1o0WjA+rX4KYs/58Vhijc8nw96D+6qYZYeXBBcNwtxDbO+N2cB
jmkTzbrK5KdhO50FkdKDXMvEDeoujGBr69eoNo+q2X6VidD/LuUpye2iF8vUTlNZ8mMhzh1VTSXV
A71lhO55M7Wtuk7OSRQSBzjQ/CWqo/g3ojJrsFNV7IWDDDJJtzV6/cGcjO7QRXJ+RO4K8xjGgnxH
Yzj5FOc9HYCOnpoXY7BqWxKM0EnNXvNTRa6bh0yjGItTuo0ylpqji72ZuUaOAdpBLY5eMobCK2JB
5dASKTpqWkFcKvZRZCuA9xwwnDf8KQ9R/xoM2neh7gZbA5jQTsSunTxaGwAuy6EjSv+HtCvbkRMJ
tl+ExL68ArX03rTdtscvyEsbyASSZCe//p7suVdTlY0Kla9G9jxYIiq3yMiIE+fM5VEErSChZRLj
Hr2aWti3om+iVrO9rznLIfudF/ldS0kftXnZJQ1bxO/MtsY7lqP/mVZiiPzCyCNf6/R9C5LLCLhS
/qnySRa1JetCvzJGyH7bXdijXeWXPnngzGCu/TJbjZhC8O+k0bIw9wlqD8Yv6kMoPWrKhSfw/XoG
KIkzOqGWpsHzRGay5172s7dTfwu0/HEz4tJH3wayTtjwCJbPN0orSrtvxsJ+sWxwM0AYr9il7q/L
vufjgTq3oW74aeBtC6DMi1HEwWPOr/ac+LxMouARD/5StU/ZtxqLsdmzXtxZu+0iBuzmX/x+dBLI
Rm6IdamOTbNZW/cZli5D4OCbLwPZGIE8jeenFSM4MaCc1hHNU5kxO/aLcN5AqxO2kJPnFD00W6mO
VUPIzaEFGs+hDyi10YbeQJly+4X6n6b5YKWQtf7mm1viPmubChK0gMVIN/oBnOCOpTlNeN+h668L
8/aWAERL2tfLq/IhFJc8J1KQAw2GCLtUxB2nkJVo29l6EbMVC68K2fzI7RtjeCX07bKptQ0MWCQA
s8CooqKs3M0d06deHybjxeKfZ+15PFz+/HuxQF1/yMggskP+GgG/HOqJty7NuTCMdDRehnIOg+UP
5dMBNZIop7eB/9vsbgm/n/Qs0jpv1zR3c/+K9o+Qu+1O1C9G/Tj1jzX/ZQko8m4EPWsr+d8vA8H5
+S8T3eBbWYCRF+SZi3ABqnFMLo9+bXJlkygaX3Hdgivp3ETpzqQiU2ui0/yoL3fi+fLn399I6uQi
XMABc130WqqgA10fdBNXGva8pUce88PaLKMZvGHkWJZdZC5lzLUHzwfNWhaP075s/L1RvKVgaMjY
d1YfzfaobYVjHwdtSuwRZBlR1v/YWeO5wnc7PMYSnbRRSDf1yz8e9PPvKy63McaCdATfX/ifyfJ2
ttnvlvLG78erXwznhtTV46llNxMMWbiaQFxMCxFeXsDVoWCeALEDPOEDaCSX9esMPYiJbbNnMBl9
6pvmZuL993a+uq6PCBZ9O7Lp08JzUd0qQMdnXKepADBxV0w3mRXyagNT+/FAwQSyUhgPGCp9tUCS
O3VuG1wI1I0PiEVGeiyGqycM+Se0n0g9AjywVceYoXO2sagjAE5yI6PdU+3RMZN6vla8BlHDmR3l
1mpTlwlKXfFigLzkt9hSC/54RKR0iQVaJDAVAaSovFgKRoCC0lq0jvNIlDG6ES7vq63vK4UFPvs9
4vDOe6HVznFAoVLaG2fjvRP53PVIp4PigqR/kziOc9c297mZU5ekL7Mhsh8dTdOk8r0fJbpUv1Yj
lNCoxUx0xwNyE1aDJvayBy4MiHmX5vXNaOrRyLW31oGK1uJ/vmr44BkASh6ICeQrkFuCYzz/bcQb
59LyujJxluH+reqMDeyHcmzl96HKhVwoCMkAL1OZMp3eR0ju2FWS2SwsxHeDPhTT7WhvgT+UA/Vu
B39hNMDCw80rc0wmMbRpX9RJueDupPdN68fDlT3b/xpBwAQFQcwXIP7nk5UbVjrpTVslVX6TfvKW
67of3z8PAntAWNDRjmebEoSzxRGdwbUy8bLXCUh+RLS7q1cb/MaImODZUHFUkThB0+iFltd1UvDI
Gb64y8v/6/sqAqepiqVKR3wf6mXBzr8SoPDvBP3381U8RxbQ1NEXfN67s/Cg2kqzKqHk++eBZsRz
Ge9ytCQrUU63lFmb06ZMhDtEXTPcWNaTTpPWKW50bd7wCorf+WBMOXj+VDoVCD7KZDHu/BpP0E+X
l2Lt4MmY28eOki865fs2rWYXolxl0kO6k3bhQFhYGfGWpOPKucPFK0UdcAlIXY3zIzGiMa7ylgpH
QmSxZdRPdusc09ncIEdZNwNmFzCAShEzZWl8gnPh2EWV5NaQULMKp8k8Qpxmf3nSlCS4XBQ8igCo
xpyheUgt3WSB6CqZ/E4WiCObwbBzIWhlGw+5eHIJOAoBJkyv1Ir916YUl8AVgeGpGXBi19hzBmuT
/Fmr6l3L2PWHXgKswAuJRUKLp7ITKo+AEJ4xnljNk44Me72x01aODbDDiKgRyODQqBnRggUWpb3Z
JI4ZVy8v85d2jrdQEiu7GUgSpChQLYD3CpQxcHswSlKmTRKUy6ex2UkutGnQQFq8pc22ci5hCW0b
2NX4W82EeLVhc4IMYzJXTTTgz3XvnPflfifrB28J7kYV77F0WKIa4X6y5GW0xPOyNVVrA5B6A8jA
QoPqAxmVrsHDO3PeJg8UGbQSfy6fkbXv4z53AfpAIgRJo/MTXxos8KaqxQShs23o871lbCSp1xb7
1IJyzfYeN1o/G5tEZGWYeWacG9lOG3/i0Xb9UAKZy4HwiuSGUC7cHPIY7TLbPMl+8PwYXFmqeV9q
AOvfSV7QvaO+mj1tzPTFdXnSsS8Lj0xvq9NxbSlODSingky0GXILBuzqYOiH9DqUmPz9IEsFxyZK
Wkh7qIl2e+CV7XKtSbqi/WN1w2dm1teHPKjoIzwGfSw6NVV8s182aH6GDEdiDVHjhfMW//XKVjr7
vrKVOkMf8r7E96e8u6Ha9EqQAnfT4lia1cbdsbIYZ6aUzWTN3ZIaUC1PIJ+sI7P7enmvrtyAZ5+X
5k+SQ2wQJms1HAoPeQg/TJsH9MhfNrE6AiC0AamTWkTqemtFW+V9FrDEdkGOYQs30sBZHV02sroi
YHsBlRa0k/EIPh9H5Q0ac1OGFbFBjdJ13zvb3g99hd6PKx/Zcv+i9Qe9UXC179wG56a6itYEird1
stjg8+2PEC3M8mpjPCvrAgULMI8hMEG7tKucwbIKynYoWJ3Q9q1qvqfTY9p8vTxl8hMn78f3cZya
UKYM0lAl7MNEU/xwreKmDA5+GkRzsKvMbD/kW0i1VXsmAgZQtqHKplJf5RWYK01UfpJRK8Meiul2
V4VaNcbt+NTkvzSy4e9X9h2qwUjswBcjG632zi72olnumOPkOGHZdLG3/EUIhAIYEveATiMhrUap
WupPrpVzljjpPtPeJu96N3b2fcXNkMam6GhhODngUzDnN7qF/FqbIhtQfOQPJKgokLvw5PQPPTHZ
oGskQQdoi1nauknWdjEwjyA6w2kB9bGS2i4oNEDqTpCEBugtutG0HbeOl3fxlgklbmiztNaDbCbJ
BE4kf5gSY+BPBd/ibVszg+gEfLnALyAfoLwUisYtdI8NVL57gnI/9YdqK6GzZUI58vkQmHOA+l9S
jqI5+KzrDtQk6Y52lh5fP2mno1GOPk9L4sx8oQnW7dmb8kd3vgHFz2UjKy4Z1MQ6tExAUwv2E/nv
J5uLj34g2hEv3a7eEeso3FBvo/TnZSNrO/jUiLIuzYwXShaYNFnc4LfQuiVMjelwvQ2ELKj+yeQM
4q7zgZizMGrHgAi46YQQsqm2KjQrY5AlJgPAGzxBPuA7jdnL3cL0m4TQewHi4I1c2cq+Ovu8sq9c
nQMI5br4fEdvPOh6GjuIcF7vbM+MKDvKcKtxRgGqSepq7+N8bJzyjSlSwZ1IL028JF6TuHVEWYie
zstLvLJXQbGL60KmNXSwnylLnPYNzRliFF6PxePcmW9akRbPPc30G9uaxMZrTU65cvUihsDJAKWW
FJpRdhTrlnG2kLpMAGAwHkTv5ZFJxyCslsGLDLx+4pQW/vfSKswruV7krQ/TaJ+AJjLyK2prUauh
lS1IiybRum/a3Mcee+nTrQa2teU6NaJcXHObA6lgELyrQSrIQLe0ER1tfV+Zv1wT7eQ7GIRrkdgZ
X2i71by8dmgwQ1I6VqLh1GJNUVVjVWU+QwIqXP5pupBuOK51A56M7iSvi/pI9CzAMapRsGQY3XsH
JOF+z0DXtZVFWd1p4C7+PzNyJk+cMB0BKwRrAEvwrA/H8SBcM5rnIVyyR9v4p8j/uXyOVhdGJghk
Uh7/KQtfIw6D5BdGNRV9BP7e0Ow+XbawOqATC8rSp8zRedfpLDFq/wiGtchwn7qsiWbv2fZJWGxx
SK2uk2T0C3T0YiPSO5/ALnNIprsNQ/c1OXqm+APuRZSMUm3DgUoP88ElnNhR4phi5qxBpylLPJMt
YQlKlp3R4Xlfz4MVjl6vvVRiqjawJ+uDk52GcHlA1iluDwTgfMxc7I4JMqH8MKS32bARw26ZkOt5
sgELzoxG62EiKLTQvc0+k+avzipKkQAxowMAh+nchDO7o9W3GkuI81KPbwEkv5vd5V23ujonJpRY
pqkEGtsavCUYExF1kgIcXK77O6e/jb8oFwB+iEYhqWMIfWplNHXqGnbZpnUy5EFksvIhrVgMWqou
LIX91aicrWTG2gohSEfOEEJeuACVnWfVmg7JR69OTGbsirzYEZaHHd0S/t4yo7iGGS7byCFelGjm
b8Km0OK/nK18/toynQ5FcQ6VYAtv0ayUaMYcdmYTO2VSjDyEzvIOpeTLe2ItZjg1prhWLRMVy0oM
KMDa2O0XZxnj0WTIOGwcoTWnCsZP0Jv5oHb21dyGblboL9Mzlpi1c6dZ2b2V5xsm1hYHMHnAgySw
6mN6OnMXkkGQAQ81FlrLk9C+DMH+8nytDePUhjJfrTFpqTU6dVLNcdOG2ZXkDO+Rzen3lYPjLC5q
Hga+jxxD2IkuDsYx3GzGWlt1FNslkBp5hQ/d5SOIujj4JarEAE2eZj+1fRNb1S+2xf+xOlsAuOG5
IXXfVTfQpUUBjiFaJakGDZmb9Ergy7+zhYYFV1bYpN88d5pWNXVQRXGrRBeHvmzCIQd5Qnn4fXnN
125rEBWg/IWql2TsP7dig6Z/9hpkMDRRR3lzHMR3i9+O+Rh70Ne2u63AU1Xkeh8WtjEaDKRiJ5ra
zw0yyyuBBi1ZMhNH3HmaIyKiQbNInw3tQHxuH91xfE11znaN6Sy7zHLJbpwGPUSFbAgN7i7RYllt
aBYaiwozYLcpWs/jy9OydtyAxENnrkwofKCz90YXCMY+gMutv1AT6m3uN3P4i7v91Ibib92h0TVD
1+pENxONP7UOnk1bpYjV5T0ZhzLbIljqrArgmbqgufXMCUxi4pWZ1i0nTQwYPA9tvGn/f3OnuJHK
MMdy8jF37bfKe2yreOR/Y0EitcCL7nvorzrfQzYktj2D4zEoWBXx8SYff9bLGP7FME6MKMOYK6DY
lyVlyVg3ka2hs9Npw458/gsriO5Q5AxQDFGrwJ5mjHiZu1ggdpdP4iBMvC/xpLlsZe3aRfAlEZZI
WSPHfz5hpOHWMC0eYryRxaL4nLJDFbThwj/n5e/LpuS0qGHyqSklECMmTr2LXH8yz1+m8dHa+Pza
wYRrB7hNigcBjnM+Eq92So+mFkOar7zPfHNvTNmNlvsbsNHVUfigQkW0Ch0IFbrlpRwJxVHgbNoN
+tN07Vnz/Z+XZ2plKFKFCvI+Esn8AeHWsqxONcujCe1/lWTHjT31NmZLJnWUxZDlFg/JMQAa4d7P
ZytgRIN4g0YTt/kzpcfeDSJwAkRTfVM0eWwET3zZOJort++ZReU1QSneaBRrg+VHX4j1wNFvUqGi
BLaGjT29Nn1gs5DqL+gH+uAE8gIi3wWFHmMPZgC0SLQFDyt/I+xaHY4NPI0MvdHipxwcq6py4aEF
JDGzb07VHKh7JF0PVeatGtzqaCQBugVOScAD5IY8eYUNLfJabMBmsLWvgAeHhv+t59+v33BIM6BV
EaxvsgPg3EZmuk0m0L+T1GYotNjKn/Tp7bKJtfmS73DZoCWlmRQTLoMilt/aJbIZTuTTPkS3TaxT
RC/LxulxV44oGs2Q+QFyx5aaM+ej0UgPGYyhLZPALrpn7g7feZXWLHIsAMrDtNKe0zp9KspiryUk
s/da6eyh/mpGad5ox14Y1TfP0Oku6IFd5Q1x8WwU9bcqXYrjJEz6p0TlaB8IKKxRt7VuxzFbDr7Q
2p3TOChWaWZ/RGvrnKTQrQvbCQ0VFEodMTbSmLQlmR7GSSviVp/M3wz8OnduY0B+R3RW8EtvBnuO
zNofYmsYzFgIPv3pbYDBrWaZ3lqhF69Z5ZBfGWRNjiwtjFuHVSAyGsrxABqcVzLWYJrNRHYsNFcc
dJbb+97VoZyg5QKP0pGBWMmmx5IW9dtg1cVOcwkPM9ele7R+aoe/WHacQ3TgAEoKNrzzteiITcsi
73EW+UHXwsdZCxuyYWN1vX0UqpDnRyLeVHwZE6Vn8RI2qqbbPep1u7t2DCC+xthRKEQLBrbv+RiA
19Bqu8MJTBf2JhwDnO/l1yk37itzqwXw41B8HdlXWWrFPWb5ipN0GKQex4bC1CEdUHTbyFS9M1ye
u3183wKXL9oe0FGhLgdjhuClgVpYhQp12OUdghcuUEEEN7GY+tuMzXemCczeXB/ydAmBsnooqTiY
Fvumk63Kw0efIH8NsvdIYQHqpkoi6LRu9Qog5wTFlWQuyFEf8R53WHf0nS0y/4/x7rktJTxwZpZa
TmHRZBDtnhl97IobKvp9A3G41n8gW257dSWRmAFEA8S2H/Jz09B6NuJ4zPSY7pvMuB/NLfCr3Nfn
iykvOBBkA9SP7a9idwFYqbuAygLa8pmMUZ+FNSUbd+nqMJBgwgmQNJNqndygbdD7SDYmVIdbyt46
4N8un65VC2A7kuzsmCs1hzXmkI/tJ4skYh+4t+0WhHptj6F7yIALgmYiquXnhzfTWhPi3igyV/nw
VJbBziAAUhce+QwM5EZsuGoLhSjAzaEXD3dxbmtCWwQNeEqS1BHTnRjxPm09iCaM3lzHecCbjVqU
/N75BoAyLnIMeOyA1RZYhnN7dFzSIJgIzo95oD4AcciU7a9fHVBAyGwJ3iAfENDuwF3CPAYTc+bt
Ab1rdoOZXknJjqc/BoJ4EyhFwO7wrj4fCCsNmxZDjfp5be706ovDf/pib6A0lLlb3SkfTw1seZLV
CY02skx0bqvrW7d3+pwi5VyNn12kHSMHj2GUuqw0PRCiez9Fmjsbnnd1qU6sKu4nQABigAUG92A+
H2UkEbnWYES6b7GNE7tqCVLbaCMDn/aHJHRWLhTUvRlNHPZPPYODcnox3eualeR6YbuBF9jGemEL
Khtvmn1rafOgSAo8s8QYB7UZ21uJ+xXHcGZE/vtJ4JtJhA4hMFL9sH0eE+QlLu/tlZmCPwA3h29I
uKEawusL00GuwEnSTGgshy5ds5QPZjZsPHzWxuGhGCmZDh0IySjhKLoXhq4oTYzji9m9asWny6NY
/TxImiEuAcgU9H3Pp8k3xx7BNT6fajRyjybdkkpR1TPeVxsNNBK1Cra1D/HPvFSdMPW5SICSXu7R
pPQJ+gnVvkUcGnGOMN6b2c9Wc5wHd5zGXc36+tZnpXvfjAQiPn8xXCjjAMljS545ZevV2sL9abaL
ZDa1eJzHh3xKXy+bWAkVgORAxVBm+T6WcZapNfiiYeOV1hfXzeNStw95d89JEBu5CYKijRVc24d4
iAOXiG5TlK2VIeWNW461V5GEpO1L5bSPAdT8QLH67fKwVm4nA3kLxFIoRKwUi9J5GfrGKhKwEhyz
Uf+es/QmEHNSDPY/l02tjgiteeAPRyD7gSXR74raYYVfJMCaezqACo/XknH8uylPTCjegcuYX2+w
SONksFjiBSOXlFt7f/VwnViRAz3xQe3cZnrGPTg6ejStR+d6cAwuopPvyzU7+X7Vjy30x/B99KnH
lj4/OyzbCErWhoBVB1YQoBE0Sijup3OsMcX7F+6n3lVtTDZikJXrFOx/SLbIFinZwno+gszq4F9t
H2mw/mi6d6b/KSi+6vOdZ10ficDJSR41RAkf86HIYZJ+7mmejEKD4EWws6wtEq+1qUJEjUI0hvIx
p+Nw2gfyuZrkn1kQFj8vH4qtrytrXQZL4WYFvh70EavvgeW6/P33PgslHMQM/ffzlXcw5FOW0unk
zzd4zKogop0RaWTZsXJ+cnNtQS/p/LaM/UNmz69Ns5W2XLsogEyCQAEgowZ6ppS9AJ9f9svAsySj
5pMzPjf9z1obvkBJjoZ9UUbEcg51b+wsg+zdzPhEjb84r6e/QCVkmB0dJBY1fkHn2s86S1/HIri5
PM0rvg2wSJR/JOQPHBPKMoLug09gJcgSPbiftYcKfTvBxplaNwFdZgM5P7hruZNOvELuu9wrLTdL
CmffVbfCutXSrc0iA05lswDHjdcD0gEgrFYbM93CoQOkjrMEPD31P6YH4vB5MUZ0EvTaPTjTsoPt
IFfEvFSLpgDpqZzbQeiBaOeGWu1WimV1xAgq31F1Mut9PuKpYWarz06e9MZzWX1z+FvGNhK2KjO7
vDGglYBUN5i/0b2i4sJYpY+IjOsigb/9jZrirzyzI9q/9XzYAwR5N9Ttq0XNIcz79ErFiX9ty5hF
NvThWlSOZu/nhFrUzxN/LKL5q9gUOV6dwBMDShSotYuwl9TLk0bcG/S+aFA1vLr5B/OH/jEPgAbn
Y+Vj0KfU0LsGgabgkFs0wop/vny0VjwkLEBxRIcBWFICIZ8Odd9pY5FkZErRAz/rISurLdDMlhXl
dPWgF62bCVbIaIY2ICYDNzeC1JUIEgMBtSCSkqhoq+/ZoPHREtdWBZLdHCpTxYKon4ixvRMip8el
MZanQM/M2PIgDH15DqX7+XCu0V4vn354s6tle24LEkw2gnWND7fu3N+WvvhsTuNrttgbG2J1z52Y
UvZcOgOOWncwBYxbGo5D3jyaTEyRr5MthrfVNUO5DRxv6Fb/AEgXDrM0UiPq94ZD/Yn2x+snDVRX
UGbyEMIANXruftKCZk0wiCJZrEMJuiDfujfKIeKduxHErK3OqSHplU88u6UL0Pf4MNSWr+lg32nd
C9pE0L+zhaZYmzDJw4GktYc2YtW9pzPpSc20PEnLQ2selw2EwurnkTxBjgGw9w8CQUtWgumswee7
4HF6TflfXIAA7wJigRQ4KgfKzkL5qDEgDZAng2OA8kxkzeucOdO926L36PLSrwYtoKOClA6OKvIA
itNplqYjzWzmydJpfZTWgO7NlLaPXtrPTWgRIwTj22EGhTlSVCPI95sMUgW6+2ZNw5ZI8NqJknTj
CJ/Q//0hD4butNExUj9L3Nm/M8oiLMc0zsvD5SGvbkIwSoFYSmZw1DAtr5o6F2OdJzrrf/mEHRYR
vFGO0lffbeQ+VgfkA9cJDWqwIKv0p0zHMCef5IlBA2j08qV5GiAeeTvxaYvdZs3nyiwv7nc4XiTe
z4/WAnJGvhRYx9wd5qeuBIrF4c9O5y6gdzbMhzbjdmy1fNlgwlrdQOithuomCrSySnRuONAKF0zo
cw7cUv3c5EFcoh+rL5dwaZq4R0Gw9MYy8jooDqVmH0+oP6SLdT2SFgQkNsQTkTPTkc9SYm+SM78R
TVnhyd2gvJ6H2T98iwBzbeOc2FB7wpq09VLTh415OLBpBOt+E7rLjTVd37GOwSDakAg60FWolQ0T
zWAGBR1XotOjB4ns6tP1JwBN3kCcgJMXKH4FGY4kL9q8XVIlZT4eOv4NBcrQ6L+Y/V/ckLLBEOSt
kBmDasT51shMqi1julSJlYswRREW6GYN8JrrRyNFs/FewNMYvHrnVhwrq0GEMlZJu+yFGRX+TQ9U
6xYt0trin1pRwiZI2Le1ZU1VMrVL2DptXM4/CBg2a+33XwwH2QqgZiXtrfr6GXW7rqtMLxNixV4b
9UGYsh9LP2/M2pprQs5CvuSQo/qQuEiBRWhdDp6jwRiGMGirR2b13weHbrw71uzABggFkELFw0nx
S6SYoefhDcBWQLgrZFbGQytgB1F1r5fnbdURnVpSdhuAC2MbgMM0MSy+r2cKflP/foJuAiQCborC
jd1Mh0SA/0m4TtiUxStU1jYO1lpcIBOMOFooGH7gXsw60hlaKUBY5Pff0eT/zPItLPJ7hleNcFFy
AAkvwFEArinBmtE4c70UdZUE3PlscxFTUcQTx/Aoi3DZADkOclVvmu8tAHLoHNxWjNygMSy+PN+r
C4voHkVRYPg/ZjuIMKsAHfIJM3kfdxqPxeDncQc07l8YclC0l8g2xCiKt6IVLYphgLeaZko+106R
7dGcm1VhOvjphi3llMNNAXuA8hggdMiAg9fq3JcMoBlPi4G5yTROj26fHboWd0kXlJFpZhsbVpnA
D7bMc1uAufVBWcLWoH1FMi+csjveX7ch322gqCh5W6RwphqA0GCa7LRInYR7Yxj0gB1tTNjaIAK8
SlBLRMSKosH5IOqcVKUAs2qS23Oog8+0SacdaCIvbwHlXP07DCCzbP2dB0yNMTRtXgQF+CUJ2jzS
0US5lThbHYbkn3ENtMp+uBFdYnep0wsMYyh33ajHlHSfh02OKzVH+b8D+c+Osr88c/QhLqyjDcdP
I7Tm4G5HPpB/GgqQMezGcYgWHcCU6pvlf7l6Cj3ZsQmnhPj6Q+NmYJDcAaRWT3gGjvAwMPaXv78y
g2ffl0t48rTLs352+Yzva0NkBbFNo+LrZQsrZ/PMgvwFJxY8YBqLDFgu3MB7w/+ngCTzL2Jc97KT
CwTGPBD9yx5T+AJlgUaQN+oIv/TE855K4AD/YpbQTYCQTrZkARV2PgYtc3k+WKOeBBYHQHtHUj8k
W8pEylPg3zGcGFFi4XRC25oOYr6kEDWosn+WC4s899nge1IcO76xLGsLfzIkNZhsW280dDZjWQr+
5NXuD3/it36b7y6vvowTTq49dVAqb+LSAp4zLRiUGO+s9FB0L3rxYAY5tDO34vxVU5KSCkkkCWRR
9oAwNSOzeqonLv2zVF9xz8XTPB6K7KVuyuPlYa1tapkik3LsDnad/PeTTT3mTtctea0nALnEtf4j
lQS8uHGMH39jB7y6UAxDM4uaUvAqv250t9eTMjsYXhExssvtTxb5fdnM6maQ9L3/a0bZeou9mIPZ
d3oyZHlUaUUX1o4WTka2MZw1O1JoEvV45F98FRWMk0vcjBcGAq0jEomNCIPP14/k1IL8BScL46Sp
bYDJ30h6Dwqz9bFL42bZGMXKtQaOuP9GoSx+XQeirgRsUBulhbjaoudcnSWkwYCbhtYB8srnY8iQ
QpqNtDQSYf+wy3tEMcG4sX9XhwCODMlFC5Z5VX2lyiYWjHltJE05huPRR+h5eR22DCg7CtRw1Kn6
zkgm5+uw77sN6Lcp50D1K/Z/A3j/95N1tku35ebAsc5dfcctI+wH8A9b3vTN4+PR9XnkivqQzv3X
avBiouUxwqGdjgpG49IdtfsipHUQ5WSOcws4mq6IS9ps5JFWJwFk4IAJolr+oY9ymUTROk1gJGO+
87MYKuF/Mcn/fV/14Vkt+JJS10gK40CKm83MyervR2oI4ubIMEKnRNmImlVmY2ri97uvfv/59fKv
X/OheGzJKFcyVKtAJleAA7GtM1NeqjdiDqLFPQxTvpumMb5sae1mtdGLhCozMLtI6p2PwxwAJ8g6
Hd56ITdeUO1Ar3Kz2H40GRqYCWb+A+i+jbVZHd2JTeU2cirASRYKm5bhhlpwI+o70+Kh175dHtuq
szixY56PjaRutZRc6MlSf9H0R8f5nmVb7VZbY1FeC6PR9dhosAHu+Qc0Xj0MBiRxGiiupFvqwOo7
+T1gOF0ruSdPDnZFBy9dxkVPAN2Ka+eJ0XuP7wo3iP2l2QnWAFzZxnX7jc1fGh1x0cbTa22sDrIA
ANghpY0O6HP7vV4L9ElYmE8HwIOngIa6H45b4P+1HYmKEIIVJH3xP8WKzToHmjQY5ZQ/UIKe3gdt
/Nzln5Gv2undRqin9qi+z+mpNeUcE26l8zzBGihibh0R7IoleAJfZIQYZmfozQ13xiMrmthvW4A7
xfd5LuOeZ0cdjahDJf7JWj/q+Vbbo1rbVn+X6sSXJutzS661B4qdIHiz0hvqgeN/CPXymAMSqBtk
twnbXV3h/+ZejRNz3yyKlONkmvYSN7n9xZ20uCm6XUa2KAi2TCmHs4fcq4tGBD3pl309PTdTzPjR
0jZczepleLK+pnI+p3oR3PLxPAGY8oEY8z51y7Cp2L3RpiBeMUKQikDKYHlx6nLfl/VzN7u3C6f7
jlR7krXHFkLfJKexBaJSQuY24lV2vOyn1t7Q6MoG7hbEU7JQLufq5GBPRRN0JJBbvrxl7Oi52t6w
b4b2fmlJWFfpfc4Re9Y8nJGevWx77R47NS1fDiemUaEvXGx/PWm7Hb0l2u7y51cPM/rNkQBAvxWS
5uefd6HWpOE5AJdV/gkQpFfVEBYEel79d2v+kedbynAr9tAlhitJSrajwU6ZSUrHoNMCgociuNrY
Xv/TzIfF2jvG52xLQlN6BiXMwmMKfKYAgegYnOKn8pLqgZtXmDl3+dP6IiRuG9Z+8eKnehGaI+B/
BdnP2haB9cqtBrsYHt71EoygTmkz5W1a5XoyZgcXudE8sq4kSJbO58yEcjaRTBqdwcbQtKmODP4V
upTXb7szC8qxLPSxBZ8C1slzlzDQacjYVlP3ys4+M6HclmWtgUB8gYmUfuq62+JqDVg5ScB6Y1fj
AHkqJ7aZZVlZkRJvamLGo9hBES++fHjWVhpZaCSK0Zws2XPPD08/OvlAA0skNbe/06mMtVF/qzf1
OVfNGHiuyyYKkM4oa0HanPQV9USiBbeBe+DofxfTVsp7xd2jwf4/I8pqaDW8MMgcBbBaTagxEK0X
4Wzc02L3F3N2YkeZs7KeahJQG4Oxd3kXBdUBRDqXTawkU5B8RkkWpLO6VL06X5YZSWnW24FIMuNm
mW8Rco1fJue6hoz3IwgvJmkOpVybWmTK297NvVEX0A44tO2hrQ9gNb48jrV4Eh3pspUNRVMXhJrn
AyG61eE6WpaEmOYx1bOwoMPTAK2+kXi7kdFPaIE4VN3wp7e6O4/Y0dhWUW9tLdnKQcXPADQSeSkD
2SllPvVg1HybW0viRqSkkS1YdHmgK3vvzICy93LDHiHY6y2JDQXfctfYP7tSD6t2oy64Ng6AIkBY
gPqj1Bg4n84UzGcjqhNLItCbC4GS+PIo1qIEIEfx5rSB8kRZUHmqQUaqh7SAtiCUGaPSI0duVRHz
7qil7dveCxfj0U1LVHKfde/XZdtrMwhkCVpd0JeIe1VZoiE1KZIWupUAP9X7v7wmh17S3nq+bGXl
YKHmjZoLCIlRslIxlSN0SwWnhpWQ8r7q27hdirCb/9QsiFBJumxrdUQAjuJ5CEwfTvH5YpllZVoL
8LKJPz2J9IeLVkID2pBkq91yzQ5K3xA0QD/kSp6gNe28LGfYId3Odm5RMbaGEFLlG3t8bfOd2PlA
jbeYAKWwyU4m//F/SPuy5bZ5oMsnYhW4gMstSUneEpty7Di5YWVxuAIEd5BPPweZmj8SxRHH31Qq
V65iC0ADaHSfPscBPQI6gq9P2JaBRdiBBDzUEU0YIMXdmBzLLaq1ZbFbnXjwLFx0qpwDov5FJJqN
4ESpK2Kh+lqSQ0v7xhd6n/moArIHM0GeKJ7b+lDb1Q+jHXUfT0cRgFnc8r102MIeqb26CO4UDhLb
WFE0ICV77h6Mgnck1UYaVd1DbdzU/EHvNjJg6yZw56pCJtox1YSfRN591yWoxAoa2a34UVrJg+tV
N41Hd/9h3YCy/D9mFqfSWCTp3BGYyax2p7tjiA7C/z8LagucDIRlbpeBapJGZf5F7qTxfP3zKyE9
aL1dtPWh2Hf5OMr0Oc240K3I7kIa31sZgpR9Xty7JNgU01tdkxNbCx+cWomrApdUxHsDvI+BK8Le
2UoZre6kEyML3+r7ZgKoQhnpgnfyQTrW/72NQFcICnRQ8F8EDnaOgt+QpThwsNZmpT0YznR7fUVW
z7QTE4sBOKNBuFZn2KnAqN2Dt6MNbM3r/ZZrwhcWl/uP2wOmC+2QaPm2Ab0/dzCoNbZ2TzjsdVbo
gqjetPqg4H3Yflz5GxOmq95yFDOBvVsccs4kpAYFLQtY6xuR39xcH8fawuNqw02Ah4l+IRJXmHbJ
mJ7gCC197Qf7oD7a35U//fxiH/Kqt6dMLctg7WgRdM2Da21AI1fevAgW/41gsT/chMXjwDCChB+g
ll2hCd684drO/SkqX34QAXkxoIWfaRSsv6KBNVO4yIB/HnUdsp6H64uiPrI86RXdtKPKlZfKBABE
Wx03cwsNgc+DVvhMAx0i/WmYr8J9KnAMXDe3tndUOV5X5cRLEr4qdxuPCPgyEIYQ4H61By3MxtyX
WyVztRSX4/pnaDF5MTqdytqAIYBWm7s2l4/gMNX8Ii1fGbIZoVubW7HOqn+jwRYkVLr6t9inldeO
opCFBUKoJzfdZVsseuvfVxBPJD8g3bTYnVUhERjT2YpoehCl720xfKyd/oCo4wQA+veyWxDF8xpq
NcKIzHHf8z1KEsWWEtja8p+aWOzRMh3HsixhIh0COofSuKtSqKJvONnaRIH2GS3q6FlBR9vizu/n
xG1syEdFRVc3fqabc+B19RZQas3D0GBBwTOFuA3vt/NjmWTChCJOZkSubu6y2b71Si80Jw1vxLTZ
m04dXN86q6NSTeJ4zCG9t8QQj3Gi2ZWOohhlQfp12HpfrS4N0MnYlVAXQDHsfDhG03jzpBdGhJa4
+NVh0oRQG1p+fDpZWgDUO/0P1wGe+Mgeqs4AIFfPDY6zVukWum1Ry35wxGe6tR1X3VkBs0DSBOVP
qubzJC5riCd4x4gRlToL6/QpTt/1fOuMXp01YAvxiEIP5QX/UOP0hsZHG7MmqE9mOzRjsreKR3Or
8WDNEFKeSJEDjkoQHp2Pph1sb3IzrH4/6CX4u4oXYzRa30B3hW8WerfhbGvOfWpusTgdGqRz1itz
9FvqvpRsH5d7PryY3tt1r15bJTxDoa4HdCaiwsWhpuMRUJiehkJy/+aM3+MZ7HYboPX1qftnwjif
utqA4O08wITT3GbeTsy3VnurZ4frA1mLDU4HsjgOdN66OUiYjQhy2rPcJ/ep8EfnkEHk9E8ch//B
GJwaTDmojiP9ej4kIUDJZmrYrKzupltil/Q5J62DBwLTb6n0UCup69EOkdfMiR/H0tn4AatzimYs
RA4oiF7wnNeuW8Spy4xIT/pPdVP8lG2M+gyydv4Qbznjqo+cGFM/5mQno8/FoZNW4uRrds1vnt9U
W7Gj2j3LaAFZRlsVaVT718LdGS3nylNn60CPWfbZrjaeDOsj+Pf9xQjKwmBo182NCGktkIH/bvjN
9B/wTQjb/9lY+ASb8rn1Btho41kGks5f4fmGn1XD1+vOtzWYRWg19Emf6zb2E0A4B6RpfUsbwkzb
8LCtJVH77WTR61TmUliwgvM985vWuYm5u5GDWPViE0wzSIB5aP1bTtkwmWJwHR2OFSafNBI0n2S/
MY7V2TqxsZgtJ26EpnlUIWW+p3Lf6Tf98Oc/LAhFoyfoxvBvWRIrPZ4UeoWpMso7Hn+rrMxHb/NG
ULU6jhMji1NUdEapd2aMcdBH0nh+LndWZm9cO6uLfmJkcYjmfZ0xk8KIoT05yFZ/PDsAbj7I/yGZ
i6TWhchq3JIhlyNFIrdCpvjHSLaCjssBoD0K1F/o4sBdhva5c6+diYGyvoYcrryfhe3z7oOdZHgU
4sgFNAqcbIjTwNh7biDWJ9lokBuPaE52riwCCPde96bLTYF6LsQw0bOOvmT0gZxbqCXkETqJRKQp
puQhGfUXNLYBe1VWR6/JNoJAtcPOD16kPFEe/8uXZ5hLfEISj4Vd9MyK0HEyF9+aGQdJQJLvprmx
DdcWBjsZjyfVtnnBItY2E+i9ms6K4k9AOMR844Bf/zxAmeDHN/HyWDiu7Ix2oDneZqS4H5ifbUnN
rH5fld2QoMHqL8XfGz7EFH2ZVtROAYhROyO6vuiXuxvzgpIeCito50Yf4fmip04p3dxLaVQ7qELd
ZDYwkBsHyMoQdHT7gJsZyUxgmxaeS6vOEzWk/yKdSf2LyLzxuyZTa8Oh/j67Fh6F6NiAeAQ6WJSa
0flIPA60ZddNeqRJD9BPKJUS84cELcEQv9YQLHElOzTZXSsfpxmVXvG77Dc20NpAAYxU9SK00VzQ
WOqDJhJqaSTaxxY5VJlxuL5WKxsUPbH/8/1lIWyu5qQnBkDGkz7tk7bdSZ76RqPt4nijSrQ2EuTq
wEALbQYX2YXzuaRihpQN9OYiq512n/ta7q6PZOX7aNnG11FpQCsYXdwpusXzKhsLM9Lcb0PUbwH2
Vj+PTQ+XRnH9AqTaO4Tp6JM3IxfY3vHV+njEhZLtv+9fFJ2Skjt245qA6v2Zqgcg9HxPbiz22hhw
oRgKCKGyZoslaCjP0OYzmlGBPZl9b62tF+zlzkepEeVnoL1xrmD7n68x6aTZdSIfIq3cMwBRMj9L
wo8uM0yoTj/ICirO0kWYlaRxOQgrHVEheYnTPGi7jQDockfAAGYIJHeAi0AA/nwMTk/RrAYx6sgs
qz0uqaCu0L+4L92N/bBlR/39JCYVwK3rhYSdBGF8A15xU+xjesM228pWFwVNEAAFINd3Idvd6QYr
ZQV2bVC7hE1Hfg2945t2+uv6wmyZUc53Mh4D2cqJ5vqAUoy1NyHEWIrqp2uWP66bWZs2kPKjeI6m
hRXOXY63/yz6PsqVumsGsBPzczqFbfNxODeeggiOEM7juMKePx8QGv46u3PMLqL2gdOnwbuxk853
iy9j8mPK364Pa232gB7BaxGZ80t23JZ2BZKDWhfV803qRGVxY7YbV8mqCeTLVWJBESEsdj+6/4yy
r4s+SnPLF+SoivTuFi/puhGQxYB3GV3OSzHkFszZBXimugiJJUuGlu5Td+MEWDOhqIMQeuOJigzW
+bqQVAMtsgV/LsWXDqUyTh6treLVmpcpiRQ8gECRf5EfzZteL0GOMOI0Lu4cYX32KroXQxMK6m5E
e8qNzmMMRJAOWuAdlS+4yJVmhSOQmill5M6977DbMduByCA0xy95s5XMXpu6U1uL92MMvuoROEsZ
WeOL676iydivsy/XPXl96pSTIfEL2Kj6DSfnQJMWhoxrTF0iv+vZXuZ3Ygbr0UYAuGVF/f3ECphv
uJ53sGJp8qAnw9/2Gsf4TNoNII06ti6WB35mgnEOccvyWT8mvZc2ZitBTFj7M/JS5bRxK68uyomF
xaJQKbwi9xoZNeYvCVmmHDj5LVzBSiQLwQ9ERmCFVdvSXswXj7vGLScOI/JrOr0y424u7J3llQBu
537P3jr2llQ80Iy7xnho+npjkCuIK/wAhZ3Aixxx+7Lg5CZgeRsgpQTYk3gbHPMu5+A4FPXj7Jo7
E1InU23eU5VhtIEsn+3m23W3/L/8AFCngOUTzWjL5LBAX/cwGvAYtzly448+QKCd7WvtlvRf3XzX
i5tOf7DMD2eF1LD/WV1EpXzqppbZsDpR4dcIjOpwyn4mWwzaa9vh1MzibK/zsqf5ZI9R7b7Z/Juo
9gLQImd/fQ7X9sKpFfX3k01nTBVNibLiObmfisxPN/rt1s5CKB2AaQoEC0C4q7+fGGggdJjk0wgn
aXIRENmGyVweNM/dZST5pjnJ1+sDUltrubmBTfp7j6ANZ3lWmTinpjSexyiuC9+ob3VW+b281Ucj
VFTRZbW7bm91AiHCpNuoi6L0svAGj5m5ayaJjMRbHr9Y9kYIpm6+i+GcfH7hBWUGAqKhwueJeOJ9
GjpJmKI0jpKS3zU+84aQaBvY2kvHU91LeHCB+hq8GMtXl9mkGdK3UEqzqhdvBGVgvssSMxDZ60dn
TqVDoPSDPJWFQt/C9cBfxfvB0nlUgVQpCTz8v27g0vXwcdTCUMpFZHHB7TGnBpf5PPEo3Xv6zv7j
TaiH7bbYxS7PemXlb78t2CKRvjh3cHQ6pnM2wErRpL5v1qm/VRW/dLEzC8sHfVUMJXWVBd3dlwlC
4415Wv0+6AOQDkGZEmS25yNIW7PtBTqTEUUeWWAmG7mj1WXAPQuKMh29ycvc0cwgDpGaIz7vgJE3
0/1i+KZpoe6FFd5I15d8bTFAS4ZXJBCyABKpv5+cNnIETTZNCwhrjs8OXhN8BxzOdROXBwyYjVBG
AZIZZWl0QZ+baAbqFOkwQqY6K0K9v2vnNwrQPlqFdhnfa6TaOKHXpu/E3jKLkNu9FLJsofduDL4O
xu+KZs8W83SfCHaTcLYVWKzNIfrpkYxTp8AFK2ln5x7lFuFRTrKvBpREPGSpp3KL12jN61QGTCFI
XSXQcz6PVs5diPJAx7UCacUtKBE21ml1GHhPIApHJZQs3xTaMDGXjRCVhCwcwDDOu85z7st43GrW
WQnEkE1UxEw6wN/gulUreOJ0pjRwBKQ5lAub0u/ErVbf8nnyiS13pnZj27ct+zL3On4ERDfkY8l3
1z1yzUNO7S+jTQtsSXyGfbsQPxoLOk1x3vmAPuyThj9Z3NtA8q/NLCrLQLujKq/ryy4yI49zt52S
NkrLgDsNgqzpps433H7NPU6NLCZ17guoSEgY4STUaj8+Xp+zlc/DJ3TA1xSNIfLa52vWTmaPQjTI
rKmfoVK1dQ6tfh4fN1RSi1yUE1KvbOaYTwJYxsRvh6/VRui7+n3V9oRSAiBG3mLzNFqcy7zB92Px
yg4kf7k+OysrjLQorn+I+8CxL3o1Yt1JepaLyOvTvU2aXWE/DlsH29oYcCEAz47cBWKnZWgzirZG
skxAk+5HN2R+JzcCmS0D6u8n+5IMLR0QPYnIsL/W1h9Pf74+SyuBkrrR/mcAahZPvp+3QzrSbhTR
xEAHTA8yDj16T8TbdTMr2xtwQaCU0OeG/Ouyoaoa2VCBqaqKGGnQFdZYtW+AzBTlxa/x4L5pSbex
N1ZXH0y0gJFRHGnLGw79IFDpc/UqAiE62g8lSj114tyDyPGD4iaoViJjjacrEJ9gwUZvy/kMTpWo
cy6NGpIc4fSFjxtXwJoDgOoDaEXXRsJlmff14qJkro1dkghd3EHXRR6rPv14OygKoSdWlJucuAFP
QXnpQsUugjjqXTFan0S/hQ9ZGQhw9SiFIIoFzpssDkPLjvV0SIwuIt9leyf5hxMiqB2cfH6xDHON
AybN8PneDtOnmRyuO/Dqr0clBHwVCge5LHpDSgNpnRqfT75b/TdT22rSXvFX3OEIxdCnB6Td8jDM
havV6VT2EQE4maBmX1ahs4XfWhsEurtA4YUjERXwRdnbyYg21CPrI0ZFUOzibIuEauU0Qf0WuXxk
FlRuerEIVZVBsY3GXTTZ91LcZfJ+AkrdCq+vxdpcAXeDbC7055RWzbmzel1bJ7mGuZpm5if8vTXe
DcC6rxtZm6sTI+7iZB8AaKnsAXPV0rc66PnG5bcyBvQf4MmtKOex4sr8yYaT6D1qeqK3kQb9MiNo
5o0Hy9b31d9Pvq8L4rKK4vuiu9O8L6MZzGLjiF050/GoB+s1EHI2ROAXy2CkiN8lVGGjFivc6FNo
GW8tP0p+TPqvH14MTykgAX2KZtmLbCdpG72XXDTRm+5F5bQxV5dLDbABNOyAlQEu4CIF17ce7YyM
WBEgze1N3G2EmiufVyzTCDUR6yi8yWIpZoOKlEsTJ3jiN6B7sHcfnR3ksxUNGyRB8MpaVlB6ojkS
tSYATJL3uyH9/fGvq6YcQFhQZUaR+fznl0Pd6Xo+0Gj6VLafY7ERgKzMjsIpoe8UT128oRaOapml
M9aAGEdeaexNPr+CwmijwnR5KkHNAa9dqKZgHBeljJxDYMfiOlCDjZ/SoPFCiGnRfiNSu9xxqmsX
lV/gEwEzWTY3TlDMJawf9cjtkl1p73KH7Ln9cU4VWMEFqlijcDwtcf+1VUs31moDIJYRQi+32rQT
U0SsjYzn2pSB9eAvOznoyZfA/yqxnclLZiOqdH5DKF6Cc1J+Ro4VTdXux7vDkVm1FC0eXmJ4Dixu
DddN0lKLWy1yfN58TePX6w68sjB/CeZVLgCKgX8z8CdHIbpO3VqvhRtlQ/fSQ0iUNyaoRLWX62ZW
HPnMjHG+T7KSWhNzajdiBuSaZ3+QG2uyYsBGlQQ5QMVOflH86+3Oy0odG9FqfhlfjGLj96tZPs/S
YocA1AeaTwi6ol31/PfHZm7YvDJoxMpfCTR230j1II09mfeZ/PPhqcJ6KyoK8HiDHnVhCt2EbVbU
4N+tdyS5yz8o0IYfj/K4knFRLZLI2C/CnJmCuX0gmq2U0XPUT7aypWsLcfp9/Xym3IzkE9EzJ9Kf
m7jw3WSrNXll9yGsQfIKGDKgYszF/IDgxuNOlegRBzPUCCaNIs39WrBA22LyXBkKwFuIaYmNtgvA
Os+HkhcaaydRk6i9y4eneNooM219fjFTg1HnmVaAWbPwndiHIPqH/ejs1y+2HHQRoUUt8fmMhpCv
yT5ORYleIcSyaNRT4JtlkbXOezrnST5DefvY209W8V3mHz+ccHWrTjpsOpy3i6WeNDHUWtUAcpy7
fouGKme6s+TGMqiPLLY2okzEH7jAAYNaRmqpRYrZLnPQRRqJX8hItqbvDF+uL8aqEXCM4P4DWORC
mVWYbq/lTUwiwR5n+h4PPKBbsMN1Gx4Qh0pKFKC6c3ft8xYpQgpYoG3cJUXn0/lxNLbEhld2n8pT
IKRCKQQbY7EkkkENOi7AKkT4n8p4iNPbWAPi6uX6dK1sjTMr6lec3EpkcqAqVKdgpaPvFXkq4v31
768c5x4wNS7iZdhBkv/8+2mZAxxegqOX5kcrf9XaW4/dmtPsd7T2+Vb/0dpoQAeMBIgCOV6U0cek
8JyiB1NSPNCdM3pfp37LiVcq5Uo1G8B2sBgp2tZFIBoPKO/WrCGRQaafzWjsekZTYB/ETYkidkrr
G1daO7uydwa60xrcZhtPwhXvQxMD8H2AjSOeXGIF6hFUU5piBWq0Fzp9MtPbcri9vmpr84hqAtL9
aBRTa3e+al0WCw2koDMYp5wHc+g+x96w8ZZac2+AoFU+CZHkBcxaj3U7aUplov5pMHDfe9wfQff4
H8BKNgaCYiKSI4i8l6dOh1Wgoh5x+JNq9gV3LJ9MMrQzMwuEkK/XZ25tcVCaV88U5AXADHI+c27G
8cqobdxkVRbQAQmU7DnO0vC6lcs3r6JS+mdlceO4VabRBlz8EdPoJ1b1fsd7WPuhZd3BJhtHxOWQ
/obeQH1C9wYcUcpZTo6IrmmSJpPpHOW9QKVcD3SL7Qzt7fqQVq1ACgmwVWjGX2DW49RGEasEdZIe
awmIVuaneeQgba2SjVtohfAS4/ln6aIGTLJJoFsPlnTDZ+w5dr567A/NvrQgfCA9+vnS/4c0xaW/
o83DBAgaR7riVlLjP5nFvtCIVYImDsyLoMzZgV4TrKbzVv15bRZV74I6avHGWD7yY8OW6H2T2FVZ
AywW1HaaJy//dX2pLk8HDOXEyOJ0oH3dioZNYD7ryd3cjA/UbDccfHUc6nJFQgewieUhC56CfrZb
OkWOd2DzozY99sPhw6NALYCg+0YRmKBef74gc4EuK2jOVMdHt7F8PEQ2jumVWQKBBfLM2DbqdbGY
JbBDAm/spdWRxtx3IWb+8f4kFJUh9oZEJ/KPzrL9wmhozvAK5se+DCe+T18+Pj8nn19maYu4xmnq
4POp8ZLMezv98h++j+ZmEEKrW2CJhs9kk+m5q7Pj3I2+gZputQEhX1sAvMD+9m8hneYsLmojYWUz
JYwdC7+N36rqw+9gADzAm+ch94iE3bIoPhMuHFeS+gjqiwD94QQ0Mddn6DJ2ggUH+XikjPDWXt7C
3JJ6p1d6faR9kELP1LuHoiBhDzwHDHYjOXU5WQD1w1ENNNbjRbwsvDPiZG0yeuIIMs4wnr0AZ+H1
0WxZUKM9OQClW6J4IWGh7HkwZgS6Sxs7+vKIVa0byNwAHIfQyFC/4MSCxxxaVOA8OdYFdJuAtLpp
+7tui7tjZRygrsTW1dHbiOT5Yl9rcTVDXjFjxyl+knnAP+62INRAZQo8ROigg5HzUQj0iDheGZfH
Lq3DmJp+p91cX4mVeTJAXYuDFSIqiq7r3IJOQaExdXZ57K290D7ZzR0oBMstEo0VKwrRQMGiotBD
3mIcsa2XpTsO/AgqmOb9vfB+fVC8DgkWXKUgHcGjVemILhMsdi+qmgiJlTDvhPsjzb6g8xuNaBvT
tbIN1atYIdP+UhIu3KoAOkrSDgehRouHfKShNlph3Xl7SdCa69ft2/XlWXGwM3uLiSvTOh7ABc2P
QzrtbKvbkS14uPrC+UMcuC7sE+RbkJtCL+K5Awwkn2UhHX6M670LwWrL9WtrYzOujUK1Zzo6UoRo
O1uEqEmlp5zHenXsp++G8T5vtf+ujQF4DQ+7HXSveImfj0EvHQjjuQY/Os9mBw2++6zcqMesWsBJ
gvwXLjrwz5xbKPNxlq1V4wJER4ibZYFHK3/OP17hQ73VQfWNovCKTOFiosD7LFzWFfxYe+/sud9q
nVldB9QzEFRjO+KEPx9FUw4OitIEa+3hChnLXZmXGyf7SkSNIaBBGl6l3lnLVAUxas1tc50fXaL5
en9D3ThMxHue5zumTX6KdP0oiC+k2Mi8rS2RamrE9lwjtnHLlDftTNlRzO+m96LXr8b05/puVMf5
cq9A2RlxBNqcUNhfHJZWmvUJGxGm2MwL9Mr87iTFYab8t1sbvpd8nIBDkTSCeYYouRJERufLZXWI
SNs2ZscB7YcmuM60GiJn3n+YN9W/81cTDEKpi1dqladDOdWwUg8PrnMYZGhsNbSuHf8gLUdnLmBV
8IuFCZmUWu7UOP57do9S/C6rmd+On9txC02wskB42OMmgJYR7mNrMWOjYXHA06b02DH5NnA9RJDj
E8i02d2wk6PzdcMfVjYUnt5wOZV/gZTk4uDJRO0UljE2R+YKH6K8FQHLqvnEqndJkYUfPtvWt44/
FNBHrp97iFYg5xkS5ykht5y/F8Uvb7pn7LdhH5xxb4DUu/80oRKkT3emdaNDI6BkJVDcdznTdo12
NFGt1cENKuPDPD01zp6Bub95a6CdM1tpMPLfSXyTMzAUAIXATLJrLB60xde22qfSCFjnAufU+dkM
ad9mCPrqCzopBbCvrvs96wYIpFa+NTx3XDHsHfLq9zi/NTYLsuquYXed5P5c38SziXYQ+yGpvg3l
Fo7iYgEN1XqJlBYyz+i/WzL3J8wd0jkm9fMoH0HM6E/6vml2VnogyYffZDCAzewpQgqFF1hcfKYU
Y980vXg2GQsOItnixl0bCuI2lbBFBuOiO9aetMlI3Q7f1/3KmELJm7D91dY/0urndTe88EI1VQQx
qK3OPwzq/Jwoi7wzJbeaZzuY5Y6l++ufv4h5EIJCZw/LAkyqynKff55yY9Lnxh6eqfmn4M+ZPJDm
MGrHmIJpw9rYUitjQWXftMDm56CiuExotqyIB6tMm+fG/JPsTL5xgq99HllMlPeRMvWQUjgfi0oj
uYVtNM/oG/zVbR2lW19XLnHy6BA9s3snM5vnmv0IbHPjkXlxwYEV+PS3L25vK++SwXLx27/n01H7
Pvav19d57dfjzYeDzAL5wEWRQWvHckDOtH4uOQ6tNuh168OepDrqEN/gjY98xTL9WoHZQNMzLG7q
fZISAYH9MFq/Ted+mm+0diuYUmt5dlsr8WBUG9B8geeT7Sz8VrOkNrpV3jyPqe3rrIOWyZ46L/FW
Y8/lvMEOUByoyUEg40LJAGVXrxqSvnnWs12V7caPpi7UME4+r8yfOJUkpGx5ic/37UMmXsoPc8Go
79to20QHN5jel5kFYXl5msT4PuncUFbJY12zQNcZdId4UJjul+tedunFqB+7qIArhVic9ItVKb22
c5JZjs+A2Pj6+J44kPvZoJ5bWRHFz4agxkPoBDjY+ZSNc1IUkuXyeXTGkFZNaHz4lEK1AmEGpgzf
v4DyJnFbpnbWj3Bkv00/pdrHv48KBXjRUIRVzIOLAWDq6skF9/1zt289AejGh8v5BtDnKO5it0Pv
8wL8PLOinAwnpc9e8Z3mzxlo9cl+C167stTYe9joeG0ArL/sUALqckLclFnP7RGcnZD0Y7v0w9RV
GMipjcWLaeicDt4GG1lmgNL2FeoEGy+ay+sPFoBtQYIYidWL4NWq+h7dVbAg0pCZn3Gx7Ev+TqZb
aH0UZKvatjJneMEC+66EoNWL/Nx1ST9UqJCaxrM7k5uChCDL0SCffX0PosKxMiqFU1DIXnAnXZCX
1U0/x2Nsm8+t7KxnnkDfS2ZWngAUYRzR51I9xjlkeIzYMQ+NMYGab0RPge/NTLLAk2Qygtyz64Ok
rHyou+5n6zo/SQFIhaCl1+10ljg/Zj3NXma7An7YSZGBDSwzjm+t0fxlW0Bbo6xt3tYFV8KgnszD
vNHEbuy5dvAaWx5T2cujNnn2DwsVXogLlI6273ShA4yc/BF1uu+dHLwpGSprda1Bw8PUm2BIHLzM
PanfZnH+M9eKdC86u/E9qyj3pp7W74XU+wcJZqp77iIirhsj+55yYF/9dJoM+GiHs7BMrP3coMcu
qFP6vWEdZX7qZG9N3dmFjzbOZ7Dav5ZjW4WzMxdfmedUYZ/pwx7DN/eCcRkMejzfZFBs8t1eL3Yi
1nDNdcULetiTh3bSyM7stZ8zdA8bf+hmI/WdxGV/tEmmfg869Z1VCPuzmPQXiBAXLw34J2900YAg
nvZOGSTlbOthCmy5uev9XCkmFZ33NjKbtTsXMkcHXfQ/inr4qntc4uEwGfeuh0n3uUeSoOmE/JaL
ysHiVHRGLxBjL5OoXOkbmhffTqbZBszIrScnG63KdxvOypBz042s3hiRikxZkCTdMPsT5M7uHbOa
fmVkeAd5druvRfudz3jl+6mpJbpvkRTpy3JwX0dRvsrW/WrM85T66B4gkIYthA8wCBhWtSkJyczx
nGJDAiop25NVE/Saxn/bLkrCZRInwdDG/JjhxXljec0XwBy/U12CHTxPjXBs5S5ryXunjw0eNLZ8
9Np57MLW7Wn1qdWq/jA2/E85Wk68B44U3aXtQL/Y2VD3QSzQhBjqnQkev2RwWzdw5ZQ9o1T3xu2O
4y7RbOlPxngsmuy7XjvRlHei9bWcv426+CXTWvPrIrUCXqDpe6TJGMRW5viZSN19K+zm1tN6G8TF
meC7UuQpCwnaHO47yA3UvjBrtDonpvBJFg87286zQ5XPiT/QToQ6+tD+gOpa3BYFeyknmfikKqwd
r5KvfauZrzY3qttpan/XdtcOvi0SfifKSQv6jn7vE3N2Qs0xW/eGZbP+e6AgSQUQSgY437qdAUrJ
JiJdkQX2OGa+NY7arREPeVAmeLQiR/wKFvnZuAELX5KisbDorceYoJY1t83s17SrQhmbRSAHzw6d
Mvtj5zUPnTbvu13l0tKnXV+Ve1cOM7yIGr4xkod8Mgn3rcmq69t2YpDv7ake2PlYBzypwVVTVqAp
1kHyQgBVDlAD60IyFZGRog29s+RPEBfWBzDcJ8EYWzTwjNo09mOKXHrQTu5vc9Za9jAWzacCrMqf
lE6TAa9oXgzGHqZci0qnEtphHgRnkPUg0N6Nsy+xLL/pbo4zZ8yoNYc0G98E+EDGu8bN8gc6NDjR
el4Muq8J87WVBmbNjIX1KEwCXHvhFeMLJxD1ve2oltyMVCTPE/p0NYDSe4Eoi3K/0BLz4M5xclt3
jGe7XHP6+AAnfSwacujiLPN7o3hzCDorcQM2oY0fELSOqIK00PreTxIDyt2uTJ8aGRfhOAxDvZvo
eD+SGvuOZ4KIkEvp/jJwR+5lGpNfcbPvy/0AjOAOyuZwffQCPsrcMmJUh+0EzInE/dxkBsvCoqLN
V7cxpy8oPvwE9yi5Z93wxEsshqZb5A3lcXf09axNA69w6gQiDOg4S9MWaYKxlEGJCvRDQt1yX1Ii
f/RdEx/MwWUvRJMvM8+/AcItbl2jpg9GaZsPbg33wEbWgoEOsQ9cQOfnGslCpHxitBPyaT+jVP+g
FbHG7017GKRfsvkn+Cpy7WAiM2f8rlvHBX1TZxlhMcox7HHO+2Vq2SEKE1bY23WNQnhHZxKUduX5
42h5vumWv4baHINSG3CscuCMb6VIdfapUJ3dDz1DUXhCSakNmxJ6NCDCpam3qxiaazsDsnuZYY+4
piUoiSD4FsftjdlP36qpdEOboQVPGDO7T+bmoR3Tzu+GElAQvfzpuSmOR5E+ds5shO3QmDtKQftM
RgAP6DhYfmsJ7RuujD+TlWUk6KqqD10DIr3+PCC+83lPhMDQY+gNO7j5inCG7E9xmCbO4KZpgnzO
3Jlp0PVZ6afcQxcMrV7IVAvhO0pc3uxiGaJyeZM7WjCX6LTSOQcXGX4iMRm8qhzNQ6WZxi5LDTfI
ejf/ZMqC+WVfHgSN/VjHunQDfhgu6f4ZcDjyZDQJD9Aihj1qDTW6uHOwg/p12fFX0NqVezERY0ez
IobTxu2zLeX/Iu3LluSElW2/iAgQ8yvU1HPRo9svRLvdFiCJGQT6+rPwOXfvLpooon0d4SeHydKU
SmWutRJyW3FZRRKltoMJDdprIHXong8Kfelb+WfEVIa4a8vQQ9L96IBmugeUSN8I35Rb05JoxZOS
WL5WHEI6aFJ6RKk03uZa1r7CA8pXzsZxA+dcXBZe0tx7pSjgG1x0XI1dyW4JH9WPNOGFeaN1hvwJ
aUwSqLo2Q2B4cN5aI36ta/FuNI69c+ATAp2lJOwHEoel1rELp8F0+G732zLbe10az6S0qk3ja96D
V2bmzusSpw7TAZU1E7lW5E2c+GCYdbOJy6QIIWyWhha6J1yPiZOhoW7eXAhEQkGeecWWpbX7iFus
upUm6y5tBmY3IzgdHSncLBR4bO0ls7o9GmbJK9+PaeAlg0cQnrYKzSHz6gZMN+vV7LOXlnjJs2yz
IrAHr7ri8CEByTLwAhqETKVb4eQMiOOOnqr8cqv1gxnQzMx/N63uojlrgau8abgIxlj/TTlqFZu+
1B+tdmiGg+b0rL2D+ETy3hAEMb1ZX9Y+iVpLpNfQIvNRN6l8xfYGlMHrUBX1tZ6698yRDFvZQKrT
rl+p1x7LrCoOmi/SkLBkj0jNswcIsg27LIn3ddP1F8zRrI2hDc4FtHraECi4Kqj1nvS7tIBMTm2o
qTCOy9ocRROSHETFzha3VJl0G1tJvR00o8f/aDY+fasbV4RdpdVbbBHoDTjmJi1LtMfwPbXHRfvH
HI1fspQ78HdzgBbdUDB/b2Xeport39TM9UCxGNhPMEfQUDoFtDgTSJelSeBnEoNwyjbEi07dlH36
gFaaH+Dc8N1QMnS9I82Lyao05MR5VaOdXrLWvpMmgSiJV/4RRe7dZlTvfgMUrV+nXtw9Ki+O9wbP
wSTVZPaU07bYilgfD7R0pL8dLa5nN1CLrgJN+PRKx5RDlA/8N89Fl/kNqTu7DdCkB0EXA+Z068sR
YCcPt5mddwXCNg2q+g2uyh/liKsu0CszebAgWTiGWlqZb51061fCmp/Q/nuT1IlDoZIGAVsG0Xr5
GI/FcF/VLeK9BO7lWm/avkQzd4frYZZJNLP1cCH9Hjzl7SF/2r8hYqg3SNagv7OVkiHI2rraJlSr
tnbMx63PSHYFJmV9R4TUj03rpLvKKW0sgsNYmNFG+EGZjvETa0tgR2LScPe67dyCBNTqldpQVyM7
jeh/4qTt7zjJn2rHEVu4XTwV9LQ6GDl62KF8b6CztCboW9rkLWLT2qkxO42f7Au4o1Ci0PjT0uri
Cs8FqMUoLRnkdW6Jijzy0snzA3Tj0nLnIKaFXGyc7Riv2IalyWPVmr8LhuiusLPQtLsR/q7DO8JX
f3y/b+HCbfgaF7+eYfm3gnnsBRgJ71qVJNsOGRB36F3ePrSOQuReVO3PlNjto2Zpd1Xde4joXbT/
o2MX5k0lrG3BBYSN8sR4RLHNa/fGmKVZjNY5PdWuyCjyBELMPdonIShFtr/tqgqhosp3VOoAYnea
89pjgV5j7tv0xm6R6nWBCTno6VBYF2Vv3KIE00MBqzeLUFidfuCZbXbbxKuR1qEjJEkAFbRuKyf1
gIPn7ySzEcZC5OnW8FMJLTWZXPYURfvAQP7pWesKepGaMZWbkoAdreUOFDkAOy0u/UrA3ZScJS+D
Q71AcznmAcV+iLaUBfCuhllsATR/c2zFdCAfEfpag3cs26YMmjqpAMhRacho9qgbI9oq1/mD0Nun
Aln1S8svEd5R1eJ+R0OpOBHirtBFHg4qrl9yJz+qMkEgpnduiG5QOM9JkVwYuC/2qYF+6yAPExxm
09sABpdfQjhLr++BoiaBZ8VVfkNlUolbsKPvW0f/iU4VTXcd09byoljXIWuh9I4HccXfhd096iZ/
IlVtY79a/Uui2+WTxxsDnUvJqF5Kqxtu+wr9lQR1NrgoGXa97/3sU/Vieb/yJMcdWGr6gTq29jPL
Mz2AwgGAhalbkWSXulLcx9AfeHEofr1VFO6vXnVe0FlmBHlQezuO5XORdWmYZzgXwms+mt6jOGXF
iyUHtORVeAUmQ1UEbqXZaInHUVwyAa7uBl9/RNz7lHhW+gKNXPcNajHJpbKNChdo4/KAD3FxGxdk
6MKC4+3KAfndchQerzuofOg7Q9H4vvByP99ABjsvD8rq7pvcYfI6ZZP+GXfwnEt8kAU6GX8Y/fjB
2u6qr9D+tnHE2+iqh8IhUFLt7bIXN13ivZtxbgWiAsJpWyUdriOpGx1EkTyU7T03h6KQB42RbFu0
BRYc+r7kwm8LFzBtq7qwC/2XPti/LL/LwiKHg7SF/os0YL8QuKJApZgMVH/ErtWHBHNWxe2zQm09
HD0jxgni/Z/KUlrAbZeGY+0qjkxDQq/bvO8uS1PrzIDJ8jpWVANLxEZ5PCO9bWwYdV6GEoBNIx2P
A3fcDR71eORJtHV20L2g1uMXrUy1wLW5tVcpL8NRmfygpJfsiizu8NPSKnJk3uP1Xk6w1jirf4Lu
2G5ShQgbL1M47GQsbgfPxBgkWB5M8f5Rk4q/MbRv+QGWSd4fkAWq7zLg2gKCq6cPpWs9KGiUPFXg
xB5cWadZSBKdXUPExn4qGU1xwh3UF6sGrTECxIvmawn62IUig+w2caG51S4vhLPvu2pnl7n+gqew
3AjgKm576LJtG1E0wHiaxhsv2m489BTUOLydgBqi8BS4Bf3Ab/UqbDxf7cvB+4GpjwPEIwDqeghU
R6U/FtySB5bi3e/2BzwEd37a+pd67UpIbMdpd9u2rLau/aJT285OyWXaoKMflareWLJ9RlLUPDga
efWTagiGwn9KegzMZHbgJPZ1nOkPMm4RgDP67jblK0Iyd6sS07+QNd5/voNehy6TDyVN2nZb1zoP
a13WPNR0Pd9UZpxuag/vmXaMf7kQSwltjUMdyuIHwcmBVM6h0EZRhwiRK3SbVNsKgZXv8INZ//DM
Q+s0KA/bH2Sg9a6pSuPKTNAOPECy9cNGzuMtcVs8v3OddhuHT6KFPL/DU/OZNJRtWY8G4XHZZDvp
u03AuoZfWxLJ07HSX0ctLVGNdl2xkXH5ZmhK7uFX00OdKOc2tiwZyZrGeFJCz0B3s0fRqveMFva+
h0DqGDRmgrexjixOn5Ro+sUbe3j0uP+UazpPgAVxkGzjab9Bo2QtZK3hX1RcE5sMehhFEONieY9x
izxBrKM3DirL3kuECFd0MPWblDrVZpBDH+hwMlfKK8ldawgLaRqh6UFvxVBD9LQfPpFHSyl0L84t
uS2yNr2WBLKNMQD/Qdrlf7xE+6jtAu07vezBZZCRKREqb0Cg+xXHOYTsYgAgYpW6F9RGx7LLATIx
z5ZCqiszpWeEEGaEGMKAV2xPa88LbWq0d1adKbBR7RLBgK8lyJoKN+iMvoQ0bVY+pTmd2oW6L71P
+k3PPeNeSrP8SLsKovUx3CeomUr9KHEn7FsT79rdgHdgVDsEj0fHKcv3xmRQp2uq+9poCTQf8TPC
NktkGxokf8yZM1ziqkXRbvT5cN3z1N0NfflroAweyellF3UNqX5ApEBBUqsWW1pr/q1wO7rLFJAI
6AkaZuCyuAG6vA9IE/o/kQnIQtqK5kUBm3LnDOg9HnperDA0xCyXDqlSHXr1sbuT8ShDvcugZky8
57Gp0w8fGc8jFDxegDx0DoqMZogMsIIXSUZrq2LnxUDKjit4VwfiwVBxSth7V5MWI8gajlxCn6Ub
WWrjPTMb9uFOAIA0lvCEPjV/tnhxXmnKq37H3bT0unXE7242Qx2PCLWRINsQv+u3MTKTj7GP16zR
+/ekT+Kwtwo3IGaBE5kLGXArtcIBnmfXWgV9ywA+uAdntr03mkbtiGpvekeaR2Bxsi6QJJ1eGBqz
sKXMYYCvxVPYLGV2SBsNqBZAAlHuL5GVulSmM+wtXYxHMDS8G0uiV8so7Hw/eYz7tpa+2mR67qEt
r9YHiY6mDIHRKg2PDGY5YWWYbKX8ulRbAKndmKoYABH/hW59qiSWpWUgwBrNB7d/Uei1bR4K+f3C
FQjzwAiAOg2ssjUrxzDXQ4ghmInK28bIDnSNCLdQ2QM3EUxUOAH8mQNibSSuTCSYzAcAYho7NNa0
DRe+P5WKgaaAViMamM0APYLpsc8a33to7V/wpdiI5ysvC0vw+ftzSJfTuBLZNnyfl4DbxAcrv6BI
u503sjIIcwa3Mmo6esj1eChIX+M+0VaqR0ufB3ICqsVojgrOwfTvn7YRQYoH6vWO+2AZlx90TeT5
69ehsASoKBAnaIgHOZLTr3ujb2pm2pkPbX2lXXjicH5uvoICTj8/mxu84yzSJPi8Xl777kWvLuS4
d9ka9mBtFLNzgLQkyhxaaz7k6l0Nj+mv86NY+/ysiE7KpqQoCpsPZXtAVttcWeHFSUIZEpwblDwd
e7YG0JjJnbS08ev1nceCsQysj2JN7m5pDIC4ovmBj7fiF9mIuDQSVmaocYsBt+NYBOie9v1ZmkjS
k+Ia0JpzVk+aNblIobr4YCERmVpbUXyXKDE10P5kwD3dq05WqKyEVMtDZ/aB9DaxvgYBXZokYIGh
dm6CJgZbpxa0qjeRbiLWwzOSZ4ETryGnl74PKvnU1WRC686RmdL3WGqWnfMgcR8idHeltrII0xyc
onBQ/ge6BJ0/AQb+IlTcMQtlU6t1H3p5q+gGjF+5r+/9/Psn4sTMDByliYxR34OZEvWCDeXh+a20
cCIIgIJoajrBfr8o6VcF8h5JUriIlO0bNmxssbdQIa6RjTlv6OsFAZkW4AUB/wZRDFDq0wVvHcPs
RenjkWGp9Hq08wcUJuy7suutFUsLQwK1BFyGiQgL6YuZJZqgRk2Ypz8YxgcKWKEcYtTuUqC0u+9b
Aq4MgjdAs9iAZM2OiUxBgsbmGx/akeBdUMm6vwKwgPxkMkU6MvHi4/lJXNjVYMpPnRUAoQe8aTY0
FNVGoNxa6yFptk2/bdekXE3ydVMD0UmAQJ1k9r70BK5NF8+VAmGI4SNbRzWbhyLl3sGq6uZGCUUH
kElLNEBFhYdutMGQQD1YbtAqo7pShscuUG9M7w2gCQKKh/Qe2Sb3FqHreG2KUdf2o+N0dwaqsbfm
8BNNbqAT4xyYYbc7rlO5zWtQEFK9dPMgtrPmTlcu3Q62rv1qODPuswyh5/kpXdgtIIOBOoAmtaDP
zRWAfah/646qzQcPvtTnjyMhwaD2yOedt/OXCzLzFxAJAGvLAgpx4qCdHoAB/crtLrXMB9SnA1Me
OzCAkd4aG2SqUPGmw3XX7Ym4wHsQCecVZ/WVvQBsGjapg4sJEHI491Pr5pSByj09fjDuGteGICTF
BL+X1pOfFqFWhkaHnNsKCXm2W7E9wSYAvR7uFwISX44HUzXFCygXkdHs/duWfw8/+OXzM88oYje2
u4GLqDecQCKB2r2cX7JpTj6t2P8agMgGgP2gbkKT5HTO6qxz+hwMS4iJqd9ueek7oSbyS1PZW9m0
2/PGZv7xf41BhBp1CThkKOCfGjPAshiMSVTb9e4Miwd6c8exUOeNGMtWQNpHe3ZgFefPgNYvXCCi
mjxqLCICv1B3duztUfvfWbTfWSnAPMEYoJKPahlR2k2RGHdxkRyQyu5XnOf04pjPLsRFII84OVDb
nC3fkDil7AAQiDqk9DdgobZhYqpyZ3i5t3HdXkxACdDIc/8JCLZhZSaW1nbCCQLlCJWJLwoqIo4l
2odUUHvm7cEfjdeqQH1ytFEaHCr3TweVrH9YYNDQXIikTgJy82sp02XP4ibNo1G7FmWz9dMfFnk7
v74zZ/Z3E0EuA+JefzsIzYGJJYoobT9gTk1vT9jWSHbEBzTh4ryVpU2ExkuAzU/sTUQ/p1vVpUgF
8coS0Mn19sB47JF/vlU83Zw3M22ALxtkaiQGjj+oL+50V316jqWxYTD08RCRMF59Jwlj+qGjBJK4
PzpHIAu1psu95K5Aef2PvdnlaqGKDCSAB3eFNL79h6Bgd35ASwaAuARcAE3L8BifGSh6nP7KZjzq
gOGjV/b3goO/iz+ptoDFR7DD5lxt0OQBULI8FrmVDBwAecpKrZzZxRH818Q80WIaGbLDnsaiPGnF
xThU/JYkgIKdn6f5ZfV3JC5UJDAIEMTwFD9d+U62Y63XhEV2KtzXMR7Sg5ZqIrStXh4GFrN939bj
FTLjbGdkqbXLuxHlgvO/YmmX46IG7H16MEIy8fRHUMDmeOv0PMo1FbpD/oOp4ZAD/nPezNKU4ikK
xDL8AnpHmqdmXODjDLQ84FEax+EIKJhci4fXLEz//ukcdYynmpXCQmmGHg8GdviXEUwdDsC29cCG
O/2+HTde4hYaj5R3wwFMWgmclu4JqFmDpgOtfITZ0zp9+vncLPqsKRse9da1B516cExDFGcD3EyJ
du1D0NU2dudHtORGP5ucOTiKx3Fa+DWPWioCrxhCUV8QgKrM/l+mDm9UpIpxE+FCPh2bS4FtKmTH
I2tonnwuL0Wi/sHEhCPH5AF8De30UxN2pTlFKToW8bpOHr1YxEBL9GuKQEu+2oNCBEIKaI04c65F
XyA9CxgIiwZn2CT0ycquDX5T2Net3Qeudn9+fZYub0RJAJGDUAWdydmYqK5oM4iCRaaTo4KOtnyC
+xcJ4zeUmVc+79dI+MYUfc3vos8WZ3vc1xqIfGQ5Ayy2uelLkYS5Xl+OPeiIg+iuhorutN4JxroH
RAnoq8Bt5eb8oCcT537C7BwQaNGoFPyGSVl1MDeJuPyX7yP8nED16EQ3C0Dt3vRi36hwfdB7wt+B
lVm5/pYcqoeX//8zMLvP0d6whWgdVi0VI6qfRX7R6fzdtPKH8wNZOr2gsEDfAxwp6CbMknwceWgz
0TIWUV0D8kd194YYQ5PxN3jBlUVZHBOUblH8wBGGBsDp6fIAl+l0DfsC+gM37mg9ppbYuECVnR/S
4ob/ZGY6fp98IBu8UTgNps524iChJKS6CCuqbRm09sVap5W1Qc1qBYaea4NtYVDlBMMHXqhMqiB1
vsf6+3vJI/j/v6lD+uR0TCA9QLumwH7W+iuP7vT6rnC/JxP8xcRsS4Mi9H8m0HSEyH3zG2+e8wuz
6Pc+DWK2p6EQVbfu5Im4CepFYrwKrwKJ2I5MI75zqXxoCFmZt+XtPRFWsbUhLDfzA07CS7TWHlhU
AyaT7Bko0E7QOPvzA1v0NmDqIBEM6SUghk5XB3UwqXmVziJf+8GOXvFy/vOLg0APLAivTnzYeXo2
buzOL5KSRX1JWGDE/QXV7cPQjXuwMVaeK2u2Zms05K0nnLGBYzNDMhwsCfrCtlIryY7FI/ppRLMJ
qxKvHLnAiNzYB20nAS0MYIxeeRcMV24/Qtb5H6YQqmGTbBI0Buca2AIM7FGvKY+S/pKzSJRjWLva
hg//ci9ARAcbzvfRGGm236hZtKiICx556IqXHtYS0IvOBgonyNIjfNTnMqMuc1TFE7xaav9Nn5QA
3vs13dfFDQCi29Q3jqBMPFuauCwBYk4xglaEyr6ANEgvDioPz6/H4olBOcABoQ75NXs2TwU1OZAT
WI9W0A9R6NtCs9/Pm1gcCLTbkZpFmhfZi9NDqcWpj16xGY/YGBZ2SFXgGACurWysBZ82EWeBgEF0
haZls4HwnMS61sVZZHTVBUZLgrFta2S37ftm8G7cXHseJ+7O+bEthPknVqexf7riioIDEkYpiyy7
vy3i9BLOI7Ts7qHJ1R8yaG9a2e2KZI2EvLD9UHGHNB6UjyAnOF+1vLQlcCuMRZ53VZcQUaNXE2j7
/NgWtgaI+fg6hAYQI+uT7/g0thYaRxxo2ixqzbAew3zlmlv7/Cw66MpGawYHn6cCwjdPA3gJ53//
wr6zLBs/f+q5jPzkbEdQj8TEz6w0wuMP7yF0qCLJYUwR+1bqX0xB62bKjwALMb93UjGUFXFVGrlW
ElQ53TTkj470+ADQ2PlBLW1ziOdi1ac29XjunS4KVIdrPU+6NAIzCY3enQM4BSEb/SYAN2VLwFDL
ZPN83ubSbsO+xdAgswWhrdlEKm5CWNcv04hk/Dj45Eo29ZMEcee8maUNYaPPCfKiaBryxeEZpCgB
WM3SSFURVbfm9z2dg7I2FBmnvYBc1unM9SolZd6RISL1znsFxe78r196bJ18n5x+X3hg0FeaGiLN
vmA2mm5btxB5adAK2xCXvf9I6x8KDArzmxotU7joIk6fejFg0vCWndnNfeCdmCkj0YPUJ9+5eSW0
C5kfSroSkizsvUm6G9cE0lvWF5KyK3pQKyiVkSqgL3o1Arhbqp+kPlbji16sidQt7DpY86bme+6k
PTvb6abg6dhrZh8JP7nRMufY5PYTZHFW1m1h12FPT3p7MAMVrtmyDZWtbK1v+4jzPhiTZ79bCbHW
DMzWx/dbMlZ910c1WvQWO/AXz2+8hXk6GcBk/5ObbsDjQoYR3/fEL6qBLbR16e/zJhYW/sTE9BM+
mchiYNxdJachAFiebkoOgmp26+h86+VXQA6vDGkhKj2xN7tV27hFyzln6BHGu6D35gFHHIpfsGPt
sfZWjE3zM8tQeIDBGuAnA+n0Raow9TvJC6Pso6x+sPfGmuj90tx9/vzM7XSdbgF+is+PPBBsn7Ub
v7sFVq5J9pX4cX6dlrYCilNQ9kLxEsKns3Wivi0a0Db7yJS3Ris2lXqGUviKH124Vr0JZ4aIDmKb
X2QkIAiOFFdNuih2Nj0ogLiDg86Lg9GT+/PDWVoZhNgOQo+p8jT3AJrHMqKXtIsSMDtT612t3Gsr
35+nXMpc6y2IoXVRe2yA9C9WNtbSanz6+XPcHyDFgtEWP9+0L9LsSg2XTbXyyllYCx9BL5lwIyg9
kFmI1jSDDvkW3kapcYm7hQNCqm5BsDu/Dn8rF7MjAjPIZaMED/WTeeZyRINBKNCQNvKsHpjaARSZ
H3n8KybPkj+xOnhODj0YScfkQ/PCxNk1BoDYh/M/4utQJ4Qj+m8RCNZMDVxOfRBwXQkKzUkbWfgN
3LrIkq1q34ri21EpwA46Yh1UpCDBOsfa4TcUXKN+g+PqBhVYDuk3MbO4r08tzBzCQMrCryYLYBuj
MFCylW33dVdPcA3U/S3AGPDkmt2bWu5WBYTGmyh9LrSPoXg7vw5fdzU+j7n5uxe+BgGk4jUYplmL
YPBgpaAPheKb8t8Ix4FKQhYUPbKQ+f/SJ6vPQMaAkrl2dPY+EPeiT74baU4GIM6NsraOfnFzP1nG
FCpOFouP/LqgYKOufP7LFM0+P9uqVZWLsbfxeco3RteANf+b2iux2JdVntmYn/wutVmLLiTHGMwl
Gy1LJVk59UsWAHHEoUfreghDzSz4ZkM1k3b+sRjfYg86dt8EX/9d5s8GppvzU1QBvr8riN/6x7gu
9F3dgB0PZUDrukTVaWW2llYEXtIF7G0SQp0n7nJTG7IKtbCjZdwYegE0Pw/l+F1kD5bEnYBDABBM
iquzZR8phA1oVWpHEEeTLfgmxRXPtXzlUlwaCpKPUAmCwuXXPrm9YKyTqNxEXjdEFvjELohWRsNX
vMiSGYib490PabgJAXa6OKmPJLEEh/+IVNfRB1gUSJDAz9eaInzx6pizSXsOavZTEe7LSSSlqwlT
i4/mUCOWlCHUnG+hMRWqLF+5QJb2M/TsJ8iogSyRM9tuvOZW3DOfRnme6w/A7VlPduyvdd9bszLz
vqYyRiH7JIk2VvNuNu/nne/i1/96X/hIgIBmX7dkNToVCAVRNg6gQveus1E0j7fnrSwtCtD+uAXR
rgdgo9na+6A6sta1aeSTP834NpY/S/3nsAYRXrCClKAxCYah68aXBoJ8tLushUxw5EEhyojDtiWB
ZRebFpyo8+OZVvYkfJlyZZ8sTbP6ydF0qWKQ7cuSqEnia7cG9I6MWWD37a/cTncZcR9ESX6ft7k4
OlSVwcyAAjIwmqc2QQ91yBhjt42EhimSt8ze6+NN6qYrbnqO0JzcKNr9/dfSbF+DlGc0pHZp1A6M
bKBZycGNc8ptY2n2Q6pBGgpSBVmYGrmCLoNdXhUlZDw4ryBTxVOQnr8/cDgmNNkxcXN8SfCjN4WV
kzKJjxMNNDTRCmNfgBeEU1GGDofwzffNQVvQBbkJMtcAT5/Os5+xXCR6Q6PCt0MIgmsQ4zChreH/
OW9nwR9CB86EBBy6nqB6P1tPA1hpA1LzNDIcKF6ZqTD2YLTRMC/TdmVI0yH+sl0/mZotaMvB6OrL
kUZq7I8atGPCQoExR9o44LUKFeQVlJIb4AVWMCuL5wTJJAvPOxcC8bO5FFkJKS1L047MFhRcuvIP
UtBT9vQuTuxnfex+ejGkd/5hYgGZQuUbXZFQTzldwAGt0YW0ShqlUI7CJtnqAr0VXPF9nwbcH/J/
eMBMgrOz9SsLE7xmJ6ERh8RZqMbGuGWjUW07CBCFTKTeyjW9tIhTlRAJerD7gPg4HVYB3kDsKPhQ
z/WbS4g/OzuHguTddzfasM2qLSRQJp28YQ2cs7RRJy4enmm+hcT9bD7zXuUk4QaNzDzeJyPETyqw
li2L/sOEIkhHonYyg+DqdICI0VBTYjSJqloEFX1v3Bvfvmb+4/ntsXDjYTD/NTNbtxYZCG0oNcxj
ojXBwNlbz9aQe4tTNgFzpukC4Gj2IuOeLiGE5cGDeu1WuTc1oNKiS1Yc9eJIPlkhpxNWVbzrRgCm
I7OoxyNg5vwi9wCZPj9fa2OZ7bsmNlTZjzHGQqE1MUJ0vC/wYG5RKThvaHk4ALjC9cLLz5MzVt9T
pE6n9R/8SOrInCXNij9aGgtuEuDMiINs8zwGrVA0VE0m4yPo5VBdBX1sm8jxzh2I/g9rA/QpqsXT
WL6Kg7ull6RujgchTR6E5RxHSlYcwuJgwMTVwdgAbnw+mKSDM9DaIj6KevQ3jTX+luZIr3yU+VeS
QkuWcM0DfAxI7dRZ73Sj1QN0oztoW0T1sGshL+k4h361NcaakWl7fIqplAU25VhN/tQPmHM7Kfr1
K/fgkgnLQuyEtnzI/89dtjkUzBmNlEYk3jpvMdvZH+e38JqB2UU74uGDhneURh3LIccfN9XWGqBR
ZXe5t/3/MzXzypAaZHZcYCw6vJfL95b9oX9T3/dvIIirG7krk9jI/kzD/bQkQkLFsahwfSe42/gV
aaLmH7IOU3TwHxMzp19CkFyo0tGO6FgSTto0qy0Apy/Mg5/PFmb+Ho0nDUIHDEKx3SCNEM0Rtnmc
h+aw4r+WLujPhmaLrzylCKmw+OgdUrDLsr/1+WVjgtwUQJsvXQOMLLnLSeN5wmQjgebPZg4yragF
axiXCArocGbD2oN9yQC41HjYTk4GINPT1SexVqtqbGCg+A3p07Xi7NJZgRueGusiHfQlfpKd3Vu4
F/FQLzUIcpBbDsmmdI3pM036fPVtExVN6Dji4TkHcXRY8TZNc0SgeSnAyOe6s6fQSA3HUWuwH5Jx
D8USSA+V0hPfYw//PT6AasNnImqbaKWnE2gznbeGwzU0cUaQbUCRL1vZcotziGe1PzX8QXOvmRNg
Ga4eWTPtWLqOiIZCjy95VpgH0cR8xXcuHSOQA4G1m1QB0DnudDBOC0HbHvL+R3uwN1L/YTn9JmWv
OL8r8cbitvOQUAHsASzZOc6qaQuofmTYdmaydftNsgZVXfv+7Nw0vUpqQVvtCI1mSOS41dN5x7z2
/Zm/MUsbl7I7HRu58UFgFN7reQPG4p7+NEMzR1PHjd82k4XUCw0BgdYAvZbfzUh7N/7+7bWNZgX1
H8gMjylkTA7xw/lfsLjtfAJY1PSmQ6bldC9oqTea0C+G04YgHA8H9ErKV7bbggnkIj2AA5DNM/Q5
g4soAwoUZuIdx45sNDWG6EpzV8jf5wcyrcXMO5xYmUXQEpqY+mhp7rFIzGfhi10x0CO6PUAkVsgP
Czp2/2APcQcAfg486pyaVOlu3NZO4R1jO975XXGwewhjIpEUDrV5QVoUPs8bXNiMU/Nb1PJAPUWS
d7YZbVcz8ySpvaObyTco3EJbuXo5b2JppYDfAGjsL9F8/i6t4MdbTxXu0Y1vSPJgjnd9tVIhWlom
3ERTlAucyBcwVBNLNULvzj86WpEFOTdutaQZIGwnXmw37pGeyS7OD+pv8W++Mz6bnCb2U+jTEKi4
VmnqH2Un9xpv9tQutonwbtF7IjAS0Bwyb59k7XPXT+zsYQs5kHtnTK4zwi/spL4Yy7Xn3lc6mIWl
RMMwUGSgj4MNNPtNaMts+hQBvynpQ6mlkRRsm/Vo3BSrDdSgPiDfTQEWkxszMVdOyoLPATMLcTOI
ewie5zfNAFMxAA/+0QQbbA9x2zZsCS/3SU1LNEWviusygRo/9/uVHfwVBTWNGl8GmQ/W0QTwdNQZ
ZxAkijX/aOSdda2QYTxAzQmKYdAovO4rO9sXA0uuu3oo78VQ61toWToXaAfzsbIlFnehh8QLkjAg
cTszZzE4btqmNYpw6CZuhzVrrICqUl6zbDQOqcv6n6LiLHBk3N3VTVJf53Xmb/Kqth7jhhQbWmQ5
BOiHam9gGYegJ/5wbRtFvnI/LB1ItP34z++cbV2jknhId2l8bEcT+gSX3Bk32lpNeCEcmHqL/MfI
9CM+nY8hQW8JPsAI+pe5BLKgu6IPlftdpNO09ljeqXqOhN48JcBcu9NkQv1jbVo7v693Q7qWxlue
rf+YmEM2JNAgOSJQ7ygVexbA9EKFP4I+/ponXrLjAH2GMgjoCtAZOZ2wXHqa47SJf+zpPW2QqBus
He0+zu/RJXcPLwxZnwnE9wXwmJHO4grtio55hqQ1+x/SvmxHUl3b9oss0YNfgWizi2yreUHVGtuA
AWO6rz+DOldnZ5KhDOW+WlK91CocGHt6es7RUBzNDx+PcO67vx5htbiCWVtOJjGCmvd1tG+Cn+Uv
172w588FG3iBY5uhGASRlFV+EUKiwW8LGp0sFUIMF6gG+t02v2d4d0CeNQn55uOXOvttUEHxAQUB
4nFtSieol8EMxaKnIvL8TVBAzZjMLZh0wJhfqAv9K3mvDxZwEP9vrFUUKVG0qVt7oKfRi/5AZf66
0cGNR6cbVdaAoPj3g+Y/ggxigMraa5+mU++cxtC5kF+d/Y6QbwNIMVjYAKvEQIjWm6k/4zs+Q1w0
Vt4PbsXN/uN5/Xf2v3tZaBuhYg2PY2AjVoue8U4KLulJm3A4AEf/ArljOwGTubjpZaE2lpZQSm4C
/xn6zO4Bslqgjc3gMPejx0887yEXyyPIfM6l2Xl1A0lM1/SJX9EhgTKLtx1knqWqb5xrRFwI11Ka
X3iJc2F/AaYtxt8O/HTWM9WRqWvnMDtJV+zcYO/7e99qNi3Q8UWffjxh577K67GWjfEqqtoDb4Bi
p8B5qLB+iOwi25uJ5b+jXHVJ3TfZhY12Ll6EKIWCd4tOBkAZb8cjqgdt3CnhbQ3p8++1/Dx+4R/K
DtffxXl4nTT4pIaGuQakJJJXwQl6kR/P1rlG5eKHCP9vHOmLudnbnx9B0R4cVC87Ec6mx0B1kKoN
IwFeU+glbpv/6KFDeUMmH2r3YQWNGUi0sriE/Oh9WIrwv5lM6CzBnhYFZiT4b39Nx7Jqbpbispun
lg+nmwuL41xURAYMjpAHDZt3mLkZVned3+SoxhH1vcmGlwoWM50aYx2CO9aW9V+eXYKCnx0T7Uno
AqEv8g4yHfZO1dUdFuRArvM2Nd6XGuZxpMdl6Udj5Z+vM6NEAyoCUlyYeq0vfTVq8SyEnM3JnU+z
80vg9hw5lzKXs2v+1SCrAGypgECOGZJUEF+KVV7Gn2a5IGmJAKYJKEolCzzo7TqoxNC5hiM1mja2
e4jUhUk69/tfP375+1cxwtimRoqCTZWP7t+Ih3fo+1xYaefOw9dDLH//aohmGERWMgwx2XfUP7Jh
55kLe/fSWyyR8NUQIZX5XNuYJH1r9Y9tfuHxl95gFbSZcbkIQ4bAZllHprPvc2XdhlZ0ocJ3aZhV
vM6zSvsTwzC82mVumplkvKRYdXYIRBS0LWxg1dY9Cwot1Ir1IT1NEDEm+x5C9N7h4zh69lu8GmL1
FhVYbZ3WGCLPoV0LXMeFwHjuVEO/BQcMBbMEfZe33xouDmIc+x5BxNplDCVxyOp9b4oLONuzo0CF
B/y1RZfWX72FK0oKb+gGh4FJ8js4TelHWIJ+PFNnL6PA+/3fIKsD0yAW9kCyZae2qm5zr4YXmHvT
j+MjUtkuVgqoI9a1v808pszopKjth49/wbls5NUPWB8y41Jd7Fr8gLJCJYQ1V2PlXw8QqivYmIIt
+V90fyFVsGg4RwGM0dctICH1KAOI+51gQQ1WMiRg3EsCkmeXn0txw4cmItSUlr9/FQokBcVAsQyX
vDyEkxQ4M5BA/3jWzh1j4LehaoLjBUiU1QqcHY6WPy5Mp6Jqg+8Msr9PaHY6Wyvs7CMzstujhCbS
HrrS9x+PvCyIdQaMmcOZhusMFCVWI8MvRpR5hDhX9eIrWlH3nnDTegTDScLUYiqdhISw8NHiQmQ6
uxvgVQs5P3/ROl4lI7pzZzeEBeQJxkj9viAu0gTk1bsxIFaCCnK7/fg9z44Hshg80gHhRoP17Ue0
O+RigqM2xd0nxv/m9LZgT239/PEo51Y/RJvRGkCGAGbuavuFSFeLYnCiE4BTGxupz6DuBvUsIMxt
2xeS1wtjrQsDPWrSgggXtVrzs2DPgxPDVqHO4TLRfPv4rc5tgFdvtV6dDrMGKLhjpN5J7ShpLwSt
S49fJTxyaAPS4ZZ9EtGPofn6aRYk0h2oQ+FyhxMKGeIq7hJZoHSXBSigyJjBnmPY/Dez85/nr755
3xF3dgieb1dfM8jccHGpI3TuiP3PG6A683btMjtiw1BH0SlQt26w8zNY5x0+fomzB8frMVZxoB1D
F/fIpaRhsYOSdurw7ohr07NW5CGiw5XtlQ+27INUdc5XC3aeH/+AZZbWcej1+KtF0GoXvUicnKe+
gxNn9FzO8GAN476/hc9qnMP5Yfr98Yj/jvV3Q6JMDd4YyoQoSL2d1gzRgHdVEZ2I1fB+V7egdzE1
8wfTZt5vimvnHQwCUTGteZbfdOE073SbCTQRJLwP6/xrPw1yD9B6cxeguLvpazHflTns7PIi/6JY
6e+ICloUTobxQi7hnDkw0PK2oJ4DwIYNGaC3v501jglNWEYnDwyhJ5j2MbhKGfshhHfJXz5TcO6g
6PKla1w7nZXjwDICb3uDyvHiUKPt9lAbHt1EHPYngoewgMwtk9SwYI/r1jMJa6wx7loZJrluh+vc
n+370Wvhr1J2OglpRr82FY5C3FWLWFvc/tymAq0c6rkwBnYdaK6B/rTaVJlBEyoc6+wxZ2yXEbK9
cOytYs7yfGg7olsMLTdw+9bVznCyhiLIav7UqOG2Al3ZtS98oksjLAfSq6xBlR3Vjo8RDOweuw0J
LoT/s89Hnw6fDJoIuI2+fb70g7w0ruRPAnlWA/bAhQ159vmLGBlaGzij190EamqoPhkJIVosnrDc
gQv38f67NMBq++ls9OqpwQC1tdVP1ifJPPjC8FAAahn7GxvlHdje6rvMVXDueVTlRtbfR30hgXn/
8/H8RWJxKTtgna4CprQXbNuQkccyvKrs3RBdmP9V0F9+PzgCi+gqLAhQ8l19X4d0EKG1ffkUzYeK
PolgW02fu6m/G2J1MlZgglumwxA+SR03LtnnuiP/no+eHHCMi8z+u00GAcpG+lUknzzrUB4V+/QO
oMBleS5F3xUF3HUVvh/yYihnIp6qX3kHTt7n0pJ/vx7GAKgOo/kCeeTV7MimdMpmovLJRUrlxJeU
lc6sHwjA/ufxqwjn9G3QhT0eX1ZXkblpwws/f5Uern9+tEoaPDgcyt7D823E9RB2qU4M6zA4eSY8
KvYfb+UzaxWMjzAA2CJEHXUNJBpFALUrWlZPYfCsTB+P487+JAl7eZ83Yyzz+SqeNriEcUCkqiey
qeEO3W/sxVXp08fO20GWF301SBRURVZkGES5TTyDwVx9fkvgTXC0oQqLm946qjaNn41aVNUTAvpm
9qZjVpjdxx/jzMJ6M8Qqrg46C6osK6qnFz3djOLTxxqwXLioQlQE0L73WuHgYIwManqPpfzZKbBd
LiCgz/x6XLR9fG18CaB3Vp+5UPAmHlUWPI5Wyg9w6f305Lx5/OoDS4KsKGd4fM/HbcEfFRSa/osR
cK8F3A15y7t6WOHwYO7nAROE9BXG68r/JHh/2Qmo3uNc+ydNg7bz20UqMm3DIyoKH4d2C8PtQG6z
S0Dk1W35f4fAlSuEE9G/Xf12CMAcPUfBfPHRp2HiiVtFrmrWJsUlvNGZrw1yIvQOQISJfAirvh2n
hmcBdyMTPTJRX2XH8mKWdCYKvhlgFcRzB+CiCUaij/IvrI5zuvU5wMhpeMmdYI19AQwQ4HMUaAH+
WfwY1rTO3vYyXY8heepC5GMO/E+dIzEv4WxiYw4znVIfDFwbekwXltvytV/dYjAaDhEwBVC8OSe7
W3XctVk2uk/TCNvbGJcTwD7gzfpM58nd8QpGy22mXnjnD3+y0jF/BhXQq6oesr8lDcpjlVkvUCFS
29LJaLzcZeE0CQX0FAxiFneNznJY+OXRQ941LKHGye8irQfccwHyS6Dz4ybhkA4NFHjr8ZlEVUyq
f6rpLQWX3al3tnHhVQ9D9IOGj24TO3IUoLhTCSp6TfKHgfpPDnMvKaqslvD/zosLUnIIGQfMzioM
Mof2ZR727hP3r77uVHUtv16Y+XMT78EwAXibM+lHoXUHCQnjPlk9S0HobFEd+f8bYXUn1mUHLmmO
V/DMN7LL/osXgGgCYi08HyCesC5W5RWcfZS28XiP7LjI9xfyM/fMJwAlEiIaYO4C4ryu8bkDh7VP
1KDgVpX+JsykvGWhXT/bnWIny2/kkfiz95eqTID/lovEl7V/wzsKp71+CPU2dI1/hPBk8FBq1e3g
YuL8DYbhJoOC495yhgh+MUSkjSD1gc7a3gmfkL0dGqSDtoa/d6Trbd/B8LmPjL2zvXxMJk7w72BE
qiFEYazfTYPVaLKQbOdpdK/gmjx+7sxfViLCw0L4W7QTARh6G+SkAD0mD0bvyXX+0h/Mffl4lSz/
fBUA8AGtRbcO9dR3Fdy6yyJaRpn7BJujGGpiyTgep0tl4jWmd3kJiL1BZwcwNx/mfauXKOcQZFvK
vKdwClNV7DL9le56GMp432EUDhF7V6XyD4XzZ5CW0+/Avg/C7z28u0h/YTrXpar//Smod0fuIrGI
ROrtfDoU4PFpUt6TY9RN2xSbwctPdj3Dftq/snLoqGVwYeYmcZW9cdQlkZszqxrdm/8Mv9qVcD02
BpVk76nXMHiX8VidSH3FvEsc7nfvCSQpPiiaORT8FjtYgx9mbaifYffewr7ojnhBHNQI5kMtt27R
iA0k0O6aiH8dycbW8mR5l3wdnOWK8HplQfIMcwzRPXSJl4r26ooiBxd3dMgG3DkGLpTKUDtxiAU3
c1U/lY1V3IDVoA65kN7iMOQcsHY6uMhjB0qYbPnW3kQFS1hP/84diqKiBBST6pFughb+AA5wfxdy
rzV4CRywJSdCQQeLwwWQbRX0rbaXI9CP+Z3uiL/ho9088Hac0l5Q5EpBYG6n2q5S3VZhLPIAhmnu
sK3zdmPV/W9emUu9/PVaoejloDWFucPVCPorq13jCgsiDJB1ux+YUx3qQXY3oc39pDDZQjcOLlna
nR0PalgYEWViqCa+3RrU0qZsgeOEflRa23Eb3LsyHdzDxxFnlbVh2+GtXo2y2gHCqadZGYxi27/p
3MXw2/l4gHVIWw+w+oxtX4y64higzTLk0M92/9BeUsF7v73wFrhgoEzkIGhCJePtXOHky1tajaBh
QxdFcnXrEXcXkpbEtTF3I7pvtp+lGVpjgB3HuoqeP/+SAEIu8CaojbxLULou4vBAtsAnzE3KuLvT
4V09XUhSzi2I14OsrlOhINK1S3CjnamKNRdxPsGJkEDL++m/eJt/sikoeAOotcrkjT/QYq5oft82
4c+cq99BIIHu7O8/HmbJ19+EpOWjLdxr1G3RzFlvcLsaB8UrN78XHLKmJu/32sDfm9uPdTHAF8/9
29iX4uC5McGihzAjUD8gFq1WIz6PQq8PYho0+En9veBPJT96UPVuoEE6hHLz8SueW/xQCAG/GDwM
HAGrdamVq9HvafL7IT/Y7ZNoX5CWfDzEuQ0MkDxEHRa1rHdCR9IeGhT/QP/OIAxqP1bi9OnnA/YG
V0c8/N/16+3Wqux8nugM2EkjQEZYDurPVQmWCLSokTsBMipYIKxXW1FVhjgaXf9y2Fjb8FJsODM/
IaqvECpYjFLeQTXsqA4nm/lox/e3173/X/x4CAzDiQAlrfeQhdFyKygyAc5CclQHvgzlhT1yZs+j
o4WjezkAkNqv1qsI0BWe8oGBDBtn4pcbJA6NW/a54vHyCd6MsoosjI68GliP8FVUO1eRH2ErP1dr
+n9DRDCugl47GnSrc6a3MlzhOkTIYILevJtdtc2UfrxSz8/Vf4ZYzVXJdFfPI4ZgztElaeQnebXr
LhnsndnSqG4AaoqCClbtGgdK3b5uep9iPbU+FAoesubQPH78ImeWLLodwC8hTceOWHt92VHWARGO
Jdt1idfu4Yn+8fPPTBSUCNGLWGAwePyqnFxaPJJTBwh6qf5YZIgtCgKxkwxW/PE476cKq8oBdmER
EllkuN+GjrGIfOa0jJ7mX528K0Bf+vTuwwA+9BRx9OKbuKvwyvyoan2GRnPFrvmhCT69ZpcS0GL5
C0E0FGRWC8qGAU3NC4AZcKGcbvxLvK930wOsOtpZ/2ww0dNap+SjT6Ks4I1zMurK++OgLX+Jt/9u
IWEEyGwFcAnCUffOXLslY9aSSXunus2h6JUl/vy5zhlEkoC3R4nRAbEe1O11ZYYEfZS3wvYWak5f
HspLAknvbwH4wthmLvhx6O++E2Tye9brKqvnU16YtER/VOQ73F5jwo9VM8UyuuXT42B9Y/6mzfZZ
c2EJvM8sl/EBNEGNHInKO3pI78/gVJV8Ptn+A3Rj0zzzk3m8mgFkQE3srm1T3IguSVWf+W4oRAHZ
BD2+xXNglfoPNkGVNXPGU1BtKnIluwsB5szKw1MX2Wh3ka3zVsHYFIJ4pamnk1UAR3rj6SO5BIo9
9wo4FHGnh6cc7vWrHDKrBupmnjWeCue37fLUJn8+Di5rQP6y9HDsQioCrwIPgTXb3mEyGFkzjFjc
LXROB5jmJrjADN0dmU/ur+CbL4KNP5bxpC+puZ6dP9DswTIASfAdOh4tdmUpXo8gKNKXfoJN3RQ8
uu2lsue5OYQWBvSJACZcQK1v42c5wdQc0oPTSTdWjw/F20MhC3nhNFiV1f/NI5Y2kAFYCvCYWV72
VZ+M05LoXpDpFMHgzeoQi6w/lpgSf7E7mh4+/mpnX+nVYMvR9GqwgKnCq2qG7azrvVumpbQuvM67
6v2yLoA0+Xf0oG+zfh+7xZWDEh+Lmz5GBU+qoNiZ5lttD3Hr5Ek5gZWht5a+kIefnUYkH2ASYFG+
K931AyoCKO1Np9yAcRf0wdMIOIoMVAI12J0urEuRCaEck/X2ArUkbkjKASrAYb4GPfW1M7m+nOcT
mTu+1Zmc/k5eGbK4oHarYynbBNrnacnH4naWVZMSIBpT5dMukYHtxHMAetNYg93cBdm8qXs6xRFT
XjxXpoLZJzK2uKh1A3lkz4kLtzKPALuP94Up2j0vnWjDBu3detNg37ujcdOu6KMbNYJDBQmvF7fW
w5fSc8ffUGSje59x8iIn7zcJh2KDnrl4CHJZbvTYeGmIKJ/Y/oBvE1U/a2OXQ+xac12mRpmKx3Is
s/1M63JLWKcODR+DPfNaSEOZYE67YCivKJ+mTWP56jnUkideI7wNz6HA75ajH7tQ/k6HfoLGdF7X
N2ZWdDejXLfVhQmPWa/HPdixdaqp7yUeFRZ8D6xhM4smymO0PThMxomd5DKIHqK2NPeD1fI76k1l
DHWyvyqy4D8HIuFdAbhoolCQSuDowoFSVGggea26KV3pbSCqTdPR9Ye0kX2/MW33Q7i+gOlKaadt
NNkpYqpaqCLQemSBdVs6lfWgS++aofRTzxszVePRo1m54VQGcV617BCwbtq7SNlRgbS3LAhR9hDR
bx9qNykXLY+hksrSQnBrAwlFTOkgyIYaLb9WrJgAHpfQVfChg884mnixF4yhfQ0lk4dF7CQpgjG7
F4L+dJUc9pPs6x7zr0G+tlAk2BPP5HHn59/oBCm1aRzqrzZodEPSKY+ZpG3nb1MrfJ1UNkRPSETA
GAcQ7qczztpLB6gyfOcRs745Xac3ZGiJSMgUhs8OlPN/QknPfqKRVtdWiSXZOPQPDES6L7MLEUjM
zyNWx7TJwL8uyUgeM5nN1yWb5PeoVF50cLnfpX5oxiD1fB7FWJCO2qMY9bevRPBcTpibnHoyLaOJ
7asq6JOA98EOtZz8AVIJUR3TRpgXWBHqn7zmfWKRHMWX1hl+QBgDUpwD3J8yXPBZIsKcgElYhDdu
MzyGZMyvWg45u7vaM2zHazJjcjTGC3t2GMuyveV1523sDqE2X1YKmGMqHYfpVHuqxzzzX9KdxPeK
ReZuMWmOK0zGs0B9OThkqii3kGgPHqcMcx8HcISFibXJb4ldsaeiqb87YV1+0bXzTWYBLirDBJ6j
Nwf7eYAWjcRXmmE4t8VHGu8wt/SLO3VOAoCPnXJPdSmc49UWuJkoVdL65s/E99Op08DOcFMnSIzx
R4vOIeTb6YtnU45NUlapxVy9CUdLf2fYnnUCkWR24zWdwYvCB7WLhnScfobiZ49QDBJb3Lt/WOHP
sV9LmdpDafCRa/yPviniQIdiZ5dCJ9FA+3QOMpX6HRXbbvKKpKJOn+AuY2/dvm0OrqJeCkW/8Fl7
wjr2HEKXBZugcaldL5mw5uJhzoq4ZqOV1JnqYqbQtWrNQBJRBJAYmwNdJC0f+M6TbvNF9x75GcCN
Np49wdPFBSFxeEGugpwPu7mISliUVh5YGb2VcF+UiaMN0HsN9/RjWED2x8kgzFgWrUpaE45/e2QI
Vy1uMj+N4sXBdXI/pp2SDG1UsEemlk17RB8LNlM5BDKt3n4RbqVVMqlOX9dylD99ggMo5rhTJa5o
F1ht0B9d0fi7eiDhZijs/otjJHpmY1TbKen7bsemIdqDWuclxZg7X9BMiWIhW/nklB3ftRz9nj7o
86sejfD7MTM1YjkZ98DLRYmwjXVrpPC3BSH6oQyC6V4U2qQGYoMxq+YgNZFUp550wZEA4LrvDJk3
rA7kV82Gci+myU5G7VfQ8LPCq4krdQx0ZsUZjCkn+MlGxVVXet61mgqREqu79+2xSkRG7xmxs9QR
+jdAPDzm0E+JvaL4gkIvRKgYGeMyC7q0Lz2+tUiIqEGr+VYO4I6QSNmxbBqcDnrmN7qJFpir18dO
MQLE0Ukrbr2s2uhC1fC01b440mKaY+nJ4Rr67WYLKrG5mR1Nd5aK2o0L0NUGTiVT4k1EQSZo8vaM
WfY2qxjdjOi9whjSNt9xBBebKRd8M4+LVgGpvWTkRGxqiTUNKcPg0Ho+Op2BhzY7ARw5H216A3+V
IgnaiiYB5JBjt8tbGIWw9qEWdbnTLsYNTetvo8yqYsrk+FJ1RZg2QzfHixbVbZZ3MMo1wjpImnU7
QH/rDUwyxyPt+LApyj7YtlrUW43wf2ilNSaklcHBQ/f+0ZRmSIi24YBgsSYNayweLSGzEOYAiIMK
be/IhLZ8MtRoz47QVU9ZN0I2L+u862ICTcyR+MPPwiqZcpjaU6XLuBwQNSAb1x4DOtpQDK3kgxaU
7Vzd1A+tKupD2c7muWlhq2pPkXffahs/umqLTQ9Dmx/STHkMC84mpjaomcLvhh38j1ibCsxW7FBW
bfxCV7GsaXUoHDDiQlc1sHPBzcydKN+3WMXY07x79MDv/iUCA9JNG/Z7h9MhzhxSxmI2v5Xv6hhA
D0jU2lhno1T2FfZslqBs6GzrUOa7sM0RvCE8s0dHGbssi1gaMeMlphqn2J3h59DBjeMWqXzgHdEJ
moY4F5nYujp4lILVx7E3zUZ1wGGXwZynRabUBpjc4Fgzt982pR/GUe+UN7MbsCTQdZgS5ZdAdiDH
ykO0QN2xRiLJqm+ysuY482bvgBpVtm1AQtoOkWdieAJE8VQFIIL5BmJMtU839RhQAIqDX9Hc/2rD
MfwGZpyNhJQj5hnH2rU9NG7aAOimidfZvmtr70pMObvRJOc7Vxr1ImeSJY5vup0sKjcpNW3ThnGR
WoBkbH1LtbsKPfxrpAVYg1Ov4tHkEMRXPd2gvXtvWE79GHRDGHw0kFPmmQIgRQVek07LaSO6Ht90
GpFEjNJ7GD1VxZ4kVpvAMIMkXg8xu8bphzQL5LjJtOb7SufmNAsQ1pU2+rac0a8mbRfcYiNNm1Ew
dqe0tG7bSuWQxXLIVthk2KkB3cMJAIMwLgtLpChq1FsBH4IuNUDgP0Lr+k/hK/iQ+HcNssyNbfLh
SxDxHs5/M2m/u+GkT3Zj5G+v7uRXOgds4ws6Q6Is/yVtaccZGYoESYibVA11E90joYUegrNXfk+3
XZtZGwC1YLLW6zD152jcdIaPSVa2LSgHHtsKEnTx3Azentqm2xTExqLDxS2GHv+3SdHFepCWd5E3
ixRqS8DpeIu5UFBH8YgqyoZ5imxGPngiQVZu+UevmuZ+2w5R/VD1YxZ7OfvCZvi8MVD7viGFyP2N
hz7jKfdEf+0DQVEcBRV1jWwWUBJ0OU0qvNY9+i3Vt5SFv6EBB2KBwnr3sjrfjmZEVjqwaJ/RAUdO
iSOQFyrYTKLvDoBQmMdB2fk2ZBCfcZ0ivEYvo3sKOwLBQq1m6CwxHsRSz1pdtWz2LfTnsiYRWs/I
t9Edv9MjYkHuzGNiUBfBcYKOeQGRdwCzfAnzGzt8QFam4jmri22Oiup1NfbRs4GkQZ2IoTbHcWRS
xF1mDU1c2Rn/U/SVOUGMqwSXMZRXpTfPqadc2467PKiTBondDjkC2dIWsmajz4Okmd0onR172Beq
yfeKDjr1ZPi9wwq4gd9ldwM+fvkyNoG47nMFfG651Iqmnj/nwkxbaIyp1MyRG7tNYz1FTs1PDiM8
kT7PcRVqzM6dIN3psF4990WDG/hcVgmtkZ1X1IRovvv0mHdztVGs/kJ0qzfIYsvrSpj6ClDF7ga3
HbavfZBY/KIFTzRo2MFqBRaIduUB8kV/8a9Emg+uAa4NO9LPp35HK0RQXLWaU1M3SOhbOwI0wRuy
TS5ZfyomRWIyhGLjOh1coDxcL8qcDc9u5jvboPWtO4rt/NRZAVSr8qxMwUrPU25BAlGNTX9lybna
TkE/PXCv7B4gUMgRND07rgajtxA5SiIRHSCP9iIzj6RGAJvAnEEmoqz6Wwds3o1GEEwsr9Jbxym8
rQ05jsTV1rDL/d5Os676k8nWIET0zVG13L5VTiSSwtLpGFhT3ML9CyiSqLt27bz7UVS6iC3euDcK
oKq4CCv4Jw1NgBN6lMfcUhLE2rxO5WztcpvEEa3qmMzOfBzQ7NvAuKQ5Esinb10/a6HLxLoHtAWc
BARJJx27trxabL23RS1YEs1DdA2xbJnWgtJtH3Ac5q3ST55d/Ra8i+4sF8EtoDWylaEhaOi6xWFi
PPrhtHaJZnZmUqdru7ugrLwru6KgchnrTxAqhGXT2kcxLnxLGHDHKMYVW6hc9nAnhi44Rc4HcxU1
bQIDsdMsj4INGUcb8mKWgUZoJP56jkHd32XkrgHN/8iVKbeSDVaCXmC+0YOYIbjEyUa3OA64r6vd
YHXIPSkQkVAfak/K9uc9mSA7mss6Si0uSSJpXhx6H1i9MYJLUDbUeexzVn/rGjFtrCHLDrPTQ8bc
KuYjdSb5A0CfYBu19ng9t8NfOPMVz55LMJe+fBmoJltlsl9G6/KxdUV96ooM4MjRcU7KCfsYWSjb
9E5Q7ZB/s2SxyUtRGwEZKlduvOiUHQwnACsGDTkaxvs6RtXEurVQoUxMN3RpYYNgbQ/2IYOQ3obR
idx5HQoSgfDUFarP6qb3xHBfgtn77Hf249yVQIbWVkkfM+rdub1FngkFlx17VfG4ETQ/eU6DvJ9Z
xZVyqUqEl/2llTRXcBMZj07fVAcPJ1XC8xHJApGzSSxnrl4yVjzU+RQepRBQJq9EnVTciuJBtyzJ
OAwQ3Ma2dn1lRUlTR/0WJDWZNK7/AvRPtJ95Uf2V/eTH89Qtt6u82Eif9bh1taC2dbaMO4fOfqxq
e34IgEk6BMYWCZJbawdC2d+2kHTfO41MRxYgA+PavWqcOdyWxL7O66FMIlZbp8btl2kLp0NHCU25
K3+UpeS7AvesrWgLg/qBK5PCRsGpqohjAfrR+kdgGMZnNQbjNpstXB5HUX6VhLRfspEHxwD7YYce
XgORWdrfEWROMZcZkq2mQTmrL+09WDrzbU/CMc6Vrx4aDrwSLqnZFYTbnE1Zj0hHW0tuOVTjfg2O
zpFLhPnWYtDrKYuii3ld0k2FgmfMTPMn4qaJC2ztPUFtadO1hMbh2JLNXNf1PdLjOSZAIcWNhZUE
g7ohdtrRvoF5TXGdly1/+WR1NERBDwL/aB9CAh+mGG+ro+04BJBJiuaTsQ+Bcz2rC7XRd9VXPB9+
NeAjgGwGwMUKBFZppgPAZOZTZ25HccidC32FC8/3Vo3FAcjLyOZ4Pr0rsmT8JFgePWT8h16TF6Ij
h5rnqh4+hhHOtjGbT4MqUB08utZ2Epd8d8+9w+tBVk1L7Zc+GNIYROaQ1Yk/ScV79w6rT0ABFNMj
NBRPIcqM6r5h3z6/hOjS1AEp0oZ5y6qaP4Xw2JEoNp1K/f1/SDuvHbmRpVs/EQF6c1u2jbqbLdeS
bgi5ofeeT38+ap9/T1UWUURpzwAzGAjDqHSRkREr1nJr7fvNX7cpWYJmQSQKluF58k7S917VN1LV
mbIrVeo3lWwQCa9bK4rQZs1V45l9kZ0qwt7oVOjjoi4M15PTF8o+5NJH7Z/rw7io3/yxAQ6BmspM
dCIsAlUDRwMhaLiK86LU8GuQmPh43YR5mZufO141CzIqIGGinFar5zpY4dxwW+7GGpEeA4HWxEm+
WZm6xptxCWpiygCgYBBZZcydr8pIXrGciszgYhzu4rR7mLwWcS3lo1r7PxE+Ift4Kw561ueYwZDq
XDFCl0wwKRfSYEd6abg5nVvJQ+D/uj598woIpQ0YBamizNAgIApCBTRRY+KYzLNcNfs1Ncc0HDek
TjcDB19WSPqsaepdVo0YEEVsUDaYpU1WMGgUjpNkgWzCnWEp+1L1DIoi1YPhkQ3Og30cIuU3Zh8H
Tdr3GeQM14e74HSAD/FWZ1LBfIi0JCRxGwnKMdMFlrEtqkczNPf/mwXBL3Tc60Efqabrg1RK2ZLW
X2z4uYFzVtSArFns8s4Jkm1yR+wI+gOoq/Q6VRtEYvxWunWyZtwExBw6cE+DhtH56J04oVEh3u+t
VkNS2dkG40YibXt9spZQB7OyG319AMdUR9x+0UQQ0ZSV6k6Uyfz2mGZuVvUbq3iYivKATu2b1KRf
ZE8/1k52DEjf6cPv67/hYkvMZUzQzxBd/KG8EE5YLJcGL1dndC3yoXGQvpu0eqWEuGgCYhO0Kmf6
S1mYyII3GJkDbXT7uvhHrrwHSAiO10dx4QbnUZyYEK5s0EWRn1QqijHNdyVTNmn2MmTJJjAO1+2s
DUW4tXl32HbuYSdLaWwqQuLtFTDTkgVCaJwdOEKVbX6+6wLADtEQhFhotO3g6+lmICm7YuTSDQE2
glCVPmiAE9yzwqrDmK2XNCv3blVbfga+jJaIcqhsXvpOXW/g1y7vYN1PHsdBDT/lZmgftH5N224e
ypnznX8E6IZZHEmmlC78iFTys8hqE+AN5D4scybGI/DVo42m1NsuXmuOWDSHFZTtaZG/CFmimkxm
a2q9a9Brp+VfBkRHE1L2dfumrxHaXdwr89AAjMGyAefSxcG2KjgS4PLp3WGQP6uGf6hMs9oY1KUI
M2ZZvT7bhWbyU5nWpBUXLdOAAQ6L6PUCCtzrGqQkitK7LX0mfWttVMrJZnbvae+U7rXuoWuWyhWn
fxEYMFoaJ2YQEYqbFy0EQWeYVJHsnsdoPu2yMX0202Ib5OUutxtzM+LM9qmqtivuc8ksDGx0tXJU
5m10flT0um4lp3IG1+AOSM1joPqoyKrblqub/8yLW+GrDHMG4xAvADa8iLUSZ4CaxdLYrzQupiQC
13B08+UoHgiQ/dTWCEnRQxMOhJbkRtZ2OWefh7XtBJuMdumkuTkKmMdBWW3uL1N1iM7O540jAMRC
rQd30q3dMBkvSlzd3+wnMYH/AijOE0F8QgWjREWj6gY3LvL2dbTJG/Me8T9ct7K0AeCzoJSJiDMI
HMFXpo5XGYaUDy5bkornnVHN5bOHom23rXE3dF+vm1u4ZGb6jP+aE5x/047dGHrl4CoBsI3ht61+
HB3zMEU/r9uZ51/cBtasRDH36MKbLmyDVi6cwDeywSWl9d7wCpzw+DUq9M9WrWzUMNwiafqcgqPe
Xre7eCtwnui/BDA6N2Geb4w86RK6dqPRDXPAKJ5ENqjcG0ZNhu5X6XzKiU197Ye+1hu0tO3B5hNq
WTxjLrCPkuQYTR0qwBCnTwqvFqP6p5B+rYxtnjRhUg0a/6CGZrMASBbGZsoh1cp+GlxffjHwwGod
bqXkpfXMbYhkijK9mtmdJj8F6j9Sf397/xOuGK/MPyGmZozztX8STOp9XiVaKKtumY2blGSvH662
dV+O8MzEPM0nJuymnPPVk+raKRqA6VFSX6/P4cIFemZAiOMqXUtaI2AMSkShSDsE7T1U89so+tqq
P66bWoiCZpivye05N0orwmrJEy3UEXVA1zJ/mt73NSziyuf/dDGeTBVdqZM9Zgmf3xRqtJmFQ6//
/oUtbcnEGPrs/3hGCM+8sNOpXIUKGaoKuHA5tsqnElDQQ9wrxsqtpMzfEnY2JAJzDK/SLqj++fOT
wYx5nSHEJE/A+B2Ec77q2rtJCg9B/lmHZXuay2TlnQ2YTV9JoSy43zPD6vmGi4xY8wejndwq8j8A
Jd4H2pvXu41aQ3B+166RoS65J+zRssDGAAUudt8VUqYRp9aTW6j+DzOWfxQqDGro53pB4MOhlx3l
0Po5eeU7rQPecn1FF7aMRYWPjBHdQ9qFLFXrFIadtuAuVTpkik389X/6vCOkNLssDsdA5fNkDUhL
7xv7n78wMGsosFW4KUX/59dhHdl9O7qpL31uB5mI27fXBCHmYyluRZok/s+IyC/ZdHIkO30JONXD
AODl91kMq4Tk/BoCyhyy/FVyYB3L7DUujaXzBmkUeTyTNQKbdr4Vq4oCguJFwOfrLyYxdnOkiHp9
Ahdu/5mX6r8m5g1ycsz02jSHrk4nhOt3+vdK2afVXW3c/lTGCA3cukFqnijz3EitpKpWTxjRpp0x
brO1eVoexL/fF46sB1t8gVgDqW1IDpyjrxz65k5dy9otr8a/VoTVqBt7bGdhNVcr97K2Cb9oa+NY
tPAngOUZC6OFcD/k5tjETfDnvQ9kPbGDb4laPyuVsb++6Ct2DOFY2kFQ6xPixyjEyZ8HtXn2qV9v
jKB2/8YObzbg1dDniPEynNvA+Vog+Eb+lAGWrt1btRVn/D2KVv+aEKJXx0f9vEww4YNrquH1QmXo
+iAWNxdhI0306qzeJ2xeCawDyggmSRjCxwz+s6E1d17x0Ks30r/+GQuOmFSqChMwDu38mMT0QaN1
qFM8IX0K0m7F1y+t+unnhXdFwqPVSUGxgrG3durvDvztmgjB0lwR7+KsZgJlihDnI0CCUgvHKJfd
oNyFxda/B3Virr3Ll+6suTRAIhMCY3pez41YnTRFeU2dzJ5AJMmwpEa28en2RSfzRrcl6VjSDcJc
2Ynnhb7iy65t9Xsnqu4iL4fnR9nb0eG6paXRcPMTxZO3cngenY8GsCwJCGmkpFXZ3VFJ1HTnk29c
oQpZsqLDzKSTkGIri5GbbEmGKYVEU319AOI07a8PYmndWQvFoIua2qvI7mCmgCK8yZjcUQMn6pfb
xLL2iOaZzUpYuLSH/9C7zJSPaLkLa6/WmaEjaDW4lPU3Xfw9A9mTpXfXR7NiRHSPwI1rrS1mI7m/
Lcq3TicpspauWDTCs2nuwILeVdxhxOpZR6gysCLVNpX+wdamXGtVW1x2AjwSr6ReL1qtkMqxIrrz
BtcGE/xQT4UKrX/7z/XpWnhAWazGf40IO9grLa+tTB66aUzqsfyaATwotK+sjJP/jSnqpzMBD9k3
cRv3epc6kwXKP4Lia6PK1aMjKa9dPj0VdCRUQJ6vD21x/hy6xLhlYDgVXU2RVHoVlzrdUEaxsRUe
hmuc3Isn518LIjNUTBawpgF/dB3rGEm7KXmasYBrAZiyuNvI7Sk4AWJtTbgmvS4rikZn4rJgrIks
nnpz3CRJ/eZXSfPotaW2nSiYkDlO7S9SCx9NCgRikw6DfWydlpaabhdZKDtdn9+lt5ZB0Q48ArkZ
WBjOnV+XJ0ostZQFirT6kSrhk1G0ATz7TbhtKIdtnFTujmWW3v4Ot07NCjt29IsepE0wuhWUhMAR
96uden/YGcU3gzG3VrJvKOn9efWdxNWWE7ZOQFsNI/N6Mp4A1LLRTg8E2+ajPCr1o4Q8xTNAdzor
QvAxQyal+yiNaYh3yuLoq3m5lVo9+np9xpc2wtwZS1V9fseLhRhj8vIg05nxqH8MvrTlTg72f2EB
NgeISRBfJNN3vqZhQBtbCJOMq4A7je0KWO+nvF5DsyydG9gFDfJeNPDR33xupbTBjXcOPjoZlF02
NQ8ke+uG9oo1rag1Q8Je8e0sa7oIQ94IcEPOd1ZSvgzpAImMo79dn7ql4wCtAKEyGQ8AdEJc3of+
hL+mpJhJ0pPaj/vckY56CNBFoW6U9NGbLIffrttcGt+8TrSu0odwkTb3yy7w7Io2yMR7yfVXO5E3
Pe0gq1nY+Q0mHogTO+KlKjtjpFYjUVs8ZLucvqMaVJozSBs5/mwlj1pOhoUDHz10iXxfNGsMgktT
e2peiOLTsfQ8gHSTC1q1HrfV9JbXD4qxS9WNbN1dn9KlW4P7kMnkbqefVdibYTyUodmqPBQr+EYK
vdnwcgy3140sDohKnAKlI+g8ETFgw1WfOz7rxturO2qSNL3TSt/belpD+ihOrH2k9/GHOg3WmEIW
LRO4EOrNollikK8lNNXpBlNZ1XcVPGcVdYNJ/RgqCH+iHbemLLoQXhDpW9Q3KYfNz4rzk17N5FCt
B+bLkF553KfjAYgH82reTLgBvzXMhNTeqIZcCrHojYlabRTJLj0O26n6RdNDE3y+vmoLW8OmOkVl
D905aGnm03hyLdSyMsYjCGREOT9608Ho7//i+/S8z6E+L0mxrb9Aa0HphlJxaxRFx025xsW++PtP
vi/8frma/KzVEsVVnWgbK8OmvBlBOK+CCTEBGVETLrJ5O5zMkEz+I01GTXblIN6ou8nxN7dPEZxw
sGFAyTkXTc4NFDaUrSk0qa79NEbaRqLP6bqBBY8K4xDYrrnOReFYMNBmsZxJM0hxohGg35qfJWff
Ze//xgjoLsuB+emCIUJD4zmyhkB2E7kNN7BA3ree7G0DZ/pkaulKmLY4IpX0HfUs1M3ENdF7B7ZD
8F1uW5vv4Xz8MLfvbaQ0ehntNY6DBe9CKfpfW/Ofn6y/VNNOqg4xL+/uW5J8U6pXM0SC5RNcESks
Y9dncSEaQsmKtDF8QDM5ruCpNaQmrcoC79nNjL6qCoknz8pgTQ986dRQIANTClWbBtfY+ZhUOjMs
byLFn2nN1nHo5r49wcrT3qEozSDwKvM4Tyat8nUa0AuTLC5IfeMxGtqViVoewb8GhHOvmRPFfZSq
XL08mP3DmmL30jrwvOK8M0UWTF3nv3+oeqsZPQpL0ddRfrA116tXrsvFAcDHp7CHKQSLKWjH6oMp
cqjq2OmvItsYyZpbubymoFFBLNghz82/Rc+rqF4SQeZjvRghoH3/wXe+hPRPa8GwG25mlQPqgzE0
2FCoprgs+Mg8oz9RCUfzJVcewsfQu3k3nX9eOIJhD7/FlPH57J2db521yGUBHwhSCd87wx0peYk/
3ylGk1brxnihuSaoYG6YXlrf37TlvWLcF6q8M5tfytywLD0qNHMqw8dbT/25fWF8DpS59K31xovk
fCppKK7ChzZdk1K83NIYAVgzV9dAEYlwh87ps3KKGaQSvi9bWiKRL7Verw/kD5LyPKjmgTlLx4GK
4r4XkZb5BOQhIhB9IUNeHqouNXvQdZrxIWjD6I1ZpuU0T987Y918bgtVIxwswmAjJagfojFH9zva
PI+DalXPwFupAU5eFL61UmsfG31oH/Uw8N0ma9P7KfLTo+FX8bHQAJrJI3V/urPV5o6AoIbTPRuH
h4EI7s7nub+pQSXcj12TfO/K0H+l/jNQUbeVt3gapDd/NOAqHIPC7VAueWqrKdkgUk/LgD/FmyxS
4q2Vwq7cx62SHbl4OprLpuI5yqMOQLGufRoi50OTN/+EvaRupEBO6FebwmY6kI0K7qtx9L/moz09
VqPd3ttmGYI46krznwFE1+9EHdcUfy/diwnMwzRYb3b1BeeUKnWBmaWB+hKou1KDjvNm/3v+ffXc
QYZV0de16asvzfgh1d904/v1nXTpvc6/LzjgBrm+LNUl5aVPQtntq6Z+UkhIw2MjdwiA9IEaIg4l
lysUdIJZ/BeKOFCsASqQyen9SVud3Fs07EeTkwXlaxn9zvx9BExGVsoteycAJ3Z9iEJg8R9bVKLQ
lSSAvQjLfGBGchl5xataq1uYGErpTaNqm2jafeS8U6IVRiNhR/wxBypzhkoQaSK/dL5ihaPD46LT
pBJV1i5SwueoubEQ8v9NwPIMOS7vTTHrnk6JadJ/W7z2JV3KoR5JhyaL1irEiwMhmTPTBOJKxCIe
DDh5qHZe/lrdR/47pur6sqx9XnDGYx34BSwPfN74/s5ZA+MKket/pgiuMXUGnM2MauerEISK1Mpt
XbxCb2nseDLTFdhk1Sb3pHcJZ/X6WJa2s0kbCdBjNDAuwjC9iGiV7AOsQQxAW1yMTFwjv3opCZUm
X9nPy8Zw/HM6z+Q5cz40HfLfGk7t4jUr75Pkk0H2xIfcQyqrTW2nK8ZElMqfiYSd/7/W5mU8OamS
PSBiZWKtL8Nt4E0bX9o19le7fIVHqEy/+nINheGKV1o6skje/2krYfHEp78S9DUdpk7+qmduG3X3
VZvC3iBtm+EuHI6puVaAFe7s/wySVzPbnNztRWVx9FRrUkYve60nfy+N7wZUqdXbJbsV8nv/NSJm
/Bu/guVlwEhQy4+6H933kvJUerR1X9+MImn9n9EA16LXjHDUId99vmRF7Ke+Qnv2q6cEdIGmYXAs
RliY8tAcpc3gjf2zEuf2vmzlr1EXp1vdM1/lIErgSe+AwtF5el/CDb5LM/sD8Ue801ofmpl0ah47
v/1kJRDFXP/NIi3hxW8W3hmKmtaGkhrZa6EXMJZIb04TPHql8uaA/aq0bptV48bRhzs7Nd5Rk922
k3pbCuXiJwiOe3S8GHpwpk2evkrSgwYT0vVBLnm803URPJ7RBYMczGNsP8NcUsYrn1/axBBO8wyc
u9nIm50vO/jltCnoj3/NywyWjKcifd9i5y/GcGJEcAdVZCdNKGME4qbRpI9oxZOuDULYuyHUQnUy
D2KmUZp2I/RQ0co8LfnP03kSthrUZ7Yd9XL2mvbfovZeV8p9W77Tg/ygSmuORXzy/GdTncyXsKnQ
JYEMudIYz/itlh49o6A99nPGOz1tPuXOC8R7h1r/p5OtQ5h/ifzD9eVaugZPxypsuUHNUa/wMN8b
G0ujB+YhiXdTv1KcX7QyP0iBa8IgKTaf9knulUlvZ69Tso3UrVIckYc1rP31sSxuDSBF3OnkCy5A
+KYn+erQcnzqdK8qB6c85GtslIsn9MSEMF3TlMMJhATeK3xocffVsVZiw6WJsmfYHZolVAjEsjJk
D3UZKHX+aoQv+nCk9jocq+gvYmua4TUyW3MscpHxCBKf7CGDKOyXbnr0VDDN+We0vgfYI64vydI9
Tf6M1KBNWuIiGam3qpbpMfe0BbWVn/u7Qf7o9w/1+DNv7lJjpWL155efvHr/HCbeDFxpOl0YF6F1
OYXx5Ovs5sRruo3ZF1DZRZlR3fHbkEwe4HgKjDbeTlkGw45m1zveA/0R8WGTYqSU3Dk02sMxxZVi
92nwYGptcogNO9mCOEi2UlDA8NPKZfGxLoz+g2ISDUDhaD3XRpm9l+vyoxGV8V6vmx/GmLQfkTWx
PmYmsvSZag/3gxJaUNrVWbkpcxvWGt/pf1Zh1GwzufSOo+kBZG+geqqKKftIu1q9lou63L+8LKim
z5giktBif3GsaZUR5YHiOvV9M70U0s3en++TeSZNS7Mvgt/nV4xhdqSfqOG5sf4hDH8mOOnrG+ry
jGMAiQkOBzXJC+ArQN8S7QcDHFkIu5HtBeYRJnMarzrNvNk1EldSCp+VaWiBEsNolDXMRpXa8pVl
2Wrm05h9qp1Pnp6vDOlyTXiDGAbUL1RmwGEIN5qsNkEnsQtec3ubmttxTaT1csrOvz/7nJMAfSqs
Jhgyvj9nceyDM+ydGyU7OXeYIMmB57LZVCJ/wWBEWSw5XvgaNNauBpYf5CuOcWkQpAPmnBmH+wKd
kJqFHOhlFr6W9mMYHbNsF6cryc01E4Jv73wpht0jDV+7dqvm0Eft6RS9vnuXlvp0FEIBaLQyudEC
RmHWhyaFV2X3P31fFLTNkXXSchMtJT35x09TSA1XQuCVORIv8sEazQqKwPB1DN/M4p+uqqDXWTkP
azbU8/1ql4WhWgk22nIrj1DfPOhrQaRyec8SI1Dbwe/P/e7imRsh4yukUgperRy+XaXYDvEdOgdR
RrHsU6qp20a7h0G3DX635i/J+Z2Fd0F7iKt6xccsj/Xf3yGcTUfrag/itOB1UneterCDnbmmU7pk
gp4iHnq0cF6ibiSvg6O2icJXOGI189h5H6o1IPSaiXnbn3gYq+o6K46DkIfFVoYVqrmT1oq/Swt2
Oor5J5yY8AK9riTYsl5D64uS7qXsziq3pnG8/fycWhGWg9sAyfLUZ648egDvyjUS9cWJIu0HjQPU
846Y+g+NaYz8GGmmXL6HbK+AWkvZ/8UQTkwIa6FFdtPVicrObqC52trZ3V98H1UQrnk4HCgznS9E
LSlx2YRmQHZnI8lQmq6c/sWFPvm+8PsdrWhzUubBa+s8UxmJsmcbhpDwcH0UiwtxYkXYTvCwG2Hl
GcGrkRzU6DHG49trJRgm4jwWJdw9MSHspX6E56RKLRbiC5I5tr0FwZT1K0bmC+OaEeH12NsJCLeM
2eqD7FA2MtQg8OoZ31t931qvEAol+fvrMzfP/zWLwi1pDIESUOwMXofxAGlrtOaa174vXJGdRm+I
Oczf17aUe80bBZP+hConyyKizaQwc+zQ4vswl9W/kzXShZWfbwhpZa2JrKqKWJBJ3ZRfzB//0+Qb
wtWoxo1m42uD16Z5MMrDakf04uGDtoSug1kQWMSANn1tWyPCWK/xtDVK6IGeQxgttbe/GMWJFWEL
DX1g9WqFF4ztrZHCb7q7/v3Fw33yfWEL1dDp5L4lByRr7zs3Su+HfsXJrsyTGGe1uerpdc8IejAJ
0zaP0eL9XXhfbh4HpUNy+OQE5/Ba2EtlE4PuG3z/lQpBOWyL4jg0Ky2tC9tVpUBAQpBkAAwewlJQ
hw31ImglGhi9jWP9KuVhxdMuTBVquBw7Pg9oS7zyZN2TYx4P5Mt7bTfGj070wervUvgBr0/W/EsF
v3RmZx7pSYCgaJLdUaj03ET6RoMQtOWvqpPvTBj0h/Kbmq9M3OxYr5kTLhDV9ge4sjEna1/SyPWC
45h+jfV3yMqtXIiXu3kG8Kgk60lsIC4k7AIP3pppjD3ZNcw7WKyt7Bnq4Otzd7kLZhPkzSBJX8g6
mT6vBjgyFDdTt5av75tgLUJcsSDmBSY7ier0j4Xw68x5vpaXW5okCFkAVqAtQopRWA6lgW8/ywbF
HX3z0MbG+yId76S8W4kPL1edXj99BmzxfACMJqxFEQFuBbqhuDnkCchjHKWq+KV45b4HE1PW7crZ
WRwVDbgOgHn4c8Q6zVQMYzrWjCqVugcj9DZ2JkNI/vP66l+eHFIqMiU88K0oL4lvIWiNQY8FxApV
MDxGZf++tqqEFNn0s/eMx2yaPtjB7XlObNIJMK8VDxMRCB0EnVNFfQKWM4XFdorT7yPeB4WPu0qL
1+pdS5uPWjjYK9IHIIvmVT1xDWXfF0onBYqrm/Wu8SCA1lacz5oFwY0iI6r6U2kzhXLxIYjyD4ay
CiMTG0dwoMwZQhXU84GTXDQ2aHLfx1JjkfoykQzVI7xaIL+DwvWTFGgbS5n0rV/Vv/MJ5G0QhKgL
5XceCsd1JG3Msthf3zWXfh0o94zRUMGY0yAgHAU1bDu5HTrVNbRt+VkCV6y45bRyAJbm1ZhJwWYp
ZVgxhMeGPI5W16Lv7UZakN7ZAyI7ZWGtYT0XrYAxnFsgyQqIIMzYQaNTBoDthqiV+B+5Rv5iexgn
BoS5sguv6ziCimtF78LhcfwfP6+e7+9KN/y4GifFnTzwOLv87fpKr02PsAggSIwOug3Flay7rrjP
5ZXvL+4kKBSg0EWVTRMvuLYYsjhtdQWBnm1THmvnxVHeqbc/7dmvJ1aESfLKlM6aTCPzXUY7pQ13
/1yfpYUCNZ2n9D4QzIAQuCzdSEbEPQpGKkzfDASDzRgWdTdQn9Uwf1ehoGc03g7VbjQPXrp+JXe5
tEYQCsGChqojpGTC/Zc3E1KUtD65tg3Rmp/t7q6Pbunis3A6dG9YoBbFvB9qW3mRKPSUxEPuhRtD
tqutIcXt54FL99CpcnZvIFKxEmQt7QzcNW1cjgpsXuxkySKlrVukctw+A+zf5sn0ZNSUdPLGaB+o
YK1JJi/Zm5sMKIrB6nbRRBqOcaBVfi3jy8xj2th3NRIo5iHyVmZzabVO7Qh7cRzl1MjHch6X92WK
qzvI5D/fvmAzFpjFQlDi4lIvUaeaHIXmcW/Mj0YQPdGGjaRaNzwlqvGIqMnteRum7MTgPLcnl2wS
KFFgyxjM6i9G95Cb5a4YP3Z6/xfODpSMwajQfUEo7dxOqUpe2VuyDC9NsW2drTzlu+tTt7Q64Nkp
M1GuhpZu/vOTkWjTWISKPZI7CWG0L5AquL0iQ4UK1BLvLURK4CE9t4DiWegb07yv+4K2LLcwFaSj
flwfxkLweGpEvNXGpKmsKMBI3tONQ9yHSJ5F1V1VD39jaG5hoAeEV4rgeyJ07OK0wpDT3NXSL695
rPqP100sLAk3M/lr0FGwYMhCfBXHaRhaUqy5qf7Fd34na8CbhYPPwwHuLR4QYKbFKyhXEIaWJPry
ovypqr905TEODCQt318fxsKSEC6BZp1JHLnuhL3blaWSj/TjuSG0+yhPfIGO+y8s0LsEM6WtXrKp
ImZgjOQ/aDAcin2Y9k/N4O3LKv5yuxnIL7jkZmwzl8L5Bi6USrdHm7tukp7kCRWwKdpWxUrJb2HR
6ZQCrUTaHbys+KbLh2zSmok7zcuf5fE5+f0XY4BZgzw8kho0lZ2PwZQcVO1smvoS1HZgX3fTwvk0
efKKr19aczoaoL+ALwTcv3DWR5QM7aHt2Vqdehyl7hAXzZcwiFfAskvhB/2cgHFVMMwQ7QsxJpDs
uDIzH//rON4swzVutSS8B4pwiJE62zRRcJf56B8U07usyn/SgFpvWojMrs/qQqDAz2AHMqNAAMQr
ezADtFMdiKmSbjj0CcKJRvq5jcw3zQtISY8rG1Ekg5sfRQBYOLvUI4Aiix0j3aDLXtI19IDSpnCY
CiX61VZOh4yqI++Ccuj2owPoaDCl5EvVWuYu9/QelC/6idvrI1/yIWQGZqYWGzJ/MVvnV3Ylo7A2
uX4wbOgz2Iyes/VTGhbWmnwWILcMGt10KCAwxGvwfOuORhqUNeqOrmrm7VPgx2+xNPgINcVtcEzM
PH9OJM18kCu93jaeae9ayfqLJy8Hnyc1WCUoRERfZnoJ4n0tjVlDHew1u3htNOtm1BjDPDEhXMRZ
H2WITNJaBrZjYw5PuiPtKh/9In8NhbfkaubnB9QhtIEBmj+f0GByEGhUkslFXMwfNsmNZHp/dinB
EavFwQBALBzOuJ9IvkzQavXbzn+25JU4eb7+zpORyBHOVDF0FWiwhAn3ihPxRu5UqBuUpADq9C1M
5H2pfEh9n56f90r3evtOx5vN8/THswmeE9WawMm8anQfVevtACPA2+3fpz3JwIFQZ7zo/WhLnZpW
3IwuLUTNzgyeJ/U5DFailoUlZ3fNvbh4kDkRdb7kPOIGq+xGw6UP3/sYVZ+uj2H583MXLlc9cZg4
R2j0mhJNXhCnf8uM+5A09HUDC2vO7//XwPznJ1EqEH+pSjIM4AqOlVoxim7n2B9Vo9uj377tVH93
3eLikGjPg1L8T3FFPbcYxHY/ymFikCfch/4xXbnuFy5KcnQGmhTzqeedef75pu+qrK4aC+kLVEm3
3WsW/cUATi0IUzYrLJu1UVtuNv2KKUCE2hr4eW0MwmXfhj48VHVlua23V5S9XO3qlbOxbAFIJUyx
/G3Ni3Sy7JqnGTmZYguh9wcwdnn8Tl3jn1q4yFiIf03MP+HEhJSV8liTeXMzMJupNHtDPf6Wfbp9
N51amX/FiRUjsdWpmhhIKN9ZyVFdq/DP20XwiegxQTys0GUF4kL4vmPmGVDKxHKN4LuZP8DAWYTf
9a/VdDvmigw9GXISFXMKXUTVK1nroK2eW+6UfK2l306xgtZdXI6T7wsrXpStYuJvLdezu20v72sA
gp7+qxhXbtvlCft3HMKyNzXKB13HOHrl2Ol3XoAK48H74bT76wu/PJ65/QCaEP0CCw6FujSS8DFd
yfiRSNvafon1bfQ3u4sL6v+MCL6q9Fo1023PdOXGfgtS9Q4msu/XxzHPx+UG+9eEcOlGoyqHWi+Z
EF5YX8suPvhZN9I8M9xdt7PkdrkNoZicibzRLDk/KEPuI9owdrYr5Zux3PlrTGYL44BGjJwXXU1E
lOIDpZwQ2BvGDn4W52ik9+0vy799BJR4ZoZXij3aRaudqtdd08My5LZIk/4Mw5UNtTQAqBhprAOu
S5VcuDjMUnYQnjO4CVESj6JyG1QQIn+8dRUcLHDz4UtmhiwhXDAhupARFlTdetiO2sbp7q9//3IQ
M7HTrPg0c1dd1Pon0/BRHSE9jTb7lnL5Plfjox+YNx9yzMAyPrPyEemKdTcb8HleKZLqjgOYAulg
Wq+p8q6Jj6r86fqALo/5uSXBbQWNKcd5hSVp+OCUDyngYwWAYHJ73f/czjyxJ/dIYUZSmicOJO10
uOvaS1uiRd+4g5btqupdczvyg6YJasCE2Rq7WTwttlPpfoKMt2tZPrsABU7/CWWrjTqt5Iouj/2Z
ITHFko9FYsuzIQ8BxqH9VgHuur5Clw4fyAc0ETTKzCgTcUv39KXDvVcaENGVu0lHyFeN+h9Fg8pj
F/9Qp/7LdXsLI5r7UZHI4JVyqREjwUHVtcowuFZv/UpMXI0V3VwGmX0MhNiUSEngiw9jRct1WGL0
wY2M98FBD1bWZOGQKgRG5vzwIUjVhL3WoJ+nBj6ft97i9l0VPKE0/xdzdGJBiFoMq02H1IOW04vj
Tdt8GNeCu6VFQOJx9vP8C392flzkwLZCTc1g+UMwt2jQ5vVvlLfgsUtS4MSEEASnvm0OdBhC7U7k
2KDiTX4w6VeyLQuJH6ygt2mSH4QYRlxqPx81tWvZTV19j95spiHIfjT9oy9tOY7GuIeL2VwrcizM
HvU1FMyAMvFoVIWrxu+qNK6ahlS32m/tuqUf9vZ7AAt/dEGgFUUt6nx9PH2slVaDJznzf9hBBnZp
18XH65tsIX+EHgjJW/Rq5vynrZ4bSRLNS9qOWk1RPI3GeIjpO5IzcyMn93775OcPSZfeF/nNgSxW
qXeQvqeP4wKjQ6LXDhAXntw6Rl9u6n72pb6XM/0bXCk3p8ExNTc6ybQ6gW4TDqoaGqkitzlJV+cu
6373yrN0I1/bvMvPTAgnNYoL+kXaknxrI6FyPT7VdbyyF5Z2GwSw/H5ubDCZwl4opVQpYykktxl1
PjwnzbMqr9HCzef9PIplGEj8oC5I3hisxflWCLJem2aZS1fqnUPqJC9paW/NFIat0tt5CuKaYV2u
uNHFcVE8IC1CC8bF0Y2liGd+xupojb8xyFD+ur6/F9w0m4nE0Uy4wlNC8HG5aXehWXijm4dPchmj
bhltuvD2q0YjsQOdE30VYCgFIzBN23Htk9JLJmkXVdM2XXsoLUzTmQVhacZ6kqJOwQIrYn9t11oz
5/9dWHkAbA69CKR0UFMRNnBBy4haGVLjBgbi7mmobyIlh492fC4j9dn2S3MTKzrU5muJnqVx0VFH
LpTuG5jVBCdaDkGVB23WEkL12zrwtv3t2CRwEDwoAIQSB+AEzje15pmj3o5B60pNvzHqd6N0RA1c
c/bX99nSHTRTBc7kqNSJ8TXndnJZAhQhYUeDl6bND3JtPsnSXdU8mPZ0pzTBLs6yo29PNN2ttbou
rB60JfxFEHeJNqGiElpRkfRumrxJMeivle29EL4T5EKmz7OH0qsI+EjUdvCLmKoYKuCHBvejtOa9
5tvwUK94g3kxxH2IChaaiDbVqwuhGQgDDWgXs87t6/eT3+/j4rsvke/3/ENYfL2+YkuegbgdmCMP
xrn0fr5gup6aetawYGpg3ZkDanNplP8/0q5jSW5cy34RIwB6bsl0ZZMlVcn0hiGp1fTegODXz0HN
e9OZICMRpVlIiza8CeDi4tpz/tYIUbywW3IE5hOy8uD5MuT+cJan5VT1/RiOvAhnzBNFbffJcVWt
wVs3CR0EOB8CPUeO4Ho5NoriOivtMVzyZPc7pvnu9nZtmQgk0ECcCy1AMU/erjotKEujMSRVWGf/
mNNXOIt0fGwwz5KBcflwW9yWzkEH3slugXEsZ9JczeiqoshHYPyBMyf53jW/ygVFSlVouoG54CF+
+1eQ2NeLmNFjqKPqvRBUPht9tjOr+XFZopNhN2+tMfokHs5mXh9KgH0EZvF3Fts7HLLKhRVulqz5
KNwAIl/QjK3wk3rSuMtAYAgrvX2yhuGJpRUqhiToLDsgw7AbyhK4zvljP1WejxbFU+oar3+w57jk
SLzjuVwFgQ2jXlePGW7EaPplcXKnF8f5VkcqrKj3q7VarCdq4GgTQlpO0qXJLqxZi3D1LAYSxrh6
qPn82rAJE2RgACbc3pWZuUurr+4Q/5xHsJxYJcg8lyroiPsLTLs7vZ6fRxflMyqg5oqzU9J9T1TT
2FtXFz0maLc2wbC54o0aqxjl3RQbUtinun3MMUXr5h9vYvJMUPPh0lrikZI7kpEx9Cw0CPLQJE8V
PdIftw91wy4gRYESARqYgDsp+yY1iEFHs9Fn8Br2fvPV4h9vaEVwAvOG1wftgLYjNvHiAi1AfYus
Cr+/ztOgRe5FicW7YXpMUOHhcX0P5+Wm9JLkcUNaNodaYQQOUKt4+zLwX4b1mpCfEX9w289/sGcX
AiV3KG5qL3cjxJOt9qj1uu+W3/5EABKIMDw4d9m6UcHQ68REsLfuO283/4HiIuJBBy28KnTLyPTd
rdlZfPbsKYwdz3929beEKip0Gy81JEBzARiDGI6IM7s49Vgf3NppyQT08uybtniHYRlS30MTXl73
iT9ZKobHjQfhUuB7HHsh0DTTfEg7OoUOsOeL+QDEyKBJP5Ph4+HilRzJNs117vQdgEfD3PWeCHfv
u2R8Tbzu4+/blRgp7O4o06uKLTghhuSO/mx3r9X0fVbB4Gzdfgt46HhXBGOUnKXSbSDIjD1cN9CX
LtZj1CuejA0LCeAN4DIip4+6gdw4VS8sa9pkBAstn/xeR7sE2gx6hae2tQiBIA/sGPhRhEh7ZZv8
P9exAvxZn3+qVYzVWwKQPkLuE/4NEEWkGMFLmo4UrGPhmDy1v/pE4QGqPi+Fh51rjFm99Cxs593i
BLkK4XHrLl7+fOkukhQ9XQvD910TlHZ+VB0pvW+aPVOVNxWCPKk1hnW1TTMMO4ZGv+sK0MC8eDwo
LGTbFBHNtiDMeXgIpNbp6ModLM1Nahba1gQgtzSIQUSTO58IIGDnUaFeWzoMwHKEHEAK8lZBB6s1
/PMUfOXj8r3JP7vksTEVRkWcgOTwoIP4/0TIG4cO+X723ImFS58egRU1DxisCrr6oWgebTv1mUol
tqzlpUDJinWVSft8gUB7+lEWDyx9rNvvheoR2N45ASyPehUmf8QxXthkjTsm+jIJCzVASnKMypiJ
5vcYb/j4a+ngsfmvGOn+oJ4aFeg7hdrVu6U3jx5Iim9L2DwfzBQg94HZ2hVKJuCO6dzFMABtR9hD
Pk3tkzewIoj0rnpwZocio0Omk9Nz75Tk3DrdFr+1j3D+kQZDJ/Aag9HiOXLJM8Y66+gzJffGvJtU
YEwqEZJL09eYYEQzKAlp/Z3n8Y56nz205d9ex5ahe++cQ/Ocvu5ptue2ssteR8La+d7vRqJwZbdy
1egixaig2KU1dJwbMR41y4jZVHSDWa0PvOpqfOTFL25lfm3/MAFF7KQfb+TxMGqHwgImJyignyQt
r40ESOT6QsIBEF0BXqPiebbN6bw0mgogWt8IA8VYH8BaMYYNSA1xjBc3CogaqAjMSPm7Ez/0/Tkl
L0gtH5DGDKxuN9AlAJirb7De75DI1ICPTe5t7bSwfVVGvkl/NuxxqH6REZMq+V3bTvvbJ/xOPi1b
MgxciFQ0vPFVmsttPF51BsZiFvMYDU5QR/RsjHaAsBmom49mesRcJTxTQKj9sMy7vH3B5Q3MGW6B
8TJNd3BIdk2hSo/qIrux+lk2TBCSfcAVlIOo3qmiHKRERETxZvnopa4/kBPR2EtZ/9Sq7MUe961V
+6XzOLdPaf1zSUq0kU5+s3THyPDux7HxtS4Gc+OZjdmL29Mg7pnCad4+XmyfKLljTFLOOfV5BY41
8FWHbfbFcxOfL89k+LS07QFQ+kEDHP0y2nfmXdT/MqvH0rhvqjCZEwTj1U6n3b4r7MByAJJeRz4y
wi929nL7fDfMhGivFzlgARj8Pnd6oX9R57I5KtFnP/U9/8RrPX6MKzDZ2hVXVc+F1ZaODPkOjJgI
1xR929K1yuJJs7oeR9aAnP4x70HZM2cTv7f41Afu0vSvbj42nzrN0xTWfrVIjNsgUSpSmugtBIXW
9SWjERCKZsLKMM6mXU5ijMoS/+OD9NdSVgGLUdZtTJYy9CryxuDiR4uruI2bW/gOpoj0JdwkaSGW
nls0Q2EiZC4go2yyo/y5589VFx8YUA+W7qP2He3KSGOiQwjN7c6qalfRPAN6dTmEqfug84d/buve
ymcRaMqEiguMMgpsxPWx8EUzGckpihC15QXVmCc+mlrHAGx06QnIkbFiTGKtBtfy5CeRtVrPPDaE
LNWCGTjffkVQxkeaUbFtK29WLEyUV5BWQ6ldBg8U3Y35wOYxpO1kBwDodx8wMmD4rpa+6VPCj9hv
VXPP5mYKQDPMgaDssXq0vGIsDdscQjo/9iZoeLKHpX7rPxw5iaVdiJFcM7hGw6TPEGNU1o6YuZ/M
329rxcYpofIFMyHyS1AOScd72ygaSpcudJbky7i0xaeqWWhgeBH9dlvSxpZhjgnmAOOEomFEMkhu
aaNBMK0gKbJ/AHjorJXeXcSK/VSMKvC/jVWZmANCixr8LnRuS6uq0oWCkdpqMcT2Uo8vRXFHnNfb
y1GIkO0PhjCdrKwhgmr3PYhTWvrMVEOymzLARmzZuLgikXV9ZUsUBZO0jZqwTx2GpE857RtaFM9l
tDiKS7RxOjAJoGVAgQ3TuLIegC6Ye0PddKiA7hf3zlpO/XSai5+3N23jqqLCjpFf0U8Nj1zSgTJq
kGm0sy70ptIqwa5N59OotbpPkRN6qIekONnjkiq6IdYDW++PrcAWRfkVCV+peBPxckyNGIsrpnvM
OjTRQ+OcHYr7ejZROBq+5ek5au9KV3G5TPkNFnIBw4y6DlokVumbZSwY1/S6C+0hz+/AaLcEruOq
Yo+13w5wCFxhFGHF+N4K+bd1wBDL7KUG/frwWlD966TTYDLiXQSAafSI5LtkbHa0tXjggT/s9pFK
Ogo3Few3KIyCbBTJnVWXnlNlZo0Za1DstOciOTjpqVN5xdI2yiLk/jyjj7oqaSDCA97MoVSNp0hK
+Z/PiyoVim9r4OS6Bn3NPMb2mRB2SOHtt7+bcvDN6D4mH8SPWMmSDPrcDmYRd5CFLuNjTH7DhilK
XRubhfS2AdfLANcZUBSvbQathUMJFpEznQ7N3lI1GEt2QiwAoLPoyoUIYDDIyUInbsCUHFP3TOfP
cIn81up9upxMFYHt1jLQn4ugEFO8aAOWNqrP0rjV6OQiRPtreqjcjz1G78vAOmzcTuBDAn7tepeA
1a01SezZZwqI45fZXeiXzGq116Uw2LM1keKDoQkEouooxOKquGjLkl6kaBzjaSm66mzxtn1hDb+j
bqIv+w4w2gHGZokPlqXvLmnyPVvy/tkZqhSIjFXiR0NHdgTlpfve7b3PNXih3L1rF+2Bd2aFzXed
wGj0/Afm+PUXPgiQNK0eXz96zQWNFqwMXgd0esi/Py7oMIF0ojwDMpsgawh2dr9TdEyvTQkgbjAX
DipVJLxX3eUJCA7NhLLs7JA2WCLkuuzZz6zd7ZWsNUtIwYOKfgEosjzrXHVJrWfohz1r0wP1koCh
qei2hM11ANZAjG3DnZefmySOOWZlq/xslMS3nNJvyOiz+Z/bUrbWgQ5/jKVRVO5ApXmtwnPNLTM3
6uLM06AGSLBiEUIhL+JHobC4IP9+Xoi/CFUzOrCEWfh8ZH1f0r02PO5Z9NIOx2w4UlVn+dZaUBDE
UA/CY3TfSdcRRPIOJzO0S6+KJ8f1i5opfIC1BKSfMTOE1gpUOldNNmi+cQDXWvfnRt/12rGuT7dP
Q9ij6+3C9xF8oKF4K8udmiRJPSPrz1Tvs6eJuMkrRpST+9yykbYBMPCdoRHHnxNWfCx9KzQYktFg
iibZjSxxgupzXwxtfx7+ngr/g9M9q69LdpjwvM9J1vXnNksDe7iblOXnrZOxMHMD9wEFKPx9rWhe
XrRtBpN3nn2NcT8zVHw22wIwdwqicvgn8nU0YmpW1MTR8+5Zix6JoTwBUZiRDh+BO7KXFmCfocbS
EuioJ3nsxiCGgyxAmTMriDqA6QSkKB3vFC9j+soctEDZXmUGjQZqx8AbJvi9gEhLddgGS/tRR14X
DCTqAtzsN2gM9Yspngjac+zxoGWe+5JPurtL6sQ9tF6h+ZXOix3I1jMk//TPMRusZzeytFOWVEns
z6xe3lCl5rZPkWg69eB5a3Yjc/oDqbPlgekteysxO+IzO2WJX/WagxmxjvBd1TWOosltfQjCRHm4
gnCyYH2l2pZXVFVHK28MvVPal/64xIprsPbixNbjNUeKA5ZLPgNg00RI33lNmDskYBMY3+7Gtr0j
I1J5lQp6dm3hIQxhGcg/kdbHTMe1zvbNwrQp6tvQq03UAacj0efHqjEVa9rYNOgUrgX8e1S35KYw
0ib6yAfeonR252Svbqt4cFXf16+X0brdGDUjvj+VZ8Do+ZlqoE4OTWA+sFG41PBgEHmtHlvwys1s
nhpEydmnwph8a67BS/JMUMcutCc6ujuLnlHa2t22xnLC+l0u2jzAXvCeTZPdFWSruVF4XR+mKPXU
eoVkdOW3UbZP5q9d9LDERxp9m+y/oiZDC9qJuZgEyz6709syJD51yqBAAZGZ/8zFfFcCxKJpn8xJ
ETmtXWnQhqKNRJTeMeomd6lUGW/jafDMs2VMfDfAa3/WzZQf8XZUj8k8th/EkRC2HHTeFEZWhMEr
JEhMH2pLi+z5GXRqNtExdKrtb+/7WqHwv8NPFJgcJkW94FqhclCPxkBnNM9NYrxQjty7ViniG7kT
+H0VAtkBEsDsjQt4LWNa7CFqB8s4IyRcMDFtzr/qsrKOgLAYAwpG2wcrZ+AQSFodKLHo1rQiFu1i
12oVv2TLCFzomFx17t16Guxx6MOm3zfarnZOQ67YT5UIKZhLCqNsUEbpMc75tU5Do838XtWiqZIh
7aeDKCLpDCwDbE56/VdpDP6kajddG2cULEVzKyItQcUrRT9JbjpFE4urXuONS/zOG3d1vO+9nUkU
W7ahghAlWlnwt1CWa/XoO9PoF8NE2cwGoNwLVfUT0g1PDz2kmEkEyiTeM1kA8vN10uAxO3ckL+9J
BjJua5yml8ge6B69lwb3x75MO2HrCLJozL7PuEsPfR3rYFPm1qO1eMOhy6jxPJe829dWEr/GtpMe
mnbgqqdq/XNdeNQAm4VjjdybJTlwGufZNLZZD/jXhD3zkmhnEGSCHddDAT5bamM3T9obL4vudNsW
rPUK3rYYDMSwy/sQ3PVBRD3vjS4yjLNpHZbmni8HJbXAxllDBDCQEJki9SSHDUsKPSiQwj6DkbhO
dlzFVisnDoX6oGdYNOGJMtAqageRGu8a6kxnYHb3oD6M2jejQJbS9+om/2Tkif66NPYvzqP6MJUz
PWIuenjO7BJYDrUXqSaXt2wf8gc4TkQyWPTKyRkcjfWtxs6ZmY+7ZiTFvnInt0O5enbBuAzfDQx3
yc5NvPEzuvI1nw295ccR0gkK32TjeK9+injdLuJDC8SWekvy+bx0d5p3iI1HQ1V/2zheGAykijFt
ji47maEtAy0tZx1E8OrZ4KmvTT9vq+jGC3wpQMYiysGnTRGnz2frM4C8BvOEBK3HFPdAsQpHsuG6
NWpsziFE8/ysA/jgHxzExS45kv22OY5Yz6v57JK/yjS0k2OlIqJY5wJQHMI56GAbw02QI6gkGgBw
ychw7grOTBBflCXz0bJT/d3aXvzL7tPY7xpvCWan1hcfTowqhltrG8ZcRZMimIRQGZULOgbaoJN0
MMbzzPQx8OL4TDsHJd9IReirECSXdfiyLFYe6eNZozva7HhxmG2F37B+DOFcYZJE5B5Fzl4KHiyz
nE3mApQQ0e6UB1WJqazDYL6MqsauDXNxLUmy/Q1bhnox0uHs6V/osreSh35+06uDlRwxUbdr7WM6
3Bdou799rdYafy1Weu2BOTKCQRZiM8Na7srEtu5RgRnvPiwFVIdIf6E7Fg0H8lQyoUlqTrQdz6CJ
85fsa6kCYVpbB8y2XwiQLFwZd/PSFf145rnWBmB7mYIUgNVvWpkzzPEaKvao9S2D50wJZinBNYGZ
d8lQuC74fvJ8wILeojdaBi4/5mj8CYzq2H0QxBgPmyiOIg8mJioxYS+uwYX1TmeA+C9Orp/r4TFr
j4mKF2Rj75BjBToz/HQ8oTL4RcPysnbMRj+z/jHLDp4T0P7AFeZ7464iZYhmOITGmCKR3wetpvFS
4Z08c3Jqs4dS3ynx/xQi5Beij0ndWzaasPICcWKAXA1VBfkqEdKx874cKq8UfV7zQ/7XlN11qtmy
DQmYUNGRQTDxFzLs14cN4iKtNtpqOeekN3dVkd9VOtrcbEuFxLYpCAj8IjGCeXc5LZLrheZlOV/O
btfcLboOhuoSVQxuq5yPDRMqoERR4UL5ErdGWtFoIZkVdT1WlM57d3nrSRToafVkJo0/q2ZPhZW8
zu4hkhC0KoAch0O7Cl6ipGe14dWhnWV+bPxjRS/z8M0e79I6CpzWVVjP9SZeiZOrndOYLnXZQty4
/GUXdzVY8wAqfNt2qmRIOrfwai4sXavDSnsqqpPJPifG19si1o/A9TL0a6WbwStVJUlUA3vqjrnc
72fF7VcJkHQgs2k76DRpQj5lR0CvRgBGv72EtRGDBUN+BjVI4D2u1HnRJzszS8TdzsyIzzFzE8cG
8+PGOURm8fFX81qa9FibQzT3U9emYWqzveNmz4mlzLVvqDL6/ZH/ERGZSIZfH8o0ToDDTp0k5OWu
dtGF+GJlwYgqbv/C47fbu7ehYyimI00D8DHMDMotUqMYym0TJw2JQ3zHvu+a2HdUpm1DCdCzhJoL
XmrUEGQ0aXNKxt7spjQEieRnSwUev7mEi69LOkzQ5N9nFF9HvfKFu/yZ1tpzRCJV+WvrWNAhAiwS
vGVoGZGS41XK+3pmNA1pcpyzh7i4y6rMz7WHju86R9GXpxIm3f2knYzR6QkiBfM7s85k0Xy9SIM8
Bvag9TvqE4W7u72J/y5O2kQM+2EExMbi8sneRVHsZ0ivpqpuw21FgFcths1R45Gc6hJYXjFcnhSz
pF3+1mRtd+9oI1Xo9JYUALehYR09UghLxVov3aYGlR7TitLQQvfDHHjOt9t3RvV9yeVcjGgoqzTN
wlInL3r5fSj0L7clbJ3G5QqkfSK1MRsOxQri8o5kp4Yc01pR6lk/zpjDFwxncDpga2R3w5nSdi4n
HHg3vA7Vg4BXKk3dtwHxb/YfJJSBI3stTOzoxYm4loYIPoU2E5vtOGid+a/bG7Z1XS5XIx05YJ0c
Fqd6Gkba59naxdnse17llw2oTZLUTzVFp8iWCmBUGa0pcKQAGCLJ0yNOK8SfSRjd8+9KCDfV1yUF
08lQp3kxJaGhmf5z06qc2a2zv/z1knoNS8kZ9fDr0xG+0rhHQjknP6b4/PGsB2onF9skju3i3Bez
KjEsAUFnpv1yD1rx4/axqzZKeikzrXLSzMT3gXbVToG9v/35rWuIFB6K3uClWDuwTl1Z3HCLBBNr
zg4TMLuqd/zFUHHBbR0HgljkGdCkDFdGUibGY5SlpyQJM/foefeUfDIoO2q6EczZ37dXtHFPkAxH
lQ+aC6gw2bWoM3BNRgaPw6qx/CRiBz7o92Tu32gDAmGD3AHOK/Nvy9zYRdDwAHYKCVFRDJKWR6OK
tK3nxaEW77Sfbn9UtrttqAHaArEg9LwJJ0N6LPPSHYAK1RUhtWKQVd9RsiiqgBsS0JAqBn7QlIIW
AulGGobGtNSs4zBK7+N7b1YY4/UWwS96x9+ArqGxRrqQ+py6mm1qY9hQkAjHcxu47vQa6yqkIfEz
r4MkyLFF944YI/TkiMwsS5vpDiah69w1nsu5mnbIY7d+NNfOsdMn1azPVmUZAgWih+ixQiB4bQCs
hUykm+MpTNEvFBm1n9C9O/xKncehOXfxjI6lJRjo4bbGrU8LASDaDABMiOb/FfNAMeIBNS02YQRv
AZVQdU6Scn9bxEbWTsgAOQoiD0wzyK3Yrs6dlKfzFBbV5McaUMHqgDanuq7FwEYwVrWfxq4/YxLP
LDWFt/aefZQPEsGuAO5xwEwr9xygLWxo0XU+hO5gP80pcJU6d0ftCkiV2b2djLUPFBO/NYw9r8js
xx3Slnap7U1wCTpN87tJTfznZIfhOIWF2VJlDFsgFS3qb+tx2J6X9WK1QxgTQwtKK7MeksR1fbQH
e4pd2NJm0TqADBni/lXLUOYaRY+2jx5keLs6AYLAcijoblJRamxpEywXIGFEMXsF1JK4Y5Fqmd6H
pT3f1QX9RLVC4e1vbZoNRnoUATEYp8vZhMSZOmInmCnSrD0mFvypz9Fdp1DZrXVcCpGsJDgrO+Sw
iiH0isdJfxoVp7FOjIoyIs4BLYK48Ks5aDJQVFx1YAhZrj8mvzFM5C/pj9p0ji15oUXYuapuos0V
XYiU3ItycTzeECrgxihwgehraagYR1UiJA9jyMsIoE9YFVmeqHVffZBoA57x1a7ZUlDZRKMZ2Rm+
H1e/S+NXo+Ki2vz9yLriNqJNG2MV1wZ4wCXtTZJP4eSyIMOkQfXxvn+sAOctCEUBTLEa7CqI1drc
GcOse/GCSMUrvPZYXKQl0JKNOUX0UMrOEe07x0xaY0ReLz2VJmYUO8yQJdNjWURviZH9yKmxU9h2
semydRWTkWIIHh30ciUtjU076Uu0wYGy0Ju/gbQHI4F+Hps+S+N9OnzP2+5kdsfbYreOCk1qcDaR
a1lPFTPbSSjJCAChinPyY+Yv/7/PC/EXvnjCMSY5egvuJ9oRhx/oXr/9/S0bBt/IBEQe8r2rsd5B
4NkZCy6j3n1JMSs2WrOvxOTfdCgupUgOBUaWRsopNilyefGj0Ezzroxi67VtO+25XmgV2KBf89Ml
+Z56fXLWDV5+vB8PENGCEQKB85rRyazAGDUsAJnLzckvDpamal7Z3sn/EyC3LLmTUztxgZmn2t5l
+k53j3+kaxdrkMleNCdOyTzjVplDutd7bdf8vq0NW8p8KUA6JyT7QOnVYg2D89P6GRl/8nkd5FLw
+oFNJ2N1dlk6aIuFadL4RHW8/K4qz7vlWwjvxaAOkFMx6Ht9WxwrT6nmcVzG5HvM433p5kdbvzM6
BcjL5j5hhAbd7u9z+9L7YjOwSbUjrCeJntN70nyMCOn9ecEs0H8/L3MeGqAm+l/rSdzyfmTFsde9
s53re9Lw59jSzwnAqm6f/NYVveplkpakN55m2UPah06ZBa15Mptnrxr2SaH7mRk6oF9rwiX5dlvq
xj5SUahH9w8cqFVCJinarqIWhJoYxukeaPP37e9v6APmbh1BMePCubWE/AvrySZYT33UmzAr+iBt
/+oN25+1w5T+P+UI23AhB63pLoup0YSmeSC2X9qPqXekqSJ9tWFhKCJyFwSSIuqUx88aw4rKtmVN
2I3B0NwVyx6U7bc3bOPdRrCM/gng7dmgjpUMgKabRtdH6PQugFpk0U9ufc6n3dx9Seq7VNW5uHX6
l8KM612LMlKQxYUwk/sNDXLVuJ647ZJDcLUY6fRNnuZxOuL7tHnxyu+8PcX9372eIBeviAS29AyF
eMCiIaYRHs/1SsCm0OiRR/rQSH44aR9UKP1guMroft0+nq0dw/MlvE/0AK/0WW/mGSgXfR9Gg+b7
Y64i/9v4PnL8UDDglqKOJWNo5CUxl9rLeDh90+lDWt99+OcjoYS+XuHWrgHbcygeq+waYNOPif2X
Y379g8+/Z3fRBrsmK0sHuGhN5s1hnH5t0wwQJX8iABYfQ3oo+a9mnWckFVy6AJByMotA0/Zzr8rx
yiA1wvQDUhoYuBgR05F/l8ywSwt7LnvAH9ajRw+p2X1uo/6rkbTP8+QETgqourF7jLjmo3b2QCr3
b44cjTvDya2XUwZIer2w79Oy+7sxbaDdqkjzNjXk399nSpFPEhOK0StjCk2khUjT+Kruli0BKKCK
ORPYOKSfrq+SOTj2PDd8Ch3N8XO0Xw654hQ3zAIKte+uIDp0VpmBrK1LNnbaFNoL0Bi41X52x/LU
toPvJDna0vp5d1svN6wDBGJmmHpIpsL1uV5Sr2PyzptSFkYd2Bz6cfnJ3NYJ0i6/m3v2z21hW/v3
niYEFAQAtd8V7OIpivUmycHZB1hysHc+erXC0m28QViHQOoGgibG04X4i88bkdUARs8FVnOzr7ID
03amKnjf2i4dCBPIkwkYA/mZM4xmcEtA9oec07OTlC9jxoIZgN1zrcoHbopCohNdzgR8p3I5Les1
t7eXcgozM/vWLuluyIpXd3ZPw2ic/uBc8G6jnQosNch/XW9cjAxbxAlQM/um8PcN/rr9/S0HTmAw
ILMp+pcRAF8L8EwYgGhkLMxrgKaQkT3NpH2iRnzCqNNyh475w0TzZyszjrwoPx6mipl1jMBYaH7A
23EtPK8LhlqiANPUX2zrU6bwTre0DiltFKWQGTSAZ3z9eYzhka5knIVgi/Tr5Acxz9EHSXfeLa+g
qIDdgRFG18G1jKnrK45wFLCmg737qSEze/uAtnTt8vuSa9UsSMN4mFtFpJ3dLUMJJLj8B8unVw9l
z9uitmwAGJHE7DLa69EMe72UuhmLeFkyFmL0ccpPugoVdPM4kFMVxQ/MIMiPVBrRmWBeHjd0fNS7
ByM9j/0fKJRI2/5HhPzOaEnXeTyHiMrLgM0I9GqFSm0dh0CcB7QsIhDolLRHXKPaPNg8tKKDWz5z
HRAzpw+yZr/rlAWIaVgY4VGtLn1ug9pnGHk46i96+wIEzU7VR7N11rDyFLMa4va/m4ULg0w73tag
Q+MhEJm0YJw/31alrYoJwifYY5HmFuDO1/s0AzAP4AotUPOctvzG0E25K0wHBEVpa/hkWKo9Urj8
flhye8emqtmVVde+dLNHFfdnY6EAFkQvkicYfwDkf/1Dqsbg4EQA7w7lSBd5g192+9trFUcuxQtX
EiQjNo89A+cTJLTdoe+CWPsc0cccLs7ol/kjI4oFbUw7oWn0YkWSCiYaWruiDPzXBR8Cw/hCSuPg
YM44j3wrOURJgmnlT/HAD0BzD1pjnyY90GQjYEQc42k+VkVYE1XxfONaIIqB/wwGdjH9I+2yAwpQ
MyUNXkS9fiyd+jTY39qoQoth8eX2bm+dJ7x0AcpGUO+T8YqgV8QqTbAyDN0UWOXeTEeFGdwwU1gK
8IGQxATagvy6Jx7wt2IHvkqsuUGrPxXaM+lqxSluLANIROJmIKIBKZy0Yczo4Sz1SNXP2Y/Cr6dv
H96lq89LOpnNlZM5RTqhRSYO+mNdqJ7Wrd8PZwvT9cLlXrUxdPM0W2ntDWHPg+xAP8jtISwgwAT/
/bzQtwvz5GTcSNsGn48T7pMz+C0Vh6z6/dL+Fw0YZJoiArDf4vr8+5Kpaj0bWoSarQDndNH+RuUD
JiZSVAzYEpj+CWYXuDEPw6zITW+KABodEtOgW0Hker1JfDZqxnMEfV2THivYVYCi1n+QfEXhGf4h
yBLBGC7npzlYVlIrjcEMYAVAJFDNDm+dw+XnJfcpBvgSXwBvHNJ4V1fBn1wzlEEBjST6EVYYOcXk
jITpORzMAXBb+KPwN7aOADljUPkKtK/V5KmT1At6nqw5rKYAdF59GSwfHxFH8QFZNUdHb72oH16f
8pTMUe6wBekJi/p7ABN8/CbYCJwBNy1MEVpGpO+7sTlO9jCH+hyMmp8lCi0VpkZ6HjEohtIJmDYx
fy5zdiMktLO5wAlH8dNiDH5jdIGRPrn1Q4b5oHxWVKY2XqIrcdJ2IV8MRrcoYrjYwU/yowfgrf0n
OwbURDzCmKtYTQUVUzcRQHSycCgOS3lM3m7b7g1/AsNauG2YOwI0tjxYN0wVZjirFgc+U+0BiUPn
lCdu/1tfGjPAiL+W+Bov44d4qe39kreJoj9pfSWRZkM8A+kCR06O1XNPM6JZ5GpY+ptQfwbs9O0F
qgRIR1SOw2BFmo5k0AvXH5L57g8+D5Ydkb3H4ySXuypK4X3mCGMcBqAR86tuKTRa/L5rjcYGXQjQ
r2/MCKBEFrlIzJjdYZ72XXae9eOfrMGGhy5a3YjcX8HSpHWHzgUnR/sca2cV4NbWCpCmR5wEADK0
iEmpJc20BlZO9QQwzvRxnjClDXc9Rd5s/nDeBzkFocqgs3FgZiTz3nXotbS6fgxLUu+dMj0S/Jm5
KiGzoVFAOrRw4oC6EIxS1yfi8T6tgFM2hMPZxrCRTlTJJZUAyV0YMh1UnYUBAeBvYm7kJ4ZCqd6D
Okmr4CcgwQ3HB6yKssMwxUPSjR5EZHWy59ZLY70W/T8W+1byEzFHPx5anw950PSFP/Jux6NuX3y8
gwQeCxovKLLJorAvPQZIQFUadxv3rLXMd902sC1FkXJD9RDRWmjUe7dvstOiO2M/j+PgnPXG8I2x
21e1/skC2veHLxDSWmjjhd+CETt5IYSNntkUrXMGDmZAyzYoZtUs74ZOIHQGvBhaFPAIyJxeZuSC
vtHL3HNpN35dGkFBFJW7LQlIzMGMYVbHJTLYrJF6jGg09cRYsphwmD5u6eG6//t9yZA5Wh1Z3pR5
Z5MHQ7Hrv378DC4/LylTSpyJ8QGfZ00wl1WQuiokjc0NAjyhwOYXwMLi31+ECW08sKYAdsc51zXf
QM1ZCVuskiC9VV3Ha9bqkJBUL8sXhNm3t2jtHOGNBZQmUHNQPkOYIC1Ab/rKjRJ8vsueuAkuyzb1
Jt/W7F+pO546IMEDKu3j7++VUGnX0C6LEdou985zmwHziQSVqsl965JfLkvatSHXO+5ZkLAUhzgL
0v4u/bjbihqMmJjTEZSsgZjnJMv7HiX8MzeA6EjQA/vhRAPOBcYY+JrUwnsvvylGDe9ojJwzC+r5
dYg/3z75tZ96/XnpRWkstlj6hM9XgNEAyldiAWvmLleNrm7oL+a8ML0ugCJAei5d8TQ2jIKZZXQG
VaCePlvVj9vLUH1fUuB6qdCS+T+kXdmO3Diy/SIC2pdXSbnUYmdW2W67/EJ4pUjtu8Svv4cGbncW
U0ihPJiZxgDVUCTJIBmMOHEOsnsnacdhs7ff/j7EiwZgWaR6kNi5AppBbQc3kWzpyZ+fRVSIN7/f
Xn9emx7BkMUoR3weZCPDEAUy2ZI0X5ugywFoE5SPbu7IARYA8x92+dvR7xgAwgbkGuCsV4r2IzJl
ovR7invOiO6czNg4K1bcFOVURImqe0xx+r8+oAJODFrOLcH5V7ZRydykqMpz19sRqkMbweKqLWAI
1G2KWqTOEGd6PAdT1IRwN/zeDS+u/WG0XsgWHGZtQXBp/78VPaFhgfN76gpYkUGReGOIcvTbHyBK
xRWbDscsHgrqF1zcSjNaALg9TPSUeMUQB30fv33PXX5fO12XOnWNNBgpyDzSiD3Y8i8uCEeJoqDH
BvyQQCy8HgA6Y0g2AvB/Ksm3IP3Gk9u/f+V2uPy8rg/sdE5HpwxHtzk/5O535n63yEY0vbbISg0M
oD5ogV4xmIJ9te7ssabgP6+gNGO8Y5X58fYo1AGtxeuKrhg5H1zdgN1pq2zlfmOVaRiemgwNLtJn
ceGZO7cKD77F9iA63JIsX9seuIaQU8SbH//TVmV2B5eNJsZkEifuIKIY2BmYSM5NuhF2ro7sP0N6
bUgWcz6MMwwR/mxNT2nVJXYPsaApPBG6dcCvjwrau4qcAs1Q2qgsj1SLY8KZ7X7n7cZjLh8W/+ft
pVrzBsTQKDAb6ljRn7sNZQO4zxDEyVwgYwMJJHa4bWFlytAjjnBEpUmvkfcDtYVB8so72cEn0Rwb
kI2l6RdBeORWG6ZWBgNTkFVR7Gq+p6NhqyELWFuO3ml4F1gf3C1twD+rq/k1OJPVpWuCog5z9nrz
W35v50E9ead5rJaolOIhS8v7wfOSNJu/z9Nk3GG4nyx3Siav3N2ex5W6odKTR75WxStIqCp3uTg7
C+gpUI8KcOWLMjJaFrl54nZ3k3E2lvuqgReCqtax7kJyvG15ZQVfGdYqJsjBzGS0U/80D0tsZIBK
IiGS1jwCpA7//+NtayuLCFJqQLWUEgr6GLVrVXgtTU0Pi0j4ySNfG76VY1sbDlrvHSSnQaSNdqbX
81iWc1ChHY2AZ8qLavrJZVPkuvPezMt9ljX728NZOdEhg/yfNW3VMkGDHg8ZcmKWOUARFd25LHsA
peTGtK3ZQRSiSNyx067SSUWZUiMHn/KpbuXdUHePHH26Wb5V0V2bPODp0N2Ecx0tDlp6rAntSbIW
w7F4HlG03Z3w9IbOKPDzG+HVih8AYYy0Ci4pvAH1zUa8Kcs7h4D9w2mQ4Ymz8OXNKwNCKTB+oJ8V
+FxdSXoIc59XThGeGPZRGJXLzlzefiC9MqEtvl82lsvrElmEp9QD5+uGb61MEfg+VAMzahPXNBKG
bIgzVEFwAnHaXVvVu6JIN3JS6o7RjjyUiFBcwXWuNNK0I08i3JnHFEF06JA4dD7V3lPl7e0Q3TNf
afe+22TGXhvTpUH194tTjldyhsQ4DPZfOpZD9T7c8KuVjQK9SBxNqKNCeETf/gyPy9roS3SZg+GB
HMMsIvaH2561NgYUpiBogtoOsFXaxT1OYion20aX9L30gTV4+3kMAjHEVrjl0NyrV+Hx0igk6012
ntvSjoc+iJp0PtbjT2LXqt9Ifnz7cFTmWPVmoIlZz1Q35tzNgKmk5yl4gNygdfcXn0cvuSJbx0mp
U06iEMlnZ2jTs+//mnsRhRs/f23B8d1/v689ZBdaFGykdXrO6nGJvaVOOB13Ru90G4+PLUPaXqmg
VEyaAgNBMarP4yKPu3HDxArHKygllbYloJzQ2dIjXUt6Afc7cCRUM9t3fv1YZM1xmO2kCKzHvPTz
CCUYiK+hMlUiYZ6aYRGDtneLePJP9k0/Fy5+hx4IC8YGW46UnR2fdKfOztxqV9vWE2RlQfWau9kO
ie76wZkR+EHA+UvOvP5BgvwzqtvF+mlAuOu2F60dVJc/SAsbmozJzK8wMbi89uCij/r8I6hnGTtb
iisI8PJJbjwGVqDlik4fZVpTKetdUW5VDZAMvoeNEWLlQR7wFZCWyDebDzN6pSOnHruDP1V1bAYN
gxhUWEdWxf1YDsMYNW0xJ0ZXNwlnA0/wiHISIXj+gGJGuw+dNzcGAWKO2iUYKJD4v5ZMY5PDC4me
mjMVy6e8cD6AmHfjOrry/9cm9LeEwPPMHTycS276GJb/EC/O+Y/bq3wVfmgmtFXmtGnFVBkMbbzg
6el+DumQ+OAe4F+4429cFOpyvnJxvGEV+Da4rpP0QqCrGkyu5yqYntx8es4lPzE3S8Kw3kjvXM1c
oBzpP1PapWeOzMtIL9Jz49uID7+lgK3RbOPsWLuVVCYdhXNgVoDse32z+os02NRJeupKK3bzY1Vu
Xa1bFrRwh9DZpaC5p6dxOI/LTgT/3F79re8r77iIDfo2E2nu4fvGr0Ik7rhxr259XnvnLIYHcssW
ny8pktqxU29kXtYc6nIBtLDA64RhFIFJT5P30OXLoXdonImn3NmiUbjaJXAntGwj5QlkJyoBaqAX
81RSURdWQOnJpe9IeDeZIgkGM2oysM9u0R2s2oJHofsDyVDAL1/b4vZsIEvsEAwqfRem6Kapn+p+
Aee4ubO2dFlWZ1CRzikwJah0tRmsm9wIcbmQEwh8dhCf3dUO/ZxW5OfEmsNtX1s1hfcnqG1BP3uV
JuNjM5TQSUL2uOOxzR6tbtlBADnnWyCmLUPq7xeLNbkgObQlDFn5PYf2R97fVW4PcuqN22rtjAmB
CwXCHLDEq3d17fSTE45IvUqS3tWFeMcgXd8tbKNwupamwKP6PzuaQ0wDHnU0HFRZIvyYZvzbxNFz
NFjhzi7kO8KtuIKoT9XZ+94wDr1dfLm9cGsOiXXzoTKG1QO06vV8MpfkJeoBeLFkY1TWU0TqLJrI
pxwJtPLDbVt/8rH6HXFpTBts5c19ZS0ePbESske54zAEP/7PWgTDvU1Hfmjq3ovthkOB2TbR3AU5
5vkYtur4gkdF1thX0QQgys5frOonT/3PxCweAuohhpHdI/WsIgqX3Hp0TZShoVAg9n1O3Gg0wEtY
oQ0nJoisIlf2YVIg4gLdecmevSyjd3XXhg/FUnpxWICbB4EBhJSzjh5bgw4IEx36Pi0FqCoWM3wI
WfGtzub2QQKClKCvXxym2QnibM6mu6Z0qveLN3Y7WvZWDHFc+q7N8t/zwPcDH4YicqeijQ3hje9J
39Vxmy1+hBZrGi1l199ZA0oJAGA7ywz18gchwzFOw8WGYDxqe8wTbFc5rDhmI/+ykD5NoIeHH+zJ
7wgu26jgCzlR8ObtpXTCaOym9ODIAg2u9jz9dnkwJbeX9cqFVJSBPgwP+WS84P7AzC+2pD2WVtl2
OaKMsPkBNYp+1wzLk0/Md7JpY14OG9f/1cWj2dOONc+YqTQzzs4+T3dOkMZ8+pu4SbXTIncJ9LPO
cG3Vgnh1SsjJ8z4voRH3xYMLWKmsn8HrcXvy1s6zEDEGOFaQk7hiWmlAtC8ECRAEjJEjn/bxaH29
beHqJFPThewT3vDgCrhCBtgUPj308ImAnKfxK2icimFjY6+uyIUJ7QYlAcr0nSnJKc/jSkZ19tZQ
QxuCFos5C8pf3MX3QdP4UJ1vz8/qjwfDnGpeU+8GzZ16Ad0WSGKTk8HTIZK5/44E7cYEmVfLrPms
2kMXe0TSzkIlSeABOENeofHTco+6Cb0PBgeFBDahNhZAPRAlvjquCrHsS8NqD1DnE7Fr1vyHUfdm
YvMi3Lkyy5aINOFWO8iqnyAmQWUDwdBV7sqH3hE1+o6dKxOCWeW9tfzu6e/bc716VFzY0BylRieH
a1cDO/czSYoF7NfT96qto258mO0tZP7qgFQnIh7+WFk9EWOhbSHwQR17hi5PwqyvU2HtG4NuvHvW
rIAKH3QFir3qiqsO2iUBWD4Q0QUmObD5zgXjh+0fbs/blhFbcx/GU0c56qktWAyGue8dn78Zc3r3
v5nRlofwUdZGo7LiwaclO1fyfbFV0l4fSQg+Z0UhfkUlOeLtBhYBlBPGehTxQoajOY8iggL0xrqs
bWvIoBnIiqt2A71vzLGByPAd4A28w+z+U5obp+rahjY9pJbQ9maCJkvb0PVEQFYy4IoYl/C9HZpH
xu17vqSJMTnxX6wKcHs4xSGZfJXaxyUFmTDq4YAyX7z0J/WP6ZuZJHE8gWrRgIwjkmRXTUQpSqd9
arU4nrID5Ylj7Vi9+4tRIBetOpXQbaX31TeN6czQIiOnrhbp3QIBjoM3zvRQds3W0129PF+FmQio
wV2GAxS3HpJI2m7JAwjJ9BWat81h+ZCFhRsNFfsiS/4BKZdfrcSzaw7MLe6fVatI/AL2qrCc+mur
RAsj5GV681QP6Y4ZB1HOkdv8I+iukQ8SRIO353PlKIUKR4BiBvrs4R2aA7oBZWSsQuNEq9+sRLM9
p9GETkHbf2hAZXXbmLoDr2YUZAUKBKu2lHZHUmOB7osoIZVRTvTBt/HIW/iY71sTqnUOEeCL9N2d
U3g8coS/JdaycmagiKuey5hXKASpv19cnqAEbKeMCfM0mn1sWF/a9pmmZGOI1+VqeA0eQYhjkcG6
Zrdhok5D3pnmKbCeUgkE6HRvVUbExr3wE0Z3iGrC7Pvtef3j9drEAh6DrhZV+vDQqft6aD3FkyvP
G/fkVFmzg8QSiFxtku540xvHwujsZCjMT5ksWshyt7I7jH1fxlL23a+gDebE45X5PqzTNgprf4gy
w+sPVpu2L6Pd9R/KtpWR3SzZu6lBUxFuKevZamS5NxlCHWMp4KjNzJ/axXuZl6Y4zv5sxYYxjHs8
lorYBw9GnlQ5r3Zea6R7IrN51zVoqYtAKMHiGUfJiUrifRhaKNU2Zr2FjVk5Zl/Nj/r7xdKz3jbS
zundExT1ks7cp9DZBT8U3ma3F2LFxYB7UzxNoH1Q3Cqv7eSDE1ZzawYnNzhW5kOF8Czd3zaxMpRX
JtT5cTGUGk+NIq9ggpiRjbr2fJ8ud+TnXxjBJlHSsqpSqx19QtYZBDLH4BRkHxzzKJq4yuAa6cZm
WTkPABv6z4wWKPRNKgcjh5ncLRK8pU37Vzolc3Oq6yUqmhfQNt0e13UlB4J0lxa1jZJbhFRd1Qcn
moex7IPYF8BIUb7rwyqixYO17G1kMCzz+1zsBu/tgRG6hPGfAC9cYCA095gbn9UWyYNTw92HufEe
KO8+TsEWnm3tDHKgEwUOSVQPrzsB0nZxMp+gayJrqjicwa/VRSTFPUKqyEu/Wdl96bjRphrWmvdf
mrVeu2YBsbw2m9rg5Fcfx/Yg0jjc6gXbMqE5Jpec8EE26HFg1Q97yb6PM9/NxZurEEq38GICNceE
NlnlmwwTaM+fq/zYqFSKcZjs3W13XBsN8NyoDKHIj2Z17T70OeD29WL5JxAXRLX1PPKPebDFxbR2
YNgoWxto24QIpr6XDRzjfjoDSOSM9q5cwtiWVlwX3zq+MRpn1RJIIqDnhWASHEGv19+t7KEUBgNC
HYJV+1kEflxLOX6yixAdRB5vv/gOJ3tqGkvUz3zau9D6OIqyCQ+QuEqBrQpNEAYQYt9PvGzuSlbX
8WD7Yle7aXYv2ry89ziqjBNxrFiCXfPF9ao59praiHiPo2OYO28vmsAFi7ExlSyqXNE+9xAE/iXy
qnmY3TzY44mY7bvaQebHB7tZN9DgMeVkSdyAt3tR+fN7Uwp+t4QCd1M38Pf9AgQlgOVVVHceeSda
iFK/3RN8bFdMGnzhisdWGKJzQbGB4gG6U8ivcUAX3EaOeM3ZLk1oPp2SbvQLQ2E8wne2+Zz3z1Ww
UWtRn9DCEDTsgkgF5U5UZ/XXjCM4gBkNpyc+N18FgRZW4PONJM5aDgTazoA2orCKudJTzeg+72Tp
hUh1BdIEvTlY3Y8xhGNS9LSLI2mr+y537youDtREd9oS3nmk3w0+/ZznzuH2sq0OGBm+P6/2a0WD
qbSN0a5yJEpTE83oIv/cdVuA1JUHwR/qlf/fVdqF78iWSEKwf5vpE6hYne6x9aDN293X8mkq/iK6
wPNQMQ+DgQ4Z+9dbuMrmyUPI551GAQr54lhU3+D70WQ+v33iECQpFD+c/SqpAkhKK0TneCfpVnFq
fg3frjCJI1zhkhVeB72YeomscAchloEFpzRuhzQKN19Oa/vJATEjxBGhy4Ruz9dTVdABpcQqxWUO
1EGWiOxoBH+xGpcm1IF7EevZIRQlHWWiM58ySGMZMRWP7MvblwIqMmhmAT/OdYbDzcXiSGH4p9Z9
JvQsdm//PNrhVGEU/70KiSeL4/YbO7gvmPa8DN3Dy0YUqa4V/dRBFgggC8U6cZX7HtveFyjI0hNk
K+J6HH8i8rqruiCyU7ww2rrfWJUte9qG7MfCgKIYanokH97brXMo2XBkFmo3NLyv+n6jhHiN+oEn
X45PixJaGjKbtAs90b5uwedgmk809X85FSkP3dKGe97mbURNViWG3/4eSflCu4Ydpb+4p8pO50+3
V3TN8RWhHQQo4PempYV5pG8b5pQWxu8qGrO62TeDM0eSmH/xmgKZP6Az4JsDwlaDvab9XAccdBOn
3i/eDaa9N7P8vSe3XlTIG6140KUhrXrpO4bJ/oA0wtHmD00tvL0V8PyQT/Qz0oxyb6DsJUhrv5tt
0uzlYtO7fhjrnaSuty/Trt0FbtMl0hybaKgzvMwc94eNyt4hXxp2X0p/SHqKqiKxaLEDW5izm4q5
OvgsCKYILI6wVXvhiztVPjQ9wiJJuwplQcR1h9w3+K5eBih493mbNBaIWfPGhL5UjlJjGY7jQ85n
fpdnJC0js3T7+5Ev7r6sq/K+Z3a4d7hc9nMz5+hvdsuIzOj66tAPfcgqbEYmuulopMKPUF+Sn4LF
R9g0TtkBArDuUZgmjT0DlcWp641nx0e6VaKwAK6gyK+N5b1BGZipXfmpwL/1vhvDcid9KQ9d4bz4
Xv5dZo6/t2biQbNOPDpGccCh6R+GWRr3nWzq+2ma89hupjKaaxsM+5KNj3wRBHwS+RLnoAOJgoEt
z9DxSaM6Z23c1oImni/xB+RUd9CQHBKorlWf3DJtk8GsjGTwqvzQDpUTQ9d0joFK79+jCco7QOfG
2w2BwY5gEpwT3gKE7I31xzALJjOScPcdXvCFFU/94MWAPqG429VILzPO3vlZzZOGzzKagT2Pclv+
CoklQVfmG7upshqg29s+KjMEr4CJDO/HsjJ2zrzkyWKn+c4qnPGhm7iJ1pxhxI+kX4fWsz5RMZr3
YetPIdrCTflPAxhttiuJDYw0hAZqqymjdjTpHrIAv4txnCNQJxa/2UC+WVNbvpM5guc+LPnzsBAB
atVpioFE8ePK6Y0YeNnsSxDuU/N+oh/mMgjPKSm8g3R78FHksgL6rbcTxhogf8HR3yfVIN3HrOTF
uyI1ZDwOdRgtXd0nVlnUn1LLb84yyOGCcKXyDnyyPDKm2cADmiNENoHx9UlroZY8+ube4AawkW32
4uT9b79ti/fBMNgxMuLWb6dhwd4pGDug63V6DIUdJANYiPezU9VJ3pdLBJa27pQ3gKgSi9X7sunG
ew6BWgjMyK7ced1AEh+n/kPnTt49qjUY6FzwJDfyX1NLh8M4pfyJCM5jyE2yT5Y3mX0UihEFWcZG
486vsuVQ1G0T2cxM701BwqNl9G7syzQFv78ZHKrOnJPKnMZdU7cO4EMdjWU5pXfc7urDKH+PgxWn
8NsO9Z3ERqP/X1xxKHO4Sm7HuKYNMqbRn7yqoqfKq5Sw3NBEXZnu8S//rmj/6LVbQjoqstDvVAVi
UpwrSFnoT7mZDXbLQKF9aubwaDdAuFZzd6xailPB2sK1rh2/OG4Ulgkb9oqPuFrsoEKvMD2lLMGq
1FtAv9XvI7ftuqCQAIWadoEOrbBKwQEBKxzIzbXmU7eUW2n7lUtRdf3j6Ya0H8of6u8XoZpfguM3
7LgHFeiDAfYrsSPT27NHr0xo0SCwURlxF5gYqn1QWpEF4afyzXA8pON8vK4s5WV4y6u5vBhH7tPK
tFPIS4ZRDUFWsRHMrCwFFljhyFRbA1z59edHC++xJXOhXhnEXuK9GQuJX4+6JYB4aMoBZFsPTQxT
1kUgxZkXXTT5SGcvH28HP2sDQCwCLCfKdhiDNj+FSVIvXaBc2bG4TdFCvRFcbn1f86PZrPvO9/B9
/7Nw9jPZ8KGV2BU9RC66S8DvDgChlj+rWevgSV7xc+2G9zz8Bx10Qs5x76Mu0P/4i6m6sKVNFS47
twxlx8/zfnE+GMbz7c+vDgVpLagJ4g12VZmdAxIE3lKJ85j7T4Bu4Z8Or/Z4ZiRlvbEqW7Y0t+Wl
7dUT4pezjWafeGbiixwNYKF7L4+trHQjsEl/vj28lQPFR+CP9K0Ksa/KtcRYmN0vQpzTEixF9HHh
1T2nL7eNrHmbejiBOBrHFpzi9Xakvr0Y4xyKsxO+d4so34I/qnnRrhGwDQIVi6tLSfFpgbUVclvg
vSJAGe5HkC+OeuOHSacdDd9eR39lSNv4wciDIK+x8W3zZxB8KSFdStuP7hZt+IofvDKjbR9wwpol
Lw2cL/JrBfBd3flRAbYqlz111rfba7PiAK9saduHBGBAz0xLnIf6bNPDWJ/5dPgLE8Do/EERK/Do
6+V30rR3rBrLn/EvvbMTy84zNtx41QNQP0fjrgFicr2x1F0Kr0whZ3Aes3wBSUMh0o8Qzkqfm45D
AdCujY0054pLg5QQDYboZ1MldM2lfenT1pKdOLfOTkaTs/uLKbv4vObRxgDZAIO24jxZFA0j4r0I
jDvLNjYyqevT9t8oNH+m6dj1E+vFuZNRQL/WfJ/We0o3Uj9bVjR35gsC25A24izJvVvfEedj1cEF
4v9tyjRHNh2sfx9iRTgYgesGQEvnsQv3t42sVfaw7giSseo4NA1t3asOqGAUdcR5qc0cjwVISlgc
lS7QMS3vhgqlUrwtMhAhFE4Ri6EwEgcHX1KwrNoY77oH/vdLNBeB9iVhVYpf4tPEXnbE2Bjq1vc1
3+jTFEhPH4eQhf2agHnt9kyunnFg3sTNilrpFVvINGXEEhOWa+6eiuydNTzT7GzzO6gD/c1EXVjS
Yh1w6ZjIAIy4fcgvgPjkm7mAQIWmBFr+fyTK/S9i2bYgHtqmsYnCFlwx1HGyOMPb8vZ0qcfD1RWn
YCVKORe5YG21l5GAy2HEahc5XvpznJLvcqA71frRsTEaip/dmzuQ1bhwqYKUBp2buFlfj6u2Upch
YZ6d8zGy3afSOd8e0pqDAb/gKkAJuKD1twwkVNNSZmF2dg7NcJLZBseYmnZ9xgCOQQ81dESukbJ1
lzbhzCxocrrfnCqe9qG19+jH22O47ojAJAEJg1cfFKevy555NlGrWWBFdbK3H2aReOIhZ+j+Swig
E1Mvo4XEvb2ln7c6eeCYh000h19VNsCba7rZJGEXjQQfp3YjgF/7PIgrwcOpWlKv2HdpXnpz2U75
GYDUWew5/3573la+rwBM2PrqAPN131qY28vA5tCyH56dl6bZAGBsfV7bLcAcl5MI8fm0hh4bT9J5
SG4PYCVsuhyAHnJWRdmbUw4GA486911rfJgn1CHdduuUX7VjBwjOgShDE5Z2uFggZe9Kp+Bno2uT
LvjVI2v5FyhXQFz/s6GO6osDrBCjX8ocr7V+biNnLCOP1yh1vv1NjooIQHmgdDZx4mv3Sd16fEKM
zs9Ng4CJfDSq4+0lWdnweJerANBVhnTOLuanDsupDcJIVwIC9zvrm71DHlr0rLzdEHYeuMcA3FT4
u9fzZbU+EAgShmzze5nfV/xHOyZ+v9VyvubECsKIBxMeZlePaGNoWeFIvNEna0lomIJscysltjZl
YFIPFAsjyLz16qU089bwsiU9g8iCRZ5RHwNRfrJ9ciT1Fmnlmidf2rK1WVsanrV4xeA6scIobBhF
1ZzQxHKp3N1eoLUoDSSuiqAUmUXol6vfcuHRJBesd9MR/CKIxkKkMEE98SvoyL1VVombpr+tztjN
OFYj6oe7kRq/ModuvBBWx3vxG7SdW0K8E5yyGO9ojl7clsEObL1PyD1vZW1X/eTCkLZ9ZSdFQCsD
R1HgPeY9UpuyC8jGlK4aQZJAlaEBRNAZO8suL3rZO+kZaopdDETb7RXb+rz6+8WC+d4yM0Y9OCIk
3pHv+ovrBrROQHKA5gL0GprvoeOB046BvWEk4YR2Nf5ozmiRuj2G1c10YUQbwwAlF3OahvRsNGfb
/pZ69sGyiti0Pty2s+pYSNGrSrqJs06zU6VL4XbKTujfLf0BRQHUGbagaeojWvSEbBfiMhMwZtRG
NSM+D6Bn2mS4E+zfQDwxYyM6WxsE3quKRQVvaEe/DSYITXa5CLDg5a7Kk7DaQaDz9jytDuHChLbo
aVnIvM9hImx2jCV+cvvz6yNAMK7CL9w22rZDDcmq2YIUdu2BoRMiBUu/K6qNp/NK2B8Cs/evEe2q
qYwccm4e0nN4Jbnd2eD3hDyS+pjl34bmez9uxE1bY1I/52Ib9lnTMcFgrjI+0pSD7+LgbjF+ry/L
v0PSk4FlNReZAVgORFPvMv9ANpZlY8b0KKAgsgyqEcsyu2aykPm48PnYGMMuyId3nVM8t5OzR6F3
4wBTC3G1X/5bKB2tUDdoEenmDGbJV2YPkaDn0DqLcjrMXROh8eF/cj5L8+1wWgbPKDCJbCGHisgU
jCQWRaw7bERtGx7xB9Nw4RHTQGfcnzDkVT9p+uSBA76cj7cHs3ZwXji53vzkM8tsWzNFLg3C8/zY
1O/CJmq2UE6rfodgSiGEnOu+DME49/wZiXwCLn6aiaT/i95MJY7xrwXtxjeJjbo1sKlnv6qj6QXd
b9HtidoagnbkeEubBQGBk/XZqTyOW9zMq2sNAgHgHVUMrStgtH6JVKBHEHA6TsTnp2b5XNKNdmj1
E6/2yYUN9Rsu/InlRdHPAVjdzbCKy/GXdD92w96QeDP/vj1ZW5a01bD9jk1uxZAPnHa9bKManfWW
OcYCAIMulfvb1taX5r+505YmFL1nsw5zR/yjB/UQvnG+qF97a960iwBNEW5ukgBVLvNR0O+B+KcC
afaY/bg9jFUzUClAikmRhnraudIMA7RW5YykXxGep7R6qLgVNUTGInO+/YUpEI2rTAWY+vQiKmtY
4/pjyM+y8ACoW6z+kXtyODhDOZ0DMBVvzODqCv3REwLQ67o8n1W9Iwwgvc5BKiGHt5ApcsqtStSq
Ebxv8QJFfzzES1+795wja4LCMz87zXcBIbhy3IhkV/fohQHND9DWXnmitfiZM/+o6AGz0Pvgpmx3
e3HWx4GsANgZVVFF8wOe5y3oQ3DSiGlvAJVTvj2/hNDvv+8r+xfHQMulUy0U10r2DwS2/C3eldWf
D4p8sKgpITI9W9qlfs/BRIwsffbZ6Q+IzP5iei6+r+UyZpR/sp6g3JTJmI1PGMf/9n1t+q25q70g
RcUkmJKw2G29tlZ3OQiBFYcQeoR0zRXpjn4FBhxkrOVPy13iuQSA1ftcSmNjnla9FQuNd4QDLTJD
/ZCLZQ47m9WInXEjml4EJCLIFszYnabk9nStjQdgRnTPAsEKZIwWttbDPNGsmICWgLo3ar8FOFek
mwydtXEBm2sDssGHZACSgdS1roNqi7q22IxDq03HQ0rLj6RDd+lIRAFkLAB7FaQlsnRMyvQw5TIZ
wiVqCv9dRucDGOUO/l8wv+F1pohuQ2BFcC68nmDGgBcoA9Q2lun40k8bgdnaNrr8uubmdtm040hx
G/Rf7CWxt5pY1ybz8vOalzsLqVuWLeJsp/uyS5YSZNgvb/cMFGZcgKUAPQBjyev5kcFSTFODcCPM
nKj+6D8MRTy3W9Bwdejql7MiwIZcOXqfrqDhWWXMfe9jP1GWRYP7vkfTe3acquc6DAF93AKBrS7L
hTntDmi9dl7AlibOJv+Et6fZP9+eNDUpV8OBtgjq6EDlXRVmwtTzMk4DdpaGfbKHaUlSuixRZ0/3
de8kIZACjA4vw7jlb2shGxi5cDBhEyO9oRzm4riYiEFEaIIqD7frvpjmxK6s/Wz5R8vqP7RTuLs9
zi1z2ukkrWIO6hLmUvSe1NO8zzySAI0FfdXlBEj4X5xSoM5BKwdYjwGLUst6MbpsrMFNKjmoVi3x
0tgZeq8y4IhI5A5bMlBrOwvwMcfHXMKa3t3PSTu5/diBFtVLxuYAwifAV29P3oYJnSTUqEPH631F
iFq+mNU/Hfsxhz9vm1ATovuhqqopyne0YemHbZ+5hRsy1CWW5iHrvqRbUjdrQwBQE9kbRTSEZP7r
BZl5WrDA5dm5bPA0cOYHx3yug63GqrVRAPwEWlbYQuFDO0ThZUgQBVkG6ezvJfsyv5mHWoWaF9/X
TtGyJgL+ijItZPkA48jajTz22uV6+X01vgu3zUFPTW0X3+/CDwDEG+lvw/jhZRvvwq1ZUmt1YQX9
7AGU4MrsPHWn5dHtNwaxdkJfDkLb6mzIRAFQHQbRP06QJ2jErxw0/2x4QL2jJlsP9a050zyLLPXo
Wz3MzUMMxYqKPrvLYTOjsWVFuwegrbWYtFee5XSR6F5SJ4gkuj2yf96+Dy8nT7tEPX9IW95hNEH9
u4XqyrTF1n4tAvjah/XDpDQU4L3Ks3Pmh8d+fMjCB0LvCP1U8Z/CmOOxfO7bH3Z4N5h72yT349Ym
2pjKP2X+C/czfS77XOAH0Dpe5oSlRybBO3H3FxMZKA1vABXRm6MhKtLct8hkVcC5uAcHMPGNz6/d
Z+Cz/PfzWjBYdGHbWOgzOKOdUrj77Feb7ah54OnLW4cB3BN4ZtEnoLja9H7ydAnzYpTAouBNHTlI
bo4bYfb1aoC8AIBNqJCB0RKvxNeHAc6b2U+DPj+jcz2a+BeQ9LXG/ZxvSRleXwAQUwefHQwBv3MV
HVaLQInOB4iirl/G5bm17y134+BZM6EU4j0FokHaUTs9HWDSJqMd+bkkPZrYoJi4kQn+P9K+azdy
Hdj2iwQoh1dJnZymbU/yvAgTlUVKouLXn8XBPXu6aV4R9tkbmBcDqi6yWCxWWOu148QT/UKA4Dgn
e2ks0kAAqVmIPmH2jsItEiYuyhlo5sY7TsRCQuJ0ClpNw25Ufci0BiCNVRg0qjLmaxeNLQfSlovE
CWCJxHqKm7buWjpZhRbOxzrZYcbnscofZ4TSdX9jsze/sK+lCb5Ta9zO6XxIK4/OQ65CHJFsigXu
Bt5Vjfki1O6vDXg2g3pu05yetcIP5yefTYoTohIg/HwMzmFSh0GAX8RoDJmH3fYRl5zAKwUEl99o
GDVbKb7f0K+zczPVEWjcC+f57VI81Bb5kx1NVI5gu3kxszYgRXtGZEGPo3Xq0mNJj9tCZEuFhzHc
Ff5BCCbsBe2MxAhyj56dn23w2TY/bX+e/8brIJVnHP59XtiJYcp1MhsuPdNqjEgf1UPsJ2v0DiEu
4mDwWmAgRLwfPU9bc2oX9OwNN10WhANGzfNFEYJJNQESmanzciPeKNdGS7w81zJikrPXLfOxzKvx
xc6L4ZM9tUG8rY9sTwBGZ4IgWcdAljj/X9PWcYq8pGdS3p5N7c01K/R+XHxdUKR218p1SnydOTdd
TkNLp2E3vbl1GkLQNAX6VUweAIv7erVKAxRrNcWWkHTGDNNpWc4Eg5EqckDJSqH6jjWC98X0hEga
52hL4nnAiTnb+iNtzuXbN+Lq80LIoOFq1PoKn09wPuhZ5aYkJoXyPrJ/mPs3Oan39SIBhsvz2tki
6LvAkGeL1l4Hpb44WA2miH2kkhw0RCKnyUUJIYOjF7VjFSs5w+bCEkDexphHE4CItg2X76pw2rlP
/08M366LODFBnDgmFsSU9HPbzZjRCULT+ZDot5p2tjQWTcvPbYlSxQJeT8AT2AZywrXEtm8alq42
tn6uQ3CBLOSDViv8sNTILmQIiwfKL53UXEbe/QJeecz839tKSK4Tnq9C9w146DDvJ9iBr7lNWYFc
6mzSu3V90prhkA/kqE+9Yn9kmlwKEo6+Vxe+hmY6QENGeYkR6VkVmkq2A3QzHN7PBZgFYojr7Ri9
igKygOMTmy+6t2fWyVY1K0kWy8GRR3CNGuxrcBRgcc94PI6g4Qqe7QI44u4P5rXhOu22N0WyVldy
hLXCcH9QDz3k2O4UkuqlVYFovn6PIOblfGLA6OEwvcLV2KT5gj4lsLQEZouT4kc0NcO+NyJ04YVW
9/a2zGtxgkdGfS8pGwpo5LL80jn3QbLrs0Njx9urJkE945E8qkq81A/EF8ECGOltvTUzoAIbwJ7v
IvRh7A1QLzD6afa+euj9LpuPCZ3fbtkQi2ASlw6CcbEBr0RbDhKwND0DL6B+mYv/4+e5sVw4ttUc
6qANSsCil32UmxwCQeGh+W4LrvNKAcEH9I5eBkEH1FbM/lSxSw5a/kXPgGOxS6LtLZKeUQfDEpjN
QtZf7M1GFFMWVQ784arWnwwtyE7AWO1PRvOOMiZs4UKS4JwtjwCagBNk+B0A/aKKKiIZ6RGFo3EA
mAP0H/FNZAH4dXAm9OB3P/X5kFOFLcsWCgPGSBGD8O81kO4ydSSzS7Rkz+n4whjZlVZwC8tXBJYy
LS7FCH6A1ZPN1pF3fmvmy5jbz8vwntOBFiIdtySCV8CTXptv4jl9NzQsP6fkdumO82HbomSeDGzc
PsA2AeuItbr+fD9YBQEvenZuPI4ga8ZdEcQFuSFZfjIsxW0s3ZV/wsTZCLDU06AhHvpI13KXpc4X
UE+E42T/3tZJtitIeoOA1kCwDMr4a52ARGOQyoOYkd38LnTFaZd/HesFOlU0FInDPX5Krd6Y0S+8
uHE/3mtvn7/gcNn/vi9cXubMGry70PRss6fA6w6AhIsAT6PwirKtuJQivB3Bxue3tg4tHPJxr2Vf
XE8hQGZYwNsGIyoqQxhdEAwr1/Nx7AmOhmcC4aMDc0NSPzF9PhWBtsu0QpVkkW0L4LEcZHKQ+EKk
dL3pUxNQy0twThCuhQ8DnpLbRiXTB+xT+DJA0UDTK+ij13pl55i5Pc/sxh3vfdAAYEQ6iPNf23Jk
GwOnyANxfqmIfTbOsFb2YLaQ49dF6A7Z0dTove+owLml6wVOcAM5KeQoRLYlDdhe3dxivehdOfph
PriKBZMLAKAYkGfgukRgbBKMNSZJZwytdNnOBxN0oQJkl4WTSFDwEQ/+iBBbedbcL7zFn+G7Oi0u
piQc7MdhymLAzih0kUtCrIeJOwTHYtdN2ht+77MF8R7YW7w6HMMSGD2zq7jeVWLMaxte7apMfQ9i
0gmVAXQntWi+Jn1/8OfP21bGrVUMWcDCiSoqxxJ/1SdDgQZnzivjAWzIrKMz7W3jDvAM7oAXf5R0
itteMkyIYOJCnuCSSQJge2AQpecFgXKDVhKr2wPqpQnzfQUoxjhHIx55R4bhSqh4ZN02KzI0S56t
KqJVrFGFVciOqgeKDo6u5iLDK7gcA9iClkFAThgE9/m4xE17m/kq3meVEG4zF+HrqC9uUWGU/by2
H0evA/nQyVtUj3/ZWUUaEf3DmPfF7KKwUiBAn6fSw+OSuC9sfFrs47a5SZUIPEx6IccAehfBsIfA
MkkAiqTzYOUfhnk58U7IERQ422Ik01FIYYBUmHNN4HkmUqlri9n6wPiDHKr1oF9ObtI22VtaeV6d
OVoWXm+zIzIOIdhcoiGZYrd6O17j9W8QblbXzJ2COG121oK9r98uo6oEK7uJLpUUzlJmO3nQWXzk
Z7otyItmN3tvdWOQ1IS2rjBxmWH4ho7HBuwbIaLwJBxm6tEp8RCms+NanrzT9obJ7ALTeaB1BFrZ
66Yzftv6yG2l58aoH6fZvdfM6bHHOMO2GKkWeAkAbFE3bEMcmmtXhOUG2gIxBrr0+7LQvD9m5+Sq
l6bMqQKfl/NAu7wlQth5UFPNQARDLN3ZCNmIcWjoKaiyMAW0buZMsUOeB0cVZ8nujEuhgjVozKyZ
yYzs7HOIxCZDg95LmyVRpqtsQbZZyHRxBeEm0AJ87Yn6OmkAy4DWm8kn95mGkllA8igPhp9v360L
OYFQS8Yk7DpYI6bAwP4ap7MRZyo8M+l1xOnTkUo3gIv5eqe0OTH7NTvPuntLV/qc1P6HZtBCfUzP
gL36CPxPdHO657IcYq1od9saSlcSmW8ELzhUaKu7XkndH5dELxO+Z9kDao9nUBIfEt96zwUFJGCP
9wmiwCK6Q0D6zOhSncAuTBeUuf7M7LdHVYlJiTKwaiB5oSuLQx4IypAiHW2zqzD3YIJO09FOaz8d
wL9+2l4ziZ1DjAv6aIR7gCQWDlcKzMPaMrFm+eyh3DwDBMWNUu0xHX5tC5Lqg/F9jkAA+nCxB2Ck
2ZQThrl0sytO6WgdmOFEZu8qqiwSn4SgG1V6oOpxEl1h2WrDBlAZgOLOmn9Ms4OqeC7V4t/nRehX
M5sLZi54flENOKMLC33v52gaiutBJUW4Hhp0oKZ5CTSC3ukRmQShhgTY0qhiIFlmEngaAEEGxw6a
GUQQJK0DguaMrOu5GL4EWrVvxySqbBoXzhqOwNA1ymfDbEM7f9y2BclVeyVXiFtSEkyOw7BJDkbd
MpIBcfRTQk7NCgDTTHV9yCzCgnKAE4Olv3phLuO8au04aR9Q7vlW1U3U59Ont+uDFlTMQOFfjDoL
h2hg7mS6Ngj8DPa1G7qdjpa04Ac6v2OtUozBSs6rh4Ex/mJGHs4Tz2vrdQTd220KnA1E+T6IG5Pd
OmAGbn1HCZk7URdtmYDHwgTctTe1Uxu5eIJURr30u3I1jgPaXYLW2W2v3d88tPBmupIj3LSNywZK
Ugt9oYt2n2hOBDL0/az3h7x9AmriwTKqyE6GaMQIFspOx96n0UxUjfrcL2z9CsFvsALcfYB/xe3I
rNBmJKpLVMzn23L9EiRTWOqAzVmftlXnmm3IFLu7it6o0RSFwMZze2QKHlK/iOaB3Q+deXDIdHaZ
IlEoOQoeogygaMI5vka4mZqiZQ3FgDMsLC5pH/eqB7BCgqjS0BbWaLEAwUx+jzbj0GW/37FmaGtA
IxmwvvHyubbKpbTohCxPejYaoO/GCyiejDgoP7bTYXpHKxaKAf9kcWUv3oh0CkBQaYFfPll2qXXr
Vc/2rMh0SzwhRCCdCsgcBBNibWg2UXrIAgfP0OnWKPZVeQ9IDfuDpypCSfflQo6wbNpgpHbCy5xW
8LhS0Kz82N4WlR7CUoEImwC4B9/v8p1nHjs3At/ECBRqRbgilcNBIXlrGYpaws3Yap0GsrsaLxvX
S4/+knyms/0pH20WTguzTwUgzhSXsUwknjhgAMYVic0SRE5641NvRgAbOE364C9BGmfwWRzcvI2K
cQ32wVSSP9vrKYkAABHoBwBUAiDqq2ip622zBwsVhIIUk3Y/UFr8kaSKu0QqBAkkpPIRs+Ofa/vu
DTBOAQQ8BVTQDxZoYTF/AoSoYvlklgecTT45huQXrq1rIU4zM7df8LxJij6cHRqq3k/S/cGDluOt
IkwWg5jG93oNDYbZmYTefJsHt3aLSsuXt8eVyLKg2RBsKmgWEd8WHsHgBCkavC30l6K7ydq3jwQh
GfBPgIgPCWdjT6teI/3g/sq9XVpHVgkkmtCsotmJt61Luidwnii0QyMgalzvyVBWfTCwFC9q7Ubb
+b7ikMrsitPKo+b9F15VvEsBOzQ0ra99aF1g1ywUEyuAWrwbpkQ12CSLhi4kiZUvAMJZLCWo4POh
urV/HGsWge84rJy3d3+CxANMWJjRRbuG+Hphi56444KrwE/BOAeuEP82W41GERfLAoILKeLtWTtV
MNQ8b+P51YtpjQ9kcI6m7TynpX9E7BkF5a9tS5BtlYtiEk9C+XgyCaezNVnbLS6nnGKHOmNhakaW
rVg72SZhzg2ZQwtVkVfQcO5KSjR6of/BHNbQ0B9qA/GU14e+sdtWRiYIVQTURf6ysIqxwahVUzET
CEocepOQNAkzWzsAfjNOyfqOwhiubZ7qgFGAmkhwnmngjsAmwGAnMcwI5JPe21EoeZn1nwCu7UX0
EWDAwBl1jJ9PDhgBgPM/vsMNQAJAr2z0g4MeS8gIrTRNNJLamE0tQJmgN6HCuCT7gTYBdPNx7jUM
2woapM7KmD/yTvNsqUKGI0pML/LS8XfXf9/eetlTFk2V/GUEc0YFWfA59VqUQ+KijpiMyZ3fkd9O
O0QZ+EwwjnhM0/U8dsVNQO0dI6Pquc6/LcTxl7JFL+RWc26nBLJXlFus+a5Gn9+k3zJt2jXOS9vl
kTUpPIXEg0MkUsh8GI1nYK+No0IOJEgrpF7bHKwoy2HWi2h7RSWeASDmsA2k3bGm4mHqmymYg6TD
LJ3nRAh6Qnty4ipQ1UulYjBOwWl+Ee2IOWTUBOdcL1ekuSz3xhiMyPeTY2YHijhbtl6oXiDjzll+
Qc19vV5o0HCJxuHrLe/YpyASUUQ5Es+Nuw490H8TT6+eJXU70h5WiYJIWUdOe0jGI5C8RtcPCaBd
asdT7I4k6PGRFMT7HO85jCoLR9eq217vG6vEc5VES1Giog10FPPoZemx83bbpiA9XCAZ5zPjKMu9
wnwnLOnaImjLs07SUAP5YVYFYTYacEtTaIJbJRjA3ve7dlTPo7/j6OLRQmmYJzsC1FTFY42kpJf1
Jqb80Gvm3aLpqQqzrrNvWTXPgB/U69i1qI9yFAFgK4BJ93bX/hydabnx3RrIcG5zl+Rd0YUs84on
YIb0mEZ2g11L/N+Zt9CbYbLnHUX4qogXZXbNO705HBqcrBgwNKY/OH5PS1x65UdiL2hlsnFLEFUf
kyx9ggmu/wSJMYNbEroAhqs8t24wh0TPT32b33l4SBJwkY9HJETvuqmJZ+LGoOLaa0516kEbuW0i
svOFJirkxDn2GwbKrs+X27TpCLycGrAC7DBl2jF7R/0P7Bb/JJjXEryZDuvgQUJFwl6/HVSUibIN
QwCEaNLHf3gUXX/f6lqrwmmrz0O93nTVRx94Dan58x3LhNeDjaZygFuIwFXUMMva8pP67IwcJSeu
VG0uMj8Eopr/BAhXbt7aVkZLCEATyn6oht20gHMJh+UPyjY3U6fX4VJrWbytlqxAjOQCphQ5Uyhq
dII7mtGC3PpFUIFPgURWEUSpC0Co8reTNyHzbkASH4wfXLfae+2vHJ0+2+JlW3cpXTC+oRobx0k8
zJvRu6QLdrWV7v1e1WvBQ2HRFYG+BTxHyPECXpX/iot4DG2PPgDc0xoplD4E5tARpMmnJGsB5FGZ
pwlpgZIXvm3/ZjXHL81i3vpzcU+G9Pe2trKoyvd5izSf3IRnvP4dDPzpQ102MNQWU7x20NGdljK6
A1jZEGapRRRHW7K6gKzmHAnonML1xtflQm+tqS3WB6RBlbeJ0LoX5d6TMX58s1Lw7kh4cLZ4+G3h
dAd6U8/LjPuzL9BvhDa9kLkgwB4QmILYdluWxFddyRIUAsm7UyeJX56Nem8HYWlG29+XnEGoARgM
nmIFlagQiloD5uycGZOChfWUG84uoXes+tNW90P9Dcy+CmmGJPq8FCeGAsnQoUc6gTjffDSAXtye
DKCtZtW9ow9hOd/nC/ggvlN/CJflmaVPyzzHDXjEp+9j8qdx91rwZ1t/6fr+01/M0VmDtY6Yxa3O
87hfH43xtP15xfL+9UUX9mhboHjrtLIC5ocWBesj80HB9ziSpzT5XOnftoVJ8HsQMF4oIxiL1xj9
6AY5pAHielm/duktXb7p2m/q3/YJC7XktiJ9mDAzIsWHip1QnQkbWxHuy87g5a/gS36hc2sgfMHV
Xp21/nmgYZWGqwrbQuJWoCjPCLm84uzxZb8QsXguOLF77FrpDDtn1faOXh3LwPyA5r3j9qLKtfkn
SjggAzgNHb2GKL26rYs+WkDioMLxkQTIyDWgSxLlK9SbxdwmOsho3jjw1tQHaaX7LZj8eLmroj59
2VZGZu0Iw/FBG/N2mCS7Xrdy9nCh+bj6qmJPQ8PfbX9eti2XnxccY2Yz1pkW9GiLY17Fug9IUvQc
HLalyHYE3UK4vnU+dCUWMGEUAbOYWZ5pFuvVaepALa+4P1UiBPuqgn6lhEAEye24Su8JD+Xfwa6M
FBPmE9BAjoEoXRx+01t3sSfDw3shzL27tHrH1cFbqnDz4i2EzM/1Zmt+MWAKdUGwTYdwfgDejOId
KV0lvBnQ+ohH5Kv5R3voC6fVJzwb0hqsMHpUjXe2q/AmsnANMSKmEvHqRiFQnKbVDXNcmhSrRKl/
Nxj5iehovXbWiIIOC2m0yGw1EHqnRli0zXPnNpEJXvNtk5MZNtABQAgDCEIX5+d6KVt7InSa6go8
YoO+ByOmswMrV30sa9BeMndsnt8hD1E3+jDxPAGWxrW80Q4au6NVfc6xogsSM4cx+4o61bYUQ3Y7
oc/gPzFc7Qs3yqc0rGCua+AgendT7YZ+Wj9UZbZrbO82A96KnpVxg+xQ5q03FjVPYwM8eXv87rDi
hZnVw5DTHbXce7f1Pyp+G3dFQgSLwR0Ma2MODRiaYrKXZ8hMfUmqM5K+P92WMUSuGHwdwLt3k5YA
5RhLuwxbfQFPpFHcuX17AGD1qLA+6cZf/ArhLjP0ZDVBlAuHuYA6/POqE1A092Fvf3qXujBvPgeL
XRcOa4brmVqtU52tpbjXQEqtV8bBynBpFw0Fh3L24M72U+ctH8q6+eQuqkBFruh/8sWGuypbAK6S
Qn4wP1vzU2qFegdWPoXFyTwG6mq45Tx+lkTXnZO6bZldNtCyjSz20GCcWc/322upEiI4794GB69e
5c15dH407KiNP1dT4VplFzYHWUWZGF0tr8qsbb8EXpq69dlEtV1v7xYtiHR3PmrVTdu5Cn1knYro
JP0nTbhWAXU2223j1Wcv+4bKDqalsgg58nC0MGxeZFHaAf+3vrHte8zWKnZM5iIuZVvXLoK2NtVr
E7KLwQlr+3kMsggIsKGLw9cXn1CaU1wqsvzdlbbCkfOQA9Czzq/PiVHu5x6omvqzMTe7YXj0+YR4
uzNsUKwMKgZzmdk4rhlw7B8d08lCTmXsSOpVK0POBjMdvnWzVN+NQdWpKzMc5PthM8jccMCO6+Wc
qNfTJYXHbdfueXWC27oxbpjuopg1e6c8UbVSSG3nUiDX+sLF94BVJhOQu89Dt8/bEIiuqxX3/iEv
gVYajuZj5R6Zqh2UayH6bn5V82onxuHF+rPlrsMEGAH0WmtReSDmbvuASz+PVgN+PRnmq0mcoLLT
3nQxVUQA11XT+7Y/bguQmQJvzPybmkKuX9ilymUBW3O0NI7O00hOWv+UFIqIQqbDXy8IxEUDCRLu
jy/2hRE2F74FBgqzua3HL16uiGBl5xaBCr9L/vL5CZF+MucmyUao0ADti/hOTAftEQkaDDusZ6sb
d/VaP22v2t8JDnHbL2UKfqqoAAvX5uiaBdL6vmrKCCA8h5QTyfflrgRGboos91BXMQac9qTN9omb
x0gJIxGMt47fnNtqjXL8zWfkrmbZHRBITo1DY2gTZSz7VdjlLjeHWwYcM61uY39gJ9IHt1binVrb
3en1Gm/rJLUEC97AxcsaYzHCNqFJewUgLp8oHE8D2XnkUL8dLBrAEciu4tkCj4A5vGtLQARbOH5O
Mdw7xMjwaK7itEhdwIUAsXJqYvAqHdGhe3YdP3Ss0wKEWIdVe1d7rLxd3z8y7WcH9DHdV62e1Aj/
qSZm/yxzaTFDgAbkQQNIPRjkvI/pfKb9OSEsqlSwoNIjdSFNML86mVwTjHj5uWbjM8uWeCxL1ZNH
mmK5XEzhPnRn9CUGNWqZiVsem94Nx84JS7cL89w+uQC9a5v1K7ofPtlmuy9q/7FyMGjkWFE2A9xv
cj9v26dKZ/73CzcylqgX+by06uWAlWRRkq+K+1h6Ai5Wlf/9QgKZkxHDGDjURj+FS3Jc2ZOl6u1W
2Ylwylym5aY3YOcKMkaJ/XEBklxanZZy3JfkpxEoYhrVogk3fV8yh3oJDoQ23FqgsShaRSJOVgnE
mcarG3Awf4ve14uWFsDdXQNsS2piULT7mhQfkUzQk4fZeGzGB9950tY+bMtPI/1SV21YkZ3dJ5Ft
sbAaD6T6apAfbN43raKybPCVfOWiL36Y4GzyxavTdsEPK92HkRSxj475tDvry8nsl5ha6Gkn58H8
sdJfevN9bPdZ8qfoT834sm23/59z9L8r9IppFoP/jZFX8HrVakSt5j7M6O4Lc6PZO4hLVqaHPaB6
UruLtZkdVtDP2fi5AIY+Gol+A1inX9s/SLowYJxy0JuH4r74MhkX8IzRBXPE/TKEFjth0uA4gb+t
dxQXv/Q8XQjiZ+HiPK3TANa7GfM4trncNChL9013Oygx/GVHCq2SGCAHBhl6c4RjOxdakmUV7v/F
cSIM1vXuFFEHLHjgcZzy9FAlqvloqW1dihRO8bpkabd28PZVP0b5sA/8bzPy0Cx4LHM9mnWMaZRZ
PPdf53yPYaHI1OadOz30BOF2oOJIkD4jwL7lAPsYbVavmiiMQAO5JB9JatYvCz2Apjisp+NAPzhj
Ho70u82+zqWieUzmWC5lCivgmllljNyxOEF+pGG2ZsdtK5Xu6oVSgudqSJ8YawmlnInuMO0VNfQl
cLVw7Vls2M9DetiWJ3uuIIQE+ruFYuIrCFHWD8XsLbCijuaHsZ3jKXFQoJnuXT41UpoK9eTr9584
MVKxzLEYbBMWBKgxitbyUaGO7Ox5QF7H+UazEOBBrs9eUwKS39PhdEy09zrjwcEQcN7st9dMfg4u
pAghAmzZHgb0NZzpiOrH8mS7t01dHgBAM3fPzfhkFx8S866wjNCjHylAZpP+aWb7uj5t/xCpsVz8
Dr7aF54GUBimljD8jnG9qz8HRTT2oW7tOv/O9VQ6q1ZWcDf9oJtgiIWsLPuuVY+j8wv+M8+/lgsF
fd/n1jmz5eAW3/z2MHo05HO3IC/d1lca6IL6CjuMZDd67oWFX1mzagTYSGeredTZJ33po4Idi8IJ
gfUbBQkY3zw7dN3HQnUuZY0teNTzOSc0lIDIVhDtr3TNgWOH+aNqanfMNvwnNi7fCofWISbrf7tu
W+30zEj2jssK9EkXf/LF7J6HvPkxFb0qiSLdelg5qgqY1EWvw/XWe9MMVEU+s9bZ3a5N9XMG5kkN
r7C8K/dVV8bDqHr9SVCuDSzBP5nC4YIX7gLqYT4P3ZsP6HPajaW5q5pu5+vLXmNjbNfFh77uv89F
ctRJHsNVxpTld6NlxtuWoFJf2A3XH81m4i8Be/FCoF9HOSfj68D8W+0m/6jTL9vypNZ/obpw0gxt
bLTRhJvUe/h9jJeD3ubP4lXft8Wo1BIOmT9mk14MPG7tjo0VxNXwmTJ4sKSNUh2FNtjatkAeDYrR
4uWWCveZ07QM0Pvwx3naPCdt86ue51OWkLBZgPlrUzsamnGHwsnxHXKRBNfBb45Zo78H/cJz+Zo1
VWAcQf4oG+6Nqr9rdPoCBoJdXZW3utac8nKNvfEd44oBnvimhdwSeDrEririoe3SaDBebAblMV/J
qUXLHkOvDHUcxcpKLeZCFN/qCw1JZpDEznBYrGrZjYb2ZKxDPBa1otmIb9CrDcQwi+foGPR8VUeq
Z5bbrQ4xZcPCPr810UpR7zpVl4/03r4QI9hJswwm1QKIMRP2vdTsPwXxFJpITfFCBI9ULhfMSpN6
WuHRgLR4n1nZnUmHKtQWZ0SDHeYDq+7LWi47soDXc9sYZcpBMGabTIBYoevuWnIKcM9x6sHj43Rl
BFaNMGkVYYlMQmDz1A96Y0FLK7iriQ6FMdro9/WaE3ugxf/x84J3CjqtQHICn9fqb0v+PVE19Uh/
PsfaRB8GHhticZRNGn7+io5yzIE/5Gn3iCOkiC9kxwW1/v9ECCpgrK2yBgP93bYf505Uj1GmWiWZ
gV2KeLXNhOWDMyBqY8ltAFAvj47gz14+1MsQGXb5G9foBy3tom3rkp1QcFHyIiyQFoHwd21dJF3T
rslW5JNyZOVWtrOs4bNdpQ/obVYs4mtRyJWjJw7DE2gpw//XohqQaQA3GrRxMEH0PebfWkQifeI9
EuK78bZakliMJ+YRZlsWYGRNsWqv5fUaFJzsCHDb0br+QvtDuC5FqJFDP33RDYpjhFyPm+8KTfUS
lSoKuEQXgWDA6XWuFfUGtpp2QsF85E4YH0Ufc6RP1DogQuuM0AWcjUria/uEtijWg3AODYGmWDua
J/RLUxOP+nbSPgETGlS1JRI9itSBVC8Oke57aF3FIM+1Xsm0Ji04HYB1toBedHC6XWXYN9UQ3JmL
Clft9XGARheyhBPnutoaOB3uwtIrAI2v3Za1GY9LsKddEud1vdNZ+9jVo2LKU6oi7l5uMSAVEs1m
LV3qAugB85GDHXfNjHHVdAqDnN2ULQj2to1UtmsgNHMdtAEj+y7mfNZkpg5pAJtj0l/Bgi5OnHRP
U8Qyr70jEJOQfviLgai/Gk0xu8Rosx6JJWdZZyS1WhTeWhUclEyIydvqOZMFbFC4HT1zWCabIWAi
/jMGLUKnVkEOyNbqUoIQsEyTUyYehypZgYrTEFTvEf3libV7+5aAQwzNuy7gh19xpKVmgnGIAZXD
NblptVPjhvOk8LhS13Qpg9vgRSgBbK5U7xii2oUU4RyAYeJz3S2xWxySYQon8zFhD8vch4b9cVs5
vkbX0RgiiAvlhF0CqqNRrRaeJYXV7Whth5n+kmHelK4lypgj8AdUdiHftX/LKeyaxoy0Gx1IpLnz
cai7QztWcQGENMVJkuQ8rlUTrrHM69HnvUBQXR/a9KNeNFFAjob5J8t+dFUZt9XtZH/G/GBoWzc1
ELntYYys4eRlz9trLHMgF2ss9rEQcLaBpwzlCk/vslCfnCezGW7KrtoPrXnalqXYz0C4Z/I29QPU
1pHlDx6M5Q7p/UAvwwQ5T3d98VTTryq7Dcxru837MbWJg+ffGnwo89+62WGeCAZLfw6g+EoaQIA0
vLf/pzE9biuqFC3cPDnYTUxz4qvaxjr5gl7pnP6egvPo40ZPXqz1HsQboTtV/zd3ILZLGBgVKjMN
KgdsV4+P1DjNg0I3fug2DqU4bNfm/3soERV9Lm3zlHbZschAcj1U8eBpipMi99T/nchAcD5rMFuJ
7WMlR+MPYLvDZfy6vVeyi/vyAAhOxs80pwg6eFDNcsNMAzASA07tmDOgUGS3veY/DDY7T8M7+jS5
C8ADGik46Cc27M0dKbS6QnRi+dmhNLJwNepDP47R1JBopfvSvKnSPGb1vrBu/UlR2ZJuIwACQE+P
WDoQO5tXw+iduYYDCvSHOYndpIzI8uxqHxc0hm6vsFwUL+85fIRSbNVr0oKOI8VLYQJunBkxEpP0
kLmxo6phSP0LACz/nyDRl9lers8F7wxIgOdifKZkDHkDYp3emfYfjzxtqyWpmGADL8QJ7qx16qJ0
Gk5IGTxXDfraagIO8U8uvdGtX713XxfHqVU866Xu+kKm4NNSgnF/gqwZMGi9Q+vfma0T9uzeCRRx
pfTYXcgRHNhiZXoGwl9UsR1kAD+386/txVNtFZd/EVPYBd7GrQk9urnbDdQMrdbbeWMQL0CV6UwS
Zx1q2tsypZf7hU787xcy0yXwmwZU4GfHPWYgMq+i2oq3RShtQnBXTWsPel5j3Zx1/dD4eZw2zmNv
5TfAEIxrvCWprh9QAj8a86KQLXVkQE5CBZ033ohvqgZTsjqgF+HImj7ymrsUfUHgicmek2Lc+8kP
8naGKNg/yneAQkYJGINz1+uJ/mczQ/dSDtgMY0/q4PtUFzHydL+315SbwqsLB7UCPgYLgiWxCAVM
Pnv0G3iqqqAYA/5OPUUdRCVA0IMaZFzdFJcm0+ov8wRqcjf9sa2D1NwvdOA/4cL0fK2Y+rqBCMdZ
Qit/8lf/kI5tSNijUXy2Z1V8KXUTF/IEUy9Kb017gjVrTWSXPmaTFk7BXs2ALl06pOKA5OyiFiRm
DrJkZDmdAQJRDBHYlRL/sL1u0iN78X3B3Wk6KxYQSqIhyo/S6QmkVKqIX6YBsi48wOBwCCIAVJ8B
IDNYPGiQuzuCAovex2/X4VKCoMOwaENWLj5uJYBWBFDEtugBZc1tKbJLFmOrOmZj/IB3jF9b2DpQ
r2CNhksWUB9mN+yW6UVL+3C1rajsFYG8fNH+CeM/5sKcCV7thdlDGMbw913+QfNVjINSCUgDYBQX
mZtXDeOspUFX+S7CviII6wFdfl24vWAqCcK20LxidTs7+fljsH4qvM/bX5cdQPQAANsVxfMAGAfX
K5R4gERN0RN77kOiHZcpQkF1Vs0gyLwKUCJNZGRQf3mVB1/t0QX3O2Cr8vo3reEc8zwC2mJY4sQ3
aWgVinYNqY35KDEh04BxMvG0B2065d4EeQsMK2m/UcOOCv8rMezD4r5sL6B0e5Ae5yyHvBojBFcE
DdHO3CAN1BpfGfp9fm1/Xro/GLNG+h0ULuCNuN6fNrG0qirxeXdydhqb49X2gG2eR+2kkCTbJKAm
IMY3OQrv/5B2Zb1t49D6FwnQvrxKsp04sZyladq+EG2n1UYtlERK5K+/n3qBO7EsWOhczLwV8Akp
LofnfMsyzWfoWptcR0ZgCifqxyIqtFPdPLTdODchkywr/8PChjMU6Ny6DZuKpaoGl75g0LtEbauO
RUj16PbMmasDQnkOaHzIhqBsfDl1QUMJqZqifCok10EvoOhapwp1YstBb3MaVdzmEJpD6/XdAKj9
m6ihS5A5hO2ogvt1lQoVwY/eOIx9Me40aK+F4OG2kB6R4zl32zFUKTiwJDD+sRvZgCjXtjG0kcEi
0oIJrWJLj6nG/a+iJWpjha+tOvRF3dniYQYwL+7Nthi440Kd90nL4CGiw5gM62OrQbZ2qX0Msjiq
m4lqTFFMIE4GVhahj1LqaP2HI/pjkMURLb0uh1IEgmhh7e+nLU7p6kThpQWoHF5bVy0Dqw4gc591
JQQ13P6oMwfOHkorNjKztV1q+9CYmn27PNRpL5eaLTs7BbAQjEy9OOpUCytR70AhClVrb+ya1Y8C
JSvQk9C1hMDSZSjP79PRyZziSbdbeTe5tIFELfFC3Wvzu9s76E/haZnRAvgHAXAIM7uQFL6MZVHP
Lalmgx05gKDjKOyAavKss2PXMFvI/NEPfauegL8jfNcrgtLq1PtfMNVfdTnUkS7sJu4hS3TvacLG
2hEq1J3WQn006BLcRl1s6RrEcIZu/EJzuKrmXSePYDl3YYq+6k8idUGg+dTZZ0aHr7qQ2UMwiSpG
ycPe+TQHk9Hm/slHiyZSme89VbjvI1c2X6AkMb10eq0OjsW/oDTzXeqyfDFSsCALwIwepO+WuwHE
HOgi4dkjyx+6ZOlhUMUsVwOEVy0VSl/m9CqyroDNLzcfJ88h4aDnTggjnwT62O7d2HhOOIwNDT1a
5eEg6Fc9kN8ySKBEQFeofVZ+rqZPvnpugB6EDskBWmRyX3Ycnii1CjNSjPEI9BL8P3sBPSMZNakT
kQbmWZ7hH9qgqmLWgwVpNRY4yzbKgY1Fm6g3B//oAwYWMXSo9kXbsP9yAKA7DlAdWNnXajS8oYqX
Ao9BBQUMs6siZb83YuMoW7usPwaZj/GPORqnZk/TrACkWo9gIvzZpMFOVXBcGdM9vvjG/lkBKM9m
aLB2NYF/BM9oEY8OGOtAh+KpMAcR1jkZn4JMa+4bNyAPDRZ1ZGRy2nmaGTwYXM9ee4YuU9Tq03gC
U9XdW6ygxwmP58OQUmujbrK2vdHEdfFGQc3ranu7FlgpMmDF0xSoiOpNnOug2pRvGzsbc7rc2AEq
aqBxwW/wSpeA1qQt7A6pfm67dKZajZ+CDtRb1fk07AbbPacVFwcDV8yj69bOxtW88skBp8P1Ba0C
PMqX/U7onrRQm62gs+KgX2wK91GR4p7Uzh0r3Pfa1na3h7uiTgLxGFQcIIQC7jPEXS7XGLGgYxiI
dAKKAQ5F5fTgZu+aZ+yLPkHDVSPVrs++sKALPfZ7tMco149t99O3XnH3hiBigVKXnw1/SzbrOkPB
mQrPA6Rbc8a1rG3CuUnL0pTIpDbeRdnuXPZF5hbACb9Ubx/b4OX2NFxPO6bbnk9zrK1ZRvRyFibm
lppm6zJp85ex+sGqrxTSrpVRxrrx/Xao+acuF9hFKGeRe0GTtWtcqWRSVgRd3n1Q7Eqg2HzvjadP
TMbQhbod8Pqex64BJxGvGPDKUdK/HJtBNTODiLlKKmtfiDjb2JarP48rAyKEqA1fvWBaKi0pHaqS
LqVxY/y2yOvtv3+lE4MBwG8aNTWk+Vd4EQpXIbz7NZnw6WwPsHUw7zX53vlJOex7+6myf9HxWTrD
xnG4OrB/w/6pE344fVuFzlNbFioBlsINXrL/gNmA5ira/kDBADACf6jLDyNyh2ZtAYRoOXSRzR7y
fKbDHLTu8+0JvE7BLuMsFrdNtNbrurI4A0O8N4MvLD8E0Cslwc/bca4nzIT795/DEx0R1Fwux9NS
v4QaikufDPkOEizZOJmvj4SLn18i5amBLqfK8PMyP7LpCFS+5+xFu7Pyn3W+sajX7hofnBgHbHdc
Bcu3fz81OlTLIH5BXfKUeunJhZA9p1uQyOsvY86AE4AvwTNAKrFYAbxoUoMHAxQQZppKDeq+HWeN
s9f43e1P8wcNcXnqXEZaXO0u3NQBM+CI5Kbngo96yDXznsDt2JF5BAJCXPY0DPrxzvLUbgyGJDOt
dzebIku2dwOtYm0043Hceh6sTjRMepBDQ30YT97LNZOZek9GMtKnzvtp298C/svZcke7Ptvnof8b
Yv4IH/ZxbRmStYWk8Mn4PvSvaXA22z0pX1JoZN6e5a3BLCaZQqo3MxkG49gyDKr7YZrFAjYyhPU1
gwmbn1Ng21mXw+lVDq3kuoc4E7pUZBKRh4Jq7t0DBrAR6fqmmifu30jzfv8wcZqrdzlpEAn8LT2C
PlAXFbmyjiYp8j2xkPTmDXyl0xYpty4Bbrg9m951fFQnwC0AxAfXMlSKL+Pj+ZtOZT3l58nK3O/M
8YoKjh9OfySWy+N0wEOS28Tfefqg7nBBuXBUN4O4dVl39IwyCKeq1OBV+w1VgMiBgP5p6ooqMvnX
1tbhxugNO56DPDqqQT1llT7+8PtRRKab7/thNCNo/JsRxH7sc41j5wAjzGlXjCCVFbzqY9bR5jSQ
wXpBjZMdNFORvSDQtp9MNT7lXNPitqfvMui7u9zB20WzCy8WXECDEBKnh6Jq+Q8+0HpfucFPWcOg
KmVomHkqD6ImINZJMjwbu8Dfmw7vX3QJv3g/8BlwSKUrXplV0jsLvbJdVw6/qx5Gz3YH0q0ldX4Q
btUhu9C6LKooEVCo9x306HRsa2KJ0Ovz4feQG3aoF2I8kB6mFlkJS0BG+/xcGbyN6j5jz2Mtt2pP
15cESjPzQY62K/pcy0vPyBuqOcLIzoaSDcR2wJOooTOzsXSwMi5POwSxseWRj6Bit3ydmyQFAlKq
7GyOsSWgmLZTRYy2TcHj24FWR/Mh0GKLkLzQFPkTSJyJnYd1tZEtriU/eF+iaYZiHaiaS520OjMk
zOe07MwslWQye6N8FFBvHX+rfHwmmYNqg3kCUPexz8ZfLZveNkY456OLucRdjpm0582IOvViF04w
sIWoFkk81cg8zNwqOPSglL45ZgUnngJZX5/7wSHo+BSn3Okfu4r2u7Ed4e82seIrSJnGCX6iZEfh
zBUpt03fGsOr4kBgBXRwD9wTogd3HfHVHuyH38BEsxMLaH+fDmnbof9q0H3pMPFSU+U+Z0ArR0ZP
5eOYgU5kgk4Ru7k3xSjHoMyggnL6KvFVnokU3jPk5dLfpPObT6nu9fvbk7M48PFggEgs2Ka4ukwP
tcbF1cJGayBaxceEo9ZQ60lnf7MV2zgHF8fgnyDAhQJpa6JeCyv0yw/gg1DFadHIpOi0Fl00HY6e
nd6hquKZ4zEbGu29tO30xXIr9mBD/Xmr6X59geIcnmVHrLmqdgWi7iu/F+iH52dqeaeGZNCiJ+Zn
6bFjUNNDmpHn27O6uuYh5jP7EQBefCV2Uk6sqmvdwxnRes2jmw/TI0MCtRsdbu5U7RTHFE9aEfLG
DM7W4AYPXGXaEU0CsuWOsvjCFkSt3Y9/ink5+SUHPt0Qbnaeab1N1R8Dq31R1vTXVdI5DEqXaMh5
eEMtEkGDO4UnSic7e4YR4ewOe/eNSZTRx5fbc7t2YH0MtEhRWMk0CQ++7MyD9wLyFBTAob+P4Mwe
tPBMQnthWfCVLGjdxucoChhTqDk6PB42Tvf5b1ycSIC5g8wKB2wUQ5bI30AFTV/oWI9KGyDoqKDR
VIedpoWo18YQMY7MLZnztYhQRAPwCbhpsLMWZ2Al8ejJ+xafh/reA57Y3qNydLUzahYkWev6ZajT
PntVg7nlAbG2GaC5paMoAW2euSZ0uQKpFKXuE2UlpsHkoRgt862CesuLZ6rqPmDo17uoEcLtxG33
aYGrNGN5sDeVkf7+6w+LNgH6wniv/NEAu/xDDF9aY8qllbSUHvOqOW49UlbW5uzUMdMKIHOJ18Bl
AJPVZZnK1EvqR8M511tUt62fX37EUZvy3oLswiCOlN6hTn97flaOios/f3EZNMKmBjAbXoLnRS3+
gWxvv2Wgulatww2AVY8NhhNvidwEkMI2ZJW7SevRkoDcqXnQ1Mjh5gO+5+ixnQd96ee50icPLAdM
Dz2E9qgR4FT6Ln2BL1sI6oq1L4XXPBeaoe8Eirff/c4FY5SzwP4CJv4WkmV14j/80YuJgXxbQUvQ
HBLPeynvu+7vcG64H2EujDWDXin8MNDQulw2fo0GE7G5kfASJixF/6jlw/tffdo5hAOWGlqyqD5Z
Vw1gaTWGDGTlJX5m8jAYtOyznpERTwXBN0ItJmsOBbAMUFmzs8zs/Xk5GrA0tRFpjoB2aRpUIc1s
/gMu8Vtn6GKx/m8YrB+UmqENcOXZLEw0T/CKEchc0M+FnzEX75mxlezPX/bDSf0nyux7joxtFq5d
9mJzJn3q1HJMyGTtKASCeLZz9ceBb9FaVgPBGwBPxZmCtYTOGN1ARl0NY2LA7/q+hVPlLuugVtT7
2VcDWyL+6/Uw14X+L9ziumaNB7qVi3CMFSHervGk0p3t/HM7ynXihznDYwmlQRSirhguJq89jhf6
mIhx9nh1D75MbHsMi+J7DzxNYHdAIZT720HXFsZM58LSsCzITS8SBA/M9anuJgSdunAyn9yOhbm1
0dhaW+TebGeMFxrgQVcS4aY+WD1gAomde6H6TPq/pO78WXgfAyx2kSsZt7HGx0T/DEfg0N7bxpa/
1PyNl2v7Y4h5jB+qI7AzkJQqhEjv4EBfaf9EisDq58ftz7G2sAEAgUQj+ilwd5nXyIcotT74pOGI
okSoBYcJsvt79z/N1lxlAU4LUB1r8c1Tz+P9mJUiyfpgj2p+KJHj2+6v20NZAmv/fBScaijo4EyA
/t9i17iD37HSAH+u7rEx9zmIHOJuzDK0hx9KB3I1n+WWmMvaQvsYcjGyXAOmykobkciT1ezG+u72
kLZ+fvF1RjyMmelj4vr0eVBnONL+/e8DCTjrSuKMRpH48uu3fmMaIBnxpPWHMGtjbm3JVq5t99mO
xAa2CV9mWX/toBuRAkHHk6x4M1M3puJbRb/8h1HMDagZzIJ1vNiMqvQkHNRLnvQh0ufIbrW/y7z+
LCxoj/k6elBoEy2vmWEkPfRadZFU5pGI+zLYD/XhP4zhQ4h5n37YhxwJklFwQyRDfxTybvjrEcx9
LbR78d+MzFtMUSv00i86lyfB0BxhkH5y+xfgM/52DAa8SiHdjyQbvcBlt2ECtNSoh2lK2uGICi6q
Lbd///pExO//0XhFZmqDlnk5R8YoS86Bf0lsqJwI9zfP/1GZOhJb7KhNNzo0q8E8XI8BgOsoE8z/
/uGD+HAOzPW0mpLAqO8reQrABZB6HuqDE8Kb+vbIrve5MUujAhURQO8GxK/LYC2AUgGOepmk31vr
zvc3Jm7lZARODeWd2Q4B28Rf/L6prJqWnTYl3NGfLJNDuAIm2iBfv4D/BrG+Lnizy/JVE+lxsMa3
24O7PgJQIDVmA0BwDtAhXhxik+hSm1ucJ9wwP9NW/wQY8i+rJxuDXJnDj2GW7Tvb7RRQ1CNPxsr7
rUtoV6CCc3sk8ya8vJIxEphKoL4826At10RpMDFAnh9G3erbYPl71CLA3+5jUNXj/xAJpSHk6qh1
XHnapr3fa4bf8qS05IPHRBoJh0VZh1SQTv0Gz2vZvMP5hgTa9Vx0uXV4pC1fOCQgLbO8qU/aZmz2
iDRGesW659FIvYdgNKcdd/XILs/AkxVh59fpsXCd9t60u/JVwu1wl5l5ELatq3YNd+2QCDHc356R
lf148TfO3+bDfrRVY9BaiD7pqL4rM6gq0rE+KigS2Eb9Lqt2dzve2rcGXwGFF6gtzEJtl/FQlvOF
08k+SZnZhGaq3ZlM7ED9OA10U9lhPrmWCwsaEqh/z96EkNe7DNZxp9ZZ0/aJYf5S469c++JZb0I+
GZAxrNFsOeqldu90qGazfyZr4327NrMfg88b68PMdqamBRlnfdLXPdo75videePbVOpBpGr3zhJb
bJ2l/cSf9ebBUgqFT1R84Ml4GXEqZwcfq+8Tqtf93Cgz7piVw13SlB1gjrx4aKlVnLkJDm7eOWkU
dAAPOZ3BI9w9zsaXXjufUD1Arq3bc8lvcdIPjFZUZGpIuhEo277VzqWgv6Zsq925tqI+xlnkirC5
RElKR4usZieDF7FGtaigWTTUf6na+7/zi3weqcrc1Fn2dPyUtj4h3ZDwTEt/gJLfh2VZZP/c3iGr
84aKPVrr7uyLvPiKrujV5EpjSIaAPcla3nnttMv7bEOhYzUMyr02yhWAjy2vDxzDvU/GFINx6zvu
ydcu8KIRHnr/4XD3HHB8bOgRoZk7/x0ftoGGxqkXSD4kLMhalP6bB4DT9rUJo2+98zbMDubTY7nh
Z8NylHxnF8BlyhoUZVAp0NYSr3LiydFOcGh8SiejioiPYi+wznvYzv9jNlup7FoqADU9sH+QDSAb
XE5naRBnkGbQJ3bwqmt3HaDreVfHRCtjWceZ9t6NKU6cjQf5vLavxosLE7hK2JVe2XjyklEPPZUe
3s9t3NqDQFcfcqW1BlwKdYJD41XZYSJbygVrOcFcUkfW68H2ZJm4l0GhRo0hrMDBkpXuKzpgP27v
giWo9c9m89FEmnNSgByX7bO+G6yMmhYmVAm1C8Za7YgBsBgZNCus8SiN08AjUWq19JOoabWTtqdi
TXQGYNOtEzLTgHxJjZy54vpfgjnmPw7qJT4EpOAPAtOAxdkGSNM0yLzskxpaAmithVZ61MyjcN5v
z8LKRANqhoc3lGEtHWXSy83TO8AS5AJxhP4+Vb+Mrt7YnWvr9iKCeRlBgh1ZjLQCanTatyCAeLDw
FXkFSNFrZwASP35GaSl0TRXdHtnK7XgRd3E1VxWgDpWLuH37mdlp5Pcgwt/15UtBPv99JHDfZ6VL
nD/XGQep66Cf72Gn/A6B/2xKRP2rR4lJvdwOtPaxPgRasnO4SWxI5HGkUibMcR+3vGK2fn6xFgK9
zwqbYBwT8DR2IAAq2SrHrq6Gj0NYrAb0yqrK0uacpU0kUk+vISAMlftq+KzMOsZKiUqj2EtvY+pW
LiNcRNhOAS7Wa/E/0yEabH2zHmKcldzxxh52M0X9MbVgn3D7K62FguKDM18RcBtZSouBM0uDxsDZ
FQTlo5fZdxl57JyN3G8ryGIe62o04dw79gkZFKwk3nvvew4GyO2RrG2hjyNZbCHX68HP9ZG6Z/59
OoNy3DvbfHOsT3YQ//8izUvzwx3OIF04tBTDUVmcexEKQb0Tpf2pGDaSkrU1/nFIi2RBWAqgZ13h
PiPyQU+dF6+0ftwey0q6CA2tf7///O8fxjJRmJRaGmbNxVM9rX/klhGZ3aHcouivDsXzUJ5DBwoB
F1eEOTAvYxRbqSykc0xdR48nTTW726NZWwOoLoOjBaj43EW8HE1VImFz8/k5RavgRXQAhXal3gDW
ZvmxP6jx0c4turFb16bwY9DF6s7GIptIjS1k0EcAmjILGJ1HrX7766F5NkQsUVnD/Y8SzuXQuqz0
U5i88SSXjXo2FZvudNr49z5EY2Lhy+G5CPgWj2PtDQV72Rk4A3Yd5nSxqYSOnSQNLA+lPbv9985z
H7p83MEKJgK55sBcETvZiWTFiZAp7tTGc3zl4IAmM7phkJTFZbVcNQ0PaqKKoUt6qw7H1IbX0mdz
i6C4smgQBP/jVrThGbQYI4TZdVaxqksyIzjmKbCGbffIJ7h00WMrNlOMeQ0uklSwif+wAEDUQJv6
8kPa+ThUZVp0SVcVzw4lemgWHVwCy+9OP3MPyjIPU2G/VaILOzeLpooV+9traWUzziUykETQmrWv
OEiCZqSTVcCAgSi+BexrPvItZtlKKv4xxJIfgvczFGJ6jyWlcYey/6mQLtw6Xk1VhK07vNj2f1gp
kM2fPyEEOuBseTmrFgV5LrVtluR1+93l05vg/as2IX27PXUrmx17D78/O2MDv7P4enxyzE4NLkuM
wkYR4VTxT3x4dvOvt8OsfSEU/5DmAiyDhsbiWBYBMMte2rGEPA/Oyd8yGF0bBUoQc/oH5NHVkpc1
H/ElGGZL243sQYjvvRc648ZpvLJ7gX8B1hJFD7ysl29dUHNbXQJFmVTUOfZaHykOQ5By2gizstRm
YYMZ2QccFaxGLz89rb2yZjTV0eudfrWZ/ZUMwT8D9x+rSiOhRNkxNPBP0e0vdB11RlGgp4lXLtza
l2+R3BsCObVSTxyIo8aKKz9mpha6qQ2R+DKNJFzaR0NuFYevF8YcFv0hlAwNwMkXvCs6qZFpNdWT
1ojtN2Ecbo/qz2Rdnk6Xv7+4QfGwxP3d4vehCUhhiq5gRw0vy5hPNIEh2K6s7AMfh59m3nzBi+Z7
16l9q6GGaKg60mhPYmU4+0n6ieJaGGQmNIfsp4JYd4U/PbciwF4x+xNVTMS6xd8g7/ppStPITNtD
44udYbLXsm6BtxMA66fTjqBMPJggcHD3cwdxapSCckA9hs91596VoxO5mhUZg/FQCnHAzbnRoDEX
wGG8baECOgv8onKNk/KqhlK7fuGWIya8zcqzKn1+HJvePNWTIe7SzDRe4P2Xi7CbzOYc2PpPTRu6
V5mWgRu6/EDck/o2ZrylsZb75Skgbh27rf+zazuU9AcuN3bD9db2Z0gh3uMQxkA/ZpFo0abpbN66
4gTpArAGyju778IaZUYybbkxXV+cPjo9qCuZuKAh+bk4pHRH2bKqp+Ekete8VzxXh7pt2T9VNluR
DnoRedMIsPXGEr26P/98h1nP28MYl2VdzeaNB4i0e5L+l87/ksa3fx7K1CsBZokn5KC4p9FkvDxP
PFbKTDa9c6p9t4pY7u+cQn7puYosY9zBqCIPDZbGjADDUFt78FyPTmdBH4/V91Dr+y4hDNpPA6D6
HXnWPP9+sou7uu7u8XNxA0sFvWwiUNuRm0r4uQ9Qfan9ksdyQoWh89OzPgzlEYRWuF9Q+5cp/Ye0
MYEwMbsn3qaPFQ2eWQOH+KnpTjxr0LXJ2c5t+h0MWA6FJfnv1GLgPpCijzvY7oatBznWmoyHqfXf
62IoALObkmyqx7A0+p1m0Adzzq5yi1nhmMEglAeqv2c5HJWq0TZD4dNxN8E4Oc7LMjY97bffFtFk
G3s/r6NCNTD501joCQhsYFnmYSnzYU/Qr2EhyejXyXcfRT28504Qj7V/b7fs7Bj9ySmK2LKyl2HI
7iei39tD8EAgE54X/RFyrO+gtt1ntnvH0fpilMeqV3E50r3hmqdq6u+Khn3ySHevnPRRZXTfoDas
hq9NY8Rj7+yEp53gn4GLZwx2ztjC3lDeNdL7ZLjkhWYCuA2wouNSuY9pp6MLwMbvdq2/N9YYo1+R
uJW5Y2MQ5QNN6nLM7itNgInhTzszw0rwzV2WOz9g7HPU04FHdVCkUa2CNJwkzfaNkeYgr+SJsgpU
/MfiJZ/62BrsH1rteHsbDisxirOQ3Bjrb1bqdUeWFweXw7oKBTu3baLAknHJqX2Aw/y97VWgAUFG
MMp8DaVUn3wv8qw70i4wYo/pQHB5Y+yD/xCWNvJGnrbfpgGySC5xNnDe/vWhiKMFFX8dD7qZA7N4
jID90hIgjZ2T23k14NeqO5g+f60BFTUyKwrA/bECXsZKV+M+MHJzb7ZqiDtd+2n2ctdaPCZlVu1A
tAiVECABBO58eN4LrXzR3PoLn7o4J/V4ryZKsUDT7LEYYIEqp4Ht2h6OkaVibxMMUu9drYg6on3V
Wfs8ajpY3ONLpaxnTdaQB7If83EsT5MpKpj2yBc3qHeC2wcT+4e39hdS0m9Blb3TtHJCkJmMyOg6
XCrB9L0uxDfHGB5NvT1J24hz0Z482t6no4rKLLBCHzIPcsi/oaOAq85xHnP0JvcyTZuQmubjACnS
src/6dLBUcAiW1iR3nV7OxMohAD6lgnjgdjmXV6oV4NaTjgWwSMKd6+3T7TrY3q+BwBdRI8RDZRl
dTajPsr+uXBPziBSnAWsDVsuX7iZvzS6FhLX/fsTGtpfqMJDAgzF6qUyflU3xtiXwjnZWvDNaJr3
TGxccn/6B5dpCsb0b4g/lbsPZYscCd/QT9w56UGvJ5jEFLp/o/kutaaWkVcGuJsdKzb0PUF/UcZn
0Zn3el7ou676ben+oYZErAbJ3+kXY/GAM+fU8B6gFYu5SaV34BW7cW1JsYPxtYohl64+l4XRP5aw
VTnc/j7XmeRMAEBH1kFTFiIBi/pBKcumEqUyToGqodWQZT45Slyrr2MZwOMPfGqohmRyONW9bPa3
Y7vzj19OJE4EF6oBqJesIGh9KEJxj5PxlEH+6JFZHXvzqqG65wOzIoFizQFcv+wNHWxtlsh3f1DA
7I6Ac0HOL9WtI4TEu9nUz/9MG9157PKhhAlsS+3Q8TJQrCaWtyGYgvmrrOm0K1PnR9OZ6SuXTVtG
ZtunT1Ohi5eZN79zaAomJjoa+meztfSfPYGWmC0GHPo4NqAAqoC/hZLWV6I7wz5ovODNJyYeYVKr
UbVi46OnevJo9614YH6Ww449ZzEqtsOdNCDrKTgZoMFg5A+8n6ATZJbeUy+I/ESIO76JusUCQFr5
yzD7fj9gI0e54xASsszVKshiu2lUENFBnW+yDlBc3Sphzsfm4mPgXYkcE8BCDw+ZReahOtJamSjH
U6/xeq/g+nouiSBnpsEgBVoS1o4MDX30TEp+YR1mG0+aldQRT0EsBFTO8HBbNnSRl/vC51KeKrXj
/Cyqe+j92sNGMfj6BYOO/EwQAiMWN8gSq8c8wdrUr+WpYM+yPv89ChTIIweOLDZcf7GsFw/0EX65
A9MNLIpgrGDUaWuhwdN33YW3w8beuf5ayLNnlgewBWgbL55KEB6svCm1ppMxvfrmHqth8h7GrVbq
2kf5GGVxOqAYaLTjvMg9Kw9hBHag1tdhLm87b7eHc532YuI+DGcxcRqDNmSjI5De/EYeCWU4XX//
/4WYl8aHU3sy/ckpTYQogyidTr0daeNGy/v6sptHgafazD24JuYOpU2MoZqnq8e5A7u07DsbIjyB
qnzj2F75MHhoOXOrGU5tV+IKrTFxNTSGOJWOJ/7JK10dSriinPPCMnfQgwHt4fbsrWwcNJnnog2A
VOCLLU4Hi0wlZxoVJ8fu2K6Tur4XntQ2hrWyDBwgRNG9n9v2V3qXjtVxaNK14mSMnXxikyzxrE+N
neTWFoDkD7pped4BE4RbD3UbYN4WaWSpGykoPqU4ZUoUiajsJjQgYXPmLuufslZZP0s5qBPkZdOk
U0r7XmRlDnNJdwQorqq/DsrPjwS3za4lmYrqAUg5jfLiJRABHi2NQVBPgLC/VSsVupVj8igdKrqj
0EIPJ5pV9+Y0QI2WNWw/CerHY6fSR1xUPGqDQQ9x4I932dT/HFpbAJOpYUnxhu3k1BwmfUJOLlqI
XVo1ZM5wv4TSnXZdBnWr0S9z3J5TGgKVGLWFk+7tyUEJm3rBfW4NOJhUZsYm05x7XsPuwC1s+g4m
8i9jGpxfwaTcqG+HYQc/Qn40jZHs8mxgh6Jm5VmvOWApHCXzX8DqayfqDyYNLaNo/cjt+vF5KMhY
b9wNa8sCSwLinrNP/NWru61SU+ngwJzsQSensWn6byWpu0djaORGyWUt1Kx6CEoyetSo+l+eEmVf
agDoduPJN+TPjoOe7RYw+kjpFi595axAIQ3EDZzg6LYuE2Nu0MyCKM90ykgIyq2fxr54lsVZbBmL
rhwVF4HmDPDDuZeTTAc3AYFct436Kelhotm1r36a7W4fEStTdxFosaFAJHa8wVK4/NRdo/0CNDX7
+14uLon/mzTwlC7Hwp1RaLmFseRwhyo+tWzPtjKE26MAuuwyRFtTVFbn6SqrnYKptvZN3yqAr2Ra
eLmioYVvDxG2JRqvLOwR5X1fnKx++NKZ2Y45IvKZFdd4vlYO26uRvOSbquwrqT4EqueKuw6VmKuK
uN97mp+b+XhqAI7n+e8mf8uGe5oBngfSb+N8v70c1tYdOBEGUsoAHa7lKN1mYoFGLXEa1TPadtAm
fKjtd0P753aYtVEhaYTKsA+lCpSnL7+XLDTqTx4RJ7fxIpLaVVjJ6os3lT91SClB77v6rCBxsnEd
rg3ORwvLdyHGDsT04jrM6AiSYSHUaciAykjPyvmWGmWkqi0Z26tAwJTjVebhQEJ/AQ/oy+GByxC4
bGTF2Q4e4apAhi81ICDe19uTuBbFhTQB0MAwwcCteBnFICBmlq6Tn4WAvfUINKABFXMPwK184yhf
jWSjDoDRACu//FxF2drokpD8XDjWEWfgwRZNyGlzpK5/d3tQVykLps530CCZWa1AIi6+EReOGl3m
FmdZPXj7Vm0ke1cHBX4+AIYSKTi4P1eFBmm2JqkAKz53Wr1nXvlJomDn9moDhvGnqXeRp8xxYP6M
lp9ngkCx+DZToKPkNEFePLCq2Gr3do0K62te/g9pZ9Ybt7Vs4V9EgDM3X9mTWpLVbdmWhxfCI+d5
5q+/Hw3cc1psogn5BEmQIAir91S7dtWqtd65zTMNjWH9IYcklbKME/bPmbr20Li6p/6apyVlwulf
47ZFnUVJLdfBqeisKbX7Ie+lbw308KGb34/0Ud5etMVZxfn9v7lZlA5gNI99AwadSDU2cRptFOOL
/+YuntmYZlMq632XGEMbnNKucizt3q5WztPCKNh1mgU/NMrGrNzr8+T54Bb0jlEUgb6xE2WT6C9J
drw9VQv7GyOwtAJ+RG197mClyPIbDZd+UuKvrvmyhhVYWHhwWTpFDnoaaZiYHR/2nVwQr4anXCZ7
IVGLfEg9vf0ON4W5DWOLQFd0a8wXixMHQ7hMQ9LULz5bmS4R3tgpuAfa9DeqKDaDffT9+O1OyJKB
i059IMzbHHdmGoWU997I+mu+0+jv0/4lrFCkUFZW6Opu4vLDygRM5S/I6V5vAz3xUZM2rOhU/0Xq
iV7e1zkaofBhfUI7tnA6Gnw3epgbh9tbY854AToVy+CBhUqmcvoJry1LRQGmE86Ak1b4O0XSD9Sw
95CMf+vV6thm+e/SMN5F5rjVi/RRbf7cNn+9iqRYYPsHRAgxI8i+19blQYsFAjDZSX5f9Zu4drw3
g0iA5VxYmFeiU1VO9NzEAkVd47kuivR7H6nt2kZZHMjfDCUunhLAbCBl6Lmar3jZqe/36a+++W2K
97en6voQ00s43U5/aeKuSLDbxo6LsUzzkx7a6M53ermV826t02dhP2BmkgCFY1QlXzSLarVeDaNS
KfOTHMdPrqzCsObvMvtFCz+lof4oRmXrKybweEpkdbJ94xiBkYAm4Q9e9QuAj84UYxEq46mqWvtY
hVK1t1P40m9bmdbi1T05szK7OaSJCDIRk96QewgG8A/wlSWD2BXJMYsP+lg7XJ63TV4FM5gk+waO
hRQ6XZSz7VGgLoNkZiqfrLZ3H1Ne+qekd8OtCj5za2tluLJZFu2pPBiJZyDqmKcXbTutxrB0x1Nf
JsGmy42dlSaPdh7+bOixuD22q60/je3C1mw67SzVNNf2ES/Ox5PQqkNb9s/mqOz+xQxXpAzKT71C
1Uu5R/UaR3SKkYhwxrLexL1InaLsVgKLhbmDC4RGFPh3wOvMW3kQF4Itzx2kk6Y+jvnnqHzS6u9V
6K9M2zVokRZwmXsF7mtwEACpX/s+raijAoyKdJIz9dnSemeMaJkYH1IDWbQE+sdWSbdl2RuPvuRW
dy2V5Z1o0du7Pa9XV8/0M7h5ANeiNndFOCb1QwZOIZFOY6M4srfzsl0buLCOfUCXHCnZ/W1zC7sF
c4QKynTp0IXxetSRYUr0NTHqIL4PBfSWn5o1LuEVE/PmV7sIJEN3G4l45EmKvqjmoVrD8U17euZC
LkehzbxkDE0A6c1OOsXxvkv3UbQSd6wNYZZOF0HGmS2ZpTbKHBCz0ODEjtq93F6LpaUnqAFcSTmH
FONsFLqcJVIiCfdUaz99EW8U+9zVR0V6sIeRPNMaAe/SpJGwnQSEbdjK5k/hNPRVzbNV99SNXwMI
zYtyjcV0LhNLFwSKVBcmphFfpLAGCd1ENcREDhDo0Uy0l4jG2A5G7pMU58ldNfS2E9VZWTqGNp5V
24vQ4Ry+a72xhbh547racxaYyECJJl858Et+BaYX4klCHbj/57+trb2IZyCMuJUJhw3NTvk3z672
br2Ce1iaZ3jTpj5m0vBk/l9PgiK1EbVJ1z7lJahdsQuaNZbE6yiBeQbNSG6K+jlR+LR/L+aZqmCs
lW1vnmjCPiHid0iE+bHoeqfJjecqHHYUFmJnojWFMMs/2KH26/bWXTogQLmECjGvTMA8c56lFua6
57ruKR4fMgjienAT9lrmdWnFuDynCxuQ65UoFaK++lANsjgN5G2OH90HbY1Oiwr2gie5sGHPEpWt
nwV6Ran/pPZCOQ0xhYy0lYdN3gHQqQQp86TPf+ahZe9boXVfMrPIdlWvWceWNO2W9/FXuDIasEje
r4qNt1UqmKVkYM0bo7DDbZsY7X2GiXsV3MhdIavN0Utbibx/S0a/Vq32IMlVdlAS3KUH/13jCLkx
HR2iu6MREKRQbg+cYQJ6R6aiwE+dFxtVD2THNYJvVmsqu75pU2oLhrmtQPjEqAZvq0ZIWz3Q6Rbf
FArtdvJzB4RDDG228creR5Ta3iRyXNJq4UnO4GWWU5cICMGRqz5pgW46kapUTq5oOYJmffnYhUry
qHZWdyfTPnwIbTN7DGo72YC/l95JafClSC0Awpnoky9V21MZ6YM421IWGuB4GErpUIx5vWu10NjV
kZ+fQ0/R7ui1tj4nnq8dAD1o26FBC74r3eA+zcyY3mSpvpfQI3TkJBgeKkuuTr5vgb9pc9CzUEke
oIV78QMUONzOcneDaqX3+liFd5FtlIcmkfOd7dNR4pMq26JsaQIBqeITjVou+uZGvOFJwnwmZr1N
JaIaN2q1XWlq6b6jEX5fWxJiWyIZt33vdY9Z7ev3gUaC3muU6K5X3XxHwQ1co49yC1xf9jGJexVZ
UN3fDHnfb3sa6h2/t4bHfCgbFqjpHl0RJU6vd+ZBHuXmo5CmklFouafSCt19R5LvVFlW4BhBFzgx
YEkYsYAW6bIk9rrhPmluHe8qNwL6DyYQoRJZ/nT7fC8ePUIEjQbZCf49u5pi3Q/a2jXFCSHFjeWD
VO6UZAtA+iVs1M+3bS1dg0gx8vwleXbd9BMIIyfo89yT3afCwRE86HH0TlJ7YHIio8ko2iqxvcIz
sXjuQQCQdgSjfxVl5nGApE1cuyf1m0DjZ3d7SGtfn10BpWaPmZTxdTOjBQb4otGsJDWvkj7cANQe
uGYmWrsrLnmuhdgejd49KUl872n+IS7CbWobZ1iSM0cKzLu3j4hnKZkYim30+MzyFMLqwrGlpHiy
x+R3k/u7Mgz+YUgUyqGdmGoEV1j5gcxV02qde0KMZ1Pr8qOVoX+h/CqMeudLa4rBSzcYrHbK1NnA
s3BeJ6cXyw2TTLERiqADGsaFyAj38bgGtF4zM4s6wrBrYTVF0X20ToFaOFJ3JH5aeUMsbYbLscyC
+jrROhA5GFGSU9Ydk9zR+sccdGq1EtosHdULQ38RnxdxR96EY98KDGnNobPed9mzmcAD52sonP2p
jJWM+srczXMho1lLZVANWGvtT5oUHmpzeHBxxbe39qIZ5Afh07IBNv3N618MinYqbuG4t0/DuMnC
M+U8STreNrHkTicORaJBSI2v6uIwAeW6GCcCZ8/dtLLrgCETWbihL+C2oWml5w8jCjZwxYDhJPyc
xnoxFhfi8DS3kH2QQJZ2fwKiBMScS3dnB0QyNGaA7fzfLM4iQdUtwsb1sWhXxT7PYHLK3/fGN5Q+
nC6789Wc/pa1UsfiNrwY5XQeLkZpdkRi5YDNQk82UZoQHLyYNnj0PNlXcbHpen3lQbi4gOTFwLuR
ngNU/triAPJC9nzfRfBxP6KU5BkAst2vYfDz9mwu7EXS9QB3hEkt6UoKSoo6z1CCxDwpA2S3Setl
m2FEGU4U0ri7bWrBaWCKXjjZ5Iq/qrpFUSU3GRmdkyl9Hvs7ryN0i8y7QP3RvJ24ANzqNKqJ/oKS
zrxaEJt2AW9+acIsbmx8V2wjdzhIlvvYusDv4mi1zXtxHplFmk6oylKVe71eilJ7fT3W5ilEGzCW
xo+6JL/rbePP7TlcNDMVF6meA4eaeyg5H0Jyxq55UvVCciRF/dKoWn3IVCNfuX8XLeGdQCHQjols
1+sBdXIRVdmgmqcqrB3L1faIQO+7Yi0btWQGhsQJ7wDDP/Xy12ZoFKryTPjA7JvqVMlq62g0TO5b
3V9jq4RIm2/NfBWBi2ZN1AXw8s591QT9R0KxM04ltJ/vB8lqIDN3FSfwShpcnoy23eT9s0StwC/K
XWEG1LZQc3WkMv+dyG32mS4TlMjVulTuYKvQnMJISlD+iv6+iLzugUiy30tFFmzNMEG9Nu7y0SEg
rDcGaldbftXvIVKA0Spl+8Frs35LS0967IomPwZ+bDqVXZoHU/fsR79wSQoabbUBpwZzSSClxZMn
2dpZdX1aOrxk2JiBFZG2G42Dq9b+yc3qCFHr2tupCI8SAGbtzkvGFhVdw3hGscQ8FqCInVLW222e
+WgiGVmKtGIzvvPC7kea8AtEYHn3HZj9TcU9CBhfdu86vY/uaVOGUkCZBF280j7khay9q9tKPAZF
+9Hr5P7QZ1xknhGKBwF07OB7brYBpN4/eHFUE/F64OBD727U9yEwgkwpHgyyMwEJiybdBTT7854S
1n1OQewOxEZ7CAF2PSj5KJ8GSx/eJ2Vnf6Tioj5UniHvJAkd71CNZEfvNfk+MXvrd+oyoKjUxnsf
RNo2RiLmvuiYKpD39seoRN6MFpjqMOkQ7gVQvQ0y1MqRfxodLWq8TZMHzTbW6pQOCc1zcBioRIuK
FiJPo1G4LoZNq9fqNka2c2u5Y7Ph8KQbJQvrrULv4J+mt6RD6gbmRtYCcZ/AcfOuLQz9HkGb7sns
AUd7sM09FiUEQK4eSndR2ykvkS/XbCyt752gFcqnNC7dt0dSVBwBRoEtAhY/rzh2hsj1pDKNE5DE
XRp/kprfbZ/T7wL/Tvcjr9aKxNcsJbjgS4Oze1rzUZWT6NSjx+FUJl977UfqPgX+naG9J93pVPK4
ad+M0ZvZnN3ThGqeaCRsAjTz2m1Jq5q5v+2BF15a8EVz6qbKDtjQmYkgbGAmMFyLgKfetjhhNz/c
trDkEmkihJUCwdlptV67xMhTgcqxnU+t9ktxtZ01JkA41zrGl6xAjARGnG5/TczzUFITS6FXtcbJ
K/60HoJPW7v4fXsgS1N1aWL2ps/zuNZ6GxPGY4W+Z9CvQaCmmbhy6NTpiaFRcr3CrXWh2yCMGhvU
LrOvZueOyNf2g+MG8otRVkSi4Wob5tKYEHWmUjo1YV6x4fZqQ5IUhOgpSg1p77Z5dlfmMOdJTfaj
bxr9AW0p7XOsm+FmQGRgY3RyuY3LkL6JyMq3rHv1Pkxq8faXC2zmNNEJDjd32+waNbpIRWyEXWkI
J5PbTcHdVnub2+u5tGVomufJDCAMuOXs1ZdHRpz20TT2wvoDBs57VDUz3GkRDPe3LekLATfkiKR6
YTSmr/YKJkP6M/LHUZw8ERZbv6Nfr2mLz+gGqhs5sH7RcpRsXToddqLoNCCSYXSo03BixYKwcrR1
78lsDGTVRYwoUpAF+1IZpceAFDY1Lzg92wEi4ySJ5KMkQg391ZK8cmhmZN3sfpMFiXLMcnrmSbCZ
D55ZmQc76L0dTUHpSwB12c6UpGavQ0+e1AbsQSQmt02a8e88s8jkRT14Z6DY5P968mi9vuNWARkv
Q3+m0ynJNdByF1fwwIsSFpHb87fwerDRzeZVNrFqAg587ULGgnqmEhvWqRAoWDlW/ZQVW3WNWXfp
+P0FuqGvKcjMT/vl4lVkVT4sjkUqTs1LNpKaJnFXOJoBA9Xz7eEsHbpLQ7OrBBQMUhAggE6jvtEq
pxe7/+37M4/rl2ZFhzTf/0L/15SaXlmOpd8/MVlxLjk5V4SHSG+B4owycVJKl9Zl9B9rKVq535cO
J/BMUtYUR0gwzZytove+5kV4gLTaysmz96VOV1Zh5UzOuVPMXtWG2FXEyeoMSMbcz11bbANT9RxQ
aIdyaDdKio7T7aVZGtZE3qyZ8CZeY4UzLTNresAx2g6PQ569gNv86IWwYN62s7REl3amwV/sZduT
iz4d6WzryC8NQeDo45qA5dKhvDQxc5+qHdOVzuvtBJmeGj9UBq5T/+AT498eysqU/aWOuBiKRYdg
qpcMxSteGlMh5P20Kp7+9102v3ovBjMHTRQo5cQ8aMQpz0g2B+nH2JQcVa+emir4FaXmB0ZbQK2j
30Va8C4MZcfI6u1g5P+w7SmyUmCdaEeumgOlKh0or1bi1ErxRqJPOoFdAOaaFQ+xGM1OHYjES+iI
UTR4vT+M3k+jWOrESY7crZsW9wgnO62i3+mD9rU09F91SA//2B1RmDy+fT0JNQk5J6zvFQdsLada
iyrUtJ4bCSZq9ubKyV7aMebUagI5GVCbeUyrltmYZHYuTmb6JHcJc/icVt9uj2LpgBHQwo9BZEv/
48zHym4tt7yYrBPSmX67r72VWbqmIiX2vzQwO8GGZOclKqJkvYunUPqaiAa6izvDepSjJ+HuGnLG
nX3XNSjbGe+a/F0f1U7T/bo9ysV9cvkrZoe8SOjt7UeGKSdPMuIooS/QJt1FGexPYpP6vxUXUq0/
t62uzK0+qylHvQqCj9DiZCXZqYvNlyoWK05leWB0ARDdkkS5giMWiY/mix9ap7CPTkUxPIgcFIye
5Sf4RL4YQfydXM6HunR/hqpYmdW/IKG5t5lSXvDoT7WgeebGt2S3MpSMR1ejFfKmRp9rY41udRSN
3tyZRR5sTOGln+JgcE+VTyKEJsgUNSQ4RdArRVMxl35WrccKRG27DTzXv1Na1UKmoe+28WAlu9xW
vw9DaVJPt+1dY5shWm+y/NKaBhgpekn20SB6x02R5nU6FUT/29eQ2Hrii5pqUeZ0Ri+8tpT7nm+2
mkW+TXXMDF4IqVXfTFLDGZkIECDbBnx71RtMLbhidRWMtOndqNGsvsbmvrQVLchwJyJccspzqkM1
8gM1iWzuBS/ba9V31xMrwdRS1Dk5kCnBOz0QZidMLmRoFjLfPnnyna3+wHHuwuheL8e7yHtrzRZ8
ETmMv0nridh3GuzFmpRVVlX9GIqzAbsStNhrqg1XQ5m+TyfAJDxKnWbuE9vCLgv0z6fvF/uqlw+d
S2ErO+hJtg3oV3rjDptZmzlI+KBcqWwjcY6S+zA6RmuPjqul//t9GsmmAve1UIyfaYXSxqk4F7Z2
dMvqU6uJn7eHcBVCzUzMHgIVFPllYQXirMOeJsc/KZ5sdPeh7j/etnN1IU52aG0Am4zA7dVL10M7
3jd42Zx1yQo3sWlIB57wPU5CilfurcU9QEaa5+6UiZk38YRaS9ExtMUZ0ol3eZPseT/eQ4X4PA7x
kefq4fbIFhdJUHokvQTHopjFMZ4kabFPZeHcW8cyXJXauY4Lp5mbWMlwL9wSc09tSKVsBHVpn8tm
iH4PtN9toDcHG9bLnXRQalu9H1ONvHjhsQGL2vLu0igfJQcY+OD4CBA4nhbLb40S//6q6S1M1o7w
bXaQYymrzNYM7fOo6uDv+j1IqlJaiaIWp5b2NfqQp2BtHhJLlhdWYRXbZ4vQ46nO1zJ2C98H4A2O
kLoxYoli5vgSvW4LudTEWf4WanerVelrjB+wNNgJuGRRxJswEa+9XZ6laqWMtnUWSn8yUEzQ9GRr
xuFWBNJHH5Ehx0og87La5yLVHrOxWfG21yHG9AMgc8W5k0Sjo+z1D1DpTC/yzLTOmSlovnqnkbup
6g8RrZOD1u6BZWz81NrI1vvbZ2LBq7yyq762OwL8yekVxa41/LCz4UuuiLte90anniiy/sEY/HST
NOTUYjTzwoSlujm4OrPcbcosedpl/M3qVsK1xb2C/zJplkJg/KpOOISa0vqKdUbMxvsi4pVgfsE/
anyXjULGgRzd5NQuLsaxNIearKc4517+wQiC74MhV6T0k7t/mKwJmYOAF2Mx54FtEvTwoknWudZr
8+iHCBkgeuVuoRR7sfvQXPHFS8PCFM+sCed6FYPZ2ugBy+OGDNptQ9VHznaR9fH2kJZt8FalSwke
qvkpy4g33EJwtYjG2njw+SdwzlVvDpI4SjxU6TeYQuarQK+U3aZDPlOctbGcqPPu6H9+ooS3h6kC
5hlLWlmoRedBThwECLvuGlMH44VeqV6Dc6Ivvg20D2aQP/RR8n4YVZTpEp+7zaV7WNoFof4c2+kK
lmtpw1/anx2rKHX/1na51+rmvo28h9qwVtqIltwETfKcWuTa0XGcVvZi06PCMpYUQO2zW6XqvWSr
5QeIfAVs05E4an6vr8zp4pB4kSMUitdHnOO1vUBtWx0NC/uswOYKyVzorcG41izMJi3OWx2BENU+
a/1eNXdrt+7i5ycABh2V8HTPb12/J5ee+pl9bhP0NSFt/HP7KC0FG6wElThIC7RrTOIgSWXWiZ4u
hvRgevfNHyt9UPQdCIxy2HU/XCj9sk1sbaWvtw1PN+2r5yinS51KLZOe9jXoSQVZVWeFEOeJkNZ9
UY2PU696kZE7zr50449mbetNC3FlEMwCFLv0WqNd83orAEbM4HUhfknDBB1y91GVkvss4T2qkXd1
6sg1dpK7ppu4tH7oJf7H6vTfLza8XaZ+Ukmefe4T5WMyNF+aHBWuf5hKstYgdWhAvMIfpdTA4bMg
/NUppkdu5wRJ6Ejj16R+3+jPTRXCP/rztsklD0wWQ6AJM/EzzDuSOitorcI38MDpgx4dzPIIl+P/
ZGLekVTUVZfk1APOXhj+sBvlQynbo+O71vm2nYXHg0akRBWaA0aLycxFGEmg5xHtZucuyH9qiNKl
LQgDurZ/K6HdUprW5cNti4s7UagUMuj5l69Krjm0U2z/Vpxdy+13dlsPW9sVwU7zw2Qj17W88wji
tgMaKCtzujRW6kzTwRMYnxc43LhwB7XX/ffueCzVTe9va+NQRkf0bW8PcWnbww9BrwvjIwyeTerY
QiXU5qX/XhWQKD3oxkqcu/h9a5LaIqFrE0a9PlapMKoyHgL/vY7KVryFkPn271+4p2i2m+Qs4D2Z
8Fuvvx/Knea15BXObdsfvJauCMXYpdQj+7dfiFPGHeQnjpCustmFOD1claLtzLObg8lVwqPcj8dG
f4zj7e0RLcyYBXiKe4QUP0/X2YwFRqHLmVwb5yY0nbx2pna12xYWfAJ8sRaPn4nqBB2n13NWekZG
V7BqnHWjOxda9LGTyo91nL09SrHwqOq0i6fIeTZjvR419Qhv2DnsHkrtqCab28NYmigCE8hnEDSh
XUp9PYygUJK0AvJ4bjWwZYes/nD7+wunfwp8/vP92UKEXpSrxsj35W6XfUuqaFeV4U4IeOzoWRRr
6O/F4RD58E6abtk5qLJWTcQSATye9YM75QlWfNl1yQCiGVr3gb/Qo3cdiyP0kuS51+lnZUzkp94d
7a8ijSun1ov23stwMVZnlo8i5UmgJam8CRQFubZsDOh+MMGMeYa0K2yzf5wI6lc2/dKWJCsEXlEj
k0LD8Ou1RO+5kEer1s9eJz4Qpt0hXZFtLcldU1NZcKyAEKmvghSw6AydbcoklsMc+nf9rNH/ixHo
vYtNyRNICQ6WGq4Ma8k7GdSo+fMv7cDMO42xPaAelehnmFtVtPe0jPqx/mlU/2GrUhacmnzA4F2h
jYVIK93zC+Os2h98K3FU+d0of4r0x0x6aNYCwqW1IrEE4yK9FKC1Z4OCgp82PTs2zobXtRTpkoKa
aGNuzcKS/+GIX5qaHXHhIqmYJREupP+g5880xa24wsXtYNGejjtk5uYxBYnDVnQlh66jgrvTxRAA
pJSHY4hG965tKaj5filWjuKiUWrfPFjV6dKa7UEziRvRk5Y6k8jburG3iwjjdfEIiMEPf77diYHg
Iq079X+Bo359sAwSrWlUCeOcqukf3YeR3oIhv1RedAFLfpd+dAt6GG/bXNogvIthr4HtgszrNP6L
UBqs4ADfGLsx87tNkZwV9U6z1ogrl9zlhAGbuD95+8/xOKmbALIFbHqu0qe8DeBqX7nwF0ehw2tm
gh81r7TmG9pAtN6z9HOubuVsX6hOYO9vT9TC02pSdvqPiZnXC5WgtEYaW84NLYpDAsY9sLZt9ae1
EAT83o7ewe6/3DZ5raXBNTAd3qk3YWKRnH7TxeKA+a0aaHn1Mywl9YmGI/8+QC/zoCuFvjXyrHdM
04OuIRzlzdia1UMpJv1A0PEbPwp/51benyNULUzI9UsaUuCGsQ45XONOkagAH1sh6jXc/NKB4SiS
K0Uom0TcbEPpRquVVjf95n4n8QLU7oDE+JbTrolxL24qMkN/a1Rw68xOpt6GaQcnPtdQQTU7oSql
m+abgZzTChCtTqUjHnvzAE+FEUOyikY/j/LnQcXrWLbTFj/UMndCpT3cXu/lEU0BKwg54A4zZ63G
VmPJ3aifZehLrCOY67d/H6k3XikmuZsreqwKAldPUgmSpDz4VEYdQs9rcjtLl+iliVm46vs9rK+V
q5+jUh0du5X2vomzJITdee0aSc9SXh7MhmYQuMJdAgTl9fnQNCmmjGtYZ6/yzE02xFtNqh/8MN11
jfYNJsd3QVLs1DR4acZ0Bdi6OFLcJs9KwpOrdHk+JhKMvzK2s7qc2FHQBakJoDNd6fZGPBQrl8OS
iyNdKk+Zbdp0xexc5YZe0+8+WmdYS5zG0w4d5DOh3f/DHuRQQSdLYpsG1JmbC+DQUYAtWWezOLtw
5b5/+xaEF2MibQCCCw306xXrC83yY5A4Z304FNt0DWujavz/s3wUwcF/vz+bJWWsrEgP+X6cGLHh
6GWYnItxME8iVADN5tDvHyp5GBIn8MPiULlyyDs3cZ3O8qVNISfxIVYTf29FVD4ipdeAyHbtF7OE
GIkCDGWfMu2P2ZDZd15B8lADnPQ1Qx/ueHuelnYXHHmwkJJiJbkwc25d541Nm7kmcVsSn1kR8F3w
vT1Xvq0fPDVfcw1L7ycIkIm2Cd+vmaVVr1LtwC/Euep2SbqVj8kX9Gm6Ch6SlYBjcWT/tTTPQIVS
KHwlrsTZLqT3vmt+cOkQ80btFKrDr3+YxAtTM/dgaa7kR0kuzqCPnDg2YC/InWAklTf8uG1pyXNf
TJ82i32VVO2lLCzFGekS9BuQmL79/cVJI37nBiKSv6r/DGlbaIVLbaYJjfvCgs3e2jUI3fWetBJJ
LW6EC0vzA2oGmtyrWKrq72mqOK39U+j9tgBKrlW/wrV85OLEXZibnVfhwjqS6jEJa1N1YmsKUe5u
T92i37ywMLuRDNlNBnvgnZxFd4O5Vzuka1YO69ogZmGaFw5hSVAlzkn3bNU/dH3FJ68MYc4cSMG9
tWCUpKhpf6KhWA50x4rXQDjXLGATue1/J2pe5E6KUpR0L5BQqHrCxfyTro9fQlE+wgv/QRb1B10U
v3NXOmhGsNMr612mrsnULA90yqJCcwlYcfLuF/Fu3HlpLdTeonprP4WFdfBs72veySunac3MtJ4X
ZrzI1/RKGije2s1jZKs/dcWmzLQmhbdoBlGSv6VO2EFm20Kx+1wVUmOdA+9zFnzLvT9xsJIRXvQL
E18wxU0FdMvs+IQ+QmU+6MGzL70zsoLGSWjZw49q/PH2IVqqopLn+q+h2SmK8qbu9Jx6tzuU2wKG
TCHcTdWitEKf5PDZS97XjeVUWXqEyfq27cVpNCCRgo4Uvr15CG76SkT3I9Cq1H03JkfYaVESvW1i
8QBfmJhtCDVS4OWsMVHBxtUe/OKtEi7T0eIFYUyILTb27CLS4jFMPc9iJ7jW1zxsP6uau7s9hOUV
AvkwWYEC/m9J8mJTG5UPQVGsmmdP/up5PvTK+STkkcJ2YAbVrjZAN1vDKcmkYzvW+36MXm7/gsW9
OAFE6TIkjJh3YcRqAITUCK1zA9WWsTW/xJQ4s5XoYTozV/HdhZHZTLq5nFqSjpEOlTF/K7f5j1rS
089ZbXXPki0332W6MnYVFQaIqKCdvD3GZSeJl6Spj36Zq9J3XEYkHpPcOiu9ee9n0aEJbQXFz+Fn
7oW/tL46mlbwPozbe5G071u1vU8a8ef2j5gO9dUcUH0HawpS46p6LQ1BJPcyUkwihoDpQRRbSmu6
fjfGK1fn0mTjU0ClUcWmfW/mjsMoTWN+hHlGgkZyAjPfx4beOGHaPo/tKMMwle09pUHxY428Y2mI
VOfxaEyxekUF6dkikJEWwUOn32r9JwBEEyCqad+hhX57MpeO/qWlWeQWjm5hFhDugD09aO5mtLa3
v39NBMjZh+mB7cKrHr6C2S0gu/E4xo1inpHCg44mQdV0qwyTIE1Q5d9Hv3jhzo0ctZCrXefLSGgn
fvzYGVX+vuna9liH/nBXBBq6stJg7orYXHmSLfnXix84D8hNP5zohljlQQvv6yzbGClkZ+Y/uMBL
K7OD60dKJIHhpySXUP3ZamuJmsVRcMniYdEy0uaXbVzpsutrXLahK75VunvvmtkXVANXlnNxY+og
AaEkmcqYs2HAEW2ZEi3QZ9vItkmVb/x8eCpN96eSdl+0Mq/+4WbCo//H3mx7Ipps1FIPXM4b5a2b
ZE9u8Q+Fc1T0IAeBotGaGPNfR0MkbGuVDKQJ6gC1NmjZ9h1qkZmjlg/a2jtmcZUubE13yMUl1Q5a
MBgpz9o8EvQSfDeVicDvcPvILV1ENjltFfEdAsk5xFCPhJt4ASkMKT9mUFT0aXlXhJKjtWsQ6cXh
gCNi7mA+udKFT8a6GxKjA5+p9T/zgZrRaH2girsyoBUz85sVIcKwL0rMKDoKU3pwR3Zvp5lrQd6i
K5wESifwkKLMUVFBGiHZoIGgUFB59OLsUY31lTLz4vG5MDHba0WdKqpVTCZaB7EEEcGW8Vj2m3yt
yLZoiHhjQu+gnDeHJHu8+D2SNjyYoWWMRs0p4/e5D9hbePfQlq94hcUdR0KVajA0alRTXm9rTQ3l
svIGHmjZnW6/DA9B/F7VVm7jhV1A4AOeAXQQBYF5+YsmMkXJp5d5En+IUSJWW/Jb4UqAs2ZkNhLZ
i5o2DnnKqn4CAflhaMGB2isjWdhoSLyS/aOstsBBnpipUKscPLctt58Gu9oaMaQvt53Aio35reZ6
o9KXo7DOfep+8OrhUUTjp9smFladYRDPw4MPKndOo2sGhtfoJXMV+5/U9KWmyYwW/A+3jSyOw6Yk
DQiN0tZV95VZEmHCHHTuOTHaRn37tQxjukWMwtPBgj3i9c71PEr5oi25/HsnHbaZuRJeLYSQr74/
u78KBfpooB/muc2zfWolD23VPfdpsm01850kxu9Cjb6q2lpUt7Q0AFmgepg6z/U5h0jrD31HLcw8
myGEsbj+ak+NuNBXdsCCl+GK0QG6TSzSFBpez16gRG5R5aFJ4kc+krzTHZOcuTI0e82v77QxX0HV
LQWT051GO55paFABT8f34v5EclJuJJFNUZT6rKufc/+n92jG47awTP/ZhZjtvkakDZ6JRt6EiXKG
SGLvmmG28/VY/g7NFBp8urF22Ja8BughHBO3Bx0m0ya++Flq2RS5ClTkrJoPkvu1l7yNRsnv9klY
nGxagya8LgfOngXSfoiAKKgTE1lbuuDpxTmMcvxpTK0XVuHeoNB4297i1v2PPfr5Xg8qL0Q2hjlx
kRfxmNsK2OFR4A2tzSBCyJA25Xi8bXDpqMNg/X+kfWmPnEjT7S9CgoRk+QrU0ptNtbvbyxdkezys
CQkkS/Lr30Pf+8xUZaFC9kij0WhaIiq3yMiIE+fYAAyDIIOqUC8Gp58JZ8JTxAnNzt9iSdj6vDJ/
kyicStfxedp/me515/kPfj0u2kURF4SLKnjBreoBcuX4PHMevPrDnzQJ4rL49/vKWRvxWpJdjO+X
d8TYN9n+9s9fW20TD10QXKPae8XqKhu6aKPpNOpKBo5m2w2zufuKDsldNQ67CuKAhlvQQBu2HkZr
rurcsHJ2vNFDvpVIgD54HoxFHwwUGs7k5+huCRWtbQAgVRbSQeJCxE/ZAEU1WjbQLBSB/luun7zD
7Rnc+LwapY5gLRtJg8/negGUFuhsfh+eiooYCuMLowtcu5KOsDsiBtmPZmQ5rRt0gJIeqCzEhpW1
9YB/XVprPaR51HSjSBMkHrhmRoQdyhnEgkfSHVH4uz1Zq1aA0wfcG5DYq+1muP1olENNIo683AQO
dZeBrmTSoFFWuFvueQnalIQR6kZoDcBNCFS2CsnIgYCeNClI1Elwx8l6vGem87np668tQNpgSQfB
e4sU1u0hrp0olGIXbhlDN67IZFlhJYCVTiag5vyhAS7TBSdpYubf5aCNQZ/VX6BHaEJIz8s3boq1
nQh03dKc5QDzod6SaMQqpN0lZqT3/UvKvIdiZhs38dqNh3w4eGx16NpcsWpW2dSUqZuaUdUdNQlm
Lw3KyV9vT+Dasi3Y0kXgAMAsNXM0ZAtdt1cD1JQkdeYbI/vJvCb2SWVXfxMxFcdyTJMwrtFoftvy
6uhwlWO/4N67empUdUdNruMMGN00fONuO7253C5DTsZ54yCsmnoHVuH9ZF7pbpWzDZ56rbGiuKif
MpcdCyO9j+t8o1CyuiX+NaOW0FCwn1qQT8IMOzSgYuQbW259GAsPimt6wJ8pt5ORO1092fj+3D41
8r6Pv4Ms8Q8WBdJ8SNOgy+BK2MuFrkBX4y0QDXX7Rq3x6GXxX03v/jcz75ibs1huRpk5HsH6j3vc
bMKapN5e4sZHzjK1N7IBq5P274jeSxpnplJb7+e0cs2Io38WNMKZnfmOvbHB1sLGRdHw/0/be0b/
zEiH6lGmywRQ6sxuCDigpXZkTm3tZNcXgc6A2xkXesvfXyyk6JEVQl/3wmx5GTzOXVwueHQr0tlO
s45p8pQXG0+3tdkDBB1M9AsJLkBQlyZ4LzNrYjrwynP5ZYybD2bJdjTf6m7ZMrPcZGfzZxsJA4++
aUVSY81LkVlZSCHS9HWcjX63MWnLa1O9qDz0aqK6shQz1dfoZOjMNNOERg46fMCYZw37Ls86kAbS
sgcbbl4/slnKfQ2ejdDtYjvgXJuCLh4KHGzwfGmFKI4QqmC7KTFo74+6Xh66fqoDUuvdvSsNUD+B
t8ufnT67t+vmlKOvG9CattgLRuNjgvaivV6Y6O6qQYhWoH9EgqkK/BT2TztzxwTYEaE/IxYpfW8c
+2BMSfJLYwSI01r/RjVd+4LHItlpqeweQSOLOBjle/T2W5mxQ+nK8Auqm59onBh+nqVZaFWDuGsp
iAD1Id5KV6+4PeQO0AiDvm5A9lW3p/FaDkOXm5Ek96T9lVRbLGhbBpT8QTkyUxQcBvQxjO9tub+9
I1Y/j2gcoQtSa1f9NYNtLULqtQk0SvN3bw4f+3qrhWfFP6DPAvp0qKVBsklNf88NMyaPGwR7Lj5K
N+S6c6yrV9meNH0LeLAGWIQxECB6JhbkiiW7HmQ+6iWDxyMCCmv5C7pz96B/OKB0cjT64WNuJTsL
SgIB6osvt+dyLeTE/YQiFHDYKKQr/qJusqmzBODznu6Fpsl8AwpuGpIjSbFFKLfqM85MKT4DhEFW
440pjRIPHCVPLdIPZGNnrCwb3oKowAIsgl4ANTgqc8xe6eDCrQfxuNSVeB0nu6GmH6vBtfYVCOBu
T9/KVnThzlFd18FacEWH0lsi6XrNMiNkaL87jtwjZ3m6bWJ12s5MKNPmgf1pGEoTQaVhhNKgz95k
HBe84W0za3ElVK8ALwR/wbU88lwXk1b1jhlBUvhNGJBEbueDzUDfZqc8FElfgId+C6G/On3wfKiU
gAPyijd11hJSDBleAzZ7ltDz6TfmbuX74MADpBQjw4NDBUyWktKitzk8nY3mSDfzIZy0caevHCC8
KRZwBZQsISqh+Lp6gpJfPSFcgarcz4QI/VNvMr5jHDRq1mjYGw/R1REBZgAEEZ5uplp9H0U3QM0K
bVaOme9iQsNm2HjErA7ozMLyC86u9lErZ28sYaFP4+eKesdeSx/afg6cvtoKkFdHA3VO0NDgxYtu
8Utbnlb38+IWI2fwG0fbxdTY8AgrpwdRwT8W1LuusCUyKASPFpnH3xOQL/vTyD+706ZO5aohdGkD
h42g8qpNFuxlY1tCny8aBf+lxUbquzNEmRmBlt/tk7ryhAba+19LygJxtJ7ORGLHaV9EvrPeuhxz
F/R5yKvd/NsU5XhS6Ni68G0L9FuVAXKdGm00MwJlqxNvVl7sXFYBZL4lce+s7QSoKjiAQpEFzKoc
I4tAMTWzRxKJSS99qTOUyyxGd7ozmp9k35lBVfe673Wz+WxmXf9CdVBnmwjXhW+3OZjubKdBilto
7qOWF9kxz8oCGKd42BMqpi+lO9nBlEMBwORtd2e7Wv0C1gSIgyUx/4TFKx7YDAdrZR0NJMSmj2KI
jdKH1hjbM/TFR30Xa73vcFD6OKllH1kr2o8gkCofPPDzhbI4zqK/a9GP6SahW0LCYzwkUxlORpBp
wZTEYWW7D3nSWE+I6ZCjZhwSyWCKeU5ND30Kmt4+GO5AT6BXSf5GGOvuqJd3+zYf530r3WxfDXWH
tkp9hPoegtfebjKoOTjFT8sFlNmrwcRHeA9ZO6ubdmbslnsU6rLnKTPNey8mbSgGfd7Ih7+/WZTo
HGEL8F0mQQYeSNHLIzyJrgBMDteT2RQtgPDWg0jdA8H+z6H+PHcF9Y2CoznK1b6Sidp+6iUHBO2T
zxI0e98+GuuhFLD+KIaC0+2K7p6kfZ/O2AiRXdy3wMND8MfnyQ/PFGEczyGBNE3KnzL9x227a4ff
WrqB3vlCr8IArWbUaAxJIuY+kPkuEffdsFEzWzsg5yaUMIAPkJag40TAWPMqnspsw+tvfX4JD868
Pm24MaBbjkTkjU4itBMzvD1FWwYUV29afSmlgAE2HW0dQl8J2XjTr11coPq04a8oEvZq06JRF56l
ATGO8h70IceMWQchjSGguga+NhcKtbdHtLroeJb9P/5q9OxeTlnDHOidz4Qg20fDdJbY0DpkK3e3
razNG0VRHEAxZC2RfLu0ohUkKRIH7Vnc2Mkw2RJUX5s0nBNz0VSA+IEKiWhHXqIzaqJR0z3q6amu
H7r2mDF3Y65WR4Es80KLjvSvWhMteFM6IASiUWkG9uRzfcMNra0FRZyHexGB/1UH0dB0edGMHY0Y
/+CI1xlcaNnh9kKsmgBMBzsMG4yqyTyZcAb5HUYjkf5oRhrYUMQ05g0jq8uxEA6jxR0dHe9CA2fH
0GrmvEHzJhrGgEp5bpKwynfh7XGsmkAnF161C0nFezX5zEQXt6llQtkzsuOdwxqkLjKf5T8H/v22
nbUwBWRK/9hZ3mpndhzeJik602iU5q8QIEi73cx3RT4G2cR9gwvUTrdKGqtLdGZScWIApJp1DRKY
yBv3aIew530y7G+Pan32IMC+cHss3fqXo2ookvyLSEgkdGSBsgaVwNQ8zmP+VbPKjUzo6qHx/rGl
1s4Abs0lMkY0KnTjmM7Zbqxebo9mbcIAVAEDAIIulNCVNSJG1iCLN2PC5sS36ucF8WpsvZDeQwA1
RFhQ+ii+gEkEb8zLOesmpymZiw5WY6zsj6JyRn9CSyj1iTb33Kdj/zMZOBh+Y332mbSTIBvz+4I+
jaYFhtmxtOLAbhj9kHga2NnIEFsBXilt49fSyCM6MPNjh+LEDvxmSP5lsoOOn9kKPzYQuLLMsH9K
3UmhQTvAS0tZZHs52fYXroOxMWGeDKglIStvNuSZD/ngJ4S3o+/U8QcP4QvvoWabHDRxKB29/5VK
np/InP1FaJu8pZVR7egwVUHNzdp3S1k+IDlR+ONcj3syzYPvZU581OO83Ag61rYi8HhgPUA9Cy3V
yrSyBMeYozAaZUblt8az6z6x6ltRbOyRLTPKjo8lRLFMCTMDVOgoeTadDxOSAUaSbtwRy2ZTtwm0
HwEEBV5uqZ9dbpNakMpJM06inGuhbIAI7o0jd/sgqWdEcTHd8LVrxwvopkUIEhRlYKC5tMdaKKpJ
qRNsoE+TeEWTzO3Dtf59oAdAweeBFGY5fGcO0KUWTldlIuKpRDjR7EOX5xseYo0SBu9jgjMM8QLk
vBQb4IbtRN90RiQzm77Ek5fsnLrWX8upHcOa28WbQR071LnFXwZNJncVJzLISR+HDAdj16ZZ+1o1
uveUNCR7vT0BawuKqxggNTzt4S2VH9fOg5lAFteIUrM4ZB5zQ6h7P5G4nfycswfRbta016YczxCE
/uiJBAG2soWQcS8kkPskmtAQuRf9RpSx+nkIF4ESA9W2KzYxl4FpQmtTvC4qtDU5P9JiK4ZdmzKw
2uL320uftfoMZo4nLLgLEmlTlNffDFDA8074s3Xfj39AuooywL+2yOX+lMzpuK0nGE0axKhYl6zY
mK/159iZCeVx2I7VJNGaQ6LWhSqYJuv6SWtIjLmjBGxsUt9TUVXHOpcc6Bp05Rtm/Qc83wg60agH
qpuFREH5DWbZO6LmhR3l4t717pEvuL3Ll12sui00J5KlwgvpU/X7+WCMU2UhZItRJ2g7DRhs+y43
t2RS1vbeuZnl72fepDRqU2QUV7XeBL0VDnwjsNkahnJYZ9IWSUXwfUoeh+EDJad+iyF0uZAuZ8oA
bgDt6/BTaOVU2yQMbRJjWYKbozQT587rgfNIgYqUMzrtS+FOD9k09mHLR7r73SWCYTBngJFhaWVX
WcRLOrlGwfCGmnVkBNKdAxkwnKrbRq4X6NKIskBzyQDAL2Ekbw+MBcmWfNXW95UFcjPOzHj5vv73
0H4quk+3f/5Kq+Dy+5GIRTYbGT/Vd1K7bDCBOUVJfDjUuhWMi1pg6+Dt3IlHNpoHMlkQqeOzFxhD
9UObt6o315EGLAPU7NpA6Fy30YHlQuvz0bYiveV3Jt7yUDZi+7Zin+JGbGyJtdnEB7EjUCdHf8vi
iM+O05gVoOuehRmJ7i5zj1l4ezaXxVC3OtKZKDygu/G60wA8uKnFUqB0JnMMQJ8c5omx9+atQuty
n90woyKaM6aDGWrmFjp9S+EcGhqzyByN6g36PyRKMlKgUl2K7G6uuQTd7JS+3h7n9TQCg47oE0Vk
ZNlRObqcRqIDQDZzx4psa8+bT/EWUvx6S1x+X7mjnHpcFPxiDFA+4h8NtHpk722t1tYolCsitWbL
FMsomB1Uz/0WRvl6MyyDAIU68pEA8jrKICbga4EhxSBm4aOAK6rXtNlwPqsm3hUVEQwCWbf8/Ww7
s7z3xgbnM5JzQv2STNCvzGWom+lG0Ly6IGBkBcYNoNGrvjANOikzBYQv8sDW+myWNNsPY5x/n5Mk
eYEq4R+QhCF+BECVABEJNVglSIcQwiSYbHEtxS/0yRy//sH+Pfu8sn9NKvTBnfB5w/CNB7JV8l7d
WHj1In23ABVc5YlmzdKrFzHlCJ0AVnvMt/ob17+PLlJ9URm6IlomNsTsdQexh7yvNcA1k19/MD1g
qv7f9xf7Z9sKAiaVrgl8n4Jb4smrN4qZq7v27PPKrhW6IGO7hE7DZ1f6VD+UW8RFaxZAqgjnhIQN
okDFzSMV0MXzjKPH3TtuHEyO3my+pYC7tgrnRpRVzmNJE2rCiF09NEExbaAUV8ewEFtbqPiC41f5
PApOceranEam+5HUjx0JpLX7/XVecrMgZcaVBVuX66x3HDyso0sRp98hg1L/yQgWjQJrqZSjFn/5
+RgETMDecjvSq1Bmr1n9YZ6CPxgByk/wsgsdhFqGdxxGpWEhyjfyYdhbwm1349jWx9tW1rwf4scF
Nw36URDvXg4Eb12G+MUDV1oCoQLNSp/AvnfQk/4RsN/wD2wBwocUD+prqGdc2jInaeVgIIetwW0D
wBvYfWbE7WEuB0DViJmap9sGr7cxENkoXuuQ+gDE11QMdkxLQYyFUnmMh3o1BVUnN4a0ZUG5CAdt
SJEScMwofZHZsSR3/20AyurE4n8DyOfcn3hQVlu8y6sDWPgeF7q1Jei5XBMu6yKtBrxgqPfDvUuN
b7cHsJLOwRLg7YsiFhSJrpFtDNn/d2LWmLz04g0EnCD2AoukbyeQOZQSXUYzhKkdP0cOfTD2vZ36
H3K6EUysjvIdtQxeqYXe5XKUTFLZtCly3PPPykKs8nx7lGufRzMNChygp0FvuTKJiddkLO4rGk16
pOWfjd8HlRgAYwGGD0AWfKbqzIqxc/IOvigake4C+8zGLlvcrRJzg4kIKF6ICOPKVSn36oaapQM1
vyhDWro0f8xH7Rt6RvzSgkoU1ItvT9a188cgQL2/0Ioge6H6Na2taEmKxgOfZRzy+FC5fD/G2m97
z2WqkHRd3DNuSuXo65JbaLuExoAJHkvkWsffT8KAqAeVOdwuqATgeXe5pZrUMHlfa+zEmrefsnn5
7UlaEIwLTgVqgejsvvy6AETOLCpZnUz0QQxhZX7zhg0TK5v2woRyhdWM5QkdYYLuNbyx2g0c4XKk
lE0FSPgCgcPORbCrLIArKlB7uz07udlwB+GFwDIitIsjqxro8/72bG3ZUrxwOWUxUMkDO2npLiMY
TqB9d9InYX66bWcto3AxKMUfG+B71Qwh2Kmvf+JI+R06NM3mKZPJvY2ejqQEPmqQfIHl+N3gbTFD
rywZKBhwaJbUH/p9VDc2SYDTk46dHPqR+06/sWTrwzv7vrLrJitnNRctO+nNnsavxH2kDfi2jot8
nEjvuLWj2ZP1+yKP8APoXEDzD7wcgo3LvY5YF0gmYO1P6XjPd06zEZKvbo4F/kmAxcKbZfFHZxG/
Z2RmT/KKnXLtabBnJIZf8h7cElCgm5LfhrSgTQFvOmDjKLIHauteWxsNT0qwhLEp0AHuomm/4ddW
vCduUaQnkOABtkHFA7ctIJvZ5OIggfrKEE8tXuCa9fX2Pl8zglfWUttcVH0sZZuXejuMkJAqT+kQ
5EZQZOG8daVtmVi2+tmq8Iy2Mgd36Qk8DNAyf4V0QYv66e1xXAe3kC04G4ey9EWjV6xhGEdchtT1
ASik3R7pq9tW1jbYuZXlV5wNpXHZVMTSKk+j7IO6+KubPNRbf2b5wXY3Fmb1hJ7bUjyALr2Gaxls
uXODJg59pwHhB6kRXw78V9rLvXD77yRpwsSTkVai+eK/jVXxEA5Imzwrt8uT7LKgwOu/FY+8PSTN
0co3nPrq4kHC1nEXmQIU2S+ntczQeUhGLN5kAYBofmidYDT21N4ws+ZTQan8PzNq7MZQhjCQt8dG
TInv5Y0vyEZJc3WrUwTBINF4L09dDiQjWsrShmDOpm8ChFDS/UG2eoZXJ+vMxvL3sz1oMk8UAujO
U5WGmRPkwAP0gbF1QayMxNEhnoLHFJAiV92gZtfUYLcuy9OABhsHwqzV/OKlv/20Rgh9ZkTxDLgq
dB1NnyWQWx+K7K+J3NdbgPCVKt6lDcUxVEiQoX6McISLgw2Bcs9HnNUZ+zQLHO/Bdb52W4QzaycX
wwKmVMf0Id2oxENtaVZt0XDsM8A4QE1Qx/cieaiAsOjtH7bzVehHTQ/1dHf7wC6nRAnDLswqoVFe
arkTJzDbAS04Y4cDxzEFRPpjvxME7Vpb4f3KTsRTApHr8u7GDaLcHQX1CgNp2+JEyhA+ApDhfA5s
Y2NYK0+WCyvKJhEuz7pY2sUJ6WAi7xzrrhu/tx4PMxBgdfOP25O4uu9RbNVBEgjSB7UmMDh229S5
Vpwq8rehvxr1h7HeiBy2TCjrVI21UdIaJup232c/c7bTt2TXVrfC2SiUlQFEomOlg4OFJ8fRqL5Z
+ZsHjQc+/EWrz2V+X8UbkdfWmJRFmqQ7oO0wL0967ew4/951d5U+btxIq0agGgXwgoVKgcpjoBnD
IGN3gnelD1V8GFDQq5w/GciZDWUgrOy6QvQzvGsZoGNE1CGkiH5/i+GpitcFGCswEOW2q4wic4Eg
K05T+lxWYGD5NP4+0A/5PSQn0NEDAuQrJDk43Ajkqfri5GmgJbgjzbEePsbTFmRxmQzV4wDogWQI
CpFL1+7lVaQVyQBwz1Cc6BA0w5Hpz38wU2ffV666wuNLC9Ty/enzkH7V6l+uiP6bCSXKyggb6ZjL
Aq/VMO8/sCz8A5YzLMbZKJRAyu6gclCzsTjN3S7xDN8s7kS25YtXzsZCJIzsLnK416Um05YGA8aj
OVUuiKGkHnL3oSFbMIE1K8jiuwsNBbol1JuN2b2dxLRrToa4b4yj1dzJdOMArlwqCNDe8Q6mjRyV
4roGLeYghetabN0hNK1jIUrwiv6VysPthV+146EwhwaQBUOqLHyqjc1UV+iJtbzWF9Lz3ayHeoP0
O+3LbUtrkwbRM8ATwKrlQizw8pSgTMfyuNfbU1MVIc+/Z+gjERXZcI5rgQ4knf41o0xcM1XETcWI
ARk8TPMcGO8a9CtDkJi7QvZHlrr+2Ji+bD7/t/EpLlO22jhLbW5P5VwEo/2BWcSvttLjq5MI+jNw
buFWvtINchqa2PWM5WqH6X7IxsM8vcbt78ejeGej1LMoUYKhRPHMlhDctWzRnuo3XUfW5RQDYn57
slZcJvj1kNdd0gYIL5RtBxiC6U0OtvdYyDuPliHatTbiiy0Tir9BtGT2mQcTBgMPfDL9RQAcvj2K
ldVAEclDZRVXGLB+yl6bM9Izl6fNSeblse3YByKbveVupYve09HKBXNhR9laZUkAlcaL6lSWhbwH
+vavdnBAJVYz87FwMuMO2AcSAFvm7CQdY7+IHfdJWM4vc9DpqUl0euTpOLzOCdhfc62C/F1j5bvR
dn5pPO+hdQJ1i1bnw4M1s/KutZJfeY+k3mxpL3bTWEFn5lXQTe5bNgzwqY71adZz86A1jnfknha/
zLVOntwkLd8so8oCu/OIP1KJji1JssDswcziNHHsG62eIcHSe0HlzfUxtat236TVCNIn1zpK1szo
kKNTgMAgORKbmyGKDDW0KrL0pc6L7m5mRA/S0bDePKsUOzBXOC9AB3Z41Oj956Gp+iC27X6XpK2H
v3r6xxR06Q+uwcFq7xrJZ09PbHTXybHwLfAOANO6/GeSW+WuznZpfQ/lrOLegd8Hc5LXf2xrq7ov
ygacEVDp8ScnR5JrItqh12m3M1utD2RFQFtXNqBS6S13d3uPrThonEDPBUsCSgcgCLx0m0Yjppo3
aX1y6q9D8bGbJ7/Bq2krVN4yo3jniYMEvGBJvdzOjPlp8ZQCY1zvbw/mPY+m7mQ8YxArAT+4SCFf
jkamSaJhl9QnZs3OMbYKSNOhChpUTZX71Jy0w0wzLSRNhc6Cocl8l0zMnzLbuBd2K065YNnRFH32
yMBvGfSpPj9Mtih2M3RUngUz82DiphVkUgcK0ezbkCSiDGq3m14nQb1DlY2zT5oGK9nw71xkv4a+
yg/j5PU7TQcbYNK4SdB6tAl1CvE1LoG3QpXIhaA8qQIDTybfIOPJioX0q6p1/Y4N6UZa+tp1oea1
KEGBtGJJDyt+xSyFTGTb61E1vcXsKwMc6PY6XDuuSwOKQ6kzw+VzBgOuPIz2EKK5VRdF+CdGEIih
FQrhhaoMS9yczbbw9EhaVdjMIpi1Z6vbMHL1xAPcYWH4QN4WqEf44MsNlVK7EfpoMLAP/C3r5x6t
u9RtDlb/1CffeBo56dvtUV2tjWJQOSgpN4lmQ0kKgPgAYm++BuKZP7CwAPJAA4pym1r7nD3edK6A
hfrv9qHc4BZa/flnH1d+fi4AZCwkPl6QB2mEQ/x8+8df+ZFles6+r2zdUo+nosuwHpp737xItFjn
R4sfbxu52r7vRiDRhqYE/NtQrvbE9rSEdiaLcuc+aR9l+mDTjRTmyjwtPTlIfyx4CnTqX+6rrvKq
ws5TFkGPKfeHfMOrr38eitxAyi7FQmWa2hwtbqZWsGgywpY4/pxuvVEWT3rhafEUxXXxj4XlF5zl
RxkZhh4BAougHLKfSiMYWHrkuXMw7PgRMmkb6742oIVhEzVAagKhrTj2FNKz4JaTLBI14muzgMRa
cHvRr7vUMSITvYioBiwNKWqeTY9rd8ynCSMq4ofJy74kM3uMaR8WTH/QhBYIu4SAZn+fGtrOADpp
akA8Z4vT7d+xbC51Ys9/hjKx0FDtvBp0u9FMhyLIsuljUstdV4uDo3mn2aa/snb+etvmNT3w+9jR
Eo0wZoHCKW6uTq3O1bqBoc8JhNFeeUy77NGZvH1L8geA73d0AI4plb6BjKDZzUCw5cfMzRH96IHe
FpCMnn+7d3r5TUBrgbMTdxWoei53WN97nT0THSJ2svWtJuIAjkIJY8Mbrjh4WFlep0j2oxasbCzh
1NooHaeMquxRug8x+Zjmz2kFhFtb+GJ8brfUblYNgskGlVO0g1yJDOiZqc1sgLpgW310hg7tDXuE
uVAVfGqX+jfXfa3darJZcWiIHID5xYN/YaxSplLT6nnIBdyB2Rz7cicNQL7j333VLcv1rw0VhZvU
Zc+EjXGli5RUCgvZt2z+7QQM+tyXtyN07Ze+JDV0cWcPh5c5VZRUn6fmc8FeC/J6+zCsuJoLE8oB
zGbLKYyRVlGvH3+RLbLblaW4+Pry9zO/KZZOFr3FAFLyCP6uo0W/a/lWTXvllrwwotwu9UByw2xg
RBifhQ59GoYiBQLupNi4xrYMKaenadt2wh1XRaDMS80w0Y5tcce2CLXfryvFJ16MR7mQrcw256KC
GXvug6L4axGx4+B9jNM9iHx3TvnDabIDBN8Dd2wOlQ3lKnaoRqjy1B/RQxSU5POgP+ps9m3tsZlR
H6+/oqYbjIPjex7k/QqQzJLGn7pfZXVH2J5k4mU25H72drSpfI/8ArmKXxWfSwAeIbK9sxFyOkaY
IAUIMr6DS//Sh7cCL98if5b6jwmlT1GToCGvXvqkG1u378oexVED4Q4o5JGqUftGs2EicckqHjXa
I8TTdx3NN2KgdQvQQ4XaAm4FFW1UU5Ai2bTgETEm0GJJf/J2t8/ZyknAGP61oISKyZQ0snYyHtXG
yxAfsukz1TZMbA1CCYN6MSBV2JY8MlAhJo/tVufByva/GILiKgaBpIZe4Puj/lSCyse9k+ATEBuR
yUpEcGFFcRlgmugni2ApUAR9KF3iJ/EBsZAPWS1NG3de/+P2wqzaQ8cTWAbRVgEWsUsXZRR6qYE/
o45ozgKgb9DlHun2no9xSLSHJAlvm1tdJNwcyHOh7x8i7JfmqAMJbjHGdTTN5oPVfS3ZVkPKqgWw
qRp4JoJ4XYXkSmIm+ZBwHvXiMXd84f7JCM6+r4xASF0gIVHjNNIvVvmjLjaC39VtBsCGi8IDVCl0
xZ2jPXWGjA/BBsArt+6fM/JWNju8fzc22pYdZeGtEQFwFhuwAw+XOf2h6R9i98OcbzwSVzcY2KDw
ulpCu6sKY94VEN2yeVTYqNUH3XyEXizPP2t1MP+2iivAyeim/cfWsjfO7luDZaaX1Jg7tN7uOZtD
FLruhs7dCCNXndmZGeWMVjNnboaEYqTFB5eDQa4KRb4FLV8zgvlankCI4bCfL8cCODjVO8vj4OFv
w8ETQSXEoQU05faBXJZZuW3RHw/ROTzw0Mag5udRYo5dq8gg421zv+g/uimqN/etBOLUebltam3H
oW0LmGIb6iRXSqeODVBuTMsmAlddgoaF4q5KNT8fvLu03CLJXNt18KPos0J7yTU5D/5/yrOmwrBA
N8bDke0S5pvNfpg/utnvZtiw66DDgdfkoppwpQUg7bwZrKRoIle86gggqPkHa3RuQNnWcwrCwjnO
m2jqtNAdHoz8q4VOeejsmofbS7S2G84tKTsbWfVaj3VMG/1UjCFHoavex/3dPG1shVU7gMqb2OGg
clZ7WZp4kCyRaRMlZgtw7KgfszIGyVgVzRZ58OZ0w97q1nPAPoRMMR4TaoCj2Wmp1wPGlZo/K/2n
ode+6H8Yyc/b03e161BLW7qBCNqIARJQuy4bgS5mCpRSNBvuowM/B3o9cHx/GuP+kJbaQ266G14c
kHz1AMMmHkhkkdVx0INpXvoJaA3KmWN8EcknY2+0thHUHYq8te2AxH5I7J1WVkmQ9nF1F0sH+WvZ
1p9dFg8PYz7moQbGzXswDmZ7iyVzOCD+DqrC6gLTK/M96lwiaPUBf/UGMHVVTmh15eciGcFMnNoa
lLjdARTVmone0px8GrgDXdUZzfRu3I67wRqb+9IGhmkSEHPrJ2kcpD3Y/izS6lHOmrYjWdZ/EDlz
vpYIRXY5uHmlECRIsdF5se+MErUWAWW2T/X0aIzFc1s7d5/T3Zzad67TBOWzdqeV48nWyF02kHIH
TaF5x+cBlNrGUnEc0XzfE8qCTOcAccE7QgkVv3eakjzMxiwO3BIs3lOHPt+cS90nBBmulNWd72iu
ecglk8Ewj6+mpolQa0w7ZF7H990w9xgRaOsy0dKgAZb/QPLkpahme59psxvUogNTdB+PgW4kvxxR
QiFdVuVOqwUwKszUAgZOVTCTxe1eGwCGJxP+QHstD7tU1r40W9PnvGnRJczKY617v+rMrvyGSWtv
ThygO9dK78YcwWGbxBb0Mk3iN3EPFvTSkAc+lu1et2TqpyQjwUQB0NMHNKhpTUZ9t4IULO/n2Dcp
RpjbeMIUdlmGFX7yF+rQ9L5nAyhye6/fgzJS+4jSK576sTt/1vUsT30ts6dD54kWaCt7ePAgLoyj
ZZt+ns/WMZdttwOmD7IhdZlnUdeYP+VE9a+uoOKuycH8lY7AA01I2Rxvn8P3bv2LWw1yYgacMugD
cDLQyHh5KOa45PEAUoL/I+3LmtzGsaz/Ske9s4f7MjHdD1y0ZSr3xc4XRNqZBkmQAEgQBMlf/x3V
dHelZUXqq5oHR9ghixCI7eLes9yUqr8Mpi6FQcGtHL+qILyEY2daC+tWht5FVF/JCAYu7Xogw93c
rW0bopCmKRBJpG1YYwaQfdsnea1QXMIllJdQhZdVuswsNzVugKGdxtNX3b4Zx06NP2ULthe+kyMt
dNwgo7+n7IqaABtck/rkgXZjQbprt4Qtn1pXEIiXfnDnTOrMK/hlhz28AeChUN4PAfqwjy5cfG6Q
OawnfqPkmzcMWTvygizfaHllnVVU+SVUOWrr6HyKBtphahjkafSlq+10xpKY/7R60lEjR0dTaflQ
zBJoRAXPUXOvoq9n5syv++hPL+xwhHyIHe3BqbDN4fmojae6ek3OnXmHt/DLnPwwIocR+9BAWLaK
uJCGuSmxKS2p1PnnHfjljDt6QUdzPvBhpRON6MDUI0i4EzDX7h9UcGZenRvro+xiw+FfomesLB2R
TA4yhVtYrqwzt9IzrfwOzPnwriRfTNha6AvrMtXdjd0T8c9EbWde13GxzxsCQBYWNNH9cOKUiUtL
5+45jZZzjRytwjhiImhmjHlD0spbOdV102eh/X98W0chwNJyVSZG8xvgB4I680UK66TPJ9evTNSf
Z5dzNO5d0uqgrG0ONRvbL5hvAcOBXRYnZuwVcajgOxm50PCNbDipTlYAJWMcvoI3TcGVeu1Y+90p
4y8A6pzbGE7PFYh6Q74SJarjGwwkXVzCS4ffmDKLRWZNqbDPLK2TTQAki20UebhfpD5bX8YySjDp
Kbla2lvpfe3dMxn1k7vDhyaOVu802LPFxsOJVeUMCJBz1JPTXUDpA4Ei/NKPr+GtWErtJ5TfQAMu
NUSmfjKkjvjT8NXDNAFqEukkZF9+kXQaOl+zyKr5DfC4hZy2XsjPzET35Jr60MTRmlKa4iamK36D
G2SYqz6ct7Hy/bR3B50DmVSuvZk/Gm7V2bBIs2fh1G6C2ajcrXuosM91nC5O+RIxnqRLgEtOp0qA
MxraZEvlwEG9m6oCUXVYRAbgoikmcx4ZWNonMU58AoHt9MziOizQo6MBeF+QKlyQiMFLOzoaQLFF
jX4K2U00d9t4uHDpytDLSlQZB9VO8JXqvwT9o6kvW30RTvpMiubU3IN3CorfIEVi5I6aRymUT6NC
HZ9EN9qr0hHeoJ/38FwLR7Nbs6kkywh/tcbL+yUb/jTMAdPuYw+OdicE9cTnqLbc2PWYL4uFmb3+
vAenZt2HFo7FIadYDM3goVJL3V0JQFpXwonK9nKosP2FzeZjS0eJHzV74+QBRA0Np6UQblj4gUBR
4xzy/3SHkF+KsGIjVMJ/DkdqO+6CMQTuQatVN97SYFNDde2cr9bJVqC1AsoTvG9/ccOwUSZkFkXF
tYZrlyte++lO2G96vvt8dE7OL1B6YUEP11dYh//cmTniBhXPBBfvL1j24/RXpi9kh3C1h7ck4FQ/
P94nVKkF7L0bTe9rfoXJeKaBk7vzh/vK0WDYvnH6hAzY/ZO1iWE6Vtj9mQl86hV93JmPgoQJAmQV
tjh+I1DrNupaqzPlwZN9+N2vG3c8IAuO1mA0smZiUQwgTfA6zPBaEFvbbc7s/qd7gSyb/3sjx4Hh
CKAeBHzQyOIwBwU+0OGpP/6lRg6W3YBH4LQ/Gg3ea+zGouRIHo7ptQ11lc9n6+H7R9s9Dsk/nn+0
G9aEDLVUDGcxDnq+nuIVyY3eOV8/b+b0u/qjmaMBsT1ihKbohm6/kfoySH58/vzfTfE+6Ud8JNzB
mTDdrCB/wIi4gIZHzvylWLz6ru2cPJiaAsKlO0bsKHOXqShDpIx8UXz+I07Puv908jiTGHl60ERC
5q7prsOyBtTh0QTncCMn32QCFkgImRf4oB9+xIfrCKGA4s8hR+WbIBGGO7sXnDNxOdmPD00cNtIP
TfgNcxH/9fzGRh5omnRKoh0CqTMz71wrRzM7qstxkCM6AnW4DEKKGexDYUqy+nxMzr2uo/nt0jkg
binxupYc277507a4hyDzw7s6mtgJrGFghyI4IK3PLGmQZdwl4oGdc1Y9dXZ9aOYY5MLjFuEj/F1u
GLImk3DThdap736bvL8Qf31s6OjER0Le6oyP/vQewWhUQC1Y3z8fkjMDH7g/T6+KABGuJPrSO7IY
GQ77vsrbOj7DNDrdzMF1HloUh7vSz820aKZ1jeI3jtgvkClq3Aenuv28K6eH5Y82DrPvw0oJmRk8
snT8ZnTDtB72lhVltJlhrnUOf3R6Hv/R0qG3H1qqhpDKuURvyPK1tq3nYUH68/POnGviaNnTKOln
S6MJMS8GYDB5N4ho83kbh+Xwyzad/NGNo+XInTlp/BBtwKHkkfY3XmSKyf+KBDy8M7OkLjPPnOHL
nJ4HoPsAXgg6y/GuPOtFuorihIOnhHZXEJBt3j/v1LkWjiY0tZdKzQ52MgUXz7eyXw3nFOROzTMX
+WOwh4DZ/UX/lvCJCuZiVTJnTWC/4VZXCS8oHMM+78npdg6alvC8Q+noaE+WiaFJyGP0BFUTrVtA
T0cYGVzKP23pg20T8J7/NHQ0DzrfGnQgQ2zL9mUfqYzP9C8ETh9bONqYpxl3UyPQQhLs4MbVnDO7
OzXoH55/fAkjvW1cDpHLmyH6brvPXnfRj2cWy+ElHC+Wj00c7cUu4OYSxSisebEaW2S1uuRS4RDT
1ldcPLJOv30++qc2ABdYTRQnD6yDY2z4gtrFGKE2dzOOzwFsinz+8nkDp4JNhMvwcITPDmTqjqZX
Mg5W1SatgF1kn4pgPZav5chynXzj4lycdPLloaYLrDjE9iHX8POGaYwTszpAKs6NLmqVB1VqvdK1
9+q6ZyjGJ9/ah4YOn3/Ymb2qlqZ20VDcpwj6pqX4/KWd7EgIqxrcyRwwcw8T8cPzUZ3plkSE7Q30
53Pi0QywL86/zZHJLLOx/jQP5LAyDwbNDpIwkCY6bi6ImSN4cuCBwJ3sMWrOTLKTc+DD849OGdaG
MPjhhyAZlSsrQ9wHtDfrruU5c6qTC/RDQ0eTzddQnKkCdERUcyronW3xVJxjNJ1r5DB4HwenihML
XFOAquf+EcbFV7D1zBwYe30+B04dm0hkQr3z4HT4i7IxgRe003ktcvdzvWIos4o3e2mB3xawrGsz
FfBiZuRMoycPgw+NHo1UGdZ9746HgzOBxHWbzzSXHs8D7xzX6eRLBCfcA28OOPHjSK1PkpGMhxk+
OFeBQlFwXekzi/RkX0AHR9oHHhlARPw8TpM/iEHaoO9wFAZIctl3Q1q113H88PlAndwMPrRzNB+S
sEb4J0AXkVb2zGT+V54OMnsAoghUWY7Wpk1nomOq8fTOuZz8+cGK5zPx/8mxgH7bv5s4GnRTRYvT
lQOSGl/c8j4AbjE8MxTnWjgaCnucu2CRaIHRWziWjfoy/tOUgMMehogPQDIfgpHHOBQd1ZUvLLBK
xuSbXT8ZsGGH578yFH80cZgIHxY+bMQFsRzT3hhnx9pXOZ7JYJ1a8WCp+3YIJ3TQwo5iSqu0mzCm
CJRh3r4NlUnnJckT52kOfggD3dOrQP+Vq+zHJo9OTGQVraF2ce2vaHc5gjYZLhDWi51dP9WPn7+9
U3MA0SygQliPsD45Cs6ocICQjhYEZxWgJd2rp7wUNc/PGzm1FkGvAWIYYGtsnEeNxJ6aQyXwCmMi
bm0ZbmnMz0UZJ9tAoQR4O2hm/AJZDqnWrCFdc8NSd1mfRdudejz8uyHpfNB6+cW7c2hHEAJQrYem
70Ogr90zi/3U4w9pJDisgQyIgOznSTy2Mch00Ay+UU3aTik7l0o+9/yjzcSaZFM3FLth0KxingIu
9OdGGNpicDvE5T6JYF0AXunPvx9RpKPK0Ax7WEykUfxNjOdEt47PjeMWjtaEV0N53JHTsGdmY8ur
MHnsL9k5sy/n+D2hFVy2ENphENwI0erP/ZisZE48Uw37zjjXrqSrmdAHx+Prhr229D4u65smOdT8
nJ1lPQXeV8C9ylS37MyJ/0sW9fBDwOxAYdZBZQEEuJ9/SFMp4UxRrPekS25bO3kdONEpq4ifalav
bTfcTr4P7itdR539zStZmQZLeM4a/Xjz+/1n4KYOJVH8HmzhP/+MWCUdIDz4GQ48EpMoWY/KL/Nh
No+TLAFdYij7x0Fbpt4CP+PP59TvNOSPty4shoMAVQIUrZ94EOj8uXEKIxsoyuh+vwCrvCajbneR
4pDnjOcsqsjaCq0nOE3EezmrHamDl94b333avzmTfhwpEE1VQu7tuGpT4rb2FXGGftWjZFeQ2dw1
0nHzBmaDQOoteV9Z2zJY0nKaViJadl6yXOE4yyJF8kZXqPBOfK3D4fCXIfXn5KJbhEhhrfcO0ZvL
YHTqHGIgdRbTarXIYF0BaDkyFO1VR1d2bW8TF0eFre9bNyozC4Ql6uhzhPhfpy+CEURWgNCGMOM+
VrxKNFm8eGn6vXpq6c6j/5vA+a/v03/Td3Hzv+9e/fN/8O/vsHrpK1oOR//857763gslfgz/c/ja
f/7bz1/658s77yt+/F9++gYe/K+G89fh9ad/FHyohvlWv/fz3bvSzfD70/ETD//z//fDv73//pSH
Wb7/47fvQvPh8DRaCf7bvz7avv3jN5AhP8zKw/P/9eHVa4vvXcw9nQFMff31S++vavjHb7H9d9AR
UVzEpoEcCkQPfvubeT98EiZ/dzF7fUDNQdqABjPWFhf9UP7jN9/DR5ChPig+/vsjJfThIy/5uwP5
osMeCtVwZJqc3/7d+Z/G54/x+htHmCkqPih8G3EWFskfi+iwbEGvsCFtjEIlVvNx+DJbnEkZ+uVG
9T2f0qhalqIijbUmGpJ1nsSNJQ0b37qahkVvmNebbQQjYUBuO2sDKWt5YfqxeWuka103VFU3DmH3
YeksfQY58K4Y6s7ZDqhEQxQ81MO+rln/o5sWuKKz3iF5wBv/fRwb1aaw4LRWyGX5QMPOERSdVTnS
rAWxZd1O3lMXz6C+Ckmqm2jivElVUNVDmhDuf6F+Qr47XWLtavgcyLRSPuvwQItc89ZxYAsXgGg6
2n3aCrqxHRWvdNNcRaKcTSrAzXmWVe2/O1VF18qUfGW7rdi6UzJtuynqmyws7Ro+5FF425aRlyaV
uxQ9vO+ey2pU26Cy4y9xaH6MieyBox0bubFB+Bly5lHYVWhtlw9BxJudLbwDjNx031XbhnkfAePl
TeX1DMPxLPGhVZPThW+ggPStArMaoi5yyTEBS2iJgMYRCQ8I0LBeIXK+tL15hlfoWJQVck41DZ8H
67vqDpelCX5bQaNfrCaxIKdGwzSW7ZBpQ1+UxYKratk7/ob24bsZBjvrauduJvJFRvUXOUA43HKx
Z4etSsPSXVKqKyeFryakTeKwWHhHUx5MU7pE/TeTSMDEw7RLIki+16L5WlUKcgJ9bK3jstoH0uuL
YBEZ4+1FH4rhPmLd/OTD5Z4lQcEhi0nosglbD2/RFL49b5oQ1H1sy7sypP6Oc/pmzJCPdQL5W02C
rO1enLouypmtVRODrlkPNLNmI9NSLDxr4nfc64Cc62+1q8RmiINXLWE31vlxCl2gILXb1s88jyQ4
mecNM+WXJLKfoORRNWlnYRqmZRtviO0VYUmcrK5bs0UuHJs11pfe2CX8+Uw4R+nUR8ucsaV2v0tI
agPcTBI4eAPeW4231gCkO4PjWe0qvU3gNwUJJwXNn6HKRdPrvJ2dvqhdkAxSv53LNQna+EHZTQUt
GSgyhD67W9yyXTlqxAvrTP29Ke0wDYwcMrurrYukd/XKCkiEU6evvAsTgPkVgiZjz15cgEQxrmpr
kG7K2nIsuAcv3N6/D407f0FWcVpPZtpWCcDjs1ArAiGTLUqVA5AKWGKLasmTpl77PAR3QTmTddQP
9Zo2YXI/NgCxQzMumnNwmvobiU8KyUwHvzXm+anVxgwjMvaPC2y6axzMuW9zaNe0TrMaQql3fe04
PyIy0m1tk0zbkd5AIYde26U95WIoZeYMlVLpwOpbaXdyB/LcAupu4r1aUc1zS04Xk+sAOBzwDVPt
naGA/IMlP2+J6sJ9YhMKOXW5aTi2kGjqIaneAFNeD/YjKvUgELWdeg1QmqubIGsYsEUIXSE5qLNF
J1c9HMk2EDrYWITkXUKv2GxRrBIuipjJJJ2a64a3P5RVitSjHSwbMKuCEYwDapvHep6ADOtybDnz
Fr902ptEPFdDk08HQYSm7r5SD91p+3GnTHXvaLxIOrp5DVgZsLK7co63XPOiaS6XiNxOpka2atqB
a1B4tHyaGxEAzm/I1QzmLTD1L9VEk8yUsUjbRj5VgDN5YQO9Iv5ulR3I9mUVsn0yLcumAVy9gutx
lowMv9r+GoYdvYA4e33nVZk/GgfLPYKUhdPX+WBbe9LWzuWYcPfCwrmfD5CXaphYk0V7eQtcRYbV
ihkPiaSRtntg5wphVfnsWlArxn1obflObmIW5fbSwHAm5pu2CXh2wHnay1RubPvBGlS1cbS9YDeo
dl6/wFPZ6nI+MPAL2x7uG3Pwxa70c8jZGmQUmcPyvMWANdj97DK3QEW7sHgI22etvrJOfZ2tARBg
7C15E9CrOgYOypvHKfMqX22MoXcebFA22u+76yWiF4Kxoix7nlFopTxA5va5rZm8jIL+drK/WOKw
IYKMo1AFT+143oHQjuLOWDgwS7bAsYQGF46ZJLyuRxmAfe7y1A9oDgrIvJKhrq/8UQ+7tsMSStiL
25gKa64rejnOOSNyeIEcDoLl2PnhNbP3MllOmNoi2IZdwDJbjV8Sh/CsZsFL3JZFbBEbRCRuf5Hh
Re8r6xpEjxkTuJR3gbM2Cd+Fww+VTOoJqwMbYRXOV1PkiryvDV+zWm0jFdB1oMBHthO4YiNJAVmV
m2WuczhIkEeReI9RwuqtksGUuwFTeT160TOxzcXBhCl1KvpcGguoQvADfM/AgKEbc9Lpcce0NCsl
OzdTogoe2x4ub97gI03VO+sYzpApsYgq/GFeQRyVZT0bvnQ2YW6KM89fw7ViO4ZhUUJb7TB4e0oi
lonEzJlbLcbPYJlUpYKpDVzTnU3FShhqqxh6+TzJy4owGIBBLMGh0DNQIgLTUj43iWsued3c4eZW
p/3sXYSuGtZqFt+Y7F5gepd340yBYJQMnuJsWZW0v+IREBuudz1bXp1T1kDnnZTrOlJ+JgLnx8Di
rScOLBlUe4soHH20BYfGUIOaRlonJ8y57TrRZtyxxrSru0fp1BuHDjrlqov2Qkbufdi77kpMtMrK
vtG56CFC4GC3zUJ4AFhQkryjIAdeEjMB9DMMoPiQEBbnky2fOq9b1mWpi1DO6QBqFbQOoo3bol6z
uHMhR6BQpapXnvELXIKqItSVn8twSa5ZSHMIoa64TMYdiu9FYiuRJhZbNsJp165lhUVjghXYUqgu
a5E2BsDFsHNMykZ/XivQy6eerxgVMGFni8r9wX6WSHTljtutXQjwsNlzVlOIk8mN5ZXvVw9ELz5w
tHJvJSNeIdVdhjRKDG6RRXMbSd9iDBNs4VMPui8ZNhw1hyEOYyDfh9uqbJx0kFzgFG9yn0H1LObN
qvQJRPOcaxJTVuga8UOUkG2Da3DmHfhfUMQDtgdqmL6y73truoRewUEwy7lyKVDMDkedTlKCMIvZ
z7hQNymfointHbvZGACCC4p4ZE9DRE06uqogFhtXySaGgO82MggWjJ7jVEbjA7DkMmtN+zIi2t8q
awxSiLLdQU2/iBbtX9CgAkHEioYWpCJqb2VJ+gxptyTnjXKeKe36bBL9E9bMBgCJHIrvbu70pn6v
7WBYVWUVbQK/BttxRj6hrNxvGg7ddwsUGRXA7Rlk7KJCIcJCQa/G+XuQio/S2LpHQGqynmiVLsDo
wtpszWn5Q1jauYXPNU6yke+HptsunIOIRKqUSPV72NNAj82aV3YLNpgzxeMKcN8tVPXfw0UPhS6T
jbvol3ZwoYgTkL6YcF9YQVKzfDURbDz1GDor3ogeXjoyHDeQoLBpKu3lRbmVD5OOCXoO1BsuqsGG
I+eCgG0wmFZLzJ3HpAu/e8RV6y4YbMCuoSoZLBB1BItgwhSx6HBv9wS+L17C5+tu7L8GXTuBesoa
5wXA1ygNKgKJSZ9J2NrH06YOlzUCsO3gdPdRNF9W1WwV/lh3923ljwWArsGbrkuR9SLglxZLlmyk
uLEzVPMLJWmXdg046DCHW3g6dO47qIdAw89Jr3ZBKHbz6PxQsffdWYTOYUdyoRqWE9K9BJUgN0I2
sgiEitZt4olNE/zwDE6N0vdu4nh+HqgdZ0vX+ptAiKf2cDcJOSy5mOLw7NbDuGqAHypVu0notOwR
JK4jxNRRzWBqP1cAfbHwglu2A42PpC26pqtBq7BHwLSuQsOx3bTee9mHCNoHtZn8qt/aseWD9xGk
YICOiVfuLdnKYoia+rZmg5+5JeZ/MN/Flfeg8br3YAfgj3yJ7dekQn4j0m8O9IFvGg1tzI7NT0ut
vvVxfaeod+V0lGOuOxOg4QdplBCyhbUEdCiMOIIOHykVMlMooRjmTtCAC8wOtdnyZon1ck35uBTO
QMuLgCbepgZPLJOR6PI+RopGw46iM90PkqC66vB9u1QSUkKyoKxHpIbznOrF5H4PExi04QF5UYq9
AZvyi0diyLyU1gh6E2agLaoEWaJA/4CMAXkggjp3wcjNm1fJJoOgirlype1qbAYhcjE9cS9L6LnK
goeaFHNXaUReo/wC7+luXRPX+14FI9TyPPiqlTXCl1GCLdgM7nap2Er0TbKiuk61J3+EEnr5Phw2
WIAhYG7zVNpWtWbQGMWuIb/6DnQlLbLkAXFw1vUTT1sw7vMx0YGVwnB469F4PZfekjq4muStnIH5
l/UKANpmE2t3vGS13OoR2sNYdfpqtKlc+QbuO7SbclJj90S20NlElfo++LC54w5oTAmep0OdWl39
CEqDyQbPk2C1KUiXLKNz1YhqCxkctZZWG+4CSmXqEpq5iUJokowFjbohD/pS7WWi926zrGLjZkiX
zkVHl698UQoKm1bYXSeEJTs/NIU0nv8MSYl7mMS2W7BAPNz7jLM17fytLbEOUxRW3hjp74NuWkWd
h8Ma8hwUX00oJE8ti/lXVX2Li8G21hvLnWEGsw2tZl9xuZ0h/P5qYE5XBKXzXPbxxivHK1xRlww5
sPe+TVaTwk45QCCWaSQC+OIARRnByMWZC+NEFNq2JLwQgro5rqAdpGB7KIUyBZVWXWZltwQXMGie
MgWnQ5XChmIVAIrTzPIaZN1Vg7d5L0MkUFo33OjY55lY2i0P2ws7QBRjlmDakdIKst6yyTNqS1Y6
mkkoKNW2TiG8gKXjAHdpqPp7cMum8c4bgDZF4Jzsa42bJhNeBxLqfKsiz7wpXod5FwUin2Ti3Cc8
RGBgDncEVD/mamVc0RdUOjAxMi25TxIJSX3SRE2B7NV4OXWufGgHKKDYc1/2mUdNtWJtVN65pAsL
tpRmhdukWJuE8W3c+GbDxEIgl+HEJI1ro7+rEiTq3nfXtmSvjQUn6VxRH2sXRM8xJcN4L5GdvaBO
2G8De0CQ4jUrtyxFQXXQXMwze/aC8WaQ3Zw1enb2rTP2910kL0evRNCLNZwmvYMLB2T748KKTHIR
jN1u1NRkEnKpWzYJubZmMWbIp9Ure4q7lBqneiKQM81dISCbG9rjm18jpilkE6fR5L1QD6dq1+B9
IwjAzdUp3WeQmhFudiFqw7JJbEjA8peJ0HWCFDv880AYY3oHlwqKC3nl4MqubagOW2KlHU0y4Kbo
rp2mJKd+464h6BY/zd38XE4I1JomFBuDSAwleixu6E+9TEhUF610H8Q8XAwuQzK5R2Jm7v00nInY
u8jdp+BF71CCsnI+1TWu/ED64pJqrWYZVo8Km1rcdy6OVd5Ae/QNPA0cRhQUXqFjvrXrDrCACFkS
B4JotpZ+jnndpDQOphQpzHlrO8neKBwEpTe5mSVdMPUA1/HToU7WDlEM4ZvPL4UjvqgS+f4Z1D7c
OrSdRsA8rJdZXro4btw6GVMOSCd2k+RKhOD2qar9NjV2u+JI5hY2RSBVR2xnqcRLK605GFXVXhrr
OyX8lljqXTdsZTP6EMm6fOqTgOVOB9h+ELYmJVC9vrUnetPAhvApHkMc96YxhyxYm86WG+RiKq03
4Vj1GtKXj1E0OaloI68QdrSidXzhteFqmZ0kR0Q/57PPLtoG4IykqhHrUHrvjO51K6Z91ZRloZVz
hzi1TKUT2BcyjJ86hTzlVOFa7NFLUgMSS/0qr2R8E0Xhl05Nd/U0b3HyX+lBFZMKobohcun6GwWc
HYxgBEpgbuYvbBOF5oE0PWjxUTh1K8e17w4K6+gQMmAhh6XdiIMCS7zEfdZDiAZNrMuko+Ur8Sek
Dgc51auqqehXCieq3EABIEVqha6UpxCTDS0iixCIqma5cxS1XklTl/tl5nmJv+w6Y0d5SawnB/nR
dylw7gwoogQDvtHLkmed55Urwt7aCZpnAYOamYJE3DKuwtoERa+bJ12PGyRk+LtfQoXAEEimCXhg
rRrur/hg8YeqpyO8+eLoEHxWRZXABmN2veFqCiYg4yrPWbfR9CBb5Ci56sdndFFshed/QY4Xv45T
5BmioAGESvA1gRjNyu3j8p2jRMORhABvFAdYNFrw1ZmavEPCIFUuEgrDMj4YiUSV3eM6wHQ05kJP
Bpk5pDZlhXdUzvzaw3gjQzXfuV6IxGCpxjVQ5GvG+zdkYsrCaWbInAfDWCS42mQBd5AGNmx86bAd
pthtHoLeR9mf39WRvG1gRLhZ5qi7dRlGOZn953aeoPiDXM1YaQtMQ4C1+8k2uTZ+e6fbyr2rzGH7
5NXaN+SrkHSvMX/TxrPuNCndi0gt5S1knXYD0ICpVc9bs/AxO9h3JrPooaUxpXAGs5DzanlROuOu
H4ciwLJ+hNB19E2aQCFJ1SDP5yHZ6uvkMrRNf204ovaF9xtpyW8QdMi40GtH6GgFIYR95SY70yxg
nLfVC/LHj9ybfmCLZyluWN2V4GMOnnJqpA+phAieHQGKr/DqaaBTSUkHkYaow+klrS6rkEcp+jqZ
NvAQGTYWcsFV0g+4Yc4G6GJxMap6gC+gaXGTMMM2aaXYGrNrWbULSpBpgBCZU53YTepEC6IibPYQ
OEOyiRE4Jnssj8BfDiwFHRKne7Eg4FO0wbRFSGtlPqoDO/RwvAJ9BlZ0yFb3LjlchQxUYpuF4qYi
7poBln4T2J+I0DvzCOsLfZGIZUdHwi5E3NIrBIoQ4hTssTRII5YBDEIT0JIfwCQNUotZl4yheKiW
eFONyctiGgqmabAmXXDVJeAaWd1yMTP3tYyGG3eefySIcqcK4oG8JbsOFZq05EhjhEg//+DEuVW9
czEgpZnYssyCgay6lnqpp374OkpyYuG94r6uck/Zd4PvXovF2Ks5GaqVHTpNUTPEYiNsR2zVkwvf
7prrKLDgDtV5/K2NUcVw57uB0iwMzZwntYOIfR6kOmgmsryy/X1oiL2eqdsVy4DtyWc8LkTXAwMs
/XXABmxwBnTuTgmomBB3Q6mdRUQs14zjteNQrVbC2NkAl61IyMv/R915LcmNXOv6VfQAgg68uQVQ
vk1VN5vuBkF2k/AmkTAJPP3+akZbIltDMsSIc7HngiORQzQKhcxca/2uEXgtFu0cJQColcfs3KUO
fXR9rTunGKtsREIDU9fZiNg9P+l2dx100ckUzXXqZSZhWo+PlendJZSaqmVITh01gsFU+7Fs212X
yGPjYdXuKSZ3JTuTPl489z4z3HRjSD3dNh6htEFbqNBOrbMm+voUjMG6dXMmIKLxNjl1salJtTFn
cz3aBoUYqIa71bh+PPRya1vjrQy0Az3qlRW7fGms4ovVu1izm+WF87I61F2669o+zitP7P1piGbr
rZ+Z+lfmaiVtg19uaP7yLz7U4IQyKOyFYR/6zNVRxhtjJCcqhjLfzZV20Zy021mFOAylsYSY01Q7
nHIOqrgvPG9vje0NEno3dpixD4NuhEgmaSCMvNl1WZHGeFOAhVfNPbs4Fn2lnu1NZ0puHIZ/ZFGl
ub4LcFth6PS+Kcz0ODLE4TVU1lNHB49ZZ3FyW8I7KyIRCl+AQwyDuKG9eHYr6zG9OrfyWB8n148p
0gxS8Mq06EIw4+EhgzaEM3Gab/qlixO/76Msy2Q8U9hk7UxJNRbJp3pY3M3STQpzYF407KSHvRHk
7HKz6t+OqqqYi822eNSXcXwDhHpDVsS9ScrEF9rLB1Gvxu04zHl95whcc0LcZ0h1MZ1DS+mkrmjm
0qY3TeomD0vXuhsqTck8yFnZpFRjhWu+9LvkChWIutIeplScPak/29VSbVRR1wz7pz1IAfEPwn7s
iDlhPLmyfY47JxjYUFsPb1Zbv0OyhlvPjd/osV372kGJiu6kbwCAplIP6JPU5y5b1k2iYOutzbIj
8fWB4Sx7wcgMN5+YhRGRbZiWxIKuPgdVu7dKZqWz5UX+4OubsrP2QfkEhzlmMvbAnqhFUiwTuRXp
m8Zk7ahCVZheT9PG9IeX3E8Gej2rfOu4Ng3rVGwn+AT6YKacj/WFti9KekMB8WLuL7TiDAl7jDtt
epxKW4TWmG5QyG3V1O61zggiPZjwWBIxra8ZtRW5CWuBT5qTrs8+ZdsxrZ7hT6Rb9kGH1HQ1A55A
xFlkqe00rdbulsHBSS2/FY3C1HYGTLC1NsV2YsIathgn/1D2OCy5yXqHqUq/a5XN72cDJhhJEIQV
RVRYs8vVjrhLfPlO1xncGYvjRJr034wt+ONiY+wKp3C55NItd6gL51AGvXPMMOPuYZG81S2RbjIO
tKi0Jpgc527sj1NrXgYQ35Ajx9zIaz6XsU5+tIyeQf9f35ZJcNf55n05MtfOpiJeaYhw64ltOaLC
tEj4Iwdib8zouv3OaMKpT2S0moyo1mxlkqBZWgh0Yj0mMHNiNWCelS4sdq+OGDFi3mAbt3T3YZ+0
7t6lh2G/wZDJTxfjxmqsr7U0GVkoKpSqARNxAwzWUK/Hgb9mB8IuKkqgUcjtNI/ZrqVItMPcm81t
75f2PuiVcWgSCh3gp2QJF4r6NDbqqjwjKcUcThTmEwDsKS3NrauMiOjzM0fmXqJs5iWp1Q2S0KVk
XOIhaSHShuW/aPqOXoSPazebutG7D6Yzmo9OWr+funVGLqLyLq5tX27Kti/SaEgNWC/BNJNv3vnF
xl+MJCwC279oRX6fYQRC02AOcYGT6TmZu+Vj79K/yy7RT75Wv2Vi28WUqFqUaV5+svIsA3uas3ha
s4fSVkWs3OSTqdl3BsXJ3Lznm0WnRI3iNNmmmCc0MunVfmp8KjjaZrPY6B6GQ2Pt7Kk0b1ZxhQTG
o+Y64EB1GyZY8FMUqPsuqR4WqboHMeoMNODfmYPatTgCB5UD4WANC7344HIu6dV0rlZ1HyxlWUbj
oES0zOnzaH0aXQGsnJdTGlqwgIzh2bHvFOXU5HhbsawXv2M6UBTWEeOodR8YMg8zMd36qEi6/JiX
3jaz5K1TdCc11pt68YY4Z8L1kLfmi2+I+VZTRRn/ccvl8oLXOqZsMq56+tO17dmRxvmcJFXGVj5F
HdnCk5Y9d3P7LnX3zTLtjDTh9KdzrQ3zQxKILEZjdFiXtqXkM+ZgizkW9UPS0OdhVoyxGwCFrg0R
ri6HoGwxVbbYxlIi1GNYBx8w4nnoRbfRhH1XKfWxtm3m2DBp+q485kOzmdf2oZgT/2gnYxDaq3V0
Op7HvCTWqbcAOVqkBitQ4x+j1rrzmVYGztkWDnDTSFhjozta7JmuHge6YGsNru5buT++XZo5iN05
sPn/SfN21vMhShwti5BRnXJnuFVjs/fd6nl2rEuHCWdUiEY7NcQVJ1rp09nLnh82qSWa3fyIgG9k
ItP3YYX6LfM9mldUGZFWpHsAhmHj9y0Nt2i9W4+kp42uE/MTek3OsI7UpJemzHocR9J+a0FSeLPO
WQ2lpm+DA9muVhEGMBcPeS+sd7apYFIs7pTuUsMkOvsPNKJy8MKLeg/HvnDE0vVDQQjgOzWilEyz
1r3rbUgeu9wQvEi19taucu+yJF5zW0hGils8FG47ZVm8ta053DXOkN2ko6udg8nESrcg17xvVfCS
TLjyhKuayxuGDfoWwTyQxSLG8hqN2HJfIqsPgI/JxvEy6yTzxLfASxL7jZycdmdMygP79TDbXjpo
O061ApIs7m7RnfLFdtc5shKPKY4wZbNrcTWkLQ2yeTfm03w3WpXa6bx2W8PK3fuqa6z3qXnFbfW5
u/Mcm8rG651nhdBVWcb0zNC2jBbsvSvgoVrv9kKhSWhFccPT6m6GprU+6uTvnddpGLcDkhzSlSbK
miqlZSKuPpnMNMrLct0tWAeGjlicB8sfjZcaD9WN0bRF2C0JNjGN3PluzbSf5vYmqdx3gTO8hTFg
AqMmWzufxVbYk/25s9uDp9/qgbpd7AQ8wzOKj4WzUEV4Z0fVj41GemJtmiGeet5OdRT9gd1dAVb3
IcF6b1PwD5ECU6V/bdI5vW8KwYecVHIT9FN5t+g+RubwISNgEE9sk2qksNafZOencyyVhghc5EUE
aUtGszbJaMFkFJQkA3UQBjLk2qUTqWp1KozlhBg3jUCGgnObIrtqObosLdvk7XxdVhLMF+7Wi22K
KqL3hx9jQjTgIIgLsMqPuUk7O6lppo+Tw8YsC+viL8wbcJDDNXEo9rAiJ6ZzxJ0CGroHxvX+BqoD
iTUuuUNvsraawqXvuGn2Y9AAM5cFaJyff8mEHO4XaRjDfu5aptxNXzC4+bOsdmJZZfYHMromWCEd
2IFjP0+1F3m1U+/966glW6f06HoaaRDy2g/rfnWcB4Awr2emWw+E3kNN0w5TufjvRD+Nm8YRwNTe
oh3L0qsvOizJIbJrbbnrFSscNKC5zoyXcJVUzOnqLpjV0eOE49A3+GyPZvOcll29GTUxnbxZrtvO
zKtd1Vj2yeimfOPLRX+3rs4Lx9JHzwoOIp+dG6YPHPPC0txPS576p75qGg60BRarVrjgm1V+o6nU
uR0noR5bxtF8vSTIXirbeNJmU2C4nYjpZhq79qVYFrnHYrS26AfwTaib/pSuI7sNtkbtbWd5dTgl
yfhSDFn56Ljj+F6Z+BPGdodxUcRwk3m9Oa/JFKdd4r1Rpjvv87HP94yrithLh4emIteQoDDjJFj4
B2Us7WFgWz413tzfBLkN2chxknJryVrdlnqjvWQSrlZfjulnPfexbDW7GUxPVxbH75ATzT0n6qHJ
TIE1IrEXm0qq5D6zG3NbayXQRIkhoj5IjjHoIjRa1b2R880P3a1J8Yw5xOS9nYz0WgV6+WEuGdDU
btJd+k7AYHHhu9ieMB4Xo84OzlAPQFT0N5hjrt19w+CEuIsF1385zRb2wukneL/MLIwGtlw5dweH
XLZ38O9EZA8Euume8yK1vI+cTnTY9hv9ydCs7MmuxtmL/VTLKcSye4hZ+rX2W1qwTi+dDk06zJ+9
seneGNAsb9t2mbHJvYW0xvdt6FoEMxcjmiCfPqRt337Vu8GAbudU9d4S5nhrQd5h0KBn0/tcYsIZ
uVpQol/LGCk349fMWca7pFp1vDMDtSl6CHMOVpQPyG6m0KpqSCJqKi5T5dBK4npT7IvRoN9P5zK5
mDNbkdRZ2nrRGDesLxmvvu6F5crMayFG8YBjhtVFeVrxjUnl8wmC9IM2eMttE3jQwpiRhL3b5wc9
69dtPlh9tKpm3JLcMp78udcoCLMsziZ8TdNKFrHQPHXp8mR6i69ofeFK5YnOzv3suHNPwJ2W20VY
9bXxBEugYOpY28595rvnzJPv7IJItQy2bVy5GerE1g/22Wj4DzrTsn6HN315n63BdFsXy/pxqEcg
33KtPwRTUQIVWsGdW8Kj8Ix1iKWE5tO7hb61yr6+69oWK9u2T6NJd5n/eUN7g3OqG7ZWnW7yok1g
ypXZ2fLRdJN1k+3XxPQYIoz1JUk0tZvTutgWRgOCsLbenVHJ/FQ5Q7CZRTJsCmlFiuMhGkcSW6Xh
816pyYkK5ZdHowJjIy7cTu9F3s0fU0cxFVyEmMJeDsHnKVHJY52amHqlUxW3QgTPae44X8uqmi7K
WpJ7iW/pTAaji0tr2gZdyNse7Jn9X4sh368uBHZjFuc3XfVSr1P+VgOg22TalU0Y9OWdlsm3BXnG
kVZW3qdiVG10bWg2SU8qXZwY2OlahqgZea9MSJ2qu1+stoxk3fN7SHe2s8ZeHxia+YZ0olwPsYyw
exxvXcOEhQvTip6282/ztcVt2LTmOLWm4WtjG/Z20Vt2k5YZHVsgt4BvbLevmzy/Hyflxk1eyzgx
KwakBsS9CtLtPc1rlu81plB9CDXTe0gNdi9Zm8O2GNAjbAiWdcK8ZaI4ZW3THSd3YL+2JdpGXpvh
ZfAnYYVYjxunzgbznJiCH1bNHeMghZ6nUq2PQBLW0Goc5+hW3YBnQJ8elmAdb+wpKWC+js4EWDfY
G23u9PdJFywbUDOgN3mx+pRBPi2sxtsTp7m6CP/RWKz03imLlXQyR97IbK6yaHDsKw+vqS9LZcPb
nBrjVIA0bIYONp6tMZvPjUrbtuksT8Y0Z8QRWVYcJBR2E36uzNMasS+rvsOhTznpqXYYzQMnazFk
uDRuxnZ+l+MXF3ZzoF/BPRhPud68WIXrX5bFq59VBxM88qrrVmszSJG1/lI4s8nArvaXHWUujsNN
83WZx0aEsmiGiXIqaJ/NydViB3g2tl0LjoozVe8lRurnxRnFZ5p/mDLQCdPOPOj5czu7UWvBiVpU
WXw1hraOkQAut4twhQxbl+xkD2rg9Z0iF9OoJveuSM4yT2fmsVb3GKQJlEPQYf2pAFTmqxm04A2o
HtzaTq83ywyJxnUTRw85L/MvtWVKanfDWR9zGJtRudTqhRA9+KhEaX5m9ps9AP0wGF6RhKRDq73L
RzbbKlkyyCXVBNNUUmui47gjoBI4wFz6L/psmk9pPY/bVFT+zVKPFBUk454c2AV7XUoQtLaHyaMD
6oRzwxYCDJ4zUCna8qLxCY/wMszQKrXhbGj++pBqvrsdLaVfqV4T+0Bfd8RppE6conLZVAu5kUad
qM0MY80FeBt4cSdlc6xoPT1QcVHKijVLFw9LThEMTajgI0Oti9dcWFFvwxU/zSl2hnPlEXdA+xv2
Q2XIuLFGpqK8IXgVk1n/iL22XYftLJ2LrwGcyX4ZnzRzcJ/sfCh309qBzzoZAZQLyrE1XBq1h8ku
j3bXN8+jTenpLkNNzyjHXWOuJceCQJFVj+6LllAFJ2LZaW1mbCouGKejkifqu2uylSR5ytUYC9El
ZA96SeJLWjOQybychxUgbW5q33kPdym9oRlpHwyMmBl9FteCU5Hfo/kquKR+qV3aPs83swc9L63a
6kEfxEdfQrVdVso6L9WqDYs/iNqkVUApQ35TrIb32NpXaLPHhC6qZOdC04IDTy9VOFurmov3qXSP
xtz2t/Qp+GN1mvth6roinkqiPCF4KRtGWDocFuUtj0VvaDCJB8MEeWcCei4aOE8QBbSbqkoqBuWW
JCYtH9q7doLMEjoB+bLx7Kb5FErGYVTM0vxgIy18zpKCJ5B76WdtUYzrBtqorMqTre9DMrJZav3R
NhlpMuqd0/eWgBHl4Ed067d+f8gTobPkPCvbO1VqyX2gMY1XtHshXud0SG7m3ovWqGI/qUqoWotu
R2vm61Dack4/ZCRP86q6jxpzvAcvyPqTKyED1yU5QCE6NZ8sbcoupYT/hqzbhUmLAVzAnyIUCILq
vkgqCXTeA6L4DK4JzU1nBUBjeNNxnOvGZH42WLGcVb0pFhvCnkgxOrPygbkmhAVAlmI2qqcxTT94
Kw0z2UuO+gAtlrFOW9B+r4S3cXibtR+X7WLsa6/ss6h1M+eGlz1460g1nlXdGXx4es1Qa2v6EH8w
mFq7hQ8jORn9zWD29nGaXPmU8NFPCGJGwuWq4T3D5BJ21wjR2IKjGTdCMX5Fr/Jo5fjK+T4kXTX2
imGBl+/EXD/65nBvOlpyGufc2uAJup7InqnfdauTRNnQ8ovHoFAWphfPKW0nzSrR5EAon8ZCjG00
LP4VwzeLfa8T9muovNi2DeyskrnPm8qxs2h0MMxKSK6IlZY49wbOHYcG0vBpybn0ki3mdlxhY2cS
7+XVy+gNV0isxGPlmnqTUkifOkPTwlpa5hPRITYCCtzZUl8kN2MXtI+owOuXdkKNFNaYXd+SEgzU
K2EQbWy/ca8QlA3naU31jxYUpfu6TxYoHpwYKFqdS2HYY8QkX/9YyHm6se2aQ3AZ9Xs/ddKId7y+
twJMDAXi5XdWkQ5bCbnmJmjq/H6mtjgC3zN1NvtKCy06Ns4OUPXU1/MNAwJ/05SOdx/MnoqLxUzf
CAqrd13HBHuxyJkk1GfZFsL1X7CYIAEDzvEXBItTmMLAidwVmwQzsettUKE5Cqu0du+sRXof3b5a
QmWXJeKYBd0e/JY22/uFRxZvWuMV2ifMhTGbNh8WR6IRNB3rwEQ4+aAHRXVJLV/tOoJX3q9uWccN
ksHPqbBaSA32cCq02dvL5kq2std0YbQ86eGoMUjUc25cc7TiuYau+sbxq/Fm6oz+uLRWd8yblSrA
4jTUlIbGxjPsGB2HgirfdBHt3/BlzlRxwna2eJ6nKt2osocEZDtOEFGwIHSkusrIKiZNOw1HOHmf
694iKAo/fHQBARPDjjPtk1EF+Uuflw8UgGovZ2cI8clsnyGly1M5FuUhyT1XQu1jnXLK+roIhwCT
GF+00y4L2MgC6bdbRnTD0WecFLGdglAnCAokspdrLM20xWPXOsyoVD5SymdfAliNT+hdLaIGaryA
dD/lgAoESMNVkxRA6KvTN2kxg98PhhbsLU/Z8eLxE5Hn+wCDs9rRpLe3ykRso/qVoApvdBHWuF5L
O+QctKXsTU6rddjQiHiPhijA8JCapdZsfJLoTd92hjvs1WhYUeoS+W3kLe2/kg5jypLhjCAI8y7v
0okHOtrqfKV6s+CnpYTuMCk84J1VhGS31iQ6LzP9Q3JkozfB0c3kPof8+FXzBVOSwUAfa2ozQiMh
ct5tQ63DEiH0zl5yp7H3Vjv5WxMqNHhM0OyNIu3w6ZYzxXbgqqNggVIFIS0+9Ncei8HKcnR6MT0n
gZk8pZlDgDV2zeJGeb546Um73joZDDVT9TwMfTEe1koxKzGv8+Be9fd/byfw1QUPm91g1cX97E3W
HKFlWWPBNPWNNxYVmRCD2jM7fzEzw6ojj42M+QqJ6FaSZE2Y6HlAygaODnsT8zM+IbQU+H8iEUcO
IPNi+Rl/5hi5/eSKsXpP/eJHQvf7+O9g1kHf6lm6H5Og39edNXwtVtg38JrZKGti0EMgfagmxjxu
TNIxIg1B62YUqomYqmi7JkvlQULTjjtptsy21i898D5i8Aa65lzPwDlj41IN+oYFrGrX1ZsRHLTa
lKARqAQbEOJ6sDuAX2AfM0yohm50Z6zI/9Psm36+9tFlOR/Ryjf7YrByWu0U8MX3VP5u9TqwS95C
ECvKoguVxK0/5OPnPCjVtiZbYbNoWvYmHyAlbzoPpF1Z0BkLS4ykiUO29yGRxVPDApFDmj/WSnvv
VlSSQ1+ZR2wBsmOb9/JJrZlCsVHblxSp0LHp7Tb29EFti2LJLn+3home3PbyvcTwNLKEFmw7x/O3
Fo4+SJLh+BbGE+cTaPxwlTkMCUncYe+Q4jpoYnhO0ySPK6NELWERiLXgN8ob5nlm/5HdodnQuqxb
BMJWPC612YV/t53cR6hoBchixm7L2WVcLBDLG9PJfDT/yfQO1n/3lEKUif+eQ75RrT67u4LqZ1dk
GWQQSWP89wGTAD+zqmyvoOSdiwT+seaS32jYxbzLaWR2I8qiP80J/qke/k4W+y898u/Jlu+7L83j
0H/5Mtx+6v4PqJdND7nv//tfgfB/qJdx0v+U91++1Tv/8Tf+lC5rrv8PA8cMKhLP4X9YV+3wn9rl
6x/Zph44ho9vl4sT9L/Fy4b5D/5LAy9fPB98bJ3wBODEvoqX+SPyZT08nf/wgeAv/1fi5e/9thyH
MLWr7wBRUBbm9P5r/X+7sMUsPlIbpK3we92qJTDIhoi7FqSYQAzzxSZw1ijoK/H2aufw2Nt2wgbh
+icnELjZ6+v7hMMy6kXpjyD4MnlupW7g2ABqW2/myqiBD+HAyYlwhClfRxhT+vBM1qL7NI4p0UAz
A+IPZdX4t0yo3C9anrJLJsIXB6XMokUe47u3wCDudvEn+qWxBuLAbkWEcwvfy5PG+vjNd/jPt/lb
UfdfPRZCEpluGHjp/4cFYV+lq4GVqhHLSSSE9GFGhgoSBYK0BDSrpj1wqPSbWnPq3R8/+f/HQpq+
9MPYf/kb60j+bTs2L58GlPf/B5YUrlfffB3/saTurgr+v53a/sunb5fVH3/rz2WFo8A/CA/HP8Ql
npg3FyeTP1cVHkhXcb+Plb+OTwMWAN86Aug6BRAvOxUQHjDcxD8XleX9w8VewA9wAXF1j1//m0X1
vUOERgYZpZKFRc73XhozQVLdlVz6EHjMhmm8jF3mr/p/ZWPzr6u/NvghxA9QNBHapSmcDzW7fLgg
D/jmOf/Fa/+DO9dfGXlJY8TUgOnaA4f1PdxBP5aO5/zmxV9ZYFkM30RtTsmlqYqPHQ7jDPIRfv7e
nfN1f+tMZU2SGWbCncuZ3gqM5YTw81fOPlcjmH/7O/z7kb8yiGHfsxkcVukDo0PsVGet/VQ1OuQy
EMjD793/9Rv5xllr5ido68qPMJZRndq53HqVnvzCXutHX+trZ5mOmgmudnJZK9SKiW2/Je2ENfev
0+4vXpkfPZurJ8Y3Ny6Butclz4OLN7W0Lz1NHhUpQTCZ/ov35vu9+N9Pn+X67U8YWqXWhs35knrd
SvBv1+17RxoAOvlABXmVEBjjZ033yj+34O8cWL7d/H/0uF6t38oH4B8Y016KcbxbYfsyvrSXPwul
//LiOO58/2nIWG+axnG9i566WEpMxAH2zi9s2q4Vw1+8qPbr1LUSu47Rk+N0kcLYmIKJ3dqSA3gw
h7f++tT2iOvpbcv7UhQbRN5QmffV+JwkB2/Y8msbPMPg+8UHfRUX87/fG866339S5l/SXsECL2PC
AY2SeU1PGu4Cxa3L7MexPgPThAo4YDIPk//eY3rWsGQrQXuj39QBqr8//yUm5/rf1KDu2eQBZS4E
+H29Wk78/BU2rpvEf65vsl6/v1M6pqRW2TRdwOwPlvV5AUlyeSKWOqHMNWZsKJBAa70PV22rjV2E
G0noVSrSmwCQW0Q/v48/HLz+6j5e7TPoJgqtNxcw8/qqNgrQAIjQr4ed4fKE0FGatPiAIhdYlqBH
dIg3LfZM5DpiWhkldhKqAdaneyjLLSq6kEbk53fm/fUqx2nn+ycERaqEct/lF1FPKCJ77zCj5veF
DfUPnupQ6dHcY9Cedd2joVVjWMkJ9YlTvMVC5kbq4mveBTd5V78PrPzBXLTbMcjfK5k+aRJrIkwt
kFYdZ9qzPltOvqHdeiNsK5XJw5BYT8CYn8taj2dmc2jA1UcIYJusEnGQZadRg0CQJPveL+Amrnfu
oB6pC45wGnfj6J20jPBNTT9en1iOSw5jvDs5jbvVNi6FJj/mjbhtOsIDLVPsA8iSWV5dchfrMaEh
QqtwYKiqt7M2b4nX2PQOdt14zmzNSh2dvDtiBrCjOjwBCNxZRvNQVd02xUAUxmNyBof5rV0Qj67v
vwFjrlMUvGTcmhMHHNZZCjETBMWxMutbXTY2IK0lwwRd5M+/87/eBe3A/P4HSsUE2FmYj8Er2Zp5
z+Sv3vzepV/t6MWMbDmg2T3bMy/EOrjomrsPv3ftV5u33dY0CZ0lzgIJXpi5yZ3v5w8/v/YPVoH/
au+eNIl21HPEGa8pCfsZ7tGlQHF0z1A0+O9MFv+1bfqvajAYqotnp4s8L3NwGe3qWOjl+ef3/4Ov
9HXikNdLI8AuQUDY18ZwrdqHEdJo/POL/+jhvNpENUf5WmGlEhG0P0eaUzKGk6W+K2ED/957419/
9De1hnL8oBOu0Z9R05+JroWG5za/ygH50cO5/v43Fx/x78ffZu3PzOqcMHDSfj/3ZfZbNQVtwfdX
h+VREBVbyXOlqiviErpu+uXnD/5HN/5qodZBtuR6NvZnAyEMg931jKN+94sz6UcXf7VUPV+rhmlm
26kSg6gC7hzzau/31qr/aq0Wlta017HquVTB81ox8Gtz/Re10A9u3Hu1ViuzXwq7zYdzLf1d0yOT
kHAtfrEZ/+ji/7FGF8mUg4ubQbJlProiIZNL/Fvf5+vwo8RRPeJtn11G9Nke5akTFwm2aT+/+vXz
/0WN4b1apvUEyDjDHT4zch+xscRkvyofRVmcAH+/znZ+bAaY1w6gxi/yPn/0sF6tWum6y6qX14fV
lV95nyKrgR7980/zo2tff/+bRRu0XlrOkMnOZt+x2wcYdbRYdf784j+qx7xXixYtOw6THaqqafCa
T03taB9Wb5VhNSX+ZhVK35a8ZthMCfPOJ0gkCQX64qh0jAdKBnHfTE6yXT3wfrW61l2lw2VuOvyb
NNdwQrhy8w1kgJcS8Bf2geH+5gv0akOAkeYppenDufP9L6lCzTROv8rI++tmzPZe7QfJWCd9APPv
bHqltq+d3sOGwXur4/zhEnZ9w0gOekWny8PPv4MffcGvtoh1mOugYY5+RvIcGr0OiWXAP+e3Lv7a
kJkw0ORqYMZRu7hJpPXeEEqfvfnnV7++33+x0txXm4RhoVNEeD+cETzn8Fyd+mTPQx3L0TB+70B3
X7VYY+FAG3DLnqTClo5BuTbuSRAaf/4BfvDsryO0bxdXIqxuyJUvz96wmIC88sVd0CT//OJ/xPz+
1eN5tS1gq7jUOcyDc2AE9kEfWkSac/7skTAYWqJbN4WakAf6WXm7gCYC7FtiU2Vglz+/gR99uuvv
f7N1tF7FLuv2/Xmt5UPb9aex+VU+248u/WrfaLXC7vt6GM6tZz93uv0CheDl53ftXhfxXz22V4sb
gq81JlejwKJV48EQCxFMVhPQr2rI5FIU4nGH7CcuC++dm2V2PAtDhCWb1VHDdRSDMlRPwYqAEsOH
8dGrG+0WpUeyndHp0N0sGv5sSR2BA3AcJ2W/W02XCOFOD3ZV5rwRU1LHxjqLGGdCczNpQLSZnzmQ
+jAwmYyh3g8AUDFKDGvrY4+HNZMQ0Nmd7pAhBgwHvLPutAAAEk6BjGtz9d+XEGjo/FAgWAh7H9tF
De+Tcl6OhnC6GHBt2Sy+/jwusoj02SvipZRduM5ACr7nIkByg/feVEPnQq6HX+aEa6maPqscaa+o
8988bZxXC0LOWrUsqhVnmElljMMGDKmh/sVO94OD2Xm1HiCd+PZUTt0ZB7M6gifhXSmFX9CDM3PA
oAtpfZdkuNTQeaxtlv6iMP3RLvVqQ5/6zJap7nZntvLsgCYJEWFQg7iY0y9+wo9Ww6st3MQctiSm
6n84O7PdyHVswX6RAM3DqxSzw3Z4tvNFcGY6NVMSJWr6+rviXKBxOjp9jPZToVxZighJJDc3916L
IjkZH7WK4qbalF/Zlc+3/i/DwTnfzX+N4sIc63igw/lEKl5Rxiw5Wgo8jcyBNu8NjM5fPJ1PfoRz
MZlPS1E1umd0p65pb5WMf+iifvzvIf3JE7j0A01ZQUVoO7YnmpmsN19a1b3QF1hZbvGVRvuzb3/+
+7/u0ry0hfCyuTnBBD3SDvg7L/wv4uzPvv3FXCcbTg7HhBhJlpl51SuaFmbqR68dNsffW0gv1XnK
MgsPiKh7MjMdxhxEOMpVZBM1M7Xz//0MPrtBF6NAacqb5Wy6J5eaFWqV5qc8GL9Q83127Yv3f/Hc
Nhsarq2V8IxVLq+b7nuZfdu+fP0pH05cTr9OeRlJZ5t+czNsX7zuXuFrswNk5FQO/b4KxvfECr4X
s9gXMYs5TW4rO909eVlAzWacFGE+wsP51oO0L6ZoGWhLPPv0NrapQTMjfc/RbKRfyPU+eZKXFlJr
nAZI0JV7crQ6X8myv4lnrf7im59//19mskvFsZza3lQUyZ6oLW1uxpiDlCSgX0gFBvyowKbX16Ob
7L9v0yej1r4YtfRk4Z8bLOfkTy0FuzmtEr4vtRtqoMXmvz/is5t1EahoQVDQsGI4p7HJ6P1snzUz
+PjepS9Ga5JRedjImYfcagWY4A48pkNh4/eufjFefZeOLjjLfPE5HkLDFw9DanxvGbEux2tKey21
zvIkKGcwDDob0sZ+/e/vbZ6/4F/eIOti0LqUJaU5grvTlB9F7211v4AdsDHFY5wCD2uup8xZ6cZ2
qj5M62dpvej2cmW5tF7SAcJ/aw/ZUkCs+WLeM86f+7fvczHS7XSq5yKvPFQ0Y+hOU+QDFTKotJsD
mhfiIwcVtrr12nxfDDdC0ByCdkO19hZ6U96eDzHa/095yv/JqloX88KY5/XiUtVyIjjY1KVj0S6Z
qy+G7ievunUeZf9aXoXdZw1byfoU+841fMXDaGpfzcSfHaNZ5w/918VTiJR0XfvVyQfP8QsqhzqD
Ud5JzmcbysTIgbbwxgAE/Ezj4dE2mmdQdP79NC9W1Diw2KBBgUcs4IcMLudW9WBkK6sxx9vBsJO7
uuPfdb3v7eq6ecs6CturyfzBYcO11bblN+/QxXwzcfjvqFiKE113f0yTZmisi8sXF/8kBrQuZpql
qt2W7sHq1E7lNcw3KiLY2EGMqt7NZPzmyL2Yc0ZOkOitHsuTl0zvlCv9dMfn/x63n709F/MNBeSQ
B6nyPMVTsK6CnFI9aqH++9r/OGz+MgYvLSVZny4twI7ypDiz3Ke4Ih4aq86vTQ1KUwPsDERU1zRR
4Ldy1SfadENTRXkPDAx08NiUm5FWjBVYSfdnmtXD0beEvkkyUoc9O0FqIYxHx5zMTdyPH5O0YJpQ
iuWuKjqYNlX2vRN527yY2ZISiDHKJm5+D0TETFEEfTNZZl5MUnQkCKuUSXFiFG2Bqj47ffnFhPzJ
g/1nRP9r5GKyY+da9sWp8MVH0ASvxlc61s+ufDHh6ONEzaCq81MinWRtd66k7bDb/vc789nFz3//
19d2POnb3jJmJ9qwqrWRoJKHy/rVYP1H7/S3N/JiKrCE5jQLzRenytsMMHeIakiO3Qm158i9Ojea
5cA/6nfrvLRnVLIDtbPp+AQRQGquMBZ4e86KvnPyB8++nW4cICJJkNILSX+K8cA4pdfmsYAa4Dcv
FDYQI4eFZT7EQ7vuyE7ySb3/OvJXaND/+7FG4kXfu3kXc9GoayZNGmV5mhb9J0jRqDtXbn/v2hdT
EKfRRm4VdXGSQ81ZOfKkzPzmM7+YgyiqTlytEMUpbpNjbXa3jfrevPlPqcq/3iZ6I3Mo8NV53iTl
40NDT6by6Vs35J/A41/XLplgUtpzq5Pj7mP71H5zPb/0ZtZVKYzRnYqTRRU/baFVsqcm3vteYPxP
Fcq/vnURY29hw8nV6xYkv3olL/fyvRtyMS+Iuq2KSiII0JcC8o4q4LfSjLP63tUvJobUqX13GsyC
1nraHrq6uLFjM/jmxS+mhaY2XXDGKj/NZfJiuCmdXGekz/e++cWojJfRt2i4E6e5EcUmoWfB8upv
Ps6LUVlQ+DwDjClORh5062GEbloFQPy+980vBuZC1ilxjayC1WNj0hA/YVN/dRRo/HMU8Ze5+LKW
NE6aolCuyE66qW2ZiI8Me8d9Zq51Wn+vlxJd7L7D28QcTUvNOu1fYByuzdmM5mSB9soWu9LuEgCM
lrK2Emjs2P22ikeuUJIYtkrnaHIVl+5my1U7cr8hep69ZRzp/ELoxEtav9TsPl3mdqsAS9yD8VtO
TOCNcHa12g/65jxVd94YNnq+5S8Lr4U26nvWj9ZKQUD/mOrai2R/zf9oFjYBAtAOf/7px791/8mI
jdC2b9nsHlkMrMX/Lac9OpUVs7/Gw/JhFLR5el4WanU2f9hbPr31evhbbTjxQ7LmPq/2Bb9HSz/i
ueH5/uoUgDE+h0sa5ILpFgyH/Jp/5mPp43s4kKH9ihRu9b+3EdekLq1tbxO/gNOkcbAaYIlv8vhD
Dc2GG8JqNujNIS5t5HY6nNaY/s720OubIE74r5vzGjfTdVMN5W1tgLqb2pc4oNKyeTGdfTEmR8W2
xqjOvXzuC98hIb+SAL0wjVfZ0dQunDdaka9iAc6kFbgg6C5K6NTpr0336HGAlII1c8mgqq6MEhCS
02KenRW78y008PCwKVP6RkmXTuxN37/Bkwz1cb6iRXJVppQPNquioRUIwZV69QsXPUUAYFtftd9M
KlwWKKcjx70BiNJTlycYpGLnBy3EXyzd54jvb4Ph/Pd/zcsJvFqoC2wjvH58BGQ+cgKFnsECYx1m
Mu2h1ACX+NawPtet//uz/Bq+x0BNyKlIkyPEpyc7ca++d+mLNaAtWnpeVVecXJXae9qZoQVPaNO/
d/WLNaBRU+BCKGQfrdWv1QiXpq++yMH+Y77+2wO4WAJaDq0dZ7Syk+DdT6c0QtpxYIClygECsTlH
PF1xB7WwH9Jduhg3Rv/FFuyzR3+xPpRTL8opj/OTb5V/OPPSTnHQNY+V6xd/LHTqNz7NWV+sRZ/+
zIsFQ86x7TaLm51oN2mvRkzId6KLwX/RORYqpU3Xws+zKKFpmY5uqKqMSSPYN1hYgKkYak/buvHF
8vLZD79YXhDMlqUsUazrEAOu6Ycob4B/lq+ZbsORs+cEE0zZfevdsS5Ln8EIQC6bcwHAa3wH9PBa
zcn7f7+W543g//vq4Ib8v8dT2VtLReNRfjISSJ9V4CWgX+grPbcV7vVCBjstKOcVVNT6i+zW+YX/
2ydezBY0Us+xPxXlyRT5EFHgwmlj+b2DRuuyINn3HBPm24xgeazfBB3slW7++O879dn3vpgerFR2
mm+r8nQ2jRju8IN85xcv02eXvpgbZqUVfW6b+an39Oe4y8GBOV+lwT679sXcUOed7HWICpD29BeU
F5uy7b8I4M7NdH99lBej34j9WpWBnZ2kZ1aHadaBFziYMztILus0N7Mk1GA/TBD5WvOM2r7zUBoD
G3SqfJXic9zWdWoiE9GqlTa3wxrvBHT2JGhXJBWMnYRpH9pD4m4KfsRqNA1RgIpv4y9+wCdbaiu4
nFG6GddcE6QnhQGhcGifZiaBsoFeww8ncUc8M1NQwX/oqEGLgfMEQq3RfXHgkeTO6RxRLTQSsap3
y8ksIMgfcrSXZQ6fRN+wqe7dal14FfIr3B/2+hw6DH4cnaOtzPpRFfeqw5Nncybf2bt++K2r10F9
sS589ugv5ii38vTGyfl1BL7ZvDW+GmSm90/h7l8G8WVBrwxqOZIdzU+l0aQPc9aoDcnT5cl2R383
AH5ZI5aV68KooBjCId8KDYjMmZZlbQ1fp+cX9DIRDrq7ALC4GVFmUT0XZkq+QutsLEGdUa2ybpQ3
o8xIeteuGw5eTpc9XZHMU+NwM9VOAQeK0rC2cVB1DWYNT8LtjQ2UveJq7EUXyaQyD7psiERABQ2b
lJpDnpCtPfl1cK+X+sqZjNu0R4RiTYBy4ck4Yb/MJQSiRoZe2pwJxcKrQ0H3IvSnzDpqaWARyc9w
FFRlPdmjvWxmU8DULrXsj6bG/N2HjfMx1EPzkTZ5d7tAkAC7GhTrAGr+hhJuYMfKUC8IM5M1I8QL
EbwKkssYGbJ80o8xRfwbt5nKvZVr/qq24Boazs88teZ1DCgjgq0l6f1OpwN1dl4LbyRHKBUk26Jt
3zNfDhCWBvvat6sPmmeT53RJ3wIcUC8onpwrFKDxdkTqsHH0por0ColQKKxxuBV62W/HflK72VXu
qqRAJTq7rw42vdEraiuIVEfwt1WdPdNL3tzkGtgZDan9M3siD4+I37jvNjzx27yXdyzXUa+l9m5u
7WTNtUVo6Fj3ilkZ/ANOpUEwj4iZ6mJdel5yGxdddpuhZGET3muQDPIf4wTScC6YRuYKKu1QzeZK
asYQFQCOHrTcY5w29h8Kh7DfmYm45bJUekjtSZUUVBfJRJXgAN7nkA3ZvJ+XLAZ0kbvaT+hc5soS
CiVRl/U7y2i1MFkstckqz1x1STrskkIY+9w2eDogC+BD9nOy10XpbV2rmt50GnNXQWtj/hGTvu0D
arCwJ4I4xOy01uHynzRfiZ9ngwT99BQEbehNzw+xmych9d1EZd48P5aiBGSuayn5ffBC4DdK1+9C
ydxK+Rg8LNUHVCCBXwO1YoCTCAFwjmUEcnk5Bqyhd7K3k4/ejWuYEqX1005sWbEvjLELwqndBBr6
A+yW+raOTX81Bxr6BH8C4rno1ktFVy5EBy3u3/PS8vZibJJ1N5dzlKc6Gg5TDd0f3XZ4Q2u9OPj0
29HSDbLBntldqjMPZTa0YqtaOC+Dm+TwQQAbkcGFJuA0KDIHNfW7BZTRXmJ4eI8dcNjN6MH/qMtm
YkT09mH04KPJgQ2vYktltbj2zFcHZlRgpnspgSxXkzvu2sxbaJUJAhhlqTiIYLHeOj2zro1FnYWc
c5AdFAOT0LMEkQYp6C7tmmCdsJps9dHv2nXee9WzMQjr6Gg2jG+QrJyYIdkIA6+0PpzCr9wot3S1
ocCku5KKdA2J08y4SdOgiHeDcbYaNfpUXC2WA4eFXh5jD5Re3PqtXgRrMzCpHXWc6nkUTr6t6Kh5
6rszC9mx2ho8Q+pPuDyqAmZQm9FBs9Q0UC2pyd4MJcDyANnNjaZ2XH53zkLHCmCD2V31zqTPGyhD
NCH49JxT/OprLD+mXUN5c5tEUQc+9b9yDeQYF3LUswoKklqFHP80gJygu6qzW2gwLXXnL527Hkyz
WtZlUHYrZbcjgPAWJv2EcBWV60LrYKyam9ashu3S19baaRTdVbbXVaslMcUhR0HNmQW/RqTItGVn
YevBtLqWmMGOFc7oq7YztHVVS5KYtY9uaYEaj4RtStaBGNWdToJwNeWuvu56qtqKYQyiTFg4NGGE
QZHy6o+875f3jtq40JmXGPx6Fqm2jeIakMQijg1KqRqPFUVlghd+wuimebu8U+bK02DSzm4AhiNz
RjuMBzRw4Mz09Kc/tHQyjbpzshLDXUKmCntFbwG9dE2PRNCBtgYzEwa/iedOOQqynovFqzTSJUKD
RfzaQSpt0h4BLLwRubLzrndvjK42z4iU/kc/9uplxAR3TCjF3bWemtDbxX7xAPArvkv7bCBrItEd
OCigVsoMUgBIMV1ZoS30Cd0aZza4SyBuBiU8vcw13q3Z6X/OgP0i9A/tTQ8fiVA9qQ72hB3HSicy
CIZAaVMzjjoHvACcdPfWnbNuCgu3JryZOZcXMaqFVA6IWM3BXutBJZ5wUYhdCkTjpgFT+idPXdr0
punW72LilqyzbvlVFgiUafyI43m+G2w/iHrsnT+r3PZxGQ3aiw0TZz+qxnpTaJZ5u8B5QqhlbsNh
ESa5/sPI8l965d2mOfrrvDOsu7K2l9CeB8Q2hhoRCcUPo8kCUNmwef1OYFQJnHyFOh5YgjcpRObO
+2LPdmiCi4p8cyox/XCG4afaglwEJBJlcv1tV41d2C2ElcNggRG1UH9mBkKF0jKhONE6ETZpikHI
IrZrCw2yVEmJJqx/J1Ietl2i1nCu+HtivTciB/RSRTAlqgifYXNHPPNLF4jQcufMpa4C7ZrOebmv
qI5dlY3jE7RO1LqYm6At93Mqs20lz78o6ZONTA1EtAmePV33BUra3ruREEo2QdHo96NbGmsO7op1
YccWVb16YW0zgId8vgReKSDdP+JNtaxN3RklcZbS4ONanpmu0N/q+3jRBYWcs9wo5Y4RMizID5b/
Jgf1q8alCG3ajNclKN+tS+y+tqpMW5WAp3n5p+qALYIRwRiN16Y59RuvUDgr4tru17XpBJtBJB84
PeGhellpwwgUQxZlFVBnOicz+ejOPu4AdgKr1EDtC5Gz2HZBPW+ZjMjh4UHdSoHCNj/3ZmaALQ+W
MUD5b0a6RhuZBPuhbK0jtWv3doYdzc6cNlxsDUs9DcxUOrQf58j2hkZdFaK9gOWL0iZxkG2yk6jN
BKBqKlGQ6tgpM6dxtpoFKLgRKfRlAEPrSuVgfFhJDlVtAtnHkXFVasFruuTuXmS2dqya8SnRB4wa
VPvuh9aw3twAn0luF3/kjJS76Otnr0FzbhPIkTotqA+Ri6M92WBM38mA6pFsHLERhHP4l0CmOTKA
Wj1vUsdXbx1fMOpsQ9xkmmPs/LqNn1wFvnhh+Vyd+zuxij4wmYyrXpuGp3bR018+pHCEgtOyN9uk
3UB/7VaMWPgenj8xOLog21plF2wF2MyIJnsN1cBkmUcxDvWmFR4sLmugUziQPU5E4wGqHIFiQG9s
03nuET9ZctXkbkH+UViHnNgE06gUPjQwOX0E+GC9aOxmhOOxABoQajaYIYAl0AbtcvSIaAL2UJo/
R2p0ypsWB9bRbSei38QYFG7NyX+spVQqTMzM+oWSxti4g0yugDneEjOaj/kwPKNiiqORsn8giYm+
wqZW3edFTaRBvQgSBSu4lbFUHzrC2UMSZH/coNHXVpOZqN6heIa0tqO2S0xjlwJYprI/967LGqIy
fh8y75Dd5mPcsqWIRJm25zW7DWsFGIW5MubGwOzWx1bXALB74q0QWLwiF5nCSrezgrkQInSaB/5G
Zd3N3CbeFYaC7AfgzXxLk7MbLlVVrrwsnXeTX/0hh8/+RnXpVcG8e6XoMNlMPcaAOBYfpeP1wAEx
YnLD0pvZQqISG0R8jTlIqk6NeSNz8DGtawU0QBQytFGB7gzLYlq0U5tT2xHZs1ILaMZlBkzn51M0
a1mQrQuMYUzYgSk3gdTtPkptbE8ceANSS5vXSo/9I6hlokOCGFpzi191O8AMn2s0OGiV/2HTUMk1
2Aud5UInupCBeTWmSRXmPoq+5NzbW3vztNay4sMGpnRnWXJeKxK0mwnVUY+4U6se4flVtEBUZNb5
3r9VUw2gIBMtzM3c20yycbeQIqp9W3oB8a4SG+C/lLn3Y/PWujD0mwxHs+UtmCLJjoO9y+B/FW23
0oZRbbEadccRntMODYa4VpNR72Q/QKaOZ9x11MRHuauCGzVY9pNE8nx0egk0kVKAMOh5pRIaKhC4
Mr2B5yzZDGDcq2uWm1ybcZsNdXJT4AZgnY/9iFMHb+9ajXj2MbsRN7j6UecrQI/KXMrPiYjdGeLj
JEp5Y6RJzw6Ws7PWBlBvT3W6gpSF59FTxUM+8w3InHt7WmjSjGenBWC+IUKGKJHfqq63rbVfJ/5z
23t9Hk4zxHwfZ+W1jMfltiT4iMrGs/8s5BUWMGdQvdnHxt3jMCMJ8fXJ/Z2gAIdx7MmocIFp+pMH
TzpJp03muK+1Gv1o0OFP2IH2x7Z0fQMQxgLPFoPUoysM7iNd049BwqqHtKC6SmzlXs21Du+oDoD8
lUgy+HnLBuL0+ZCodw+6MChraYT5swamKAUtX5IdA9ub3LgdF9xVoWMLgKRZd6b4vjuFM9QQ2Mt0
Dfbt9xin2brCIx+WpqF2XceK3TdQWXXV6TfshBfK4GmpLGTrbOaCGcpX3Xw7KGa3uQEVPebJfM9W
KrifTQ13U55Oa6WN2UroPCC6HqA4w9vlFGrBTRN7dGDYfn0tznsSx1TBGtetvtd0311bQNYPte8t
ITJW56H02dIzC7HJm7VBRD5v333T1ek6psGBip/BYyS41oOwWmCKbDlB0smajjWz0iKforxNb8CY
HvCARqhu2+d8mqjbYCLH+579SZK5j4YeAXw6+saKLqVyYwSm2OZCDdt6cI31mNMZLMwJW/gwNTeD
KTM0C13zJ63j7BXpeHLFQuk91W1f7DXHPG/XWxuAMU7BJYljIM6S3eOi6j3QvfmmDko05eVib63A
mW9irrqd9AEHe+G1K8OnDDI+IwEbhUqQVqPxjjNabn6dartuMJffc2u5K0CmHN42wXLKZo5/BlH9
gjSn3bnloK0bWbtP/lLFu4bw+6ol+xv6C5uJqQLQ6k+QTYXlZxs7p0eKZlnnsWrgay+lHd8NUsjV
4ND/UBGeEOWXaYaa0LDu0XThvaC+aZ+0i6Qd0Bme6GlmV8FOYz/Yg1y77fg62i5tdXBCOUX0fA4q
vW7Xs0Chy8vUVcyRQpjNnoejmhNW1ULQ6nQljv2E4KV3gxmTaJUMu9mg5EBUdsd7IcTWwMSMz3bI
Xs2K2yQ8B4dT4dmwDdSPOINEyjJQvaHd7TYCyZYc7FtzmIPtNKewbfssv+loxwu9ejRPbtqe0Pvp
Lrz5yT7odao6cKs6KqnJ09JN3/rPbu0ZEFOzVx8eq6nnPQ6t5YMd2GuZxm9FV1Z/gN9nkVTeKvMm
faUmhWfRhRSJn2j6oce1s/dpA18XkEQjCzotZmXMmJxGI2kjkbPpsqZY1+k00BQ0ZMfZ0WhD0hjK
idu3awb7+2ymRUjOwmFMBR8xKD5SZThPjZ59rLK67ECi666gCu/MvRRrfEEY6gA2T2FJVLRWKSiL
UpXOozSleagFs5Utxt08tereWCZtU2Y/gWcvzHkIdAt7PrE98nZsvIfIO+OJVFm/5Glya1cDb7Ls
RnZn7vTSd7r3G1O5yahQjX9fcPJ8ZeaaeZ/aGf2VlqqecRDZp7iXeGKBEocDXNR1mkiq3AuEtiRO
DPSKbJBrHUJtpwevnVpurNS+im3O8cER14jYTcxitTtfxWmRrUYwLU8V6YZrndD0d66wouF0yXdD
Pwdhj4K6qPMn7hkYQ7v5XfZGSzopUOuxQqw+1/3z3PsPBGQnWAJsmw3zPQvKx74S+Z5iXi/CXiQQ
Fjs4apaYpWYayULM1g17lT5ksFwjII7iMRfIQJdyD52/Rvmje/m1yrTuqNHTQ75BwAct/fkHNsRz
kCGNqMdNhgJRrtrawYYUHAOV22EhNA+PVKz4/wBjXdSM+sNF5gDcnmR3oNJnI0iRM/jHvjStdd+7
r67jPNm2Mz1bvK67zKjl0a1S95FUfwalPe23bg8xW1axz+N0VrFS27rzq98qUVjFpTdCF7b0+gA3
D2q/6PWdXVtuxGYAY/LsgtweBeUnoVNRkj021t3ZYaYL319bIsOxACDloFkdxAH286u6ypC+glJd
6Wlg7yrsG3jHKmcDIhjFdlul65I4aOVqmgeu1p4jo52qlzYN3IMyOe9VKWKXXOQ3i9nNoQe/ck8Z
yUFvzoLCLmUdNcYN5OP5CH5Wu0NMkT9ZOXedJx1c+SbSTxX0RAGaeev5BjtFx2F4+bCgO8EOkmjg
l9PDms9qu4uI8G+Zt9Bls3het4t9peL66BmZgYGmpbhCDBJPGrjP2JrfobumUdUQpDiejll6qsqt
ZhcDEcDyyz1noaj2e/CkCiJ0Ul7o+YDfOVfKwG3IX4ZsX7X0XJaoZzfDRKkfxx0LWVLjbiqrK9OK
4RMk1vNSeWBbmgBBkndsR5qFzE4dpZTIn3hNQpDyx67GioFsHanaYPyyWNraqcEdUCH30QeNvYH6
MZBNsYhBjSm+s52ATftSzTu9ktkLThztLLtKbxs2FPtxrs0roHJO1Hu+G7lBQCdakx68xTy4HWe6
prFtsZgaZD09o31KW9M/4UOqmVp0/4D7CgSryT5vwkTNKcPAsuzrq8J1FRrSYJ+l9bRO8QaFXnFW
kzgYESgwzX8ZCoNYoz/xRrAEalmGn6v3QsPUd2MPJQtmDbHezh3K46In752FI7WsbxDf5WGlTTC5
77rFhXk6bbM0azmeGKn2cLRkBRhRbmzb3LUmGiJPC8KlFee475XyYDjdIlgNMzP9XN0PS3zwfQ0J
c4onoyXMvCuLZd1awVXPAtf3/mamNjgRywAwWeBjq+RtDtRUagIaa6WeODw9wda5MuLprut4+sLG
kWYUjh1V5TLuhmE8JZRCQSfP1Gp2MnEqiqDejNMyPPiJS0Y8W14TYTabTHuXTf6+WOT1bWgHkQuf
mi8FwpgTvWzjexI1SrUc6nkYdiks+DDLeVVSwjS8iEHZPCuVP5acecneeyptsWo7LBmTJt68ov1I
upJKahaLWJTGuSvzmLHQI9IzrjWR3HPEEi3VcmdKvdqbJjKP3uQwbWmRRPhV+jxp6k8+WDvLpfq1
CSY2QPKedEGxzd3RX/mLSMNkGo7s6Y7lqPc4Ko3dRB1sVBRxGnldUFynk67deClf3xiXtZ3rVy2V
zEw9VYFXOQ0ell5PqSPingExJxEKt2Pp7TJqW2cN2ujBUbOIVBaDjQqqVSDJJI1ps8uKhOpYs8If
XYgyFKXqX1p0S2s7jaEbdOmxaPUdwoVXuqr09WgQJhHjKRizXRANZUz2aZ6um4biXWP6Ke1+RyCp
ISCocD7lv1wZDIelTxV5MLnzJ7EVTfaWt9mR/fmVM7P2x33aPMaGddV6vx3HfKl1ebD0ZCWnW0KD
VZGRDHGDIrvK856qYFLz7GtGfUTjI7rsRbjiV4cVllC32Egrex3j3ruyJ384+D05PzNprevKrO/J
5TohJeuP4EpJ+Y7LoetlT4UqbdCaMWqR6Y1vmcns0lr9ddFwHOr0J3uuD12dvJH7rLE3vgeiJgEG
EZ6y+TYEdHzUW7bUMjOMfSrNs7MW46VMVkNGc8ugzFuYuzCypSHPc1O+bxW9GsHyUgU6zo2x2c4U
tgi4VpHiLC3y7KblPTPtw4JfGZ86UBMsSSesCU04+T+Y7q9j62Ps8MtTVk20p5b+evIgrtvl9JHY
gUISyxQx29qfwtJ2hum2e3pU9mx5xJ5Kr5yjFlX+HOO61A6DMfvOlvaYnET2knhyRV1YyYl2iTZe
5ZYK2aY/NVows674VsKU6U0BtWye/NGZ41nnNJ9POa271Bye8LnzoIGdc4jgsX0zGptgRRuo7GkC
ErQDRpGCBnatVTezZItetUQQbPeLR/L7H1qpNTuNrtIWa8SqLBpM9Wx/MXSGRUabZqrrztoa3DdS
4+7KbIw/XRncu5QPGgI4XJKWfURSs11bcV1t2/hnBlR81lS90ibZkX4sXmYj8yO7rDAvHakf1yMd
5WvRMWZRviWhh8cONWE4lM2HIv7TTRhnXmy0RLKCGrlZ5+RHtzcaJesInBBBOu5VqfSoTthcYScs
adGprgZu0TAjPtQziO86TjP+Kd29CHFL/eG8nJntdKV0KW4nd7qnVWadWv3Ws9WLF2ReKLw++A3p
c6u7LHgxGyHOxH8llYHpYJw/8qILdRQ1v3QffZDsaFibQaFp5cmXyb3esuVuLOFxKImszo03g1/n
6znOdxDAUZVXIr12MjPfBmb/PHbSi2ZXXHPGWTINcUxiDYBNYgJqsjM/65JiOMXaupyFbQmW58zI
30h1kRtz0wIyHgdtSrWrTsOoUg9i7brpzNxTPWhT8ag7Fvenu7EcCiTi5kfP+xl1bf/o4wRZp0It
dJsuP1oj+Ikd64cZdD85Y1zWmm82kSEmsWKBcdFF1g9qMY+5/tuwpUea1Ml3NlXVRzUWZbgkPQoz
EdhPE8H62urSgwEdbyV8DjVyzWrv8TA4q6avd1XWs3VKsW0Kk7x4jFMk1Iy2/J1N0omaUn9pBq1f
aTlJh3auqshZKE5rLRYozxTNvUrZOCUg9dlLzvKFXeB9DEVqC7CbEk9vKpiVZnvnx5qMMm9oIt02
ip2rhmen1robPc7i9eIblKI6AqfnVEwPpd0Wz4hxSQzbaffge6Ti0jQZrzn5c9fa5LsPnhq8u/+h
7kyW40a2NP0qbXePa4DDAQcWt8w6BsZERnCWqA2MoiTAMc/T0/cXzOxbEqlOVpbVps20SEpMEgE4
3M/5zz+URfdURXKi/vBI3aBAmK/Hog2uaG3kXWZo856TwL5VIeHbPglhBBiPOP7U+NaLjhLFjdRn
c+6rjcqanHvNXh6Yg31blfmwfi1VCQwI7RVKn+6y5Ai8JA8bNmEzFff2VMi148S3hUfOqYEh7YKu
JF/NVuffDO7sHUSVs5PgRLXQUj8jZc03GUUyOREDVgYWYywYCGLDZIHQ9IoY7bnK7glEbtm57f4m
rZ2K6jBPFn6HX19UAH6TvG20RnPVUxoc3FJpkrWIXC2MIFklVkeaWFuO23koLmaL1TtFsbF2azv8
zI5NVmzXfBlmvDcXBXFSyMMMvPudgpBRN6wOVlLKnTEKsSZ9bFpixHBIM9Esca33j2noC5DAoEN0
gnTuPrJkfinErPEnwZVSJdMNgVmwABITwZ1txbg0OjEHZYBnXhrbJ4gJ401UGWf2jfnDbnleSe7Y
99LO05VjtAwe625ejZnxqRqZDQxtWtNNMKQf/OBOuRLYrmfjLJe8HnbFKxhPK/AF4wHXDIClEY0z
C4hwedU4pLiLrtpaPZgB6KLrrLTnzYcx4ib2k1PvwoCYmiU0mVCsCNs757ZJfZ8nzbQvHKNcpYMz
XA/qDDnIQRGmnuYUUoZ+HDqcMeep8Ym5G+5BF3C6Z4wu2c+DbksEmn8cZy+8FC2BRcGYwicYhnrT
64pQXpLgyR5x8MkqbR1cje0Y79xR28+VlvNqJmrhUpOdXhPuzCSL1BEOBSeKNq2mFUmYsW2Y+mLA
7ZSZPGgZaGDYwFtUg5t9CxqJNVCfWRSI8EgEDPHZDL4SE5fsXN8Ru7Zq5t0gOnmJnTSBVJEbZy8D
r9WJby7lMqrM+dHtW9yb0pYsQbcxb1XRpl9kIuz9OOR0p1FQfpLeYH9lSObCgSHRO2aSt4TexVkB
YipXep6iK5DPcDmGoTjmXu0vHNvMQJBdwFSNAvZS5CPJdh1ByqVWyOeSptnVXQqcN/Xehim0/anO
TOu656HsRJu3h5rq5j6hkr/1q7j+FvZiIqITQ/+VmZntedgGH9+C4qJbqDPWUBmr2eii6xHQ7Ic0
omxjzcCtpFIWQ7/sgwTgOw38fFXESYpdTGWA5Lekb2sS0a6gVxO610FLWFgkge/nPomPJKzO3+w5
b3lHatw8+7J7rs2K/qLI/W0ymeyM5OhsiDuQ31n1RK2ERMHAX/Ru575tlh5hxoRo4A81gUc7zlNI
gvxVXXv5RdLPtPhWgd3uggmtRKZVtGO0mVTENQyR26zIlqwvB3uMrts8tC5VExqrTKtiHZOETGI0
IzvAUG9T8Tnh5tgK/ls1es+ddLOt1QBc66472w0Qc28AUAvxxXVH4t28vJi+ByncUKaFDEvDPHzu
DTXsTNNW96pK4waLGTmshGhG5jVsvAykwfhAA1yTbDnpAwMWXvUjZuVacd4cY8XDhBYnvWeHWesN
Q9H8WWh3+FH4vbeI4wCATXjOdVsrNvpqDH+MrkxudZuplepsxn5BMOyJ81VLEliY5Fh2fJFJytyQ
4/4ylQ0KnGk4pK5d71JXQp0YE7f6NBccPn76NQpV2JyRm3RriGpYDlWNPasvg21CovAAy30djFMB
qmSgGygGD6W7Fx2Ziz0mJScnoYmsEjO4S/24fJjriUDQEFSjWGdN5r7IcABaMvjp4TCme8IANJ7C
bX0hrMS6JBPZXBKC2UI9g8YTgHY/m4YfHkvVM2ZKiPtk7KtOnS2xOKlqgi/rqia2dtbsidHsfCdJ
pEfeBs4SxyTu+h4ZzGRVZVfE+LbJomRqcl1Ay7sgzSu6a5oSioA2IAsQmgNCl7PVn4nbFw0JZhd2
z+UYXVjsSvSqq8hzxNpIKlp1VdiH3Aui5zhhCGlG6aewyI1Fzk5gLDEFc/SqsvLqiwrd4tPAPVkr
Z+R0QF+MsRoUoKmHVrPQRp5sqqh5HhJyLhtZf9GeGjdop5vrpBoaMul9sRU4Vx5T6dqPKmmbrdRT
xhTOBpoaSyr9xpnob2rrwizItVQ96QuBkw7LbC5hqxF2xqVQzFbF9EU40zkGeggumOJ4tM6eWquY
+JA8thLY+MyLZ2JTLnzPYF48+O1VMycuAxNmQ2GABbM12O2iYnDzrQzg1w3Ebi87iD8LnaJpmUkP
2tjBCNBlhslVqByi1lvbDjfClixKnTsrtyH+S3u8CZzP6VNk1/WpGL0XtzXrSzGEbApNbnKyiPSB
Pb9fRy6YZ3tvYgJ1J6cSqKAu7F3QEZciI5UcJjCyy1wwNW/z3iAmp/6RZW6GEVWbXQ5DXFHexnhy
DkN7N8DPZK7uDI/OGMQMOE3mG1iEI0hOAGrsvGiuZpFMKysgRxg/o+TCTbHhEzhTnRxZP7H81Y7Q
vXFFx5Ztx6wxnxIv6PdTNDBOVnCXCIwxH+LagMmZlLeUYyXR8yLj/kXGaXAaYqaVp1Yw1CwavzRh
zAgZVgetXmBoSV8dNnz8GEonUUFfunCYIQS5Nq9Fna9VVBTr1qvp18rSP0L6jy9aRTVtMN1eBm76
LfJKb9P7gFZRZJJZS1DYlsO4ObgcQwWTtkEc+mIg4HmU4laLifDgYgw2thF8DoJWbMaIfLcx6sRz
UNV8WbXTZaJ6Zxch095IU0e7hADKTVn04W1CzgfFxeAYR131w1L2dv/SEvZa8NnknU+sMX7D/Qy/
JtLlRgUzY/y6fyFHERIx3f41oT1TyWTZsy6dUMXLyWEiVdmW3EvIPuUqa7r6OSmCkUfY0UcQu/2S
dFZ+IMPOvcanE2J+Ynzuwim9bCvGkkKKbF0FAE6G6lvCq+xhA+o3HefY6FZhlufLdm7nz3YYqVWU
KXtpy6m5y2q/vq+GrL4YalvusOQk/Y+z4UkP+QWMt0VfFz3QSbSUGpaFYXa3AOnA4I0tF+Q+Vqdg
tJK1Fq4IFwy0+dlFUS/bLGI7tATR7swhmdetZa/7izKqYAJnOwbhq8GbIuLHmnxfzhggRYPZ3/fp
VK2NftL3eoY0pkLRvXhgVIBuc72vptJZqyngy1AzgaCGKBbOKB/5X5u9w5lLlrJ4iWBRcj/bfuMG
On2e8cV7GGTSXrAxBJd110eHHPonhhO2v3ZnZA+TlbTPFryKL4ZsPJc3pwlWWW8+dnyqDXdX3gak
It/5rldFi7Lu9Loq5moVjGRxj0a1nkiIOlg9VmOiFdMdQskJDzlpr9SU5je1VUKFSko48aLy4lPo
e84WOzRq79rq9hAXxtv5nBsej1O76kXlXzUMpT7RKtNhRgQtvRhjhOQuKOmDylgBbXeivYytfjrR
QT8oO5s2mKk62AeHXXUZWsNDOdPXimqulr3tPffaEYcaP+xzBvliYvCYMIqEFYna8BYPnS9OXLx4
QRgDBWjwVcwagC3ccvhhipnRT0KEMZtq3q7oVcnzjugxcOszvwoV2JuscOKdLP0SaRsjw2AhwtAm
xLoRY40NPH9NsLCxnZww2Xq2q0j5zb8YwwQHdMajbuv6mpBjPcGL8lA6qpJMyjovc+avDjlOrr62
goIJl9L1zdTM471WmNSVTOuQ3DExj7Jk2CSx8SUdvXgJE8vZOiWjk+TsHbnBNTE8pB454wxF7ZUd
sjlgOtpXR/jLD5PhFJtalukuxzdz2ZPoeiIe8cmBunLQWW9/djzoKHHURxf+GDy66fhVY963SrJM
riFEIAYsWFJ1YAe3ReJtTec4EN4euZqsSjfTx8qr81undjkoiRmDvGLN2kA3GM141MN6D5ldLNzU
OM1pqUHy7a8lG/KS0/1HTCJr62zC6sa0m/YoCCc+uqgT584N1wF5dWsvjPwrM52+NpaVr6yyB+xt
Yo+zq8s5bcHt0kzR4pD16r34FU5si1bBpopm8mAn22wuRl3hywdOsW4dSKCNDxsPpdXnvimIvRQd
pjtmoIwVpF/3zmULPJFGG11XMCCeYl3MP8RU5PfChIih2s66hdiRsBF1OXi7oUhG7eNPjtEg+4T3
R4IsJMcVpHtYmobYBp1R7g2fDnCdOyK9adMRLhGYbcXYL1DVV1+gj4WuU65LSFhbixEsPG2NWTbp
ZtCDU2sJD5bjYyjkZkKbyojLKK8joLnd6Au9nYhXZbhjNZf4glNSEkgQNEN2SNNBEAzaBYzdw3C4
6yDebSB7cWINaUCs+9TfV2aRrqjqp20ZxOHSAmu/jLQZLqFNgPj0NDgu85TFq0ltYABLhH7iA9Ha
X702AGhTlgGMmMyGfxpGCvEhjP2ND9nuW8WMlXZ8hugk+mTd9Dp/rFxZwD+swUKWHTGOK8etxAYV
gekdIi9hfJfSW1wlU0MABIJLDdvGdW60ajkr8Xho6SZ+NMD4x07Gmrxjt/d+qNyDotbB2wmYiG6C
bHaPZJEC/Wid3w2ZIGWu80El23j66sNM3RcGcsIyAT7sSalaBXEfP/QQpwCk+uHQ1iVEiMAv3Aty
SoeFRTgQHwQGsDH59VUDcxUoPoZuEKbqVpkZlBKjF4t4hM1HpWJuSlF9BnwkFrEgd3oOoZDPUf8N
T5Hsq2+O7ZEePHjIwLU2fjUX+2JORs4zTVNSskBr7U5bOiKxtOys3vtdrlcdjdHjrGfiG5q+5Rwi
U9iP3HBP4Hez7+sBMYCK4XKMwuk3HinKxzzI/ee+B9Wr3SZYq2yst1FCNVP0xUh4BROO/Tz0Yotk
o6d4dalnfFq0aIJDOSbhHAMPe9VT7ch5PbIXLtxYj5dKI1SkInKJuaV8IDCB6aZtEQRMImL7vRXG
qJeyKYrPwNXZ7dhA+yg0Ca0V9kdrZTPrnS2i99q8Gy7HDjIlpqJoZjJ6knOuHjOw1L1VVnQXmVWw
MfOYeVxmPUGk6c6RY/LRs+tgC2O22ORDYO3aUsHgkqEdL4rQlXc2uY2XE4w51n6dLCveI7Ad8jkH
YjJRWLkg+QYp3QMWwp94yeNjICGf0iRnj62P48BCDO4EfuM10drv7OEkqiD8EvLvy9jr6YpjDs+i
DLDxmHS3tzIvXjdYBK9LPyRPeqDPTx1QjRBnNhyt2HPB6+8cqO0r/DOZI4a6+toQmUE/EA/bEOL2
0jKm7tBbREhWekh2ue81F3r2xx/KCXgXfE7QDcdPuSR1N2G4OpCmYTQ9mpQmnsM1chz25UanQDXh
9IlkULUEH36Zza5b9zbMStMOp2iJb7uxlW71JRIVY0sIRmuIO0QiQEoZ0IiQvwFOisRDVeO3wZmJ
7U0Yf3aqj1bxoKNNxRt4NOMZtVFntp8ZGafrIkEROtOs7szJc/dp6cUwCYL8S5KkT71lAnRG7CFS
IeoIiunJMIoZaYx04IY3xrKEz3uboGBAQp/yKk+OchLYI4TVuGHH6yBJ83yVOf6tGLX7IuPP2zw0
knr+nWD4H5vvxfE5+968/abz7/n3d5Fz+OfvPUeV/fLFOgeFmm6IKpluvzdd2v6cE/hf/cf/9f31
p9xP5fd//QMCc96ef1pIltvP8WdIW/+dy/QuMu1/598gniKa/eNH7b796x98/59haf8kOxbuto92
V8GROTsx/xmWRgChMH2foDQfvpZ3Vkbm5/C1f/1Din+6xBby6BSRaa59tl76MyyNf5K2Y55/kMXf
W8L5O2Fpr3ki/6nBU8J0hbKIH1Tsl5Yp3vofCt7RVtZwUoOgMBnVxOoaniEDG3cu0Nd2GRneabFj
muc99CptOW8r4yGoysuK8eDGT421D8Nr5HvibOpPgDZQrvtRP441eIZ2CNgO58q78KWfLzGXfsnM
+gvxTv2qN6YbPLf6DcUnSokOedIsigRsBcNkslUKdFc09rWlvwAqPZXDHBNDbB+mMXgw3cgmrnbi
CKjqg+W90gjyh9K1yI4a4u8AMgTdEqtehHJlpgM8DabOIB+T2gtRtBsbLdbaYpazJoyG4G8L5Ys0
zFsuJbs658hgqFWvaemZWEF8XZwdV0/hDNMss9i78oYcYzrfihbV7VeBUbhw5VrONsu4mEJKl9lz
54t2gFNWFvY3VArgfIPHVktmYUeE7H2clrd2WH4jFfyT7AMa3UY7P4zR2nsjsb3o4SXI0bBlxwRR
SnzK1aycwQW9/A/Pgv/pt/VKv9RFU/xo376uP7+t/z+909bZ1e///VbfnSM/fxeEyP/1n0GIvjDJ
LiR6Bvn7+e35890mCBHWCdmVSDCA9M9WE3++27b3T9cSNvi3rWzYUGcnoj/fbdv+pwDhBPJ0bFSB
Ptb4/3dHu/7jpf0j9DX8Xvz59c9Bam8cIBkEc2k+VycVWnbhmG8kvA7ctJC8lvCaJT5dRw4h9L2T
1QunG4wj0cIF/AFqndpr7YUOOagXRtmmW5K+2ku3SSMy61LpLViJw1XJgbaiBSaWLfAV+dYC7/iP
vBnOF/TTZnS+YJIOpVSmY7rKPKe1/uzPUZcRoZNtHV4jDDNuoIUBnouku0hrES7dLvtcjZLpTe6z
VRgAhJsK/6wPDDx+9WQ43zRUOII7xh8e36vN509+JC2kx1YqrMSM2JWnYFbiOeutagd5H+5BYybN
SlZt9OmnlfW7Z3U2APj1o/OAhG/xyc//8XYfjvTYVKFoiuuoybV7apE3PjmZK46TKPQGZzh1OZdl
eI9t9VkQ1ReWWPjl7HmIV4KEXWnMvRvRDgF5rkmYr+FsWx9EX3LmvL1E37Q8oUxX+s67aKossJup
K/P0uvWn/HKQCNAiv2nwGYKdWm3NSlk7xL/O0e6j8SP3tddn/+YG+Z5SwpW8a+pdEldj1rGt/Ca/
jnR9jM0yuifanj4FC8orAyrLHp9RRh3kg5C0La1611SIHvxUx/tkiqzV331etrRN5cF6tWyHt+vN
u8V03ytgYVonLIvSe676GxEWkFQGYI3ecvJ9XZjeBlQsu9VR/6nve6g5wvDspfbz4HtSIME9iyzN
TeoOwfVfX927J2VLKT2T7UW6TF3cN24THVE2IAHJfEKgS0mfuZ8TTUuGtUgkACgKYmc6JmEIVcoq
8D+w5nj/pGwKHgbqvud6tue8NQYNUid3B1Vh/hRqcAOK7PLJwjHuIOcJQb9OqisM0R8HAkkxpW9L
+9oui+h7YqbFVaoy/YE/g8Um/Ou65UFJEx9epVzBhb25G3OsgJXaQl8D0bD79aU9vMwIr46mPzbZ
RWSEKAKBAB4KvxIQCs5PRjjldBkaRR5eJbnIIHX1U/tgfvxSWe/2PBBZ5De2KeiolEug9C97nmPE
jsbwyDtVpVkwmS3mozeI5smyer15nWR6HaMM9IftIY1jY19YRfLBaubEeXOHOCc4vQTVpsVp9cbm
Q9c4InSB4Z1IdIe6npWl3pigDwdTZe1DIhl0/vUC/c0aUb5nuaSKYEhjCvXGx6Vvmj4us9A4TdjP
oamsQQhHfOa/WWIyT1NZyFujOIPWoedfQeE+k4C4uMVQtfXe1a7/+NcX9Pq+/rK9sHl4jkSXQV0t
bPHmMRCN50VItYDQwG9vVBD5L/VszRcmYpmLtml+pH3vb0LbA1ycR0TPQ3gDA7v8gUU44jL29A4C
Twmd3zDj9djUwcHM8W9YaO09yC4vt93Q6c1fX/WbxFEOK1419kNl2R5nli/f7EJmD3zV0licaPaT
9dyU7daoom9M5ZkEVQN5CZyn12Eeo5VgJtuvgzw3LlUcpMuuCCP4VzOKmARoBtNP8nFqs4UNHTIc
yuveOnr0izcfXPL7t5FLluiMyGUnh/Wt+UchkxzYInJOKlEpKs3GvugjmWw0h8hF7TXOoR3GaeeF
k/M0Qhi7SMLhCZ+OaV3Vrd6Mrok2dpqij3atd+f++VY6EEcUtQdX96b2oCwowVdreRqiJn7E2i7Y
xFJ3D41iWA/TVNxkY7yKa/T0ReD6e+VXE04LcWtcWd3s7lHmWkd7jmkGbLd56TgtV7gp5OsP7t/Z
VebXheqZDm0b12g7wFDnd/mn+iTrUoPgBy1OSdxSCTTNWOz0lGAi7QMocWWM8pC07+w6fc51nGB8
M08bo7CdDwql95uGx406vyssQVu9rS4Ns7dqKBLihDMeeymzqm8+Iwj0zmF2DJr2o993Nml/+8Fd
z3F8S52bYu98Y3764Iw0KQr7VJzsIojNRZO/YIaWb4oyltfAcw5yMgTUkM77RUsi2Ufr9l2Bxvqg
6WZ1nHt26b551TT945zmvGpjYKHKa90BnqLrHTs/hXTT9nsl5+TSy6SG/N2WMOSr6saJCKgs8sx4
GYvy3mN6cjNyav/tJ8HpITzbcjhybXR2v96ZDH0Yk5ugOTGqL58mevKUKSenCeyL8knmvFN/exHa
5+OKxoL8d8mJ8etvbJV1XofOcKJtYBEmJMDsUzLW0GMTJlsQcrxytEaebaoeyZtXrUa0qAZiuo8O
kvfbiW0LymXPsQAzKN1/vZIAZIAYFG88RSaefq3X+Bdlh3y6D8LIXlBf6SvIJMF6SLLkss0HDZFS
w1vtCwVFDLnvzCv72dMfxe69L8Ho4FyHSHsaOh7P+d9/Wq1kJ4UlvYR5Uu6gN9bY13sp7IiZdeE+
WQUaCelP1iIsZr394OG8X6m2dB0qL34r+NDbisJyutBDbS8xXyjVQ9n3KVVWXuSLmnSVF4aD1lGC
bF7bkKeXIc6Xi5nc0AG4E+pLEpnlasqHYTtGU7H1QtWOH7R5719klgyglmW7rimIW/j11lRmA8mm
EvJk2kP70LU2UGrVdV+A/evL6BwvruYk6tH1WQ6M19T9+sENOm/lv+4kAGi8L8qC62HTof96AaaL
jzkUZLq7wjc+NVPGoJFk2ZUlQtydz6eMqix9FdZGhIAhnsLHPgxirAItf3jAvOrv5QOdT/Ffr+fN
zga7L+uTIZIn6BefEUztLT/+8cFn/s2iADS0ufMm++e7ReFZfVx7oYeyqJ60ufTmtiN7nLMjRw99
2YVpeBknhDTkJnkETJqdbQhHdaf6PNlFkJq7pSWt9luBOcDa8jv/g0X7m8PEgjfOOXJeu2iJf30k
dREVjjk07kmnrInXXUSPsXNo4OY/IZ5pHv76frxfgx5lk4Jdey552UJ+/X1TGBuSNDHnhP9RvHVw
JqJr08VdlhYxBbANal5j2pKeE60d6agPXoE3LpSvhRt1Jk/kXAidq7hff79RW7hklJ5zSgyn2zF8
CLe5l+Yv1Vl0bsXOyprOLwhS8Md+9vIrMXn3jY81ZZwM7jbE6OiD5t56v0A8LgjkybVcDIbcN0/A
BuIq7dJ1TwbP56GOixCAwY7Di9JRXg2RUv2QMlbLqOaMJ4Bn21UJEelRlKM3F0xXkaTqr4MZDi/E
drUfBRb+5oFxl7jVbBnUPW/r8xIKgxHayjtB5CZ8uKtlsWu6bHiJI1HsEisZX9oQnvlryTWOs+Gu
/nrF/KZRoz/grHMsjhpHvs10aMdC+hpT1JPXx9NtE54tZOKEedGUHAqnbQ9ZCPPNQkG/1eOYbhJX
lh8hZL9pU8BALIogKSR2d2+deDnPC3emLr32nW7PhplfGSDXG4Rg6jo15vmzN4K/k2Ab0pP0khga
fZO4SXewya6LV2mdQPMUzXMXMutnwK9RnlrdyTWsYlFh2I3RnDLFB6v9N6U1JYIEBOF1OUMTvy52
WGPSgPWJffC5TEOkpW46IcADShe4SnkT5hzOh53G+wUNtio8k/aaxt98GwRKcOXs9y4scM7d9qEe
6mozYQqULbKaGmz9wep4vz5tKMK+ANp1wcjeggyG044i91BqIyWn/NJl0z8yFI8OXtaML5njtziw
YcGysA0oLKAJ/RojrP6Srv/Bgw1CLELoVBchlkUrqLckc1lhjfOPGTabsyPI1pyiPv/gwbw2C29O
Qvpdyncfd/L34MPs+M7giAYUqysH9AHQsZY1vPxLqH1cUu67eAWUtd0eFKKieyXlN78EeeyghP9o
B3fYi6I7u5En+cJtjPS+t5r2g636N3ulDXrtSQBs9Jtc7a/LZ/ZmC4iTi2wqs8dZDNbkMVdJfiGt
tNuEaenvJt8P7tNzH4ISYoBTr1dZgYOu0+vvjin7j8wrf3vjpAMEaLL7cQvfdGH8TowSKthpzexw
SjVW+zBaSIcDXag7Qo/0gUjicZeKeEbCmRZf+ranUDagmntmbN8ZbWdfxkXbPjgwC15kFP23btvr
CMIG1+FK31SgzmjaiEFSCyx5sI5Q2NJrJw4++UOJ6Im2cZnFZbrFjK04mL6JFLKkOJxdb2eVc3sy
QAf++hV5vwvAy7K5Ihi2lOxvG+wQlSUOsoN18suBdz/X5VMflAByaYSIYFKihlnAzfzr3/qbbZtf
65F4BgTo+u82H5/tLT3LXU9h7odfRYcDjNP16ZLKtFkbYh5uYtQph9ov1Y0tZpwtXhH2/8ZVeLbj
+lyMlITa/7qG/WQYQ2PEwiRBUpViFeQ1sJ3daB27VriAlPPVrObgGb09xlbnv8+79qNkmd/cCoZK
TI3leTDlW86bRau6ulP2KOaTgFxyKIq5wPbQky+JltZRBUMBtTVlfJpqpP4OoGgjvc1f34jXvufX
HYdrYO6NdoYLke/CnwerhJgvzdNIl4KLh2uWT68AQgizJ10EKMNw3kwS9yKf5ugoo8q6G/Oq+F50
OppXrnTKJ8ILqS+wdwWbRF60M3opbhQ+rgfn3OuGui92teU2MIAGGOjpBMkIkWuqL5DVc7oVrfY9
9AV0yK+zEmJ32NP++oNyW98fQOcjjydusfTYwt7UeGneo+PqAEhe94gUYslRKpBV2PbqBtsQ61CT
yrMqwuo5hpR9i87OuzmTCA7klNBFh47caFNMl3Uu7kLtyvVoYCpX+JiZpo4zYzUkh+/4WNhH6Def
a7t3DtE4D8hLSX/DxKF55GA8m09BVvkD+x5H2z5V5HJMq97H+wHhRwXDKJL4E4pxusVBqsKrUuAJ
Fc+4uFlnmJwymWP6FUHyJ51gG9NDapmNQ9/G1b5rcFvwk9ZZJ+aQf66yUMF1ivI1ricF4QR1cuPI
MWThW6ytBNVQa/kWajfuvsGj2rkouPf4wVX3k192P+YWt2eop5CcexFeRZw7sAzEjLDAwDStN4yv
8JlMIvzOUIPN17S3yL3rRVk4PcZZub2JI1VdBak3bmjwWCq0cN5NP+TFzmO2d1P52GllJXDjnAR7
GapPJnYz1NpyE5ohfmNG2emXwsWsYs79bN3PQHuxVXp7/Dfjfa0avXEYFYxZHF0kMJb3mJuM+BSJ
aiOCfjzMg4AMSl1yE3f9gJiimr7nKkqOOgbUz/JghPuZDofKrhoy5KTxycuH7/mc+EcyFuMSIlyA
a2mAoW9kZ89Z0vl7GjjjomsTPABjKzp5PrLLDKosVNpOTzhfONdWCvoII/BSJwYmtkNnFTukXO1D
Vtn9LY6QnEBMhB+VlVbQWRtrJP0Zp7HF6zdJM8UOM6qdu9pKcOzq0OGrmChAOeALVI9++sdZhbGw
QHoIvle3iKYNdCVPUVw5uyx2i2sC78yN7cCbXVQO6sfISeCQ+OdOU58r9ayTzqHqKm7D60NDsSGW
AZXc1zhJ5BXQjdrkDfS5rvdzOH9TWG2nAfuaoTm0ZVh8sYP+Ku0thXzBQ2js5MGSA869kI0DQRHb
/FVqBuHGkVN7X87EH0aITi+103j7OklHPCfrYpGIqoEFKrPk8HoaYZihEb9VMy6gRm7fp1KWV9aU
EHsiPWNfpkW6Rmgmj1roYjlJUq6HoiqucyDIXegY/UqPkAj7nInBpIdypfqw3SB2Udjagcjikdj4
V1Xu3/a4Fl7mfjVuaxjlK22M5kXASma+ESJEKGVkPaFXwjnBnLAo66B84IaIMcJSSjOCp60AIiZt
RCsLjuNSlLX81FQaHhtcOIM8RHz3fciebonBEXTQJTrnR6tRgq00eM7CNLltR6Wehy76HDShtfZy
mW1CPImvU3iBtL146rzuihGv2QPH0AXzMS5M590K4VG25GV8ntmcj5XJXsog5wvTG0h9Y170LwD4
SP+kDRuoxa8DsWmPkUjb28+IG5sHyt72QdYmL8aA4+NirFIWIfMCBMhTET0nNbufEcPn5HOeOxjl
bawKgfMcEGYyTXV4GSDE3rh9MD9UJCisfVQsF+PZ0afpzOY6HvBInGQbnoysDXfw97C5cvLsYFjQ
DdCdGThReRKC5AK8FgaQncUkE3nVJy82g2NQuhEIj2J70bEzrlU73RK2RLSk6ZZPaA/YCNsxZEsp
Wdc457gMwW2HU6ap4+opquCTwqRisb/evXRyXWze0ZTGc/YSVLqAzE6W5AZvDdzuvQivRKtPX5jM
OZ9tpxm+ZeFYXI2G9k5uVhh3CEonZsrCuajHxt6Zqhl2lpzRNQRts551Vl5gSoU3KpHbuL/GJQZg
dbV047R9eO2rsIamZJ4jQJ3XrWwaRfuAAAYvEMwxxTbKmHaJGJl61Y3OniNHPLoZu7pvF/dCm1fz
+H/Ye5PltpEu2vqJ8EWiSwBTgo1I9b3lCcKWZfRAAon+6e8C/f83yqqKctT8zipslyiiyTx5zt5r
s8suFSGSG2V07sZKgW/0Nex0w1xO5dzUB6BQ+ZX2IRym8cynzbOpXhwDN/qEFH7ke9bwsPsOvM8U
fCk7R32oLmLI6ilET3A7xFst04dqtJhTjDTTUcpf+owRLmReOPu2WPzrzvbto4MY7sIH8htaAxaL
lc9dp6p7nC0YI0HruzsLreh1mZR3Uo7Z5dB37r2/VptB73Hnzu1wImxMFVIRegcsxuNYDo+WsJnp
LMGOonT5AFO+XA9zUf/qT2ZrcZSlhoMXhvZHyq06FINNN9COjTHESAX0IsZ6KI1EXNEvK5B9BhqC
f80gpsli9jYj+QJ/9koabgbqLh4vxYg5ohxr8VSilTj4XTO/V9R9W2cqYm+bLWBMN4vf6Wc898g/
+qBJtyoymexN+tWplYETMsNEY0emFcLjpo+ns/lkBQ5x7K1X4jhuiQSPmvy6TSEoLzAYAILnN+bU
25AtcjKFpng8QJrDR1OOHzVJsdcmKsVTLm34Do1r3hSekz5auZAgW/oVUz9Eezyc0UNhTN2l5XX1
bVHN9AOdqFnxqbz12GrEs0yd4haIF0FOyWwOX2FOasidv6Z3aoUypveNnZcfS2QjqVkzaCudxxtt
SLmtXSfa+DlnPHPk16HHggPEmRvv1kMDghgPvX4XjPNLMRvGaVGVXnX/7Q2pfOnhPA3zROWEtmh8
2AFcSHBYlJpby9b1MeAFf416+NA+4qvr4bxDNtlC2pbTkPVir60lWj9qo/uMt3zpA3azegGsb6sR
P/n6LlsUbXFT2w/9OmaqAkgpYFR3dSaHeJsXXKne9+mnZxwBbV4zP3ic7VFe9vBZDpRB5rMwAMXm
yH957FyfWUTqocAaMv++iuu1Kl4VPGMs5VdRTAZfP0/8+8kyeWeCQlhvirKCQ0Tbsnc3mIsz6Eea
lQf0Hn8yjg0nyrWOhPuj3nC08VewaDLeAOn3D5nmT5d1vB97s/4S65gnMPAhmwDudU5If5JTmpny
PQDfe9MGOTkVPvLrI9pmfYm3x0Iavejmu+M0fFwBchH/woIzHZnbU6x849avU7lv7GWCp2Qu1bGO
ZlZfy/Cg5Q/w4/DsDnJ27hwMesZuboDz3GQR0vk0zaeHsUpv88hulnAYVitR6nrDI9Mo/UP0xvCl
s9z0CkI+XCzZUE34Ylq847nLA2LW+kGsj/FFUPViO2lsfW/3qvmoW2tEy50kBUB+xXkczkyPwU53
KSw+K8W7Y+2xWS7AAJvpjZUHKs0gXbrfoAPha9EDxT0ovuJqi23wHcl4OS3Ws/aV84DY5m7O3Gev
kMHzbE/+kXV0wHY38subwqDqqnjLauQuUSI2FoXGbpaZseVZx3lCvRIboSxJHFe1hcUaMszG9tSD
G4n8yJCH2bcGm1PQmn1LPDVembnv7BN7GPe2F8nLpU5OTuZWFBEplD8v+YaGisotgZZ4O2O5DS1s
YxjNENTl3dwcnARebUGyFvJXx27fJ1+tOL1YLjhrmIJ/xz/V4EAquuimIhyq2naT7fzg2YuCI+TF
Pruuk9xvQ1nP04VXAnuopHJv8Myqn1Wg5Lg35jQhLyJwstdiFusO4E8O3vbJbr/4Q6KNK6IgBpjC
mVU2V95UGl/hgXhbZeog3kzTfCh04Ycoa+MNzurb0rdP81j2J8sfp5tRQp61sqK5ziLx0aSa41CW
pcV9Ufls3uwD+TdWRHuGWTMFZShTFrOd7F3raoZ9H2xGFXjf9EAtD+JQJ/qUV5XzUsQkFxFU0U+3
g9ZBfwdVJGkCLEdFkx8c5vIvJn48fp4/dc8IP6mAXHtJD8QPVLsC7t49pLUoxPTsMFosOAEswq7c
0A2QU/yqHwrZIDgmQC26Vand35ar0oIGTn1sDKAS/QBds5GcY615ooouI4P32yoHXh2rrHl1zv8s
E2Y6bwF11kfBMIPnJTERA55rD7UutVnJKeX8T3VEvVXMPe/7MEp/GzglMSItLPtE2t0dCXv+thWl
ecOmyahS0pQqy7R5S7N2fGc9H3E3cpRjG+YTo/XUHJeKooAQlFcB+YRsHQnPIiTRV71heSB5MJhS
+RMOlstqtK5lRbUeCKq4zy5tWbuXUvb5tgD8hpK6TOuXbj3wxuVIXxZpyPgepT5rnTOjMduA4kkg
RAJDZm1ee39d7rDsTEp2ipdKBR3mmS7HxO9P9yBK9K3heN2z7WL4l0HMa5hE1q9fo1aaH2jE6rxK
Oly1MVkBiGoGg43xyj/RnMYOjtHyBt9jHeF0q+iLmkaydtD45vTVnU3iN81eB8t0MZfJz37wMQ01
aFbYDu7GBik6yojqWCZBdMHq4D3HI+l+SdqzSfEVN5S7MYLuqDgZQ5ABHKO2MvwiftR1aV3zzhIb
FwTDFGZOZz7UXd89c9u5flSbZCNMSbzrcnCsYLDL+9KJUKLbiy1OKjH2Y+9Cduw0+OzK4D/i4tu5
E2KOLodxLYaNJfJoi1TE3vhmHv8IDH+5nv2G/n8Qi+R7leJT3mgAOf5mWC+O56+PWKWHO3rB9uVk
2ADzZ9xIv24svuxnczJpHXq5vCjZ0TmdIO6nB+U+5KqEl8qtXTKBENHJRVTsKoez/ai78rtH4f1I
kEa9SxHoG0XCcRUnHeDDzCx3jpnJp1Lk5pHzHxjIRdD8yEl+qJEm35AtgvWTCuHRSDs2W9ZBno84
SiHG5JwayjFJOW7zBGc5Tb0Y3Bh6DeJxNueN4teOasO/DBvG9Mdm7Vgkkzcd6ZTPkEfq58RIvzOt
dG+zBnQaO6Azb32LIzmWrv5q1BAfTQau9/3ctu9gHvwHnTS5zdLABXOawPjQHh3WsBgXjM4x7eH7
0cnVTTwDGzDkApFjyeCYA4ESGP50R1KDSFFulM303YTwTF9LUCbOfVTsMf3CaCPx88JJCnH0Da/Y
jf6U3y5t1sbQkdOv5wZNXMAuZjynUNUtjTe/sDlzPz2Jrz8aCvuZNtarU6zI6hyr0VdD59AlOzvB
ub9KNNHbVT+KKYruzo97E5M1UVNbkKm0vt15kQeY+Mhd6KbiKV/710LWBGVaZgNtACcVq8gqhGpG
g9XITmnCNdLA72vYRBz8Wo5MCzqLh2M75H3svM3YpUu9KZbuGSOMFRxEZrUrNIXEQfBAdECq9j51
Zgp41xhbgl2KgjHFwrG7BCbQQfRuY1yPE6aUt0CAb913xMbzpOOp+ArPeiB3wU5uz6ubg/TiwnLd
x7RN/ZtBU/Ltz13C8xGJTkeTgpQpzLvIVu5zu4qrzsc79iOahd3IWwhqQd2D/AKxxC4ZXRFq49+P
yBael/NC3Aq+dBUll1lXQ8pMJjikPdKBE0Ow4RJepLqZLDiigGX4I+DoDeD077h7o52dNuJOiDbZ
Q4XL39x0bo/p5OAvdN0bmmPGAxGTHF7WTp+yl/G9MytgnTxr5fXoqvatcFqsblANQZj008O5sx0A
pryU5cihZir3Y+M6xw5m3+1Z4Qe2jlyatSGJALZ+LRwyoaSOwT6NsxG2Kop3Rr22iPRQ64ccvOlN
gQjnfggG8nCmfrjpkZYcfG9dWJXnfrMtr7gU68aHPbm/SQIwEozYcYEPmaAtgrtYtJOzd224Bhug
OBHcIyroqRREzYDIvChx9TCDsIN3b5np2aDvHiqvJ7hEEPA61zemvZgQWzqipwIRURWZ/t7Qhnfv
Zej7Nm5DVT74swLs57jJjZsuiKAmzSNynhBrmEqc4rsi3bksUvOWDhlJDHlQ9D9MEDPOqZ/h87Pj
ZON77y7uZX7uVZz3eUJd2KO8ZW0EeI3gWZNewX1YB0B1kEZhHbje6kyL78k2mQ50jzyaF2RRnJ8l
FPzmvg4cmgZA2k7wzNpDRQ/2iEDUv/AbVx0b0nOOQTPuVBWJK1MMydOQq28YIZMrChqKMjfLrwA4
X8CLsb5r5XTPxSra8JXn4IYEmQW1NrlGnEdUazHNT7kVTE8g2fObIKAwkPCyD25GZlI5DNa+dvwb
j0P1VVAb1g+ep/RtQC99eX7i/70nfh70/t78ZwAsJRXrquNnUPr7FCTJeIEW8DF3E4/oQbq9ejax
jx5HkLr3ujJ5zhiUkhuUJxy+qARy2C4DFTMq1vpuThK81UZWeHqTx8XL7DiPmE2njXIT3WzOncVz
XxLvOyXEyILLqU6FDmo+WO/TUzP1nAHs2nPgp0PPjLLmchSMu7Y9UXPpZoyr8qU6H1XmVQ8uBGtS
s8zLJQtbt6Ht0z8kS1C//VpUf7WwVDab2yVPrYu2TufbIK7G93+/bH8fLeMfwgyEe1AiX/+sjSkH
iRVsYnzupKO8ciuRX5DFMHxJHMuE0poPN0mdmPtlViWUOF39QZrzTx+P0JSZEFMbpBefpkZxULB/
jWN6p43EOAGfyn9tFYjh2ws11jB7YT42e9SC7yq3rbt///bO3z8/WAe/OKawO+Kk/DTHnIcoALsS
F3eoYXgqzkVJEzD6JwmSJdD0HVoKa21GhKR5QxRC9dNsfRINqqbgNa7XNrxipk14me8SiELwAbOC
Xpu4xIkv3czWzHrgRAnrNLbq5mikE0VmI9JD3Kf8lUm6Rx9C56mXDcqM9jEypvl1YSUmSIuUOBNk
b8AGmroTv5RRVvSLasIKN4gNkWFUS4dL+lzl920kprDCgvp8PhAYCMreSbNjbtPE5ZdEDM1zB+Hs
JFl+L38NIuXaLa0tzZgsXUfv/351/35xOdlbXCO5CvH+pvwfXG1XY+vmdwamL3D1WCnulGnHR87Y
JgnUy/y9wjiPImpOdsYcO394uNab9/uKgPFg9RT5EhEnZpXfV4QYlzK99qK+i6fIunJydsdNkhLg
gEt5LYYKEUB7YmDon5Br2X8YDv9ddUY1J9AUQ4jmCXOt3z9ddkWzFJiH7tpRUjYVieRQV/jixiP/
K/Q6Gw/cv1/vT2mnCL/Yc2wbscVqoGIt/PQ0Jzlhv6XfZ/duWrRhn8SOjcO8hpZfc4I8C9+wlyki
Ls0ON0zXhkXjdndt1Rs7DwPorzau1Xpin+sABvUEgjbxGOWeRc8snNPlCEM/itPl5WwCQ90vnv79
W/ifR5tIHzwPdxz6b5byvy3kHvxbBcu4vyX6UF0FrdVcuk4Dtlo7jzP12YZ9LicRaCApAx5Y/t7n
zXNrshEzz4nB1TM+OtImzLYwxDAm1dGUbDmcgkQLyus6q75kecsbNJj58pUyoz7AR6C8t/3myU/s
8SMPzPnu/PrQdqOvJ9PlYWIR/0EiRbMnDoFMnHxyp6/lYlmvOf56kGsRHbGU8Bfht/yGfmNfWHMD
mxdYyL4ZB7ktR5BFUHWD2wjSLxTbkdi82fV3dKmUyYMZlId6ZBLhMwj9xnnTQb0wFx3JKID6D2fF
YpWJ8c73ILMui3oxULde4RFod4Pb94+lw6q1uLeWs2TQc5Zgw9DX+FaCN73XjKN2sqTe8LvO7A95
KxIA4RxjlNXlP5PAqJ7PbYK4UxaMsGmon61KicsMCs9Vx8D23U8s8y0tI++ImqYhwZ6VrmpcK/3D
U/z5vcEn4XgmjUDUDKb5N9uJG4zVnJmtuAU2ygRw6tlp3XXZc9xyFwzZ9GsH/H8G5T9AB5DD/uXF
/Bt24PLb8i1PdPftN1LB+X/65U/2vf+hkabeQllLighi8P/fn+zI/6FMsJBiSJ/Xl5v5f/3Jrvs/
5k3oo7HDyFXnyO/w//mTHfE/V+Lq4zGjjuP9d/6LP/mTIGh1K1gu2gjaZKgCMYH9vvpWCejgriMz
qiasEaD4FOUfpiJzAgqpYV0SCeDeUPKk6R/2vE+L16/PXX95Dw26h5v1989NEZ9HYyRQFEjg14KZ
6R5gHMfCsZCnv9yPu18b2V8t2J9elPNHkTaFQYH2NFLETwVvuTD46ztiNwc1eqfC7l8CEGp7a1mQ
t1vGH0qlT5vpr09jQwskLmZc5J+2s7HBapd1E0YLb8Ak5ZnwzzmKbUk5SPdqHMcQMAolo6wf//PX
xI+EgBs3H5Wz+0ndlI6mveaKcid9wo4TLcXPXpbzLs0Wc6cLXf+haviHywquAiHwWg9aGLZ/v4Mt
c9Ukyhm0lElRTrCCyPHdxu0y3EsYU8EelmVX/uGpWUWqf6lUuLiY1dB1WjywvDif5b9aduhBRrfd
D8RikBnABNWvzT/poz5/ikRQCPQDSxUvrul81jriPwNK2nrj3vXXGGzVJRdNlsnw3+/X5zeAT/Es
vhAGCInW/nPVlTjaqPDoTivAraJ7WEzpa6YgO284n4njf/8w3PTYFLEE/91Y1yWc5SOJs0JEiJ9k
Mj3HFhgeO7Xe/v2D/uHa4fN1aMGt25J/Vrj/xXKj7KyqUihMeyPwbnEwtABCg+kPj94/fojjrusW
zmaWrd8fPZ5oTOG6I9jKdt5tB7Z7vET+H5aNf7o/WJq4WqyKaMc+fYidRIWMfb6J6cvhoJYF3GRQ
XxWIwPb/fs3WN+UvTzWT7VXrT8dZwltAHPlpDZbWPEIsLWjZ7Jge/eGV+fTDMbWsO4vAIo9snnv/
6YePWAIJoCnzPfWpxmWUiqh9sGVmdvd1SeDdxdRh6g2rJcpcbNnEo73Q94qmh3//jp/2mfXXQE1+
9kTxDdF5/H7LDMhx/gJict+JMUchX0cN1IQU2AKxL7mvLrwqsb9OA/SJ//bonz+ZZd8Cv2GC4fjs
MnGX2S7apS/2zDOKw8x4cT9n5Fu2PFxP//1Lsmywy69HKfN8iv7Lw89Ar7IZRRMVmBDgZsS6fcdH
0B8ZRC2HxSr7h7zx+z+YRv7pyq6vtGQd5nDufDrMRJkloOu3xJKnJiS73uu61wEu9rGSHQlRU2z1
xNIMtf3xH78s66+kJyJWYS+8jE93NLJEXeVClXuYYd2jIT0aaElVvelibA6j7hFmWYXz+u8f+unN
t13m63g/8cfYNu6clR3zV0efM1qOVwVmuW9mk4Zv54/F1h5Te/jDW/Pp5f/1OVRZSEd58ym1fv+c
JI2CURN8uRd9HF27+eDcKctz6afO9R/e/s/3DwSNZGbJ8Z9ryRO67rO/PTSkuyFRJTOlC7uv6e2/
X7DVCcwP+MvyQuofXT4WY5Q5Et1vsH7Xv3yA3TsET2O2PwxdQl9UzEt1GpJcIDDGpAoPPR+ggdOv
hBLo1ZnFULDymcuzwJrVZjRjss4KMi3o2jmk43pqToPNlMXBF6dzHQZtiV7WJDDNIXjw3TgmTpyo
NhLRG++N1kJ/KgiIiEPbnyagmbYmF9Ee0heF9dELlVGVF9lIsm2o89Y+9Uur3Wu0pgYtSKbSqPFS
eqWlIcdXL/aI2EiVlTxUeQBQQ7vGWzTNzo2Zde47kSXeDzGI6p5+Qg+1lcHGW5q7cUcLw4b1DO7P
bRlikTwUJjoG3q8QZaZb2dXzRZfUmnyzGAnmrsTy/chLHN30ul30Vrt+N6BMyKv7Vi72yhcdnCDU
9hAf3U67aHXMLgVKYxI0cgEyFKY0tCgPOwRNjN3kN5MMXTPm8nNGmJyL6gyu9wJj/s7Yx/qSFDZQ
n7kyy2KDkYN0Nye2mlPG0j6TJtu5OFf6vlZEssWglj26pF/iNNIluZWiuG88qdBtNEQHYWBhWFqQ
OBtdRJ2M7U3jryDTlhR3AAOYt/uL3G1gtlLn1EQzjp6Gc0X3p0rBrGyDGfnypmgJrAZrL7PpIuIv
sHoHXXAobJIqqE/K4ujFBmjJRnZGvh8LH4QWB+hb+vyC6PUZt8rRyFVxrYAi2nfwwcc7ZvYg+MeY
idWVYeSIpOpIGW5YYguu8CXH4g0ER+CdVUI8ULHNYzlO2CcOo9KuTbiV0eYbPRr2CyNjlW41zX4Y
qHNZPDINb5MtKOSZqHdR5eZJMlF4GPK8JZeSALqfHImVj1DGr6owoX58i7y0to5+wWz7J5NBjZCz
Va156FqjG7dpBYV139kSCiNFHBOPuG1yEk1l/rVYSFPyvWEK9tYMe/uiW1vZ217PM0JG2Gwbu1vI
Ja9zWTTbtm4MQaqoazFNLpv+HVi1CZUeM3sVEh5oXSppJd5emX1u0pjsxb0Dfp6RmtA9Taioxwk5
6sYkT3CkyNsywYz9vZyNSIfEYgdfl2LRgvu5VF8Z3sTGMyWrGA5TWU8w3Zh0XCqUhXrrEoqTHsjd
JkfQRmYRHYkZ6DqUGouO70kHipztjIfshCFiznY5NeklKYMBbO66J3zZT9ziGeEOKfc1Up1pS7L2
fA2tHdM5bPeg2qz3GAGeHYysInbiwTMmnQu0L/GGw8Zg1EIHp9MN6hIkPBHHBjh7jJk1Mx0kvYo4
qUV08fe2hcq9LZvCdfa0dC3ilwtSug7lJLvqKXDqHsWWyjt/5ywD4gfR+ea4TVrSIzZJ4Y1faI54
S+jaSf9qIkBznxnNeS9pirYcfHXvfcxMCkwiyUXnHDXjBU0zaqr1hnAffZoaz3XJtscmHgF47o6x
KJjn1Z5sXwm7L3K4eQhF08it7O3sFtJA4pLLnsUKQVzoNb0D2rVXYEsEr9CzYKJ+rTyI9buF992k
+BinJxSgcQ07W8TOfhRl3YWVbIpDO89GsnOHekZtJA0n3gf8xj/HYTLMEARpfhNZLqJTVxfLh2oq
/plj9e6LMkuzD/26UoR5a5voHs/rkm9DkNQPg5fCpjdJvqBZVjMouczl6kavCQuc0fPJlvgsheHs
gPgWWnocBcaABC4tOSMT/RtspElg92ZR9D9PGr73RelPZrTD7ogKjoGXKMLcktWxGxvijAxdNntr
mrLkSJdygRpP9AOoVyIz+m2RlJG1sxInupOOLt7LufRuY1cB/DNdw9KEYokJjWpdvPBsZcUu0OQM
bnohDe8Kd5KKQ4IBApDLEX7qjWiMnizUxuqPhBGscea5Fefh0LuELHZydUpgcYDArjld7aNhUKRe
8joALB0d70D8UvxaV0tQhL6l3RmjgrlcTR36UoI1quqLat12l9pIKcOS/J+dPyMPNoYu/S7UzNZC
KCX5RpG4LfEXbSqU5wd7KcjIqykvoHs2D8wZSRatC0H4G3ULJKa1w0J0eQTC2eNEy+WlkXytqRPq
TUWa6iXqjkEdAvjxa/N2OEWIbq56ajHWhnrXu8G3ioRK5PbBrirLHwjm8STUyLS47z/cXi+Po5X/
tHxvnwjARan/WDR9DbRFfEHAvcXt9QXQ/YWjrAc3rutQNFpvZj/LrgnpRjK6EAvqF/RPEUCBbW+u
mqSdL+c1Rq1OeclmtrjQcw2ABmN3clYviMy9A5CuOsTf2V615KK9oAxgUc7LO1wI8Q75RLTJdYuQ
fUgh9RBABAyczEmiR/Qpm7lFfRXvDbXMR5Px6S18++FqnNWidzrx5BLqbE0TFi5vP4FWzYfdmOqH
1GU/7TK/rZ9ahjen0pv9jS452qHkK+aDlibyWlyW73qprYXvPuTTBky89bgQXPDglDZFbBrMTymp
wKBhFd2ujC9ywDciDmZQZbdOg2XD0ebXII+8K+Anw60k/ToBXE6Myi4oW/vWZTyISMydGkLe8qLZ
9BYBhaKi/K5rYz6p2r9GuFywHDhEX1TbaHDrdzdz3jxjvEzQ9ITsJZddXl5YrZPtE4Ytb1qYUL1L
f6/y6WdnYDnwF0PcwoQqrxJHXpJmYX/tsxi1XjYn9EWsOd8LEzPkrm1F+z2ikM1C3MbRHOJrW6hw
JjOzieYgBGfHgN/+kLmljw5bUrtjh6wOXYfyrq1VfU2kZvG9ocX+UqyJxZibhy7YKUX6yzZmdePh
t4TaYXu5zIoEaUlqtafMHT8WjkK7ejS664jjP9ra0n0dYpH+QO7ofujB70iuzakq+qR+mfDB308+
vZD1FeFxywSe1oEPqDBR2yhtxdAfg9ERP/04/ToFlX1vkaTJkGO+oDYqdqZhGj8N4PZXdRBBA83N
L4nftK+4WYlZ7buT2WCJ3+QIvlmr4qW9GfPqmJFWGCK+be6bbiScwO/JrxjjoARu7/8cJhRSzRzh
Z0Educs7b9mhJdJbFCALEeII5Z/ywCGdGw36DlDdeEgB0oUCCc8HPXgSThWJrqZoLD7YrB5kCkZU
LLe+QRrkBgmyd2rcGo55HEn5oZO5gqcItYW5KKSHb0AEi2HNHh93lKRiI2FT72c5BLtxFMCQLHs/
RjARHCu1dkzBC2LtWoJbfLgdR8Z9Nvn17qRO0VLyyppq2jfk62yHXgbbvI9cZK5aWMiHIxkGyfQS
9TJ/VLXGSxGrYD41ApFdEAnEoWNUvdmkVjx14MSu/IxsZCb58i7rcelUhDE9oBYiS5ZzPNEJaWcO
eUhpe5suYJsx+hFNXPpjfuWwsW28VvUnhf7gQFDFuJULyUfTbLOkuB2vHCMN98IApJ2TH7Tzh2EO
+c7JfiJMnJgWrXdx1sGG1l4ZIvCbSdwr++qEQ1vfkh3chm5ZahIWXMmNKwFTUlkbOpzJrL7L0Fy+
OEpP9sbO04aoclnArlVIjRE/YUach1ntyoKtfb8sVnxLK3chvtBmf9oE2YD616pnVo3OX04jd2mf
BGZihPbYKmNrz96+GygEN21VAJceFyspQlca0QKWfEx4WUYAVrweS3eBoc59L816SC9LopXtoy3Z
U6/RqncdmYvNMF7ZJfBasiT6mtrFrOwdvd9G7/ymphLxczXs0town5zEIF3Op6rdNF4SxyHCzGVE
8S2Wcr+kDTYc7C7WvJLCwWryHfpMZt0tuUB1u5tLWQmC1hr2TqkJywn8NnmSqPH6+0Y4CnyN8aGU
gAEzg6q2dSDw+LjG3rbrkl8j7p4Dqp2Ppg56ciaRfj/E1He7OtXidnSyt942nW2LRi7Fi4ICODHZ
vCnQQi/2iVscyYbqN62viA1CB9ijH05wXcQ9pddmjoPpbcl7dFqCEflhGlnbJjbZIkTuV3HYVBgU
G04JFUcDjF+0oTFkMYqNTe9YJeZ1tWSvsYGaKInRA1d2tpNUQKciUd61J5r4ajCq/hHTCMues0A8
BjycwCpHkDbkbUXYnFRpiEop1XdYWNVV2jv5jpfHumMU6sudVKjf962I0fvBErlKHS1vkCAoQira
i8Ggvls42BAEkMbxHccpWOPkUG/ozTQXRO7NOJDGIrvNSL9rla4Ptjeb78QXzC+unSeXjWNVF5y6
iQYkgAOrCeuTt6UJpPZcgRcGDaIhCoMBMVB+dCD7JchLZzNig7Y3cQHeaMe7UB2pD72D3TbEPtdu
jewnS67azH+3ljgg9Da4dqq5tDZTMcQ5QT7pcOGlxms1IzFOTWO48SNf3OFTqnYa0R06wem7nJry
VplueQuMZPrBk/VCmw1lNHFsNbYiL7kaRmK58T1it0+GB0YjR29MjTSc65hrSziQOJpVPIdpVb8h
6jVoQhDFbBY+jpTENJf7yKO3hCBiYcAa+8GFHfcyRCtfh1VVWq8UD+lTV/REcrQoC6dNYnSx2mVt
VIyHQE/xk1+S+Lu+2DFBhhFKprXG/8rGSMlWIV32WUuppEoKDI88hMKMbydRRUe/lc2XUTUiAZfd
Vc/QAwSXlViYEOFI9EjU24DdSkbI37zSkztlkhqQ2MSXog82ns1qFtMGqa2fhkNZttuxF19W6e1j
Uct2Csdi+DZrTCg9tX+ck4WDTyVDxo57Nq3wfqJbGdXe94qrdCBgkil+RG1Ze1Ozeq7Yf2QpnrDV
jh/pkKYXHH9f9YoUJkYjIkVbqIGNNPfQ1FU6cT5U0K4muYTQieu2nBQ1SNsSt+TiUKQJXL2Rd+u8
dnGA8t5Gfg/nL/G/e9Mckc4oyZHcLJ0wuw218LyPBwF+xqtKQaw5a/LWT+sPmZEepczYuCYd3C9P
+HCM+6ZYDxBIdec30sdK0hPQ3N5EZRANB5pqVbkrx9l9ThNDc7aguvsqfFjhQMyLD0vjm2oif34Z
3UE82qYi3Z1u0bgD9AJZHANTQVC3VQ8HYZh4v5as8kljz8iQVp19GSU2sZhJspBD6DeZ5Jo1xTWt
iS7kKGkEYbAkHrUnVwPRrO5mjJKTtgLE79z8sEyJ60DqZ017x11sa5sPA2jbuZfdS+/HVPpTreRJ
a0++OklOEFzSN1DIM5gd7Q4fpMvtjKeq2g4LRmgPeXy85/koRni4ZXlNHwFPCqqCitxafPXfeptz
WZjijL2LSBiYmAhZpqB2Ms1sWy7zPGxHcxHvqWZN38JzlUgLUTeNeEj68ikLRIEYWgmrx/JHauJW
oh6NdyweGEw9kqwfxilD7mKh+iZcWQ1QaNEImj8NXxB7segOP6arvUZuwPcmBHbnhcAaMA2ZDhXV
ADDLxqkPUdXla7BsJsWu8Dz1M2JGPFLMlgXhzvSarlEz+lfZPHMezjKPRd3HcnoX2EtubkErmXer
5J441qAHMDY2LScJSrmpuwqmmPgOwkGZh9HnLeCkZZxNkmhwyJTKOaGgL17ssEXGSp6m0y9fyJEe
CPEcdYeG3+7JdYzcadh7ObpF/p1LyCX793KoJ5RrHGSm5Haq28Aji3BcEsYeqILXiJOCSSLy5j50
4CvDCOkaew1lmOPqiN8FSsVCFkpP8Wi6VzVE4SCMO6+/j9mpDBICJ853DivtRGCxV+SUoIVnXDbF
7GU7r+2U2rRJ3T4VhSZKWU7G2Gw8MkK/DysYBrdbyrmDtt9AN9suUncb1FLdikywZ8JWZEGSdkBC
UpMa/4e981iOHEmz9auMzR5lDuEQi1lMBEKQEdRkUmxgmUzSoRzKoZ/+flHVM7e7ze6I/bVcVKUl
kxnBAOC/OOc7UR8XKEMIQ49G/YF3peX5OY963M50vN9uo+RbG3nkxZomIgTWLuUY4IusB7mFkbfc
eHjRbER2bgviLSDdnvhY9Yvv6H/XqUOlmYxGvUunD7+NO6+XGK1q3rsWAdXbHLjHcliiIqXvW4zv
gWNjGYjbwGmbXe1PzGsxMPSEhoAZyfZYPt03cAWYtRrfEvLot1VHiQhwFrOo8Jg9FGJYzrJv7f4y
BmPCkTSrGmky6vFOLcscbq0wmjV+IMsK4xY4PrNqqWfsMhRF3PUVxssDSsKovaqGVkmmfaX3kBI3
5eJ/9gAojJ5X7/MMzeZ2HdnDEzQFp+K+GRt4sfM64nPI54hJotesRbMJCdGiM3G74ifGz+llrmT2
vLiU5ggUjbpeKy+psEU39nztqnaZrjCNYoEb3WoYr8qi995Em9LT9zSxbzBnLNwtie+Q0z0P/lOY
Owu1mkJVsXW5q5e7XASENZWRM/zIRIeg3o/6yvu1hGgnbkMLn+UNNa/bbnLUh1+zPdgZeSIjOsQJ
ZZ537hum49hcZR3OG5cRmBcTVy8MyTytc8L86cJdgVUOHGCF3f5NjUrcwlbgrjbrVjfEs7f3YmpF
m50iRNSaExP851TvxIgJBZG1B6ituEq0k/T9FqF6baljXcsSwO2IL3/ZTgXwuPuQoxhtPhN3eumm
oGF3BALQuGSfQ0xVtBa4JgYCBzEyUNnHlSAoJ/bS1er2vHqZvjaOaBn6ujWBX7C7g2jrR3NJfHVO
w7MdiKrHdzNzZW/6kcc0b7rHZYcNt8yCawM9zt6SG0E3XLIjzpOThlLb7pK2VPPb2LT2eoWMiwAI
ohRpN/GaMJd2rClPd0TTjUASuqTpotjzRv+AxM2tX3svnyg8APNmXPh55eBFFHVKYNCUrjgJcKXt
2sZu6p+cIIN7gi1Z/x5t1RIsFGY0aMtksWphHIxswTVK1Nu5oZw9FL4JERt2hateiWzrkttiCDVV
br1EZCK7jLViScNjkXDK9n7D+aPar8IzGFgDsmPlrpm1G71DW2B9WrS2obCSXkWkGe8ovfarfHjN
c+YiW7xYHhJszsMstqy8x4m/LKt7PerEg1ERXNqsuzW9CONClYQ9QyvpPbuSXJCYeJv5qx+leGzw
NRAHki1AL5IymV8dzlLvNI0DKt3EnsmR93ImNjzO0uDaku4c7LJxDEbk44gw74eiVo+MfjFUbNLZ
WNZeNIlD9J8KVcTlhC6cdKU6clAcIpR5S6A4q7MnR2+49xgmFAc/SCyoBJZHdE5T+ctP7ProYrmK
hM+sDF3AzlN58J1Pg83Q2TVuBNgh5KDY4JLwvXjkOhHXKIBbACR+UJDcbQpq68n22YGLPofkUbtV
iB1WuVm1LRM162PD3diT6ayb6ghTff6m3s48ThcStx6yaXbnj6xSDbFhjS3mGDUHI6ECe7aLMxiL
GZwjghrL3w6cz4UKZyGwkCGmdYmuv3hA8RZOFWgJ0qDClbopDu0FDyho167DedM26ReqoktMZu2a
JwSFUO+8JbCfVg+qDCFCQApWhT/wUFc+lrWeKEpzcFYdkJsaMJWK7Rp/4oZwwjy78qe+iJMKoMLJ
2ARYb4xY3XvtNd4TgbpBsbWFHn5HCunSaWVflm0WUpLvG3ecOHmhYz55dME/pZPW+c2SrurbFWCD
NvgEGuuRYFb/kVxYm7/GRiB6X1xE2/cMUqenJXJa/5oMrnY9RVB41HFcaB7Pg5V6xb7sRR0dXDcY
ag6UkgCZXQecXt61RVY+zSoY7b1xF4Ej2IHIGF1mQXTR4BCiPBl++6NL67126Roe5o7JCEQPgjZv
k3RQ9PBcaeNWlivBzGm1Sm9ruLrvVpN0t1RgWKtgMHTVgfz3EAy2WPzpPBDZZjGRtuV75mZWQ8tK
D7uzsTiJTUgPyz3Z5sknRctw0kB2GmgBpVquw65Lx/2svPRJtRFnclQJKker18zIW8urY7NSlu6q
VhUvrclJnAII1VGeDIIYrLlKS8Y4NoShAkXb70bNZtmqVCQZFlZbZnXs+YlVnXicFs4t7TCLEcGM
tudGt9297Gf9LVQkmBX2kSy5LAll23eOGHUMH07bV8WSl+VeDmiZtz7+rkZt+HI9HgGU8VL9RhEU
fnarnGo/78dgBpGJCWY71y20nSDL2vqpGuxy2nXQb1iBLInLOi+aunXbOpV601V4ia/XrKZJmw/s
8QSAmf46YPTgQX6RRUk/PpiSdEmZf0Tz2thxB5vlQ+uBqkUQcpLuwGgIrj/Exrrkpkuy6VbhDKT6
xUsmmJQy9N8Q3OZ/yVVIYsP4fR4noht64oCHOdjgyWwF6a2Bvu4XNqWxK9z5l6fX/OQx76g3synE
SeNG55Zn1/iOkw4MgBoZWFMQTumLjW+quo1SttUx+OLlwEeShoQ7W6m/sxkZBnFkmfWY9aXPAj+p
2SCk7RpZu0HrQJ073gh1teuZfEMZ3OGRkWmTXpN17+rDSoJYDqQAw+9hxuYMbGe1GfdPoqF1NtiW
wTLivv5wJs3el6UH83XGPAxQWGxaAFOHcn2psX6I6yj3wunaS+g8r9YwoC5UBDt0Ozx6Q7gzISD8
68vWG6lnzlzU82vGfDO1x3oUBhjKLu1J9NhJbzL2ZsSDepzKqfoSxkHDmCLiJKGtTXO8vE1DvgdY
jfo4SUVtTC7TfE5onImCXwY+sRG7fH0kU8Fjhiopr/c18mvDndpSeieVtxS7kixca8tDTrwlbXKx
dRTVqq41C+5fS6TmYoeNq2aSZXrAhi3jF73DfOHbNxmHY7NHtwqDpePsfXT8qQpBeZSuH1tLW/l4
4dw02mQRD3NO/8ad7sux4YrEANfa7+xpnecO+P6jK4jaPfqrDIutwUFjcWKtso77vND9Y0dxw9Ys
0dbXuvgVUVC8pKuyap0f9FOFjEuOdR3DyE1evJrJe8zP+tKJrgUPhwvdeNj2buItu5C5fHIc5hH/
aom1RV8xna+ZEob4rcyx4Hp7Ddi5ExBvmB7tkHIAC+lFibNSl3ZaPGVBgOlxQ47dhDnel2u3h3wj
y59Q0JP+QWKVOScZPch5cEOGbJiRJZ2c5WTzBbMlP6pitvv4UkcmV23jqWXXUj6Oe4fxvf8k8y66
G4hVnHal45lH4B8LZt2mbHDslQ1UBLaNjcvW2p+eC1ss0yEVvZTXneWFydFCExhBo514iZQ3C2Qw
F7LAHuueS1iDvU7NXdFiBd6vihb+dixJT44h8uHMGxLh5kRIg1naDURvMWtF7k/wmaqQ7ZdJFxyC
ITHtR9MWBHhsdcUoYpeTkAY3AxrGx5yOwbDl55ibfR7UF9ft0BKwmeTeJ06H/Hnl0yMMp1gcyztL
n3t2B40puF1Khek18peaUS5+ECQyMtHDIQM17V6RORn4bPUlo5+du0yYEaitg19t6BHV1hMmGIBI
0Fj4ZZnXPxWhw/WxQucTbZeyGfLDyEnaXjtsTWg8SNKW16tKPfGR2Kmxz1YqB7kwqktgb3sNoKkf
weowHT4jK57n2GuwFPwIUk0lQv63YiO5IZnReNsp0HRetpNp1kbroqPNCBNq2AMhAmXWzLUzXs8F
Dd4uGNZ0OvqcaaNGXuM5Xwl2Sxz7qUujI2F15lckfk/E1odh/umWky2Y8SiJQHn2O/80Uaz9LuRU
dnHWAtNj29nhUx0I6ZRPgJCmcrMQNQx9fvaLr3HhG7OHoAO7BiTmfCGlcH+z2STBsQOI0h7RpgwE
ac9tNwBIWgOfcDo5XXdz5wyPkzPO7+z80nIHx4a8VzOOLbN7kXrfpigs65Zbqnwx8yheUulPH0Gf
yXvifiGNWqAZfiFhgq8yuQFW/0lK/TBCxbrwCtuJxQBu5zQOsAouEBrI8txkjj1/+11+IZWRBGuu
ciWdaVfNbMVvcjp1vrAuielgpeF9UIYxaajhWOkzM04KJ0Q2OJW5mfUb9jX+16LhQ3DdhaQm486f
U3YQXTuIbQGDNNvZ/MD98xJYebgHb2V3N4gicYegEIMThKOXoag7Z/hBkUEbtW31YHj+tcAh9qj4
8oEECemVu4ZxPylcroMwCbtNvw0nV+Vb33Lcipo64DGMTVMFR6EUOeV0Xxx0WdrO0Rmttm/HqgBJ
eqRoTt4YMRiqggKQ1M5HRvjblwQlGB4t9S7vscrtYAQZHLaIuX4abbdkmAFbbjcWzLkOatwk2+VY
EmS9nkxaF/2FVUA5YRExrFilj9hiFofwnk1JNKZzWsvEY1Q/NfVJMVvXsfBG7zGyiH3YatIJT3z6
ebQV/rq68RhqYL0mddgWJ02Cvgw10NpsyywCahAwp7a2VcZgcJuNlOHblV08L5tyjunVygd1yj2b
wrdysgQF/sDfvkphccmDVVksSUpnaO78Xqz+NkB2GPLti9KO7RyaD8S9og22Vheyycc/154n3D9t
LMIy/cRqPWvq6aF4DcxCmd+VhgRik7PP3OZd7txALLE+SUdrX5BGwBhKvKL8tj2rMvu+DZnRTbPk
M0NvsNymaRU5dyhvmUDzsvAwQdIoNmgBTLZxpOXfzyMlYFxV9fQxZCGZuSGl02PfTKXc1EFIGvtS
u06DWUpLKCR0PPejqvzbnq3lD65jtDFTPhHobqm5VZuWpSzDA5bWz5U3KbFFI9ATHcsetAFwUVf3
btTPzKzK8FLTlGgFNy1L37eEzr8GkdAoc9mUmrsUvNeMLKzgCnNw8u0z31s+yU6RD4FbuO+tLFnU
5CiV8k3EePWuWOfG2ylV/WSYGVwV04CNc0xD+RN+ifoKGH9WG1n33jkZBFTjpiydRzEHZXpXNa3F
1HDg7opzZm2fl6GES6D1mtFzKu1/Svh11n0Xub29KexIkfqbJ/53CBRRo5TSZk+ETCMOYh1r6rDF
yW78OWNEb3g2kOisLTu5HjJ8ch++cTvG6EkOWV01BXTsvDZgDnWRGNKSWwA+Dy2b+OBuhpLE1xhe
4yaRCVkjGjucc2ZlEqyxXRjAhEhbOm5WDxgphXwjb8JCegJZCmSTDWJiqoxu7bNvh3t4ZDwVkFuD
SKZv9riBQ+uqI7CXz9hkjGa08sYwBh8hjjn997ht9Nw2NxJcBlaCKou2Th445zQnaGK/RKlzX2tb
fEd20Uc8UReCwB1l6hs461j4FTlK31IXxQvIRZ7v4HvMb86zAR2FZXv+psd2fMkUX+1qh8gx754h
bnk1MAKp3N+dV+bteb0Mn7+zLBfZZxu2WbHTOi26be/Vc7EtdZT9YjFKAvgwDQCZa0UJvAnKUTpU
tPNCFPbS9rEepvymRfuUo2UQdfbiDH5KeWBSuR6CJlXOZw2EakCL4y/rK99xAVArZvqcpA4YeLIS
gSm8TlUCk64ONUoVAAV7eHKhjK2y7BcCkJHweEfeB77hUTYhtLQomBn6m4RpvpaKXgO+Xte6sHAi
fm2MR2j4zupSbghme2ze2Nekw1YKxvYIFBL/tfETLd8jyOLr2RSEmTBnDIgNz1H44FauJvzGMHIy
DL2Ir56MU/UnkwBriQvIj0yLm+GS3TeggTyy8JNFLAJ/KY4r1xnAgGy2yjgII/SqjDMZeJBKNCaY
c5UoqforkDOtSyFKq5Y7Kt1OC6Pphmmv3QKoKRUVH7rAYF2PI3iZ7scoIFzdUeJgv8o5yvRnvgJP
u9adLbsbi+z2NLtZyqxm92kX9dwktGZ1uMZSjYrNZlE2zi6kaQ/PGharOiLWq6uzpcKeWYpEI5WQ
umT1kI2HHv0gtVKIh6bxhQWmKAqFgkpC5Xex96aV4pQk9prn3p4NXe5tx35aMkkZYVU18gqfj+wz
9dq8vwa3YQxYuHkCNqO6ufqkGBm7fTfL/L2F7FzsB8Rm3XHmAoHqh0gk7lk+May35u6nWCsc7DaS
mGA3JcrSp4hwEY0gbpoY/PverB4WEmentwxg2HCzVE49HNH8QamopjXJqG2zWjiHpRDyDc2N+224
ivW2hXM0x4qM2Ms6ciSTk8/VsN4RHIgdDyurLR8bbkXkQYhpp3he8fifSavOX7l85+6QsF/5Kn2d
JSdsuWO9U4upGPuWdHxXSe5DI+E9+sjcPMQ02xwMKrhujzbzp55V6MVEiAXhNkX3nKIEXQXrfks3
nB/ZyHVy64HmyWlrk/5VAoFEoJoXLMKBF2TqCKIlZCRr8elyduR6+CUHqLobW6+Nj4oihWLGpKMa
r+GL+aHaYmgLzHF1GmlRApN5HzwwntXMJVbP/UyY+eY7kXueYMBT8QNmlqGyXZJWBgks4lyJlrRE
z9XE4BObde8FY/CWIrGTjLiRAezbAjwJQ2i/Ga9lGVXL3ld1UO97ZiX6GnZkXh0Tj7cTN7ooOeyt
Ip9ie15MxIRuyKka1LxEZhfJxRoOQY9P4NQy3OeoW3tIqtpfKqRBzsDSslfdFB2SKJvcd4IcKGFo
gJbu6AA7SU9osisnTmEfNixNMubPrJaIQUfsqCmOFkaeG53Sqd8NovddnOKNEGje+s5c1F7IIvmo
RX6anQmLcgvMkMcM9s7pibuhsJ+FM1MdD9B0BMUGiauJg8DqbFuJILyxW1vspyGHGWCybrA3Pie6
RZ5jiAFKnlBrjNw3aaXd6i3xO9WeatpTJjgQsIqHxkmWjFbOZQhUO42lX41ZmdFvm1YZlhssCO+L
JqnND8Swyj5HTr7gWYyaGWSSXUNN/J11wPwJJUiZiNu7Ar5TcutM6NdYelVV9WCm2h5eB+UGToXr
w4M4tyEHo193NtGg5t1nrkiVx7qe1E3MsCW865Uih6t/AobwNqE38akCmzoxMVjLZnjm+hcjoCVR
Rv0IEmZ29O2AE10dKhVJa9eLdiEwTzJ/HOMos7ruKgdypa6XMkDHsTRNx5CCDX74u86AIL4Gdims
q8GnEXtY+25BuNImRWrfrRNBBWhDzDq8131hOzeNyMIwTtYsAHyIShxxPEWsYv1bFvnaL6da+aoo
Tl6tDDj7MSpJhkEQbyVdDDo6LQ6NB1P3ljFbV5/ZVsrs1Q8Q0JyyOjXL3WTqTMSVjurocvQ5Z70K
2KUGzt1VBhSm3fhMSZEfRjkivQyczJEOmJ1hRhWHBqRDpoiZgayojaAt+iz7RpoNbBqk6RHDXyCr
Hl1wP/IHp4EI+8AKjpSGKkC7JBEFJIcedpk3H5KJarV5ivKM2dNVPuSVrI5sQhzd/QxFVnNHFiWM
7uUUsuhaKXbHbngYhRgchklSg0X4QXh465abURd5s3xqU9P+7Xm0+aK/Bo6Skjg+zT1zMg4w6anY
tVeopHvy41IbwUO2mHI36sVHAto0SUQZm7YSJYAxoWp5ejqsAjmNVQefssxTvZi4ngGlL4e0H1WU
7SbhGv8xSZI07zZsN0PXXCENk/N9iU+Go2LktUVPrp8l07FjswKvPWgVg1H4gR2QThMe+trNf7TF
wAY4E0o8TO6qvzPMMKSB5JP84lgbPUrSNnwNYPB+RMhzh02Dq+Q5H8LoMAt77Y7asYoPu2vlKzj5
6I0A4XTEB6PBSuw7OCTMxHqyn3cYiGzMK1kN17Risf2XqfR/ZdL/n0WE3zVf1VPffX31Nz+bfw4T
v/x7n3WzdOioe+Ku//bvX8zv//CbC0SpXx6Gr255/DJD2f9HUvblK/+nf/gvX39+l//Gho8t6v+d
Ev7v5S9yFH8SCf7nt7r6/W//ytf/5b937D+EDHCLsYl26aovUWd/yweP/rg4onAxY5iOXGSm/+m/
95w/fJ/lqcA1zn/dANPU3/z3bvSH75H7Qwyzi6sq5I/+413f/2W7+q/ywf/JaAb1hW8feX9mCTlY
JJ1/NGddIOwtgiK1vQCXH4qKHmoTQJnf1WUz/3dRM84/xyHg0gZiRGvhhZdob0xf//TPSUbdainS
bd/V3tuKJ/2XCNqUDE0Mezeh5YEan8Iq61AcOdMvgwiRXapyxtslX3z3qKloVxjOMieCkTQHFnZm
IOGZXcmDN8CWidPeJ9oscSNNblivOWqrZrpiR4jtJouIQ98QNxG+FYmC7IjiAsnE6Dsdw+rERgEV
OLn+IdNOwychbJrcJPQw0aRHXgvbq40qMDtuvb70xpjJY/bGwlZdqWxgOy/lEGHKYmFLv501Dc/I
jj0XqurE+YhcK2AqswTpDxOxj94Ku0RFNCMaBFcmLUtsV0AhGqQ7z8w/BZa3hP/UrzgK9KmemvyR
eWSXH3PO/HFb2hUdBGYH+O9i9BwLc0vb3rPudNTO7lm6f+XsF/1db6/9h2JufJcm6erul7mTb6EZ
rGWDaRNkOyj3yd9aa9X+4EicsyPeiRFuaaGWh6DoKw7PxWnqbdhY7TuBVMlrxkq8RgXPDmoDiYp+
FIUh435XTNOHJzLG9zxgQ/azI1JXhDX6l9YQ8cGMLSwRBqT+mO2IRUMzoiL7YbKUdo+Y+fC/BRz3
cOFdHC3tNOh+6zJwsDZ94I3iMM2Y0LawisITV+1lC9Yt0XMYOikSdx0y5lBVQxOJT8P/SDHROxvd
O95P9HWWsy3hXaqdTxB4t68A/N4vUz/+yrtp8DZDRBbehn5txg/mGbRqngidF09INkrMDML92LZr
emBWuYgt9frywvQDzausPDSVvuePd2OSlisdrga+nhBlF0s86PvKr+354PZe95UBqKp2noO7q3Am
pHXUHhPtMkLO3xd8AWcSXfVzpRyTxQIzEYDgZjTiiDTe7FK7HIc3b8IUt3EWanlMXlnv7MoimD4U
hEGWybPvmk1HOCGZji2Wm403LI5k+DNFGri+8corn8493XKZWL/C3A/S2MEb3V+uugSHCukQfLJp
kqPyCRfjMl0sCTAbUqt9ojzm4eDCHq32tjszCHSYsc7bhIHftDHtNP8KJ/Di27YtehbkALmLHT0Q
Wr3Wyi7pBs1SFJuBkYTe4CeevqMhB1c2hQhQZ17GMyt7ZrSIdE0Axd2BioRvoaGhFAurmgCgg713
oulSonVuhBoJOc7OdcPiJpD1RaJgzeGtBqaT7jCQtL9XdxxW9if2AFmkjeqFMIus/0kPgVxuIuUj
2KVU5h80rPRMDOOoopIsC1Ctrcr9mlyp+xtKi8DsgdWhjl1TO5PXkbWq5xTX2bRz5qqr9hLl/WeZ
rgyrhlEL96ZfTIFyah5D1HEdG2C0AOsKw9sv/Y/Vt7o+dvPOuet96JwBWuVnpA7Vo4rSwmxFV473
MiqlvVsZ1bWxLNxAx3+eT///oP5XYrD/q6P6/LM2f39O//nlf53UhEH+4RPD6QubVGOfwJ7/PKmF
+EOE8B44uQB2Xc7cf6mA1af/9q+O8weEBlA4HKM2gsiII+1vJ7Xt/hGhn7sc33/Bd8L/zUl9ORr/
Os8v5YSFnT+4/PpnTkdTWxnsQh1deesd2lQj9n/39v9WEfw9ngbSwz86tP/vt/6nw79I4RR2g1Wy
s6nwHzoDPoMVcTeW22LddW7qPNZch7e2EdGNnefweLIKtrqz0rXrbM1YTbCX7Tctu31S7RoyZeK1
c5d9ENTVvkHBvm7ELL3rBZrFF0Pd5d7YJQsQs4Tpa59E4U640Xi39n1zH2o1vQB8h9c1+d17TlLG
j5ZsyaewDfuvFc9ePGH/Uwjy3OYht/roKexXUhiFnt6wRMx3NMMwetcheW9RBQHIlSzKZtonsZmD
rPg2kFYfM99yt7Wx3SfO6/ZXxHozrrN+MhwhwqZGQH2x8UEo9kenhc+5agRzpAnJ7krjo2Ewz7Zr
t8ok4RCWXRFrMsxfe4GWVxgwLfFS6GgPDZnVEALHX1UTDbuIdpqUjiFrEevZ2c74iyaBCwOqYQT/
e151EQ/JnNHu0+R5Uc0mlsQo7wjoxD+2lmmxKkY2+5bOu9FOnp8iAstUXM6u+lKmm356asUHOEYR
uo4imG8vWCdKJ2Sjtzk74G0BQjJGQ+jsor5NbhDx8jgicuDOb9EgbR1/mT8nNrzvQ+ahVevz9b7S
SbFjGCwfcbgFMR8fSpQmc56CPI0GhBYyPEagGRmqI6Nb6JY1e8aAsAVLLLs5swrQdFXLhNgO9RUv
SBJZAq5y5md7jasnOGYYVUiqtHvz7Vye9JsO49gzotDwBbQ5IlWnNKxu+ATV0zDI5JA4AKYxmbFV
Ep51hXigGPeaG+QZ7a1PKo8e3XvIUcNN1swMh1aX/od60jxRt+EansPsyFvIT51biPPAbLeMV1lq
bzs0qDtILxV3kljYy0w0LACNWlPyHaqlB81ni4M3ImXZZyYkvTFM2WCH/fTA8d3FPLoJhKj8YeNP
oRFboM/Jy1ov7XaqmDCDYKiOfjJ7P8gQV/f14GQfub2mN5J4tTuHIB7DOtQUx7kcnH0CkIUSEvfX
i+/P4a/JmKHa9MyvYnjNzc2lgv4eZebFNRmtKHaaVeg9B21wvwyzdbX0qPCSQaFRBiaIFrb0f2vj
pQ9DR6pCk+rswB4xOoCXaX+ZIPVOed4kCCslXpiubB/GiBeurTDf1UySQOlHVoRzg/NxH6DQPNqc
mJxpvL/fodeZK20hQ9tg0+/bTecEdtwg5UDYVzE0IscqaMDsErGdx251MV7oMifTOZs+FuZZb4Jz
98xoQJ48COQvGQrMLUI7fZeHvcUlq81r71TeS2QWRQjLOvwc8abYzPZ8s/f5yVyPqxJPhHHJ+9Yh
ZcgdA22hBMlwA7djwzI3dK9rBBm7Fsrok2rop4Nqtu+8Rbt400nr4EWRv/Jo4UHey3KwbpDYEwAy
Cj0yKKnGyEOFJut0GzJ7vidELDhxKTDwbLi//MWdHxCOptg+i8h9t3WAth11pcO/MOLtKGUyXPEd
uaXQnLzjnJ9fEovB4OwO8/PQBHx4bHe3xVjO/mYY1vkiGSWhIVtCFrliAFKNhb8tCvdNQAV9U15h
H7JuppAau04S9has+9lP8YUH2py8WQd72UwST0JaXge5hWwsy6e3CPVjDIHR3jPwt/3NuOL8vDjR
eTTmw/jYQ+Eh/6+feMoB9XlaZyGQHlNVxpDZWmxvNuMeXCDBVZmyEdiEIpjvc/SSZ5N2vBr0J+or
Xaz82yV2oo9L6Ng7KyF8FkjlbB8UeZMPc4bZeSPWsHtERipjbJvqMKrc3OW2ZR7gVoxX/bD0x2pY
AZEPVnaHBVnegGqN9r41jq+4GMLNsqpmeXBtRU7qWvUwsdfZqQUeAPZvTOZMkuwR03jdVtcJCE3V
1BdxdZ3/lLYzdqwWEiwNpI7cZZ2HgUlXuYMGjuXOl5XVPsY8tTSHNSsaht9l3j2s0dxdtbMnn+Z8
Ho+jZ4XnTpQLyGrPefXaccm2xazLl6kQ43lFM/oBVXbdIxIhi95e3DuWRSz1p1Gt54gHwQNw0Yun
IOv2fLTYHqbikeLjI8sW93YJigXuFzwAvC+j/PatfN4Dxyj2dq6j56Ty4fx4eXRRohYn4eMpog/m
MdOMXf7ZNOl01bOq2yd9rt/TpYxe6PPMtRpygVsZEeJzWhTTfYpn/Wo0y/oLS4UVD2Ed3QxzhaUH
0WCFKVXhw+TIm042TeTBc92ZB3AWcbOqFRn53IGaDrNXm8JpN7Zd+zTJIPqVOg4PEy6n9EV7hROD
eGbLzcNMnfulHs+i1evXCHch2giVrOSsB1E80PrGYkrG93p2LdIrQJ1aYb/sJiwisBoy8gatHJkM
mC8gzp0UKKaLTGn8YdV0xyoqoYyZmui2JkYBYc0ozheV/tXI7I4vxLPomNFlSUOCBN1qfrKi1H/H
ooAhNloV9kOytze+WGr2MUAkSJVw1/kQtTp8aMIs4xArkEI1Q3oVTp1z5Vpd+TQ1s3vje7V3jfAp
2LIEbhnVc/Bg3U57BIL4KHeBqmzA4G5inSvtp29mZKTlTjBbGUSCJOEhUxUnu5rcZLMOTfQoe5eR
xmhXzzyb2wPCPrxfMyEnIBiWDrarHS2sL9eR0AtZ1+KUoD65kSJwrw3whHOwICBLLLRf1EO4gFDO
RzeJx/AdZx28Ijqm5M5JZH4tTd5/os5EQxhmu3a0EdBVZYHxNhr813TOx0+iBNybxHjeeQ1k+OGa
ksm4Hm13pQZK5iOiSNQrjv7COIWsIRlIVS0Kxpz8lceoyEe1ZU1ds3IIo0cgM/neIkR7VzRAm2qL
R33b6eB6MURQ8KmiRwKU4X94irysYe6RikyawNSC3Q/AHtO9FtrP4Qz64sSNuzKXz8k6SZf0us8j
+7uGRIisu45g2ZEaHCB474bz6DMa2fjo/d4xoueQgepwjwyV0Ca1qJuyDJJjUP4f6s5rR3ruzM63
YvjYHDCHAxswU+XUVV0dToiOzDnz6v3Ub40l/SPPQAYM2MAHAZK6u7qqyc2937XWs/DHYRNQDpNk
tZsuGlqo0KGROBYyNBY9fQZlj+aabSnfFLjfesJbZNDgBqmNdKeC2NwrjTQ91cwwNmnVqi9aE8lk
fuTqgitYW1slsJOVVonCC4Jqx5ZD6JcVpmhrFbF2nCdS4k+5lZGixwYS2VzT9VWL9NAt1Yh4d9Uy
xNCqWg2dQksyN6jUjpI1ffjoRgnQVj4cG7YYK1awYLOQKOJoDrvbx0QobViig5dJEsc7rd/mTWyt
8DYGY7yHPN+9I9HW3qgX2oaoEfyMtNJ/AnNgU6K2L1B8vKUiX10ijLhVnAWaw0bTeOJkr60GLtSt
GT+O0WLTU6lGkR4NFL1wNDVuB48JHkt8qwUOEcr+OVmADDltlFPTDG7xEitB+qWBzfjACVpj0KWT
Ez1XXi7QIHJvZEZ2NOXC+k2XvKYABBl2YliSI71pekc/mCIgqhkjT3u7jHJ92wXY3gHEP+b3ejHO
PlG44S4PRnkXSxITFMYTduNIZzWceJLqqxH04JDVM8jeptGZIbWBPK9lxIMzk7F8z7Qqw388YLsp
u3YovFzqCseCe7EuYlwOTpDPCujmsF4vfd+4fZGYIHuScYdxTkccwby9iuRACgi1A08JMBIoSOSR
fjNLc9hVhWbuqubxjow6Nxxp5rjDcDL8xBjdnIHekFudJv07yXr1GtFosZ5yPDx2qkSl4NHWkF9A
G8XHVF0MB+shlxMsrPs8h9yqylgYN/ZVJPOJzh6KSIY9mpFe2I89dphikJGGSZLC7NGpe4KAUBLE
UtgSezJ8CXpClFb8hi5lOrUw1LD4QV/687jk+wq/1kqQCurCSA3pThEsumf1ynKTrDjctEY1nrUZ
T7MVy+WlyUf1SKEPKtwojlR3BE23koYaKXbo23rLGN1YC1EX76hDg7VlyKWwDhqpvGWLANeAY5pT
akm4twRgCfIgyL9GH7erUlfq17jS8Hl38LIqJq7flAJxH6qFdhzDiBgWy+a8eMNU5XsjncYV+ev+
JTKjiUd1ExKol41z07fVlcBpTO6jqykuUjQY0mqinlkXw2+5TJS7vEgJXLtZniVOIVNELwsVWhFd
rhBJTJB3BQ7gjkq7wPLaRhMOUovTx4b6PewIXymHPmmtlQr4yMlImhZOu1ih3xPMb21FlB5Guk55
laSaRjxYyg2cGBJObWgQ9A6G9K0ppfKOP48HXKKKii2pZNVLXSMhwKZOIwAsmoRLc+MnTHVa3Spy
Z6h/xXEJpWXXDIbIX3kiLpfII9oxMcsbuQFCo5xbtdViDtZvhSe3s6dHJsBC3X+RQTDQ92Y1mMBm
rbg1FAdveiuwnoNSNjiVJt3s1CYeYZaHh58Ps36AVqz1WIrIL+JF1qXz3IrGF94vEt6pBNtFY6d7
hNnDRH/Uq/yctRiyQpL0I2Gi2da4kthwT3l3V/LY/AzxpzS7bqaozRlwf6M+h/qHnKQZHXaSfKa9
x7gVXYLRgIiK6ab8Fg96Bkt6uwT9PpbTFFtlx8aCFm7+IN0SHmSqcije0LW91htspHmWu2lixUeI
jfpb2g/Jh1RmwCtSTX8CXRm6Yw7qHCtKqG2U1szOFLeIqxSzyLcp5YpfyWwzbLMYXnu8Krmy9GjI
TafQMwcSCrugHFAuGtYHavaMA9568Vgh4fntuBgnWRO4KtCa1dOs9DiuGsFwqUGWnhezaFYTRjJg
bn171RNB3JPEmciHlUntUFdgHUa5KbayQWCI3jE5G6GFUZThlzLXabJhQirZGhW+PwbJg3dQOkSU
lnYJSWYMyi2w2pYWsTy9mmNOgE+zyJ9q0uAvmEjuClCcX7B1LRNwIzrO1N84EBdJLpla/j5SscKj
h72/LbRVvtN5wrsmKrbDfiDbY0ZJgBNFIz7ixdJ2/FkYqgMS+Jg4BAwcvWdUZeK/6U7mV1mpk9j7
Vmwpd2ZMtATGobBm43zDLrBczaJWAcv1rV8MRX0oWP8eD/Xebxr2izx9jGozWLS6hmwrvZkRsBNi
VT4SuuJRKDYzWdOkeTO0WtM9tZH7twgB1Y5hpL0ybeC4WnSPa9+cYCXVRvHat8GVftWBDLM0Hygq
49THMy9h71WU65aWBlIEhcEMRae0Bi1EEpZPw0ifWzEtPUGZpMjv9F64gFcTDmXZVi+DIrU/iVCo
31H6+KXroSUXXYqBL/KsYugv0Aco4ompKkDRczUvHE6sLYy4iMQGSwa7gsf7VvOh2j2sJDwLrGxN
4lk4aFj6aJoqLFBHC2GNWS71d0wUAUZBJIIx4rSUDw3xRixJfkifNjUXerZKkr4/oPxkxwHpGT7b
KIJRCMRy8Rdy162N2xtPminW1bnFq4SWlZvtmp2JtOU8zoYLmEl+7ZQ0fItA7MEw6waXm6p4ygbD
+jaIYGI/InqyhzaH06epIrq14lShgHrITL6/5vhlYEs7YeWRV+zxcBWmRu2JlfQSPjz9WlMVOK27
YaeUBUkWLJFT6E+MoCQeJ7O8lZDG8IKXwHPYIJf1k5JX2orA50OgYNOnOW3HxypNEAL8GmMaApEq
0xbMKYe1UFZ5HLrdaCTrNgFeBDVzWomFwcKccEBXbUoieTR3UneZcvhOj3WuDeyYwPmZk6u1s5qo
wH0qFpWPFt8clU7Q9x0uAZGtlzJ6AK56l01ThssMPyiqRBVDhlWKSc+3y5RLv1WcZi/q0lFVEoep
0NkNlMUf3cBkZQO4rA/jlJlnpW9jyZ2iLl++Dfo5zkNi6KXPAkB6gfIgzjNDPNJxrRg611ISa+FT
b0jMcORFoyEVHFjBbLBU72qGOlrg2X5EkcBY6TT/vcA1y9k5C8ZOk9J8W+Huo7I2Irda1dZwrOqo
WFk0lg92t8Ta4Bc8PzCQEzd4iQfMlFiHKTBzQq3o/KIONMm22kJ/VlSWiHOA126VS4m2Z+Jg5F6n
YEijHmK8pANqUq+P7TcFQeMOc/qDOdFCN7GNTit8XR/G50nrBYdjpPo8CrrwbYKnWOlV1Rz0nL5H
mw1Yd8PqSGZDzctTZwTjWwF+A8KZKDyyYPlyqSR1uGjCEG7RldiJQCejqY+6p8lRC3V4qsMy/sll
eDPpYqSyLev0AVrVortNKuCHi8HtfxBnAhxILZZRk7gsYSsEJF0BvyzXqGo7PIHxo02kEITfmgUu
IylkFVttMlLfyrnz8xR7WjezoSWxzilQjonzlmIpHFOMhBt4PSWBihb/1hxqy7s5Rdx3BsM+8kgC
m9ACmIjMGBY35kwtK9DH4IrNpXzrITL9MKI0XnV1CNddVjTfSy+oB5FIzfsSLupoUwy+MsTxVZMW
Ai1DotT7otXUdypm5ickAaCfRp8r26wRshfohP0KbGWK2Q2TeZwoEqfuqg3bZ8qTsJwVWV2eyNU1
X6pO0APNUO5OhC8zVwzYk9rLEKu+kpUlS6hs3kFmABlNDfUwCrLmDWIKJWmO12kbngLcktQ0Zi7d
aWsJZaKLgle5i+PvpKTt1BjNgbonQaa81KhSuxxEhlwV9AQvblHfxCozX5idhyorV47JxzTJJWER
LM1Xyl+X3wGF+3nOi36rT1qFnacpulVolVy+Gg+1rSyOtKwz71s++iZkyVGxIXgW/apcmYmaoQYG
2lfMjTnYZT8GLpwB6DaSFMDqMCyQ8NNSryRyIvODK5qhznZJ+Wi1pChcZSVwBDFH1zQWKlu8fO7M
nRBmrC8xcXe/HtTwDSNE/tYY4XJFXIyfLK42hhNFeIgjC48so6HVCIhtVXHy6e1E4kzAyYnDTD3r
FkrtFGX2ohv9rTfEhNSwoG9b9o2MywSmJQOMgu0MLOOmLax+YahTA1qVxSpWh9nLxFY/tfXUXXC4
EcoRyR7ABogdVE4ZV1dieBml3RcoRoCwokVYj6FKeV4jcfYJhn6bp0V5HJmKviRi17MfxhexSROi
AWxSozuwHeWUF1TS+F0pNb6OHbulPaVUPzBN1mt6C2bv0f/zZtG461Lp1RDF/CNPX0gwH9Q+qV0+
sHwtLQPZcCByV8ohsqOYBUQMwp7MGoaaI5atZh22Y+zxQFD3ZFoaQA+zeM80EdeWGWK+Cpqp8Buk
k1025fklKzsCh1EachZWSL5KZpm4oSKYn9nMadSRdLOlPipskhVN0t0PARrz0EHyTFzs1CGQEda4
jzHK6OMtikR6zaTBvBUNsLVtUWL92pAt10VHz4yYMJBo6vfZMMZ9Tq5+I0XjsBeQ5wVHxb+svrYF
ZVtuPQCb8yW5HIsNY6XheRkEkbJbvb0NYijAu2G0xiauUtC5Bmy0kcfuXh/gESjSB5SL/s6kEsZu
PAf7BKLUS6IH2qEZ1IhJNKlHT4T6w5x+waFuG4rZQkKh4Nz0O5MmzseJqbPIgcfZWm4f7hceO0Lr
WnAxrkkvQW5TpS4QXL3txhvIaulIdarwXqgKFtG6Wxg06jXeA/Q1pVyzKuPe6PWleWmmXBvJHsp8
BZEASaVGkOGHJwDhvJVqE0iOykr71QXzINod2a6Ig0tbaqCDYaSxfinwBAf0PlYSWCW5M+kg3Wid
CKxLAXA08+eShsQ1a1mwKimsDHd8bTV+zKqUB+9aMHfDum0JSWEtFRZOuFxZFi2RMaFmlu1MbxpP
zx+rNY6L/COmv7M5RoIWRavIWmTCL1GHzrEUutHyqJRoqIajNf0IjUAEmBNcW3kauFva2KxFsTYE
Y+LSEVKhNh1owuO06WIzV5y6ZH0xJNoVfZNE/lNusk31+NFljZXTUJlymmEjragfT/xeREdywkKQ
VqLITbIIUC1p9ZyjdUIgZ/LpSWkgZQ5KtmZemD+VidU4AWjE5ziWhZOUknh02HKXL4VhJsuOUG/1
1FRZ8r0QR10BrWjOtNXTyMtJYEUxKdBcnNtAc+fRmHbAURvsQGWy/OaJQOkeMMqOSXEfkWlV4GvY
VVyyLxP1loNSRpT5WaNOz/CaaTFEqn+hfc/L8kynY0akNqkMQC0kFdfGSPYaxSrud5k8Dbf4UZcc
iY2+EUGoaX4bDp1NEVfxNWM7cihr7FYmpbgHDJHynnWuf8Ec2/iJDL2XKL2V7EjT1i9klpcN921x
rIwwWkM7zC4IruE2smqGMiTTVJwXhfrbi3n+1o3Do2da1whMK4yknD612poVpZbBJdVkNLMpSYgg
ys1PxypJF6ll4euepfYaS3LikY7O7WrRaO7ItO6aE1DEfdKrgg2iq782cx8/QSOcHca+5ZMcTdKO
2wrYjBnlh1CvcwrmuuGWAUcCLpnq+1aR582kLQh00yA7abpkvhgRgx2qSvvVyC4e6Rqc0ToWBf0t
DpEqksWs7zMUMNo16nQ7iIoM62dmvtOlOJPitBjvXZybnR0PdbLBXfwAOxX6B/Z+A9N71kr+BH/o
HCst/jHuFOEFBxs5pKDucerB+Bt8RYRROJRqwtxjVO9h19Dl3FJnfoIdFR1M+YERFMdQQUDU6yOA
J04Q5AkFrzAo5GPOHoWK3Skamr5IPznR3H4/9wScjIKEjZm3qAfYzkVvGLHwYEWI3EdS6i1NaxJO
bZkN70kwp6aH/GNuJX5cg3e/z1D6NWnWTwQ/JLw3Qi19N4VUuvAolxshnUHw/nkjza3M+fdnE+vf
elj/2+qnPH7kP+2fv+j/QacrRIm/cZA8nLR/sbU+3sB//c+Hj6+P8j9d/zsFHH91u/7xPX9x0WB7
0UXMzpauSAr9Sn910fD/0Htn6IYhilSBKLzOX100Mk4ZJENRYfwnq1hR/uKiwWAjiTrtBBKVebrO
PfTPuGj+sMv8GxsNjp0/eV3ClHr72qqHnTGoXmAd01J5RrcZwwd+hUOJx4zrpR/8cdcV+4eK+zef
0T9w2fxR8/GPXvdPNRWY5NuOlpFhN8z+QhWBdBXH8liEz1JkrsVadk5a13yQLXX1UHdbY1ob5Rax
t1ef6m7NWuPA23P05YfybGIahWfNgCb000gadcSqY1g076ZUrjvsk3YP7vc8ff77v7ts/kODEB/a
nzpoDAs7WxJGwy6NN5P4k2ifWfzOXk+dMycp3jTmYtVXIf3iNxm+JH0dhe4ynsVktq3paM3nkceP
kR2Ft/iT//YYXJQLuZ29JO8PnbCt8ytzktRiw5L7MjygwB6RNVqkp235Xv+mjO4eg7oNc5Z1cSje
W/QQW/UhwfnNCviup7mV23q9N7mLCwJmzyDHDj1Qz27sCE7ipl5xEuxPxF279YLUjvbJXp5JMXll
8IIp2jFkX85u8niceIbWm0B606tjlj0X05Z4jaE8p1iYRtEbsxf67KFHsywVhM5hL/ROO5wAQZih
P4AgybbvLXPYLdlk7WGysLETKA45JZ3ZVsk/gOnQgIJjN0PAxXXMV+Avnk8AqkrWPX2dNTdecMDp
0RACbnUHOGJCSIrob35Uu3tdbJGEFW0tVWud45G6noZz3Z/MkAVwJQ4bZfjWyxlHp90P6xza9gO4
Tc5+fopGdIfEKZn9rKEJVJ+R2z8DgdLSp2g50HcBtoxRiJdZLm4fOsJKu/II2XR3Do56y0F/dtXm
ZD3EXl/alhGCLplcBkrx26hjSB3t4UP9Er96VnUOUESKdGBgKMoQUUmmIdY40tNk0CYAxBEQ6xfq
o/lJj/lbsWr5YFt9I0zr8Rq/TnLn15b0Muo8QcJjG6zm9oYq5JAAhWRcuwHwuZQ/u3CIe8hCMLYC
TBIfVI+DnWhWmebyOUXeZLBzhaPNBsaNsrVi7FBBlfvCf1gem6kccP4mnu89iSElPeqIRta9HXy4
8f7gtRvFQ+R7ttbyVvMtX/NFz3IfvE11lX4W8X9QoiOxKP4Ddx96098b4idGpVFnWv1OuGbnYFtv
pXV0Uo7aQdkWx+lYbIuDdM7/g8pT6dHJ828WIxUx8u9fjbMAZVYpr1bs+3t9bM7TtXyHErTSvOTY
HPO3+Vp4zcE8lv+nr/hon/mb8hd5NiApwbbYSSdxS6ftfdnUq+iUHvS9edK2nNz2+lp+MY/K7d9f
tMCs/X311L/aGi3r8Vn/zWsOGfitSdL6nXKqawfHORYK2I3Si3WMt9NG32a3CcEdBfs+b6UNjmNv
8dM1t8C28fst/5vfuMqm3RZ76wsS7745d6fKj3fFOQaBlEEsXUcBXatMOmwBthpQXRflWh19mXy1
7EH/Z+oWixA/nAcDK/eoKkEQYe4hH7AV9Z8SpO9LPLnMHeDD1rPL1CHxJA92i0G80dkfS/8CRAu3
Rz9T8eJor9VeXoXgbKZ9N1zEhvO+X3UrTV9LmDqO1rgL2j0ZIpQ2XNrz78yklLd9x0g4/04Y85gV
MGP9xSTHXCpf5ReRiRD+ddv8qJ/qo7W7tSuFpgw87RLDaCc9dGtONbQr9K8NRIcz8OzAfxirNDLR
23DDC5wYXDHc81AgTJdJK12uEBRVlhICw926D31TXtX5tq9/LFbfsvq1XtP2K6veOnS04jdkLmqs
zWQ9fcmHcSe8pYKjgQsDwbpCxYXQ1Yt28yN+UguwwaRE00TmNl/h5/I2GjZ+somt9ed0Fi/46li0
dlP6Tk1zmLuN4gg6WFoX4nqDFJ2tRQpNAsisHhdEi2poL1/xEVrGOlzXd6W+WOrjOYI1lCPlut3N
O6g/4wuiz5N4yTbRTXntvdQm7MgtmR3Kde803ESd+83o3tV92Dsn68ynL40sj771cOA7A9eK7Fas
vcQ8N4qb+emqWHMC9xZbdRZfvoyMuxzTw/zjpUdCWaJT7WF3+dZJ/I3Ou9BN7MaJXf5Q9sjLJw7O
q9fag5Vz1zMuPltyE8VWvfHAQ29jeIEPr2rLW6w2GNeI7HPxuzy5YdK+zCfpGL636aqzLiGI4/ne
ch+Et4LzTpmh3OvOXHyKP9aufqremjcugpp/qacmq2Zxm3YNJENlYOdoXpPbnER/RWYdXvyc7XRw
euaweeD7b7QvOdEJVIddPgMg5Fv5AXrhoL9IT+J8NZl4X8Qz3nizeNJMX3kSN8Kl+UiO2qV+lS7z
ydwLHiu0p+xlr3YwY7qdnbiLfdMdwI9Pwiv2tv3jwxQclPfte7ex+Gpyu07hFn7kEwhwKvtNcnS/
v+l+t4o8vFT+2+R8TZ7pz/v0m7FH/NZ9xOfsGFz7V/xgSPsaBpFzugVR8fhpMG62y5ZnlksEobXV
j1RZdbGb0N9Tu4yq29GTPoESF67oEcqgDYHeM7uaVVQfbk9HXdhe2Pr8xHU38Qwmxa2ym7Mt2/IL
HxGD4cA3wcHyVbQwJO5MfXTYKToS+FnsLrrfXquDTpZ9XjGHy11hVe65E5mew1Hxqojz956qk2N4
iYV7+Q7+fT8w7IQinrvj70h1lbWZufBl2kJWreJTOx4r/qM0yPS01knfAWGscS35CbslfSO9SC/E
cLxuo2q2ucraDTbBI6PlY30kM3wXdst5vAxfBEqIuNM90dQudyRKbcSVjAYJveELDm1+IVUEAQVS
RxGtagoGsg2RrKbnwAlGdW+mux4hqnfb6aIp66bdLd1ZVmwGjrXc2gD1jMyVFyjExwn30mqSvHHa
Vi/FNd2Fuw7Cwbas7rL0VhmfVvquCy/Ga7g8qiqMNYpkEAPNpsakvYXzLyjqIvGS5+ySTd2tLbJP
lA6vo0oH0wgmYn6PdXKYEpsNakQyzPRQLxh6wBWKvoXX4QY3+GXIqtwp6/oxHt8bWBArGQiB/GDC
8odP7fon/zHfjCf5LJ7nU75Mds9+DxrHV/cRvnVPwyV8rSGAjd2K4RyZkRpHEkQz9oSyR2prnXVO
EL+H2UorELLY5leYfR0IFGqziVKAX27MFqp5IiLvdFfzp/sGjMGumUFiOuz7Y3dS3/Qrm5x+flUF
fUPtDnKXTIkJFETWCEB080ccn4ZhFQ4bS15noa8+ld8ASgdsycg6V/MuDp9p+z1LG+E1v3ev6kXk
ihs0u6aUiM0t2X/rE26MgsTP5/NoI8odsjnVcF96P8AVTWIOxwRBHhtggzFM+4qtMHHlg9V+K5YD
VYK2CjIz9CPUyiZ6JvLilZh9uhfVNQ4gnJfZjlm2WWQ1p6Yl1HrKJb8Idkp3riW/IuGO00T0mh27
Z1RMfQ8Q7VRfAx9XUkRoDz6rm+FbJiI2O9XsIkV0FVs9yHp2lTAidEOSPcOOgkTI36PqTUxUc64w
hudvPN14a8Feda1L8BV+PwzZcELvVXGe8zcdDSrq/Wx2hHkzqD6QPcB77DLHcCUqjEFtglfM9XHA
ccjA3yU9LdZF63bkt1nn+Jsmv5A207O8Z7bOtVeto+ZDUXZZsM/VT+zF1LXr2oZZBmc7qXmOG1Ly
YLGtcZ3iE6EDB1gBWavS1aSdQpw/+5QAlegyj2c9tzHeROk9Z5iuT9RC3XhsGmxgOl84zXfWxgsh
jZa7Xtgp/VHrj+lF9eKn9EM7Va9K+Z4Bp7XLl/hanpTnYAltqbsjAZab1p2epPcza5LXOdVz7Ja1
V9WctKiWiGApABxLPYQYLXSANJCPhsJmjh1GRyh7I2VDLwS7d6Ek2eIwOOJm5qm3Al5wbh5j//X8
GZYX+arBP4FRBr4JMO6tv0b8tM42X6SDeKvPeGeqxUHR59QxwcOf7ekyfikzy4TNRVfH3pBt8Bo0
Tu9zQaZfpffQFh31xbiZfnvOaNJagQQhsEGEPb127yaareijIlnVzlBvTbUDp4oTDDUSebZdJ+vc
rT9VyBzPgA7NXX8tLtmPADn3wBWOEvuoZsEJ9xn/JnuQYRha0Iafo336EhzhBwnk5jRHCtcIrst3
/WKxJ8PMUT02NrK8rg28VxSK2UzJG1984s9sPsQW57/g94ZqGKTDLg6SEef8bIu9stbN5CK8Mm1/
xmLOEyCFdo/3EFLqMWkPAv2IwbbhuNS2d0rRNHY5/igM8AMK70GMEsdV1Qi2KrxJ9UefZR7BykOG
M5TjtCW9Qnn1pvL3j+33/4V82fEDQMdv+f/FYIxM1v8+BH4oqUvL/j4FLml8y7/Oxax/ATAhA5/6
X9Ov/5kDp6HdUBWaMRVCjUzAdGZTf5mLaQy/VEuzDPKXf8md/WUspkr/opmMsUwmahYID9X4Z8Zi
KJJ/SoLz6qJOoalODoffQhb/dFILOgGjkGjkh0iNYA8ZasdFCRcPaGwtpu14aNMcRcDVqxo18z7J
Ftca7vgIHaA1ZaF6TgCwij860V/zBKiF6pxen8dPhPTc+EitoBTX2F1U/QPxeJTsslbofU+gXyxb
YDNVfwZolxbwP9TGbWHscoN0WYBPLxFHQkC4HUIcMY2Ekyylm9HBwaS3eDKF+Ja1muKAwxvzW9uS
zD3rREbyvWCp2RN+EV2kaXBBJQ6LtL3AwVXvIOgSYTtbwNbxWyRKDvZ46ts13T8aY+1UyNny9cCZ
FMkuxjaPDxQwApDXkSdRVS3olDVpjYnzyUT/1ZVyYyQGe4Su9q1XJAPkRIKFDBOUkQjS6MBSH430
ZQ5SRsqmKLri0EJN5MxCDZcCpAgHC8gl6IH6DulaJICXlHn3iowsG0f65uJoIzda2a5DqZLbb2aU
JM8h7uQsOD0p1nCpUKXTWBhPUqmw4zLLyIifaX8o3VzUtArIIpgMXR3bVa+1FJ3kHdznJZHV2yh2
Ru2TwMN/r2YZRXYhOosZahUhYjIHhewkwUj7V6oBLvqJ8bixTyrUYnKL9OGXCvMWGirNPzLOEj02
NZOLAsuD/+hgOoZdj8kvZ2as7DFxJOBVJqK0oleRfnuM1ehqYHmOERAC6EENTCUa8Viz8aRo7YVM
RhVsVagiaL61LKyNKeHMNJbsubjyOLxnD9uHbEypWnsQc4T+mmNsnFc9SV/25FRRlM1ZM6sQt5OW
q4+LpRtgaLjgtnqe3laYL2yxWrMdu2Nm5lL6UitYRx2zDmg8MFVdNtdmpEeWCPinN81vEJ2pSnNR
Ms0aJ5+0Ik8/UvVMOgPJh5hKrhkuOapuZH03u/0iDaP6JnElKC8jlkyk2qLJCXsNE15rplQkiwuc
uKmsPGNDEtnkUpShu1ZgsJnVhiLIN7i1xugMzUihUDVNG4EukiHXiBsUoTS9qwpuVtTgaeyvXZ/z
cJ4Lk14sSw+DkIIMFQvxKC6TsbaCGMUYG/xMP6cmx+y6xYIaF4z71egMWP6xbdCyOhk3mAoP8wzc
ELFyJN757E4ZAHzGeCM59YMAijPIvB4SlpJh4lWWYatjXRd0WwAjR8TmwRh/JOSKKlko50v7VlVc
VZ9YCuyobDXrxRpEi/wY8Zd4/jGiqdQ+O0MdkR2B/KeiZCdNChuTpsVB67w4KSvtXpnIqpQzzJaZ
cphO9cA4ROQvBJMmA7DufpU/LLbbuH8Q8bc9SIAclRetX7vqS2xOq2keG+W9UiAirBULY5hjwMXX
bwGUSY4iUkd/QJdbQ/Y84I8C810obexleOAhXi5d8BSIGnsBVQ7UnOiEiFUxUDAd7SwaCDgjzlrM
URLsg3UOS9h5zphQUwtMm9BrN6sChpdIyHE/kjd0Wug9NXNgVb3lQmFy9xRxwqY6FjWc7kYbK6+6
Wc4sjFrc1Kt+Jnn1Sr2RUFIMI6qcY4JqftVpuYpX9USG7laXwCbA5yt4EqleVF/zknqPepKmjZpG
VrMLUgrr2qmFoq5AjduPGn/UJqk5+xRhHGorvRwkgvy0bws1G4V4eIJ0WL7WYbgclTIubIk82U4D
hXFqrRK32UM8P6mYNjn/M1qg4iimd7iX2FhHFck6dHbhLQRz8Za2HAGgnJHiL7PGUNbjqJvfInxr
jsN8ry1ilWMz2RZbfZSYKzywDqZUBSfQ1ngVMCqGd3M2QrZrGcIDtS61F09LehmlMf+hCG55DaQY
1y0I8Lny8dlOuHuXBsE84CJWcLnIFa6UaMIrNM+IkJwbGu1Agrj8TIVUfE3hbjwmXTUmYSri56uM
f+bA3QA2v6vnajMXWAbw2aqUmgRtD2jfoUHF7IgGtREj6CoQ9AP1yH150ru4v5aSJWebcmxFfpSm
PM1KHfmBjOGzB1bIXKKoqF+YAZ9ALwPjfBaX7JamPR/JLGDfDzvJRHH/A7hKcpueQjCXoxM1Qvsc
ygIIVx0ZtXuZ6zG9hw9cksd7gIViUU7hhKFaHepKmt/yYq43I3CQUyiarAshFqo8lKKnqcuELWU+
4R5XAusPqLcd/vkmuKrqIOxmigsBgAl8IKHW0B5C1iTbjIEktyvigxz20kKjkmJWhDdMO0zHetU6
P+ALFLZ25mEco3nbpCj/UQvxgfY59dXEoIcHfa6bHanZhXfQts8DIVZbb2bhYMIac+RRk3e62l1b
7LpcZHLKmjKbEpJLi2205iHmxX0jci0jAo/UPH3rQrWOEwEgfhuml8Zok2tKJGVNlw3TDUVgHNc3
TICw3JqvuIb+B3Vnshs5lmXbf6k5E2wuLy+nZrReZpKpl08Iudydfd/z62sxsvBeuMLhjnzAGxQq
gcoYRFJmxtucc/ZeO30zJ2bduhK8OyCyjv5UBm/6jKhh1c3DxRzT6eQPfYkpdkgPIuUAGZwgOioH
LV5ExhxjNxNfjO6kXYHrljhblInOPRjZDuqarJixO7NcNXXHDMhBQbRKxBi/i1gJzGJg7Vd6Vmsu
BU3HG5rq7gPK2xjDIFoMULvqNMRzte/yicZoOydPkdaTipz5NB6d2L3IASMhaCzj3UdHtRpIOngg
EE4ndLJP3FeTVAoqlsC4OOjlD7CgWxg2EG4BlLsXMjLVe4DtMUmB3hOr6VxxDoodOS/dqcxMRhKO
7l5r3U3u/Yg6G1ojbaze1Kzb3iqySxpVoVfm6V0VCexzXDWp/Mj6wONKLWJgou9yx8U2GOYnNmOy
CpHW7ZAP6Fv8KQAV0eufYoPcJWb4lTq5RRjtR6d3HhsjICAIVdrNKDLnqsV+9mIiRji6vJZsl7TB
izm5EznM8pIA8K0shHgJ5hafvg6Gl7BARgC6aTwWxXyZgJawbGYOqoKAgLN0uZK22K9iowTNX4k3
u+0/Qgj2u0Ba/tZJY5TABj0KeNEgXfXgo8UZ/6hqdPERx+o+zuKU/XYyN02JbQ3NyTFtI/2mbJkk
uFZ2N81DhAmGSgvX+cWxshY3PxOpWfnlrnGG4gZL3iI/D5deblUF0R3vhMWwMLLcdOf4hrTuijip
L6Lzg+/CceMvVtEV96S+VYThtcW+l+F0E/tjSVnOaTGy2SkcaxlGqG/5bNTPlcBLrNvC5cvX7/KO
hbyLx+ZBmQu/mJ3Ga3OxlWoO92Q8QBnN6Dhl80Ded+5mX6zZGhZ0AMIkSNQivguI2SSrrxXtteRO
eGP50j4Vc4fLiq+IkSXZEnaV1vYac0Wv6BLV7gn1znzIUTlS4ssn7r3xXdvAokv6Lg331gj8YAWU
YAIWT2K92fbFWaAVQp/FG0vmCmIDBCi9BVOYiOV+JMo3KJwcDGD4Q9Nku5uhuwX842Q/tHETAiPu
Ne29Q1dw8qFLXWoLgiMAxLLbcr7SmoVK/RFODM4F7lK4iXX1xGut1vWoJDdSdAH5ZLhehgSVcqhh
DDw65qWRMWFcBEsjSwuKc2Fzd7O5Du0KyFbfzZAaIErcGH27ybTQomrZheh7VtRD3AoJjloFISYv
oDBoqsNInZoyiV56UObcsF1/i5MpP4+suXo06YvlojlooeZvEd0RTN1YtGX0GVMSkjufCoTCYqWZ
0v4S9JWPADzpTpNgjxn73nxDld0f9Cbn7JBwnBCv5z8IWbhAOZ3QXk71GZ5W64UO0cqm6LKtqprx
ZMzVbSsM4760kWYJ+EKHzJ3VqwybpzyEqYdEDalXmNKAnpXue5WW3xRcvQ6BlaNP0t18RxpJjo/J
x6o2q3DnMkJ+MET12iUZpnSTm33X1LhAs44NZ8xj1mOde004Witqrfo+COJ0b5P5jBoAox726+ZS
4cLlSxr8yatJZlgPiCMh2hIDZwZuf2xKZlMtcemv3dB+qdwwPdlJJMErZpJFnr+1KLK5Fc76ziUE
MV0pEgIGzxod3WutudzGslc3LSL8Uxih0+oN5s1gIWmMJ7zEZmw+JK4qH/MIUV6A8vKV7fdLjpFk
F0QZ0nHJ3UYzyAirwL/LVuEzls07L9i017kdbuQkivupKB1ihvmua4um6Sj95M5wIXd0fZ6dRRcK
j8sAoOyxfBB4bZGgiulot+Sr6fVS/2ZC/EgtBoGzgfVsmmkw6hPtp6xvCHLTOMadkcY192FYqmxg
q6Cy41Oeptq+ja15P8001ZsJ9fDKMjNiPBB1X4Yhh1yMa8ffKqjiRwOsJIOnGSdTinWL4EOnJku2
xZ/pjOVZlUNyyBs5bKzUrR6o8smw45qxvNZDRmnEcGkMp6sVl8E1KJT2AORQ7GYknadWJ3QF9u/i
J2MvxSxcPzVa6L673VBeo4I6kQqVEhkHG9Cxydbe0LsnOHUdGlx6Gz6Ujp8wrEm7BzCpH41wMXeY
JRyQOKiKBeIFz9OGDsqXRaLFLSBMup1uMN4TIAHOUlnxgayp/Ilit3+b1KTf+XAyT4korQ0d9uy2
CWV8xAI+rtIlspjdIds1+dhdHMAPNF/HF0Fd8OIWUfhFmRjZmDY7G5Ymo1uOmE0gm/QIEFdci6J7
LHCLGHUisP3H48nVx+o9kf185Jjp9oZeireoY4i2MOVvg74Yn0sWy0vZWy4lR82tLgw78n1q7bki
inET2U16Rn1Jfip19LsMuRCoCakyWrdz74h+V0wyOMl5pDerU2jnKkyOluPgK8rsazbGghFQS5Bt
ZhKl6aP8aKxCvlKhjOexN4jYsmCP71r24WNJWBQi5/oRUh+RHrbJ3hlAN4lGRO1uG55GSaJFiy3u
0CUl3Y6CZHSyuTqvDCzfc3Pj0huNvwmd+am08mrTAjdjl6KdENXtLRs2Wd21JPXKCEo06IGlDrhO
u3UpIEQIYRsHZ2zvRNoZO8cU/XMEL3ljlMuhQjAbZGOyfiPVVTsfD8Zj4corkZnGOszN4EDM3biC
SqHWliJhPSoBFGAMNc4u3pxVMVDXa7re3dWOA700jm2G+8PkZuvQqCWyz6CqSYtL093kWhengG9d
Exe3kYb+Xul+sA9UREADv8TKjHu5j+uo3uMXYcpboctCiJ8fOM+7ExL36TpjRr/6KqlPgBCoPQ2r
5qIR2kc+fH7MmhIIoFVWXDzNR4wJ1sbVu2NkJA5aR717xFqbMkiItEesz9m9ruNOIxgAundQiS9D
Ms3rvAS+FOU+iARhNg4tZRntKxUEt01K3Cm+uG/YwMITTsWJKAjSTE3K3e9ktFqLVyrBr0mD8Jhm
9YA0lEubVxD0s6FpCc2ItXhaTDncNjvxaqq5fE/nilmYotPo0bdpSM6W1V1dl0xxKYPgOTvJMn2L
RLB3ApwQBEJJYI+zzTRDszfgXiXXGzxiMhoQl1ZT3R/xcOnrFrCup2NmWFO65kc8Cd1LFtcLUHyQ
d01YGTvoh/VOd2z/mSPZZ9wqk/fY8pF4zdi4CvSH3OWL+IS0FE6M7iMOixC8VsrC56R3CCC4AVMw
2nl6A/KnP4lBQveBCYNOYtaOgxGfmeP2m5xwG1RP87AiwyEnLDlI5+9AIHSSUn2+34ZAQ4IdggUp
EGwbGDeb1KBjh87Aze6iMTKY5i2og7jBOyst+70OS+NGDYRTVmNJDV3MFiJWl3UbxVX+Sv74dNbL
Ltmbta5hzanaOxsfyHmaclbqmKPfzqcczwZ2tAYv1ZdJhJO7MgqHqVKrptuRFJcXInSxIRCR9ihI
WTRXYErqc4qeDzV4RKTZZE07DhAkUyj8vklotf6qzTKL4EYmqQTQjfdNrL75jjnfZOM8HMyQtsyq
JDli52SB2kakUeMNj4jzprw/y5o5L/SDfqvl2bCRgaZq+jlDtWRW5moTW5p2pWdKHwxD8NWOp+gh
JDNjRdfZ3umtmAEh5DJax5k+e9AmgBqRVXgl0Ks9aaau7kOoODduIknfcNA6D1gzV6Xb43TViIrb
tjmnoRsP2FKp27dj2ZPnIUF8AjLG/9jComlibCcmaAESfyqLk8+0mKXI3EioT0F5053vdolqhycD
kTRCcMvCMearDvx8F/pXnJ7TRmvDGSGLu7Q5E9LQOJPwiHwrNPa/pbdLb4KGDrp1ZN+hN/h0Xaeu
6GrgmBZhlfbiz4bx9EAbfqz2jRoRAbF8SZyJ9XRnBpS1s5m1hyAOA4qjsN6YWRfN28npm68yk8v9
eeyMd5iN4SOMfgK1OWmGp5DwIVpRhdoB8kKTbiAH1O0SoqlAfL/EZ9D88UebFGmoKjHilOl9CFLz
0g3cN81JcKPU1PigOj3dZATofC/wOH3TI0PwZzjGF3Sy2rJq+quQpXsDqUgzKNyxJigZ2s9BQaUO
pdu61SunZ6I+BgcpNdrjnaBhbOhE2REzbe0AxGM7bWRNmnRzVWnhbAVvJ3WqTXioJNhBQkvNJGFz
ZcSlow/0/KXpR+TtOKPWWUUia1vNN9jnqE9AbzDjJeOHON09V9vvKuputBgWEF2jD1V3FzIREgxR
Tm3czVYpEAQaYMWSYd6GcaIjd5oTj66zeSQuFEMS7+OKewFiqYmob1AXtBbUsxjZ0EcOV+4s5VVE
xbGMloMi1a4m7rMVl9fHXqI9QXsbBNpbU1jcnEgvfMvi6lsAaIdmhTK4gcREaggzu52MkrGw4Bvn
GgFtlGYms3qrfcBGyjjbLVS6HvwEVRShDFutaCl5ZUJdJbPyR5sa6cscR3vTZtOUuDS8EKDToc9C
ZK9FFFH251bN1N823qeK7YLC3N6xbT+MUHLXFqFDHs2089xW3AP1Bjw5QXTXqMcUkWBK403WX+s8
GJ+r0Gq9WpdyaZiHa1nT6ajp+d7VQ1jeBLbtn6Wy5KYyxD099KeKWe+21LQne8Kc4KuKwT5wONZT
BCt9VHeED53wQY0X2jaKN41adOz6c+I06Ucr2BA7pxyJrqCjgHeEMghXyKEMqEhNAvSgSA39piVu
6l7FifpiGHD6B9Pl5oaz+jAmY/PF6k200b5pUmqTRIlLP3+wEsKk5ilpDnpdDVtBsbf350JbsB3m
lpGJeycDAxmTk/kr4s6c29x2l9CavrnXcZwyno+H+0KwKIdZGatQBO2zHy84U3dOX4Zk2WRFAiIm
Mwa6a3ZmWGg6AHKsIo1FXJlms9cnQOOkWQy7uAS4tOqWwIMoFF+UQYO1mJBADICFV5WRa18bWgJX
eEg1wAFe4A4Wz7HQy+YuENm8a4IpPivfHh4Dw9V2izEIpawV0UUDk7yFc/jXfh7ug8qN7wYVdhus
PvUe5L79yCCq2JU07I6t5UT7FhQr/GXbPmQGzWC/SG4G2QS7UdGRFgUGVUPP/Js6HeZj13OZzPlY
32floMfDIQkf3mlWTJpALzIqgLWuxfdjEbKvxZ3cQobzn1B+06mNK6Q+U4jaxZjr4dFBHIpIClz5
qUmtllqiZyXgBkNZVRrsx76wz31qTzoH3YBkiNTECeW0gYmu6SWqt7iU3O1AzJkMa84MwWi6ZLm6
pIkNBbnEEoomsHlzWgvyCJ5qC+NwiumaU2UjRrpIej/S5m465063FJsDNoScjG03JjCgPJOZQy8O
+powkwcfXtKd3fjGiYaET+gi/qo9sUPRhb4uadhVFz22JaDAGowOm5hGCo2lKrABHd31lZVHj1Hf
PnR+mt0WoFKw+RrcjxrD566djsDfApvuJsCEglN/KnZ9BJfYbdPivJh99uiNqOCZU51Vn+V3bqvE
uxlqdDxpeYz3sYgImm4V9O586Pda5zs3Yw0LolKdRWfWDb9qU/eeJ7B5V6YV1s80puJg7VoyBEOL
MssGjXUsS45CAhZBryQFXAHsyTUbWel6s26SdWTa6DZo/q5SY4gBGvVINgJuQntVmVcAE8NHlRGv
N/WuRvesfnVNipGVbleEIHfNVxLvBwjEiB4JqE5WjpteK8nct7SLs2lz258TB8UVUQlEt1vzNG5M
AuQQnfEgmjd1TQABSejDjBQ7X5D3HH5+WV4ZKmf3cRVw/3cTYT1S2EsBaKuQL1OMfy1aV0GfF+uG
Y9NAWzTa0do0oY5+ZG1HR0UzB2Ywyo4deBcOnMvXvOpyZrJTLao9mUQlBRaAp2Zjd5H5gdHcZUjb
mn5/JyAflavQN++ByJmAfzJngElQGEO5HW14QWs3slt9ccATLGKm8LqDwbTum7ZKi21DSs1TUXPC
06ks4DiNU37HJC7fFqMMjhpjsOAA6zpqkdtAn/IIVlNfcJQRusdsnX/OO3IBOXvInOSHfunaAHnp
rKkj3bHuypZJf8FQKPI0HO0odqr0QZua8MOx3SsIQ+frxHBoY4bAa+pc3dW8SCsjj1TqNcw67qNM
wi3wdX+6MYq5ZBZuNNajZpoEic1ENR/KtBbdjZ36xfeCMK+r3tus+p6KbThovmNf6yQQr1E4WPoB
3HN8jSlg0QwRF4XEMVVkmc5u0V8EsKv5qNNgch8ToWq6OiF7w7slwIiuBwIYm41w83nJ7WOswP5L
+Qr+lC+xo4MWcnSLpLw0YavRkcIK9kCEhi0JZBR6/xS6Ta0d0lYE4UeriY4iTePtsYFpUKI0xQ/4
VCLeS8H3OlsmMO8piKC6cDXbG32Tv00cXlvgb4jJstZGqVcQCY4woIsI24mins6phm9RavaWLwxQ
rqbX6MPgksjU/CYGNvRlS7RrQrGo+6q90ir7YlMqHMZ26L5y5SWk0aqXKXOTemJIWg8kAHIpO6mB
w9AtLuZB30M/mc9FRExRbYpsrffW9MPlIHjITLA0a2QF8knZjrgmXKo/iLETj/MwqBediFMotJEj
sdejTCYDNbzpTLATsPD8j8IuAY0QscPO1VnDbqoY1TJ6t3H6N2l1Q4iAoutV0fldKVrNZ6cfrG99
U2X7vmI4lQzNi+g7NlOrOtpFBbS1yZrqsR1LQvOIEvhB11P3mma5Xg2m+VYU43tQNsUpkoaBTNNu
UTqq/m7yQ/o8UcBtlx2a5MKQy6YZwzk360Eedb9XuypnyQ49t96Mt2hNBk1xnabR3IeaLM4gCXmF
NULn4DK0uScNZAsmN4NzxKo8ZI7xko6h+aWSpvE1lrw/iVaEjyND6otbo18rXWYpVU5iH2mpMOHm
OHl0kn4+MJt54NptIoYnfRnqBLjwhHCvM15lplhdP6kTvlG15+13HjpiQp8kwtSrKuDoFTmZzqso
twqv00rM1UGPhoEgYwifsaNfUM1Y2KCK/kWVTfIYkPd11vHCesgeijMIzid2JPOxrSBtdcQZoSdr
qVlNQgKZGVpL2nG8RJeb7YBgg/b0LO0Cb1V31AfHedDSzl5P/XzvV/o3kMhDsGojmg4G3dZjrs8d
JZrtMl6MjI1dTL4306JYs3ZzVCE04iqmbisiLsjsNnLY8I7aN7oMDwmOeipuq5Lbmc1rTZ5B8ZwM
/rxtneJjDky2DDbHYKVIWbgnyLJYk39aPEIEc6DP9NgSuNosiy5JL1WBGEDKsAREZLG8AovLfjBY
5MjWYXiujcrc0Fj6WlsBPC/kMcY6VfW4Dtqe4e6ENwCbdbNneZl7RtWg/JdLfMqLSLTsrO4nBZIL
Osc1EBLrldV1z2GaRj/aYjQgm1nET7r9aJ7bsiq+jtVsPQxsAcj5XOOxz9v+BzqF8QcgeWefaTFh
9YzEhdWBkNX98UYzWWaE/t0HpnEXO539FLn+hlMBcqtppYfEd5E7om1UZoXikL8h2uVaXd4yioJq
YKM/sTQrWfnDbN7H8YQ7Jx0/QP2+9wgpdNIi3Xw/p8kjaQNE7eHOvaNvCW4Aznb06DfGTaCwcW8E
cXAndxxREVeisLZLFxYtBiPWiPNzX5s5DureaZgGj8wCxnFA+CDgJCVWEZ6SIH5VYRhCwk7i9jnB
aYvnKbEfeTWQI1Yigfoq5Z60dXxafcWf1M/OTYd+jKafbUJbnhHAZ2g6dbgm9arPoB2tKhegpElV
fnaFa91VWbxTbVN7k6UP77z1mjdzQ3uIiz7ZtC408pC4SJK3yc2xC64fRteK95GZwV6C0g8ZABnY
mhmZPwRaEj4wKhoebXr0h6jxEdy3PTeEKsHxYsPHwpwGt/ylYJRAnJH7qje+PDq+K051AQtYS4Lw
O90P+rEhsVXGmkMoZ7hSDHb4rUAGAwcpyub8RvWC/KKkPhQGa/Zm5su4HbVgbm5Q4chtEBVTsm1A
4AA4i+K1xpzV4y1jXNXM1QNvi/8GIVHjw7WhdVt3sqWdJ0wG9xogQCqftNsDF3AOxsJWTTQh95ok
zQ/caXsjZdRFzxmMqaM+B0sgX23vEpIwN41r4hdr2/qcGwQI72rGLZMXVXpuHAnyDAUBk+UQwEtK
BBZLBqax8HpT18bjXKHc2DIhQQYunfmGnFiUzgZoqH7bztKK3mKdbjZuQW2Mhl1L2mn7I1Mdlj/f
QN20Gqa0iq+yD8z2zCf3ryXdv2gjwrkz+JUoavRnQcawuhoOGO8bDZQDlTrD3T7auJkOopG2FZlG
xyIYbe1xsCJbnbtEdflJZBbyIUtL8SvUSZi1X9vJFNotWrI0uDLKHSAlVEK0H5Nw+wQZWARL9HXW
Kh9XhaGgM6Lspi+v56ueGFAnfHdL3Uh+hNqg+RuGvsxh02Te29xgj51dzeAJStoaoq8yGA7NfMnN
cV7rCuV1RHP5gX7MjBYaaeGJXNHpAlJI7UPV1OFh8ols8loD9czolmSwVDCY/Q7Vex/prtfpwn9o
Ef/moD7xdBC/biQ3MaPyH/SS6i8OEOl3W7NTh+aZKRMvj6fxOx2K6dtcDsaxxW793htW6xyHrCjB
zk0UW9tc62NxHIuKd25qbKCHUaitywJjgoMyipGNDzYWqZqm7zJ7mH7IkHJpFMJnu54IYAUb0rv2
Br4yVo5R2ca2VdREWdCVe5uzZNxkRW1zFHaMG+5b3Td/KGCjhxow1D4ZiT4gsrOefFoUCDGL1UzO
vHO1SUFsCdg1wR6sGUrY060dlUXgtRkpAuZNOA6R+dpVUACBORnJGH1D9BnSTTNlXHf9o5bIIr2F
MKsHiOKsyemquxICpIZNLhUpSq5UVZ1zaSMQHUfluom7Dcoh4oqtVNvdC7PUrRh5oW6j2UcnEtDy
DzsfVdzGCaNiNwVj+uLUZqO8tuzGxnMgRV1oaQ+NRglFYvl9aNXtWvrBFwYJ/VtezKBehsBHWWC5
dJEmD7Ysg+ZNMYkseGFzTJOXpqH40nXRpHuCRYFlEPbnE1Pfu4A/KeudFplGWgScmZplBe2mV0Xd
38YEXCePaIisFqdA6ffa3X8tSuT/D3Ls/225XIZEyPwbUfZ7+i3qv/8c+bH8K/8WZTuwCmyHPA+d
sY1F9/X/wAoc81+wBiQKa4KvGaD/TZTt/AudqoV9FiABzTrp8C/9jypb0/8F28AGHEu8Av/ikuz1
n+iyfzbqOsJxXIja0lW66yjlikW0/TcrazSNUySbVve4abjyvuA+BscD64CRYiFw6jo6Ge7N376g
X6AKfg4a4ZnKsFCA0+5WVP+m+GT6910Cfgo3YCpewfwiparDFmi2m98/xfnlY4Rt64bDTVt+zjUx
/DKzgELqHnzslelYG8vfN+xN2PknkineiuQlSfcl0sj0WM2byl1H5VpPmNmRB3GonjCaas5RppdS
I393DTezxVGF0YQLlmBcs4YpS8HbEHVN2xjhKZdFY4NGQN0YF5zoTrEZ+tMi261XEv9OiG10Hb8n
36x3kAr2vNa0jW6CDt3GWMU/po9qQKPt0Y0VWIel6UXzyXFvcqTfcC/HgXsX3NmN09M08fx/5+qB
CAm+F7/4Tf7xHvCbsFnCwYCeIWzzk6V5qDnNjZ73oDKZRemks4QDTKM47u8T0pLX9hyM62mW19//
SL/6jYRjuCgTHQJxrE+PTfPSnoqAx8KCHLdUCdT/blP+wfxu/WzU/vcb55gmHwzCx2I++Pkt7xuT
TEPBlC50Dn3tVY4n8l3YnAe3wGwGVW5VwtuU9XuWPzfpxbBvswLQDns9r/+Egn09rmpxMNC8wou9
q90XMrHWuX7rgIR0uPbeRj0jo9k/jMPbZD3JbAm5ewu6y5h87fM/rJ9ffhwFwEvw1ZnLKvr549RT
6BDAEOteoMCG3aL2AIIRb8Pg5q/wMDhQ3KxxbqdrXHLeWLgre7iLbf6RNxmRotoRC5/p27A6pfO7
Hf3QwkNfCS91QGU21JQ3ad1syuGQVJuw85z44grPtsDE1csw6So7xGmcYt3h92/D4gD5v9SAf/9M
S24feyEvIRlJP38ujBo+Em05eymOhRVJPVsa+uCR1ULc7XpWSyX+8N4bCx7l8zNdpmauzSYNuu3T
d2nZpNrkpk1upsA6H72nUeJfQlugVi45Qys0VlHS7QuX7bArrXCnZsf7/cdeXvJPf4JwhJTStqXL
57Z+/tgw+0unzuXowTKlH2PeWFDpSBn7IARF3/3nz1IO3XpMQCz3zzgIQSi1juJp9lSEzGnsVrpy
HARXBTKpQe+3v3/aL9YdpxhHH/4ik+J9Wf5/O12m0gIrBgvNM1vrBoww2muUYavMtCEIpPVz4jjr
OGmYTao/LPlfbCw82SGySNocsvanc20cxyqpWpuPSBIFc7A23k29DP5wxvziKRzsrmQdGrqBXern
z4cOjtwYPiOhkPTJu7yinS+s6Q/vh7H8z3x6QchVcF3OMlxc+l8n3d++xgS4XW51zK3xCmwUQyZ0
Q+HG6gxc3bTkgS/f5lqCGnJk3qy1wx826V+cDTbGLCHYOAXXlU9Qj9kd6GuiKPKoUZcx8nvVIo3R
px5JeTNNx8COPN7gPzz1F5uBbXA7MCAz8dTPNxN6ZMjT0mBGuTcmkO0NOtguwnVALIzBadL65er3
b+svn8iu6ugmA39dX7aKv3/NRpUEA1FHXlwwGRHM2ajofDy7c2asS41R2xy7wR9+3F8s/r+QVfbi
juP/lj/qbw8t/QwbTj9OXmbckgVJ91LC/und4sekrD+8rr98FgreZd2zGBdw1t+fRUpjSGoGz2Kk
sSWDnhDWEXKQjAGMTJrxhyX4q6fxJN21ueOy23z6Ov02SoOUF8RLuqd+Mgdm0AVTEVi5SAvFH77G
X61ESXAHJwf/YSP9+aNZejAy7aNmMiOEriY+JjgqKFh+/4b88yOZukVCHmZIAdbO/bRTd8E8BLrL
U3DQio2dfun75OtkM2Q0regPJ9M/9k7wZrYQrlC2kILT6edPFFWu1Q0N2lFXcPxh7Rn2XRcAikj0
56kh1aY25kMDpLeR4fH3H9NY7kM/bTg8W9I3NB2o2Wzcn3bPcMIsyZBhuWBEH3OdPzUxLs0R2aRH
BjZ6eZDESNI7xJjbnnQ4r56bJyQAf1oc/1iR/B2ubjsmiT6Km+mnX9UfkRU3Q617w9x+M1kdm1IX
u8lPdomJpC7SmNb8P3x0rqNcBCTVkC0+/cRxpeZsJM3XsxL6aos2Z6jcq8QEQotRQKuNzGvUFcPK
tStFa1n8AOZLl2hK/vSXLE/69COgHbep/lzQ5cL9dLgQZWMYjoOCHYVJt4myFhOkqR31uEKpqezb
pcNAl8JSW1cHODQO2oZghqPthhdN9OEfLp3/OAQoOCkSGZJaumA//nQIgFxjhmjESwwfCYlJGC67
8bqCDVkNtcScEh6zMvzx+19D/GNZu3SGXZOQHYoDqt1PL6IZyNFMIzV5ukFIbPajp0AIgtei/M6a
gV1gr3BR+LjQw00jt+78nMmLSC568yXtn7vuYGpfQqBMS15SubpGCxBq2AcAY0mHcfLdEp1gf0cG
DzFDQLdJH/wQZ8mmNA9F8BxPb31IM/I6JOexuf39RzP+2v9+/n256S4XPzzbXJ7tT2/arEkjxn3D
cVPvhX7UqD4d+9uk7jLmu3XzVuXIfSW8y8ciPfmKqvURsglT3yykhLEv9fBsoEwOKoKpwaS1r7Lb
tc6rKvc5ZW2xw7Y7uduq2qG7wNXfe2W6xg5YautgU8m7YNjU7aFottBE/fiQWuRXXPPuqpFCkp57
82SV70V+hjn1NiZ7i7aW9DpJHBqMBM96Hd9Sc9u1L334kKYXpDB2dwONQNpQC+zwdYxe+xmBPmO5
h1kcLGA30RoSFer8wd9M94uge17pAxLiFhXRXVufTLj51VPh0o/nvXocPmI8JtF97m+iYJekBIh7
5hOJS7l+F84XruN4iZgKNfPGLT2UopTZtnVCEK6g8Odwg+gzD0+O/1B1a+XckD3D9UVTh+UqisCg
ck5ICJW+79+w9o04MlBFtaDkPEiDNwQJye5WN7dZAlNiRdR2ph3xQcX4m4270E+2UXuY+69Z+HXM
N5OzQs5BwJUgv5Bk7wIeB7HsOADedXmuDgnSSdyf/cYfT0AXDRvG3GFcpNN/OOH/uWHyTjmseVpL
uk7J+/OhoTidshy0txcWFrM3A45HHcSbQMte+jglXYF9/Q9n4q+WqOT+aytaOkIZnwoo9M5FXZOV
7pn8lzXJ3gviFb/LH5bLX12hz8uFm5kOOYCTydA/bQWLpqLCpjh5Q3+L/Ao/pTSvhJlhTZg/ACMq
/UtZP07d/Si+WeI73FumInuFvc3UD2HjYbbIGT5j2eu9Tm0w8LWERrq7YVF+h2uj8aR6jfFL592m
71/D6zIpu9dOGYlvzDQ24ZWiRZgrgPgzkKDg6JCTugrlNjy159b2MLIS/zeTYbhDIHGpHkzIVOla
AnKJPJIYiisthcLF97sLLn16U3Z70lxgzR7ANBH0nX707aOKHnJgHtMPQv30DVM7gDg4cFn0tNxX
U8VYmkxc3X4p5w+cWbZ/auCA9J6aLhE+ngYXz2tdX8pwbxooq72xfyBOXDmrlqnXuOtmrx/OFqQr
QoGwSVZboY5N88bktr3680uRPmViXAlWWW98Ufin22w4kvC+6qExSu0d3bkob62GdhhqxLq667Nj
0e0dhp3Tt9//4v+4a1Ez0simx8EWufz/n1/ltmhTp8Kv5Q0SJrsd9R92DT5Ls8Vp9pkf/+dPMwzO
GPAYiprj09tFSJDoG3RDHgF561jQxRsq0DcOeiwvxyn8+6f9s6Kj5UsvSrlgMFix7qe7cZ00S3d+
mrDpKQbtGWL4wEI9jJYUj85/s3dmS24jWbb9lbZ6bsgAx+Qwu90PnEAy5kFSSC8wjZjnGV9/FyKz
qkVQN3hVz12WpqosSeEE6HC4n7P32sw8K7YH3FLxmrbrE6oB88LrZ757i6eJbTJ7WVMDuowE4vTu
RnaRB23M9Q5kQ63jJESRJpz6wlP7u1HojVBfZrPMlnkxSqXWk4xliSwll99DZGQr7O6XDuG/mSj8
cF1Y6PHnb27xHhWJ0+kGesUNQcK7ZKrs2eqEvUIj3MOWk7jw3Z1vhOaxKBbhQTUpbCy2ZVGZO2nb
QVSscgvplnJ0VMponHYAi4EYzxBk2zIoLizsy4sEVU+IrKDsT9UfpcZyYS+8qTTx3BFw238q8h5f
qrwR09cSYP6FC1wePBiKYQT7bp1tNy6gxdTohsxHBk5ZW3NI7JnwtKAcsUrn/dxDFt6xC6uNrYfj
7u2HYvnumrsCkkujN6Czv3w9lPxyEibVSBeIV2tMN6y0sLyjFZgMi2YZJnS736iTYl8Y8uw5lBpv
S8fktMM2m6P/YoLqgQpxorMprJsFHVqlusHRtLH7EVG9Em8ndAKESwi3bUv4xJN24fk4/1Yh7zAw
dR12txz0Tm91mCjI2mMn3zhYa+xoRNufs22qRmoNzeQ8vn2DlzOXi+VZ5CVNsYq99HJzQHnJ8gjs
KjbqcFf3WCRVxKiSBHTMJHawg1rwucl+vj3m2ZcqOMRSvNL5PgVtq8UVYkptJjayEAzlUCHygXxo
o3TdlPgc1lXR/ozTPLwwgV9LQ78ublLobH0oOnAIAGxkLh4WHGyKlrdeusnl/RTu6N2SQ3Etq/d2
CeOtUlZqwY4RhVKF+MgB5YYeKL3mX2iLTv3nON4RPBIQ3Kh+Drr3tPFpPu9CdAsmcaH5Db+OebTt
HY685JzCHeTPOsV9q73nZ2Ab4QeYc4ROvSNlk7+qpKQdeddT/v7tm3s2fbhOW1KIYMM3l64X10nM
Ao1vGWebsaievL5S1mVh4G0bAOiZFhT/t4c7Wxio4TBz5jaK41CZmL/rXx7QoS9GayDbGxECx0A0
YmwgHGSfhdgmSfJzIihyXavhfZcZ9//GyBrDs7nV53LZ6ciThoivyctwQ3zmD1INSLToTRh+XaC4
AN93xBMQHIaW17kw8Pkd5pIpCFIxZ3NgiMX6QIp6XOsEk9ClVN1RnVNYQpvD1tg46yK99CY7a0ZI
7i33VTPm2gs118XTkphA181mGjDw1jSq6g1RodY+rYeD2VsjocPDLnO67JZGmb+xkjrfYL+78PS8
lsZPnx46MfRDqTbzWWjGnN5svbDNIa0GEtqQS6SgmlQFLeF7rWM3KiB/G+FWRRm5VzX/uVPontJh
DQ8GUMIsOTDhpxxcoxqjUN2OMdIrIFmEH/lYW5Cm8YBkTwGdKdnsVOveKQ8c7DmHYsAl7wVhCRIX
QoXKLzRfYHXyMPErD6EGjaKiwAGRako+9OGuwQrGjocMUQa79vjR4LtAilyY87/7Ssz522cdoUlJ
L+H0bnSRJv0UGxxl6NtQG9AZmmlzlXAQwRekrftMXUFLMDeVbz7kTY31hwiXC1/J2cI9N8uREVBI
hZ8G3ez0M6ieGeJI4iigdYmymsBaDRIIZvfBHmwfoysQU1/Zvf3Inc983sSmNMVrX5h19HTMRCK7
aqqy3UzNtGlbgKP4gcAfGJRFDHX19mA0MfhxJ5NOp9RFsRiJBMPyljodrs9aPJBK32zUB/1b/sja
on6AgWKR1uQ/4Ibwxi3/qnzLMIvQzqw2OYHLFH1IN4/XIl7Vxkp9P135hyHbaOkmheNjfufXdvjY
OndIdKLSlRpIxoYFG1eg/mW2WzOFlLUwKbEe4OnjNUyqbSYe8/HTAPozGFfYTXJ6oso6VdccjPgV
uSleJey7EYnz5Zos0ijYIMwqTaoPW1OsiWuT2cZu97MjEBC/vlcIxKOUEeywyJem60VrDBPzrtvD
k7HK7vW76b7Bdknyy7P9Ed4vCoQAJrGy17I9ZGPHcA3/eyYxHbrUnqdbhyNdt6b/QVFLPM3JzdYe
+2ri3Bbmrqp2VbRuSCtRD0W9azQ3UzHl34K4bJBXOlh7XP5PAA1gFCbhjs0BJt7M1+x30ec6utP9
I+jbcAXlNrgWt8NL/5PEzc/CJVn8B8C1Lja3vnkHYaYfr3O9QZe8i6F6jt8AXBTxtzB9SDGWAje+
R6bma0fUaUDMiaZyvgc304UV+uylNE+cmRvoqGxb6cKdThwlIZIx9SYmTj0yDZwCN7ZNUUcnWFsb
9OA4AeNbh7bwN1CmrMOFifvbeUt3g8k7V8uXRdrQzAcsq1qzIZNxm1fRCr//ph87V8Heyrdl0svp
sAEi80Ug0KXpn54LuHwLKQA1H9uQFOtPL1/jgiOr8plqSn1MyS1Cldo+YZ2mKpINFwY7W4fYl1Po
MXk3qfNytFgTZBjYjV3j14vIM97Xo3dDhX5XYAJc6WPyxW+YDNFYdhdWBzGf4BaLA+MiFpK8FyWt
gNOLTOOwrBDnN5s0Qn2qdSQCGxmqVgiLhsuqnV6Fpj5rILQ1+oHhrkkssNVdqK3pkU6blG3aNk+C
K4IC6k3Wih9obeWRfZsAW292xKeGCvXFsPHWzUyVfXuOnN81thBMznmHbxDjPc/gX7ZN+JqIkXbI
leiU8qoyW0xdqD179oxEas0m5vxjH1043s/fxOkdY0wBnmuWUpiOXLy18HDKGuJcyTathIdrDq5l
tceuFFc0chSW1fSS3OrsfaGjoaCW7QjNFpxSF1fZeYiqjQ5JFIWP5pgoXxPoWLInoL0fy+c/vaNz
LwgZ2TwNNUddzMMwz7uakLt8o/AuckuVahxMEtYZoO52u8l8xzmyLc4uvBLPbypzT9V4AwtpUepc
HIydcDYyZjlGUdGVGOvqLXIb1U0IcseUD9AtIv/w7Ss9337oTJi55kkrnNajnB+NXyZPZtYalJqY
fKmhg/7cUGXsO2qa1tR6h0ygP26spIcFlxKh0ooS9FAfrDst/uNlFgbsrNLirOoYYnmOwwEFAqHU
041KXunQYEYlEBgsYpiuvZKohJIpPFjwk83p4e1bcD6xTkde3HW8eK0N64aR7Y09SG/bkdyMQdO0
t3504Xafv0xOx1o8NgX1Z5vljHzxUvlM6imgj1ZHBklcW3M7NdeGiModSN7gwrjG2ePKuCyrLAVU
yVB8nn7LaYgZuGgDioCgV9ftWONOVDL/wl72d3eSbT1HDF4UqCIXj6g/kWuvBCLbYB6e00MszBE9
xDg/xJkYXBIb/GbqOgYqIyaubr8yf08vKkIu7kw5vupoSL6FVvwTYwIOIc276Xlz5F65zdlTB4lt
H+g8+ntaoYe3p444fzvPH8FkAdSBHKNsPP0IfkWzkpcjpJHucxHM5fTMDujbR9k1fmtIHVUXXuUQ
91aNoX0xRgUfNo0ASGKEWyO1v4YcKdcMUW3b1oSqG7HnJEuvWAcKMm0ojH/8huUDA5phonH04rad
fuBWNyNdQxa7CSLlrujKteYbxc6qYsIOxx3lqp7sJ8Kb3r5PZxPDoL9MSQgxLiV301rsoaTi4cCq
o3gz+3R3MAw/K/2wdgz7o57G8t8ZDBgFlGpO8tRoTi8x9ySGszqIcetXPm/vmJ5GrH1qC3B19G3/
9MrQR4K35vAGdPpMaoxuSe2rgIYH5MavVVln+0I6LhbaTabBY/zzwWbFGXtRfa7sL67Mq1u8oRhO
N9Qv91iYXNMzuhXoCxKLQ+vn24OdvYyw7dh0EdiP8b41lhu/URkQteGj3QDJpOgUwegvHfllNlhq
qd0d0qC3LqxS2qUxFy8jBTSY3YVUQ6SH9gGWg5sXcPTjrFVJsYfgPw20sYlSiDXijLWAiNxAOMeY
rTsZzh+nicOZNSjGle1JmBa6fUG3crbT4p4gFqBOQ8PIUpdCtWHElE45EhBEIRWCefTkTjRfy5wA
77wlxDIO7mXSFxdWmflrPdlrIe4x5ro8w85n2OXudLCwC4oExBwP0iFRpq/49S/V/1/bqP8ziqQa
pFuQkmYzwTyRl2oqifbIFwLmZZwExU4Nc4S9AeVpNe0f8E8VXzHmPuCB0/ajAq2rdbTvddy+jMZ0
FQTQm5R+KmbIzhcW3uLQqzNsR9Of6goXy9sz8/Ql+tcnxe/NJoFyHdN8sZpAAq56TwkiqpLWje6k
t03pQd2o/ehQcMZ19E9B6F+H1mhc+Pq102+CkQUldCrqM7Ieg+iynB5kvtHSDuKZCJt9hL+dqMJx
X5XJa1qvcFVU0bWJotjTfJKbh2AbgoPMD5lZVZ/9fvrw9o1YdBdeP4/lUD+ZX+toJ83FC3eIlN5W
IUtvgKNY4D/J8ZCkS9vV1qnJB/Hz3J0a5wXljbpKIVteeF5PH9e/h6doZODuYJe8VFCGXksmRsTw
XY2qAQPzswKUc1LUe0x5+Kc7Zbgw4ukD+M8ROaWZNG2JI188CsUAqY+mwkxbjFComZNNyOt6yiXA
vGDU92UHLQXP/l8z7n/NR/+gE/bLnDuLSn3O4x/Jl/bXoNTXv/GX90ihaPnutaUmaWujoZM8in8l
QvBb4t38BrakJEGVU6L5r0gIRRKiKujZYpmh7sdCyrz9p/3IeUdREEUaOwbUYBxM/sh8dPrAMklY
Jgj9NPnQdJ9YuE/3Ajw1Dp6SAl619qCXdzBcCKTMHkZxlYur3j/o6mPhX48ZAQcDtK3bIt3W0W46
Gs6q+ujAMwiuEwf2L++ho29BZwN++pMwgnptPle7njaTBuvknvRQv163CRr/O0iYpCI31n3X3ji9
649Esl2j7FsJ42BN2kpGaxLtFPhM3vug+gSHjd0euezDuiFuXbEKXEvhWouO5hzW91nRPlnZ3aDe
ONMeF3gi7jKCfdSYs691o4HJNhJEH8Cbjf2IrcJ/widCmNCqhA9+xC524QF8fe3/z2vi7zvKpoAN
CD0hVECnd7RXRZOzQVWf6tB8MTugSPDH7St9sj/bqP1j4tbzUtn1HxUOcTe2PnabqMfI/cssvP9r
vP/I2vQeCHtT/9c/Fivx/DE4ZbCRdDQqNmh/mV0nx9asloVeG9NTHIgPWqvJR9NX2WrrV2YYvfQy
/2IVxvtUHSi/ysoVaiHWpp6MT3mEUbvT3r/9eU7XJT4OQcFMLymcuYJEW/D04+S5FP6oy/6pEpUK
ziN0kI0ZLw2QujSyjkLXlAMdTG37Ouz/rkv/EHON7v9tinzqw2b6USVfsu8na9P8t/4Oq1HfsVOm
Z0k/WlAZm7+Sv5Ym8x0ntbnDiJKblYG+5r9WJsN+Jzk00IKkZW+yweCN98+0GvMdrx98jHQsTDTD
uCn/+/+cuN/qxb//On95WJgR//Mc2ZRbsMggzJn9OHNiznyy/KXuooe1X2ohNUZhTMFLbLDYqCLy
rZU2A/xXaqnWayeeqjU8DH/VBVT9tV6x79My8Q7BVJI8QpQHJgK/vqUQVzwF+vC5AMFzaLxWu0sx
ZV3FSuJfO3h/b3zZ5ETS1VF+k4XUzcLJMm46Bxobm3/gZA40iqwDnzRAAznIGE8+BHrymkWn9Vem
rrRu61nxMaqaZqfV+fRpsCOEmp0p60Pu5OOV3+nmFXpT5GV5eANVtXDRG5GOkMFZWfm1X700njls
5+d9JyAeJSbJnc6QIfVIOnCoShr4rj320TapAXrGRgsZj/O1BpI3NF0AFAjj0jAZHiI02ivqd87a
d3LBybo0XB2U1tFumt5N/EzfpcLuvvXJ0O7Ii/1R1aHYqjmBMjlmVbo5ToTtEnBOryQN7M2qu9Fq
vwMaDO8APhAg6J4aMDuoQHaEwmFzBuBcBy9qNipfiWtpYM8RytKB8F2bWjgehzo1aPxog/JpqjTx
FW2JvW+aGQGCiMf55BNDcazCsXiqZyAvYM5k39Vx8nPwhb+PMwIzPb1Z10Dw9l2eZYcg92hKZRl5
jZWa7WVaFO/7ii50i0btxme5vaoDk56QEdfdnsAJ6N4iTKCY2zBF2qKa6JQ6yi0pOiGgpTR3IcWz
Y2b5I8VQT9GuTkoIliSBV5iPRb1pTfNn7pdEQFbEXE5ePj1MnWE+gLpFmVek8pC3uuPKUqlcx6nr
q26in4WUzDpa8RwTiqxnb/cogX2+1PciUfoN2rJ4p5EZBfEGouHgI3QzYf1sSl3Rnilqky1q4AUm
8QCOpUlRpBiAweCjX9f6lN32KWf2Jra/AoDhT5Glwq2jHUxb8iNV+XIHiQAvou3xRoxK+2j4vXGT
ARVdY74JVokdphvbgwcGtBsGOMr7Q5Cijy0ITVpZveOiJlU/sLZLUmK8Ztc7mqasHdULtglkp23T
knYIzNV4wQIZ7KtG8cnG9kV25TkZ4XW0hMiqzCWoIagB2gtE8QmMbNd98yHvrD1fFyU1aoEJtxi0
g6zNplyRUxO4flJ5/EIYTJ/ZIcICnVZzCA92TTo6TWcR61uom/xPpBdTtxqprCCw7K12ZSbDZ6wK
6hqSz/AVRKr5DEnoc6xoFf7gRL/VKqKa/C5dU9vWXF0xtTvYBN62TkbF7a2UXkURkHuacouaztJu
SlgOgJdSQrkHB7QsEw2UZU2f2V4VY9J+KHsHZqiHdnbrme2LYjXTe9FVxRzJ0+/qPN2pw0xrVmpt
Q44HeDstfsllTeq4YXsfeVTb6yiSyUMaDB/Altj71lT0rSXm2QigTb8bjOgxCSFRj0DOQe7F8b3X
4o0w4pkIF/c0U0tO5u3WyaOZTpKX8QdLDMOel2571+id/aMkkOlqlNAhU82qEVmKJqQR6lGu1gZK
+KnBboBDkSJuRAuOnMiQvgZYZjkUCeMy4hibkjynxpWbGx5ROO30Vemr8SYocjLwbJLTVkZqjW5R
EB06GNawq6VCIuyUOD80hE8bh5/nKuAnj1mS9lcibgwwc+OuSMiIVwyz2IB3AGppKi2qV9mGnXMH
cUXn8Fy28ceSR/02x50PIkLJpodcyW7APhgbXfoCFqqAliyGkpSWHhTXNrGN7HnILQNxEZAJF814
TcSiwDTnqDSb0ZML2+83GPAbpIMsd0kJLw0jvsDkR+Bq0jYgJclEexYAz1Knl9c+Gh/617nYNIKp
G+fAuSG8Y0/3/Jr+ksOW2Qjaa78jjNgviNgQRUPgZNx908uGNxYsuoPeYgvQNNGSGcsMCgYzBnlb
E6CZYPQOq2i6CS04w12Yunlao58ysm+gQT8ldXqwne7FRvBvqMETCEKYooEfwSDLoMes2JdC4/AH
pNVx8aXz9PFGwd59jQaVD6vr1V4NE+z3eqMXa3+gVlFMrJTRVN+OTqu/KJzLt35ipMdAZmJFZkPx
HIf2+DksUxC/qI8IC26Ji2u7upntZJ9EUr443Xgb986dbFigKhBLyBaqXSNmzYJVoPwKaGwjp72d
FMNY+3yth8Ssr5pZ9T0a8kFPNH8nlP5rBrTlY1MX2BtiCmt+Nk28th2k0pAMNyEh6ixmQWscvIh3
o8IW/NGHPHWHB8fYtF0sH2A9EazUxtdt7BMUimATHzOTMN0bRLk+FZ2NIGbKIzr90rfXQxh6h67P
Spfd+sBq1yYfMTcNx0pqE9jbkWSROvTWnrTzl7YAf7eJtFasCjsnNEAU+ldPw8mnWRmhGlOj21cm
RffvecAxxElS9aEqAjtaKXzUO8MHAkzb5ChkNB7JlvE+5N0AuT/My+R+8LxvWt8nx8rjJWblw4OP
De5JgRng9sMEwaduSGq1C/vgxGG/kY0ZfCrHEKJXWRDHEyt+QRnFwwuhZubBLnm7sC5LfjFNl4mp
Yqo0hytTDNZdPKpjv/YTrXjwh8n+konkHi487mO2VRzBgrTObviKPUS8NrjCfhrbD3qsfqxznqhB
1mheuoSA3Qk5TtT6yS6vZiBO2urvhafkMEk7QmQytp42KTiY1cqKTQQ0ZyXZmElhvRQhAVh+oZNR
BbfuhpDT4jaguP9Y+WittBouaaCUE8JsORZkjUa8vZ1B+cZnBJ+qqYPkvdJJUvNKeJ1+IJU5PoME
VKNBTlKJrY5m6HoKLN0F4UuwSA/FnzTl1xyGEnaZ0wYoBIpsT7zaTS8jbRXbieMfOwMKpdIhS6WR
TpxP3BoQHxoCQPOuir1tD/X5c0P4XYyhhPJNFmnxWmqW/T0T1bCXmYNKzCsCdwLVdRwqrXqOOtny
CtFG2G2aBKGvqcj2S6Vo9gmVgQ2l6cjcB5Gll+sw8ZD9CxljNZMaPkollW4e+v6Oiq3CYW5g4SKx
ghyM3io+TFVUfqqQuavXiey9H4lettpT4GWDSR6XPe3yBEr/egrtz1XYTbMgIzQwWPjEwtR2mYEo
iOR7I69/VrryM28s/al3PLmRqYXoi9c+gdlNkX5xCGMEEZGg4YnNxrmtDLtlB5LKD5M1KdGG31WO
lMpdTQYJO5IgJ1CqrlybIwMIsXh6NMFFQ2cHYdr03TpqSc9RxyqS7LX8ZkUiVroxzKHZNXzhd6Zi
fTTYS+6gWRNI79MyAj0X/ZAp1n+J+BQUHG9S8l3ivdpS6uWbKPeg5qb32TCB3Ek/lzTnEbpmuMxU
vhs7jK8zh50YhFm2qqarpZ9sEF64CcNrw5ye/Io6etEo3ZeoMW+juKnugVj6B/YpD5VR7hKruK2q
4IfIHQzg2WOpOj+yZHoMB+ObHiPNyVV732O2vzbZLPWyPySJfe8lhbaFU3gArz9r6cjRpbHJyhlY
hwqN92YY/GHLQhivK5M9fa9uEiNwxZhMX4fIC1g2+5EtmtNEaPICq34Eo6E5ey/MqaJHbZ4qD7nd
mOQmxeE3mx3sg1D05hmBI8FoQUPwcyZGH0tZXXIjkn6d2yLZTIOePnmpDlncGRCXlY08AoH0t/3U
T3eOOY7qynKqjm0u3KwrOVlk/dkVSkfTV/qHXm19xEuJqmwCONOPJCDICYqeU81k+75Q9jgTQ5w/
E6eFIOHtmqpGcFAIsLi3p9yS67xtplsDGvAPFSELR66cKDmzym8Dz++QD4XmvSEIrbWLEGvOoJHo
giDAclt2OfDU3SQhcIl0YKUGjzGjKLu2wo9vYEuaMEHuwROSt+FFhKWDWr02ka/ovHv18grOZL9G
UTjcpI2xHvvwhTwpbgTpH8ohGxN2EKnlgqQekK6kdswJK0JGNfJyjYQE700vM2tfstQnF9tun4jC
w5jXTumeOKlqJyX+cd+0jxnJm8dA1xu3r5LuISjFdWKU92iDJoySfvlRVSr9sYzHctWKCFEM/s0b
q5yCrQFSf21HSepWke0fTKF4bq4603ZkC35nh1LcBNogdmVqGa6Z4DyEVFc+RCnTexJ9f2jrtGdn
Mdx0Zvhgm512bTS9cgDSndx4s4NJVTN8/GRKoflswi59nJrhewtrcd+36hzprIApHnV4nquwJfnH
5LHrV+BZzXUYDOF7W/Q8sr7vPGpjH38kXC0W28aDr7rte7V+rqQTcnxIiWblB6T2tR8a/BKHxNh7
IhvI6c6K7Vg5uOQ0VgRl0sA4B2m1DozsxafXc6spBrOtg9N+bYKqrTd+obxUuYy2aUriTU1+2lGC
qz2CJuTAmuj7mADB+7KrbI6RkY+KHBAkK1z6aJpTswsqdSKkrZgDr6zha9WhSoogwefrUS3K70WR
5h9NqK8AgAbWIRKccjLbwhy3t+npH4ZSasQ/WfETvhPM0LZpAs+rksNg4xeC1frMZGDz0zajepwU
oKnbqgDemg9KeSAZNdza6ji3OSK+36CsW9Ki8a9zLcFK8YbhLh0b+VT5BXtCsjrlCzGJ5VXdy4Z6
R1HctCjq1no1YkCdZntLOyhfvWkc8ZDV4U9yLMluoul0iNV6eP7P3ExL2hpSIKjUgvnpqtdB4el7
gOdAH231iyaj/uo/WzuaIgodxG7qDlCz0sGw6jvDLYq22yiEY0wd2me3ED5w7IxuCcEZ/1K1/FGB
7jlP+WeZDk3p6FtejFXoB81/34TfqhxGb/Pmn3J/5Ldf0h/18g/Nn+ZfP4sq1N+fbi7mn/wLWR9h
Mz60P6rx8UfdJs0/C1bzn/z//c3/+PH6U57H4sd//eNb3mbN/NMAQ2a/FuLYELxVvrv5knwhL/TL
2V/5u3anOe9wQGGBohP5Ko3/Z+3Ocd5R0EdqoaOGpEo303T+Dpq2383qAuppyIppZvJH/lW7U9+9
9osch2BNOguU8PQ/Kd7NteVfSnezNIwS4ayi4L/pAi6KvbExQavuito12qnYSxPV8uST/JF4XrT/
5bb8ps79u6G4A7i4KRMKXLenVUJYyRlCpKh2G7019nYWvnCUVbejAFT79khz3X55UVhpkE2YugYX
blGPDOIkH+ju1q5qTA5iz2Z0ZRcWW1ux612OJPIRFkJ5nXDqf0nYNF4ooC/FPK83dW5iYs4yjLnL
fXql7B9MASCodtnaD0+T09Y7QPrRjjgi770ZZpE7eWX0jXTh6Gi3dXxVqqO+EmLKN2/fiNcm/tmd
QPmAJh8jnLYU5JddW7SK4OulGQ/3vpmK5oGEEFw8gZVigeV8RTmmCK4CT6tuHaJ/bjIvCB499g2c
TscAIzzQyufYymaZTYMdqunzD6MZ2/uuz52btz/vPAUWH5f2AxIUmy6Cc2aPNgeqJhG7QtcZK+L6
REeCGHHNgB+jwT7mdjw+vz3gb+akbdMAx+WFiUMstWRhzEmlIaASsy9pf5mQHKk9wyKWqbmkGxJz
f255cRTc6aqwyZ9lyKezYnTwjKptxayAT1wjT8yiQ66qXbMhESF9sW0727LFJ0MGwnFK5E41ySei
GMiDTic9u4uF7IjtdtKmQgpv+R+nDEaUonmaszWD17OW3hhHiw3xDgvdpG/VcWizbUQ6I+r0KJ44
1FDHTi9MsvN7aAuoKzMPjItD23F6XVkSdv4YerUbc/xeAU3u1kaE1tKbau9Cq+y0SQ8Z0mIoixco
xh96seZCLVErnYMRN2d+hJ1y2xqcOWY8fseGR9p3gWUGcKUgTf/pJGGKGKRNsJLAHVuqh4KxIWZV
IocQE3FFUWJBebPrem1obbh7e6izOTJjO8geovtswx3SFxeYVbQsmqar3HFQ+2M9mLCWoUZf+MZ+
NwrtRuS5gubNmTS9yGqjHTJZupRCxLPjmXJPZZEj+dsXs2hs8nXh1+QhnkVyWDbRw57OjIrw5ygq
VcwkNVS6g14p8ffRqUeY6JQYPptjV3z3KDEaG/IILFKZYlIfVyggiOIYsfjGNxQs0I8aiUkOL2mY
oEkufMSzyTu/Rm2Aa3O7U9JWP/2IzghceMo16CZKWWzp5meHoq+Nr5Gfm/tp6uzVFAzIUSzF36Qd
Pibuqs0GVvQbq221Y0rkzXGihHvV5L68evvTLZdDsFrE89LFQz2IFHXJZdPSviLIqc9cxaBEHlX1
Y94VxJVRVmkmoVyY5mevrXk4yYYE957Af7qUTztto6WVamZun7MJ1gpz3ente6NLP1TxiPez9SkQ
UWdPBa6ZSYOWYT68fcHLb+P1E6CsNFVEGCzHi2/DIvRPLUsrc7smR73gjKkbBxOJuGGtuW8P9Zt7
y0uGZwwJPp3/pReFGIWwQCKVuqFlrtlXK6uAwha1MtgqZWlfuLenPXVgsfRI8fZLbiscgTPiFlTh
zI4oFbiaHVFdMJQhRYGuYddD7lPekxQn92pt6fo2EkX3bwyOWYxv1ERcQH/2dI5LCaKpkUVCYzFW
kHsVo9hEdieOIiUrCqd5vc6x5XzprYnS49u3eblic+E2r1WBcsWaJU+LJcAfUXWqWpm4UynNG80K
4l0nle6ONm3Kkx6OH8JIVBem0dmg+EeQsTrocki7wgZ4esFw16Vf6ti1ol7r9h2TejcxrXhysh80
FuCNQjcft29f6dlXzKA2hhuDR9aAGTnP7V+a4F7SOFocqMIdmkheV5UM9/hXxH407WhPbVRzoySL
v/WZkl6gTc2X8+vGgqXr1UnCMmazzVtCFvoycqailsKNhwATKk/wtdlU4oJL5jejGCiR+fECNwkK
y9PrE2mHKE4Guiv9uiNZQmp0m4fywl18/TGLi0Fxz384/bBtXQIVajmhRdQinYqvR09UUk1WyBPf
2H6eVGvDrNVjm4zDngTG4mATsXtVE+OzVifon6naJLegw9vkwmvibF2CeCogzLHNATzIE3x67ZDO
tTRDRuFWaVmzPMJOL4ZqM8B2O7w9i87u8rz3ZbHn3T9b9ex5lv0yi6rRIodgCgQMRzu/SoQagIMa
L6FGzxY/xCJsevV53qDDXSLrQFN2Vhkyik7VBR9gaLtqCDiqaoWxbzrYKn94VZZGggieO94r6OiW
4kr2O2U4TUbiFrYW78n8s9G7gtV5e5SzJ5BRZgiczuOHKGZJp426zG/xJCduM+XD95xK1XVZp7m6
iqQVHglRq2iqCzVE0UoQwNtjL4+cmERAU7zCBWZMzXKPyLa663uyJF2z7mjFtNSJI/pPGLm9XIcN
nPpmzK4HFlAoEqroNsDtv+ozJ7qcX3U451/q/CabFz6WbFMujc+NUU8sOlrixuxEHmRDGbXwmnRd
SRqKfduLCwris1WWS6Y4zdUiiWRCzVP5l6kaFpak45EnbhoSe+JBtCIrL7CeZKyhoIhiZz9UQbN/
+z6fPYmvg86Au7leAVvvdFDDrqZRVxpigBEgbFS96BBghG1irvVcKS/c0YUmmdf2YrTFdnymK1h6
Xidu6Tl5uR6mWvvealW8bpSi+JBbdqodiUkfP7EBrsY1ioaCwp4exBeu+vyrFZw+wDpZsF5A9c6/
/8ut7gLS1dgy9G4xA4FjSfuZYEFaVAQeKHF+YQ0+W4PgSXM0sOjJctx6VZudjKar49g3Re96YWvv
SA62MYEQpf72N3l2OsCHa/DAAtBB/gw4U5xeVCYiIokNpXMb4E8dOc+aszOKsftKw5AExqiwY0oQ
ZlTskzaT4YZGTfAlnjLvyqgN5b3QQtq1Oeqh2Woec3x4+/Od3wUOs+wOoRfBtkRBd/rxqjYh5Sio
U1ck3GoJnGnXRb1y4c1y9hBxltU5yqDhoSSAGu90FKMk01otGKWRKPBbxCyraBLjxhhJY2wq64Om
tNqFMc+uDEwHRSkAHSDeTVgNp2MOZZP1GbnermQn/xJ6ZnZb25AF//D+zaMYNBJnqAxr/+L+xbXK
4UWMresVrXMwbc9D+GBYF/Y+5/cPBRtHTIh6WNYQ0J5eCytBQIa72rqWQsdM0ZOSk9wobiuTJZ/d
RXM3lfElvt5vbqBAic26x0Jv4Ng7HdTj/VIoOVWjhhSATZrA9XRyuhR/fAM5NQsIDxqOLE4Np6Mk
Fvk5/NO4BcFxSLVUG3qHFtmPbw9ztqKya0QdigmIlyaq38WK2nc+kfJ5l7EXwAc0RjBxSsdsNykC
ut3bQ53fN3xeqGG5FglRael4kAPtJ+HZpYvwAtxPYFpbK1e+/RuDODYFdbiHvCcW19NVE3KRzCrd
viPLW46Bd+34XnfhaP67S2F5YMtPQhabisUz1JtZEExKX7opQW+EDlHsJfxcv3CQOf9usObgL8DS
CZX9/3J2Zrt5YuvWvqGNBEzaU+Dr3MdNYucEObaLHuakh6v/H0r/QWxnx6qtpbVUWqWED5jM5n3H
eAZf0fshkOb2qKaOAkAZD945RXXSsjm5XQ1jq74YBp9v6F/z9EbyhSiCAfD9pQxNLGni1c0hM9qF
PKVivl+0Vf9ie7s9lne7eyx/27GM873F49vkyr8vLSlmPwpp0EXLZK6OVGW0l2Ko4jO0TNNt5tXL
F9PDpy0hjh5EZgYiZwEX+OOWEOGOO5iQl/mGRpq0ceveEgFkkTHSGN2ZNnv+WeU6eTil1fDF9ujz
u3t36U+nMnOx6yUvJ6IzZLqjW91G/WIZu7Sbyy9mis9PFfwRBn9CYiibfxqMjl3UdpVsM4XrNBdm
VxEQXg7zm0H425FkkvErBM3nWdc2YCyTvoBvEMrUNph+249oU2Muqux7iicrQo3WQBwCkt9FypP1
53kGIKy0q2z39y/7o0MZc/9mzAJBR48ApfnHyV7FbUyuE6l5IlNjHXRTVT6WCI7P2wL9d5gnRfq4
khbvBbrDvAZURhTznk7MfD+IWiF09BPkLZqthqBe9drZxZnXJEdRAR27WZS2eHurbNouJPnOfq7T
BYPo3+/h865nKxBu+UEwEfBAEkj07tERRU685pyrY6/Z7Z21yAQxBBHJIxNuZZ4BjsWoT0AwDYCp
gIuyTwHef7fzMdYiZwT6gyCDv/esX3M05CT3QR364id+GE44ESnXbBxxNn9sOj+6J8HBS8eKfXFy
gCd0BzMvl/u4TZo3B733q0hy9gppnZuATExfFtE6FAawnFkuoHSMfCIb2ms0Y4fTL/5GSDdZ1LHV
QbntChth1d9/LeSMT3MKLQFaoYSSOBzBPm7UstiqSZYw6wOKSgfOddF61Y6Q6P5V4UQFECQbWYRZ
DP9tl2uz+aiyZH6zpMh+EUlKNLxLW9ja1fq0xU3Xea12lsoTCq7MXzlteySTFFXQp1RL5/Y7vUxN
7sghZ5Q4TLssQtsZ4nMp2NASB2VBUmkxTJPY6hXNqUAxuisGw0oCWWnu93wgDdRM7B963LlL6JPw
vK/Q3u4xeCdV4Fko/UCEES9C3qeulTt/tMQ9igkUYXazgpBARrm5HiRla+QkjjkwIlwSEtGcT9YF
EX+2cVQN2+dwkWZ2w5MfbgdLTF2o6Wv90tVqOvkjValw9dsO6DEZwdU3ldT6vCMPD/ROzab4puFE
P0TI1JMby6iyaqcN+iDOCWFeD0iaCZA0Rlk9Tgu1/aAdN3PDOo7tvG/yJr0q8ar7Abctqn1cZvEB
h4AAi4scBt5RDZhXi2rdKgEJu6uZX2wF0jbCz7+kx7JbUnnZEu9oh8wqxUayU94zRgC9Ciq37AHB
jIm00Wd0iiiipCV+O5yspHwarLo/Vx7OroNFStN6TFa3vV6hhHX7YbJFsvdNQnjd1OygoXtz8V3k
g/asqVK8Ccpb1cHgzE58YN8nh7UU87Br6ZROgZvU8qEcMUAFlrLrcmdmPQaAGC1/uSe120GPS4Tf
P+5YCysOzWwd9IObJXZo982knnXpr7oKxKB5Lw6QxMdyxlG8J2SyUoeeIHT9wlkQSZ6YyP2e8CjC
JsKqHf0tUWgsiBxcM590Q2j67Wu8rGoJlSA7+YBBAbdGOzmliJK576/bqjNgTFWFebkWYrFgcgqY
HJ2hwBDpa4rWcuynEkZbJgnwMojcntEpUjMNegOtXlDqOmaImQjEOz23syEg0Nb4pidQBQMzr7I5
gG+8PJpLoSOg8tP5yhpi/W4xMAzsMhPGKuO/Gu8SVg8Y0lUxx+jPsbOQ2FxmbWjKbHu4GVuocCQW
Ev9LnbSvSexrP6XeaK9pWbtmEMcPnBwhVs+4DFvqkTvHGom97aZ0/TZ4NcNL2TkaLktvnIu6Xes9
Bs1iiswKc8cxLm31YLTTWvPQ7a4KMrLbbgeonw4FLyM+WLY7r3tNn3w/yFOPgzU7EdjkggbqXVsY
LeJkY5EXq8j9YjehHl92bCRxZ881jvxoygbUv4ZezsTumrET9HqC/nUZlkSjl9+sK7T5tDzvcpHf
M9LymyLRUPewvA1DIMeGQlTD0fK5aPO4jkTHqApnfHU/52Zy8WwSa3oDO8Y2wqXTcyc03Cljakrs
9BwuxLiQcFqmCa6CViflEjUn8arY3oGUeCqXez8t7IfUNHsR6dLQHrvYlC/dajawn3TyuaykGhSS
KSJVkcRXcOQH1k8qUy2xqq4Xu3hOiK3BfemYy3U/m3l20DhOzhFMh+KoiKOr70pnneDrm5nFMBl7
CHAmwBnnMDotGBCDFFdnlzcYI++cqcJOU7gC3rpbDwpmNO6ih8bNWIy1SUiMVVbl78raNsc9AaI1
ikbkMV3UuVQPebrzqnMMH1bqrkQVE7stQVsVJNbKgBJwbJ/xvS7T+UyD/IfZaP2LYHVz4Y7Y7i80
pT6ix9lZ78Cto6vz87H9Ya2WPeEk6IoBte08a2AaRPWmwyVGj9Ukebv3eZtaWKJLiwqCXys67Xb7
ghB2dQN9RfmHV7+iyjcsi13uCl9pRaiyvFPBLMb1fskybC8mQ6+OECqrNUKJ25Jslw66BFhZV4RK
0dx7LHusZRszsUgibZkSi/S10XF3rPsm3rSh44fGBmnJNLhFeSPTsTLDcW6yq37VpBPNsNt7/Aiq
gSZH1ep8IvnXOatjjSUMFbtyLufMGBpiw5FV7lPk1tyAlylxbJM0jq+buajqnYmDB/55zEQcCjlR
fHfJa+YT6oV5tsW13jrG4r7gEsHh1eNKKQjQLOxiPxH1jgetNtzuoXIqsdyLyhmXnYc0Eeid0Xn/
VMJPvjOzCz3UEW0iNMrm8baj/sLWre/wKakuFlhsQdcJEPMpYsiOOPFwwk2H6HZmagmTxGPBLZKZ
Oa7KevMfC/36GonEL8h3YVHbSV2Wxt431q4NMn8ELZskONp2xUyvOvSdtHntSkpLu05qpnFu9QSK
hfMMhCFA0mn9kjbB64FRMNPd6L2u/6AhUrtIaEsyDueiqcR5g1AmP4ILr4e9ZJWHkT92Qr8UJKCM
gZdog3WR1qJaj2AOdPOLM9S/6OHfDlH/7s8oTApslxDS0F2830IOi9vXekxQxMLwuWR2q1xaeW06
BVJZcEELRUWWxHfV+3w2EB3YeTTEe9TTdN/1lDMia5bsNWqq8UuQobowkM173uUis8SPCNCyDOKn
S/dXq3lOva9yf76uF4SXoZn7rGJ/38FtP/fT7WzdHn9zyZsfYWj+nCPIU4116u14QOXewkXpJ7H/
+1U+7BL/fWg0YNl6o7nDSv+h0GbXvp1aSjonvWSLYE3EULpjkZ48f/qqkf6HS3Ee29y4nKQd1AXv
3w+kiMmds8Q5xRNtjwCKN4XKDi38mY2z7r/fF/Uhk8BheO7ik6puVKOhZFE5J07PJmJ9Ehq0pWWy
sEEU/edHuIkYeX4ofegAbvf926lv0enlLhgPTp4JnnqyZhTwNmAoppf0i+LrH44gcCopvzPMKXl/
VNBJJVqT+F/rBKSmeFjxXh4xGGswRrUk3WsbpOjv9/ahULAND8AKiAZt6A7c3Yd3xjJYuGBY7NNc
Lo9snnZ90T1oNHK7Pv9nmjmT+QtC6f/LReHGb6xxFFQfai5T63uYqwr7FOteeq7WDoNmL/xdDo5o
N2Duy4NMJ/ZliK2vNE1/+OhsBikVEZsiGbzI9+/SX41ugb5vn6aCceL0GEBK212/uMHPX8JWvSQc
C7wMZZhPUaKjBtC9HtdTHW+7HVfpT1s1JkxZP774Dj7fkGAmJC53+wZoxX4YnJC/6mLKtBlRI4cm
C+jm3uvHH39/YX+4H4KdqMW62EMpx5nvn9qyZqU08S2dsOxhtJS+SRVT+tddL9QXUsiPjXBGJARD
GrTIGGiyccn314p1q5CL9IbTmPfpWZw0Bk5MZf1sm17Do63NN0S4u6Hpjg0mycQ/lpY/3PtVMZz6
2emPtP7s//yR8Gw9JLxIOqA6fiwVJ+jfRmOJ21PlkBRe4Xt+rB1tuJR2aQbl6q5nNK/L87LwvkJ1
fH7wdKSo88Ms4AeIjw3kxKgT0S9yPLGxnIN1UcMZmySI3qsuD39/x58HEppdLvJvdxEZ6jY1/TbL
ybqxCwPn7UmfTfb9SBRA3CVfzaUfMa28XovatM1USheeJtCHD7Dz+7iQim/fLxHGJInMQsfBbkR5
dN5T5sIkS7UebrFrvjjtGO/8uG+xcQ7Nme4PRTgZAOE4uON9m1PMPfaUPcwT9ltnWdK9Lbr4sEoD
AoCTqVBzbG1n6FAS//MHzifHTE0xn5Wbd/P+YVGMzlJdZNapax39QRoDR9E+h5dUb8DLv7+YbcD/
tk/YJPSbgIm5meYv/McPH58hlGlgElXIMDHK215i3KmuZ/9Ol/tgWWvZYGCapi+CGT8MB2qOyGvo
p9NQh9TkfNSJzbD+7Frz8yNrn7sb6IaHth9/lZX4h6v86xBg+qLnSiDV++fo2uk8F6bbHfV6MtA8
c6o6Ig4x6y+e4cfy47/DDjUh+EKivimhftgGTQo3lp/b4pQi1M8Otophc6ytMPuz2BzT5xEXETBP
QANBjI3/WnDGMUJrXXi6tTsOebhQnKTAyvK8IRbIGfv7W/7wJLYfSKF+6xdSzOZw++Etb1iFfKV0
cLIGkoykILqsXqz6+N+v4m08QN4qAsuPum9ZUaX0tuWvSLskojgv4HwOX2kMP9+LDcMYwuFGVdyU
Ke/faj5Lr0UkLE7t6P1EQUCHFwoGQpC/38znyZGtH6hdVMNUbtGgvL/M2vrG6KyJODV5p99zfiET
S9rZUQ2Nufv7pf50R7R1+Q/hy6hNPkyOllbOFD850qAPGE92DhAAsdJXqUF/uiEbuTDMLdir3r9z
529TcCtHD6vbaJ4qo8LgacTzDV7tktO5Gr6QeGzP5rdJheGGpot9M6I92hlc7v2z6zOzmhY/NlDo
AEiJWq9x99Ys5qNlpf1VIeNFUj+SCnd1V/dfjPU/3CcGFcY6+nl2YR8dAeh0ejNtOPkAS1YX9Uiu
DUTh5cyBX/LFhvpPl9rE2BwZKXp82lDrRWdhdLG4z5VymjDaGA6PRbmzaP4/yOl/1SH9YYxsCaRc
bfsvjcv3j9RV5tSuEsoDEvT8aIwt9kst+T+MEYL0IGfxdXkoVT60ectYWSKeLXFK6qHcc3NxOI/6
SKQtcaP/edBzKQhvbD6QGHzs9Zra4LkD27XTYtaUL10PhkwTz19sYP/whlhdUMtSpaS7JT48NqtK
ZOvXJYMej8MV1ajNfi2HW+byr/qFH1bSbdBzKb5hTqjMsR9PV3Xqz1lX9OZpcKb8W0bBGFaJbk/i
NDtVcgSwMj9kzajpXwzCP153E4Vs+jwylbaR89t3rZcAOrymNU+1TJ9aquOBNpLYMPu/LGtpAx1m
3N/f3B+f6ZYGss2LnLA+XHC2rcF349xkMfFpZPkZbSq07KS3F//9SozG7Sy1jXvSx97f2jgNZZeX
mYAaOhjflO3DPG/c4Zqq4H+UZ/kc9gFl0kFEMuT69r/g2d+eojvFHqoUVkhzSmZExWt32fmr9sXE
+OldbVdB6Mu3xXVQYL2/Ia/VVL+UDPq0htMSuIuSN72raTvbqoUTlDQ7bE7jafn091f20YXAXouP
gOL7dvjnSKx/eJKGWboVYF7YX+PoQjtCM37v2fX4oFmyHXaF3XmUW0cjP/a6nThRpROrce6lY0Lh
sm7xDfz9B21j5N0KQQEClyROGY4dVI4+fJcNkxyO7qE+japcw0bV2f00C/0LtcD2OD9eBdEKVlBU
IvQwt9fx20vV5th2kmVqiJb1451GafO4zE28N5L8ocxn/YvJ5g83xTKAJ5UcLA5VH7V33gKAwbZA
SPV9ikNSimFfQuf4r987Ek02cigSLMoAQrx/lX9/DUQyfFqrKXeykyJVa9NesW6+f0aeUxl5PMTp
UfW2+N7FFV2SVNeHN3Ay6o1iOugqBf2tCeiUwLypLH/swoqGwE2XTNrjxM7mYcIN+o89O0YV6vlc
tASOTnO8Y6lyu0MKYCqSdQ2EOq0tA+y2PdIHkqkxECWw6uKyW5qljoqs7m79kUZVqKYyrcM11glU
0VUtz0Tj4BKTWMohSKaLmQRllrb88RmgMPFHBTV4Hwe9fkicpol37arMmET5eXme3Y6yetZpub5r
6iFWYTuVLY1Kuo/PspdLDAx6jcUOWOBIok6VonrwAQG92rk7FDuY2vJ7UmJtCfOcFn8wxqV4bADJ
jVkGJ6JuRe/ts9IDLT1Ni30rEWBCCOrmHup2odvoEQywL6oiemXKxbrczqg80GJ6HvHww1ImoFSG
hAbG6FrjHaZaLwWv7Co7QHFYiXBBcnhaLSoWhyVt09t6QLIQsdFLr2Yna8pdOXXspUyaGC9VYZdB
MXr86wE7TFJ0KWrpMsbY2FOYDld89XergVs4SDNJcBtte5cW9aDEpXI1+BEG2j4FLa0FRdfVWHg0
oH0/1rTpv9mpZrk7Lc9JLWmTBfSOtBz52iTW+i2NyaEhii0bjF3lzvRNWrsmWI+KC/IKmo/Uxtdl
hS/Rj8Vy1FJjGgF0WH7Y20kJV0GbiYVdsyTKB3505LHFB7FFb+zJT1ySlUdcPjMk72ok47dFSxCx
tSgvoGmRayRl7N7NrmY+COlRoim6fvhBOPeS77x+Mp8KKy/fYjABIgJ0lPxMrLl0aO7nU8czioHQ
wC/QNsdDw68dMRtzbWbMPEin3j1hYzM0HmsKTnVcDeKpp42+mGNL3SH1GK85qQBhLB2GdCj7nN0n
puDmtWlmsplyPct5CZz0jjAKvBdbrMN5aiIEiWYxwNihfI/62Ex9a9qN+lTEwVQaQ3VwWq+E2SPJ
NqYnrCWUJXx9ZVRZCpKSl7fmL47Rc7Zr6Tp3/KFe8SQXYzRo4Ul11sfQaYLFltX5LGB2hQ1Em2dv
7dS33qcT04xlNlHMmAubggc+5V23ID+PalGnP/TEXy8Ms6b3kWpJ/21xUvUDPQEqxqnMEGskwzDz
i+qZDKhkNZY3aAp+er7IprPonSfFiaYYCBXOWQ5ttVHMfqiTLA58W7dfGj/xaDqa+vSP0aQVgRc9
zTm6yCmQ6srROlR5rFiPmu+vv8w8Vq+QHtpvmZmPDxXrOEQtLa+fiqboL2eF7TnwM0WIepJt6D88
4U6UjgiOwlJrAWt4fZq/uUWSWLDb9Mo8J850/ZGUqZbRW7IQmTRzjRIiARvxUhEEVu2cVXonp6FN
fFxJ3nzJypZmsq7mpggE5Zkb8Ejz61QLWv2oitTLADRno95bRWAZmbpqanstdpZo9esFXjxANtWt
d7BYiLPTIRqOO2NqjTJQyVq/dngb0tC1tUIe7GnDb9Q9IqFQOpQdEYa1YEvaKbWDDa6RExTv4VVs
EqcVkdVXLr88XvoxcEbimILe6iStxCGDYbYUnUu7D7vnzD8v3rXJiG6ZP+2uDWmg9IA9DWu5Xmqj
OYrV78vNol6CZcIj+43mrpFi4FOZTSQl93OeQGB5MRudtYD2HOUECGYV6ax6yUgxbQUVc0xg0uwg
kzQnf1qaNSq0QhlHSHTcxbqq9BUoEyFqVowrNzRs9hwh1XolQ69KMVSboja/m1Lxl8e97X2z/Qas
VTa0yRaXHvN9p2m9EvmlmKptsH7PhNDqL5NXSBOiT5Zc+olu5wfSNLZ3o03LpmOzOhGpFbxH2HSd
imnC5iS7SxSc5vdEFh2zl7U6P9SEQOFIW0bpga+Pzg/N49MIfGpI9J9Xr/6n7cp43tksaSkqodbO
9stqoEygk10/edi3zlVFTl5EKB+bAWtZi460KGclSNuQZX1sm7Z5KU3ISyCaHfHUTHVJ+NnQISnM
Db+3D25VGnaAumO9yp3FfV7GtskO42xY5Fz6QxaN9kpnMqXt7UDg0rrnFslJQ96nbROAZms/c6yD
WTAntnN0EsRikH7y/A1KFR8h3YKkjiy9UO4RZU7yNg+Zepy7tQaahZKOJh4QBRGgOaIVWhRlq0GJ
qccnFAXcRI9gLYkoXBqwVJSpjeejO9ssHOnYyftSpY55pN4qtMiSWjVG3cIPBOQ1lWVo1W3rHrR5
xOqLJmRFeOdZ6pq6WWngwnc6P0jILtNPW6B7mYXNaBXmidMPaZeOqzwRNosx6PfOZGTjsSOsugAE
m3ivs4GaN8jqlBerJ2LkJN5r2o+8yjtx0MsR3AG5YAVVW49oVsZSE99m4GDg8/fumzXW81tsJwmS
HkKOSYYAR0hWPU3hOFgR7ZCpzvvyggFl4Q+KGuY3U7rzIz9iecQ4sdwWlir+QVDgv40TeNqop1F/
TtwWP0RrvGY3OPPEjFmmTxqCiX+MyVtB7XRbT3nKMs2NNHBXb1PcFQ9FI2yQgMD81mFO2N3kjU6e
lbSmozu0yCwoQ1Jp8FvYFtEW3ktDKxV2FqG4RGzXa63uERNvi5+qHpbskgDR9o5ZSnd3zegM6JIk
jdodcfZ9EXXjsL4SPTN0B/TSY4Pzv639AP4dapzYKlR8GJwckk8+pXLYGyBynIO1FOYVn3A8RfQX
8nxH03d5JRbUSQ+Tgf0kXPHVPOh9koPH8NbRINDclTfKLrOfeZzwK0tDxAj1TFW0IF07ll7HmsDN
Liz+3zUfGWDkzRTenKEAfzgnoprCvkXCs2dyKW9zEE8XNYyvl7ZHDMhtLIAgpwrIW9BmXQW8yp83
VFzlxaC8bDL5pgmGahhPdZezD9y+Fhp5bBVrysQyWDJIQoFXdsk3pewReQkRbjceYz8NihZwAGzK
gq0m+L1ZRmwJiakxwd2O0eIOOcOo21Q9m/rmrp+mAhuRQ+J4gIoo+2fgyKCf2LpO555KFZC8sXvR
5+QFblKSBWxSOPsNer4cOjac913lEKIX24h2gtmzm6tCbERmhpl7qWwLAvSSm5kbUXvTh8gCkaRC
jKQb5g663RWsCEEBcRjWhN/jyiG0TBin3/E+pj/1ttQvVz1vfo2aNl5pbFtfDb8UxnGcQUtEZYNE
KGxKYyZPeIHxGzp8tuBG4VFpYQavqY1ETorhsStNfrvrS+vViVfzPkEr3u6VJcezHE7mFewttezc
VXlXM7xpdIxFvsDwHUTP/h6lTrwfsnSo0IDk/uNqlFV21hYNbwtgq1VE46AR90odCry0vxJhF7Vm
xyQ7aan2uiRTEvouRV+7qUpxpjj4jpHKazk9aE6y3okh6VFoWKaV4YFaLS+YeCEvbBZc/JJJJw0W
L5N3ODtJd53pYnyJ9bSBmS/9jv7O2stLq9eRzFijcp2wVzZizWFCGhfOqmWvB5BOosXMrVztZJmv
HhIPPz3ORpxfIF00Ef5lqJbDytXzlwKI2ZOFoIotL/s6RuVzUxt3Q+27YUnWAJTpJyWmo8oXwAwt
/5PIOUoWjeGewi623fZG2uvetrydg9x+6bU93K7uIVYC3/k6LLCGhWpZk1U5PWNKuWz9aXgqBhhy
KdpaNoH8U9n5dzY7getcz80nJKpVHawJfd898DPvm4ZAKWhU4l1BCrB37djtCreJ1qL/JiaWQISo
NlKpMTd2VCtQrOXqTE7uXWaVTkRi737yySOtYr65ECU4hyjNvkD4AwWSwN66RwgcV1fCxencxkUZ
2ohyLaThoTGBoI5d69rsFCLQwhl/GrG57lxy4O8rLXU5srnTWZ21+k2e+P6NMbg9QQlmdrb4zVnu
9t1OA7F2M2jDADpVNEHWVv4Pz0IPJeN7MK52lEG9vPD9uLhd0rqJdPVMJGgGMfnbZEL7QgSm1uw4
Mj9ufnN6oFBQ9OeJKdFOhutpLZ5jE1HoNIITGMi5drTQVe0OIWLgQTMk1uw4VNO1664RWT+3OlQ/
i5zKPPmVcEosipNuDAo353RfkiMHi1IiiBrNcHXvW7aJmgnktyB6DUzCRH08WeowFSJAqUFJOcqd
7HFdz90RdhAM16CB3L7X0DXAFB+jdF53ZXox6JCZepHVO9qjaxT7eFQlr4Da6MheYO5vPHemKmkk
7n6pwNuudXGuiarb9YZ8dReOFrCgzQsX/s0PVny+BATZRPoZueTc7BjpAnBvjlYHyLEX98c6XSOL
NW0EugxsrrzJC/mrFcXOi4cs9MfeusmUfVGly2tWVmu0aO64c7B2Hfxe3VZekt3rMjPPx6HTfw2K
IFhEcl7krGkfAtSNIB82u8z1+tCe7G8OVqeo0nCX5OVt6gjtvM1lHYpKPBlsWEG8ASKXTdMGHAIu
MZd317pq/RfXbZ4FxbzIcEp7t3ImD+22vCS26uCxzsLEXpdgaLOfW8zaeaLmKqy89ujozZ0p8tuF
mQGxIkhBwltBCf1azOxeqO+VoV69Yd33wjiTno6ks4/8hVzbzLtV2NpLPXnQ4UIi48MHMTqcYpgV
fAAfkdT8Y9XxryS6ABn0i/ezSMUTkec/01L8EFQ9iTcE7xI4KTzIeeD8iCjzYZmx49EYtiv5YFrJ
i9vJ5C3JgXO2e9MpWL+KOCqn5Wley/objUWk781josnlCrn2fGfVqXtuFLCDnc4I+X4PheNSmi7Y
rNvdqQW1R3ZXtwTxKNWtaJAlm27Vn0m3PjJBo0AoCziCdmJpHBi9N450zC+2GXmiIgM47/c2G5/A
kgSa9nLfpP3PPPNJL0E0Z3NyjC/YKTevVub4r2Ps5Xd8+SoAZkN31hgfY47g+9kXl6VI7goT8JGm
J/NV7DS2ol1a6GVIcXSX5Yj/2eafz5p7NZtWKJASzm7zs7ZgRfcA3PNQeesNy9oeROuVlU3Hli39
gGiPVIU5sOvaPLnprCLfm41/Zn/NAn/ycbyofTpN14yVX0vz0NbUQZR2LyEpA46yHgiBvE602EU7
JWedHyfPrfk05xsMHKL2cDUYg3NmiEac+dZPxvkaIZsXdYjZcGSlpoyDe+KbKvMKriaFlsj2e+PM
VJ3jRzLLfTjLAnGUAoUQVwnJKH4lhoNfNomgB5OreW8SIJdXbe2y0sBB7Qq9p96iU3MIrXKgOpaM
bKH2LLXlyQWM54RKabp+8mLmYFBXaX7r63NZXepdbmp3FpR5MtaRwjr6E9Na54ZG6wrt1JYEwF+n
pep/NEhxeaCz7JwryoU52S1VbXb3Sw34PkhXqU4DFYxyh2EIR3ETo/4/0J5L0OLyfzS4SN10emlp
nmAr6HQGZunbaKxrKYHIybj06oeJN9H+Ep5cBAssUWbWMGW/LFMu2p4/zkROuSzec/6qiFgtEGbs
0rxDN+4RH4FGc5in9NClQtb7omibN+yxwInRSZlHtDwGVRQ09m81cHt2yD0Yh8NYy/47EQHZL78W
2Q9R54Mb5GqcqL5QnX5ck8m9ZRnALzGNVvNMXcUUpPOuM1Bkyvv3PXEcFfHrKhkveFCS9YK8Nysk
lgZidCp4Z8iqrOVUmtirIn1o8uSaYih49mIq2rs09Xq4Jmm64+Q/lSez8wfOt6oBQDZTLh1DIHLF
tDeZe15it1P81eusYe4wZvKOLdnJO3OqsqvBIWw40SWTWJXPV4pyxt6H6vlkYmSSR2vC7LBPOw15
OKp+6vpazz4zGFe+wFDYy3repuihKO2u43TTDGn2ghIbR8mS6QWnTM9IO1b8rGOzOwz1k9Yl7NpX
a/sGltWTj7xHh+jGfiDEyBVA69FaCPXLbWNd4E/y3IJXU7GH9VWpU07uNHSxNBsoOzH+WSULY5Df
WRLKN3fJ0Ay3pkL1bpRmcbm6QP6itC9F92bNrUPhjLSRMDWxsOCUG+aXsi9S6NUL0QZBQu7wDdmZ
aQPZqZYD6xdxI4Htt/F92ZbTk7HUcRyZo2O+VhZlijCPBZDzpSmnKiprIv2Omd57sMObsrjtVvcy
oeT6nA81KQKCVOszgmEIedJsD3Kt6tyCOnVGKZXZL8soSMdCe+v9qXwSxSIujFQQKaDPOvszry2A
IbcyBi2NwhV0crVod2Ob+VU4TJakwm4ADQmkmxk/nGF17/y4VvXeNODnljHa56DKje7JTB35QOZD
dWfHDmxh6vRszkSfyDpgi7ypKsEuX2DFYx/TqGwqv2irfO5zeBZC6c1oZ9JX+di6hWdkd6qI+5M1
azGpbvVwvVpw3b/qTdB5eNe94VSETg9WAhZFks3fNzr+p8yWZUz0Vj8tmjTGA1t34gXz5rFFurDD
ImfsFpIHjqb0xR1av/JsohK3FzDgv+jrfGp4ogVGPSTooaFco4/2vkWS117DzrhEotumhROM+UzR
sNbkdLHaqfvFbX/uWZEWSy8ZdSd2a+9jG3lOS6OA/T+eJOW8Q88x7mFiCdktjs2XL23n/ovHvPX0
3z1m5qCNOIJmbgN7ftTLGgPji+PsQKiPH3cvRmc5zwDzkL/VsuwpQw6GT6BZZsHhpiBuTwefLydI
GnCJh7//lk8Di34WjL5NjwZdk4br+wc9qGl0VR7bJ3O0JJeZu0Nj1l+FiP7hKrZOSCbqZLRauBXf
X8VoM7tZbGP9f9Sdx3Ll1pZt/+X1oYA3jdeBO97Rkx0EySThvcfXvwHpVsRVVpby3WZFSKFUumMA
7L32WnOOyTfcDhurSLOjVTCW+ufP8t9Gveh5kEBxxANfpYPi+PurjGZWE+4TLLug1qWzwbFvW+vK
8KgjJ+K4Ffa+Emjxb2aDv7hTcSKiHgQTCDfnZ/AFwi4CXwtj2bWxxaCMHY3hEcAPpCPLbx6KX32L
6LBIMEApsmqX/v750lhoGqU3l90k58uX1FXKOTTV9jd3xK++RWCvAN549FZd2d9fxQxolpFks+x0
NVUueCr1yiYMKvL7rin9XOEoKYa4c/752v0pR/3bM8EHWgki6PlEZBU/a6W0qJ4bodGXHROrCJBi
MFNh6l0q/6AbO3KCAoJBLs28TI+aMs7PM11TfT0WkfmUt60yMZIY1zJaTNWj3IQCzdxaZEbZSqvt
6p/f7S++IwQ0iDEgQnJc+FklMZlGI1rTiB58pOOlrtHNZZe5zSJ0rhhPCDgrJLD//Jr/bZViyL1S
0dCOcvnFn40fpDRkWslUeBcxYWvlOHWB6TOXi5KXgvHvP7/Yrz4gi9SKbmaF0tcMyX8f49dmPcZU
XOKuUGYAd2U4QGSrhZhoJCMS7wqcdw/LHEvv//yyv3iYEPGDr8QFDQbgZ1VnpFoTbmKDzl2XpYdA
Qz1R5JwOSu23BvZfvBRCF4hzgHtWaeP6DfybUEGfM0SbtTztVKtovNoa8EUrodHv8qJIf6MF+dVr
8cwaJgs+UpSflWQmKagmRt9lZ3Vq9SprM4NUhWaSnWWz9Rud7y9uEwDAcH4Q+ANasn5aBKnhI7XV
ehbBUtdDDtoZ/FwzT/chl9OkiKON988X7RfLEhZquIxsaCta9qdXbNmmJ3FdAdOgrP1izQJjmqvc
/fOr/GqBAJeFlFJm5UNf8pM6dBBKZOYSHywFtPi5cPdecEkxaif5Q34W9EE85TE2YRSxxc1iMz0w
3NXfpxwVoi0r8XQMgnjy+jhATEHLMNwwd55/c6V/9V3AvaP6x4WD/OWnN9nGRVk1qrDsVIRpbru0
pdv1Xf+bpeBXr7KCdfkSVpnsz2iYMZytaWiseRcsprzJY6YktRT+Tlv8q7vWAnqEYlCHSWT+pOWO
col8hYDQutlYhK2ckyo2M5Hh2I+45M+L+x8h+f//ePuX6qu475qvr+70Xv1vgO5r3AL/c2bmqSze
P8u/IffXP/AXct/4A7HfihtBr89ug13nv5D7/AriIQuAyFqzojDn2vwLua8qfzDboHzn5CKDQVqX
7pZsk+j//p/1lwgRhyGDavEvhP9/pQ1c/9qK/ykuEy0nS+S/bdlYhyh31D/9Zgw+ACL+fQllI9Dm
YJgHu5ZvZL2Ebn+4EQboLH7kkD+9Pc2G24s4de9NR9yPXuHSh98Yl4VZSdLScrUPaDtkwvqcDZmK
HoqT+YUpyL73I9qv/vgyb7X94HX7Mdxq+p7RC3qX9vzUeqDEt/nW8Ex/aY5zQ89V8XKdm/RJnLc5
lt/OJuXRwTSfE0lyV8U2B2lndiZ/QObi4UxhNPimub1z63kXt97BmOJmm2ine9GGvHW7PES04HGh
HPsD4I/efkK+cxTP8i3bYfzdI0ry5X111DfyBtDF60FwM/4SwRWf1W2zp6f+EfuB12+f6B/eKzZp
xrxCYKvGJcWcfwx8JabPaot3w6t86p3evgVO60kXeoqa/bS/PT1Z9umw/s/sNMds13pvqsOB1W6O
zRHa/T7NeFcHSBL2i//wENofk1sdO7f38ruSn0yfamQJBkFmhn0Qob/ZXI54ccAE9E+RT9YZoXf8
dW+x/cB3ZSc7AO783OQan5Yt2LpjmPZH80pE0F3ncig5Inggso20uEc0Knex7sSbpMMUTZ6dUUS2
cqs/l424IwjuoCbMiO1S8SVehD931G7xFf30pt1iUb90y0BbyotyT77EfPZ2zz+6eRmNa/Oy+JnL
aOcY7rgPniZvtjVXf8v2q32b3LPMbV3DAL1xrd0sI44ZeYaT3qoPlSka4q6v6kI8lvpFCNSNhNRN
5nafBDijXDsUMZdN0XZvU2FrgiMhpOBaE868fA0nZB7pRrEBxaS29VxUtT3Y4qPCp+GLOw1OIHvk
xeOrdHHbTnYZ7a5FtHttpl30zQQjWRsfduKHXncQd/Shjs3r/IbWaZJtJP9NSSdmGwHFH0K3Y/8f
NzWZmUfiGIfheQmZdZ6tG7FtbrUxn6tTdJRPyn1zHDf9o25chQ/ro1yIwzJjh14PwSz8QNyn58gV
LoxVCSc8jaMnwlo5opURNZ92J9s9P25oa0+2Xm3Go7ErmCRojgRxxHJnbPLSSWlRT9uMgfvvgjC/
xkYkMmp+9dC/00DRjt2FvIWm3I3znkFPGW0VN9hH12SXHKnH++/gxl/pfix8W9frcc/7J7/uvnYF
loByYnO2ERSVdvWAGV1RUC847bf+pp/yQ7SxdoGJXtMRPGWf+gI3WBPbMdLcT8hF3APSxo08I3Jy
JyCM7laiJEduM7oEVE4v3HW1ZsfP0jUl+fsV2oAd3IufiW93NoOzTb8lTVdxBpfsJ+2TD0bsrc8p
xr/OW9mynTA9wJvg24GiNbjhWbkEj4KfuusTLCqP83PEBi7a7QfvK3AYelQvGuuG4dA0vyXX8DD9
0E2v/hI+aOwxtZVRSis+o2ZtU4TPdejI84OsuNJ2PhW+6vizN5OuaHe7xb1Uvnb4EOz2xGMTH5If
6Vnf0+DQ3wuXttpXUPCViKNjvmYfuWA3W/n1isDmXYmdBu3JVb5TrrH1qCS7QX5d5l3nSDflJL+a
x6ohxK2Ekmp/ijtpOZkXb3GMjflCX/+UH0k0sKsP+bpT7ja0nc/Rt3I2r6RfefO9sj/Xu2RbIjhA
znFnpLsK3NGT2vCBmjOzOiKuXJZl7/092nLwsHaifR9ty+s+8RTn2SN2yz7Prqfd5Mj7lF3ZDZ32
h3zkR7boqi/F+6vCYk44MIk/fuehafOj996ln8zPgCTwJi/bas7ijcez7EvOubCbJ2SJ6mXZ8xHs
eHDyXXlEDeOZl3In8lsYHtuVPTg6WGXb4vdYGzSG2Vnbjy5viH+ej5KT2Vm5ZegBCUotnPSkv6Y7
Ndh335pm88Ps+9XY/Pkuzt3TTMrtgXm1nT3hkmNdJJIUidyxPo5+T+4E1jx7+E7kPfFZRNvRk3Vm
n8jenv90Xr7jh0drg5gBsq3ddnuOocElo8/JtGXTz37v8md0W8Ol7KNQXUxQKY4mntRP+m5MDn3F
C6/a5lU4SXwGC3wG8Ug2uYEuq8VG8kr3XXl/TOxkf+9sv4kP6135QFya/3guFpvuRmDa2rvmpLuG
fdM4SaRkOvMVU6bb+2Qiuspm/ZeE5ZtROcIbeyxv39gwmgwfincQk621aY+8KfMFych5PCK31W2U
M9HJqt/mwBF+DKprdC4msFi9BN7NcrWR7QuUbXwBVqZW7HPaa8Zbpv28xpyZPvFsyrAlA6ITHbXc
69a/8KP/UQH58PtMp/9NaU0rMvt/LhzPX9V79re6cf39f9WNpvkHpySF9u0aGgS7gV/5K2bdFP+g
cfAXjVNZA1z4lX/VjQrZ7LgCOFGApltteBws/1U3yvofQN4QrWs6ZAGOef9RzDpv5e/dBWgkKg1m
EpzXE8e/nbkTIZ/DbkyarZFpzQ2wR3+JoiDfYfxbPM0UhJsor4m+VjfgB44FaAMbuWmFTcLB/K5M
AZXR0qm9oMmDbRzNsWcpcv+d57HugmRLP0alH7ZmaqxjiSQZvjJSyj2xyzOnHHt5Za+PPmp7eYP/
JbrH9Nmeo5LoYjUqamoGxogo9cbpZOZBeM88d/FQ2YpfKQlBboK1p0FdlBpbprTpzRKRz5TDKD4s
FTl2Np1H8w5fkLTTrc58GQBr7JI8yz4WMHmvoHmoHGqhrn29RMkxEjp5ECQpEe1QTM0TeiEm7m2R
ujhWiv04GcZORa64I2nQuFsnk2clGuvnWi6D1VBFLBRTL6kweKZUxZ/quvyKEQbfajlSQSD1kfBq
jEh77aEJqjOgq/qkiwPkuDjXrp1pOGYphoc2TqUzBvtpi15pvhuSKnvJZS18jNNa59icWChkLBEg
nhopy9tQdt0hz4U1x5vhNNPjtJ48nLDmJs3U7tjHcvU2aUwH4Tq33wp4pDNKtv5HCtb+mLTW1Dqw
xJB9Tkhk7D4dpF2NkOd50lPJJUpd2c8gXahD0EuuBWsiq24dqc1zgOIQRSNQg8+qnvPPUs6L3dK1
1Y9Ug8RjJ8KgwG0bCZ8sxNltMRD6raI2q6TmXioAoikdU2ULiSXaebtOy+cpk7Y6whR4XKFlxyly
i6XqiZZkXFqpFhLIh6Kix0j/3fAgSecbAz6JLYCWIQTUr8NI3UZSd1akxO4XtA4hPfY7oiCkbZCM
iiuU36GiSJtYiTMHAWdtC0rvFcnyoc/tVrLyjSClDa6BhqIwLV15ZGvp1bu2UFcgYrZsg1TwIouI
zNh6R0tKlWdeZaYS30mBoNKQ8HfaWKjEH6NMLDdJBt9VNYxPJFi0Xo1h2KmJ/LNV/mXm/q5MY7y1
suh5tBDNtEqTHkCqu1P7oa/VkQqhqBOsjTEagoM+0BblN03ibaXp4gWRsIvTZGMIVvEmz5Pmm/kd
5o3KLwTkk5SkmfjQQzMp8+gESkgn6T6wiXEGO4gixiiGGwZZWqX5eB2VgIqy6zdhm23lqPjEimTa
ErDDHA2MXkw7hcxCJ4oXfbVM0+AxEaeK9UWlAbmPDEKaS+3VjMMfCCEvyK3I2pG1r9jQr2nMuS4f
qwqRZMdAm2murU4RUE8Gr2joBeaw4TFfUBW2kNFQIFyNyPIiY3To9mL+aDKB9xjfLZFxywOjeawt
gcNjF6ebpk82LRLKMwRFZ5I4zOpV4nYcMSfDGt2MsIYRUILdGWayrSTuRF1VCyJf8mdxZUYqee2X
PeLUrNLUXa5m93JdfPfZI7pU0QEo29sNzVZb4fkE1Q3ojTmtJ0pduQdpJdvCrOwsNlC74al7MAbZ
JCNZ5AaZvnRasXu87o9gpIsrQY18dHOyK2Q8voW5oGONTQ0G0nkPJ6lX7osaIXsT3kwDyQiwEfE2
N6HxXaxh2tHMqXXIJ1drUuVsqMs7jH/izwH9m+9wPrHYRKXVYM2JNN3Fuprf9Kbp30mLX0Pdi+Yy
qlq4EboqOYtMCmOEdUt3qOhwuEMlBfuUyNiZAM4FatoAPSxiiT3gQbio2lh9zuOivAvlGH8ukVV8
KbmoXMOmxVtc19D5rVJzM1Nl9juOT1onMK7SA22rCdJTRqa1bUkc3IyEssvU+pFE2bHZEwm7GkOn
Ej1Vqurf5qQcmrBUnaYNVWcxxRLHUfeWYY7oSONw6d9NBwl5zb5ALORlE0p4qWvPMMAqh5B69aGy
qv4mq9OhKNDYxtPw3pPJfCV8eqUxiW1kG2VwCQw9/ySl3fjMUOjNttIX6tlKeFTTP9GX8KrNwpHi
mXR4JOC3aS6SdeOae3LAHoRxoF8RSrc8lD4XdQ0U1WLJ19B6PwxCtXJWJTEEW7ZMLGfpdMxk4DtB
tBgv3VTf17k4SjZBvcH7KnhyKiSkDuD3DQygI2RLNBdsHyypYa75QOHZcywp20I5nO2V0M8ciMNL
2KqjG0+tJrnExmu6QyBw81HpiGEwhI6HblAZgpADfTZKoUhsNneO/uoySpXHMpa5aozi0k7HXind
lPusaU5S3HX8RcNOlTPmcoMVulbCUY6htjMwvFHyTj/33UtWNfkHId+Kk6TwhnGBBB6NZs3rgNBJ
aKTwMmWpz6XI2YzR0CaCgYM6EbZcRC49/tgykoVLM/FBiRvtQVgZCYHQSvEWSAD4MUqJWNym0XpO
olQxbXMx2Bqs1aBjCmbjNFaLbgAvpqN2g+UuVeNBLbyGWqiAP1zVhoHThVkBGlno3aHTALAlSG31
1l/M5qVJO3ec1G9TnOjz1BPMZL0N+HaGx7GE29VDhjrF5MzVNo8SJ2EitoO82VeKkBKjqisHQCWD
TWSuTIb7QhsIesAWbaiLVwYbTh34pfxDMLrBA7aJ6473qRPEXqo617AfP/K0PgICIIBW4awxZePX
MI2c5Bph5OTcjWDyWP0GVYztJRvkLa7B0k4nDgvGvDc5OFhD6PSGhK2g1p1Wl+HjBZXlKAquEEEj
djaz3CjOdkU10HgT3ia9LpC9GYT2UjMc5gEIa7Qo34z7LgsicmxO414R1K2VJqckRRc0QbSsFoy5
6EA+jRT5XTwvwBst1YmBFdrSqNSeobTfs6hjJr/oWvM65Mp1UsN5UypCvSeWyQ5MHJRGnX9hA8Xb
Y7qsRTgZwvqNIqc79J3F56hQr1hmJbmLMpI0r6U3QqTFORDsvKZJk0TVwQAQnK4IWqlFHV+fSLIa
XuKh3yrTHe4w0emDT+wO8jGUdK+bTLdDCUNqfOGobXcuhMgf4KqEoHDbrniOih4LTZE/SVruLEy1
ZvkKkOeUdfNORP21T2qaLVwWV4uid2DT6OZU3Sk7hH2pstxw0h7nuDyD+bsOHaDoKFe3A2v0VpOz
5wUbgm9O3U5L25MZ6yREwSM19upAQ1bto92Q40ahAtjTnHtqM0G9LxbzWy5nO0MJZUa1U3TpSzWh
xIOc+GkZy+IBvE7HaY0rHz70JaYDGjD3y7lZBWRJvZq/mWOcHNHrO6nIAAsTDjZE7WxkqWQPsQIL
d3ohJCq+VL3auOvXpGGp8vVcq0+qKqjnVL9Ha/aEdXOnCaNX13F2p/TTN7oSBFZlKdpDy/xkNNXm
hxBrhzbEFtMHxeMQiw8jgR+2mLdH7tmUoit/WWOfWQJG05kzc+EpS301LUe2vCV3IAlfAf9JSNY1
5ONZgqdISE2nybNXg9zlFitUqKutL2mjbEszT5qdF2Rfa3lEUHdCkl5aJOexKI85Bg6bsMG7PtS3
VQeCWzAflH6k0sDYfd8TB4RdY6LGKLA7ljzR5ez08Y/E1K69Im5GHN6RhtRzHHMkb7N1lKoF2k+N
tKy/6mF2SC3thLIPXs2A69CKi2FbpZ1ZunCS0XBCWwauRDNdhsgsoIQGjUKTfRRUT5tSuI7DJ3zX
xNeMarHlqYg20Jx3jVlFnGvmLxZ+IQ8PM7XoDsbnXg4laqplm1ObxmwrrYxJC5FMdc90Epl1KuqP
Qqrs4WtrR7EqD5ZRL3aW3OHYn11JzbaZVeO+MA+JID40lDxyrXzUQ8NJodMuQ8siWtF+kxfpEmgp
FW5SHtmTjmJQPgnTQpNQNvchizjx5WSNS9soyyIMlt1FlC6xKe9afb6tPiuuiI4ev5d5WOWFjvZS
HVCt3qtiZ3ltG72R/npKFvrxY8i60dHZjVmnm+pBb8ecXhY0ijMSQ/01wHSiJSLHsGH84IZlH54b
uv1ZagsR2bZsoLSEMKOyPR6TGZ1XKIdnYQK+aoovFFNBxLvVXGKqKXwscfSMprg3YgPboSyxrJbp
0wDEnucE8wVKP26HhYxDvYQUAee2LIR6ZzU/Gh0Xz4wvDRPRcm+wtzhB8CRIw97QM3WbZ6jnUQWr
mYBOX2Rn0avWQb2PoTWVI3cMtcUpmPx8Fmk8vfW6dY6FfSx0E/6u0GP0epRF3k7XDZhsiCbg3FtT
AHVqRvQtLk6jazZWWj4Kk74dUeWlPbDXogNvp6SqI9TqpqjCx6JdyxCr9q2263ZmqQFFVwD8tk13
n49KxCNW02tKetlPdP1WpLR6gElfyjb+NDraS9KyHQwNS62s0MSy9lIjh5u6F4kXIiwGVq4U+RFN
vUHhi8iHs5xIL3Bfa0eRyyPC5i+CzuMz5pDEVuXiY+a3dIGcuQNDST8V5I1gSS+DLBYuN3N7J6FA
301izu9uOSPEmU43PbXewPjKXjmFwzU38+XGYLi1pVh09EZDOpksjW2Q4l7W3V0sqapj5bChqqE4
KpXe7Iaqb1yhED7yPvqBi/LdUOk2C+RZ2mKJwl/RmxeDke9LMRqX3Jxil3NE5WJp5WNU6UaXsqNo
jAlL0ar2zFXzTrOEh1rI5m0SVBroZ/MwWtUXCVMjruVmOiiKQb9baVdytBRuViG0Vk17ZRTvuPJ4
ZDUt9tZ866ztZnz4nemKLW5Obs/81HW0PlKZWVtNg6CL6A/osbzLQK4VQ41oPA/uW3Xyx6aCryl0
xMB2w6EO8q2ehA9Sk1ebqY67TSvnokus0g0t6D4Z1M82RudsXZLQdMLe/AwTljirS74KNMJMDVRP
kmkKiAyhR0u+5hYdwZmS2qDymlX4dhYmnrB8HMpKssH7bMIoPtRJFtpNBCAZkSWN0EHCMTZGlKQM
DMYZ50eXiDyosuFVyYy6tLbnyFrcGKO9u4iNtF2Ehk9qcOyssc7pMyaUoWu8WVBxgw2xdKwEHS+Y
eMi1ZfCEIbwA2faXdlzgHcTezFW1m/q5YZXejRLZBZGuJ25YBa8stWfVCu4zkgHsOqF3lLJhyM0I
O7yJLmUgv8ATuaKfSz19HNtjFJj7qhI/4tH86st4dd5LidOLQo46erpJhSQ7RmJSbDDQtdlXfWHo
+luh1M/SoDyaEbuuPnUkdPVe1GsbUaK26gD+dxmGrUl9yLvekyvZice24yGNdkIMFF9uP7o8fUyw
WapJeaVb1jPZMFt7ge+RzdkNXe93EITrnYL7D7N9ySIbOwI4aF8gYbGO0u/UAEQXKsKdIiRXsVq4
03PJqbUS7PmK+V/Y+1LuHjUCpyag1MffG/IBE7DKSwb9oB/bz1YaAzfXVD+k/09MnOWLi3oqZ3DI
YeMHavSdSLE/dpotStPwGDboSwWK0Yr2CoFRnE6quX5SYvkjM9kJhqrld7ZZ4iWifMkJv91UNYKk
bArklTUtRDc9wxo7W9QPHJxcKAEvvGNHGfK7PK8Bn6qeUOfNJYiqYk/8dP08KBoGoNakCdTFryjp
rvNctl6j6PdlyJe4yJM7xxQBcqQ9VdPEwYOZaTbS9OnT+j6JMi8KYliRybTBBvzQSMapWMZTEg8c
DvJTpj1CGTRdCNTPMXigVJi/8KceW6G5RF3qAfGpfcUUsH+bPS14QX3NC9UV8KF7Md8HQkWi7lLo
EtyKRl5hHi13siZsrUQRudGZcWtKRH0ZVvYYBnsdRQyWShMhOJa352ZdXBhCBpr2HMO5k+AC+4ZQ
7dpiObb64hOrdzeYjLLmIHpK+8jPMZT58LQOdT2cpV7yMVzf+rDHqhBhggxRXpkLJ46RAZgapkf6
AnyvxaFRs9a3UgNz9+iLmXUdViU4e6djyAJS+irB8SGWZ1ICLhbRBtTP6SVQAfXhktgGReFnKs1a
9qdUjO6ypXhWJ9gw+rBmRhgJDRd4iHPKHNcsxBvYa+YITeeADBo3JFYxmkWmfD+1z71ebGPFX0mE
Tq+FyOHo/aCOETGmfq7Rnm0iMmqKJOM6aulMUqu2kcJgk8hMHs2GQoVbfTco+E+Sg6CaR8MqLxw8
93mn/SDwy45S6WEaspa0DOEpKmlhgUOiqJ+f+zDeoo2gBqjudUOoXaN8tlIqbdATdtvMynac7kWc
wkPD2b8PYqICwMwlYt++ZdDxBbE9CDgRcCc0zPJVwmtFHc9Lr7j8z7XDr+Es0fyAt+iCl3rPI3VU
lvRxGCD/4817IvSaeGkmpulcHrTCPJeLudH11fO3VNJtLplXddPsaEN34KFwQdE5kqQ8BZwJbFVg
JJNU12RsXpKKqk0ymn6DuBadnxJUB7mpD2lEm09TL7FGgoKc7czevNRYPBo5dSfgHgbmTJt2ZOpI
9MiymqOdvJ6Vm7eqYgrX67Rl5XGThxtRns/aXLAKtMUeCwcmHYwdZiNT2odas/rYalek0Fd1is9l
jM+GwtkvB6aFttOJakwDY7o3C5Uhr5KBkpU+xUh4wtgqOjXYDxIUrS+8raXdWNzf4sBaN6TZfNe3
fewJZVc901tUkjJwo5GTTEh1jl3ErWft1Ri6VxIxYjeDA3IMVo6KuDTh2bQYfabjXq+XxIev585N
SZk1LI6at8q2JPVG6/ZSnH2PGDgedRFHmKoZDXHbXJQhtYZbsQDtmGOQOk2LcVHH5YDGmsOqmfQH
dGSEumTpETDDtjBeoKqk3ty2JYdxfMq9t6g0z3IUbtM0bBC4OUNTPZpa8JrlluTSf4Gq/G5l4YM4
TEdzCPx8uctkCseaRMnB/A6p1FUmE6ahvMlZ81mIFcD82Js0XKaa8Kw1xk6XdW8Zsy3Zyk8Lwoal
SH6Q9vQ1a5QrXXQvyDc8V9SOxkHUs5tMTITd6cqxN8NjkFReBeszEfWI8aaQeJasl3ab0E6N9WE+
iHGonmI9Hp0m4ipYNKbmp0SuZYeG9cjOa13LJXlYmuzKfITy1mQoENA6ajjekVKImW4awwe9oQ1t
WqwpdIxY7wg9rVV50xfReyemlLGBb2Co9nVFfdSDZmSOgihgQiUgqJXC5LIdfSwZC6yGvvRnWppe
PZ9kmBpTddf0amTQFCUaZS4+2b05EmKiB83FrStH4bnrwNBoxns3SvA9kEYYIjhdieaI0VKXdGAW
8miD0UxxolI8t9xZrT7dc4C7aKwT/LKuHzUTLodce1ZM7aph1DpieDfcZhLe+iY9DYhpCiH+QUn5
ZDKQ8tKKeyalftsJMxKaZpIDL5XFfZSvPVAIFPFKWwlxRKDXCL3Y+pJBG9lGlGynKF5tm70jD5IG
rEAEwLoEtImb745eB6byyB3UuDgUjFymrHfjvJTRVsTxlhN/dbBiSjQa0VS47JegFKzKG2SL+FUr
dlrQkxtmdiWeZAzpUJNKUbhWvUi3hZxjKhhxGwWy7ic1NKJYflN6HpwFMEVUJQethgc5iTF6FHBI
oZvJJXXLrAsiIi2t3eY4u/dDsugPRW11RMzidLpOSqkRZGNab3BQ51MTFOW71tJEY3EL0Sa3ktT7
vZ6Dd7JalONtOpm2UpIHpIa3cR6JAu+RN040+yf9IatEog6FIK9OY5+AxyjFYOh8cCz1jnWH5oHc
+3JMpNIsQqDQ2qvVlxE21uRTnLNjKWF7TPKVMrWcMOi3K5rKbU29Oi+0Cz7qKiiuUwYpScsS8xaq
A437fqaVlpk1NK4hzJJN1WVcq1Bu3hNxQHRD5AHIe7HJW3IRY9ktyTvbk7GUGBxgJgqQSq83Q6hG
hBf0IiY2rHR6PYs+oDAJcVWiWD8qKREY3dC4hltsHkoCzLyMg5dHcFztr6Ena5kheQuEmmMKivIc
kcngVmMPbkPViOEJiqr5mglNcDCud57R8x7ToicbZ1rGbksOpbwfAWcRTB2Ld/jbDODNpobQeIF0
YVPZB7GT9q2s4wXuu92w6P1HqNfZTjdSDs1WvWAcaL1AWxVCAiVlhfvbKfN5PPKNdr7Jfiz7QrIU
kzNxbbcddY6M7qqBCUW7Pp/8xYCs4hRZM21E6ACXWZnMYyCsbuWwkprviaQaYB0Vj4yFBe9xGdo8
dtR+oFskSoLxDIt39Nq0KreNPHO8XlJEITnq70PbUFv5SSCwE2lREWPTb1XpWIcjddOQE2UUhBn8
CTN+S5dc+CGArFnsqOl1X2mkcBdIOaoeXq6g0rZISOKOfQ8nDK90P5azVkWLz6TWKIAMpZAAcmm6
qUslu8FgNX7HI5LaSRC0m1nvqkNII2ibTvkrQvzlQZKEcqNYnDLYr4Ij2PDpbFLPXOlhzLukhAOg
gNHGvafSZdAqdacrfXRH3oh6ifop9USczIhSOMTbOEjV8cJZh7GcCWeQ4h3I07IDeR3SUefp/2ii
xDi3cw+tthSsO1PhwO6QMiecFHo7XjXFaD6FxIpfOytqTmpkZpdRKtWDNFrNK37/BnFiqwFxKqmK
j/TY28AWjVhoX8ng7ZxlmKgqS7HKv/FJK8AhyJzyQ4x38dYMQ2li1pQMNEXCmfFjcciKnplTNgAP
yNMOx/wy9rCWNHnSriwgOj2aFOaFvEaB45nuqtA1KqbZ41DCWZDpX2wWVQjuxEq4wx7CJRBMlsVA
KvL90lnT0yIM7bNJL9ergYA5mfH/yDuP5UiSLMv+SknvLcVM1eiiN84JiIMHYmOCQCLUOFPjXz/H
M7MrI9GBwHTL7GZTKRUM7kZUn75377m92hNGMV6C0ZVb4X/N/drZ4t+OAhg3VnAXzzIHpCWr9QxI
u1o7bRzd6LSvWYPKFjhX2eTptmOJvw2xpZ6mNnbLLW97qC7sfuAoOMQjvXZ/GNwK52kfwEsM52Mt
I5c2I8gZa+n6dGQ2vm5Pws2gOyRddOlzjIQvahhIyXKoBTJMgux3fq2SryDPgP0AnGy2TV6Qf8XG
0KJLJCKLh39o75UUnmQmOziPHYerp9r1yDwyvGk4dHY3XtBlIxCgdMyLchrDrziTHVoi9M+XZTFP
Kz+ywssG9OO6TOni06mmijAT9ZLbXXobuFDtz9W3f1RBZn+pR8A+vY16zSyK7qb2ansn/dnZpMU4
Puo6usOOEN0kqlcbi8g4YCVJ7T0jGFDDZrBdm4kgBiC7dwvzZDRzZ9yRBuJdeYP3bGe1+dbRK8Za
PjDpcwCGAPapOK81pOstBy8PyKtzq/Bk4S+9n2U0P+RsSi6RlfTcpgfmlcFdH9sAJ7ARFYsKJDok
UPzl8ciqMBbJQMLRiBgiQAEN+6M0nnDj2eshK0GD+O25S5WQaZZLd3ricucXgx3Q0DOMEFkhB18Y
I7RxiG9tlj1m2YsJ9ADiQ9uWz2bkB08zY4atY+ebiOS7teo9hdPPc566IPcg2Tqmtw8irunCRCOx
hhs03MP6Rg2N4mWduiVnmc6ZM4yndnIvy47Ods3MNpagKTwYopskYTyk8zZBduCNpK8RH7xC8cIe
HuCpz0Svj1OahTdaDBjLI0U3NGvzyzCaTOZ4IuVMO5LNR+8IaYxLWjtnqpQRQULC2lWVCggnY1HK
dFEBHumXc9YF40LxvFw2dtM2u4kZYwqjLO9P8+TSOg29yr6cZhlS9RbTAPDUm8GaVBWnDXwzmsPC
aF9wzmvXCgsHre0A5V5A9zXoBIJsGdIJ1FMoWfuYoHhNPXwLDUpDsAL9dTnZzsIN3eraIQR4aRSO
k61YmSekxFbl3fdlxpQ+8NzYRLuiqhcXUk+5lja1UZlr+q2GytqYcgKd8WCyH0lgkzFW8DJ9mvwm
QIWHXuVyavr+xUktcQNQnrkVGQs2gdDJ8AVQDaM2dH9qrfyUEz+j3/xa2J2rEZw25kryiBFmgEZA
GEF05WlDrmgSF4epHZrvLgOqxVB680k4pr4A3q32JtXpGg+pM/7pIPn/WS/n/1Ivd3ppXl7fsn/t
dfYC2e8fyrnz3/xTOUcA0W8BvGARoH/jLHxG0P+pnLMs6zeL/PQzJRd/Ba/9v5VzlvebxSoPuxtN
G7X72Ur2l3LOcn47B9Pg4sDPZjsOpqX/gePC+qluDqjTOzeeEaq4TLEtHZAKXSVoNEWYH9LWvEpL
ezWPHg0M4wv72tWIJFs0tNsDoVgL1M4K3W5BKN1rMaLcrOTuB83hX56Qf7G7nki2a/V//sfZm/KD
BeQvJR+f6J31Y3RaQbjfpA9JZR58o1YYICtGbEFegDCmHi8bf4FMb00cc3vhO+Tq1jZq6nzufqeb
+lj7rViO9nwAnPlie7VaWIbvrSDAMToGrbixiuyeYY63YVjKgjxDi3RLpk9I+NAd0fgIc/OQdfGz
LefDPJf3c55cYV55nGatmH81w66ALLbLGwP+jF+2a8pzxWRmfnP8cK/yckU8w8ksy3uUaPd13l15
OcaMSEfgC53ki4QRt6wN63VozEerG91tkZl3k1MqNMH8T9e61zP4rl9fUPlP+96/L6jzzmyFmZfQ
lHrsD0GCBKmv/WUHrGGpIh+RI0IOHPcrN4tWXYwwMqwupip5LgtvT9/SRuKkVr1GCsMYk4jtcpcr
9w1IItLlr4zvMc6PpzZxjBVwNbXxiyHfD+AXV61A2Bckol83U35Gl/Udto0xWxLLydJru/f075nr
ej2ENm//668q/ukv+/urnp+pH1SgNLnNHilnf5jC4cTQ79gUCRIieclF3jHmZk+2+2wZOaH3FEqe
X/y/z2hJknU/U6I6bc3Uio5Mpe4obrYEMLx2fktMjIZR7KnsiywF9Wkli5toUqdOMbj85KPzsv/s
sXfOL+gPHz3lfA5Z0awPTah200xvyznEcNIgqaxwZW5NO7z1GU4pmua0JJ5713x005ahUrRKm2FF
tyRbZimPr1UzsRh4aEEwWheBBG3rlbdqHO5+/VHPst2fftTzr//wUSPQ9E7qRc2hoxVgxcWqAO+R
9sAjeqaXHK9eG4fHxy/vM5nczQ227jBS5o6Ka9mU1UXOq0I38jPWwkc3/Z3016VqsBwHcYsvcY1A
7XA63qy/trUPIxv+yM7525L29zN1dkz+8G1JAmB+ZTbNAYHaBc1EiD7TsKhd4i6dc/Oi94p2GZl4
qxrb2rLisZtHwI4ykd+pnP5yYkbX4VkqosEQqwwnkIP9xcviZ3Ih7yyhd2Xivf363nywnL9HBnjQ
csYJZtZhLBBIqbcgbwAHYEmi45t53idLivVP2sTf10T885oQw6pj2ND1wSqH/bkx59Y510dtkQ4u
7HPd1FRXHVO2wJmWv/5m4p/WwL9/5rudKiyULsasqBGTzXf2hDogRcEU2Lgm9OB+hzcerpppNB5S
1YFNTnaJ69CdMOaVQd3Hg9HS8uvpPWbK/JLUNAB1038LkAPC5gIpiyEy/+yzfnQb3u1hrjMZbjj5
1aEd+ucqJtFbAM46a2dmGF4wceM627oqeBBCo72bx6Vv50+NgHzjKxR1bC/ryWy/5J2xChWNQoua
NghXyB+XaURy6Ri/1rG4BS03I0QU5gqi9Vrn5icJa+KD1eh94OTs6xqzt6wPc0xlnCI21Vg1hHTv
zVk8IWSgy95tcztd9qpZTZW7IV+bY4NxzVD9coL1CmnmxkDqO4vudigZk2oP5nKyC3MyLVAsm58s
nH+Q8n/yfr73RRcFA+88DOpDog0kBp3wL+YWkd7MMeMqGGZ3rThzLqMRgSqiMVh8VnpbupV57VjK
XeRnbQ/CShpMimT0nCa3EyL1KsJcMpDSekdy8YMxJI/00h/Ief4akBHLeSXb0t14MTm5U4nE2M9G
s0Q7OB39nFBw17HvZfGZO9v66H682x3C+izXsa2KCUe0dIv46LrhIXfh05JkDgf/Km2+cLuOziw3
HJGOtFQ2RVYYn7zwf5SDP7vI75b8wm+bjkT2CoVtZi6zeQJvn1P0oGaLThUlBdS5YUXXwyJBffiW
Svu1Ih0DMq+HrzSQzdblDGX64AmyiUlp0P0+5hxxQF8Bi9MJjoPcIu+2AgW/AOWWrxD23lRVau9G
tfRydyWr5phn/dE+J7RBvhtWReQ7a6CIwaboxIVfDekWqvouC8XLLAyf0qyHTpUjFrcMqimOzg+z
n+0lQI8FmxLjgNq8JWplgMrZfHVgFSKZCE/OFDFEL42rvmgf0sx7imT63LOIo5pBrKXkrorUehzO
fNTIfv5kdftgRX2f3ueZegB6KrqDOVLQalXf6x4FVwU6Z4HIi05OJDg3NsAwja6Vi2woxNplUVyx
E6cbn1JkyVj6JYhoUcXV+fQfKlq0TPeaYSRybqQQ/vVnfRc28e+V2H63I+LUIFBYdv2ByftV0196
/RWktpMtSfJucFjYnXNg8i5Wowchi7oA5BhNBEwAAQWDVtl2BDFeRjNmg+Y6HZ9nlV16hr+t6fNU
fr2rRqiZ+Ea1h995ltvMVnzX8MB4ghLHXTU1ISflV9qgu1wKazl5zS3oQ1rTDLoZRU6hBYHzJnMv
WHtpnFzk/e+j8DYKcn3MpP3X10F8dM/OL+sPlUFI4lscDX1zcEAcb+l+Z/dpweS6BUq0t/zGwzGH
/aAklntZ0ufkyTRXxhxsO8uZX0Du4GhL5hqFUpGttVl7K1ljVbBEz1DaxgKiJ0ign3zY89b8szf4
3ZZtTBCUFKK4A7RCh+wAUrv3sZtMl2ERhdTK/jVyIEBp5xcQQbOHmY4BlArKC9u1FM4RMpDQEkfx
yWeAeDfkPtPU2W4uAUXD1i7K9kyJxd5Rpcna1Z/UM+5HC9+7XX9C2XM2a5UHmr7tarbxTaZt6u5S
jbKwD6p5LaOqRWeRoHuzUWf2eeEjLUEql6v6ggiKW68OkYzi97cQLFYONTOE32g9dq697AEC4jXE
zyLzpAXHjszbxcq2ECJxYbflgEBTb2Q4hagjUKcWfCIiImHvMKekO8nAEXYNoIEs4jdqCzMF8uRp
UbV4GZopuXVCir5z1RjqrFxFqd71U/YMeuwUE0Nc2RltMTva1yFDYaNYJyHCtIUHkXqtpAkNFQnp
PpzSlPfoXNWbxbjVvfvUpmdln1eqdY+ucSmyDMXg4H+WGPtR0Wu/K2CsOnU7Dq/VITRarhdhgAut
B6B2Qx6O57ajImac5p1Xdm+jjcenNaoZi4bGoVl0w7qU2lnXpfVkaeeQzvKmTyQSg6jmdCKd61H0
F3aBWKSQ1idb1EenEvnumFsOVWF7SZUd0tR/ivr2a3uObHHMAZSpiE5Eaz8J4T3lIroe0bdtM1wq
q9g1mMYU6MtqEZ90br1MSXz761fuw0/07jQqWXKj0SvoZNRWfG1NqI3IXhDtXSiLXWS4uExEUK+g
YjrryLKtFS67YZfVxqGxy8jbssAg653pGV2qcI6xCYXqk/fqo77Pmf/x49olemD4ujWrg4ow4Jqy
BukqtdrKDPokRdS4TyEUeoZ73SqOzQRJAF4nRGzt5RYIW4wrjH9Kc2MMnaCfAAey4kH8ZIf56Hzx
Ryvjh5XVQmHmVx2q1cJO9+h8twMMVdPwLz2G3S6v+pnU6zj+Mreim//l3XL+eUVyZIkEazGxCGNr
26bh1swdLPSxf0R/Bzzf3OogWNWOh9kEPUESPmgCZAXuRzooSLBniSI8ao+ffJwP2mDy3SbLTXeG
2rLGA5Bo7PiZu5Rtj9QuHU9hAskk1fRRnLR4Y5p7BJW7l1F5R1wVdHd7dtayRTMBGvq1jG3ECk3y
4vrGJzwocf4MP9lL/ijFf7g9PJdm1Rljd+gi5Bn0cNTXkJr5uzVZwaHpS5rSyIIhcMtNHPfHlG5Y
pvVX0ykvGrijyx4I0673sfjRMYgPVJfDTatcMg+s7NYByT27ybPncaDDcIk4rb3+9UX9aMeW7zbB
MDPANLZ+d7Dq/sEhHAYR17gYWwOvf5M/W2n7laSbdsk8hilUiyQ3YwheMWFwuuiKHJtLHcNAsDtP
btTM885FEGiI4jdVUNX++lOeSTs/vbzv9jy3MuYIG013EBaK/sBMLq16TPG9FL/LuuP0VKprl4Pv
glysC5DQFxZ5zAsQjHyynI/HCns/+2xYdfjkNRRnHVyLSrTbPz7f/+tG/4fwpfMPei0rZGQqasED
/fWDVy/tyz/+z7po43a66d6a6fZNd1n7X33u85/8v/3Nf7398a/cT9Xbf/7HK0Or9vyv0dwu/tGv
P2dkfuyMP72ksW5f/vtf+Quq5PwG8BKwkjBp2DNwZwn5s8Xvmr9BO+SX3XPQLWnl3Or/Mse7jAXI
M/YcBkTOH6Hsf3X4BUwl0GdAJ8GtBa4Z2P+TDv95+fpv76q0xLttMfJa0yj1XKHWAKRkhz64CNJz
1mQq/Pk8fNghs366HPAj3u1z2gvrMmXWts6JH1yQFJyusxjkhN+2pVwO9Os31mCLTU++ATYaHNG0
un/HRi5RzFkIjs7nw1RUclz/cHdOf367H2cIP107+UDvNreQ9JBCCyw2lll8x/J3N6AMW7VB+RBH
9sHIDLJKpk/2jY+u77uT8cQebYmUn+W1eCrN9JCaYlMk9ddff5Wf9lr5Kucf+8NSi+3ciseasmo+
TywrcxvRUxHebdXo/a9/ws83W37Eu52mDBJtp06DFKuqEU7W24E6xSO1glb4opuMpUC4kzN3JpLq
syXuvJT97Kl8d3QaWiQ+CnDemsmTWeZbs852lUPZrR4NDHk1kXk5dwwQs5199pj+9CjB93y3+Bc+
WifV63ENvPE8t0BbZWBiuQyhJ5DHBJvZp4mbIs+utmb0LW8/eUI+uoXvlnMrkXYV0Jdd08QBTSQA
CTYxXUcYWvNtJ8pP38Ofnkf5gu+KdreZDMF7yA+KjMMIA5cvYueXU1DcGpqei56WlQU35bOM5g++
2B/71w/PZj9bZ01ASd4gLzvG900r3P1AMhKN2tWvH86fboUSZuw/H//MTqXq4m5cl2axM4Gl0Y1f
cadYWNYFDMpQfy/yT6qDn9fE/LB3y4YC92BYKAjXrmGBBEN/WOzGsF97cfOYtUS8pxTCQDaS5MR/
TFoXDopnlOrFxgjL4xw0n7weH33rd2vKmJSeJmFxXMclrmJ7uPR7UGnOoyi/QofIKoTQzsX/7gK/
W1/sYnRbrbNxLXxMPY2/LMS33gVOZIzrkDVglubCaze//mE/PxFxhd8tNZF0fRPBBeA14ykwjX3l
uucVYDKwIvtUU3WDzfsy0N/x7S5d1uwxmtfG9BJHz0AHPvkQxMz/fPV5X1urACyCQsG1ZtLshxdK
uxqon0+EArPXTqHZbXL3NlZdCnaAuIpyhxplLKutwFfTz2h6Zi8dGUInBISIfhRooWwr2tPtnL5P
ceEFBIPA0Fcq6Pa0y8REk9/AXF1hH09xf6JfXKKsIaTHGXD45kYHrg+BSf6IaBn0V4CGCx7W3Ieg
YyZDf7UjI4pX1jyYD6NZpepyai0PE905gWoJjH+457gQJ5dj7OcWSR2uyWx3LFJ1PQ5p5ePLo1eC
bF37zi7uG2leh6TN5Re68UqsuFXeyueMBHR3Zxl6krTyQ2OmA2f4Zj4vYvIc2gsEzyhD14gSqoDY
l6lATV4QQbAyBFGRm47Yibc56gE0xJ0dJDelKkqLWYCdTcs25o/cjxmBI8Roh0NwyZ7Z3xl+WQnq
akIHT4NFmCk+pmKiga8DS516jpl8ST/rquq7qV28HVNH+X4rut7gSWV8Vl8w2+7mZ0yWpr/qOTfD
U/BoBFmLDP+Ye00DtcVlOoVhQSkdoUE9OfTBcCCUJIqRiCOYZj66sYsQn2CbmRa+lI3/2CYtYXtj
HmRi11j20JylpzVRnH4lZP09BgyL2kdm5J85q9pqIBdbg+rFtRWcZaplyW+M+IndpPgyZ40XHAkI
UYDTaPMZ16qB70/oVmBOd5WZ5vVViKaxP47RYCan1una9LXF7Th+jfGvxq+GzdcbFiXlQIuQwC8b
86nF0evehE7TjURs2nbSb/WQ5fZNNiO/XXfMoLrXKre8fmsLvwnd5YgZXU7QKtoie+CJyuzT2BtW
vivLNnQug8nIeoD4XSgblKZB3vtP2BDis/001rEL+c5OLHRtrpEHv9dukrr7kIgKBxxDMBTr0gcT
huy0rNZxKhjut5VNdgsa9lIvpVFOJ9URsLgeyjK/HsoifE6rxosWOM8MJJdOK8l+MhEhuGoguGKo
JnGi74AGyozUPJDjOsYtcARSDGdAShEenJvOS3EJI0gui7q6FLhNt9rQj3ZmtosZk9LCo1O98HJA
a93gXnc99HNEx27WLsqJTXjl12Z8msfOujRbL1zPPYzdpwrbEOGGen6dycztF5mukaT1w3mYVCQW
oD5/GEfUAyH29c0wGrD2TB4Edr7GKV8NkvHIb228utxGfmoQFTQdc1oX5I2Orz7uwlXm2a65rSI/
PA5RPDxY9BfiZZ6aclidB87JqigThKiMk1Edx3YFnUfgn8Af5t65bV4ydOqNU3ZuRzrGWS9pC9pr
B9EFAqdmrp/AxQvcKY32yFXK1O3Y5WRZObWPbFwAqzpECXSWXVXp5snKVb5rJSyp0o+JlCrloHEP
zU2X7VnOem/n5KF/VVTu8L3tWJvwXqsGFFvYpN/6eoAsQ7uPzlm8EiQ6Lc06kqvYH6L6oDw53U+m
M25jzHLMd8zb6dx/1i6PDrCjWkskNQrGKtRuRhQEu9j3RD8kNmpAbGGTY4T9qiVLmpvg7iZPeeec
XeSlGwMparVp0eEN61agWWa+NHOKVIU0L80oxWJoF22dHFXexehmu7Ab9kWSluSVGQR3yjksoKKW
ctKXiVXvC39o3qxZlSW+omSl8XQiXKFfuU9Lq30sIp4IItQmxlpJPwDxweVgLBt7kiZ+ryRPdgqV
8rc8gTG9TccyAixhlckjUTlIqpiQM/tqQ/cmHqSEI9hxE1ehVOLIxYPvTz95+kZk/JUZz5ZYZQ07
ISOhfjxWvRMOS6sJRgSpRA7xymgjeksaJ7jyjPSqJMQ2v+uc3rrWDeiOhc4dVJuF7h/rBCNg09rG
QYK7oU2NTwgV56QckkbjEIiPVyTlJhqZi9YkKy1RlB8d6O/V2XDNoKwe/LZaa4MC/ZwylUFdop3j
XXisS/OjO4yz/kY7Kkv3EXrZC1I6a3UXFl0BFcdXRfumZ3hMu4AMdX8fMhV6iRmfFhuXtgD8qEi3
/k1XOCrYj7q1npRLxx+j88TfKT2aHAzGhYnSt4nw3FR+WPZLQQ/6QjmN4sX2rNxZOoDJgV2FAh2p
Nc6WWk5zJatV64Q0wXTqSfQazE9J6vLLdLh1yaw4a7Sy8JKIBVqXYxs3CbQzr2tXeZWF03Vl83Eg
TgnbehRml0wbHrmexyEPInmM87nBvuLWbn+RBzwQb35UCRA/rEkz3XIXKIG0zTN9w0qAdYdKDBeG
OxvlrtYp/layZhtkPVkM+DpNzONMBBspNIkJ4QbusetjUzR8BmUJId2bxoynh7ZJi0cgWjHcxqhq
ur3Vm6DWBmz7clN1cYOJug4rovOiGjcHG6e511VFuLldevBQVYeMdEKUAF2jKDhb4cXOl86Ejmjd
DKVfb2FFT1BHugp8RpYD3TCVY8+IoUqUE5OQaXIzhXFznfeTLtdkxMfj0eUUEpIsVKcwzTA/7Mqq
gglGMmhR3Ce16m5G7J74dS3yepYRkQf6EBle2m7DEW0MquUkYFY3uqZx05odmqewi9Cq9ORTdZft
3IQQOLWiqVVxqMEPgbEDnKRfCJy6rBhqYEctvHqJvph00lHMY7qpfLetr2QfMW1kLUSrWM74gRdj
HBDw0nrOUCxqZo3d94k0JoKLeRJQvWeaG6ZDsj5Wda2EuYwtx+KPWqPZPPlRSFZTbRGFtyKneUQ2
V4/63kzLKsZLOcPk9XOn30kn7H8fOr8wNqUdsqaTDVV3R9erAwY8LDlbw8mmmemDdqb7oGkyZ1EK
MZjLQrVTfqqjXn6pnEpQ9+Mi6dZtEOJf9q14yNeRLchg11qM3lYaTFdJHYGtTWiHwtEtfQqbW8UA
z7zKA2f2wPt0yBQLyxBcgVy0Vz53K6fpMoQBQ7DAeuo8Y+ROZ7GbFjujMxmvFXE5uNiT4lxeZR7D
qSVNMWbj/ajTa6YXHjRWNivy1mcRMFULojQ71sRK3VcgbbwlZW2xxQ/kXyfI3slMdKtY385WM9zy
uc1v0g8nYh9EUcR7c9YRihgS8/rXuZ98sS5GouShRLXDtEq8WHuPELrcZudy91OSI0GTq29d3nIm
wVFm0J0di+AeD9xINrxH3cvzT27ccjJas8D4YeJg7liBpqOBlbJZ2qrgWJF1SQWAG/rbRayKsd/n
2MGLYz7HI07OzjcXZdVxCsL/OfbrxKvGl0AQX4i1KiY7c6f7jIBInbUFfK8mpfHKZ+3hHXm8sOsk
J+dn3UlQDNeR6NPxruwAcB3n6ZxPLsYpzffjiLhw1XgofQCdWQSOWi0ZCMvZcrEzxIPwyXnpRaSP
QdtO7c6aXczw9LF69cg9l87R9pq8eSO2uhfwWOy5fklxczDIZFw7niYnmiD39kYXrbs2YYJRJGa+
cW3P+lIK0IKkUSZ6Jay6c/7QpEdbRukCAppNsuYqKMqu21V6TNCR2zABsQxw1L2R5wi7JTjPuHkA
eVFVlykVf4AfvBgvcHa3DcWalFdFOMNgz/NIZg+JcPLuIilovX8xMocIw55Zi3tt4TzwdxOJJPe4
AWXFc5ZV12WPunTX4HpxVmNh49NGqhUUjGsD5sxtXZvBG0kRDRqcmPPQ2rOnzrgwPDdsD4SoxT52
gToje9yqgDrXiXOOA/TsOvMOPPW4XoXpGAYhsWFonEY36Ae8UQZv0LkfE7nZugi4Txs5mROUZFvl
9sJy2w6/MazIe8JDqH7JcZzH8rkqu2R4DUoWhVcGRtZMaDJPrv4uAJ2WJrgUj5D5VRz4brjsMvYR
9KblKNe6RmvMaCkYjgQks/Vko8JDmjaK856K2/jFzl33yzg22l+PRqVMPJwewzhU/HJQG0oHLaaV
PFfWIRqPFLDoMbSHmhrb6lsjor/Zy7SvVqwFUcFN7XwplknhwvwRiTaBC0aTaJDnaCOgpGVXWsk4
neCPENYON5ROGZzieJQ954EifMRyrGALoEkJc28lJNZ3RH9eGGLo9Ptssr9YZIx7qyQsqYnQ5MXq
ugewpd5YZsmwgUOix01EHKq/950eAe3CITszeMblJfQtIXWFd1uUXpUtteMWattU9H1WpAGz+Hms
o+HaIdw8DhY0IeV8yW114yNjkuBOFG6cbAFd9PW1oWmLrXpWmORQlvVwN3NCa09V0UX2TRWn8NgD
js9YfPDeWGva7w5BTkOK8bqhvOvv9KRNtq+ZaOTDpIewh79myaeymcV3QWI1RpVSjS+m4Vl3aG66
CpQsFfQiUp0syFvubEhfwxC/FcUU6moB7CTvKRfLlKfQ0iPtm4HA2IRv6ePY1NVVTk2y4yXsvjBv
h7As+87fCRecVmJ6JDW6ZuY5S3bcUa8l1MvskjD2HplvWndlmi8mDgMZDqdBcie62Tklfnjuws82
x09u7wqmh92vhFOLE/RYPG/SCiu5aHO2N+SohQOj3Mgw9EeNZtNLSkimG1GbnSKWjV3/dST/A8e4
GLW9LJrICni3Mt6wqmqgLLSGeeZUOplzLRDV65NTTaAKJdJfsvSMOc9IBmh1dOT05mjWtywisaBx
CiIKlK/aPSp+45IkQgXjRxaDf6Gh4VKvGyUZhQttV+4Txyn/d6L3zPYZ+pAeryPP6EELJnZHM7zk
GMLuVDjXmQNXAn1cb/s3/BNk1fa+QV8pzy28d9oxijMlnUDRdGe6AxqkuvNLVy6r3LEewSFxgBvV
5NyllpfBb3d4vJfZ6Jb+nv2mjfa2E8l9SaCnu827VGJcPh9jcJzWTXw5TCxz67QhehvWQGVClw3L
gXgHdCjhscF4m0FmokpdcpzwbzkcBaD7ggFOY+Xr+AsWw7NHLmzEUoncfwg7PwHiUwXRfa1q9ynl
rAtf30zjlyps5zvfK8CENwMbut9MNvbBSAYntw/jr57ZZdbKGNJizw+ZTnKSxpqFNb1BPo47IiMn
mZTC0CcmXqGZ3+fJlAPux4QCjSN16vMj6zugBikD1GYkyFOxz3UkqAK7Ql5vUDFGd6o3iGmt0ooy
R2hZ2t+N2lfRXW7riBkukzIHo7/vk+aA/jm9SoM2u9ATIoKkMwjCBWfr1eumQch7ezbegfgwBKtu
yK4FfDyKhYOkt0shG/OAGdaTpkPRLJwR+xaZ9FGul1l5Ns0xR0iD8orwwekBe1m3U5lvTsdWlUXz
qkczZLPI21YdjIkwecX+FZP1vkjozJ9Gk9PYMkhreF4EnBjGiS5XdNnKyDex61fefvYJRgR0Mnr2
Cq+Mih9y2hHdCXGXzWGbNsMIjk2pG8Z8+bQOdJdfObqXdE8xTEyEh8Hnk/VQHycypwFR9kVNXHbI
RtoGQQ3b07b9bxY8Z8JBiJ/nqOrEwR29UpKVQllBXejIlcTbGo+PnICAGhlGM80EPidlezQaz62W
uFKmJxNy6T7E0og+MAiTq6ov8++Z5Xl1wZnXYrUIp2zOjzl51eOxx3Z/xgvjQFlOKXTJFbpuQ6Di
5Z5t/STrgY06hROHd56jcF8aCZDcrIJWxKkXCMJBhF1XcTW99g0Ub6qYkrcQD0hon+qt3eUSEM44
9kvquPA6FoO4sMPgpuuiAB3QOOBsYNmcL7WMK3GRFXbxlmnXu/GZiT5PPnGlhyKyspAGXGaCLYI9
2W3nM66F/LUhvnUcKW/sNkRVBLh2Qk4/el9EMRQYmMhYNIt+M0Wc653idZC8EgsbDdMXMzfh2GhJ
tdaGgJ0TyAoqDNxrSUu4X2pNUuW6p3x6JGp+3NfsnTf+1Gpjn7uj8hcZiLUbwrHmQ689jDBTGGQH
VW1fK4Q07eTCqLFNYku2MOSwzboDbMjIStSdyFT0xfJ5uGIfTxQeJafbliX5x+AMpubMf4XkvSQb
XF4R+CuuXDVPLyG8pIccGdn1VAWttSPc8JG24WLC1+eo/n7OMjy/9BPVIXHA0RI560RHp46iPTfG
WFTaRfWIPizncKcbBAVcfueB9u5IfgXFc7PsjAzXRNxFZDbMPQyaIJUWaFRbB7eBCWWP+EH/2pAJ
CsC0ntTZ/1vDHQiRoNwk5jD2G87bxE5H8VSSmWDa9TMpc+cpYiglDevcuLECo90j+2gr7tVQvNrO
PL35U19h3DImB1N7k/vfi6IgT9rpE/6qW/cpErcWiEBc/B/OzmM3bqXr2ldEgDlMu5vdyrIkW7I8
IRyZc+bVfw/1/wO9dVRNQBMfw8BhdaVdO6y9Fhm2fRFF+hOpKxioK2/sX2u9AG43FjDDQDvZdMGh
9JykIbtlIekKIc50009TnOwhklu+UmI3piP5zoKceN+OP3KvQV54sGv3LxdLv0DDFZpNI4dGV0tv
SX6RPbQro7+vbfhYMdfOrzR3AvtzhRcRQzNqbsHDR650zjU/wBpBGQHgkBTi/H2ujzPkb8WWoKSk
Hi7CXvQsULUgZ6xUX5pTtsT0fMNDA25reSD42kODdsyzxtuYmqQkbggFzwxb1KfaREm8SG8qqKUC
9QbY4EY59WMsPAdRKHMCueUx6fh81JaEpajI48Dde4ZzWcN4e1iC8JBro4XmtovshdNfo8v2HNvW
77nbAEBJ1vPtl70rfOIi525aU/gkreDHxICF9V3J81OoP9k2BHadf75U9QbS+KBMLsqOJhro6agp
KJMDRCVwvE4x+xZ8inCAjr9H7dIz6ASDrcP6vhZHHYKonvqrGTZXcKuc8rHep6DloLLcrRXKEjr4
tc5Wj9ZdT3JPiawr15t3jLPvyj8AkndJ1mwh2Nbt/ujHi8cgsJa6CSHxHzAdO917sEhWx1Z8Y2jL
HfAcaJTVHYXMqbEPay13Y80kaJQ3mMO7zQlhT87ctQreLMM3x178xaDC6E5wF3uoEgVHbX52IFcN
WcWuux0TGMJ6fEBq5daNM0MxTcyZ0B4wTPWp0ZILLep2ZvlDVZ1D67ye/5WySqgoDOz1qpFFdGi/
VUKpIXfBL6c9FTPvCcXQtexJhqNckCgnUJjnZ0ofuDAPzni1XQhdgQ8fbJAoexjpNbIPKtXYpb3N
APPit0NBdufhuDBfStyR8QMPCJiZCtdbsXGo3w7vR8MKZfasXqKG5MXkKzkJX+hTPOZfUegu3S8U
1desM0vRFEcE4etDOv7ZWHLJeVSFqjr65HDTG93kT1qMQsiLZhW7NR6r7CejuUWTcJ9m4ABpVHWB
AG4MKjEVqlBfbzIaimINU6E4yrFO7sy4O0BDTfYweG21+aKxf4I9sWY473HiieYKn5lXvXMT9yjB
DfTWFVmJ1MEWokJyPVShBO+oHZSUAdiCLlI9Pxxhzp6VIv6yMV8JJkQVgD2Z2sR1sfx/DEVo/CoD
SGob525ObjlavZHfGiNyYiebZhY0v7ly7oiQkPUMBcfF+d8g+wkCzseGXDnI1GDyI/2vmacP9pJf
oM/p29Hh/ACS900VDJsOJ1ltxxOy5UQ6+9rx/pVldcFROv952QOnCg9cNOhKodaAXjgJjvpvgPPM
KH8AA3F6evLr4wjNg40sGIs3Qq1MzvP8wB+fVTQgsRPvLGeUzoU19eEMjs8boJqfv3ZB+NON1G/V
DOvHXP/UDbPegGF8vEsIeP/vYLqNYAR5nRkKT7T4LPduGT26/A33nrh2Y4yPz7q6sie8n1BCmj53
WwsDV1rfVDt53ESyfIzQUUXV8bmiQb5zwZLlhnFDl9qRFYLYMblZIVBzPxztMH3CWJ/fGAlET/UE
K9ImrjFnM8OZTnnXzBTnuue8vEqwV1hMjoS19D8/PTnBRHSqndMKhKFcgXLQ+uMfuMcAbE4An+sb
PG7zrMuOnGAu9ETPKDsxsbFqDuS8fdR077EN4ZQc3az5A7Tq/BKuW/7fR0cVtYvDLLKyomBO4BZ+
rZZ/NUPNd3o+rwdt47h9bBdUT7ALbYugymAzxohSaFjkvoMgIjHn6fwUZKdZNAtk3ZtkWhBFysvX
Ug++AFI8/2XJDxfleFEVoc9oRisEhaHfWbW8lpnz3RnaP+c/L7nqKyfK+2sYOBRLBt2YfGPM/thz
eEfT5iXZfJIyS/q5tXeFq07MPE9ObGMzgeSTf3MaquD1Qzddnp+D5MK769ze2UYtLWird0acBwSJ
8LjpvIZJ7UEv61O9+ojxw6ZfJlsu4bJTS0w0M8H8A7C50kysL2/ookKbXpSf881VV7jiaTC5Su9V
s2+b6n4NKibCAgNavvVqrA2y6VTsMShNddo0KxLHT3WFy14bcMC7HSkyJ2guVisPwgG3e13N5rtl
1f4KsFTnZ2u+w6Sd3zfZ0db/d98A/Jqu5aHX0jfOv2TqNAqG+XLEwTz/fYldcYU7P0DV11m8nD7h
/KMaoFcAlWXlzVdUdi8V7elzowhXPwcvSI5mnCHvpKWZDstd0CV36ztj1suFV6aHT43jCB5AU8LW
iKDO7Ov2DOgi0ujwKX/oanfql+Hhs4u2ygu+v0y5ScHTS5hOo+V3fdnfNRCKwYBwPyvx7TB+bmsc
wSSQ6yqBLgyzPy413hlyPmUPaU/5UoEQC41PAfRVRzAMgVsFbQD02reRHvh/kfRo7PuIeh4ygRuD
SJ7JtbHk/YIlIfA9q2KQOExpNQ32sa6vESuvsbtoBy2P/c8dAMEuhEo6mIrGAYjSAebS8bZ0kZhX
AxNfdIIAPUs3AgXZjARbEJVW61Cop7vLAaCn5O6FYRD3pGSGuzA66AgP2dq8kZCSWFRHMAIetUJK
bzi23pzee/AgU0OoLxq3/gVSZGPl1hX6wMFwBEMwmZ5DNZmoww0HEv+gW3cqtvT8tkismCPcf3PM
WiXwgGSrERpksKJ+Az9BOWpjfWT+pS3c+zGzKWh4EVYye+rn7y6pB9pNiyO158MC8Vcyad/q6nP3
0hZufxFZQMdKdoO+u5KVan8QJXt7QE+QTOqQGbSBZmzMTPJs26INoAsSHi6iDKbk0B4NnHnH1NbS
bG1ShOna/aaXLjnStmAJutQYJ4OX1QeRe1Qhi6fD9u6tScG19lG07Dctm3S/BHtQzihzVZ5H+GEp
J7I0WvicJ0h7oIHT3M/FQ4OA+6Y/IltDwSbYre7GXs28CDowm3o5INDmrdEnK7mQdoxs73PvzxsL
wDsvKwSGgcZQifmpxq9W6K5EaySj0mXagV2fYRLZTMysd/+D+2oLNkE3x0I1oIfwjdwgT0wopZ7q
weY8QFh6GKmII12VTdSUl+5RDxzvdQhpB6hGLXjUolbZn7/ZssUVzAZkdnYGWRE+EeCO3Ha+tBAX
JxSYe82B+G76Cjx33Gq7ktgokVqvx46HVYYDlkXtXy+2GphcqOmen4nEyIo0c7YVeH2o1LMf6mhJ
NZW6dwP9qR/D/WiYG9dZcsXeOAPfnQ8aDehNURkDoJpfDSoCvOOvuYYThUjYJvutAUE+P53VQnxw
PkQ+NlA0SmANDLVuCE1oOez0q3+XKTyDWx1Ub31MH40i2AyHNhINhWAe9iT6UXvN99nOqMan7a60
Ue8Yk6txQJJsQqaGICC3Ur82xl/gTNFh6k6aFz+BvSdQaK8X9HHOz1xySizBuIQ2KHnE7NhItb8P
uduQbn0//2nZoq5Dvts/M7fGqlvPiFWaNNx4xwDkej/BLjFk3s2aKzw/juS9tATvwoCyyUZ3Gdcv
C26AuNLnseSPnw30LcF2TLNraU64Oi+29tsd3BvIMq9ht/t5/tdLbIIl2AQggYObOXh7C2iv4xBX
iASagIzAWbe0PZQAGODN3nvl0O+0DEWG88PKNkdwMsBSdUOUrggGE4J8OJJv8c2u2jwnWULqZGes
LD7nh5Lsj0gvpjdzprQlAYBD/WrUEQporK8Npv785yVmQqQEmxQ6j2Zo7H1PAazncYtUp3xNUpwM
rbzqu+kqry4/N5TgYEQLnN2NBUvBkDyuZbRyycCunSjcXdGbuDRbvYnrJnxgKEzBUIAFKZYKMV5f
TTLjVzxQwUWkaoURpsFtRyNrNik5CBgbnZe23XJqZfskmAKwYLVZTfrsz2UMQ7h+YVr2Pczp59dO
8mKIPFLAb+luyvm6VujfY3N6aqPhaxDrp82LKjFlpmAHEjPG2Y9ZtSoG74vOHLa73IjJZN8WjACM
XdOq94GZjLrHNV2CnMWGmZQtu2AA6AFDh9zh/Opqta+9/qqw9LvNHy5bduGeB52eqsvCsqtRRjNA
f5Ov7btAxzfTFZIRRCoeJ6LLyKkUDFjQHai0mYX95JqXSpVtnByZA2ysN//dQ4Jm5aR6C6h9IOe0
GD7j9jb5C38S5tcwozHaZoSvrcv+wd0TuXLmuKli1WQ6uVF99ZAnHDtEDbrlOlHDi7XerqgmeJUB
JY6B5pNFc14+dUFEGhzb5uFPCo13hj4Mr0iOlRXsyxoVp2jDfMl2SrjgSlN6hhZbxGJg/qYVKFTn
N70NzCgoNjxcyT0Rm22niI7fujEIwYypA/Nq/9su8EgMvQiicdJEMaqkXvwycxHnQCMI/WslfSic
trvpq/qnWlnLIQiAxZ3fEdmAwqVvG2CKsK7AOkYvlks0Am/T3gZCEYK8CmzttBnjyUYSbMAC+ipw
jJCppVl1YY/w8SMvEKGlggpc3hfJtR7rja9YFO7Pz012FgS70ADebSMERfBFq+mQZPN02fdWfNQW
TbsIwQb758eRWDeRkQS6ZUK5vlw4c4gaO+aJPo4L1dU2piFxY0Q2EvgpXYR5IIZLGuMhnNobtUuv
G5yAHWQjvmmm3oaXITnYIstIspKU0+28+JZbXwN6ftEq93R+iWRzWLfonXlzE8NOupprGQC5W4Pe
xKU2GrfXNg++vsU5LRtFuPzkq9B6dFx8F7hFXDs5qU1xPSW3QM63e/4lp0pkF4kqo8HXA8/SjN4R
FsFfSqPcRaF1qtVh4zWQDSG88l3fl1o4x0hv5emz6lGIJRdie4pft3RvnN8R2RjCxWcfqMRoTCOJ
EcuEyj2FGr1P6DpcItTrxo3DKxtGuPV1VU4egmaLP5pThbQwAqteolwS6NG+pm0YMdkFFC66jR47
tFxc9EVBbbpU51tEayBX1KON8pLEdonEIKnazHZKzwQbAOeysqDw9LwCvhKqF7DSHjdTibKnWeQH
MejvmJMRe4yCCfSDdyZVJIpJq3hZS+cTpaUaRa0S5bVtV1yyfCJNSBkgWOvOxfL29bfyFZl4QGVL
9jcB+1/AFFKEr2tijIKJRh4wVVKfYOD8QZSt7Xpy3pmGTNXMQg9KHcW/Y1K8LujwGOSZi2CARvx7
Clr2/DgS46AJxgF2MzNN1QpFGFKMwxxSIVQf0Mill+i117fCmvX6fOBaiYQgcQRvsG41up87x2rV
S3bUq2laSa/vE5pg7bXKZU3HNLb29fLP2sq7fEwEZ6gigtPMK5vOf8aNoQeedNMPDGSbuyPPd1Vd
msHow9RxB05JzZ4BV8KFCkkHYL02u0q86FZDT4X8Z8p2b6ZZJVdfxHo6etPXaA2YfhQlhq+qHf1v
UXqaldC5NvMeQebzGyt5tt6u0rsDBHOOmSZeboG9gp96ovlt50FIsvFyyY6nYFuGIaotRGQhtIzp
tbG7xd6bde3T5JftAHQ/okw9HXpt8wBJfHMRRxkZkZJoc2zxhqWHhkDGNF+m+phF6aGdb8viNVa+
TcFjv5VCleySiJlczMaDhCWyfG20ryarObXNdFuhZEdzxMYGyYZYb+S7DVroeMLZSiw/gcSRjkGj
u6HDabwM47C5ngj3z58DiRkT4ZABCIOgCUrLD7XiTwJDLe/bpeX9Of91WYQmAh9p9y6yRV9ZYPXs
1JnK5QQg2SxUWr7TC3fRf9K34VtWcwly/+/5Mb2PjYkIbUwzhWBmPdmBhtRLRyA47TUXdfryFkJd
Xp5LQ9minZeBGUSgYxtG9uBOvUVf1Jq9rC+s5jaMrRODDSVSnbd94h5TdAWV5LidL5ZcXnW1o+/O
RjlCXJ5XjKoBCoSq4OsQPOjmckimY2N9Z+wJhvWxu0va57WfwLWjvbKV4Jctr+CbeN4IrB8GTT+v
2utxpUemP61DqKQYvw9Ld3INBBF7Gt/P76bsGgiWZJ5d20VtzPatBpaS5jmfrH1Qzzdx7XxmBN37
D95xhJsh6JlQo9bXE/yF2ZT+RIqUXN6GZ/qhNWSE9d/fbZdR0ZE2lAHWCUXzXW6Co1aVa32hPWjJ
r5po8iBaeji/Xh/eZ8YSzMZs5N5QqqPpF/Bt0pQ7nHJ1eK23JAg+PHl8ft2md1NRim6pwViZPr1a
30bL/BMH7tYyfWws+LjgbCACDw3H+vYZIXwL3q++fEzRvRufMvSgkWHfVXBK28WG5fvwZDHaOsV3
U9GSJUrtpbAhldNd/N/wdsrClwqhnE9vhhCS2HaGNmbAEJqSP+ue+S1Lm+NmHU82AcEKhKZSm8uU
2z5dkwM8L1C3NTUAek0ff4xwd2w8RLITJVx4Y2gVaDuZRICs7D50yktTced9Uuf+546scMVpmY8h
ZYCHzbUnKFe869io4ahYNnwRyTKJsEYt6BFQUhCJ0BGsOKgzBeTQgV5yJWjZ6WNmbJynj6MQ3RMB
jqalD2qVMJCNOpQ1eMf1GEfjH6diRBNaUAB1CaT+tNAfmi1EosS2iIjHztD6ZAot/DilO8I2dDUt
2VEFutPSN1ku5h1u0Pltkl1PEfyow0jTgKYa/DD7R8OC7QZfw8pcleL3IzwYgPXgwjnocKWcH1C2
cYI5mKOqgLgmHyA9/VXV9gP68Zdq/TQWG6bSXE/wf8IONkywADmMYVDce4PvLsPFTFTfKXST3mhj
g4x2sktIT7ilsqems5CjCpCu3WmGfkEQR0S5pi/XjqqpLB6bMDyETn9p5bd22FzSTxRH2jeP/7dO
ixWehcjoqwdsv0IYvSiv+BdzgJaeNLUVKz9UKCNBVbh8McmWay/pfWeL0PzjGIdJCjbIUN0IvV8g
sZadhguSKxmcDYUWe1eqabZPAyRpt84yQUKozXt7zsZbDQKBF0hmxmtoptsaGh96R4/DZJj9aRoK
dK0R9LyntZPwuunU4JJ2j+hhHmEY3ggIZTsvWATPga1wicgN1mGxHwf3kFkDWlYvyWY6en0OP9h6
EeKoDHFhBxPJfDVSnk0aRVNLexzXRshxoP16fDp/hGXDCC9/0FhKCW2v6ZuwsUCOGnwp0uzLHBUH
KFxQ4Na3pBpkxkeEOdZxCB+czbu/Gp8u6m/pHvXaUzYd4T9E6Jmuo2HnxNPO/VT/C5qU6+a9ez+X
dAGWQy3fX9TmBiTxz8ierxfV3CisyZZOvP1hZbmFm2JNETjaGXV4ZxWglHO3PBbK8t0bN6yM5Hlz
BCMQOuY0OJA2kTBafrdDcekmtOhn1Sc/L1w/U6VVumsKImELJqEuXm5n9L69restWyX9fzehRu0J
oQuY/lXEuiN9+lpOy1M2tiM0YHSlb7qwslUSnICEEBEpGxQqIAS5dDrn1k2QtKv0jVX6MKjgLAkX
3smNDHJJppHBBAnMZpU/QdQdzMmzlZ0WL/Lpczl/JSUzEUGOZRwsTtIzEy8avgw9tRvbvnGnbOOV
lH1euPGRkgb2Ahjc99R/FaCu0zyYxxCRYP9zP389CO9uXddbdh7GA+ocY3kTLIofBvHdpjch+/XC
nYYtTk/HgV/vzpX5AIQVQfo5nq+GKK++n5/Ax31tumevY7+bgV3182waIzLvwY9oPGqRet+RoIdD
Q9lH1VVTBtgwZY/fkhevJFk+d8Rs4Z47MRxOEHuRTynul/Rnr0UXq0nM1ee+RpE9c3abjrnEJxPx
i12YgVc0Gaq9ytQDmNMgsb7oiI+V+aPe5Bvui8zki9jFMIyg9FqP2mx2R2tSMx8EyqmtG3+ltkNY
4y6q4Cd055d4zv5uzk5yRlzB5JRd104oG1PJdYyXMvqLKOaNVW3BzqRepmBp6EWu6k6l6OWWg3MI
l847lbnxL4ct6oAeUflniPT+Mm3c7jq215bpfIuLQTIxUQQ5GFs3yhyuVjOB8lNW0V47umyqLd2R
9aR94HOIuEtXg3hoSsnawI9zm8/e13EzS/JxI7nuibBLjfJ33GUNZyEwf5aGOu2d3r6GHukhn9Kb
JbAuZ0P/rpeN9haZqHrhg+g6pa0KEzyeb1o0N/AmbdxxyQUQAZqQzLSpkRIytkbyqzZhnJmCGRa2
fGWMoULfON82ewclvqKI0NRax5nMgOgx8qCBikLvbwaLdbV8S3Xg3edtlmwMwSzCbTeDqdIt33GC
137RD07Z7KvYeN58x2UrJhjFodahIqwI4/RMvx0I52tb22u4pqtAqHLYfMclD60lWMEwnbJ+KJlJ
uijXUWi+Br21B8CNg2jOAUA8eDC3kuSyqyziL60lTEM7cPB9sEOGBu8KjdJqANUD6rwEWBBP2QW8
g1sDSpwhEZDJGqqDGTIedP3PajXdTpGxX/Tsrprbw7iFV5NOS7BQ5uLYeg6Fuh+s+HdIxsqiu0BB
7jJNINyOizsQ0PveSI56aTeH8ydQZuwtwUNSYlKGBhQ5/pxWaGv3h2ZI+uPoedpB9+CBW5wRns74
MVU16GZt7xqZymjDZZKsq4jTTCF9A8eVkKCxtPu08C5woU4jcGUowk+buycxvyJc03WzaprNzPYX
yDqrDK3rub7Oasc/v4KSG2YKjhM5sq7nEUEHlh6C3RJ/80aU9dRYfyqG7tlx9vNK2nR+LNmCCfYi
ju1BNWJsktoDgtfd8u7NCyQAsHJkmDezsZLbLMqFYpEmaCyprozlY0LWwJ1hjIY8pGiRNS3LXdgl
F4tyeX5Sb9XYD94vEahpuZ06euv7pdG3dcgH4xYZoa+kf9A4VMovoDj7Y5yq31qnfxlUiPyUKjpE
avertHLoGPNpv/FD1jP/0Q8RYqpJ0Zy2nLkLpvIMiTwxrlYGl1H3Mi2vhvJsFcWvzXYeyaNtCt6O
CkwiduF5hmHULi90o42PDYww52ci2z/BkgylMyl6tb7acXejZdqrpal/pzA6Qfo3/9aqOj3Yox5d
RGb05/yIHxesdE+EKylNoTtIaeKEAFcDxrYPjIc4V5FYWyMtyqSdpSKa8JyqpyXY6NeQTFMXrkNT
ZkM3lSgKGjGS55kxnkAvPs+2e2kXyaXr5K9FoV+Z7hJtrKts0wRjOc5ukrTJaPu9o6GNCeNhl+lb
/f0y+y/iWkdSLbQpIwKAoboMQ3O5ab34T1a6X9UxqfeKqd2D2z00ZfKv0yptw92XmEcR6xqpFvos
qBdw+35os6mTyY72c6lUG7dK4uOI8FZ1NNwSllLbz/vyBBZiPzbJbTR6/mcNvIhjzcMi1pwutn0D
gfCBTGjc0ZKRpGG7MQWJ2TUEJ6qc9E5vl4glWqK9q6Zf9TZC08k90U54yrYKoLKFWg/du/iVUnJd
BgXvlL6YdKnWClyP4WXd685hMykluTEiohVWxN4jHrH90b2Ll58ddesaUrhpKfeKY6wOGxR7G6sm
eRhFWri2Vkvc9J5Vo/aJDVjNqXM36KG/modNmP8bZOgDqy3ywU2m4pAn5vnog/ZgEjT2ZgixbYRI
SzFm8YVCDzVE7Vl5cvX0wlEQXKhT53GMZ0BBxZwdHFjH906+pQQmMRIigdw4QSnuwflKyzZdSCaE
8hRStnBTkkMiolstZc5zmo9wRUODQtCk9w/VUuD6mkp8LIfB3dg8ySREmGuEsocbmRSvqypy9mi3
5l/AigcbdlRic0TZuQp6QDpbMNxpY11xW7/qU3qZw0lx/jGS3FcRFBr0gzmSh6G2H6EB0M/OLqlf
ID/OiBThvW83HBfZGhn/e2GrUpuiEKp6X0tm6xhAg3jfp6X16/wkZDstOAjBPKHFhwIqUuTBb9NZ
7qc4ulI42ZsGR+Z46YKbUEGSX8Yh/jdI98PgOL+mAjFezwwv1AmnXKGEbVm/vRYJhQj6c5I/Xane
sIjQSm+socRI/EdULklz0gvMsl5Jp/uwOzVteJtk/QtA3maXB/q0nxJtI+CQrKmIHNWhTV+Wih3r
Q+0BnYhinwaQ5YZ5VvrlDDv6+a2THG8RNlpXZs3Cpqj5OPmh0upDBLtRp7Yb+FeJERcRotkYK+Ob
kLJlZeYujcrTHI2HtKph0eaoaAOtA/QNVLNWbVwo2YTW9Xz3NCVKRj6wACxjm8rXpGseshhRMqsq
k43ARnKVRDioM1VOaBrrjYUjbL9Szu9Ge3k9vx2yXV8Hfffr0zx05sbi48Zgm3cackVXbVssewg+
l4NjIZJyfhzZJAR7AGn96GUp18lwrdehWE5V0W5Qgso2QDAGZrYEaQF3uO+FJooOuvYTuP4Xw3s8
/8tlKyQYgmRCccCeyN5YDiongw7+qwTNplx8Dtioe28+77s9yCYI/gMEIBCa7241paKjKYp/u4H9
t/fKjVMqmcV/wJoK/NBv4UDv5UgmOo9xqqC0Yd5uBhyyEVYr9m4WLrJ7KM+ovFt9cEeGXyFRQz1h
IuI4vxGSI6SuL9q7AerQQI0pM9gIesC8OJp2mln+O/9tyasoIjInvQ5tlG2oHpgkx/TU6a7sZnke
QlRKnPoljJAiOz+SLBgU0ZlRneqGsrBOrur4FIzx+/D+4G0/rD5aq9+Zze3qb4bYRd365NoJ11w1
q7To4UTzkRhMr5COco8ImG9R18gSZSIiU3Noaogdlm8e0ITKTr2a7CFl+VJrf0lyUhIn8wx0Ydfo
/Sc3TLj0EXSiiLWxims8qNfm9ybxHoIGrn1t2C67SF5gkW5ynoI60FvP9IGDE9MuUJjYEMz1i3oR
O8hzlot7Z07ZVs+vbDghhK7iPgwhYDf9MDUMZ1eYevu78jRqWUWTXlUoZNwaUVyhMN9pW07zx9bT
FZGYk9LAZ49UmT+M81OE0gLKaUC0tg6eJHCHveB/b20TasiGaKDSM/2vVtp7t56PqzerLckOqZ19
qXRXs73gzWxAwj5eRFcEY6q6OSilyYSQZrmJvOCmG7V9lIVfOjt7sfHfnC2gtWzpVkv4ziAZZlCE
g2ObvuuibICO1irjPGyv3ccW1RWhmWi4AjIbOQ6NaeCg99ZBAYA70pCqQEq24Y99bPlcEZFJb1U0
NI1l+mqpZfs8inKgBsZy5ThLe1K7onusjDHdMEOSOrTrCW4AGkIDChosWZdN5qHP45VhPqb3o213
QaW/hkPytYcEpgsRP7KdW71N/zQLekSw112cN8CyVRUshzKBsko9JjyO1XOfDcjOVU9u0D1NzrCR
NpKtqeAycCZU23EME7J8+5eF5NiadkP16Ase0NUmL6JsIoK1GLQMbVR0NMgqdh5gx/6A3k9+sLzk
ZTMM+vjNdUUcZ+YavRGWJosVOo8kSI5t3GyBAySrJEI3+2EgD9HSAISAbOSr5AqN2t3bRarv1Na9
rMApnN9xj/v43ySIK8I1myHscw38A4CwuvsauU52l9UKoutNVPmQAFHqU039qhwN7yFBnG7joEle
RcRW/tc+tJ4CxbOpmuSqTg26EYqlHfhrXjy7cGTmQ43Mn4oEGQztnzW37mqr3tkkZUi1DmUoJDxz
Y18noJHKuwk8R89/aL81oman1SZ9ChvujOyACI5Fp8dNqM+Mt9jAh1LCn3bqNiJS2bcFY1GEVm7B
u2Gh5TFnl6VOjwN1gXZje2SnQrADyAQj16fjEnV588dWxnuzduglgskI6RafNs0rhIr+hrr15fwp
lFxXka7SSwIz19c4QpmMqz40XsIUzKuB3g4KUcPP84NInqQ32e132z+aCBTHHYNELmTnnYHilHPd
bnX5SL4uAjjrEt6zuQBjEwBg9fOChsEoK3wt8zbebolJENkpLVOpakj4ccOnZQdHyR3OcenVVyCQ
N02aZB9E0KauhW5rmoyhDNNtnNWPSV+/9F77o9M+h953RZRmgrRZNdmgrbxaPzoGqopt3dVorLsb
WF3JzRBJKU0zUPJwYADezGZX1vpl4nrtxpWW7bJwpTOnoqIfcDECSI682buyq/pS1bzX80dUtv7C
rV6ydlE7lc/bqIktq0YiCO4moWd3Ey0gm4FwtVEU7rqxZIi+LG87rbinXvRsDZ+iCNBdkW+SBK1Z
Wg3XAATjYwhJzGGG9wTBqRdNjS6KNNpIbMhug/DAw+KL1h2Jch++xMPQ1gdejjJTHkAebtpvmX8u
QjMjbxgmu8eLCC11vyq6EIGuAhDz9z5DXO7RDlF4rA/n91462uq0v7NPi+VRyDV4LhBlO81jd2W0
0c919RbFrEHOZn+JtEq8veSijTfb5yRHTqSiNN0+LboYlw/R6+YhSY3sK3pFdbwblVLZJR1q7Ofn
J7mXIg+lGkWN4Rq4S3GXzLsKrb/ZKPPPeeoihtPKAl1tetDmQ5cO6q4t6G/PdDTK8wKwO/ry3dE1
mvrX+alInkcRulm6M4xxfcNOKXQtkBZMkVLrEmjyUuPX7FkXdqxzZbf8CMlZ/w98E4HNDiJ607f0
yNwrqpH/S2d1OcThguh4ZRfVDiHryD8/OcmBEHEpeoVoeRgqhu+swaiG8nNkXDlp1e4w0+eHWE/0
B06nyBpmdk0ToHzt+Ki8VMZdFSFffii70X5FuJhM4tDF9JUXeavWUH3PdfTJUyLYvqhv4A4IW46g
Gd9DH9gDSkn9nrh0yIxwtxTqBsBA5t6K0E3kCRsEKjh6ZeudvCW6Ndwc4VlKMbvcndCIb+KrvJ2G
C6PKuGq5VVJaGDfy/LJIUgR25m075DWJHyCrzd6Fbga6OezWWqWlCSPSEH98Ge1kZ9noySMzuHlS
JY+LiPp0VC+vlzKj2bNI7uwpTXpaPOYGkfHJ+3b+7EgugwjlrIc27IImJe0E5sycpkdnQoRERZPc
rhMqAPCcnx9Icg+s9Qe8M8dpPaWN5zIQ5/DgqSb8ef23qSxx8LqNWFhiR6x16HdDKOqYV2kemX7f
9xBAp9q+DYCAr7aR3btIFPVXli7aCcBKsfXKrGf9g7sn0miWc+6hRsz1LoG4jJBHINnyc3CKPaIq
35yxOTRFf8I3ONqA+XcDqPRNrKdsRQXnqcuDIamH0PSRWL+JS/NnpVXXURB9WYqtuFI2hOBAlW3e
10vdsWlp8mWZn3t7OESQso7z8/lTITt+ggkx+iYzPeQv/akdESfM66f1lbYVlMpCddhz7M+PIzsa
QpoEL1NB8JGjYSXqfR0ohyn3fBNe0r3rhpdE7McFZOflZnAseZ1FOCfMVFPgITzp13NzOVRU1wNt
I5iUGAURrWnEapgqMZ92aPtvQxdlddy37VYgyZaIOM0JOe5C0ZI1bwZxt2akzYU2a0A2ZxuKUNW4
t8Zhiwlaskz/ATjaipe5M7dH85L6qCr5z26Zt9LNMg9QBDT24JCaQeHrU6lcZA3iesXCStl2Ne3x
c+/q0EQJTIGPFim5C6QTt4oUsgdZuDYDEVgVzdzMwGupFHSXQzvZB9UhI2La2repGi41gLwbkazk
bIsQxhJ6YTVvKFbRAPpTTTgQJuLz/hz9dhJGLfUfdZF5u6kwnM/Z8reG23eGNk1zsPgZUYnjWE+K
cwxwzyCWP+XNsnHIpXsnBCRaVE9uUBBX8dDmrXEBFBTqC7cadmUY7IMpPBTmdLFZeZXsmIj5U4p2
rNOASN0AWmZU87zPAHvnSXIYx+xvXHefhcm5ItBPsdUiRcMWgo20fkTbFoCkc/HZlIMI8/NCSn7x
CP4Tcpn9OpmkgDczz182gV6SN0GE+aW2OizJWr90EblTtPZrrzpXRoLW++YkZLsvIv0Kc8garWGM
sfyD4M8u9tSLlYa+S48cBKp+Zvqaf7YuJXJXDrWmeurUEMPbzl2nuE8zceHmZGRHSzAGWmMuKcES
7CBOsCOPfkkcdeeO8Y3bmccsMJ82O3ZlIwmPqa2U1K0dDEGjB6dwfmt7PHgdNAjm6NwMQf0jsea/
n3pQRbRflgR4pwY7NFkXhdLuhuo+M00qyd/NUL0Our/O5fmBZMdNMAT2pE7D6EAasgCvB2e88xrv
Pu3/j7MvW3IbyZL9lbZ6R08siG1seh4AMhcylVorVdILTFJJQGDft6+/jpy+d0QkSVzJWmZdUkoM
xnbiLH7c+/tNP+rCg7fG8lWQe495huKArL+BrvAGHSxQEYbCLEp6zvvrs7jwaK9xfFMoKzNqhQKE
C7F4TuzR6gStsOVvfv7KuybAbmUmxbWfGokUUYAOiErv3ERuYQkuvNRrjDcS+ZFOEooEuUxDr6Hy
780o51J0t4Yh4oC2Ce2QqWmD6W3ai3vg5iH+TYKjVtErUnQ/ZJHCFcGqheH0CTLZW41fF0Cr+gVE
sdQ56jNISYH44KEfsgMj2U2GkMtzTP9xZnof5dFhztqvRKQf3VHvAP85Tqi/CiNu4VKM3u8dkJWV
KIouMbJD3qhsyTGp2Bd0Ri7sCxsff+mMr0xDGDZGzvEM/9dysgeplfgqRBd+MqAwP5qFVXMGFvzD
9blcsENrPGOeVYIHOYpRKQpOD3lZBx9E3Q8zunAbJ/VMytRDqlz6A8kWvlXiu3TDVnaCDno0Yin3
UhQ/lwWkITgZt7rKL1ihNWLRhCYnbYX7G0NIG0+QLuNXefLN1e7u+ppduF9rrGLKc+mIQcPMBT1E
4wOAWlJS+dc//IKHuEYq1qDP7iMLCweyCvIhq9Gvs4+NrgdvGLvJ7qthFI6X13NT+EGgXMAluNNs
nIZLS7f8+U/OIrHgkICwNU42kx/HvkWmt8je8qYDBCCNP16f4YXzvQYuNgmSXsSBx5044xMgdOA3
6XZNqV9r2y9s4ddHuQCo0msiS9KgX2jqEUbCu//eM3Fnc+gm1LLddQxK5Sz8MaPzttYCspbVU931
t1ZsePmXlnFlICTJTDE2CMukQG6Nzv37sUzaXVsBPGmmjQzKpUFWZoK1UTHhfwuTGW09kuj7AXtV
C31XT39dX8MLxuH5EfjpOJQSrJR5UOGlguS16W/CaPLQ8gLJyz1K1J5I+IbJu2AQnn3LnwaaioA4
zhijMoYALGg48qCMv9ncjwvzWKMcm+WG2DAV+7zXd9D5foTbwJp4L8v6sBBnEPZ7if41F2U9hk7u
VuhHAeCHHWQXEJ+62bRhGi7s+BrpOEvQvGQRWhnHQO9DOX5Lu3DHwcS0mQq5NMLy5z/tA1yF2NoG
KOyRRQ+qNZ2/nKu8SO7iPNqK9S/c/zXSkUTTnKsEDTUkrdxXkHWKb2MVgrqoy2dAPGy8z6dhK+99
fkZqjSZRFMFJwXEV55lY8P112kNnyaIkBRbiLi8/Xb8pF6z2C6LLLA1pxoCXdmX+tyXB10DngUfH
8XacDGiAATCPOBB6gOL83pVZYyvLnjoDuOGBL1+45iL6FNqs8IJp3sikn184vea1zKohScIB3SxZ
DAXAtB2QYdbx29DYfJ+25c31dbtw8ddIyjkf4zJt0emGt5rdaOG+UXOrPTvaegMtcukdWGt35ykq
LCEl6N9y1BMP7Nu2BL1Ukr2Ox+lzn1d7PuRv2h6q9zHaR7ysEQasg1sNsucnqNY4SsoapLZGir4G
1tYesf1jzco35Vau9PwuqTWMshqhZldV6EQkU/AllVGzd6b+LijQBxw4+sfvbJJaQydN6WRJDczN
flgkp0kr7sAK8hqI040turRGy+R+sjpjQac0gcQ2eo+q7itNeYwyZtFCVaMt0+n99UmctzpqjZoU
UDkWMkALeyfi20YFCIwK5yikWrSbEKT8Zs5FrZGTpM86gSI138u4B0U8776BGxytve1fm+/ZpV1f
+RdlIsAsWuVqX5UTv6mMcPakHsi9sO3ox2ER2t8yMlDrON0ZYpwUffq12ifQhideFWXRwTZxDY2j
tMw3Hs0LGSS1VulG/27blMICTVipx6GQncdnyr1yHl4vz081Nh/r1L6HQRr9zTU87xMos4pBUJHv
2eCixkXzbkfqwBegguSc3bIgeYD89s7ptoAhF7ZrjZYMbWmrPl7eIOhSLwdCMruvs+Y+iZxv10/3
pTVcgxlTAu4dluRLXM69paY8Bm+Bkoo5Cr2cvkoqMBJE71LmbDx452MgtQYxZiBrrasuW+qsiXMb
IwFrg665uT6bSx++GIqfDIJtbCriER8eOflnkdG3dbil23vpo5c//+mjQUBtLfpRgGsJg6/lkH2i
td4qMF44Umt6xy5XacAjfLbOrT+jP1hqdG7o2be63JngadNNu2Aw17RP3J2SkDUYqOgyj5Q0eqRI
hZR8rjYs8qUTuyrBgV6UOxpcPvt+pP5cxXeBTaANrg6bXdUXD+zq/k1TTJIhQpajdBtvSj8BxIRc
cVh+JdHfAkYZypve5mW/sOtrhGLrNoUqkL/dpzMfPI2yPJ22GgsuffZyGn46UcVMSEZiwPGdtvkA
ZdbXhXK27O+FE7UGJVa9a4sGmmb7cSTMVyXEHzohCq8q591E7ReWQ4c1Te+vX7sLu77GJ7ZdFZsC
Kpf7TL+XbfCAKKmo6j83kennnWTUm05XqhtnElgJZAhdOiEzcwD42oORGmToVUKBDYtuH7AL7/2a
SxIqN92QQQVy36MO3spsJ6fYX/AuU2GWfPH1Jbs0yuol1m1RlQ4SrnuSpdmruLaFJ7oez1QSueij
61vwZE+/+1CuVbM7KP9lXACxjhJiDPhTXvlJP/+1RBadLv8KZwttopz4IqE3lKVbaf1LJ3xlDSao
TTlDhZxvrJyvkN1pdzRM3bvrK3jp0K3sAOXFFAVq4Rat6qzdE97FbxWHuBIIjeo9axC8bbwqF47f
GtLI2yoy6UL/SRRagO13noidLd3dYqmpEl6q2CMagva/Na+1pna3ED/NUQSOQw23Jc/pp6Fy7qHo
YP1scDegEhfswxrBCFCV6l2FpiYqAy9b3ni8PE1Dvah5ClJ1O7UbA114cdYIxl7OVaA02rU0tTdD
Hn82un/joJZ0fbEunLA1hrEPx0DNAPbveWme+oo/mFht1Q0uXNE1YrFGx7UUC/1DPYTfQ948dmEV
31jK72jsHLQexMYkLpzkNVZRTxQg8gAkFiCKq3NuId1e7wrw39xuEqZeoB8AudmpCZ1t28a2d9FN
m9U6u+tCMiiUPyLHhRxyk77JSQCwXWGkdHwdWfWng+6CfkeFK6D2kiVRt+uAQF/+fZqxm6EM2BYt
2qU9XFkJbsjEOwdVRrnUGMUguddtdRhc8hbWsD4xEIK2zhLnD+AwEULIRg0hhCxdLxfxoSteBaic
gpJlu6594dis8XxCGAk6DOQ+06ErSi/kgQgONUE+3ONlbuQxcOOkvMskBb7h+Rb8x7fxP8PvxZv/
gaI1//1f+P23opxqqD+0q9/+94ciw6//Wv7N//s7p//iv2+/F49fsu/N+i+d/Bt87r/H3X1pv5z8
Zg9wczu97b7X07vvSOG3z5+Pb7j8zf/fH/7j+/OnfJjK7//641vR5VANe/c9tEX+x79/dP/3v/5g
S2LnP37+/H//cJnAv/54E9nUlqXNvzcv/tX3L037rz8ok/8UoPGXqFNztNAu0Nzh+/NPqPyncakR
Akq6LgHP2h//yIu6jTAq/SeuHKVIGwnBGVsItpqiW37k/lNSSUHBrgSEjigBFvD/fruT/fnf/fpH
3mVvCpu3Df41bt3/AgoV+hWZgGSVi9QI14SuE7OJYM1U94DQ1lHi3DDVd4DNm3rDLXs5iusyMLxQ
gXK9MOtgnMZZuTgA84PpBQdNWVX5TZQNtz+t/L/ndn0urusqDMSVC/zButdm6ludmt5MD7kOCn9u
ndnXDQgmro9y+gYvK+bio6USQi0rt67lauPoQqpyfOBD0ZCdE0SM7zhghNwzugm/FFbOoSeDUIud
kCmg2NZJ2Fbu9MyKCoB6wNHK0RMu189O5zahQKYbcyV9syPguz1MAd/iVlhlHp8nK13wu2mm0eFJ
1jlAWWWjE4Xl8GBbJ0l3c2KRBWYEuvEejklj/RQA8EfwPjlP/ZinvY8+x+xpnrtO7sApXoA4y2HD
Rrbl9CVfvpQA6IO4RAvsA1mjHnNd1QEIMfoHOxdfVe4mN7QGoa8D6YjrW336HD4PRAmVnChcE8nc
lYMHR7wtLav6hymMim8hbDeiMJlBT4CPj4UuzMZ4K2jC/wxItYtJSbHYg5VPHqZdE1uCmfWqL/0C
rWi7OBnGT6Iomo9OHkC31cl69SOQU/M3pWX0I7VS+SDhA9zj+txfHDAXVoYC0gnbg/mvVS2aYsyn
EkQtxxiWY5eFKEi3uHwbl+nlKLithAm0sHJt2BqTQWqtWdYH4liNld7PkFO4ryT7NZkhLKuL3cMU
jCuNNHhuT10PzXOKc1mWD5UAtL5VtPrTqoJ+vL5iMMmnptRlimEgoiRn2l2bn7rrygKcbukDp6Gd
b6IsjytQB9Y9JlbFw6dSQz7cA4mydjf26uU1xdA4n0oTYZC2XRcKSBCVKNU2xYOCz1j64I1K8l1d
aX5s+zEaPDGr5t2cljW7ExBpjQFOHUTn1VxylHWTKXrr6NZp3/3ygmgJvRrpagZeyzXEN+2zmvW5
qh8AFu0Kny8pX6+sSf4jjeNK37Bsdn9Ucdtssdq/uLcuZxSYRjyu1NV0nQ2IFGcVuODSBxNEUARW
IofIsQ52DYQQH6rEDTfu7ctTvIwnNScE7zxkTE7PVyabOqxYnj5k4cD8YWTD3qiC764v52mktJxi
jmVUmA+uCw7Jyhq5BjTtXV6lD0UTc/aYEDVDFXR22xH4vrDQx95U4wfpuvH3RoG/aeOQnZkkXBE8
35Kb5dfyLv6cLMrTEeDmongooFro68QZvB6kUxsGYUU9/jxLPGdUMO6iQR5n+XQY0YrcsZXOH2hI
4LCmTo4wYdSTjZHWDuPen5ta3TJIYn3rJbGOFzZF9WdvVPbRyCrp/HBSzVMmS2j1ycYpRm+oKtHt
Ysxrq+a/imWev6zGC0GWE45Lv8ZEUzVq6+Q0f+gqU3wb2im6ZfWc7dQQ2Vtl8v6pDIf5zxKMWjsE
1N95PCf3RhD7ETwUwR2fkQwzRLhfrp+UVayB76UYhHO4EK7RlMs1jmga+niAxPt0TCHK+9glPYAC
nC0dZyVFC5OW8zGcSHuHdiJ5584owkWTTf6+/i1eHJjnLyENDK4Q8CFWB6aqw4Ey4BGPYaS6D0oE
2YHE6eaBWS7XiQeLYQQmuXhkHGpvqwMzRqDopM0wHoOFUtVLkf+F4jTneegPLsBmcZSmnzqS8/dl
MrnBrpytqn1oYuqbIpnR69SNUGzbuCwvXBSFF8BVIAiCVBI8p9WL09ZJMbFxHI/OKDiox0xzPwk2
3PDKIRs35sxQUKIkFJuN1ln+/Db8dC9Zxsuha6vuGAse7UZQFxztNI/HXlv545d31HAAEZQLH4zr
9VBgbslLdKV1R9PN/MBF7YL9wW4xiL6w3giSBEht0FeKkATe56kFIHNMMu6O7bFL2u4u7dFaKEtn
ukGjaPm2qnnwS5WC5bJgPM65ZBQSffiP1Xh5n7KZYzzou7W7EXinPZ/a2EfHhoC67JxshCkv/AQl
kLUBWwq8V9jRtWeFhslgqEJVHcMR7aBcl2+7mT61XL8fneFNkDO5cUJeLqikBEdECo3Xg61LCLQG
2XoKzwc3BCoyCY+bt4WOw3dOP5BXaCQmb68fk+cdOr2SiwGCm463ilD4AKcrGtZTGAQin49ODf/D
cy0tlOdmRUJ3Q12RyS+GaU693tDY3qtx7JgnK6orH64Jh8L2MLcf2NQOUHLpYiB5mgL23ofJzKOb
WEBOzB9mZft9maYtyNdFLulDTcIcagpNJbUPZ3WGCFo/OokfOxp6fVO/ZD+EmKrMsx2bMg9mewhB
71u6n67P/qXZw+QlXi8odCrC1vmewcxj0ziGHGPWIMkSzultUzS/7HIsATuBU0Ul/h/Zg9MlBkx6
yPPQpUdTVOP3bO5cPxJc/Hl9Li9tC0ahdDGvcGv52pFypwLi5+5Mj02dDa/SwIw7MM/0kCxAtf76
UOeWDZE14gAuDIRfVhOaQ5kWSACSowQVqs+trX0uQaZ0fZQzLyNmhIhuSaogel6bsAyRW0CoQ6AO
2UIGPC8a0JxKFCa8CaRMezWgnoev0qFBI3b9tgyKnWq6fCMXfW6yLnUFAmtcEuRGTneP1jKBJ1DQ
o0qG4iaZi8FLCj1sLOmqk3ixbEbhw4lGLAm85rprlEVAjqVFTo9ct5B7gMJw78e6mV4Hso5rr2oZ
Yd4QuPmfoOqizHdnh1DPjau08N0wtK9EMxTpK57G3dYDeXYFhAAUXjAKFqbVdrMSD/rQBvRYRnPu
m8FILzdQd7m+3edGge1zXQ6KAuGuoQWTqNGp3TJ61GGNTnijgtfDzPkGzuzMKDCrSMcgzsQLskaC
BZ0JO2D222NosuZ9F3fmJlCB2F2fy5m7CCQw4imBWE+i0HN6ZqxLnAp5kfaIPEVxo2SoH9G+NNzT
wd2qlr14MICZgw8OhxaBBvTslxfsJ5dCOplukP2djm6RRF8IurA+I6ls/AQn7l2LpPKvvogaz5PL
4KgyRhVMwOl4KAsMPfI8w9FJLaAsJlD1Bzun+V+24/VDwScwete22riEL6NmTTEa3Ayx5AzFmrqN
qEmrPmzpMbPzcMxRkyQ7UzfkbZ1O3Q1pQFzqlSy2b5kJx0NNefdEWd9yj4dZeUdmnt1f3+KX1gne
OhwehJC4EktEcboQPUsNqh0pP5rBBal93rvNLssq961C0HOoiIQyaFyFr1p47/czqo7Gg16murn+
NV4Emsu3cOGYwKXG4qwdsAb9iLizBT86WQRGSHRFGX8u+/ImCCGzXlE2e07ExVfiBMlGKfXFVVqG
NnhwXJfCNqx7OrjJExOEPT+qXCafg3GMvmaOfXd9fmcGQaIYwbShCsZhTUYwGm2nXLbsOGd5Wnuy
7eBcVFmzEYWdGQZJPA3TC1+AI396upkFYpIZKTp27IM4/ZQW1rnH4+fsf3kySiicFzzU8LXWhAej
gnosZEjZUTZx+hTXVXZDENEVv2pJlzQKgfuIEgHSfOuTyZykRAtTyY5xkIBsLeTW151Nd78+GQkj
h0wKcoFEoPTys+GxOqfgao7ZsdJBD/5JgM2ctJg33sUzG7Nky5bA1EVtb+2eJqoqoAFQYZTY1QdE
p+2unjXZuMwv7DVWTOPtXd55eIHrbhiZj22WZR0/dnFQvouFmT4bnor7yInqfGNGLw02zAbK8lg4
sO/BfpyuW63G2TIAHo80stWx6xL5BBvl3LV5M91CppqlG8fhjO3kyKQqqZAklnDxVyYbAIQo7NMo
PyoopPhg8ShepW44eCnt2Z3RZaK9drLi0M6uezS6al5ntdPfxTSp7jO8k1ssO8/LeRJzIM6GeixH
rgFyNEghnS7BmObRpPMqO+ZVMn+OQCX/gRZlC2TWUNxrNsjXustA7YbOhjBFvUYCqw3SoeZL7ZTQ
XXbsWNl9o3lU3iamKzN/cRDfDw3o6D3HzfNkawWX67/6wvAYUF6UsHkaXsrpF64DAN6bQGbHdKwa
NPBYNHaA2PE9qkXiGJa2T/ZNMw4/NJ2MH2S9Q3fd0EZbjtgSTa++BmL556w4BR/KGg2ZLM5GkWTl
UQwBeG5IptVNa8r8PpB9rL1Y8jT3C0PqV0Uw28qLujnqNmzYy6uy1LAIFgMJVImUyelSgJ6fAN4k
+KGSkL8O7GB2Bg6BB+BusHErX979xYrhssDEANK+tmNoaUjxxJTs4KRBc8+ClHoFHKHfGAUlM4P0
j4SH8aKq2mRO1JRgYMJxV7dV1Ff3QRxu0WadW7bF7nOFbCkWkJ0u2xARW8QT4Qdbq0fQ2X1zejf3
aFCNGw7BmYEYHkzkRqSilK0XjXG4gbTOgoObh91hyFsBKkMnO9g+/PGrDwAyWLi9QESgXoOsxemU
TAqgk+um5qAdW9/Sbsx9G6FL5HdGMdhXopBjXnMjTHApmAhh+yNo0d+JxoRem6FYc32UM6sGX0aw
JS0Ho7T2ogtRVeB25xqwc8q8qrIl+viM41Md6I0JnR8KxdDFAOL9XC0bCil17UxGH4qAl99s1XxV
WGKkOtxRbTzR54aCn45XEyhICV/tdIfaAvUaJ4r1oQNW4JtbueqGSzd+oEm6lV5/kShD5giRK12I
hZFfX4PP3bkIm8GZcOwgq+41Y5Y8Ftwpsx3Kee2xLZTdAVMY0o0ZPlPbnJpEjKsQ/ODdNsssT6fo
FDzRIiqCw1DZJPRhf4vEH2dmviRtP9h7mln3i2mL7DPkjV3itV3ifC8KU97bWIMn3sLze6qQBPpL
Z4betW1nFfqn+ry/iZuk+iprZkffxYSGW5KFYevRCcKprWI9elRi5sRISfAZfxyy4e86XjQ+4NEF
qddo3AsPn2r+bOdsFrtp1iiDF53WPl6ICKz0HaSvRwEPcFdWpnlXMTDl+32gwkf8/ajzXQ0jsa/a
krxrx5JNkPxJxBd8W/4xroKu9iBcDtBQ0EzmUxE6c+1NVRmYjdfv3NYiroTfihw5QrvVKarKOszm
MtAHXpg/07L4YEA4hqY2500WB2+gP7MRYZ4x+wDaAPeE1M9ynlZbykegWkk6azB/wrHsJz0csgBs
btdv/LlREEki4U8hPo68zunBEYRMKl1u/JDYZJcHWvhxnakNwO6ZG4hYGY3r8B1Q8FgnAtgo8rDt
MZfACHXvQAT7jQtNe89lv3UDYfmRpXpeuuf610+JgLKuSzn0gz5k7dzupDvmj8inkM6jsrF3iQjE
TdGUv7WMcJ0VHk9UANZspEhN1wG0NjDBRBe3iY0ar7Zjv7FZLx2fBdmyPNEI/7GMyzL/NDfQFER8
7og+aAWqwqQx3c00ld19OdT9m3AuKC4QHw4s1Oyu7eKtTtgzsT5KsYjxUd9TiEXWUQjQvENRj7k5
tH3e7Hrksm/rIGQ+7ZfQZ57KQ2Fc4D+GbF92jX1tOBozN67huQPrCuTHkK2niFeWa/rTGrQdNHwV
ScwBHiAE1FhTD58TMUS/7j+4qMMjpYcqOaoeq9uXtgVEuiYXw8yV8Zy+zGY0+lj+APyv2UjGnV1X
Qc1zVKIFVvd0TiJlQW5nbg7omANb6RzGH1LaDm97lK2/d2MCOifeBq/KrvuaANHyaAUN/vxlO4Di
K3LMCEWW6uvKDpRxDpD54DgHCCzmLhr3SwNaLiXFxrN/Zvsk13DLYNaQA1jnzXjIKsET5Rzqsp4e
CRiSdnCqxLtfnw1q8WSpry54iuUi/XRILGvx8cYEB4hLl0fZpt1u7MSvZ36AgQR8Bl4ZTBte/dNR
wjywQe+o4ICsHLnJg3DcGVNvpbaWk7Z62p8RTcACEQFpkFWkge4jkgnwLx1yC+98Vjn9bmtt3lR5
E31oeLlZzDxjrFErRSIAc1uETlanMSeZ6sKkhas5LoUgJLgOQ1fGu1A6W5XwM6cBGBFcM/acPVtz
e/Q0iKKYVfrQ89a9QzFH3yO+3crVnpmQIUs1cSluv7xeUcgmloFU4ZCLGQ2OVSkfqzYyR1sUycY1
OuMkGILABiE9DsSLQunUd2HXKaydnkUBITxNdnFcT2+S0lF3fW/pBx501UYG8pn0a3VEDJCFAqlB
OH9sXSFKewAEkPhEw9jk5ocxZ86rBUP1A8IO9CHRENC871uVvFcdVQ76VRrQFOY0GI8ExSTu1SOT
fwFYAMSnMwEX5TXNMH8a2yJBGRttvNRvu5Q8cVeR0tNl14a7NAlavK7IE6DnphVjDYsRCnmLYEE/
mIm2iVf2nZUeTXL5iY95+UZH+fjkcJn8xWBMXY/0YXYr3KKavH4MybS7bgKWa7FeE6ARn4v+CM7W
vCdwEIZomsYlYGodT8Vzs9daF/edy7L7PKqdWwiQUHDjAqGzMfSZU403Gh6bQT1LkOft+sn6FNmY
VlVB9WHKZ7TxqkQfxnRof/2FAkAFx0yg3oFE5/ItfholUXhck2qCPwqie591RYqWehsC8jhsRTXn
LtBi4lD7MwYJyJWhG6sih3RVCROErrK7kCYdJFMt90WtxIaneG7tuAZ4VaJpnJk1h2eXFQRcDp06
6DRQr/uKCW+sVPnrvjWmgTVbsBrwfFfBp+sUeZwg8jmE3Vjf1ZCt2ru6+Xz9BJ5bNeDdcQAWlDpi
3NUGQRtZDXGoDoUCL05AY3EvKpbdJiOjb68P9RKFC6w+cPcQvUclGkmiVV4F5hmO4TjCArTR5IOz
EbSnpnqwMix9qHQyL5yK0Kvd/C5jHXqwpuNYFk+/8SXk0hqiKOCKCCpOJ1xmYeOUA1xv4PMRS1Rx
vHeLLtjNppRQTe/IHTJDzK/GntxhZ517EYTJbaD7ZovM69zSA4uM4gIy5riAq+XQLmBUzmwR8aMf
5Fb0fXrXOYPwJZfz7vqsz1l8eAEU7RJwndiLSdPAzCVAyQeOA+ujpBu+xwolt0409Q8VjQfPVgXf
oDo6d0sWY49uCjhsGPl0pfO2z6Dzh/M7K9HeGBWj4xnSz7/uahtFXdQagaGE47HygQWpVRuHQh0Q
iKo76P7RA8tYvWHHzs1lMZRwN3DjUcQ9nYsVvI8gbuQeGqeHKHviWsQT4Fj49W0yGq4tysRL+LLy
opyYTaEljntQuqK3jAWu30DgwA9nhEm1GGawb+fNhjLIy2MILBHiatxH1IaAPjudGgDL1KLhUh5U
Qzu/V3W0U1nSeLhAWyb62VU6fe8wFuwZRQEP3TnrblWnHZQD+WhxiHXUZHsyuH2IzttaQQstRS7B
KwuTfKiTHq1bVHVAWGc8aB4EWJOUx8IUGXsSyfy2SNrQRS9IBbVWDYqDwuubvJ29mUASBq9/RTei
n2V/118cGY7FuQWw5AVzmMO1E6GBwD0IFqJ+mk3lq8HN5rshkcJLauFslQ9eHjgFk4C8/TO2nqhV
FSO1HUS1y8o9TAsEsYW21j0k3vTGsT4T1CkUaiWSqYgfAXRcWcN4mAedw+AdWh0Cwx5WovZAZMjQ
Gl0jRmZJdD+C5XkvdKYOKXSIfhhbpxvf4txckVtFLgSITnRnLT//yUkwASSxTczdA880uR0r8W1q
hi1X69wgS2MXPE90eJm1NeoJgfwK+MQOfaqgJSj0vGvdOdpdv8Hnzgk8KrzYcEFRBV/ZvACQI6cP
qTyEUI3w20aKG1jI0s/giN8gqNwqH5+7vJqgWwrpRlzfdUEkoi1toC4oDjPoypHKTarDkDngzdMm
3XDgzywgitTI3iLNBwTe2gS6lezGsISngJpT10P+YqiOLdrP6C8bdNRCEJwgFYfMBjyg09OA7tMK
r1IgDxmqM68aFxCR2EneXd+nlw8iPhzgVFQIkaMSa0JX6NXnOPitPPCyUSD/71CuCIh8aEHXsWuh
LHKY5trdcOheZsZwIBB5oQiD+/aCBkiVjhmIrMwB8IsZbUg96Z5mUKZ8jcbeQNoNP37tDM0U7dw6
Mp/TibH6zfV5n9vEpVcH1SZMHaW008WVOrC1aWZzGKbefV9F1LwW3eY7duZULkYFjjE8ZNRil9X/
6UIjmCwM7QzyUoP7XjuMvybVGO5Ju8modGY+6BrEZaMcbwr6RE5HQoFGoOM3Dw4VnEsfjaJ0F+bK
2di486Ng2ZZuNbxgqyNZsqLNqjgKDjGC0jfQ0wKldUOzDf/43CiAFQIRSpCbpeuoIrXujHgCx8MB
ZPSVLSEhCyUiuZGefRlyAmUOcKuCJw68yRrWT90Yv3qpD6mqqjs3CZtbWNvkmNCs8GOk1x6GmrAb
1pfuLxdvMTI6PBlaxtCGt5bSGWY9I32YIN9VavrY8bK2Xj1AFXDDgJy52zDAEj1jS1MPYv/TM2FR
h87SdC6P2triyKPAZV48dfKxo7l4SqKk2aMgI//don3SoX21S3YpuQBwB2QSSqwvNBxNU+SACwXF
sQxzRBLz9MPN8mjDCD9zkq0cEYVoEPiQ53OyltKRbgvVO/DLHtN5mh2QCoBWzF+S/RFUEGh522YD
h1BCyNmP2tHuOzJyaKh0wzAfS4EGW3/q89TuImcqtIeiF+O+JFVpvaiEWNRdmM5Rspviaf7suHCy
fFuVhN/0XTqMfpJI/QHYCVAQU/S1BP6oOzAo1sMc6T3V9ej4KD2zaD90EXuag3kkXhDJAl3/MIY/
HKBX0h1TGmS1mVWWeMSJkuFNhSo430FPvkjuES0RULwRJPFix5lD9MGStvT6Nhrzvyeekc/JJPBX
UCUn3R1xyqS4b6ehsH6HZwmof4lMyh448kyBihntDj4fq27aq7EJco/N1n4ORUfTXaHbqvUs0qGf
p7ZUPSbn9tRX41C8h5BA0e40KNJfi1LE6H0ZIWFgkxngdysbGOmW9NBRzWn8ESqnQwqCtdQNPoE+
Ie0hSyIkJCJVLv6KVda7r8IgjFIPEFNiH9y0Sbjv5Fn5I6L6rQK+TOccTXyJceiEB9ym6V0hU/Aq
t7Q00m/ZXJsbTXp6W4a1QdU0BKbTE0Ga/uBZ5hznWgTjDhiSLEDTmg0+Xn8wXrZiIc8BJxQoCL3A
O9ZpOz2EWRfFsjv2fZ2/K8ooeixBdvw+7hoYqDDq2ntQUw93ynH6Gzk6zQ0oH+Qjb2vteCINA3Aj
xOY9JelW9+kZrBTSL/h2aFNCXgFJtNOLTruixern49HYYvyb0JJM+xGKVk3n2YLF8/04oYTstzmo
mF8FaZfg3Ko0/1pAxePvIKP/h7PzaI5TWcPwL6KKHLbAjCRjWbYlxw3ldIhNaEIDv/4+eGUhlaZ0
N2dxXKUeOn7hDa0MrWAeLvkjP73Hd3rG/sKTxgHu2P/9n9fPUrxWLazVpBKpLqOJmv47x+naS5nv
01eWcWziGHB90HCPdWl96rJAoeaWTOj+3Qy4vnwwOtM8UzRyP7+8C/6yBB5fO4zlUlQDJu1QHzjE
tR3pWquX+pB4uVFZseEW80MwZzVC9W3d1SfMH2VxmvMRKQLTpB2uhtl5a7FjP5l+i0bwgrkZtBCv
T/8szdS6mNJNaY/waqE38eqv/QPK8cGCAL6PYHtWNmhyGWZxZxmdYdOZF8ES9oZo7Ghhzaqoaqrl
u5pcZAjosGXyjT9sc4BE+Swvibc8fU/8HYjHVtsbp/B8Hq+nuy1T6S71lCiugdgUVfNfV4zFldrW
5qwgxkReo5bTyzP+3OJigb6DdnZW/pEVapmyKAkTpmStcKbyHFG8BdWznMsi0y7kts/sV+BUlEyh
MgCaOxYA7KbgjjTyAQC8K6NhM9ObbjbnV7/+lJ7AVPk7/pSA+3AqNsiA0OkNCbHGaGPVGV2MXMol
Lu8z0waSnydkj3Gg1xzi28k22qI0CplUzmxG9epP0TS26tQW+aWE8tmhYO3yObuz57HwVHtZ7Y59
IxOtRaxMr3SdTQ4Dsm+wv3p5MzxTOSVn3aVJCJyopR37yYhl9Bg3ENJAU7TCZTe3cZbMijptzj8u
nTN+oIUxvIUZWpQhoJR5CzvQ5qesay7J8j5NYmiMwgwlwAEXDdnn8WngkdVG5H8l8Eqtf+OUjv9O
gwGLk59Vw0bL1l6eO7Fm1zX3xUmfRu3Ci/TcD4D1vpduufOe1DLNuYVcEBh9IpWhzs3guTiRVuba
xKloph+a5vHxxhCcG87VOQfqfyGCfnpe9jLQ3jUh1qOfdHh2tM5FVQj+WeJ3do0v47ShI2yJVxdF
ICpAtOfvw0cDF/Z4nsul1AZpAtk2g8kArOHI68bVx1efyh3US8ORthIX+xEsEfjBbK4kmkmrT9rJ
pcgd6cHFG/SZGQOrRtEf2DYdzmN3GM5FlZerayWlPbY7DnU68Y5oF2LjZ0fhJqN7ChKVZO3xjBGd
U+XOKzvJ+2K82QpDfSyJ5y49u88Ns4vh0JDh6HvHIm09BqMjgxQJiKYa7uScZ7fbUnoXqrLPjULL
nh3O4ltEEoePaTuvmvAdTdZao7vk1M3dpC3G/csXy9+36/G7Huz5OQCSvZn+BFBb90FvzX1hJ53e
lNPJ1pX2wXTyIC68UY80dwjer4uYYl+J5TSsc/fb1lTQIixXtKesqsV5moRxsspuJneY1rioSg/T
r6Y5EVSSD8yqPeEslJ+VTLsTFTd1a6peoeQLEMjQe1zHRpHFAgz0hUvz6f1Mf5tc3SJItIEhHUoD
s2cRm3uVmdA1WGHJekGE1eOAN4Zz6dV5ZrHQckGEiSI6kK4jJWFqi5lryFDJ4K5QAugvSZKNrNDi
l5fraSTCd1CApkhPze8J73ADqTkspDtsvbw5aW1n3HWqax5w58xDt/HdPxuOoxeuiGfmkTSazup+
10G52O/jf8LZtFbe2hY+g3Zrfb3NvXPrwFwT4Toblxxi/4bsj/YjjU4Qajuv568M0WHbW52piVq6
KhF55/7mi7btZqpSc4jUNDTpydGqDJB00wx9lLqKi6TyNe9U9JtdxHjUbAmQMOu7OWJbkAwB0iGB
3IwqHAJK+KHFE5volQ3JBvhI+t+YV70RE/31SVBVmh52Tjv0J6XXJH1eD7ezJB9ly4yOnYZThkT4
TYEI+RgLOWZF1KhBBpHmzJZ5nqVaLxQpn2wrUhvKQD4by3CoLBx28KhTGfcqbUksLy3egwPZLXgu
Vt+frC/sBKjOkHdd+KxP4phU08uhgY2QOL2NRmgpstse6sIZ1deLPLy9l3RYXqp01D8B03BTH8t1
uaePQaDZRWI3uhsCjhpiozaKq6K3zSJyp06916Wab0pRWifNmZowR3gnalFpuPCIPw2peMQBkNPL
3RXNnjSjW7uWaYD6SVIWfvmBtN40Qg8AcCI8oyrDXPMz+kzN4PySvrF88lt0YkJ96/QfQUUd8vTy
yX5mEah4A5QgcqUNcswxRlxZq9z3qkQaa4aZwmye66UpTxVljdeG+3w4gA/Sxv3mp/H3+DwX8zp5
Te0z1LzNYYmBUFRyIi5cVc/sXZAL0PWZ4z0X3v/9n1sDVptHNOZUiDHUXmhMdRUNntguTNvTEgCl
MASueMQAW+pkwo+HAcNCxtqvZcKjXBYnc7am23EYS0pO/kIsnAb15kWg1rJv2bAs7510ru99P0UR
HQg8BQB73dQlse/nvh0QHN1UgO6W6xy/XSgedk2rkhX15FOnRnG1jP2lbsJzo+zLB4pnxzEcXTwx
hRw0P+2qJN36+USWrW561U4XoC77BB5OLEmHRYvdBz3ALfF4gilLpfZipn0CtL6IAzJ6LBna4QY1
mCZqnNaMX30QICqD8QZHR5R/LBKv+JvJzUXEA08Y4yZF5uIkl615Z2tm99p4EZ7dnmLTOdj58sc6
jdqQ81ebDq/P9NqQ26B9U6OQceESf9piZZg98t0L7vBWjnRVUy0kQcj7JVo3BT5VwwCbGWnkk4i8
Nch+m0GLXffUGtNplJSjwilYOhnZqjIuaYY/iR+o5LEp6fOCAeFZOzzlbTu6dV8vIqGcOpxmSHl+
hFnmeNUbgSjCiTEBOFj2pfz1uXF5XXZVBgC1MNIebyLfH8FCYxyR6EPn3fhWVsWamvSomzZ4IIWx
9W8NDPsu7aW/tq+HzYt0AHfDrli2994ej5tu1dCbU90kmSkxcyEvBoxdp4Zxz47ORVj6w/h+ppKp
fc76vP6FKkVXhyq33V+awHX35FRNkxiNu9GKwfB8jKwqr7+btdAeHHoMn6tp666wz128aKS5DFwB
rUwvVFphfAPUX/yQg4kGBY28OpajjpCK23eqCFcffXi8CEdvuQaMrraYKKv6NQifilrvW7UZz73m
fJqbJtX5mdBlkKhf/TvwROmN3iljvhAtP3ObkM/SWgCASo52rDfVRraaUqkGaQInZWNu06n17Esb
8JlXFwkSXh4w3HQH7eNOqOeFJrzZlElRwXIqoAR9AhJS3A+tsPvzuOh1jgxminSPm/3aVsM4CyP/
Zmi28+Xle2YvUzzeGnTYQNpASCLF1o9RLXIE0mg0n+cfQAe9V7fP8jAoVPPbd+rxDbLIwZt8GNcs
3Fzt0s3z9Dxw5RDUGZChAN4dueUInMN62upyl8+owyUvr21zMPAwX/Uwn1e2EcJ3r15g9j9jUSVE
dAbQ6+OzUBs976/DS1lVo/veKlsITwK7+Qvz+hTiQ/qDXBadezQ7uFsPj1/ruls3VblM+rEITn4p
gwbdxHn63VGo2eJ+cSdxdjTWOPLREMesYqCvEznmRvW+Kzc1nGu0C7NwtvLtl58H+XTmoWgmGLIu
qgIzD8SP2QYN9eqXB61BSNdgQ0AEoNLxeILSgMTW7Gh0FGyJM9bfv4PC+khkZJ5f3npPYz0GIm7x
OW17ZnVYCWtcqH0EktIuHPwpbHSvi5HSTBPR+f5rywhEISwEQgnsNcKcw/PtdJ2do/Y9Jvns64mq
c/3GKDCGCV/+pKdRArR/Ynqa/QD9iC8fz52SRRpYQyCSvNQmuOoQ5TCbWspTJ9I6LkrNugTKf2YS
944POBaYF6DyDk+KLOupk4sjkqpE2WQOnJkexGKeNueip+vTq5GP+2eoA0BObbPTrS2Ect3pZbzZ
nRau0+u1LsEW/jvKIfNd87ExrNwTiSATjfTNn2JPa/MLt8Cz08ad56KhwP47FkVsvVSuvzJtohw/
CSS1or4ybMov6Xb18pZ4dtYoxKPmDLwQmsvjLQFqlhjPZiRTt/obTxPyBGPSv3Bon17jzNo/oxzW
xl6neqJ0LhJv8vQzXiXuue36LO6pL3yozKCMQY8MNzCHXo3WIJLaYQzgwB2qmkfL+aKE5CXmoE28
YEAR3qjd2Fzzby9P4jPLxUrtIrQkzURQh8/LhawsKkt83hzo0VrL8npYKxG3ulmeXh7qmfVCnYgI
DcFKxJaOBkLCkdrSgclIlJkNP2sC/UT51B5eP4rHilPTZk/AP3i8K1TfDqnMGGVtJh4gkBp7fNV6
D68fhouIQ7vrAIJZezwMeCruHJlzxXbyu4EF2hsCO/1CCeGZxQG3TUkbDW8ot0epOOHkfufb9AVr
OeWfjTnYTiJY13sErF+fTSNeRPwMl22vCB1zdqt3tMHRyCHa1DevptGXpxStjwuH6ZlbHIk9voj0
FEjosQjREQjlMOu7RLWN82Xyp+68Fpg9L1Vd3ntiGr+/epVIKYlFbDhTINIOV94sfTr2gdslczbZ
b11hrpEn2vJCBvvMxibJo0L0t8uBAM5hLzRaOdbm2iWaZXbnfACD6etqujB3T0M6aodsuX1zOxA+
983yT72jdn20AhbCHn8QxYdKbXS182kFUeWNdwPTejVrF+Xunsktd4YtmDFu0p1Rfxh1dbKldWEu
JPveeeOaquzDVHRZbEzOfJe5WXZjAFi/NWa9v8poAd1qeadfEq15bt/serhg8KH3M9ePv91bU4T/
hrRLhtSAv9Xa+VVfTsV3MdmS+L31L4Ubz5R9WEcgKYxJFE/F+PGI8Nr2WHdpE73uEk8bnZPprUW8
Lm6HhXTtU9dZfO0un/zgJCprCS3VlVe6v5hTtIhLfj5HPUBqT4hn+MRY/Co66ceCj2v0mrnIDLV1
lHnDxbPTITRbQE2DZmdv+60eIw9NsfsyW+x7V1kirnokA/PCXx6AlLlhvgXa6yK/v7+Jl5fe9L4n
KY09nqLSdBRLPzuJoZPZVAXUrsGctPPLR/hwB/4dBTk1lIhBvwHFOYzSCbN0pWe4SU1dcRds8M81
AoxxOlrGzctD/aV0/pOy7WPRC+UOBOtJD+QIiRfU4sdtTe0EHnt+p6bGJDkj5pVR3tvFQzEO5MoI
QPo/Z2sA2d3bWGIhtDP3WbRMGyZF/pgXEa7SvgqlJ/pfbaM3eZh2AkvutWzhws0mOXqTjkEeU7QZ
3miOrP+spqY/ZNJw6gjHo1zGdjlsIgJku3rnwWuFHo08eCrqOzO4wSQPdTdlmUsF4c1PtxDqr1AR
sRcl5m4S9MuawTKqiJZL+11svsTyIl22N6reGhVX1WYkzpzLD6Y9YYk8jhb9sgI8yKWU8Hh9UAjm
qqeoh8890FYIB4/3iBB+aa8C8TG7WdoKjaI6uJW1mZUhaYM6zV6T3bjd2kfLyunadaDa81YHl9BF
hyDu788AWkQLmrbW3v15/DMobWbosQZG0kgTTFlnF2YaKlSmtDNqzxxZT/gF1swytd0YGr/1Sujm
3x8AmoEyIK840ILDLkaJIG8LwA5Jvir7fWXl/fsJgYYL8cL+Vx7tX2abtBKgDSUHSIqHoAQ8Bk5N
mk6vffG7s2fC7lz0trwQdx/vxr8fw1Ky4fgPpjCHN6EBHDpbwjQTTa1LcRWUynCuZmUNv0CQyC++
PxifVn6qxBla5j+gMkrQk6sqvnBnNvekwX0Zvnx0SWyP384NSQN+V++g7UKr+fES56gP+mBIt2SY
5+G7xiL8hphc3itgDgEFrnRAzjhIl5OLJCTq9K2fiVBoTtNcpY0Qc6i7WZGd0tzrNsprgzWfK43W
NdWDHHxpnVFhjMxq1tpQ7zedpp5mp0vo2v3G9WB5i3dlyFqVse4soExXb/u8TQIZ3Nkc62uvWtQH
d8o3LZIVatiRA4vjrhN6X0WFqUNer9ig7MNiUVWk8qDIsQ4r03cAqvBmkdYw3OUy37672L0b59ku
C1A6Q4/qGBQlDV7/tk1lvGIzhipu22v368afxTHXpsWlrN7/kzpUZ05SZmBocGvzf7UBXcdQpML8
IPls+2Sh1dECZHbTEsuHoFOx3BttMStZfsERwvkqlgzajN66DVrPS6dWGFJ2+dX3+2nH5nlQjHGA
Hm6FDp7vpDT8j+l4BtODRjvVDEk1xrMAXdFFuIc11qmYZD1ERSrEvaW8XMXCkExwP9pyiqwxVzIE
6T+3cYvyzhT5xUjVytFx6gjqwHg3mEv6w2jbP2owzU95XtBUVS34Ud2iyLOten/GrW4BS4/Xzr1d
es27vpLzQ0pz+0uPjpx1hYCpcTNNQrI73LS4lu4w/Yc9kNWeXWcb7TAI6nwDPDvKuyybsIZoSgu9
69r3SZVsrRqMN/5SthjJO2Z51Yic+qJS/bpc5Y45//JXW8po6bf+iz5vwXXuDfK3m22LGUr46mBX
x0b+cPy1YzemU3Nfy3m8SU1r+J3LshojN6h9gInOpv9qNkO7lV1Wm1G7yPV2pGX4bTTK/opWKNca
1fbWiUuMlPIo1/v2J+1zSgmYMngJJWQ1XoH01d/XlqY7sXCC8Zve9uXPPlu3u3Lqth8KdYCPK14p
WziUNujljQkOnTVvZJgJZLuLwm1uOrsyHvpiGFsEQVL3k8852MJx0Mea7WA6ibmuyo+Umutbkbnt
fTBadhXlAj/isLedrovGZevuVFXqZThMtndfQ16aTppWpBqhc5vZ12Pt5J8Do1EPvdDTH6iy+fdC
QZs5z4FXbXHpm9oX9Jn0NWw62arI1GarjdjIpvqw0sr5iHc4jq4tJrJdtPFJ1ZU/WNNym+VAFOOm
VdMtDuP2l601W2CiONsSxIBU+bO4GfiTDi7VcJ1V0hD3tS2M8VaZrfkTq4L5wQGNVsTG2iMV4OF2
kYWGyHP5fh5t/R7V6HGHs2jBVzSYJyeiO+cbkTkvEt+IAih7tHpt0LyrcLXseLpV3YQ4D6/97Zrb
4/u8FPy+aRbcUks1etwoTavdrrXeIHaKsgABhiqEG45OB1+EJ1VGEH/USXfKYEMCsd56RKc2+Qkp
HPJTWTn3q6u5vxANrnSeect7qOas/V31NvugWCasOIy6m+hOK0qqb8a2KH5Xc6qyj9nQGQ/64tvF
yclgS4WVgaDDG2NYXOLusRe3aBD1RJey1DE5Hf0qj+gojkWktGz7aYJUXkOuPvMHCMYt+4Bii6hO
6dyOQbhq9gBKqxD128UARfh+VwvWrwwxpFMkh8Erwq7Mqv9AYgRpmAtnyU9VW/p/eOFVz66c1+th
IpmMdLfZ0ggXRPM/Y1bTcvbmSQMyBBGq/bWkDkLETqq+VYZWFvGEDH0bBnwYiYyZdj9GiOSAUmH1
xbDugz/VUNH7EFYBWyXtFqXCdHQGJwz6HLbCiAK4CL11CNxY65p8Drul5R2wCg3xHwuFgGsbXIcM
2ZTsRzHp1rXlyG4Eqd74X/NtWCLTzlIZKT3T3tR+M3+FlOt9GnS1fQaGovnvVjPQvul6XZXnZTHH
/GyBdhojreyDLWxMOW1Af3ou+myp0i/bZgcASCbBzTymFcjlFbbtp5SywveyH7fbOtt4UwZV8kDk
CP+RMi5j2j246yrq6z5XRnPbFKBOYrOslneTXKB6TK1WfqVFkn4uQKEnduYMkFoylPe5pobtHkbq
dNdJjWdIk1vxEVMZLTsVIHYSQ/W6BSh9XOwYlT0kmiN847simfK8U9cazGN5y/nG/WY28sV5Ww3T
GoSQc0ssnhDQCEKsWfxvWz37S9TaW0+ovKX+dVP42YexsaS823AFaE9uBWwFYn+XzayocPNo1DLX
DDsoOZzgTDZ+DHygYWdXwg2u/KncfSIKnqeTNjRD8c43cjAvWdBM5Wk0C2GykB3Wqf5abh8zB1IE
cfxgl1Fe6ibe2sW4vq1zSwAPByxbxruGTxmK0ij/m0xi2LDUmgKGWL8ZBOv+6AaczbT7snmV7K9W
lWrNGWQpL72QOElEmJ1s10FKB/ddQzupDrF3MKx7O220nmij7ouboOv1a0ER+tz7bp7H/N8UtdaR
zvzVsHi9DtJomH+3Rl/eZuOUVqGTwVGJJuLgkdw0Y7/OlaqGyGgdFOtwf3NUpEnb/CLtpQ8o9XXb
rQ20tgn7tgjcq74X8p0YZtl+zAfKT4gGm0juG6nU8nBmmYYw3XCJjqn9V3d5oDBh8WZLe1iRdvne
51l5B8/XciMdHZgsqkTu1tGc2/K+sS2px/RW8oBfaWwadeHZ8OG8mPM1Mt52H9HBtv6Dhzrap8nD
COJqadeOprZnt9eD0zLFHRHK28aYmi8BlXK8IRp747xlnnsbVHbJX+7IhWPp9/lPS3Pt/2xPo7nD
jabpH2eWamE+Cm09WURiBFsbbl9Rt1Yp9r9cTEHYzvsstmkbWBFEnflPU4j5v9SxUaLv9k58CCBQ
0dx1/SUudDl8WPwSajnV7vp7Z2vZchJF6UHbboNlvRa4+31eyQ8XIGapk39P3aFRt95KDzdcgprT
hhhO91D2JIBh5lf2w4akUhrrytPzEKnrTp7sABfGmI5V/kFVQfVTtmZ+a7oVdxuQyh9VBjMLEVEp
w3Eryo/p5nR51BTKok2SLlMbpnPnfM3tCjxF6oyaGWr1aLydiimToTagnxYPY7GbClTrdENFRM4I
mBWtdd7yXeewJ2QZQruZqz4cdSNzYhdXss/1EFTjzdo06y9io6o8zTgHvmnKzCAv3gEY+BaN5R3q
CdMYLl1tVSHcW2VAVmrXPxtiBEWo0cht42JaawI1Ggtj2Axudo/zZF4iG5RpV5O7WP6J0qGTUCFa
hrhRrfiUNl67naBdpWC8JtcnxLB7XcR6mqp3VRas1Yk/oT4rmKH9h6AUezTn5rYgV0fALbRHgYas
3y4pEVs976g/zWnBmvvpt9wOzCK0UsTzwrTI7A/DFMxvs6XD7FrTZ6ovvKODHeatUYkQHYryDwx7
IeNSmsabfAKaFKe1lXJG1pEoQdM6pCAhAM/fwaaMNnm73rw37Zm/r1CvQh+nqThdTWGq4t4SdCwj
nDqURq/ak+iWZIsS113t53i/BYX/3bUKxwsRQ1+RbFBr8cNwtXY4tWYf4CdiY6wU2hLB+cizZjEk
jrDn99WyknhXvB8UUiDO3Nf9tslzTa4nT8j0Nb+bhX52bKkiaG/QMZJfVqNsu7jO8Sr6uY5ba19Z
Q87LmfV+3UUyR1MsDBZfqLDRXFyqkJagw9wsJOIh76xjcucOzR9hNdMHRI7W9FTnXf7gEPR0mAfP
2nI/GlXwoxmD7A+SotU3wxEcs3VZEbHPMu9TXqr0lyvn4KoMIAad8tzHmEYsLMjtMlcrBlg5EtDx
0Lv2GtZ5weUGminVo6UaNthDDZMcb9asnFMGFQvUAWW9/tSh7ZDFc7263d1kIqAZkQTOt5Q2dwHI
yV0/2RhrdTcpYuDq7abm+W5W3g7j6S3Orcvz9t7xB0+Fy6oZWaj1Mk//2H7Fl5f6trzLtKofSeXI
2EOrRFkERwIn/8S1TUuaI4ClzmzU1hi6i+H+nlJDXBHqpyrO1lX77CnLL996PU8uMYeytVijNPXR
zAcvuBrAjOfXnd2an7CWs99ZMnCGPx5QLTOutAExuaYsmk9YIrOxcih/1knlaZkSEqXdH61pKV8q
2UJ1asEa82tA5bonDRkjeYN4gdvGo0QD+X3tCfcbLPx1jjqi3zQk3fG/rDUzHmYULD977eA9OGVW
6mHQ+OuXPPM3I8orGgcqWKqJ/bAR42t9KgVyG3r/A5iM/rbz9bGIAV/oP7yh6X91qgLObJir886R
LoTRwFx3sjXxWxr1ntv89EkV3gHjISiEnDPj0tr0aXa9Qcu4HkbTH6LW3Mb/lt0/DQsakZY32kgZ
52RhRqHHDsIaIwTQZrROLxcenqksAeyCHggCcUdb7JXrf6ryM3hptzQaK9ncoPjcdHPXh02qEfY3
09ToN4Fd9w7R2RgUoWryTMQvj/+kPEp/kAIuOpCUqw06BI/Hp+CCKl4LKtl1ZReViAhHItPH32rr
6ldKQex1H2o+wAH/AoaRuHg8VjaIBsO5Vk906Vgf0TxwMGNz3GuO0yXdyUPBfx8KQXO+CgwvVpBP
QIF7FaYGu5yMnfVemkvzllpFcQKhaXyfguZCJfvZ0SA67i14h2LgoTxog6weuswxkrQz7+plt7Na
qYV21FquZLd+eXnJjkaJfBz6PqAddSrNNPaOHkJjP7r9MhZLgkWvWcXOPM/iSt+aCViupefxZszI
J7baUBM8eO4kI43r9kte29ZXg7BVhVPq1vqt9PMMoF2/qa+Gi9dTmDdZeokR8HSDge/Y99huIwwW
9DA3wl8XjM3mjUWH676SpEVLulBmnjXzdX20fV7YXn9ZdeAG6Ckc9pevWfnecEoQ6TNOi7a0seNP
1vuXp//QR/s7Cq4OLruYT3rixpOnXtmumlwTF17pmxUs3N1st23oaKZ8wMrJiMdBXVJNflqZRXsd
Uxa4BwCXgBM8/jS4AsYgum5NhlU3otSYpyigzHHhMnhuFIBvFEEdunUwrh6P4qeNv1FaXpPZ81tC
xsC+Fvn2OsTA3/mzdBR79lsPhMXhU6Zdfc0uhjXhMdAT9Bby0ww74gseEtNrez9sCPiGYAXpHqBe
eBiqX/WhFGRVCeqf+bXTburBd3HOmSw6gBcqyM/sc8DdfBT2pQi/64e526beK5AI2pKRDDPGT5CS
Vrc1J4YqL3zW0+sGRgDNJrYCnVX4nY+XKW09Y8pc3It6ygLmOFLfxTg61YyUapB9SRT9uf0OxAN8
NSeLhTt8mOTpbbwGvSpezBXToQUxRmC46btOL6mGb0ONhMIyX9glz23Ff0c9vBW6X3qk1gKfNBSf
HhqzfwiGrP/58lF+bs3opbAJd9u5J+19+lrpSPSOlZ6/qmvT6cVVOmjp93XZpv9eHurZ79kll1AY
BTZ+NFJYh8JqqKAYiakZMxGy40RpOm8XbsDndsZuo7CrlwEpPq4VaO2qWT18QBex0JdrUnFdUuku
ot0UYw57c0VK/pUf9rdvwkHeWZp0Pg8LZVYpsUmG1YtRiOGqHilPBrI3Lly6T6ZvHwVWL8h70BjQ
eh9v+cFecnDSAZ3VWuRnQ8x9ROxevQ579rdXvC8R55jgAaLX41GmbfRk3dG/NVKrP81qQQZEllNU
BNRSXz9taLCAEOB5BNS5n7p/4j4/80evax07GYylP9V1p+Px4rY3rx4F6WYAbpDnwT0ctVgcgvnK
2gwvKUBvx25ViWiug/rCtB0x0/u8gRYGYgSAUwdfcHh4beEvAZ0iL5kbx/xoSeFQ2tkCInS7vXJ8
ZOLzDUZGo2zzFNSFf9XjgXO1lsDPX/m93L7g90HJ0jKmWXr4IUqUchzQkUwMFzP0fpw/m96Qxv/H
IHu8TATwl6TweOmqVLR9hl1i0qPHH1ED1cLcw3X95VGevZv29wvVFULKoxT+2rQ1vQ/DSLReJ4Om
mxATemYnt3Da/+M9wRaL2wm7Yt7kw7avelq+1sYNjwp3fa+n1vqmguh2x0f6eZgVHh6ZL3/c/mY8
bjQzcTsM6a+BDUHs4yk0W67+QWET61eGi66ZVFdUQwNSLFmnU+ioov7cmFtjRs2OrL8w+jMvGohc
Ap3AQqEdMPjj0TH7y4sU3mZiZOXwPUO82T6by5SddZASRSSl0Ouos93+wrhHaaQ99EH3n9PCJWPu
1mCPB+6kgauCMcwJ/pz1QyFzFPGKLi2K02JYvX7VTEP/TSBMspCJ5VUeasHUfrCdBlUkbd1praWb
wbvLg0ZcIxfo0Km37A6xHTzGvqKqElCq9Y0xjwfbHu5r0Kbfy8J0fyKHQO9sbda2DGU5Z+lt3+Zm
RbGQdmJsT3qNNE+/rp9Nra/fTCUVjniDrLpGlkjtn3qmHHULAKLLQgvrtDW0Zl1+oWSrFXGtz+ob
AHkSVOrBph3LbKUitmU5inFpBew00uU6vhXtsi7Ahr38G7pFVIUcP0f8uJktlO0ovJmgsk1sZulh
Zd88ox7rc4q5DWqPmN5/yud2oqLN57rhrBQCjJY9fB9mO7/2xc6JQe6seWN2S+rFG03v25qNoyXI
a5jVbT9rwa9FS63bDikYLxpSbf6EHIV0z8VGFA1LzeneEBDj+LUicFvgEdDZX4O+oAxkTpXxxTKF
GG9MmnJppBqj+yAqX5Shjj/Kz2qwPHFltDb1K1/HbIRWBDJUZhnIL3JsRHqeMnvWrwZ4TO/VWnXG
adIgs5/oiFtWONISvGQx8eS5ZKNBGiMjha2JK9AhQizGmraoBSO6ZEuci0HJB7UObIGXj/FzB4m5
DHaPAO6PI7bKzzRUyiaxJt0yU5kD43+FAFT9XrSzvNUbD/ACKuoXYpzn0l/2swdRDFAX4OrD8bVq
g25qPi9JDf32ZlVBfe5K2f+ylNmdhmmoImgz+smX1npLd9M/o2mYXQdW43xoBqEQy+rQAvBRY0Kt
emtj25213y9PzF8VzcMFx+0C9BoaDZ2/o/KRp2ddbVf9koDA6r7p2mr+j7Mz63Fa6dbwL7Lkebi1
k3TH6QlooOHGAjZ4nqeyf/15zHdDnChWH2mLfYFEpezyqjW8w9M0heFPSe0abx7iX4mGFlnAkOPE
0Qv3YtT7JycPnGOPzxBjHdtkpiYXXhiW6t3tH7c8n4vfBleSnwWuFfDeeRRqY8BKIqaAzashPgH3
sr+EsroIHsjdW6Q51du71yNjg6+y5Dqokqyi3ihAp0mVSipfZdiJqoWjgdMYgwcm5kMJxiwMNzDc
V+5Ommkk9khCKchGrFYkohgtxbJy0oPuvzS1CyBqWb3LrSJ5d+dH5SACgF9IWgsx+vxZymre8poV
/aT2ig0LKKUEK4Xw87nsXAtUzMZ6l0BOkmwaP0t3i4oWRNr5gkYfUtQyOTgZkNB+VKi6/Kgqmaav
JMFI0ltJOVRKqFuMfRLrAeu5zJcrrfgZ1aL5CjCuZCghbbLmr8QbMI9Q1VCvpeO75sSOMhARY7B0
MgiVhx116d7E6OmPk7Tim9Pb2kdpUOpDG472EXurDrH91gAeUmrFEeQAR3Gm/QTs1Cw3ctMrR4Ej
AIZwsYcEj7B6XuVQN7ixRcYpHahbm4I2uqXEwmVuvEX1vrbU4miNqu7Sy11jbNm+1nPR6ac60H7J
Rmbe947xVW9Fu5HVX/mAkY5cel1sDRfj1Z4cEdpJiqjoaY5n9S2ppuJRVdN9DIx2P2dKsPH9XtnX
X9D90r9bqrDl5f9TqlSIb2sDBLmTLWjeRTkjNxRRZsaXcvv+t8WGgOAROGXys1UmGgZ6DpG0GE/9
xKA9b4XBzGqI9q0SbDVRLo+sRrZLqYBGjr4A/M93FffLcwsx78h6YNENM4ldXPfNRqy9vCF5SzLl
JL0uGKVrG3IxGAmiU/F0ApPhvMg0S15D2LRfIMzq3yJZNl8re2DGejviXl0VIKe5nBAye+18b8pc
RFooW+MpQ6gfS7lZbr/0yAh/N5oi/55YVXE/gyZ+py7yskFkWyFt87X99Ws4XxZ38Mhox6GnL90i
t9lV6NnkzRZI9fL0A8Tl4l8kBRZ2vLpaxR6x1Ao6hP4ghu9rpt6MVJkPvxJS9I9jEGyJf1+efw2h
VmIIzTbe5lpWOhyUidtEDCcL2NRd2QnnHjpIe6ApUH67/eKuLcVHRvcaL5LLaNXFIHdYryMeyoOn
p2hq4lElvABA5wbW98pjpJ3CWgBw/zpunz9GUYKRbIp0Ps1Rq3xkKu4cMnWI7xIdu9l5rgCm397b
tQUXpaOFf0GvYE3tn0oByqu0p1MW6RFmg50l3wV6E+ykKTOPVQQW4vaCV75wPJHpmNNwW/5bfQXo
QylSjIzsqcrH8FVJhskf4sreCMZXIOqLgBOrwKvgm1sTxkRp9EyBtYlR0wgpnvrog9xDGnOiQvEE
0yBKW9k4LPa3fqhW2bGVg3caji5f3gILp+/BVA078NWNMKD9aGaSmE8DMeE4WZa8m3JEpiOQ6u9/
qlQODsZ1WFoAFV+FaM0JFWsEj3oKulL6WAzDJ1LUZuPK+ev5dZ6javBVFuUvIgm0oeUw/XPnOGMc
UrSZ0ylsh/Jukqv4UwaCwm9tO30xGuB6s0AKwLKFBM45MHairFRUVLL+XjCHHtwIbU6/AlOL8q3m
vKlVOt6Pmtx8CCrG+VOSJV66WFVnpRpukMau4NtR0YA5SNaLBDI81tWPT0y1wCh1PCHHKWcngMLJ
f5DE4ZDDFQKMUSaBPD4PDbizO1DAiuYFC9f+QMsnaE/VmAAdkYakDF5ufxBXvkDD5CYiNaa6QRnu
/HcNJpYeyaxPEF5NtKjMuL7TBpBOsYUiYhJY6kYavlbmXY4lncdFt49zyZKrBZENhoCoZaR3NaC0
OlYNhuuREi2SszbeVnOTOvXLZMdWCN9oLO+0IB3LhzYKlJ8SKJPfjODBT05idN46a6QX8P4HQiYF
0504iIzpKkKAndK5r5zpJNex46pDGLuKmF6nPm32aqRs5aJXnv8y0rBxF6L9hFjZ+fPHP0g2I6BO
J3XWa5TnUceuwyB+1JxE/qgU6vjubAppHyQaKYSQhLfV5bb55yMKx6YHD5VMJ0WI3FMtMSHoEZcA
4Id4IwpeubgWXiEcSWYPJLqrrVmJBKwqmvQTxusVSahVg5BuhqNUjFsE8SthnZk+8Rz2EqTWNY9x
lAO1agJVP9l1+qOdkUJg9OqoP28fjaur/OU1091Gh2p1dCFqmUGkU2cpldrfa/QyHrum0V5vr3L5
2Pin7WWSjICuoq/NOOAA5Am4V+2EqU8KXiWEaLWAk7UgszfaJpcbwvzHgDfNR7noDa42JFed0eNr
pp6KMoa2wBQWsfGmfrq9IYcjdR63mUcuH/0iVLEw7s6PnDnJg94LW4G9X321o+gRyuwT1jMtzUFk
vLLJqtxO3SKhX9kbCQXdQS75Jfdc3UlGMUsiQ4b5VGRBuWtEO+3GwZR3t/e2/PbV3kyEsam+FzYa
l9/53nSQWHGhMLMOhJ7QTKj82NRG1LPUjJaOsk9s+73DNQZdxE2QJdyEBO01YmZMyBXUNHWOVeyM
j7R9+12OcOBGnFi/tGUVhwYGqBJE73hx5xsLwaQnioqnYy7SGYClmTQ/VNiHz4WqtjSXpdl8Rq28
OOrgLeladlvEyYuuBr+A4498N+Sr5XZa/QLMtvWikLLgaJVm0gPO0iCfhlOuH1FXB+rahuLOhij1
2PVj8apgqJnSQ1XML4B7R5givfXcQPDZeOH/W/ffV/73d5HULWKtJi2XVRpSmlKMtqQSHIOqlz4Z
ELw6d6Deo1uOGYDmhY02hH7QG9FrneZjB7BGl5K90qaYo9t9X0MUKxTInFkbYvdYUHOira+ORr7L
JSf8Uou+Sl3V7ozOCyU1N0GmNvGP1ImcT1IyCuduRnrXVzKDgWcPNLxyk4ghAbQkR3qMmK+ongHo
snYhdsjQMnrzR2YoZoYeeWybHvq/fXBPViEf4aTozkEOrUSFggqG4T7QLOlRtGEAstYifwJIO5Wf
MQtwVLdP5gCeCXOBr3kaIycpC0mJgDgmc+algW3tFC1py50mOQaUNHmqlGOeGNl9XGvRRxxjlA8Y
7/RPamZCCxJ6anttWaW/K4XmlQtCsPstkFS0Pcz2GmNXF12v071qDKgVce+AMKji9FOlB+Ab57or
HTdXY8IknJl+6fZ2o2+hOJziDKL0gQv9w5JfzTyJhwd7jlHPVFt9/BzFtZF6eaWrkxuHVfxNauM+
5t2pyg/baItHLYTjArhfxTJtsPNGoWCtTQFFfpp/G2GmPRZRWqEPkyXlnxrKAGjx0hgea3VWMq80
q+LUZlKRgrXFFsXrkg7DLdzDbM8ppuQNEGX1eTam4HsV9BGkvVDKDipUi+CQVdQjXtBqRYSPQ2hr
bmpDeav0UOmRqAaUsEO7efpmzZrxHy5QE3EzGITumdlY7uTYUsXBGYpgcKFWwBJgrJJ9yCJgkGmn
OS9tiuf5Xhiq9LOUA2dwYbhoUECGKPvcdlC7Xa3vptYTZai0rg04Lt0p0J6em65K/hMAI950p4el
pwUj76cUMlbcnSP1waGbdfQS7b6rB0/p5fk7OjeoZILsbn4qkCKR3q1i8TkHEoag2TIL2wXCmr9P
6M8lrpO1WU6qReqMC5pDz7KOBnU8UHBqGZ0KKXwhYZwZdirYS+6bMs8ir9fS8rG30/JV6MKA5Rig
iejVgRQPnhQV7Y+wF9D+2nTIXuqpmeFrIl/3n1H2irEHF64FntaMzX8ZOinKzhp17TcI81LcKYpU
nCJc7Yp97LTN7zTPwz9tmC6K/1gCl66SSMrXRA/K70bl5J8KrunIa4tMfRJ5Mb7BEeteu4ExELzF
JF2IeqCRCBFpUpHmGwLKW8MnwYcj8gbPh3H81Om2+pAApWhcY2phslaTJc17izcxeHYeJtpBaWtp
djVRAsGU4Ad80eM4+zOmuuj34Lvlp9rJp8Jrbb18C4O6qF26ZHZzxCza/mnXlv2k61nwiXkgdBt6
XxqMTyH6dqdpddp7IaykxEWFJg0ZfgD4esAEEZOJEDjykywDe9jJlaM+471CvIujxvpmBdI07HNJ
SZ/7RgnmfTloQ4o3VVSJHW8TQr3kFOZjwLTo2zxov0Zg5BWPrHDn1GA8N3KuftB4Eok3qUXYui2K
/i+xnIefKc8HcOZyqUouTgZleJDA0BcPRh3GL3ANQrgGfZDXLrBl+tc1eqtvTSarv4fBSZp9E5Th
pyleWD6dlvchrKYp/AotgaJmKiNAUZEuSbrb9w7HJVfs5FmKJJQLY7MLPxtVbFQQS2MdCHDWhF9D
PWpflJRDsytiB2vD3Omztz6InWNH/O32Q05McxUTwmVpCgsKihRXpZsZWf35dsKxTmso0agjGRPT
uaZHsxZEi6lheWKVcZzLePQwDYq9uFKDjdt/XZXwpZG0071YShN6vKs7roFGlkdigoZqzw+Tk5lf
WjMqD5Gm9sdCiaz725taZ1F/l8Manf1g8XSBsYE6oWphAOtVAWH8jHd08JA1evCa0gfYoSWruxYJ
6laD5PJRsj24xs6iJAC0Z1UKJco0Uvdrim/NSufXUMgOPUTijXry2ipo7ZCqLZ0gRq/niRQGv2Ur
S5niS1UAfTnBAb5X0mwjk18XDcsTBG5lLrU86sB/2w//lHU4YNmoQgheGHDqU+Sos0fUBq/ZAa+5
/bIuzwYhAyleQChU8NiqnG8oitB4XBRFjmZjTHejFPXf08xUfnFtSE9NlCZ/bq93eTgYSQJAIe+C
TcrxPl9vzPUe6rSCRAWc1Z+51bV3sB3KR8NMCs2duga9xxEE80bVcvnegDYuKOWlsYX9p3q+rKOO
M2qbnXM0EmKQJiXie5RO8UZJefneWAW0JjcAhRFv8XyVPIC9JeQEdUxcquB4WI4bDXAx5STZ6jRc
3dA/S62eI+PmPE/pkx/Ncp522QIZUrRsyx74Ave1pMdI3CyCCfRQGPGe7yissGSLIVAdzQy4jCsD
MnsUPLjeJcIu6o00PmOvnGRRu5necBlNrdHCb1E6OM/A06t8I5hd2bgFypyPg8YvALBVjUYqIZe2
EzqIoIv5aE+28iErC2njO/97Dld1AXNsxg+L4So43FU4oTep4ETfWUdn7gDQBFhUxIdsijGYKiA+
empsxi9gP2DCGLmJYDvJqvasyaBn6cOk4c8SeGvgybqBzTQG1xriKzVyByCfoN8clUwX7z/ii20v
Rd7frqq11ID/BA1YzFqEGZJ9lOpc3ynjZO2mDorh7e/3ohm+xCZiOtKRsC4AAq4KORQIAsNuUtXP
4Gs/abIUn2rgbZ/TyqJIjsPQDx0D+hXJ970aDvVuQOF2Y0Z++Z3RdQWMRIWObz1x+HyrKSKezdIE
9fsCMk3iTMF/bZyH3mhI+Uaf+krhCqiBW4yyeZk1rNUKUzlBe3WaZN9IZY43NrHTEy7IujtaAUCq
bgjupSpODqpi5X6K1veDoDnsIXFSPDt1Wj5ZWmn/vv0SLoM2HRgCNs8AxsBF0VpgKCJFViP7at2L
o1xn4I2sxtk5QdV5+P+lGy/9yvOGYUn3j7BGRDBW35yJzmAvQeJGjTaHSenkuttNc7InBm01bC9w
NZwsKDqMNGmaGdyBq8CGgUqv4w8qfEVq0pNT1+ilBapzpwpOWjkirjghH+2bSPA8BrhcIDbRjq8h
vhC7ZjYop8cweS37VvdgJjobwedKPKQtSRlDx4ZhIY3l85PXJZGUwQrpfGpNGKpC3w9V9knqlT8S
KiE2ZixGIz6XEaRHqVMeJez/9rff/WX8wyKBwS9eyRgwApU+/wVFBFiwi4zRrzLo/JYF3VkE4Cpv
r3LlhP1tWCLcSmf0ghIA2FUks1YLf9aD/kXX5uoDmbHiNaKMD+k0i42M59qulvYQ1l/6EttXbx14
XQjaUUMjMUmlVxX+IVTb9L16ZEvU4moGw8wchF7Qcs7/CZGzklSVIXQ6C+bcHzujHg5N1fafbj+7
K3tBRJU5MoUv+LX1G+rRDVIFsqa+4RTGDoal5ZWj+U6tTD5+3IXo/tOMB7JB9/B8L7KGK2MS8Iby
0uw9M+2qQ6uU6cY5uNwL2ZLCDNBaPkdAreerKEWfi8aQOj9NUB63m3m+iyzER977xMAWLUShZZjG
H6sznWdlsuhEqPTZwsKfoJ+6OR23jTN2GcVAcC0CbtwdILnWmDHkYsY4tXrNr0gQH0ErhXdCr/u7
Gjetu/dviJE7kxJejA3P9fyxpSaKJOiRaL46ROZuUMvCQ917C41x+ZEuIl4qjfgFuoAC3vkqmi4C
e5hYJWsUU6AWJOLn2FIKD5+2GqmyMn68va2LuSfC7Hyl6Gor5LgMGlaHTlfrqQ0mXpRF8+25Htvs
ZHd9/dIUpXhEz0XC+CKNn2tUxH8P+USLEIL/d3ns05MxZsnHjZ+z3PPnSRpPGNELKCMIul/cg8lE
HJymVvXbIjJeCoZ6D5HcdHdGuDTErMo2901di92oNuYHjHkqTy/UJNplmoYOlAxr+qmSmuotHCL1
KS609JOmCctFTbfdNXJmbITuqz8XSJ+xzL15iKu0xZJSRwgkGf3UCMNd32nNN643+wVupXmnJobp
tdKCS5fKLbjktZMC+oBhOwglivLVeWx1Yyw7tEd9UlXLdknvEj/J1AY/oVB/zOqh/HD71VxfcDH3
ZhDKbHh1UCp7prEc26o/hqN8zCRJcmVu9q8pvbKDhjzc59vrXYlT2JBQdOGOSZ23VnyvJwzne21Q
/QmFxOchcJSD7sRb5/9KBFmEadHP05cbeF3fNXqBNJKZa34ScUHlXRMdgEDRPB6dd98hS5QCXLD8
D0THKss2cavIEeFVffSGMj+TaJXnybCFNb3y1BYqGctAooYYsjqQRpVXXSAjR2HUZn6I4jLxHVSl
7m+/mytngYIeiADTY2LHBRnDKaOgYHzm0/rRT5STGfoilXlfoDSHSlrdbeCerryls/VWd9ZYF3No
dLS7yrzr9kmoT54ioWHQ9zhg3N7atQe40PCwraAaRYj5PAIjW55gQhcpPi1F4UW2OnhTUW1ZNVzb
EPkwFlnguYFXrV6ToE1KIpkrvsjzGAz5MJCRdcMdw6b3zlkJ8FiVQOKmxCazWGffCYocUwxfyR+7
rtnJ6JW4SYmq2O3H9ldVeRW4+YYWAjcHAiaXdv7cGvjtqd3Ksi9jeW3uZFTmf9B0a1sE/CYrdWO9
o44O8PFUPdrX8hPdNmNRoRnDyVWVbEI4EvS/8JDXs499mNX1rovt/Jc+59KvhQJ1ly+cVm9QewN9
GyxCpR0VC/1+/LHnfqM+unIMltwIHCgEOQqz5e//ySvHqo+gQxu2n+q9veumAU4VhuAbq1z5jvhC
lmO21B80Zc5X0fVKm+VUc3xJmlBsZNJEOHdqb8J79ZBXQbJx2185dhD+qLCJAAwr1jgws5T0CqC3
5QuCyEFupeFuNCPZG1tT2wgR15Za0GBk52CDyZnPtxYzyh8NPbb9qGm1w8jAwtWZ4x0CI/9z++hd
WYn3BDsXFDfImTXUGX6AGMbO0Xw0tqAJ9YjscgdLD7Ni98f3L4UK9zLxpvFIEXW+KStMpsphuufL
Y9F9L1rZcQNIUN+TMrY2jsaVA/hXdAPKwKJbsCZghBKdcSnKLL9vs4SJqersO4rhDbTXlVUgtFJy
wK1TYZesvlrMiOaqNmvZh2PceX2LHqABJHEjOFx5Q8uQwloSWibya6mNrh3NWZdb2U9Bb/m6IqX7
LK70u7Cau/3tN3RtQ5Qc5Cd0NWzAbOdvyMngvkFJlv0uy9N7I43ErrHKbONwL/fNebDDvh7NGRqW
qBTA7DhfpVNzVSqttqRnUAwHZe7T46jK4b6UZKa6xGKB0hYdjtt7u3yMcGMAygCkAjUDNed81XSx
bUgYHPqFbpb7QNbrL0Wu5V8t1Mc2lrp8jItvCIUVu2S0uS7enVFtmfdVud9RkZLXVkw5W7Rzb2/o
YhXyFMQXFnFmLkEO4PmGMOcx2n4yZ78K5h7GV9adjLbZanVdrkJmx3AHeQz2ZK8/WpHWBXPLOvAD
Cy4jTH4k78JJ3zh4y6d/diQWwRogYeSQmA+wqfO9aGqC4WzSOH5dwhKMnamJXTsxjR3c/mzfINuZ
uZpc5I9mrJnvLYMpmGg7c/siMcHaq+c4ibbuJ03YvoV207OMktcLOubJAZ3CZuMGufIw0YHjekct
g+bp3zTgn3sxHaqEk6nafh4j7T0hBe81mbk1wro46WyIFIwxGYPuRZnj/GEir0xQDAzHT9NAHBti
7gPClc1uNIphI7X8e8euXhyIVx3YDXCtpQ9+vtY4J+Y4IO/uK1Mk7usQuc1+UrKHTjXDP0iZm/fo
I2RoGKjmA1pgi5iq43y0oj7xbDXNnyfCm9/M4CYLu0KZVhG9/V9OdAoBExTN4fYncxF5Fo4SWG4K
ZORK+L3nv7bR0P8RkmX5Um0g2ihaceeYWfAwBV3vTUPWoXaXTO/+ThnLUIXRIDWXScTq2gNBoNZ1
Wzt+MRnzTsi15Q8AVDa2BuyeH3/+KhZXqaX4p0+s2evDhWlHBChB50sdrQEn4qaUOzDG84hso7wM
+wthBAoFBiDsA9caZF4YxYaDRGHn/BBpM341xZBpbmVORXKXBEEEGbNcPnu7GnI/SNqcWQ4s6tGV
AOp8jRBne4DSrhWkeFMQ+EokpbGrBlHQ7VC5NmZPVEWCn6mIy28CItoHU2B3tfAFy2fizYSWtqjz
T2pn07Euyih2BYj1JykKFVBDcmWCUVLzhuwRxY0/QOCqt6Bq4mZH28Vo3UGE6pMSDcWzPkvdg547
6beuV5TUVVAbQaG4qI1wJ8Xh8MUcqcBRE+zGr8xrqg+mZBXfK7vRc6JNaP2Jw7xO9iNzFPW1cpSy
2EHrlUsvS6bunrF3+7tw7M4BTeyAdqtAkmRHUUx65y9zh+exNFprl6GggNgrThOV19ZVz4L6UMgu
IP0ovBcAUWAmYV7wx4o1Cax+lghgqWVMb2qCZeCW42APB1OemnvdTFsVJeJW07w4FtKHWQUl76q6
ZOxAlMbjQat746smZ/1rxFgIhGaofdUQM4uBFDVdfjCTWKl3YWMg5GEnajfBGnfkxxykCfPRwulU
18FXoHWdrpztXZgYKHuaRZh+RGU1aPd6z/2PDp3WohAutzgr9zV+Kh5NpCLyAgltwoUwX2Ny3c3A
76R0Ll/NRI8/JxRVv0cdIhRIrUL9z0Joq94Z8VwYoGLlee/AGXysBoD4rj5DUD71tQoavSuFmrgm
subQuCZLkz9IRobUBLYlkb4vTVxcXKGMun6sCxSoPavQYVQamQYPAox9MWxcSpcfFJ0N1I3I9RfA
yLrXa6AHCl1NKU6IRKMLa3LwMzetbIzoVA1njdux6XKUAgCANBziFfR1MrBVgiKb8NWVKm1OKfzh
ztW43rM9nYoeEVEIpN8UaaZoV+fQaXb2zNMGRlVM0R7wMV8IyuBbqmtX9o94A/GS/BbpiLWPb1b0
ojblqD6hSzSdANPlp1Cbnec27eWNlPDqUotuC6nnMltUzwOzJgtY2Mj2nsbBsKhw0dee2dDO6jDj
u/2cry7FuMNxlprRMFZLNXmFQoI51ye4MLiIGKU3yyU2kxNz+9sr/U/S5jwkL4xLhHXggJNbrFML
AAgg6qfc8Rs7NcxdapOu7WwE0t9Kx0xLzxaydKrVwP6c2GEY7Ns6MgOPvrUlP+ghEpAotSva4Kr5
UIg9Y01qfqvN0GCRyViSg2bH6o9Y4LWM0kUR/WhwtWnu1MjuvwCD7X+m2ajBuZ/KNNqrcZP9rIcu
QVwybMMXxFBRBEPrP7U/FiXC7e2M/rbbxJwyfwAM+7Wmjg5OWRjICYWhUf/OdacGZwuWQ7qL5VJL
9oifyimyQTZwh7TJkcmopRTPFi1JkxcL/8TBpSdq3uVD2ya7LAidXzJtu9DtZ6t8q00l76FE10q/
Sw2rfomVov6eRRPcTQ0Jgzt5iocfqjmNwDYTvjmXHC5z9rOGOq47ZVmbulohS8EdUrY8rBH9CXEv
Y5IO57tG9tRV7Nx+MGM9kXZBQFCsNSWJkaANElRJU2opj+S5S46IDhdfql7giE2uiUptH2XodBd1
zLAqlNq+9DAJQBubLrb00ii5Ge4qeyzFrpxKO/Loeum/BrqhIbL4IsHQNmJqcx8KLmu3NbLGcesg
qctHqmy8xPNGAjBrJo5I7xzEUF4Et3flCcUu4JJrtfRZCJw1d04n2V87Xud3TBmiyAvNeG5590nz
ikZ2NnvyMKWPc4TKylMYNgOT9zBExinS5J+pM4yT78RB2N0VdlH1Cy2sK44DcQQMb0qPfeMjvsyu
FuU59JAWJT00+1dJfBdzsEejLE9tF+rAfcP2C1+6ft+ARub9pTRl+KPY+J4vc2pWJXDYOqIfADBW
YVN0bTWkjlFirRKDReF8fEQHudrf/paXf2X1JbPKUqySWlnAE88DFKMULSiMtoTuv8id0CeRn0Vs
9QcAN8NDD7rn/dti1g+FickS0yVtedj/lAqzBis2E3F1qg1jOObmbGFFZErvbclw5ywDgqUY/2t7
e74KWrrCgq/GthKkZxs6i66CC8ouhSz7/9jQMpZCJ0AzAduv0mBFlZtgCOzqNPWK5ItYtx9L2Xy7
/Zr+ZvCr97SomJFpU3nTWl/VI3KmovWTttFJnlP1QwH23/DgcM+fzAh3AjD29Flcy5qRF1K0JnoF
t99MPj4T9XwvHKdAG6XUB3kfWIRFGXeW8qXGdRpli37uNZDBQ/UrC8zxew2YPd/oJ105ZAaQsmUq
wFjxQqakQU+iVccpOmEF0/1C11RzrTnLP2rAh49TDKjq9tO68ukgGwbmlkkEz99aXYVidtrZHIwI
VYWkc7uxV96c3HF+vH8VhDUdmhWMfymBzs+YjRHYwr6IT0UiRftpzPCrktGDvr3KleCDRA6cRj5T
PLrWzWCl6+QhjTpWwZ3DnxUuMbTeddSsp6E6qIyBv9DH35Isu/IEF5YSoEDmOESHVQcQC9NYErTl
TopVoKYeODAHCrlr7K1UQl6C5/nBZvrl0E0iAC2nexUPlBQTXWkYw5PWV9oPZejC+V4P6n70QsWI
wp2Rxon+aTTV8C0Y21BzbbTEUNqem/5LaWTD1xCnJdws+nF+RLqdXxiPodDdAhWn6d5R8KDnurOr
1y6bKE6FYBjm9oOJRRNi5W4v5wv6exbiF+IOfeTZ42x/C2DwvAWSBnVJjfTxE9lq8mhCu/tdKtSg
i5d1abjk9pp1L1CFEG6XSh2YPwdTWFdJq7F6CKN27nZFFybf53Aw291gxwg35rI2FE+5uQAp2zFK
v5R1j72IXthm6JkBvTxPWGGX7Uyty37ymeOYixWB+tSotf1piurW3slTP70KOYWBJ7iDUdYXSph7
OpRqnFKCFKspc5EtgnkxZcOutqr0Lqcf7jz2Vp3FZC2O8gHcb/wV+pLyIkOcNQ8o9Sf3sl7ED2kV
Vs69gx+J5XZdbMTuIPeZti+cYsaV3inZFwZS9k8Ex5MC8oZtNKdCsvAbKXUxtX5kU+mNUU+F1hYA
fpjnOOno4kyAA/mkZ6bmqkU8U2GVTd8vaL7pxRRZ+GSITn/iN7W4SVUO3HqKh/p3V4focfUjefSX
iFJ38syukr/e/s4uTzz9+2VqvkhDaOg9nX/NhpqR3sRhclKiVrsv+2I4tYq9hea9TNLpkyHguCBb
0WFd9zZjI2o5mLXqO5UT7tsA75wu0EeSM8vcCByXQZcaB/ka7gs4jpfSMkkYIovWan4bhfqv3Jrk
p86ooA9ZQY4buDl+uf0ALwGUYFQI84wtAX7jBLOKukkZLukf9b9GSnFPR5pGBRTPo1xxzRi5U8Jy
Ukq0+wv9SYrN6aNjFMEux8PjWQl0Ul6Fee5u40ddhpdl7Aj1gnQDCNW61htbA9+msEiQKMaWxp2D
wFSI1SRSbqbpWuYZk4Crl2FSQlAZtHYf9lHxRsyKtlqKy31wHumY8iPzTe3JbAW4//kJy+l4z1Zd
EOmy2EzdNAqmLwxp7T9GJ/Jfea6rX8ESF4845ekDdKURqx5LxhLCteRe+9lqI5+FA6z9Hu84m7ZF
homEK3KclDypS1Nerax0NlpV82D9uv0cL78OYAMyXb4FhYPO7ipK45M305SaAz9d+l6FbNY72BHa
xm1wZRWej76Qz2GUXKS8CL3naF0UgW8HOSJ0efBLDk1pY5HL7wJsIIMnhuzkJM76E7SBdsf4f9i+
HWE+V2nBMwOu2J1j52tWlBuZzyWQCkAEpHCWoS1LK36VHaY0l+WkBVc/5WVGVRU0iVc2ef6chH3y
B1HVzCXCB0sXSDp2MLt3VKTys+pMZehmuK6kh9tv8iICMQYjxJEO0jPmEa8SSR36V4U5pHHsZPhU
vRW2ey0H6wnKedyIQJedH3bNeI8caYHWIzRyfuIDo0yRTdIyv3KoBwe9doEY5l8yqIBgKOz4rbeM
2pNLCGudXAAGjJOhPvZgSDZ+ycXB4oeAa16EOheNiHULaqyrcO547L4W2BNSakHoBaPSbwxcLlI1
osyCOaWrphu87tVHUmldKPd2FTIF6dS7MbPVxQQFTQMrx5ksc7qPYZZYG8f573k9CyvLqtQGSzeG
SC+vHrKIVIl9N6Efg6BWO/E5Eo6nj9ULxFO/c/Q7GqwPZTLeZaL6b0By3gpTTFDap6ifnxpD92Yt
PXa9cUBa7dig67YvU5wCK2sjKb88eMtpAPGLvDRjvfXoGid2QC82p5yunHOo5jjd6xKtWeyLgg+3
z/jFJ84jgQBHxGdMRIdv9SKI+VU690HoDxGamRb+S6D2kxwoqB5/iXVc6Db2du3NI1WFZAElIKms
tjrogco0Kkgjv0eXD8SK7rjyJB8g+KYuthx+XgfvFcT/O5n/Z8nVazdLNHZJHyM/jvO3JlfU/ZRC
KEztcCuRuPx40ANFAZM7j2oK7Pb55ian1+S6EDzNWZmPWRB8H9qq32B6XIkVfJlkEGQEXAHcj+er
9HUzyrZRp34yEhDdWo+YUoyRXRMLlf53oDjZuFcFdtuebQVWgwVMgIbtaArzUc7AzOxun6ErxxUd
+QVAzMfMZb16vp1CyR0mQ+KT/4bkoZbzSEHCLKgzs9+3l7rygCkhl1t1Aenx5/nWJx1uTabNiV8U
OYJdcLL3XZ28u/GCzCBdS54xqad8wSdQpzxq8thKfLurgp0+iuJZURrrvZNgVkHhhEaITm+H6vF8
L2NlKkFuFIlPEYGNrAWDCjcIYyPoXfnA/4+z8+iNG+nW8C8iwBy2ZAd1t2RZchiPN4TTMGcW06+/
D7W4cLOJJvStPICNqWaxeOqENzCcha7IFUa28FZU/tVEUuWJ8kZYyXkMQjpy6uS/yEMgPYx6U/Wu
3iFldf8VrS045+s2QHzWXRI1GRBC1JST7AxWCvHgTjaIkGgmAlYWwFzj7nB/vZUjwayEeS45AxTU
ZYO9QRbUifB1OxdtFHvRhKLaGCf6+7cR6MPMXKBPNvfzr19WWTRVNkbzhdUr0UFq1FOiq+HeL6qX
LmbWef+Z3sB+i5vKmHEQAOZNQsmSyRB2UmdqqP6fw1JNw4eg7qtnLOH8r0E4dedJzAx68DLKL6OW
UuEyJOx/Y0SO2oKTB0XoSU6aq4e5Rs4u+TSiyIEraKM8sFLzMnuOQRhvTDnyGA5XuJp3VeX5SSmY
8xkzpavA7wU49tgORyEPyHlBQJINjznrYO7gwFQ7DVdEc9+MiiXcMPaz7x0arq/Uhum4cWOsXdtz
RwwAiokTB4XT9d6D+80dYQzx2RyoAUMkbhh/npnWfDKd/qhA9Yg665ijnY2Hm+41aXvAVZIphSV5
nSBCGp2CMsP4WYWkVTnWXqXlhXXc6B8du9zSQbspo+Cuv8GH4USpM2/r+teGRVXIDfLmZzuerIte
oocNKL/75VdoU2Raqu61ukiwuPMlKXFpHQQ/gEJlGyXUnCwvDhC/AsgqWQ7ZzpKr6WS4khk1MRkR
0yhkRNIZ38vBTH8OaAYduKXS762upFgz4l+9EdhuI8DcowJ3AsYdveplO565eNTGlq+c+0RYnmQ1
qM/m4D8psVFIR3t9IwLcIlA4E1CLqFNmXW54BNdbXsplb2iVP51le8QktO3M7HtU+VXhlYHWD65q
9SVzZ6nocI8r02Ha0eaJ0OQFIsZPG/CyboUTeKoWWvNETq0+qmWs+YdExjvVUmPxuY5CivT7X/lt
5OJnz4Ui4Bm088xFV7RAjaPhsp5AhZjJRdjxEz2iYKO9v7oICRet1xlttyxHVbVt0XuRpjPdwxjf
zbZzp6YcNsLjbQowQ3xnthpfKXfN4hP11QJFmspQZ06UvsO7tHxAsLd7nuE/73WFmskT3GPUDnRt
KFQWKWukFEiHjEI/93gPuZFhZjsVOaD3PxERGPF2tPUVwDuLgC9EnNGzLptz40Mjq4fqD/NpA9Wa
eEu3duUNIXdFpY3y74xYXexdKSlgeyOnArRDyYEcOt3OTNtyeVldhXtrTjcQ/pMXu0YVkyijUGsU
KEz7n5q81BuC+N2cEyjBfPNclMAmALktGltEanw6sbk+47NgHOq+a44tyqfvP9OMF5FxpUgy0Qlb
fO/gNMJak/zqbNqhhTBSVZ97bsiNE7CyYwzfiOLAlaEbLQO5HpA1NYlVnVu0efZxU/2ZfKH+D4vg
KQ1vEe8CjSbkdejKG9/mp8vVWcpjA33u9ncbogB0P9CsfJ0W/do5peVBSAKvF7G6eqxwrajO+EQY
nqmG2UkyTf9RUbt449Xc3jtI3VIEUG69QWYWr8bE4gx0n8Zh1sMPlXDmnv+XJupfUtKmFhCQG1vS
x/uPd9s5IgjMnyniyKxLYXD9fDXorskOeFOTVPi/QvzTv3EIyXGKrC+e8AI3jyEwog8GjdcLcyDr
DxrY+qFz+vHPIE3TloDdyn4jVUIchO4Kd9NZBPYotQVqOXJ9boZBk0BARYZnt72/5yreVMtb2fH5
+PCxEYCpWRaLTZrdGTrI37Mc+d1HhvwKvlf4DJhFlZ2NrtU+l34FEs6pbXNj41e+EGSGyS5mCT0o
2IulsRJG1SisBM2DTsO9uchestw0jvdf79puzuIyYJCJXtwv12+3nyJYWKkpzk7rgBkb9Gmn2yN0
D0uvtqqlN7rzdd5kkGjqZBJMYCERL44SX2qqG13WnRPMG3YpliUXkYAgQjJXtp5mYfoTTWMbfadO
hC7KcKiFgVaXvgSoBv3JkwFrbCMxAfnRucwPOoLjGxFjZTveYLb4dXGrU3Vfb8c4zKKJSded63YA
kqUn2bEzAWjiW5S+3t/5lfcLi4s+HWhs8pNlr0YvBHC8QRZnhBLzfTnZpWvZ9VZH6DZdfBsJI0ev
gf6ipXX9QAKXrEkNtPqMkOeLj7FwTFR0p1o7pBkiYu9/JLrZlBGECrKuxWJ6aQv84Iv6jEuX/txK
vn0sw6z+X1bBpgCWwXwhLjWsMKBHP1FV6rM9jePrZBaY3+mi3ch7104ClyBpNuKGtHYWDfNIn6YW
QAqrVM7gJdbwDwJ+MXSN8dP9TbtdyCSWaTRq4YOQ4i0WgoCH+TbKYmfg2ukpHqfuiLCwfMAhfIu1
c3sYONKkW8gnw+BGd/T6MEjMHAUA7focDEF+QDpwAA2a1DtcjNO9w7xpIwdfe7S/11skLIi01cOE
BOMZD9P6q47egiuq2P/cmeYWtEObf/t1bMGaAFWp2b7WACywuIbjaZRHdYgbCDyFXH9PInv4YGpp
5ZwQl3NyMMa4X4PFbQa02cJ0+p1DhdXRz5v85JhQooe4c8e4UAtdkie6Kn7Y4mw3DL0ncttIP7YA
zYVXxnb5Va4KK9mFrT5+DWjTzN7ZwnlRENpxMEkxxm9qlYfnFL5h6k6m2f/rR7kc7ZxICb7agzFM
sy9VqLz7u6AonckC88TKIoe7frvQLKqsGPnUa1sLjmktqp2EpsnGKrct5jdZ1RmuCwCIMHm9ilVF
mWyZNE9K0sSDn0vGq9ZakTc2ICHlTnSnYGqijY/xNlZSJsz2BczEWXLJg9aiXpKDrgc3GUbRLkcm
bDd0urW7/yWurEJxha3LrOkGZXP++7+6eaBumcdJUnYWWep79lQiQ9rqW/3PlY9CBWAy5/GzLu2y
4aLgiJcpqZqfAR7nz9EUqfvYHI19OKDn9P4HAhirwlOn24XkxfUDVWGTTox3szPRwKaHE/a7kNts
Y9tWTgSDZPimM3iPlH4RwKpeDdI8LPNzpozap3FIrY+miMbA9TtTPgpbTn+VwN6/3n+2lVgGBRr/
SdiVzFiWQy58HxptiqT8DLoAq/cOKcrJ1I6dpqLaWWwxEVfGArTHmCHSd0UEjQ/seiuDVC2dqjBz
avAgfaSwxS0ZYNJHw5HSo0g7ZoY1+qNSrGs4Q4XinOAdz9ClSPOND3D1wanN0N62ICsuCaUkDXlL
2yFnOF0heZbokfaaNBBSRBoWFthbSd44RvMnvQit2nzZMkCd4ZLLa13qMPUwfC050wnmOZP837Qd
XurcANwr/m1QHnFVRz/02vT+xvAMauNTmQELM53xetd9GfsSYwrTs2l04TGfsMpLJCXfCdT79sjR
BhsX1m26TwVPwkk6PKNHlkYwzKsZmeHkgNyIksdezRgNicLR/O4bWO15Sp6ESB3jk/Q6gGjaONEr
4WduVDEtxPZqvqOvH3YYYh+aJlNqDaWYfwLw649Klm7pqa2tYtAQoX1AvwKppetVgEdNoV7H2Vnq
1GhX10X5VOv9uDGCXl2FGwJLD0hTN/ii0i5Su4fsdG5AoO9bX9Ee4ZhUD++PAcD+Ie5SIgGwXOxY
YHb20DVxcgZZZB1lfchOSh0qh5jG8YPTJs5GpFsJ3RyMGQRNh0xFgOF671qtmUK83+Kz9KZ3Y3Zp
6WYWQLjRD8zP7382OCoMqWfpKFa7XqsvfHIcuFDnqpJAnZVghQ5B5ucD0c0YT3RVkIy9v+TKS5tJ
mlxOtEvJMRfb6QRg2qZWzc7U3ZLboXfoNbVevn8V6hAaTIzeZ1W5Ra+sA+LbxujBn6HVNC95nttn
vUx/3H+UlTvpLW1nSDCLjC4xYIE1yX1cU4nIWpM9h5oinYTcjk8TblUfRsGwbpSddgNks3I8OBvz
LEXngNGduH5lGCJzC3ZFdQZr0z1Q0dHRHMp6l/v61s2+ttTc0Zot8nhjS0HCLKvaMZGN4ty2o+Q1
ev4Ld0DQjHXw/vkzlRyPNfuLcPcto1LMqBsB+aA8o4Se7TvkDI4pfDtwnO0WH2ztpXH66AfOhhKY
Llzv35CH4egMennWwrbfRa3VPVtoZUGiSYokcCel7A6ZCLfEQdaW1cHkoZo1o+KWDTzFCRhdYT10
nj/5nVSngRdZ9ce2j6WHwZHHg6wU72awIznHRcOTsjKCp4tPrRhQlJaTsTgXakL3zmT6J8YtlbOV
TIG7jDYrXePZYGIRQoyxRbEvYT+lvs5OdTQyabQl+RHTsfRPErXhhiDorVTnrCA8eyvRZ0fBdWlN
B/OclLeoy7PZ5+noEreVFy3q5Gd4OkG6k8pRih7gwUKVJZ6pJ5DIQ+EmwtkCpaxEsjdIHQxtBnQ3
OCv4XcYQ9WZ5FhCSHs1pkH90SEnu7weZ9VUILzaaDjO74/q8qkUMwxyTkHPWJdJDNtYJ2pBFs7HK
2vFEf+D/V5l/xV9VyViUWuSUanm2xsCEwB1kzd6UYzpjeaqfwhGmdw8bfKvOW4swpFyIEtCcnwPa
9bId8BJfBUl7DubKAu0pe3DzDhhFqQ/hltTC2km1aDPPjjV0W5dJiYyyrxzJzE+iWIlB604GNXpf
umGFD2lFXr+RQ6+8OT4HBncgwIigy8KohvuH32XRn/PB0Xm2sdrZUrQFNFh5Kjq4FCnsIpLXby2L
v96cqtVWDZ+lO5Mn1Q9xmAM0r4S/i2Up84ppE1G68spmF0OaO7TpgRjOJ+mv9YwWonlc1h0wCvL0
LunSh0aPsoPdmsbhnUd/vujwMORuQM2EHsf1Urbdxa2WSfopRXkw5UvXjEMoQzF/b7KwWGdx+FMm
+Mw8bM55VSUXMwN64setv/GJ3aT9rDLTziiSGenfyHTmWo6pKznkSbbyzHgsE1N+ac2hwXxbyZvH
Tm81kONBXX8ZjSbeOItri886yrMKEcoJy6a4Bh20m7pEP9mBnH8zxIAtZFWbqbITcec4D12sKg9D
NzjiIaszUX56/5vkxCDBNctMUBhcv0kZSekOkSftFIrQR4RwlFxDC/6X9whjjDEZZQezhsXRrGyY
/IRR7US5F3p6lBh75FK1jdNyEyr5zmBTz8hHyMDAo5bPYviWU1r+ySjl8DgGsfWs2UPo5Vn95p0T
0tCLxev9Dbz56uZF4V/NrnQwuZdgEDVQNWg6sn9yjHD4JBV82/SywpNg1nG8v9SN+x3kARy9ZpUY
GASkzosHbGotrbUht06dCUkJS8PuCBos+aLkhvQ0Rbb+nGih+cQ4tDimZS0d49A0j6mTlYfEkaWv
XadE4thH5tYldRNQ5x/GCeIPtJpQu7reeV+MkUXBYJ1KfO8PaRiXH6fR3NLfXNlqMFszMmHGctM2
v16lV/VG2F1knSTLDv4FVxydpBT9ewZGQt1IZm4bym9XHypkCGnPNJLFke31yI+k1rBOSTP1/1Bp
whnqjahvvb7E5NftpVxtXTkqpO9FINfPBobrg4esl294zFhUi38RB084z1Tdzgc+9pVlsmd4tiV8
5tGJfuFu0lReq1ro3U1SjVack6sDhoEVPeQGSpWWxLjiDLHkCd8aIHrpqv8PXR7YZ2GWidrFiiQ/
I6ib114u1/UWlf82oWMPZkgoYCsScxAUiw03HI5KopmnSRIoTFv0Rr6IdixjVxhae7CdJHvgWtOf
lLAffk4IsUxon6pb7Jm100VFAGh7pmOQal3/jFgT8AAzPMtC7IhmkZF4h0JHuNv4uubjc9Xn4mnn
HjM6Vip6RTf3Z9UIuiO6c7J6Z9wXNfx2WlKaYNJd1di8RPkhTJvhsw+NHBxU6TyjWZ2MNIm7/s+I
PPY/93/Q2mPPak3IFM+Bc9lzTNNYVvoUe1k1klKEYWp1X/fvH9Lw1PYshcwljXrOErffpWkYOcZo
n3LA1Z42VUj9VXbrxcLZ0rpaPU9cc+jnMANmnLvo56HPA8MqD+xTnXZW42YF/NGxH41z28n4iTWB
4SndmB8rYTuuSGz0DixhNQ/393UljEAfQm2Srubc5Vv8CqmWzLLycyZDVqV/ww+ne7VGB8UCHW/b
jXd4kwPOdK9ZZ5oVsdxZrjWmftfjt2WTKNUtWmy2skesWU/csNUMT5/SbnDf/3Szjwv8N8gmAIWu
PxZN7YPGQbfyXNpIAQVGJR7axP+GWdK7RRR5NujANmgUKmNniX5GByJATLWQTv3Q4vyNooOEzken
SdgcTcr/8NLmpjfzGeYZfJ7Xj0UmZI1TqkonYIXac+vn/T7XOv0lGVRpIx1cOx/z7cKlDo0CF/Xr
pfTMDKVKd4LzgPXkxZL06NhTwO5RuGg2Ys7KUiR+hFY6D1zryy5fO2MgsiwNzvEseDNICAKqCJXu
6kJsASLXlqLgxlMBWCTdqfnv/6oOtL6Hqe1M4VkelfJhtCf90Q4n58kGoLyR0s4btAikdPbmdAjm
NgF1cQQj2yjV2Ayis+gwkEY9xzoiFlKpbilL/adWLoofoFfDzvMH0X0JQ2ervXKbU9MRhuhlvA1r
CGvXzyrKAjUk34zO49T6B2smNoc6ymm5o+9GXBKPZBceyYy5v//tzffh8sHJoWfqKWcV7aLrdakT
Ash88OOVxp6cna61TvUwOU6G7kuqqZ8Lp54EBiVT8u/9hd9u4puVkbxDkW7OVZbmsmHdwpsjuzsP
ZqLuenDr+0kRiPoVnb9LY/VXKvwXotyjVY3P6DXsLVvaIwIJnkkJ88NkRDkemUF3CFSEk53ciTby
qbUzQftQmZlpvJC3q+Gv40eBVehar/FRWTYVMfag6CsVcMBcU3TyMeicyrUReLnAVPNfygjhmvtb
tBKJAYsxwQHZM88KFsljxnHRGNz7p6aRS4/Tk75ijdc8ItSS/FMYWfj13etZjAj4DmiGIf66iCKZ
je8UBZF/ymRsknIUvPfoBSTPsd3nx/tLrSQKfy+17GA2uLgmKFD4pz7FLsguR6THEAR8f6xiFUpV
qg/6zktEjFMMBKqYVSylDV6GTLZ3k4R+xzjgVHv/gW6RYvQtMcyAgMU746KeP7S/TkveWFHeqrl/
iiepxAYUwJdLCu2c+H0ppVXu/IkMmhxyVFcPRWZPRyzjW1xHhRWeokRVL36Z6G6MatFXK6idl/u/
byW+gDVRERMja+KKWJwlOTT7WpYG/5SK+KAXIED6onixhv4sYz7ENNR/Ltot4vZKAAeVzb1EGoyW
8DKVEGwT7HCq2zHEKVRoufkaASN5tOJa3yA4rC5FOwI4M+k2b+J6+xu6SA5sIunERPKLaSQYpYF/
PLSqvxWp11JC4tUMTUMdlJb44l6ferlrsfPyqeTUaR/12fSk5OA4cyuDk6kH7bNsF+2DH1bDwe7j
8aHpoVHef51r38+s0zLzuPADWdJyBycoywqFq1NlJSS+ZuDvUCfYAq6uBCBYdTP7DWoh2IXFpSQX
KbSRxHZOqTUCFGIWXD40jAD3hcYntEM8tNh4jasrsquYdbxdDIvryMjpKAlQu6cybeIfcVDrj0oX
9F/GKZSOPjppn+/v49qxgXMH4gSzIMBkiycUSicklD4l3qX2XY2qCM/uNqQdEkv/Q8RD+hwMxJwP
stj1ARV+F2dookHiBX+NIkyODVUobRGp1/YPZ/O5AMauEPrb9SpwwvJxMjISXB/+O9Pm5FFGXeQ0
ZFX0KTY76f05LpsGbRHrao7JUu0GWc8hLsEJnlB07L8FCe2dIp/Ulx7JpI0NXHtVENDpNiA8qLCP
148WVUVtS6YlnSp9LB7NMsm/WVib7HCy2Fpq7eviCoS9ynVIfbk4FQ3KrYihJgGaDZF5FmHUnI00
30Ihra5CdkFqC4eQUvb6gXA+KrUcCPq578LAK4QW/sj9Idk44fO9s0izIK6yhEzajqLTIrOVc2T1
MKwwT3puTY+N5Dh7qxZh7/qF3r+0KUJspDnZVui4eVuUqly6sJLntW9IX2lXDo2UjPWlMbTyYyyV
9j43s+moo5zl3f+Gb/Zxroo5F4QfyB9E5et9pEaJ/SKU6oudDtaT5qDqU5V9v4EPuckGZxsGxhTU
xaBeQfVdr2L2tNaSLqgvfqoo9NVQJiq9MVSrCP+qLB2YXpTaBzMoB8F/JkX5oAcI7m6khDfXOL+C
bHSmiXEB3fSLLd4mPTa1vhTYv4/7ccK2xi2UxHqOxzpEu7gb5H+Dss3bXVlb2Z/7O72yB4iRUv3x
Zsl0ltwCpyjVwZ/k5gLyDx3HKJZVxBqtXtnbo6o+NHbjHww5M//Tk0ayDk1m6xuAhdt3zdDSASnK
ZURGvmz9lJGo/Vov8ouSl84vQIj6pyQItuxYbpM5mmpzA4ueLWIfiOBcv+yIrKUMqiG/aEVbf3QK
X9vXcl/9A9JGc80sjB2yt7Ejb6J3/2M0bVzA1dGp9pEOktQURU4hWQWfGW2lh6hKrY1tuM1B+IFQ
W+ZcnSiFTsr1D9T6VGlkIyguITxbhCkwrd8hMoBbfIiblgHu4N+O8eUHpK3Nx1EN+yP4rXcn8Rb3
9Ix8mPX1SA/my+ivlDexpzq2w7K4tE07PRuJsM+ijoyND2/llbPKm8XeG2NxeaWh916MbVtcYsmq
dnUjZU91qMW7+0d7bUdJOgzG4kT9WePl+mEigdZdH/bFJUH661VISfC1LHr7oE1Fd0y7Jng2HBi7
la73n7NA9A8dZfPGFbfyqDMPYeaXgUiGAHH9G9pSUbOxM5IL7XoTqWj0b78rRtn+c/9Z15bhM0ZO
e+4a3wg0IPmkobw4pBcrReR8MisHSaJNS+3bG4DM8Q2BCRqSefHi4onJ1ko7ytNLkmO56kIIVZ7T
YTSgYeXpsEGzXlsMsWAO5Oz5SGy43rk0kVtjnBAhykfV+gKSVXoiD3Me+nLqNr69td0jKDD6ICuG
j7/49HxA+33ZO8XFQXtcG9vKk+x6y3bjJo+btV4YHUAamdsjS1in3VS+2utZiThc1/wmJWpPLYLA
3+MJoa8214eNk2fchna0teh9QTrlW2bl6w0cA9vCyCZMLz4+aBKkDkcZ4MSTn3jJqCU5l4yFFKge
5dZj6asOzvHphBlR1vcNamVh2Fj4OmXKJdARWnSnkbEfJDfUz726T4zfY9wJ0BFt5XyraLSfq7o3
Hrq6b6OdolS1DkoEgU1Xrwb/zPCkkt2w6eNnwTAp9KCM0q0di0n7ERcdtCNsxnw6gqlcfVBT5olI
fySO5YKEj4JdjZBm7CadEeu7oBXFqeqrtgLbHZXKrmwnMe6Kvho+mY2mBkcNUup3bdbGc0PgZLUr
i95OsE4O5f6Ech5w1hTR69J1jLoXrt3JpeIOVRjBAfP7KiDsZvnPrO/87EUPfWufdka1T3QmZYf7
n+3KGUd5HH9dxDTYxKU2p16jbR9GyKWWhEtk8tFlsKwkY6SWbeEqV5ciyQGqjhwvUJ7r0yBRYIRo
rpcXWcTW3inhoRitfCoyfYsn8VYhXOWnFnGICQuC2GTcN7hABodyPzUsZVB07xpovA/dkJp7vxa4
6Gilfa6kKfhli1B5NRy/3quFrr8GyCd8L+1G8bKiUxtkLuLgAe5L8oyOW+blcWa5omhTEtwpfITK
Is4T8uF73Uq03yhp6B/vv5uV75XpPcMoFb4SWrNz0PjrKjSRBnPyWco2kAyN3EBJdmPZIm/s+zoM
nPTb/eXW3g/Qfl4NE3WL83C9XJ1KyjCaMuFOReoOTm3nFpUtHyS/2KLX3/ZpLQBpiOnBXiUWQU2/
Xkujcp2Mum7QriAJcCHWjsmuaXPnNZgmpdnbRdkWJ5uIKNzSGeyj7IRj71Khyju1KkJaXqmfWF5r
Cf8Vb43+V4NCdnlSJ6XeCyOuxO7+5qy8C2SS0QOYFW640xd3QeFnVle2dX2JC3v4j6mdZrpqh24j
MUyenoLc2kwe3sLj4hQTpOE2wBFlLLKs5RCirPPcTOVLGKZI71dtBLCIUKhOj0EaatWuNA0pPibs
ytHKQ5+XFtiGj8a8hokc2Fiu+wksMye5GXrD7QB3OXAxjOg3UnzJKcurcXB1M/Q/SGY8xEc5N8d/
JnyTUtcf6KZVppGGtBVQPnBHOctfCHTTa5Bk4jUYLQGNrYHdrxlRyVABsze2pLekjvhtN591IxuB
Xw3zT0/VvnsxO6f7XWrBhDkIPKZPRkhv0a2mov+Wqmn83Yr9cHrtTSlOiMV+8ikHn/1t7CF5Izpk
f64atf1pBnoZe2XSx0+5EsTSvha+83NKSjPytC4I0MzOh+5PHVhN72YI1LyOSQYexdT9T9D5G4Tt
jUn/GcBM4uKRFekix5H/I5RFTokVjuA1FT/IUKKP+w4fiJSulMsc2PhSOlGZUQAF3WcNLdUHGaRC
6uIZweaAzgcMUEcwf4AtsFVI2NY4X0yK1WBklDl24NrMlVUvquvpuc0s8YfCz6rcvM7bZ0uWUOU3
jaIXx6T3w+Yg8sEWXp1kDa+taJze7SD0ofMa+sqR2waR3GywUAuJY42xcdX0kxfzg3rEiXqkbP2m
639LWcdoh5Ce1U9GkCXDM1r6RX30BZL2npDjlCvJ1+3Jo9iUVW464eTHsANbCUKvCjhVqGlnHpTC
9LvdY2jgaolifUiTHhEfQFg8vzKYDWrzkx3tYyNRvnNpZ+Mu12Oz9bjb2sITVRmVnmKXibLPOjuu
doPWGZnX9nn22KSaWex8rAbQ7FVb6b82hjGPfYcvmQjvFmrkhf6g/4I4mWWu5Kuy/xhOvWR7HX8I
N2/M5udMiAndUsSq2AMBSlXXj+Ic1RXwqE/WkIzRAVW2zj/EkhL8NNTWbGeG0ih7vDxEh2XN53+O
oEuLh5s9VhEmf3r3NUb/DNYjOSAHVulwQ4gKNOBdvxz9+AQcpH1Fajr9nthW8rubeqNzSTdEur8f
eVZSQ0pj7k1EK+FALId41Yz2kRUhX2qYXl7lhPGjX2xGm5XgDxUBX3tyT3p9S703VEYBe3T6dKEZ
UuwpBKddivbnrrSU/yHlmKlqwGnnmgC833XsLzRtGpspky82cfwpK1C2cpJmfAgcNP3v792cYC4i
KH0NKhImblCallp5yLeGjV5000VVs+qcMizY+bbc7f087X4ivQ6XaTSqH/cXXdlKgCSzvxbp/AwY
un6+sqCTPxHcLrEsly+5BPbVpadT/BOMjG/ur7WSYYNaJG3jIZmfL1mUE0lIM1a5fAmGWtmje4iX
Tt+N3R9lAB61y6DLPKawTE7Ye/ZnxfSbaiOBXNtiptzUSNzlDJoXF6OPZkOXCS4po7V2mtbIBzts
PsZ68p+Rp8kBiNhWu+oNlrx4q3SLUKOgS8DVuBRrsLgX26yRxwuuRz6uNdyShHXcMyx3mrJ69ECp
Sc+TYkToh9tTMLkRTKz/JFNVRrdjvz61hL3/9LTJpY3duP1YgUHO+CFQibNGwiKH6iqMaSFATxdY
w6BYG2M4Y31CZLj/2m+zEcg888PzFc0YyEUrabStNAgCW1warOg9XWfIXhRZ7pac6V0ZcnHdX2/l
sViPPBrlq3nwuXjJcgIBuKYvd5F9rtUq1MJ9jIfjRqSjuX/zvfJciOzRJENlhBO1+HTQ7BwZFteX
khE59sFmpTzNTj6pp2VolnthYDqB2yp59KT1Ttw8JWoYnFtriFHLMH1D7IzajzIPmHBa7hyjHYaD
MSjqRTeGLj4ATbU+53qmfmlQn7V2clo2k2vEsQ8woWnVZheAD61drTPDVwTka76gMmJINSTKIO8C
ufJLL3L04pcZVKXsdr2wk31VSOFP3+/o1zWaXX5WrdFXPUkunfFQWZakuGUrhtIzcSJtvGSQ7GHf
4tL9XSSBHJJDZSpT3cgEyDjkHe4RrWLUr1aq9K85FS9V5yg07ZDXQwPEE4+DDxk5xoC3DdDsnSqJ
9IcdRM33VA2bZC8mDKTcLtZt/1TrTpLuWiY2o9eSnuWuMdjma4XRV+K1GSDOSzBKtPr8NLITt+OX
RfA6MU99TpypVj+NegPVQUrM9vcQOqp0bMKw+jVmbfQjKGtRuGYd1AAWhqwl+fQrS3ZBYKDlbc1l
PETyoMcaTisKD5p6/tKX4Hw8ZiMi9RJ8TmCXi1K6hIo+fpHAw/zsFaN/0MsxCFyuYfHvQKKoHkKB
YaLIWyk9OJHBKwjrCYE3qZdlgZy5g1y0MrWOvA85VWBswDnLXl4VGLEONM2pIFq/s3Y9+MVffqpG
jYursf4pz+dtHZO8/DVlgzq6sR5YbGukp6+kEqLey10xfi4jU/vBearUXQEHcfQcVPVrz9QmamUF
5fTANWMrARkZGOMWGHPlQyesz9JtsM8gkC4+PMQVDT8MRHfp/KHcZVrY70nEkgdykOGciMTfiF+3
0dyYMVgztIzoSjF4/QHKdd5pvcp6qlI2X8m6U1wLRoV0WKZYMxNf2mW6gmLx/fhyO4GYYZBIXiK3
xRRzCfFE0DFB6ohlE8iSbjsW1sGoSYA5vpOrtRDa00b4XoGJ5sbKKw/8ZkoMM2Xu0eqLZIRc2xQM
iPsLFLHUq8No2IV0qU6UrHHlBl1Q7OQoAilz/4HXAupMu1GgFnHel3pstZX2Cj5NLJtXCg9cBp5c
tVucipXTY9I4mDHiDJluuopdkk1OotrtJdf86BHOR/2izZ2mOBvTHQDyLebnylPRJ51d2bGkhQSw
qOrlye6VMIkEDJXY+DD1vZS5ke2X727e07YBbwL6BkgRj3Z9SOmid12pxeIyYYh8mbQZ8KIPW4Jm
b6qF12kGy3AkVGSWaQAvke+VbdVNU4TigjnEoHkOPJQPSEPqtYumpVVj0qMPF1sS9Xe5yGuqmEEl
oZziPgtcyUrNf5vU8r9xuHTh6lJVQ7sYQ/2rklEieZOBjpM7UeHmni4X1uwWNsW/VL8Om5NeV873
XK3iaI/hy5Tu+lai09D4I/Vt3oved2NsOeKd34CapwkparFPrR7Lkjaupl/An4LnQM/s515O2l8i
nfz/dFElBw5i1biwtqPxEHZ9mbpBFDnpzpYReHZVMeFQR/ogHGxLaLV4lCQC7xbofVv055UvntcH
0uWNFEaWfP0OK4zJmjSU24sWD/bejnT5d+loiFkVUXxqQlXdo0yS/Zfrtf3p/qd3m54D2wJBT/44
4++WYpVDgm1YUertZQj76kM4Ws3jmJfGU2yEW6ThleACcAVyNwNrZi/L0SY+WonpTEN7oXVhxgeV
rPhFR4z+BeVUh2ayU8yV8lb3c+0BISsC6mZvgaEsZglxovWJ70vtBdFCMbi+XPpPk4pEnhQY6vH+
Zq5lbBQftFghl9Mz0ZffYlCnjMpJJGytNAZvsH3d7ZioeMLMJA+nmLF0Me5p3FgOqkPftfLHdhyS
J0FV5qmx7Bz8qqseEhHJ32kXSvS30uwZr43hwUpU56eeiuCpSuT4xTLD7JHvQzlXpZ5t3Htvifni
Y3ec/6PuzJrjNtI1/Vc6fA8f7MuJ030BoBaS4iZKlKgbBCVRABJ7IrH++nkg29NiUS2O52omHGGH
XKpKLLl8y7sEf2wowO1O63uKrkTul/Z4kTa9/tkUzsrq1BpXREYz2W8kNIDH3Fb927Jd12jCuBZL
PP/LVnKhzNMgMBbmdiD10Nzi5Etz0GovTPEnfMScaGh3c+J259NqNNcq17R3UvXJlTIydY8KZ/kl
dz1phobU7t2c6ghZvlE1+6WGTPm3Dx7W7dZC2+QMSVNO1p3vzVlpr8V00WiIFOfB5rEamK/5Vb08
eDY4NyCeDTZOI2n7/IfKdeoOSrcqv7goq3FPg7+F2TD196lyzLOGNsQrN/VynSFNRqsJVDewIYQb
Toary9YBcC8uhiSb2QLnvdCTFtBvWYYiMd6DHngNivKTJJSjDlODrTYL4ei0cZIWmH41rlfSLKd6
RFDbpV04UYleYqgca7E3qQM8dulUPXVpSjvLRt36o78S5kZmPcGfwrtSG3Y0S4a/7YEHRwgQPbRv
2vGbUvTz5+EXwAkpoCu8CkfqOBCytjLra0Hby6f+fJST5rZRYjylLyx9Dhr/MFTaIki/0uLCJFUA
+zaM+ykYqld2nJfkP27OoKEOPICXTrj4/OYKrctH6ebqYhiQ/S06QyahNQA2d+2sxudYTGcrCsFx
Q8MuXhotf6MPhhuNo64OvT44F2VQBDdJm5evXNnLfXe7MHJyAFHf+SDPL0xWdY5HVqouSpHlexks
JZB70wmp3Q27X2+7LwMthgL/BFqGEgD+Ts+H8rS5WtEnVxcNBzd4ERo0BmXrV27opebp9qhpFH8H
926L6/kwdW2ZfVoTP9rkmzHV1+RDTb/zOh/nBnEIgbxvEqgdHRGTrtoodlo/ze9l7xYHsG7dK5fz
s+drbrJnXMlWJNg+/2FT6VMNwZTaIGfFcOkCGtp4g6mk3M8oaL9yHPzs+QKJYn7xlDeR1edDSUnS
ny4lC6i3MGu3jT7ymlm88hZf7pIQJIDC0qTcYpHT4p3pC1klhoLnbMzyODblA82dBKO9tt13/dq/
UsR5bbiT9ZrOuKJnE0mWWwv7EySbAcHI6hr3OnFpTONreiIvtcJIJIFoUJ+iyEtAczLeiBtw33rB
cAEVB8kU3AOb0MvM6tj2bXaf1P1MwSObvUM/ufWbYfbqiwKxgEhXw/Aa5e4ncwesOHXSTdP5pb6r
JyWclNUZLmaJBbxWrm/Q1q137pIt8a+X5s/2pw2WTh4NpA+S1ja3fpimSgZjo/xEXSRa570TizGu
4UyyPYSeVG4GiqHwzkd92RwUhqW6h8Q73qNKggxpYVFLiuZWa6rdQkQ+hj2tDfnKPPgJKokXwy5F
lY2aP8yC51dYV95sDSvVQzd1AF5063pG5cOO5FJZ9x1EwPPK6gCflYY8GEYgI2c01lei8J+sMFy4
4KDolMhhCJ0s5sWXg5ON3XhRl2tNBwYjIndw27Nfv4yfjkLrBGYnPVt4h8/v1G2qpUD/frzIkE+I
Szk2B2dOilfW8U8mF6hoqvDoFsC/O/WmweShrBNy0gunRH/VSsWDvUgvdmh5vRLo/OR+GIkwG90o
2HKn0oyJl+JLT+PwAtNC70Ib/CrufDLIXz81j6fyPBb2Sa/JkPgXqLXTjRYt1AmBhUJdrPYSHORs
GzHkiHYnrWXFniPX9spYX9sMt1dxOiisdh4ieQT1g5OYRVGmF60gV9LAQu37YckONCvbOJ+X6dya
KvctpcYkmsAZv3K7L18fvCRULwCLsEu9kPIEd9cJ6Fr4z2vznWpRa+vM5iMuJPkrPIRtXT27RbZC
BkFTk1tE7/9kQ2zaZVnKynTwrJDjA5L/lLX8ClUZs+y1dwhI+uFi+tDyGurWb7Ne6+Jfv9gXdwrN
d8t4ASSCYHjRNug0iqiwyLuLviv8UBbWGkuztyJBZP3KQ30xUxnK3PASiNpvvk0n95roWgCLPO0u
VDCVUTp7RrRO+K//7Rui54Q0DzJSUIu/u7r8sNdOdGunQKvzC09X7h7y3FsPu/SdytJ3vx7oJWCF
6hnvjDR3a8WifPl8Jxkr3KcSWyDtXgAfwoY281q80ma0D5p5aeoI09WSEjq7e7pfLH+5DpZuuS9S
274L0sl2NyiB8MLEUz0pV24uX51mXDYyZsPWazbIZBx/fc0vlvE2rWnXgrBhIcPSen7JBZafuZ36
2nnSF9VTaazY8LqNm19ktpquMTfM3ajVu/EVZ5aXk4xKKuBaFjFD07B+PqwbTIiTNGl+UVpOjVYS
67XNa7xjm6y8+fUd0qA7WVJb1xPOFPUHNuAN8fV8sDlJqeLYq4XYrygfc3gXt2s9k4ybqYM5e1Aa
pTgu65KeJ9CnxgjI7Vp97Me1e2v00tRuLZR17JshT/OzIteqNtTNxa1jx66cCR0crbOo6wVaEAlE
PxXaqrqnwqTQ+yfkL5PryRFAIfQK6mEotGUBtVghKwZOohcOPSAvxQC5qIQer+3Yum9U0BgbaEOS
knmJ3RbnCkfU21R6Xh0VY5OAl8BkaNjjm8NPdjS9asrDRmtfBEu/3AfE1kasdW7yrR/N5a3dg1qO
DEXm06sF+74gMWaUj6S9fqrbUdPPsgoVFFaEsGXk5alThqMx5EOUmW7pRH0xNMcp0RNcmtIuZuFY
nytbVJu6RyHfJGaZmlFaVm0SQRByZgQY8WHbjzC18NpZcxAs1Tz65xPYm8/0YwJnn7pTm5PcwmOL
yn5xkmOxaiBVcvoGV7WX03Ej/Oj6uHNW99rBEV0dA3tVa+TY4Cl2bj6ID36DLcoRWLar7xejbHEG
7QdVv7UH0fY74HDpvaYP4BRhiePCZK+G0mO9yoc2alCtyzGDnpzPyeybrDDIVwgolLYwQr9vmo4j
2sy+lBALMLjC5wVZL23F4zWp1PRQVlWfxWPQ4yO0zI72waoKf2+uvfGxK6162i/4JV/rUqu0fZlX
5R0ufP1+yR1/XyyVnsUTcrQ3PGn7k5H35nk3dN6ZGUzBDpsoeRtMU/2efNneB72obms1g7H3PLho
bc3lIR5zv7jm2Efo7zF3INkg+7/YT223uGd6oc87BzZWmM5tfS+ZJMUeN3nKZo1ZDw+16WbrXvMn
f6KMm2cfqkyJL5R55yA0BTtcXLeehIk9tGXkIrEORCrzrTlaTJnZmNlWoLY7WjVNbNa9X+FRabl9
WEymfOq2YhWUYfWtZYUPMUWk5mH1s+wDfdiGLxdQj3ZWkyR5qI2iuOkDOe7mfu0eaKyajzaGjA88
MJjO67o6d5bI/XpXmM0ERrasrCoGoSTcKOsM+2JcRRpEeWKaB2NJoUg7iZxrXta0JKHdBzS4sWxQ
4ral1AIyrgDLHLY+7K2uX9qj67V6uavwLXisgnZ77Q3WpxAa5ODTrNM63nUDIj8qfb9ezhI4cyCe
Bl0+am5XfpBroJqY9I+EZdHofh0sqJg3pcpLGXYL+KGok0lPX3cV1RwJY96e96wGcVYDuzAjv/bT
L3mRG2q3rtmaRkQ943uD3aTCrDcZr1LNrh+coZP1HpZUepfna+1HKbjF4KoFMXwVpN1yYVaWMYUZ
aC0Tc61gdsM6wHs+9B2xMA+yyrogsUQ5o0/S4nKShbZCeJ5mlrjdgGjq7LG4z2ZkKqMKWbfinJy2
z0UIVhqVBWex7F3LIsTMyiiHs8LsXXEU2my+lT7y9JEqTfUFu8ktc7EyhHxSSVC077mlgOrn4hrX
Rutld7LSB/240qm+6t28YjtMUTUIm6EabuwlWaa44naCsO+X3o66JfHDWWTTuG/Jk7LQ6YTf7Wbh
INbewj4Jm2Jq552nrLUL1TRzaGaJn5qhD2zb3S1GIZDTVr1vIw2UGSOQL9GyAAY23tAPJABImNjp
u6kVhRmKAVhQtM7srZG+Vn6zSysL5HEmUFOrssKwo0Bznc+pLfy7jgMguRxHMX6ZmDy39qqtiCA7
9OqixBLyqmgXo6Y9k89XuvQa3qay3LuiHVUXowJSDJHvauVyMCXI2dhbvGS4bEuUZy6VWICYa4nB
oQskvr0KaqP+OBnt6sYib9sHpZmA0qkHoIwgQQz2ocIiBJoNzG/oFElfxpQylwokhGgV7XzpXdiF
lWQ7xc4cO2jzZGzqnW1FHqZ+H+Um1R0aqGrcuO3W6dGDairAidblfeuv87mFhVodKyqmV6Dt7Qr7
A2ou581i6kXY6Hb30U3W5ixnndNfx76jDLWsWXAdKZHZigDLsdIHM02ubT8z9VBXnn7QFyKOKJvI
esEgTtZtUze8lqxsMxUjy1q6IRhD9bZrC2vYE2Kbfci6c544udsb6rirfTTYdWTIo5m+ArMScj8k
lEuv7SFoCWACodI4KBNWsvS9tYml3vffjGJ0+VCb/XYz0wURkA9rOXHSgnt64w8ezVzHUYUWA81v
/IMQHr503jJr37xk4X+bgn/2aIUanIID3othoUOtv8oEApr7KcHG6LDUpD2bx83whB6eLvZ4DzVO
hPChco6QyDzaaWOneztsFWu5k4T1n6SjF2/zwZ6+GVpPW3sFmLFEVq4BSPAUsgEdW/njYJbNF2gY
IgtFjZhAqDqz2FcmBx3PLrXcneFkS70zq0bksTBabBqCztasUEd9C8RvO8/Xtp7my46KRGIcrQCp
rNgpO3nAt2Nhc6RD0YUjVRAbvYkWTW1jLa411xpo8FuV96VfRfBRwAP81Exr58YGkIR6ryApvMM4
DOBU1aKSkendBCUS8fddgKnFvrXGIg8LLQUlW4oFf91hrRItwjfCUjEtxupm7lJhRmsOvtjsu8WO
BhwTehI5hNojt7UQ1CodaTkoILXeR8vEjh6IjhC3EnhMEXcEgEh72to6x5XTJTSuXdGCSkbZ4AqC
CIcajlNsgm1rdEA9MlqO0Zp0iBHkHTu6M/ljHWZ9F9zoKIh+VCrQ3jtl73Rhq/XGDCjINkWoGW77
bZCa+0Hv/dICCuxOb3LH4OHOvdKwmdKRWS+DRXs0ClO/NqzKmGJrHpYkQm5mvXDlWtyZi4l+Rz9Y
4IAD1a5mTNss/VaM0ni3DnrxWdNzP9hZEqvBUPmy+eZSWrXChlywDKVX6EsIrBnHhawcraccjE7J
bpYveVgnQ5dG2Am3F2Brl2qHrYxvxbVDUhJNg8UEtxpjC+9KtuK4r/JkRjigpJQ2LmbxsR6N5k5b
5JBGXrmJVaaNoX2u0hIsTjkm7rFPvP5zJVzvYeF4GcIcxIUNN6evu2iQDu7kebbINkS4yoWpSA2M
yqg/TE/ZKJvqONE4+waRpGTyJmo0jzIPMBBxlkDRMAfae6dV07LDAYHfWPW8biOvSulYB1PdQHSt
LHTYjbaxSahKmV8H0A5kARK3KJudmMf1nD4L6iyo/VVvxswyPvraYiKHvI7Omb50youcUmnvan3u
sD5QU/mlSiassxs2vuYgl8l/66het6K2rDn+EuUpJ5oEHhfHEsmzW3swBysa+iL76KhmUiFmC60M
C/QDzwHMiC/1sGZenKNb8iAyf7yQjgD146yFm4cerFTnph4nfA7mpHWKMEXJ9ZPfW9XtDIBZC+eZ
9mHUm2mHULVHYC6WRatiBwtD40gJVouEY852bPu9MA+uPtefGw8JE2QRkupJr615g083bnHbJTbL
P+tX1Uc6hMFPM1WHd0tWDf6nEnO0b01dqzwyEgQZwe+CAYmAkcHm8JiYOeJDuXMvx8B7MJVXdscs
mUhAoQw4684ui/6qF/7io63LoRm56dp/hhGBCIWnggzeFriyG2/xNUBeY+s04YQZwDszzYUGMFqI
t+WAU25oj6LFBJLSwDvq7NbXAYETitqmlzo7L1tghlMTD16TZnlRe93SQWRtjE1hjDand5LyOp4S
dkZd47xN2Wv1JFX3VEKNS1vK8maqmkCEk+11WEzl6RrXQzsfk1K1j54txs3H2rmVNE3JJ6T9Grv2
p6kq3XiAumTGlLhOUtWmGsc1d0frnAJCGqWjM2CYO3O4J6oggHeMFDPDxMcIvrC7Qwfb+rpsjXRf
rEsQ6bMwbulU+FGftdbO6Y2VME5N58LO5SHVURP1ddLccO3kvO+oCuy+p9r/9WX+7/SpufmjTNX/
63/48xcKUdjZZerkj/+6zL/Ipm++qf/Zvva//9rzL/3run2q75R8elKXj+3p33z2RX7/z/HjR/X4
7A87Zqhabocnubx96odSfR+EK93+5v/ph/94+v4r75b26Z+/fWkobm2/luZN/dufH519/edviJ38
UHXYfv/PD68eK753l2OO2zby6cV3nh579c/fqG39ToN7g1mh0sPso94xPf3xifU79VNsLGgTgwDZ
hNzrRqqML/0OMxr+EwYbwJi22uNv/+ib4Y+PEEKn/okvAEg4eKfmb3/d+7O39O+39o96qG4ahID6
f/5mnzR9qGvSjaRLvekY8HunrjRzntvLIjW0BOukwLZQxZUcbY5j8A04rrn3prtUjwpemAhFYEHx
mJPRUGFFiTJ0+l7h3uslGNAl/pKeOZPMdj3YUDp/3gAKslw8ktRuNLw91Ifr2WwdeDCpLsDWCma1
bLV0jJjf9bUs5XrTtomoQ/aI8pYgTXtvYu1xl1O6z+HKFP5ClLpe61ACENhGD76MkmQ9GPpY6KFw
c/dDOYCrjh1weVZI9KVFxeQVRagq+EshYk1tVBbdejYShr0COjtFiPAk6RuBaqN6CqjhBdCdM9JT
OPc1h3l1jm4CT05KJz/ze5zdcCRMOMKWai+p3HOI6ON5CUUpEfODXZG+AYR9nJWWHlH/qa+kbV24
iSqhspRPTeoEuz6wbq01IQ9pRsnu2a6XK4CG2BP5sIQ2nYueDBvcV2Kvr1Sltz3xh6r0H/dFYRPe
8eavezpDaAA3/axPzaGetM8BSB2wa9YljJw6MjLtnagJs5Kie61097NRt3luIKpKRWErXv5QuXWy
TJQC0N5Bs0bKqdCY9jno0jCoRjtEDsJ4pXl8Ugz9fpcowG5EbsIiKrjPx5PVaM2a5jSHxTaXG/Bx
+hvT6brYmNKMxGqVEIXM+ZVHu/3o6aP9cdDTLR/BO1fOfnMIIP6GIIDYvovEQGFDePsfNqU/F/6P
C/27ONOLsTYMzFby3XS0n99grY9t6sug5TUu6x4MPfmHdd6jNLcGwoiBVKfxgprjfg3Kq0KpNMrq
UXzx2r6Iq0wzw6Gqmst6hf3kEuy+0nN8uQ2x2W2yVsjF4BfunrxuCTFvSD3isMH/4Mo+v1CSrqMZ
iOmI987f6z18f9cBSfXGwAEecUo05uxHP0iwUv1kzc6Ygel+KsvXhCR/NqMQDYE27WMQ/cKMTS5J
b8uhbyiFJPaZFKkiTW+XQ1kVY+TMoOBXQ8y7X7/mk7bKH7fmQWnyoehS0z+Zxq6bNwVWwc1hmoSI
5hqx/kYXr/lGnBL3GYaePcgE0K/8Q1fu+WRSU1OAwnebQ+adpcNbX54lUqdOEeyaxrgoZbubqrdT
fdS0D0O3xHYLE7cVcaB907W9IYO9VvWRSt7DFAjrxtrjqzgbXykjbgJBIbzDKCcPXMRen1q8JA+J
5R6ltSvT/qLTv9qDvVtoe6f9Y5WsZxPxd+kdbPuT6nZo3yXlZes4oUOlqayNQ5PcWilF8nF5A5cS
FuEUVZUTFWtL8kDpSk07p8n3qUIIACGRVyb2d2nS5+tus0MDwAqnnU7EKRxJBn2grXnRHQS4vj0Z
TUay6ji3tcCbS7TeEnVWt+4bi82fWr0R1v6EFC2W0DvHqeSZPpX5VU4B6ZBoi37ohAd6OO0eO2x8
wxrztD0VFeBjv55HP71sfGzwiIRcSFhwsjXhQDsuuSHlYfHhuYc2Wtycy1+899a3ClvfsN3Bv/xA
Vk8lBPKqe3Df3rp/aGH+rZjyl9HisyjzP0af/w/GlLD2ty3uv/6K3H4WVap/XD4+SvX0LBj984t/
hJZUX37nyKLZT+ORPio49L9iy+0jEA1AAAycbf7UwvoruPR/x1HKx06XbeL71/4dXPKRzp5FP5Yf
Jl/4O7HliaARKqYovNLhQyzcQrkXfsHJLtE0mWDvs2IQ71QvDHdEz6K7d/LQbtp7tRmNJk39bqgp
AbcitaOizMuopS4cwTf/oJDHiWCfv4bA+Y4d//eS/H5d0D1hCMJF4EA8ZZNMZTfrtTNaMTTxKVSY
Ah4dicdyuXzOulbDMS/5pCm1STVvEam8KWoPiH7Z3C+rvpx55cErHS2Wrf/eMID0Ti2M5DK9DNK1
fOOlyJiiX+CEdeXfrGvSx97klTunGLtISkvsIZFRcQ8wzgy9wm6ifs6ofC2h69Ov0tp12aFrc9Hi
5/dHN/xvraf/uEqeraVrGPBqkE9Mwbb/B2zyr4+KtOj/h2xt4wT+53X1LnvMy8f667NkbfvKX8ma
8/vWDCfaBT0JK4Yp+0eyFni/bxkalmRIoH1fGX/laqZOskbQspUUNpuxDcX/Z67GjxFjkFkRcDH/
gQr+nfV0Gi2CYUaLCggKwrIkbKe9bKcvO9QcRX8cK01dYndSUYReXScUVlZlr8RIpwEZgyFYzuVj
1wFN4JS2m9dabpqG1R1ho6gN2tkdtXxOY/qw6ZFqKxX0H97DTwLUnw2IwtuW1tKsx2Ls+WYhjKGx
fJnLoxloNPQCO9euMMqCjaKX9c3sTq+5oJzmNdwh2QxA0c0mgyNuC6V+yDAao8lwaaPAhU6BoDBS
uN6Fnvn1TT9CLW2g1e2p+LVfU1buKw/3NEpzkXDakkToNGSM0MqeDx1kWlIbescjFXTnEVI19yU0
8FdGeTFfGIUb42kCeYcwe/JEK3xGSUUZpZtHdU4r3rmvUs3cS7yJX3ME3X7r31sqMNVtLKC3BINQ
rymxPb+jBCXxelVTd5ymBofVeetO9XeDRQc9KxJCweQVs9Wf3RzHGvBCwnjqJCeVPGuSGqpUVXf0
Am2Ar5llR32etMPiOV9+PTFPUFncFSLpIFZw4wGsCSXp+a3BRNK4fE0daZ+knzMd21q2ezfVWkzw
WD5vIPbOeRQYlIoPeW3ZdMBGfXhNpu3FDXMZG0mImJvbxb36+WVYW/kqzfLhCEFvfNcvmha3A41R
3crqVxA6L6bnd95TwFDUMkgktkv5YWVU0nI38Lg6epugVJiqRNyOa18ef/1gX96Rhb0E1qeA9XHD
O7Uhcrum0iZDV0cbPN1uXkFloPDYHsY8f81y76dDAbdlQ9/4gKcEEKNclDPMOe9Q1XWcgRt43+eI
ArjUyu9/fVensGbmC3EYhwT/ZTXAsnj+9Aqn8zzgW+pYBIVzyFeC9mnu+33HomfEKUh2az7WF97i
wGD3nTU2jbE/l6g63v36Ul5sqduV4NthkH6QWZ/qIJRt4MxFVWOIVYkzXDCfsgaP9TJP963+fzFl
CPIAUMNwRBqKQPTHKVMmYk3BMqkj/V5x3DocR61yjFdqbD+bmJyvFFNdrLjwb3s+irRBbSkh1REH
jTQeymq48GpDvnIvL/YyHpv3fXeGHMNhdDL9MyGGxRgydVxmWiQHWQRaf1P1Xe/sRtvtxG6okrwN
E2ssX9NrPp2nnO9k1RsmD1agQ0/7+Q26rV5rfTvrB3sCSIOAL9miAq9W7NpFSx5+PT1OKUp04Lbd
moiGEB1ljlOctz/Qa/P9fj6Yqawe677PkVf1dLEj+9TPAp12HMB0873Z986XNp2WaKlc65jUhcBU
ZG7fmI2uvX3lok4Qe39cFCxvdtvN8PMUku3rnIzjVM+HdPHdqC+lvKOHDLPfXJeoqCgt0MIdr+1m
AEBRGs5e1V2yx1jr1YVMrsvjfnaq0fxxfHjfnNRGgN3189cB6kbRy0SKs/Cn8dIsSu0Babp6jUDZ
rLddJWiaUfa1djD+fVSnmJQIJnrYCghb+4rqsfapXkb5VYqVskZQFkB9NBl42h4kYk5ZOFuHae+g
vJSEGqSWLER9ZLzLzD4H5m+UGR03ozPu0q6fr8zV1JtwgJr7Ed0/9B30xioV3ELLuC26XgwhzEHr
Tle57YQQzyw8g1I6aihfGuAW6RTXXYyHVjXGRYCU4ZsiM/r0WAqLisKo+pXCy7Sat0YG+q2i2ezK
BtnMolRcF9ZKNmZe+Vj52fkKoCz3woBrraMKbPRHs0ua6ajpnTfvh3Vu5K0jK8c8ErCa7nvUMal2
oU6UjWU8yLJRdST6VWbXnacFQFYyoGHTh2FyO+o2q1Uk08VIMQktJZX4WRWz7CAza0UQ5LEFbPXB
9/Ic7BSgCzoPVofoESy2YigfaoH3As2yse0A3dVymKkdV573ZtLtXrvWxaKPbxorQEILaIyH9Ypp
Aq0uyVJDt62GFTUtw7P3ddYMNyYPNI8RXU7VzvfBIoGta9vs3GmF/NQlUDYwDkKqtal5MMAZ9znK
1uRxQV9XF5q5VNPe0sWag6uEartfnNboL+g5V1OEeLIaQzlT4451ZNVaABxm54IiqnSAbXoq9Tt6
up6AH48HTejgvmuFAgvC4aM5G/n7Jui94T5F9rzde5mFpFfaLnC3JTJs0BlQOPQvh4qVfyiyrs7j
Wmpqq55PtR5i3JPKvZem+vLZzoqurMKl1rCB4Yftm1EjzIgrvTKRrKxycFGIBs3rLai/xHm/pLId
4zrLyxFwHlJvF4YD1WznD0BpUSEzxs69BlayWgFSH10trrIJXEXspxkY0dWxu+Ewdl4WnOtJgO5N
NgdJetVXlg82I7GcAbc2SD8+uXci61hkxgwQJzNrU0S11eaijIPUp1DopehChipVCp/XwnHQhNE8
9iT01yb9vnaMQQv1zgyucGRbmMDassq3JYjk/gb0hWeCZ3Xq97IF2RtVXWW1+yGfJgvllXb4YBUw
72OjNkdcGOtCZh/8zC4ukRfvRNiWiVcTtKDc9Hb0Un2NZ9YIwCtEPO0zu7Ksy82ADbBjJZFTYkc1
YdDPsOrfMduD96miehO2qMe+b/JUN3ZatmJ50nBaT9Cx65Tgkl4bVAgsCfXsa+fXAMf0gmj4qgcI
jFyq7SGRCiZ2WtGw65z61gUoM4WIzvRGrGYDcissCRvoo2G1xny0xmrycjjXhWVsaMgkNsfKLvc2
OotmPKb2cqX6QrSxMFHOizC7nKoQuTZNHBNjwilHrE4BAqGqEPWpHeTpNsGdabhyKGh+hU65BKE3
aXYbGwCtP9eQXdcIzhCEDDaChHa1pw03aOO1zT7vc/Wlttzksw6/1Y/pfyxlpJsVLTtQzrmIe89X
bGxiRtAS1OFw22qix/IsMbQnp0mm9jBY2fqhzUQ1nCNxuA6oqKaQlFNjwcuomECQgJSekGBYBeBb
YF3+rV/NmRklxQLppp8q7MCHeUIrpu/WTfVincawzNIWigW3OoFMTqwzNEnyJJzAA9bRjFoeHg25
QHsdbRe/uKmmQd4qdBXf64Oa71pJXHlAFF6W+2HMau2qzgsNwYcxkNdZoDA8cfMAszgi0WCKWqDO
H6yhSd0IFTvjizuk8nFc5ZTu9Wbx5J72QXc3ECxshPkMJAvalUWP+jv6qcw16ZxDG+6RJOpVtpvN
qoDmqqG8FHkjOMqw8+32LHdKfThkKzDxuF9WfJE9XIKpYCXcEfzjAW0e5dmPne5nBXOiNrPI6vGE
DwWifMist7Reoxoix6U0pxp8vAk1rl5dyOuY2szvc01UT6toys+wuMW+ttX8ELhze+AUrD46Tb9+
NPoAmnUfzCIBZA0CiLc3cXxVIODnM6uh1Bwpa5g81qjBe0daLtuPSC6Nx05N2rcZwNU11Ze0h1I6
5w8OPjYPpSXlO2UgXBQWTSdkBI830QG6YtF6MPNFfZkqLcmitEIcPwLsJG4xB0wET7WxwKSjnfFk
GjXordZPB55c07f3eZI6aI1mvnO3icN+WvR0Z+VAfYdW+bt1TNIlNIQlPy+Zi3qUEXzC/uUaywa2
Dgt2XtL0G6LQvS/6Jb1uu9m50zbJgGqaIcvVD20/701V5nFSIcEklGk9VHm3tUh6+4PUxKVbtcPl
2HSWG0+tOeKGhNqTM4F9Hsyil5FZgu4qqwY0MYce0Whzzf7PrPZqN1JaO9FF6Y00NmzVvxkMb7jt
iwYpotWPJ2t2dv5a3+lzji621YHPM9cbkRGpe7W4MDRMNLUU7wANudFdSs0yThvrbq06WNJDqmJw
wzdBb2Oc5Oj8HHzQRXnAAbpeXQJGl/u2bbDbduVQXpYAY5FZDb60IDBv6sJCS6sxZifqBkgwYhrm
T0wwg74BKgDvnCLH8zkt09GKkPW+FI17oXonPff1ITvaGxBGDFO504TzYGN6fdnQM89o6tf2uYaC
dBsKZFgQaC4pac5ETedJradnFDzMWNMK+8kcTAN/s2X0OSvnD/nkfUPSeTy3g9W66etSP2qDWcWe
VaknAP/pUV/GeyQPQVS5Xv4NGRljiOZ1fV9TnEY7q/H/F3Xn1Rs3sqbhX8QD5nBLdje7FaxgJfuG
sGWbmSymYvj1+9BnsTvdEtTQLvZiMQGDmYFKVazwhTeg4+C09D3EgHqpVdloNMPC8Hyp9NqziIT6
JRNIo1qt1V+0vZo9cRJ+FAPSU8DBi+SqFXiKDIXjbiht5LvILcV9aqnzQyIU7VLvq/SGJpu4qUoo
AqKcwGwXqZZ/7zTvolwmuZNQSAPXKq46tYBBKzoLyJqRed/UKXnttNq9H0cgTAM211nLy5t1aM/g
GBFf9xZkj+tURyt2zpouAKJtbdHGXdYbvEPN10CEWx8L4wvK2uK+KGbjC6ChxeI5xavOVdB4mp1Z
XJaanu5XLkpZT/cOT4aPbWNPOdwdeWWSKNOsPc/Dfim1O9RsLtwmzg9JMhibKc6brRidL7zP8oV6
rLIjrF02WaPbX8By1/EOzRuEuQYTGbWwH7OC2EtYgpvLBdo2JoO+HZdquROoFKF1vMDb8dWET+KP
Vmvu+sFDkNlUyv5gylp/IjxPf8bupDa73rKjr3Xc0pW0JnXrSq1EhkRpAWRiaGG1sHECYk/rRUC1
89NemHilOI6+NatpeIGJnXrfZJ/VUFDqsfqal7n2s+wBCO27fBrHHaj4SXyJEuDntLv3Yipr/fvU
R/mDSMpF7iIPiPit7YJQDNRaEbPvEtVsOqH16ZOTewI4cOpIcL2K3hmHWRjTS5vTGn+pwdpfTI0G
2byaFC310euU97Ea2Zs0KraQEpYpEDJGZhedvH4nMr3/is62A2RUpk/KbDWhxMXNCXPFIWYd4cO8
uJqQEwAcC5qfZSjetIl6Zh5gsFt+i4TRLv5IaLcpAfH0QVPrzZ8+LpdbdzbEPic83MY4YG3Kqf1l
ANzV7hXLI0ZKDbP4A3JRpTtoJEa19XhmnAAOkqz57exxA3xFyQJDVOI5isp62zV2ArwyN4fH1qKg
HehmQ/WwA50JikdOaGsDusRc2I48NP5cuSQoIxWtzYGMMlyC5Qj6M8V6K2Yi1i38a+Tn0Ji8b4cR
pZl24LdqyvJQeJm6BG3ZyKfczObXbnQdoExOWQGWXeSGwsMt95G5V+HPfMcqztk3INoXajUimi5L
NyLYpnlS7QtspuFcOE5nXVJFFP2ml161mdDE/eqNORB3u51jBEf42BC/WtGEvKGYH7cFerS8IcB1
tAYigOynpd/JRjQ7jMabPf0fhXe8bi6SLJH7WbWA9+h2WvyE++G+crLE11Lo1W5ilc0lGu8hZGth
mw7GFd7CtzIqqkMymfoFZKetMmaXxWSbl9YMb8Cn2lTu+4UAr89jzqwXzfxvTfHojKkFwjZtEegw
xm2djd1jDinjdjTV7HkprOE6rsv2DthyvYsr3WFmswEmdNA3AHitABCSsrGz7rdCUqImxhwsXdTs
ckfdWtp0w1y+0437piSgtP2+NoNOsYZ70sFvvWvtmwXoul3nZJtl7N5E/La+Yo7DLdFQdEEKtYUB
3PkIXo+XyzCZBBNQOTjoX3ozJXAe2t4KM9ORt5U2XzgNEmamgdUEdls1B0Y0/gBFCcqTSB6HEgSr
vtRuYNiIJQaL0bhaEKvx4PG0UcNSidWw3rgrmzwBtFVW5GBlg9y1P9iF+DnUVp4TFmRmd0MMsoAH
7+tCuyDhLqMNGWiiHkqnVdbvWSTjwa0HL0FnJB7sjZjiyrxOlsXtDl5ZcFVKVRo8QV0XHyp0LbiI
Ouw3e9t3o2jXSZOsrnOb76VoafY0xViam1zh/vKeEHJ56SpJczKdvK2Z6pCwwa5fL1Wp8Juq7vXS
zN19S76/bZRR+a3lQJJrLJlTZxH7xSn/tHZzlTuIpCNaFhBbYStHOKk1h952DrRpvpIKPzRq4VzJ
1L0nzbD8wRByl/dohceDhaqs5X5z1scc0/jhaQCMnm3LdGkOhUKY68Xp9xhWgC+N+E+8GlrVrrcj
5AdRNLnejeGJEgnL0qv9ctYrfiToeqBHGIlF4LuNvL23G2KhrqIVsMVBPk8vO9dtNB7NuP+teMmj
Z6fuBvy6wVefLj0HCtSgArjTgPmHdm/OgZPAp6IKU71WY1feFw1gD0WLdN9iv5kg2gbt+5Lg9LVR
OVxmSGTcyceet7BufV2NRf6UU6ZByclGlWDToRY8X0Vwd81gnJW2P6BbDVfXi2xHbusYvbBrvVSy
7KLIY/wPfXzlxmeZqPMqTT57yUUiulHh38cxaqTARg2on/VE2YX+Hrbdutor2g7OQSHvOiHccsf+
Re8QwR18irFH7ct74JVaubMVo0i3M33+kY00N+q9RNMvCkw6MssF+l8el6oN2Hyr0p/42qE2N/qD
Y3TORlDFXFo/w3gsvesXrNh34wLIPOzRpLvyctfCxSdHc/+S/6OAQlu5TnYQozIk28KMx/h7F4/6
D/IeSf/KW+mtPtbtIobI01pdqMsx//vZiSd6l9SfKI7yn9+BsJO3kydhOiD8Pj1brZzyqySL2gKx
1NnOvsrKyjxewCyxd7lbWETY41AuO7eG5XrF/UnBpBuS+haBkuVVE7aQwSwStzhgTpU7+8KZYE1g
g1gzWy6ytD1o86gWgeVmfCGXAwc1xnLrLjCRGSFJq2dz2Rsiyms+luh/5mlEFj43U20s4A1JV32D
S7q4pIXWLtd5AlN6Xw2AJrdIpgzNhT42OkHpYDqjvOfWxmPNTy0ZO9vF0ikc7OHBezANVwc2TjHf
PyYPhcpGAjOm6taBYbYEbmn27qZHwPgh5iUrdrliJAUkBuE+JzlC1lTd6vEg7LL+7lFHCCLRPY9z
CgAob5yoDUZSK1jkupi/2aMl9rHd01iE/JRomzaq4VfNzF5sULpNkJiS6fBlMXUILPRNACSQEiM7
WA2xbW1VxaHUYxV1avqqTG1uedtdfoJESa5JrqNf6LTovH/A6QZfb2JmV8A0Rg9+mqkV6rKYv1mu
IX/C5h3hbkwVhE50axrd75e1SJkvU6oGE+YqrU9MusBEURUXoCwXg7qT46RpW+EVzmu0CCTZ1d4p
7yBd5ICLu0bUfl55472t1riRlWYjbZ92K5Gx4ch6D9GmE9eU0bMCUgwUVF+LaZHc2ovXJWGUZ0UR
JGleR6gVl5AZjWmE+Si9qeRZ0moW2sIi2N12qpI9D22mlxc2BYeXgvLQfWNjMrAxyS9uLGpVUNli
uNS8H1gAUB5a2j4oIi/xdmkyqNCfBmel6cx994pdKI4mUbaOS2QBAsQd2KkRATVcY6Gk9R5NuUrb
eoZcgIZgznxlDUjuXgzoM5pwoGZqzgrCnb872AxQAXWtID5KbbzfRplpB9wx9D9070zosNo4DL9x
wLCtQ5tM1nQReamzV/LRWzY2Nl+aDwB5+NMWXTPsZCUgGE5Ik41+YajNbds26gsbdfjJCQFu585Y
6sDqo986OGs4NdtzGt+kqZ1eZxPRfeCVWm+sdaPqwa2U+iVpnUXz0dZHyScWavmLslg0B1aO1j/P
U5dfUtBXqiAecq56MiogezhlsEEkXtQ3deEaBQLGgjcyGnADhRwrpp+2M1nVpkwFwjk9cA0RIIu0
3GNDQZFYLyYSm2YxnIaCkQpaVZvz5k9uZP1TEsXtY+6aZeo3agJZvdQT+6FOo6YN0qaSz22WanVQ
j3aa+rGu4FLYS6oBviNE/K3QnaENCFoJqJtJmNyTtKNurCxm54k2Q9DYLotBRaZvcb8hBGO+og5Q
gXo0qmUM6orU0589Hb5qu8yIKxWe7IwQYxO73FlmNO48yJE/YMlZ7a4C4XyFeXYbhchouQcmZDCK
Zcjf2LA1X+N8ZMONgCR+RxRk1UCf4U779ey6P6gRelf2PFbofVe1B81PTrPq03NRq31j9THFQRFD
sXEbr9kVaLKGzugCjRw1BcMNlAWb3m9o7TwvUxNrGwqo8JWstY4c6oVFoazSapuKpKRPhkGSmxO3
URk0Nko/cHChbnUrd7JYyahYioC5NHDfelxGs32RZmy9srvQSZ61vn2uTKHfV1EDn2pM64XD54rx
clLTqd0kDg2KLYzwyb6wGkPXcLaJy5u2d7lwcguRGch5bi2vprhnh3kjFtK3qTuBZDZkH7+KPmle
5IimAiIE+rjsbK1ZqLonNQQ6y5j6ZzNDoKShqDNktzGQgvFHLpr4SegDYTp4eoTDqClqYOvHUtS3
ndm5GQ9PTdlpbHV13EpPg2+QdVqr72oEFbowzhwz2TkYVxi7RkZNGmDyQaTRmpI0pK6M2Ni5bWd+
0+tpUjZVPkv7OmlSrSLGmdsm2sZDD62rzB24P20NGNZvcORYNrLLmGVbNGNxOWNthZWI1HT9xmu0
7qfUksLaeU5VvwCYaOod+K452vamXenXBuAuN6gxHlRu7VJVxWVCNQEnc53ng6qpsZRbygLx9ybR
xbLp4drh7dPFdDkavZM7K2308Zo6AT5gsTfGmr8k1FQo4WEufTvbA797OmpRD3l6Kh7GRnNeyh69
2d1YIj679pUocwKUaqo9BI3+2Svzsb7K9XHAoVOvtcafRV1B8ScUqHzqB9LaLBl36KEk24hw2sLA
YYPbpMZ+GN2pvomg2f3qDSnJfWxl8XadI3FBRL5E+WbriTvt6LNWBU23BLuYCX0nZWezq34mRW0+
a7yBio/Iux3fUz7kiHdZ7XgPMKXdaTNMepaGqZosNyWVoARmeeSgIoCWzeCXfWQhV25Rg9qYPaTL
wCZRPIC6Ty8wT4EIq7OxL6LEW37Gut4bG0qr1uNKmRe7SpRzi+AEqeAa2aqkEz0uUn5jjQW8W8I3
XqLYSi5bkXTZDctraYHRx8vtWI+OR2lF076XTeLmATImXb2pp9b4UctapcNS9utSxwpBjYqa/W0z
WiTHUewtKGoMc0xbzDVnEWSFHnGXYBpz4PnvFqArRE4bK++iyjdiu9AD2dr6ZVaoyoSx2SyuqkJp
XDLQLP8KapNSbVaOFJxoOGmu31D50tAz1KJQjzLP9pM5te+J62MXjYWifZSYqUSbZun01ziJiigo
26Xafdw3fot1oHWj44COdb0BrPUEHjN3sT7Ydd3ta0Lu77Y6zM9500/PrestpBM1tNaPB3ynVW8g
zA0UB0SOgZLRcW/YgoztWIiVIBjWxaGWRvUfSMnjHUJD9hkuzCnsgT49+m8GEEJYYvQBT4aaZqca
6ZcuodtaPCTdoB8KeISfJKOso4ADQA0IlIzqnFpujf2sKhhFTGFqq3qDHmbqcghLb47DmTciOYP3
e2/91sGA/2A7CK7yeP1yfaHBrck5XCJA91ATaYoayzVOX+d0Id9ZPjIoMiAkwcE7nOImUeepFGdB
3VN3JX0RQyUW1MrpzAZ8Zz7o04PZAMvkgSA9QcCUGtc/IUkfmn0xklVn7t6L1emXXSvntGXfmxDq
uYAyAYk4zik3yhhHr+zMvA+B4y140S0vRlmflTc/wT6wHdCvhR0IawG86SmiD4uaCoib14XNIn5n
aeVtZ7M/B2p7ZyaYpvHD2XAQDU61oKwe/gIKj124KPDCK9NMLqrCa88Azd4bRdccByQbWE/O6/FW
c0kTIB/iDU6jNdvQuqsuNALkz28Al5IwJjcGop145B6Pgq5KJ5Q2mUPPzYYbhzZ0EXS6rVxllFI/
afCyomRcw12lmqFHryrDx4MZVa/C1W6nkGtdkkvQ0Mb4Dh/S6SIegJDkSMeMZ3BR7yzjyh0D5bxa
XrPVj8dkd+ctjYAJcQx7/qIl5Rhms+l+0kvm79SgIODtDhMBueaTqS1pXWqIho6hXNXo74QWlfZO
dmqlfhJCuq4hf+mQ/kA/gfY+nk9dekSwXjSGjj3J76Nq9b804oTXVDrLGZ+pt5eDRrEfX0CyKhy6
Tu1bZdWRDZIVh6WLU6NhYC0mq16EtSBN+fhdevuVQKquBC3oRkjGWiePReNFk5yGxgu90c5QdXG8
7wXE/N8fj/J2QpQrLE1Dxk01KQ2cHKnUa5B9cGYNrzg1C8u6mi71xrah/5fd8/9kKC4JrjxEA0+1
dvtpwL0vsrTQVMSw8RAQwj8wl3TrcuvM2q1H9J94L+CuCGus9x1Kcsh3n+C9CGOHRDUzOGPQavwB
IbRp4zmF/qNNQDZt0W19qBYFQwXLzM/cHm8/G0hRTjOyiyt69FRKGUSWnaGfTBEfo9Cv3hLN5DCq
/umbkFY9DyHsxxUXfmo4UHuDak1a7IQlJaM9vu7RlY6015llfGcu64W+AuzXcU5HMSe7KWlyMooV
yY2e5/1WBZr26aiI54/ulQlOEACjenJ8DW4ECkWqw4rR/grU0UawS8I4+iyOHnN7fGew4SV04Ek8
Favv27LoaAOpYdJ52aZFRW9jTgaqU3leffr78HAQweqoAqzP4ukVO9bSqczZCum44ymM8fFOHdB8
+fhEvf0+5ip2y8tuWNAST0+UBdgJNebWCs21KBvPcH0Bjuif3gXwKlYPm9VMgCfj5PtoakkD0qMn
M2jZiPK3+BUl6Bx+PJW39xCI/FWMFn2Flaly8ugq+epzRkk1tDHzuonRYbsy8IQFqFrgqvfxWO8s
G2zXlQHEtccRPfk4iFHhQIJ3RYhhhlADm8gl3bSGIT+9sZEggjnMWwt+nFf++F1KJXJWGaL8Ib7s
s784Vkzqjgrbx7NZf8rxXUdgh7AE+hQOJduVjvhPxLYRlwPwfMFsZte67EwlplyRqAFF3Wpfq9Mn
BV95aVfrd1Sl7TWcBNh7Ml5LN5VOoBkqvJIgPt1lLzwzOvON3s4KSW0LtosJghoc+smmy0uzpAiU
0uLGq3U4jChFVAF9pEgNwG/NcmvZ2XiOxr/+6sdLCR0D1Vf2GHcEMz2eWkm1yKU7YYX6hITjfd4t
A0zHYXDKvYmJAwWNuIUHXkQG5BiX6op5Wy41Ld2Pv+j6xU5/DQI0HYkGa+U1nXzRobBdGlnCCku7
7S5KLdZuLKWOcDCbpjtTk9NNY+Dx8/Ggbw+FxTb66xiCLTQl4+O5oxNMbT0v6LzCZwostfUCDQei
7cejnNrIsKYuctOcC04GqbC5/hr/oKQsVacAvFO7MG1H2wScbAmUBvNphYtWbvRlwog43rqxumI2
UgqJoTDV/HVuXUU7JE4hkF81IVCjimjJFk58DS09wz3b3qX4MlDo7dOJznxu2vHWMlYEJqq8lR60
KGzQkUCKVB40GDrDpz8aGHNeL/6EcEMqfDyxvO8aK5NmD8S8azdg1C7jkpB6cmY6yB7k6yGe0zPR
6NtDwpi4QxLKr9Q3Uz8ec05Xa3k4YaFXZss9wbwSVOrs/dBKV/5CeN04kzi8vaS5mXlvILqxQTDM
OhkP46pEn5UOclaEA6Oq5eHIPz7WSMw+frxR3m5HhmJyzAvqBgXy46E8J0KZ3DO6sCMtfqaD0R6E
I855jLydEDRFnp1V7UWDyney6YnkoZkpBbuxafs/mp3mlxER0SaNbfPTEQFsFOIonjYNrqB9GpI6
ktJ/pLZhWqv2BWBJmPZWHJ+rxrxdN29lghPIo6wOze1kRpWiDbbXjm1IdzJ5mEBjBulY5p+dDFr+
K4eW4IPHmv1+/HUQeZxy3czHUO3q+JIghRpJq9mHj/fAm6/DKAS5FBZQVwIqc3IPAuVcS/6dDIu5
KPZArJO956YOTgLSDj8e6s2yrUOh7I+HDn/Yp6WlYolbW0uQfpwiS3/MS0c9oOFabz4/Ch6PDhbP
iEKxhMfLNnTIjcMRkGGk0vd2B2k+TU3ZftIViDsBljLiRdT/yA24jI6HoY85OEJxh5Dmr7mdYiQ4
iimqPsnh+jsKyTa1qZVfrJ3sAVw/hqmShQztuIa8g7vXxu3pbX1+yRzSAgi+JMJvjJ1B6GNnanpD
GEV1/BWfc1xhxzn7+flR2MboL3Bxr+TM4xWbzVnt5y6RlH+Thi592+k3cToVZ97Ydzb0+qZba0yz
RlHrLvzH4xctWICYU4rAKGKg9QX9VB2yTTvTs0qdUpwZ7Z09TemPi4BElMLSaSW97qNFK7N2CBfD
ja8Vere7bHKmM0HuGpgfBStwuyDvUpQDs7K6YhzPyVBBU7plPYRImGrZLjYSLdsmZSWq6ymu9dsi
VqVzPXZStQM9t8Q576L3ZkmST3kJEjgOySdrWkkgmyPQs3BoRf0FrxdJYf2sR+TfKvbpNEEd2BqP
0d/X9nia0HCmyZ6ZZl0Y2YUem+lTvl62uyVpk7tEB9cbW27yUsM+37Zt5KETkXpn1npdy5NfgpK9
TU2I6hJB/cnBbpZ4RoU1o6JmrXbfEJ82VopZpT7lq1uy19b0+vXpXCXqnW27VqIIRSnb8EienA7m
HXE8PRlWlYyvcpCmG9WSynUPavNMMvPeUOgikNVSuaEXeJJcWCVCo12ryjCxYDXSzB+71xkWxFWH
8si5kPe95VyNvFa2u4VzzMlyVnMuIB5qEuVcN9svvMZXVTvPwtd7TexE2vChQWX/+vRdwzaiArZW
hzQe0eOd5ALpgXosJdVK8NRZNIzbyuumz9/Oay7taeTTKDydFuSdPJ4MPNrGsM8xqpNC7S4BbJ8r
EK1f/nRDchx4Z4gL17vzeC6chSHN25Y3YGrmPeECTmyq0uroggoQapsKy44/n18+urcYTcH/djn1
x0NOxtzoK7w3xKM7R3cKNFNBxfLlfzIKsTUDkFKfilj0dBmgzPFSzzBVDt5iNpu4KOLt/26U9W79
x3uQli1+vRr9DBFhTF4T6wTDqHubj0d5e6bwXSLlWq8ueg2nWwGu0tQLK4WuFwFtVJC8386Z0yP8
XJ/rZrwzFDoAlF7J3TGeOe01FauPYNsYMmzRnwO35W7mCkZcHuefruHQAjTp2SL8o9PrPKXEi7zs
GzWf+EB9kvsFfkwHFeL8mTj37eOGViJHSF97aBzYkxuiaGerc6Ic3vC02CYQn5bKtcgzhGXBaFcv
bqTeRqWM/mhzAZnn4++2Hp7jw2UQjP6VkCU34eU53h1uiQF3lBAtOB28x1hBBHxAOvvMHvx733w0
zMntns0AzZHjlyHCxiZNyAybBkRtg6HEsSKOMwsEi4dMO1BVH7Bzsu9tgGULLMxvn58vh83k1sKu
lzjpeL5pG7OD02gIc/SF/dIrzDsPY9bHj0d5e+mThgGYJkMirKTxcTyKKybMW/N5CKnljPkXvQZV
D/7BHb/xxEyX2axIF+w14LUzj/c7n5POP2ZJa8a57qnjgbu2KnvXGPpQjnFzY/ewbwwDiOvH01sX
6eRr/pUuYnaIVnApH4+i2IAzvbbtw1bE4jpLvDpoSrMLQX+eSzXfG2pVeETuca17vNEOLBZzlDmX
PzI44FWVHqnyDuxnKzX3s4UOakb0KpGjYAnRbjk5hxEOIwP1NhniW3Od5gAtlUn7XRNvol+kbz9e
wnc+FIV7cAbEO6sn+Prf/3ErY+2qU7XRh3DKa7ErItEPfjMk3dPHw7xzt9CrJJxaMw5KxCfnbkEK
PC5MsrR5wTtUzZJuC4zK3phSMZ+TOSZBFI68wMorPdMvfWeClo3kMNViiiu0aI8nSJXdrjwgpSF8
T7GVZTV/M7IV5vzxBN/ZH2SHIHhYRtpsp0lVAXcwqpCDCmE+zemhQ2k43eW57LBsNUb9+8ejrct1
svHp8yFcwtXx92wfT8oqsWMsgEiHXWyUQdcubRM4kEdQlv+LlERcP3LOzPDtmBTA1x4cdxa94FOx
lErvMsWjmRnKFikhyj4t2o7ur3rqxgtzys+5H7/9bgTFgB8Qg0IOBtjI8RTx1nDbpqHEmFiCktXi
1Jh4zM7m44V8J9WxyKhpk2HdyrzUk2EQeJ9a1SHV8dw8RDrjhzq1WeDF8e84trfmmP40PdyGO/I+
30rq8OPh35skQmtUh9k54G9ORrcUJR4RC+F+1noQzZ7eXcHmn58/PwqNaB3BN1YTe8zjpUQUAMit
5AhkNGsDGyfpbWcCe/z8KDhfcmVRk6OUf/LWVF1f4z3WMRfFiC9h1Xn7YtTO3I3rghxvfA4zcRBa
XZQxaZkcT2VsvTTrq7INQQskQZPV1q8uK6ZdlJnZ3cfzeWe/MxSpC0Ekn+e0sJT2amE52UBxEY0n
CKf5VD7gzKsae0uXzj3ONOLHxyO+Oznc3lbZM4Oi88luSDt1qmkHo3wvnOyrl8JbBGE6zNhFYjLU
n9n674zG9UFPy6WAT532ZDQtr/WlVLsubE2r3U4qVqJ2VsPH7Yzs0+80HVuiOlq3/EnAc/zVBN7W
LiImbZj1gwlST8sekQuaDn2EO9vHa/g24gHIxguNkPB6rk77twMWVpUyUbWXDiYSECaRz7/F22TA
u1rIJrupJl39NapRsfxb9xWFyfdF6d+5SigQ0gBVifvZN6di3E2jZU1sEmytDhu3KpynqxHvcOUp
lfnK7pT2Brq/CJpObqJMiT+dBDM8IuDr0GtguT7B/3jJ9UTT22JBOAFNwmQ7d5Eapkl25uF5u2nW
QWwXRDE3PCnW8SA9ffmks4chtBM6hLhgxtsh85TN0pzrib69GhmJ4gjykfwdQcrjkTR3FKgsLOhA
oLiwizuq7g0OD2cetffmQ+BIDsdZp2745mrEyiQHOB/OurYSaVaaStZ5gZfJ7MzV9c6EEIeiK0IB
Gb320/JBa2C/1Di8n4Cq8u9pOlgHwHbl9u/+/79QSxW//385Wqxb4AON1B8Z3nNd/+NIefivP+i/
VVId618IDq8+KuvWJcFlL/xbJdVGJZXwkILNGgHgcc2n+0/VYVP7F4AT+q/cXwT/BJL/JZNq2P9C
NpVqMKeB3Iqf+BmZ1HU7//fDRji19n4AYdKPp9lE6HO83U0rdbEJM7zQdCckYSIpHvuuG58jyofX
zqDoV33WaHegRM5VzonB1zLS0eCUeQn9bV3XCSjfJDfIpKrOKlwT6vhO7DF4FI/M2cFX3IkiKKvq
UsGXdax5Y0d2L3eFiC7xE62QP5yL166FTFIPqnE3uMsYupPnPHn4A35FFaODelCNBv1uK3EhN6Tx
XVJ7+n7UDXnn5l5Z+YNltdom6c0EAStEIm41VId+RhF3Z1aATcZmN7rC2630h6iyMV3qsLRM2p+2
OfX7Cf2dHfGj+2OiMEbBpx9B9Uss73xox1YPK6IcswsPTv5iKdASbK2sfk+mm/4hXCn6A7IAGnLh
IxoiEGSH8s7sIc/CRSquxBjF15qCuEjVS7vCPEQXN0Y2QeorBtG8euMivuY11ajNoDXJaw2z76XJ
4mrroNy4cTvNiwOzx7KVark5xFs8uqW2Edzgj8oouxezGFGfyYtFQOjk2il9KNyYik1Olq8eTuUT
jjYtBua6B+vLGfOtM5futVtP1cHB5nMruUH3MQTxDb61fSDaWdnndZ7dzm5eA3KM0x28mewP5CRl
Ww1J9MWNstbwTWgHEPQc/Rqmh7Kh+Dhda14kHgoHG+xxUdt9HuU59A1kX3KUpndNjW+HP47Tt95K
kYrGKbX8NeVT8bJEsXY5q4OJw2Asd3NmNE/mUGo7AxrpIyKcKH6mC0aHM7hWf9IyqFbUwnM/h07y
i9DUuonMFle1BUsVfFUEnilJHW8Khaqkn6nthQJk5otYPQnmIpo27qD3u1Sk3Y/e9TZImXzx1HaL
m+4SVOVY79H46w4Edc1dL3TjptIaLNZWeYVCxL+4IJSLwqnzoFlwIUoqtb+slNLc4T+kHLKq0J7I
JTsY1kYf1qkm4Z2o5ffc7J27zpnnP2VqoPZt5nP6Fa1rRPW6dB5gMpr9RmizvFpcavkXVa3O35y8
X3x1gRuAIIcHd9Cw+mVrYHy1K6tYHLplPsBifYUPFCEAJuoNJ+Fnw8H17RLOtWFgQGBK+HeaMt9a
tuL+Ntz+OkE3qNe8emtJPJGsSNlaHTWWWCK3uLBkUQMtDMpNvqE8Yl02OGxpsd2GSRJd9LF2LzpT
BGm5gPE3D8MUbTHOG64yryt3VVkFC4wbL9dRNJob+TzqGvRL/bXF92ZjqPFvRfvaCOXL4sCSWfEp
EI3upiJ9qvv5obXbiyg1HpBi+5qn5b2eNPtssHwPKSCXRo49pNeGjXx6NCGOlgEHKHsOEzrlWyNu
H6oKp9JsfGodpCrgf4JYRTkgjzUwSI+zZ8H1kUhJmA9Qir/Pydxf24pd3yBNGAWp1Ru3nZ79mhP0
bn2cxr+IXrnKZ/tCYuqFvtDeHBN6nb/BMWV+YSoXgoIkmrfxSvFBbajoHlQPxQ+WwIgqNuHQJBT2
3Sv8UdE5zNoHcy6uas/0DexqkxGFWRxzVomANsUztTOTNGiT3thCu34tbDvDLdDur2lDJIeiBpQA
j/jBzCProp1gOMMcbl6NRIGGB1VwN2nWJs/nG62vX+CPuygEGMreRi4rG8eH0UrNLUjv+qtmya1e
FfEzjS9kRqQXoKMMKTe5kOXim9nzWPd9aGvDtob1HORcmEWOc6D4bsnK8GcDj648+13pzX0GoDLo
Pa733v4yj0WLwGuMflr5CKzpIXG/YLX7kBnI1ZV59SuCvItqko6/oB5d0zLwzV5DW20Y750S1Xi7
hHo2BFpjugj8pBcFCm3Akr8vtXozTeo1ITEcbnk19oVyLe1RbudU3PFxN1Pr7hOJkp06OQkymd09
ijCbTHWwYq4pE9nJtlb6zh8xzVDM9LppLawvtIAXk6KHN8Feb5YvOjfVmNV3+oIkn1IjDqlTc3Ts
9CVO7RddwKr2+FZpazxnyGKlXnU3JOVN3mp32gBAVnWzi9bGtRGL96tMwc0cDiCUXJRu6C6llKzS
m8xQbjjUX0GFojjKT4ttG3kv76DliAhClUWXbKqCbtEhJkoLjQ0MCXFBvRmlvBLK8E2MFUJBFh4i
8Y/eSFFhAL0F584JZzW9RFpD8Ru4K6TX19rsICbX2vfxMFxSlvtSLaCqMuXJMqorbVT8LDGhiJXy
LuexsLW62KjOvO0SpIxQwDqMMYzXfvEgzcKAx8OzIOGvpmnf/wd757EkN5Kl61cZm723QQuz23cB
hBapBZkbWCaTCS0cGnj6+aL7ThcZXZFpXeu74KJYRiAAuB8/8vvNRwbnC585buaHx47abS1RzQrd
YNOq9WHMzeNYWcnaqH6yvyKwR7EOamS090HbFb4ZJukywsAf1DCTPmhKlRGOEQTUAOBDaVDlLDWl
uCnKdnyYEY7dFZZxlzGECcfRUDzApyOUPH1agBEJWfQDq0fkLutb4RiEEjeHrbNJZoXJ0tIK/BHP
YhcrxUTMH6le003LVn+tmBNYTAZTJCZKt77rTrYv4yDdx4442uEkWDgIviIMXKz6VIb3IsbGEMaP
82tvd3dBmT+prXU967n+NNrZ6ByQ8H08sRVANzDGb3v0Ve8cgzeVmShZJSuqb66XJ+PR0Q+tfHIq
NEJ7g8/UiPgmV057mvb7croywmwxFOqTLexHY4LT0qfIkRjJdy0ncxYEUQo9lay/PRb5dXvKVQ96
82Jb9c08gtgpmHacamsXzpxIs7qx1fbJkYHLQkxeu3rGamnOqqU1GfXqwrPt9DTHWkivNnsMZ2W8
94X9CKuE2UwTFkJTZW92jnZDK9pFnCcSoNG4nUUdsqAk/lWY3Xehtq0EbAgZ3zRpdQ/15jFD0CgQ
iCjaETx0aPa2mV0V9X2nNJsMetIIlicEmZBFxcOEILinUtRjpbhrUFe71Iwk55jcJeRWABua+LPV
dxcCfx+UW61WVunQRrwb5RvkzEUalzAQ248kqI5uK3e1ka/d2v0+JvFdJQSP5SzVxDTXqB/e6WVW
wdOShh9V8QtjoI1XGkzJWcLehfa0V8GqNfmArWpZ+QhSButSUTYyCiy/nlW/QtB8HsdFmMcLt0RW
Z7SLQzMG9cIWwQz9JUcidNjGYySXMpGHxOlAgmDBLImMIr24yBSK+oZR3bdaaflaRhGTtKm7Bf2e
DKlOI0TO8T6sacXUTrjGSrFWTlftU6H4cWdpT6EJbzfp4rukb/uT+ma1QdeRX10yxgrbydOGftMr
SLgqsTRWBrMqaNAqrQ9UNlxTC3gcTVksrAwd4Q6Yh9ktVar3a2ingMA0Zr+FA5lSaVRtEwNE8zWc
7WU+Rd+o9q+jLNuJrLg1IlyyAYvida394tYgbeoxWlgTsq1h5ca+wL1AmTaWK4rHvGRQ8tSrAPVm
WEq6pJaulIpPvfwJtcPbYJ6PzM0Ni9KWhNCBxbuXwc+xMhcin27LGLZlVdtinQmgi5PGCx6xieRI
sE0IAX/LmzjeDSd6DWsLROvUPOW4bpswdLZBDHWjr+uVUgEpi8rSR7j0Q3UTcIlF/ZSeSJ229kRe
ZBMGdE+HNZZDS/32tCgtiK8yAh6VuPb1mDFVXkbpFlqR9KiGHgVJRyTLqxc6W5B81oDZKjXJ9DIr
YJpmzCOXudH5YQk7D6bE7Qz0LGlh92OoEWb0TUv6qNpidO1nCLsS09bra/pk0kVWKptmTB8Z5Yx9
HQXw9CQFp07tk5VNR4N6sbRmyC/9M6KkJ4mnG61zN7EcHwdwskYi1mVrvk/WHmxmwkDZBFdzmPdz
P+5jXfkpG6dfnMi3+GZ7LWi/6w1ujjvne1gSg08PHlrDst/ojdm8Vl2wtGt+Qy81Sp719FJIRGCG
ZH7lt746Q/jNaJQrNJrAQTAp7mn6ifZT9G9Ont3qEwDAxhwXApO5SCyzYkLdRB9MrXXeja3FOzGr
C/hG29ZQD7GiQIKUtLSOB2SloZ7J8KGwpmhNeX70UkSVo7qW3mBMR2AUEEhcFSobB3sadzApMK6h
sWj0O0qXu9qGa2vF86pLushYWilmR6ktDH3yoKfgsmhYX8ym/kFvCCiInunFaGlp04NQrGmJpOha
L+OnWoelm0r8ekxu14LCamTvGaJdDafiegeP8SHTQ6VYNJmJpiQ11XIzuOxrL406Asbc+ebaebNV
oy5dZ047rMpec7eo8li3Erd7WY92jboj0MitMgXFFrhfvtLiOFxDqtZ/Vq2pQeCLJuongz1vijLc
2FENI4ZYwkvGUfXUUQmuE+ZkwYiVpJjRaVbELjLc4IeZWfq3EJ4LIr6MWqUespPxDRGVGkIKk0Sx
NPWFflYgg+CfRvYeLDRXVkOfEVm6o6r/TIk0sBmxmnl4DfXHYHWneCIaYFchOr8tDSGXQ1WhH23K
WlyPdZ+9l0NQ7vsyFhuBSt8y7ZNhO7RzB/oMAI/dWTBbYrviuE4riApua41r2HkkywtX2eCb5c+I
SpcLK4JLQfOPvZpsR76bWPlDqSSFSZeGFjxatex/aEyQ7Zw2rb4h8wBONIMK5SnZNO6QLOhTP7Lt
0rcHtdhocRHcJ23prGJX6JtOCaN3DdTRBG61Rh9ZF0PubGJggZgyF4lCGlzHjzaNxDXT/RrYlmA3
jhPAOLfIEW8wZ45OF8Cr0yNOhji2gmfWGeMNPkXnQrSIjKvwJInmEbyYuzGF5B1ZeMhtaum+VK12
02qu8TRIob6WOl+A+dmfc+Ha9xAf26XWpLS+yjG8anV9m0XpkxMrFRSCWFmjswDaQzqlttTLqDwK
dxjXtewcwiww7jBaThkG4W4G2rdZuaUl7luIHa4fSKC/KhHmBIHGNXdB1Wlwgmy9foxdJ/o5zH3/
klijvq3NvIcIN+E3G1Ic5y4XRyXoOA+Dod1Frgocz52hMxLpr8c+il7BfCqSEGzCaZv7zN70jp3e
pA00LbU0m73bheNqGiIoPRQdvV5FdniA/YaolFk+yzAfXq2mfW5GFn857EMCqnVR6wAY4DTFbwpq
8pBIGTFNCZk6MDAGbG1/Smt4v2NP+9FodMkPIyqTvQEQ6x/0WHY9DdTwnm1gDnoS3FhKN/tkH6pd
3/TyKA0rXVBXv+Znjw+JVVjrWm3lCpGH2m8s80rqBHRlA+4z18artugs9rYY7E0T9u2+tIZyNTfN
/CYMkQGkVelx7NVxzTGT3co+DL4n9AJtrRA3nz/aXROo+VF2/UTQnNhA3bAhm3qKkWRuEV1Q/Akl
MM+YGpsAzDavxhSIs6cHBgw0jbRZBLrTLzUBuAT5jZ95bCbfiSOc9y6sptUUDMGhrAzpyTACDYEy
+EMw2MDoUtO+NtrBWUYOkLRKBydu9CnoQmoAgihEpYWLuHKn2blzKAkTjkSdzaqux+TZcNviBrX3
nHFvprRiI1EQJrCH27QZ+kNkz/NLqnLcWVFn3kaqM621VJ32Ru921245zS8cEgbusVNYi7Q0uuUQ
wVvjIM3iY9VTbvKsuSzeOxBw9xGO66GCoHJjuhVM5kbXHqWKPxdpbbWn1jU9KHbDUUO4B4rIZXrf
72cQMhRstdUcB41fKk2/J2ShM82urGvXiip4SWJe5Cb6fs6saA9VEWUofpfJSiomYPXRTTbd5HSL
PpFd6beKWr0K9vWC81RZNgzdL0KbS7e0DZ9k4mHS2kr+PKGsCR+21JeqKYK9rbXX1ZDfW9KO124A
W8d28Cy0mFRO3eXG/Ww3va+ZSL2dZqwIj8uQW4Rz+43Woc5zezfe12XRnopdxk4NwMYIM3EIHh28
MBKUk/oQCMWVuNCjulEHp7sRjD4/hWNtHiDbMeNKRU7dzGUDbpOOEcsvIL7QFGKSPGEab/xejAW0
9j4Mv+t5nD+ywXNxUNUUOLkx0Jy4qkOZvICez5fKANalHfJC29CIR7dF2oUwnhX0JR/yukwfGUgF
wT25bnYtzamA6o6W4mFEV8cbRklOQK3kLVQMh5wC/9+b0pOiuhvVe3swTRB+Y/WSkft70gAxaolD
mCdMjznXZsMJCcE/S4+m2xcLxF/QroqLIVs0VmRdG2bTrdwBvKEjysFvtdpoNoArxTKz1ZXVBRwu
boleZ4YwzNGQ40B+AG/FhJlde32U9WLTW2KbR/rJ8VeCGxVu/yrt54I2NidhtbfKQ6/XP1Ormb2y
reIfkSbob4YGUIKlJyOavtW10JfWjMiNBFRL9kxtvuMzTpZXquBpdpUTix1yza3iYyrh2znCPWnj
kNZFBD6LxyfbBS27CEJsOKmSmj0xqAgaGB2hKN29oNomC3UNJwvL1yaJsrdAJQu6TMDNbHo3pPg6
xW1AiDi48SZKM/chy8W8ake7iW8KZXTJSNkhTaC1LTGQ/dQR8GXoPG0N2Bp4rmGDhqkZh92S0Fm/
d7RxWA8gdG+iRHMebLKWnEF61x0KOolWg42/yUCwi4osWfBkU/eh+6STJ2VBng7BITn1CLeGV5ZO
kC+rqup3s1nk+MNGJCWxeBloS8YitP0wO/VmREML8exiWAMBNl5OEvDfDdF3qMeqxc44YRr9Cu4t
SUr0ud9DtWu2Y6EG1wDvjCdBn/W1CQkc+BrXpzsvdrZNmXA0qFWlPzJzFqOoIuf44aSivR4iKuR+
PieWn50WWpaovkThaq0WqrEtkIu3KZ+b9b3MkH2gKKQkXhFN03U9V+IYF9b4gwZ+jZTXXN7HY1U6
C0jT2lVXFcNNOOXaohjsJoXGnpbodme15p+oLK4HjTh6kDTD0IWZdY+oJontxEx34zlkYr8B0ngP
+wl+V1fSSOJPCdTohXUQQvPVhMGRvriBklhtBCoMS7eciURUelxgZIYjnTT43iIlex8oV6lV2Xtj
REuOBE1cH2StavsAIW6+KuVej3VR+oockeNISB5h997DriKbXar6UTfH+qGpZPVYMmFo+pEY5t0M
0zn3bRGLpZqSCGME1FYBAxvz9WAHKI7QVaStioFZxFob8AcMHLSCFsEF3W7Roiev/Eg8GOx7qy/3
xKb1SoMJcT+4Qt2hS6fB82Ra/JbMW7nTK2i6fWqM+9pFkDlrjVMoGEFRU5ucVaGT1owqad+HZRAS
Loi4e6hK3XpOEIddo19QPtauiKK1TrL4FdljIWA4Aj0+mlFuz/5QgDaspwL9XAl4LaNo5RlG7J68
EUd6fd2k5pLeVW2tkyMfn6ARWtcEJWpxnDSanRYBnZ3pcoaQvMqHupTXRlyX145SdTakqwKoJAap
/t6UZvJDSgdFAKuIon1cNe2TlqDP0CHcckJvFj/mpCo+cq2pwBt33SPkNbZC5hrfaQFDochOSzim
8Dc3o57bWwh15G7VJBXHQguz6ybruqvAKMW2MZPOz2Ijui6hxx1k10QeMwKIJmZKdU1eigXVutpr
7CRasc7aCY+Q4YJ2mYZ9/0girUF/Jg6bZQjA3ndgiS6JKPNVCAB1G2OQ9ikO0iPL4r0pLLwI8lFr
AFjtnWjd9mFugG17I9SK2xwrEy3UWWcFZHlU3DouhQqFXCcaIzjafVn3S8oGxTt1hxMkespHqizq
tBSdYMs0snMVz6hP0xsFeX5oNrd1R75MhRv20EaVAp3c1XYUEtERpV00W9oNnzyCPLnCztVrJsvk
IjYmyMK0tYVv5uBo2VKLSxTOe7nsLPJMYP/qH3xXnSCuan/aA7IlbSuUG8sd56sWnfYVs27awgb4
diwGhXDLsKHVElaYOHayxPMa6psgSMUNiO0HN3Yf6iQY73ImMJemsNrR46eaIZEYpGvGv+bH7NST
RzAyDB20VJrx/GAwnBp4qCO280wNVTRqsIBnX93VTk26obbrReaExUseO80LtmU4GNY0HxUUI/YR
8dAhLoz5MdQ4wFrbql7SqNY435gjgm3av2VJqT4UQfOeuyF53TIKVhVJmAMs9R6GvNSzHr0IylFd
n/d71Qjy6z4Z9VeIDBsmosadVvNbs7Rk9DjsG7klhz3eWIVjAP1syBn6ZP7SjJA8yQ8BkdlsjdlN
AnuRCeQcar5iVwPlhKLlwBfVD8FgH2J0tFEmBLVrQjJcMW3eT6pTLpSTcnVU6O8ps4yO1wOspJ6S
6nXu1zRHbnSOoZU1xyDuihJ9WsGQ/U/LJvWoldT2xiCbVgTEwxE19X6JGC+g1bwpdmOt7TM7qVkm
1rNu1EBB9V5fTaka3MSDhE4nYyNYS12I1oehk191tFx4dD1fZbG0foSW8po6UfTklmTKasRuzRzA
lpmT+CM+sw5V6tpHNtwz437NaQB+MpDoGKlWWXxssuUTGaQZf82pdOZmpfMUIhCCMu5s+2Ob+Hbf
bXUF7Yp0KI4D/HkqBuKub2p936dk8AiYByQGThF/p17DLJiei4QKzOgw6Wc7PLZNmXWRyoJXTeeZ
XQ/W/aiF24opc4J+fSaCnX0Eihc49o9hUD/KbHa2CSN9W/yL3aSPL6JvT789a8VtmDjXWVJdDUmx
JMt70EvlJSiKvSMVb9Sy7ai6d8lY3CZDfURzJudV6NnGcYNbaWQUfXvT3KSmQqam6AM/dMToidra
JniulqcMo/Lsgvf2OmGQJWrvBotRgd4UyqoW4wPhyZ11EnW3BnxwpiXyHzNZ6t2cTDrYVKvuB6Sh
bOMtHtFegPWXhYeMGGrlhi5iy2UC2nVFCm3ajUJnyHxoqucB+7ee6Qj159jRn904bf0wmgOf0t0p
Q1UNd6e2vdxPO5PiKf3V5MCbVA+BVCbITzou0N0kSA6jNRTkRIZ825Z0v9GFmr9QGycKz5p6JXWE
kslsULgfjSuwhNkaOaZq4xLpdV6hax9JNfIQSkmXbTnjSKK2g6lsouw25by7IoglR1y7U7FWrWC+
6jGI69HOd5xa/XPSlbPXUMFfzGlLBYBYfquNUfCkSAt3d3ApOLaGQZiRKmRrPA29HUCozrBSm4KT
SvRNdRvCTxw2TEWHHvPi6Y6B/NYj/J/WiZPMSOC5bkdDH/bZV8MBLHultPUjfdKz3/Zzup/0Bhj4
EBjLaiKZWuiSqT4RDd03l7Lje1pGpNUY3WxflMks78BAjJSaUBQBuzlB4swKZWGapbnN5yw22RsI
eipCgKVvzebAeT08ZqKpDw2qw6+W6JB4InQlwjfVtnmXVTvuxsSKnhFwbvag8MlRD045PBaKASO0
oXsj9Pu40vG8kDDFUHRl7veDw3k7x4zA+LGuPU223bwF06Dex2q+T+Cj3SeWu3OrzKz9iqFkhvfg
VWb+SOON4bHSonFH+ggdKjA8iKpxZs7Lagz6B8ohJkJBqvustb29sPSq3LSoswFpLo174tZya6mB
/aa6gghX4kgeQQQ5HybiDa8d4+GkXkt3B/wVIj25iHBflkm0BUZLHZk0EFEEUISXytaf6xKroAme
lsVjKv0C4xC/k9YtaThGZHsedTncmVGYXGmpHvwUYUJ1FT+c81JR1laQ2h9ancY3qBsMFHnrSr/W
O7aSjzoFUGtzCsIlLgOFokL2K3Uugo+UMiLFfqK2eDD62z4oqBtHoRRLxx6mh8LsykcrCMIN+m+l
57hOu4IaH1wpqHJtgui2tWd8L1SGEENX+vtcncuNgpv5zZhPc69a2i7wl/qXBgEQxvAScaiKps/8
VCktv4KHfTO3UXw/NV1128Pj1mIydGiWTxXZJWwMsG7Gihh1iBNqWnA6U9yaOUn3RZFaNxI8+sKO
c2n7IY3UP9B8yLaaKmIPcRr3UEzYHCEV8aFSP/YVM4mecmucVmxffRvWhoJuWq5HEKLniCqoah0B
kkd0Grj9rupywoyqVt8qEdiIYZjmQaE0sENrp7iyyKJsTqM169Au3qKgus8Cpcy9iviOJCr3kKmZ
kJ4reQEdMgNVg9aLUTv5slbdjyad54dEQ8Orc+KfeiWbvbCzbEmMPR0dBJ4AUYfOAxVy5S5yuu52
onhzjLOUXGcwt5QwKIB5kZK697qwpQHDOnFfszkn1IEsAjy8za3bUSvIKs1zjdiSlhAI2s5UbKIB
ErgJJ+fnYIQ0dlSt8dSERbjpZj0imSTcFfHjxk3iedOZ4Os8p7TsVS9QstLdghpaBsYO0jhVH7NF
JwyWdh5dFW4bLMiHW7dKfypVEoTNazuPYS/Aq4bCLU2GWdVOI72XqaG5JU2l3qBFUd50SdRdwQIv
j8mAWIePxhjAdttRt3GWU0gY6JONM9l85EocPXfCnGKPN5hQ0RiEsyyz/HEmt/VMvo3kmCyNA6Iu
BHVzJZflQBdQFuaQYmVvH2JUJq+TQfSrqga97rRm9yOQSL3VMeTzWUuLA6jyAF2VjMKjVmMVXbu9
68y5uNInND0kbBUfWUL0UBDGsuj6yKlHaHhfwywh4kv3Vo+MaRG7mX5Xoo9wFIij+UPlyCd7QBEA
R51pmhsrOKl80JSgVOCXKlqYlmXH9I+fWT2yJqbLK8OnCPbFbNiLblKgRLe6He/R4Mr2Vt9OC5iJ
CR0Lp/A2hHoV6Ma4q0HZPZM9pBMmTCi4lewUMjHX9B7HTIXI9HGe9fZ6MhHGg6Odf1eJyNZhOctv
QRM5zxCHrXcjr09OACqfNKKNvjOaKiKJaobAYPk4NPlixPm/dqZG7pS8t686ZSYlE0rjqBktmplx
J/dTU4o1lXe4ylmPapbb8KyqPqrdwqaavyVzHDzZiTKu01SpogWuk+A0ldV1N2PralUnd2oORXfd
SNt9jcLI3qi6bENPJ/GDuF6a3Os13wuJTds6UrYYNm6r5h2LvB4OWqiNkKawHejmubH+zvBztyCz
f3TRCiRTgp4fPQ9kWSrtVCgX6WTuuh7fsG0GyiuoDXQI3jTmg4pCUWWIYtmLOnhL8xGtohT28ntJ
l85NR9DtLNRMyRIPJU25LICT0/j4s83xGqJ5euiViV4WtSfnmur7lFzaMohAhXqpVcqXhm4V5mXC
mSSnoUXgllrfJdRdqtSHj2NBcm9R54wzmHFE4d7EHbuqYQxc9bR5LRl1lUsdLIzM7JmCBu4KJXHD
GAuaAgzK88JRB58NI77CM2mnxtPfe0PJqMMqcw1Ecx3tHENaIhFqT3J212SyG9op6e+ZAjv7lk29
8WhbzZBvAkdot7UM5C4wcfCXeqJAj+U4zBFXjd1oSYyAUW8orKLKNwQ7NVIZWyop2YRaO276Nsy8
Cr/nAZmAeaHQ6RqvfukFvvnn7/0vVGBvyrhom7//93lzPkMvQAQMtHkZq6Cl3DwbHGmqfgj6oUP6
C3gEKf8ur7dxomExW0p4Kzpq6qVBX8SyJGI8OE4XnbrIeuTW/n9/djtt3//+32BYfvkmi9f29b9+
Fm3cTlev+c+///fDazyc9Waf/sE/e7NVTfsbg9RwP9V/NlMzIfLP3mxVNf/GnCwd1nhrNuxq/s3/
683WrL/R1sp0PFGwhvt76g/HmWwjfovyN/CoTL7qjqM6+qmj+//+n98mOZqz//5k8QiAGza4UP18
EjOTcWgwfI0yIB0sMzMVHpz36E1X1yhm0AnIkPIvr+RPlunv4wj/utE5PTbviqlE5Ss75vn6ZFNj
kpv/2XjKH9c+dZ7/MhdSM7JlJHqWHeeI0r2f5T4ZIzHSCbBqkAmFE198MYPz+6TDH3c6G6aQXd7Y
Y8ZTyBYxF7Hp6P38/P383iX/x5VPs1q/PMMYB25AdSI7QqmhhYpyY0jMFXjxD/oXPr/F2Yj4H/c4
fZtf7yFjUzgD96hjb3zob3LUI5B6vG5fUMt6ad4+v83pXfxhVv+4y+nd/XKXXNFbGhl4R8Mtuqvx
WqsX42t+//nF1ZM1+7Orn1m5lOKzQ101O4av44/iR/phfDS3Ao1Gv1XXzo/2qH4xxn7xTtrvzxHg
P9MyW2ZHk61xpceeZS5yenIoa31MD4DzE3MRPIf/0TDvH2/tbIDMaE5cwJjnmmLNy+a37Kv55N8n
IP648NmsNdUmFHQmLpzWXvNUP4g75Rr1FbpuvvjlF25wTpUd8VEKo+YG6LuQqemurO/aQ61s51fz
q09xeuV/8tHVsw2eq4lNoMsthg+SQ6rux3v6xvQ7zVhm9CTvop/d5vP1dcFMnbMaORpxt+lmpIG3
gUCIFoWJaiON2p9f/oL9OB8SJ8sKD8SIsqOCd3AqSwRIHH1+6Uu//GxzK7k+1V0XZ0foJvYSlR/E
iPtq3OXJ8NUE4qVff7azaZyATYPCOIojxODUTMv6q2m1f0zj/9knPtvXfVXSkxVzbSxqfkUn1424
a3RPf9H98Luz8YMlJfTP39SZx/SvLfFv6AZlsAyqsqzYH4LECQLT1HuftR/2bfBttr74HhfM4DkX
qEUlPbT/8UAfxnLeJE/WKrr9/AEu7bizLd2K/720wqXFlXUwP2gpXUzrzy9/4Sg6B8wUcha5GNLs
SI65Kfegjm/cYl+9tl/gJy8so3M2MMHCZKkjr19o+VPWIE4Tii8sxYWXrpz+/pezJyIb7dYzP33+
0T+Q7vgIvpEP/Wuv5eyEdsH9FU542mCZrz5gf8gV2zVN8QRXX6yZS2/mbA9TjkFtvE2w1eExJLdv
x1/89ksXPtu5rd72mQvA/NhODJzQGfRcMx/y+Xu59M7Pdu6otFrBTFh2rIaScjRVUqp1KOhQtV6a
rUU0n7lfPMbvg+v/2rjngOwpjEmEUiI/JgihdMZ9Cia2rqjVz18xFy/ZIeXsHI6GAMUue06PkUC4
vQxLxHHNTs/p+SpMny7PdzdGJbcAK4zSMTLvorVBe1hNR7hdGvDk2nKnFnOw/PztXjBW0DN/X9JW
15VZjf7j0Zn89Ep5ZEoQFIa4HR8Zdvlix//5e9XOR8pbpZcOfVv2gRY8X4SAICrAA34WihWdE93q
80f58xOKiOf3J3GRg61qZLwPgQveT6ZXjO2T9gY9+sXyuGS4zuyiYTVlq1dqeoT5SH0l+hY+mqQw
K4+Jjc8f4c/30b/RyuitYnY8UNKjKE6THKgBii+ufOETuGcuTseSmSPLTY/OLNYGZeaaxqXYSD07
+MK1+fN9Sobg99ffZUZN/o47dKLezu2m028C8dHW6kanIvf5+7kQYmju6fF+McBNRDlUngKkClFU
lyk0n+kl1/ZITX5rSm+cfXBMn9/r0rc4M5ZG25G7KGhO7NqnlgqENn/xKS4+xJm1LKwhMDuDK0+3
CUm/2bN+QvOkkR3dDkYjLUGz7BcW/8KecM+Mpx1EVQd3Mj9SSVG3TlGvSOchxJ6aX6W5/nxTaOd0
oCIZqOwM3ME4hkgEO9AMvPRGkUvjP8Ph/q9V1twzC1XNahc5ucQqU8uX9hNymn/tC5/tZ9cMoq6w
quzYjNfCOKDz+sUXvvDWz7GUbW6ixhLn+bEpbnrzQ2PKM2q/OmsvXfxsJ8M5C1GrzVg97nOffc8Y
3YnyL97IBStxzrmJVCItK+7SY4UsuhfhINuGu5rn5sostKfP3/qFwJeWy9/3sK5iph1QBMchTOg4
sIp+ulZF0d3ZtV14Kk1Wizl0p03jlsmy43BaunOh0zs/vlEuFBs17If/iCzxr6Vln20PmYvMMBja
OfaKEz/SemXtA7f8yiJeeJu29vuDVnHsVIVZJkd0MJmAoT/EZbbYeUvs/DRY1ZEc+fyV/rnDrp2j
8ApRM4ESyRS/BUVOaKuMHHoce/q4kGT5/zOY4r/elnNmt4ysmpCCxncpSwJ87VrPtp///ktL+uwz
IJvtVNEgkqM50x8x/2jGZ8YqPr/2hWPpHLpFS1s7zUZRHqm1vJWpbi5c3K01AiJY2ZQCfYyG4ue3
uvQZzgwV3bgMXup5ebRoW6YzESVy1Ny2VKF6PybRukuLyFxCSKkY8FStv3jXMys22Caa4T1rOH8y
zSWikkAmAnVxqldaPhvq82e76CeeeVeTo7b9lHEbek/repHQLeX6TPnRF9GJXUDHnfziVhdeo31m
4EwddepwPm3KjB6Ddf0+Nj4S2V3gjbHf//z8eS4suXNiqxUGqLwbWXIUhkqmZFyoVBzrL8zKpSc4
s3BMtqSOtHgCy/GLwEtUxtDobF1OgVczefcXH+H0aL/4QjQ3hC4jk8nRCFd9/JD010r1hcN+4VC3
z3Z6NsauqgdNckTexJ/bLXgCe9wLdFTS5lsfVV/szQsG8pyFFCHry1xMPB0MdGdjvWJg+Ltofszm
F5n708/996QPYN7f31BoWNWUGvp8EKF921NzbgL5xUl56dJnn9iK204WpTYeZtF6OjNUlFf/0so8
J9rVCMSH2ODxYDK/H0w3gXZXx3/tu57Tzx27Nqta8qtDFWO0pCnKEDST7sFdWfMX9ujSmzkz5oyO
hQh6cw9L0pOa3g/KF5iuS6tF+/1rdmav5gFewMFiUp+mRQYMAsK7L177hSV/ziK2jG4Mk9PV3dbP
mZPV6Hf3ijvH8Afli1tceoAzSy0s3aKKH04HIel8WmvjynHXcfOF0bnw3s+FlmQXSimD04p0H7v8
e5l8kX+/YCnP9S0jWm2jwLbGQx7KDX0dOyb8V1P8FTX+0s8+26P6ILrZjbvx0Fbok5PwCtS7v7SR
zLMt2vR0g496Px5iOhsUFEDL5thryvKvXf3M+iaKOs6IWIyHXiyESsOq+I5y9hcr5dJpa57e1i+2
XWdactZmhbUObxnhaCfz8rLfJbmB2Fm0R9wY7sJEOuwktGd8qeR3YYWe1/iVlrqaNEZu6wwM8Cvu
S5PnTF4Ob1mffHz+4i75///D2XfsRo403b7KfQEC9GZLJm2xrKSS2RCSukXvPZ/+PyzchZpfsQjM
ZhYNjLKYJjIy4hiB/ffbwkoQh7wNRjfg4hAsTTyAM9gz6Z0kZ4fZdErvQdfZs13hHcOgap0kHVpt
GIJIC2jYlEdtvOXktfa9i4xNliAGASzJ6NI1BEeCEnCdWX9hRgBuyP5xa0MsDr0E+mAOHuDoTgAt
2lMMIgi40IrYgKUdpUARi6j00VIYvRcZoxyZoY1nLR5KSyCfo6eYGI2ZphinDy2dui3BAkhAikGp
g27BXWSZMz/ysB/gc5pUNBXuxJql7UQO6F1b5iANR4KkY6N2f3m2RE8ljL0J/LlJkVw5ZUYf3Sca
kCRa+QNVilFLiqGyxITPzxJKdFtLPi/tnYt4aZ0QUW3nVUPJuBLjUvwepjzVZM38pwG0PEraieK5
D21ZsX2oWzzeZivxnFvkq4qHPQULZs5N4ZsMiHMHr68xjrSqBTlLZEsW/KCh06mAqf9bROAXI3JA
+fIJJOhcKRfMif7k6FgXt4qbaxFhKU6ZcUoVgY43uRMLnbK+Jfz4ksax2iqS0YsuU9c7gEITZQuK
sJLDzqiR3xGozfuu9BKxd+GNSpocYkylA4kWcDJ9MgY9KVhYemUvjxdrrSTGz6fnV7zrfEam4D3I
uIXLHAdXPqUWC86hKu6aF8p4PMj8y+9twkXE5v2KHgLoJbniuT0EV7U3ttpCq4uzCNeSEocUNeFP
c6508dzuNXdzg/7yf/iNTJah5/Tp3q9fpFU9SFvNxNa0WwVdfGqkEUoUPpgc0Net9AaPwJykSjU4
SU9ZI1vXdjuGntVDEddI2Ba6OlHJm2k7SCoU7CERkcxkD9gVEPhihCBvcDI0N1LBGstK1KA8w4Bl
VyRGE8my3vNsTSY2KvS2x1XnKxFtKjQ2AfTrJV0sPFltq7qEXBWYZkwlyq8ykwgG28j+N0M3+U+v
xHiLFgIPeZw2hYgrEIdAEKZEGUHsHKMM9VWoN1amCGZaBk05IO4vIGFYjdIV8OVTRKjItQEUwGJZ
jTuqtGcdWd0f0uREJ/R3I0NuDoJObfTEhqUApRhFhngMx5sduKNqU/bNHzpvgScEF8dMo8gH34HN
oTUoc7u6qgqTzZsMHjxyfPDqhAIcNM3NOmY/46EH2LKRQwJSCLPvAhFSPfCC1Sk/7HfwLC/cGNIO
KuX56CSPtYIhwHdq0lT+luIWinR8QmtpV/ZaH1C+HdNSZoacUO6QVfUa6/Uj1N08X0sjsDZzDjDL
xGM4GyKA7ykTdijpALeLMnS58QRgVzYSt3heQ4yzhOCTMrlyGeqKXz/3UqpPtUKCEk9JPtSzVDlk
OQcybBSTWJLeBX72aKqm3MFtqYHkEgoQvWFegxnbDA0kiNFAhkjK33uq2GEjbkTwlQg0Y91+xwSp
aXAPZfXkAs9MINMFWq7KEykNVOTMwp92yySZnW/7O0frdnX/Cj4idH7EgPUnN0K1oXoGq8ZLUO5v
1TepV2vR4KATBiB4HuwkB+buIaXBsaZ8kahT01pV+lTEp8cRau3OWkSoGh0+ahopvIdNUGlbtAE5
Vyy+IC2hK739eIybtcO9r13EKoYRYWyXxKPLqQDc746dQbmjBgmhA1AptmDUaqilNkT3NbALdLwQ
VdoYtAMkeUzlXBpPKGTao/5UafLBAZVQbXdbAfomnH3vpy1inEy3WQtX0dFlZJOmAfFXwTMAtE/r
a5L/cMD/gL7fO+CLqlAMLL8ez8ja5cPNWcuv9R/GPOsmIZpcP9TaVC1rtR4UPU85VagP+Qto+tNO
lLfeUzcYyL2vXCSddUulTd0iT5BN3wo0RoWWj6aYUId0fGNrLm8i6/dGWeSdnQ9nVFnBKKLpme01
s0Ek0sDCtrwn5SWzOkc2CqBegr2nQyRN25jKlWx3CcOEPC/kccVmcuGoAr3YT9AzIk6vZKPHVRIc
emDpJeE5gOhiCNYbDQEhAXoxKs9u7G5lPip3Pnspei1KYENBdnByMynQmja5wtf7AFyzIQsowdGR
Fkl2p0BU4qP2FZKjk5vFvAGderMMoJcDnIEeYl2E3qaj5jOpOFltkECn8S7O3hWw6GRlhM7i5Bbj
xySHGpC1BL1QI6g6g+savaxtubWpyK3zC+QqWamDtuQOXp5amztUca3pSxvhCHHnUHiNxhYamFfw
LlRaPrP4hTnKkHFI6x7rX5jxyPWAgUCQZQy/JehR1J7tTW+tbCYxu2OS/AQXDmdsol1AedAiaABw
N5tJJjKIOlxw8vnGhgQBCTPJYELbr/dNJlqD0KlDf8Et2Q976BdphUfbQj6LM/IjhLieINvw2ijt
x9AhGa97CK42woHrg++AafclHmCP98pKsFu6w0KbVmrbETkT3gOWSOhe5XAG4q1iy9oBWFrbSKPk
l+Ock1WzLbgK4kOrD6cU2T/VOkpHokuQ7cBoU4G+g4iVTxhoLIdORkGr5/L4E9cCGru4wmjwPeWu
wXFoaxjrwDpugE4zdGX7jIbKxp5J35vYqnAAFNGRwaWQBBDaoC1FpRs1s7XjsMirvT4NqzrBdoV0
j5YO0GNwOWYLU3BjMNw7bIv7KsZVAvmhknXDqqQ/hiiYrAoKd3rTzVVvOKyAjesJRs5Aua2KBtaR
Ao5xEiZW8LWQzAphqoGzn6YQoYlDg/FEyAh5MNEueAXsQ7+Hk05B4dkL91ADJhyt3jdMfWFBx5ZN
tFWa77jrgWZ+vFq3VbnzOUvcHpDydAalrMkdk1clMBt2UHOgWmFzBbk1kTWnjNKYhHCBCOYMCYrv
xIq8K6RWwfvkbRm6TeWZD9/BnSCVqNZfcqmJo7sFHeXmC/rez1vcG4I4BekgC+CcejRo9fvm2AjN
YRp3EOXsuheADKG7w1WSFnRG0zm+KVYgr4F6b9LhgYMiYGDI0CTJrlluCZxTw0wBgrZgodpJt4ci
F3x/ocF3qrNDgC4FD4Xnx/N6u0fv/fDFVZRBxoyCYvvoVgbEp/VIE9SOCCr4iOpEGgJ9TVXUKNUj
jZpqvg2JCFskZmyHGpQkHdxSKij2W+nvfPTu/Jgl+rBjamFMgIZxhzDYVVBak+T3FLq40jmkrbGn
tZY7VLmiZj1ERyDuMkIzpA7VqAFsGgrb6tAYfvQxtRB8A0NQyMD49+bGBe62jkzcuackjQYBamNT
rl2oi2xtSilRbnzsSSSEY2fJSEqCSVLj4fvx4tygwXfm4/ZM+J38yEmLpn+FTe/0B8WAFKNOaUCg
WI3O6D/Un9AInGxjJ6xl2jeq1K/BYMecNO2ETFs2wx1w7/Q+2TFWvGtDLTsxGHL6lL9pd3gRX5t9
/8S6tbXxmWuBcHF4wnbs2jTAyD51YkFV7NUMusyV7SW6eM1ZX6t9fUqd+XIcS8CnPwb2/HjoW6H8
3gwvtj8jNeACp5jhIWn3EHfVJppHFxjvmDboTUT/E2R9bAWkYb67ZhC6UagJZHVWExDk2me/Lt9q
5TINu6yqP4J4VEE31QfpGdxxVIY9g2ZKI4p9daJH6AmZJa0nKXThKuQgECscZr/IMoZYJZSDIRot
+4GR99EeabYTlbBfg1QYk4S6FB8m32U8xwfo2ovfq8GlxaPXQhrtKejn8rM18qWOUqbbAsqM2kyB
6tPjKVpBRYIi/m8GDiFrhoeNE0rCvtky3ofMizqdnvFU9kAv6y9Q5lM7RAqI01Q7dDagwP945JXj
tUT+hwFY8wlUuNwyMzPQdUH+zqljNWy9YVdj3yIDUPouT/xMHt1ULz9oXX7/ru2e2IwqXo3UkXaR
AeKeOuiylakn8CE1lnwzWmOCyPoVfyFb/vP4Q28Z+J1duKQGiF3RKLQnjW7M7Pn+e8wNJreg2Bh+
pNf63IWGaEIoiQUvV61MyoHWIVrKe4qGuZGZ0mSWgP9J3zvfqsF6d9qNptXNy/rez1qkEJ1f+VTH
R6MLDU4IAH7E8rWBUDQMW6efOIZPoD9oCnTeD2VvCoUztSQMTHaEyZKCmotdD0SoHVDSR2i6AUsn
bDS91ip6S1e/0oe6ItouKNsbSF6oz9bo9JSwryJeSxsrsnafc/9ueoAbpyntkCEEbq03bn+p99AA
Ahl7F5HMUvbiW3mKrEwvNPQjTKA7CKf6BrNRa7hRTu7M/P/A5Clplu2ZvxA5qYZXDYNKgE+mr/IA
Nn6u0hxBsS070NILFCNKhTBbXZfVoReHIpzQwZlyn3V7jTcboqilFpBUg9I+ag+1gfaEEbw8nuW1
1zY8Zv553Fe9IsbxPJa3p54y+ysip/G70xgNgi5kY4yVlVxa4EGbdahDlmJc+AnSCuGHM4vU4EmA
CHQroHx0DN2h3KGxVYe+Fn89HvWGa763gPOv+XWZsiOkl6YKXzYZisFZEDBRGxfi4GpgeCalPsuu
THhNdESn1qAJY4KPS2kZKQzRgUI1QSGVIGUluH+taf6/sAKZCmUqLdR4NVM/Oey8xky0UVOOPao9
iQmws+upnq8GpqwrdmK2VrsLdNlI9K0k/BZ5733V4lSkEG2jON5j3N4ZYdCQs0Y9iTCWfetbHWxu
5LjfbXcKhczOxV0CKHnJnVobIP0+NfKtqMRiCu/9iPnff03tlMRVzDNY0Mrwrc5tdZhfWoUemzRK
Yh5R9tUhPPFvlZbsA1M0ZW2Tbb1yIf0PPwCSbX0xYWT/mn/2l8nufwZXssQn+jt/pszamK7tU/L3
8RZanexFauInA3QxQHl0A++rkCHcusfDDUeQoMeEJwIXkMRpqKfABKEeMjrBnppMZePUzHf7/84x
XL3+nWOYiiRT1mFs0RFcFNjIoMNVfS9tvHxXqnrMEvEOhb2gg40R4ypQ53seniC/+0r9FVFT3McU
tvPGFM5Tde8zFrEMKDJ4ELUYBpK5LwVpPxlrfIftYHaI9MdDrFQyYJf170xJ0ILyq3mmIptP1MHN
d4k5GJ3NkXofYmGMRkVFDcL99nhidAhIphshZiUvY25Vtl/noMmUUZmSeQ6fqFyVkG8eRA3FSmh2
vtEkt/1TfNx6396SvXszuYhnXIqWLbSvGLfVBAMCqiZjoBimty++/orMyBxM3qANxql3m/t/bfEW
wYal6ZzO5z0CmxEK7o2acimu8Nph9Gi/hQrl5lTm3nctgolXQVFPiTHICN2JQ3jljPJSkNrJzNGC
moo9GelncmJ2EBu6UnvxlJvhy6B1V8Xx1OCAC4P0hr9HgdLOn+SNl9jqyi7eQzRXQI53nuxc7fX0
EDu5ZgtnnSWJ/iRtZDi3Ts29L1+EF+A74CQpzoMMlgjt6tLJPY1RDHQPC1LA5gTPGH2kftgTbQix
RsHHwSetKgsmz+jVPuoMpfuh2VMPJyYe+i1neVDL1CkKA4SpnFF7KEwElt+ocqpO749P202a4M6P
XoL30Q3yKnFOGBrSo1IRmaxJnwcS6lAHqyxUUzW0PJHAA7yAdhTMl7S/7y+wYTHAf94B5l1uPFlv
Jet7P2QunP46fDLDU2IKHV23I7GeOorB6rmZGIUB+V9zwg0uqsFltJsdT0q30YJ9Y9I74TSaH4le
bKVPK5t3yQgIIRIhQWgK91EISwF4qJG+usIbYz9ABElnbQhBNzuU/USo623Fu/uVYbie/vvh6dQG
kjDfvgO8K40R7mCp3tVGJBFhfjAVvFZSqvg0yS+xiXGF4RU9FIif/fVbjbV6O4foZ33OxSMFCe5D
ttVbuAHH7i3IPEe/FqRIwkCO5oSLVg4tkBeR5smkjGBCpA6UmkFFPN0XOaRgDRYb9qhUeyo/9aIK
HKR3ZfsnX9FRY4bcXHaFByF7HhgNDxkoL0ml0VMUqWNQwg243EBS068hSAu/s9OEBoliDbU1zEYX
qj+3Zf+2cCGWEBp7mBmRtD35DVrZR/+Sl7rMwaBF3TgLc4i698WLkDyDY6SYxkpAwdbOkfZdGSRE
rQ7QmRbgIggMtI7Vvww6gzUBTVEtzFJvyMugFyaj1XagPm38krU9sYjUaZGUEKrHL8lT0losLiBt
ctiUgB6rQBLJztFVV6Eieq1f4wNvRSZqBRAaBMCKPvo6N1rpZERvzM5v9OFp1MWn9Jz+eAeROhXR
K1cz+lZkXSnTMv9DOGjDSWQK/FLWpFCz2U/wwvtO2l0T6BPmjsF+OVGHzh4iuIyQSlAnq7t0Gp+C
I6CyV8aOk3cOuK2Y0CcPbQIjQ1buH+T+1CJibjENuXni7i3t4gIQOxYeBSk2s1CSAipObyNlV6kx
mi34ShrH6OgS6YOglk9ypynvn6gKycfqBVXQSEtZtbtCRfBQwO0LhXrIfbg8iKwyrNGeHy/4SuuE
kRd3R8pBgBiySAxKhRyZCGw+DKhJaZyDpT/GJHMCXdjIRFcgEczN3fPXweaBFomyOYcLD43NOwJJ
ngtXdlLUQSktfYbin8mryK9Ose0/Fxq1U8iWjfpKFrwkO7A9DTMjcJpd+cyQZ9woR/jFbG7GlTIG
6Cb/hizWr8SugtK1yxmxRet/JROCwyZlb03dylMeEmj/DtCzdJvUc6xuDIi64lqqTTwtn0MNYF48
JQNU+SnjT7B1Ndx/HjHSIgT7HhRIQS3H4dJkU3SeL7CsxD184fGfiTDGEU5uR1+D+xNJSa1ffQJn
go3B5zm7c2KWpIhIYeVJqTB2rPL6XK1o9K1XxApKlFkS0ZqxjmRxXqfGgFsqb06GjEogrZZ6Zad6
eoHMv+YbMGbQBAt2rSpwX0gDTqJafbIkNzxEOZjO7YDUQM+K0BsH4waWvPfJi9SV58IJXvf4WR2h
9cwY3PbaqZ3DqOh/26EFLV+dN1t44ej1FbLl6vCTu96xNVJ30BvTQkHOhm60yRojNnVvBbZvbCWX
K29XZklchyU6nB3mzIQ5Tm6viyavFcdSgx2iyto18bXels7lqdhHG2yVlVYJgMj/7vUYruipN49Y
+LAllY4R5UzqifNgsA1cF/HrTwaJATRWtViXQX/dPGQrl9+S2S51PhyHBplxp2/qbXpG3R/dqOoP
UqFPaFfzxyKF+as62txTb/Nf5etGCF4bdv73X2GRUeiiqebvrUh6GX8mUqAGEsy7DjqKpMUJi1Ca
9Em1NcHzKb6z3cRFtIrSBp1HScJ3ouLx1+Oe2vIMFVNssLPQEmQYaASoTUX4gCj/8Z4RFwGMhbdT
lMCr3R3PyhF3YVobwZ8OuqFqCxV3cHs+KiRpsXQZxX0YbpSX1z50EcZ6yDHPJkjAPgwfjHBVQphQ
RONG1rZW+ViyfBoqiqWqwzQKjJqKKrv3L4UR7/kn+g3SDsz18fZY2x2LjGwYIPcvJiIyMghaoOZJ
xRA6pd+KBiaUigyLvcJDcjtEG8OtgA0YcRGLPAm2GXSE8aAOCtH4A9T+r+U+Osa4d0j7XFm1Ozmh
DRHLn9pircJhDTSTSPMS4Fn0+JPXIsCSJAQV0Qla1dgs/Q/EufaoxnBv0SmCsqY5wJnvh3OKS3UI
zuLlPw64CDnKAMsy+FDh+XVQvhXvuYXMNxIgTu0VVfjLvrJPYUtAjBD/+F5BtrTJ1hKiJZcoyKQE
8uDYQcfuKb808xzXL8mxJ6k9/SiO/5SZHTbWLtdjqBegklEe4ZFhPf7olcOxJBw1HqyTvIQHWYAO
tL67BOUV2jgbh2OtmCYsYkzZK2Uz5NhGosk6jR3qsFlQZwDCBPBB8Pn5SVuTPunzdVVsXKM3msOd
uHZ7UP4KpPBu8MduwBdhLt0gcnmQHzzIUIVXWA6e0o+SV5FZav2RfvVeJacBa7S4hrZw6XsLeonA
oE3AxEAhTgv3ww8HUSO1cOQvWIH0r2KDdQjO6cYWX5v8RWTKo8kfRgk/Ff15PX4ON+6SlTR3yWei
2hZi6jX+rCi8eYWRSB9Dc/HfaY/IscZs6cysNDmZJX8JAtNQlrpFvu/wwh4YmzNYlHBsKEB7evYM
Xw7xWdjLR171X0SSoPuBKlRwKOe3TrPPDQqdz2hDt2gtNV7ynCb4rvBljZ026gC4YX8FGq0lBgxY
VZH85bT6GOihsVkumh9u9zbZ4kFHjWEtDwWGg1m6HqJPMRmBIYLlIJJToXIafCBUhcDNm2Aq9lu9
r7XnrrCIUMlY85Q0YmVbZ659sCpLW2EIKaEAlN6dcul2rcnsWGj2wTHoRBH+XH3Xu+AD7ig2i5aC
aAiCQb81TrqvjoPu7fgtEt18ou9MyJKPw9ed2GRhg2uweUtkpOtARbAAoEY0DYROsBFQbsnJvWEW
WVILBW4fbEDGBVkGdpVxp00ytYejsR5L3544qVIk7+nBFkABaOAOGQFvKDdotuTvVffUsPBZBugY
ph9i3Fp0iM0KSH0Tf0lpoQYdPLIS6Ho3h7AhTfRSoPIB/5MzBawHB0/kKfjiaSOF0n+GipQ3ZC0p
R8GAP4wVycbsnRPrfQbvV5r9TAAGg42TwFmRf4VmjghYO8C4w/hRRc8VXOpF+pr1jBnEojq1ECmA
swyMQcwoeY3LYxz4Gpw5DE+sCMV3KNYKofY44K8s1K0E8Cs8wpaSp0vIU7o4q/1P8tQ5XqJ1W0nl
ypNx2clnfHqEQxJFu9NxOHqfnd1DeeokvvQX3+lhI2rCLwp4figMiF+Pv2cl2N2Ij7++x4O5IS3D
qBjUKShUw0IAT6bchhg69Nv/W5heQhUj8GsCqsCU1frwlewCfms33z8zt5Ty10+XR6GClwv+rgf3
jaaDXC91CEoVHriPp2Ytg7oVKn4NUNBKoRSDDBpTiAswe5bPPvatq5w7zXMZhzIzPT1Sz95We46/
/0FLuF8NW+5wjBXahaUmqYdzyZWkF/VGPIQB2DdkQm2VAf77kD8HwnPWnje+c6W8tqTPFfBqZdq+
xuv0m4eDSkGoLx/Kak+Nw7Zm+k172gTn1I3bde2qWdLn0jZhaB7ewW5FfQ3wSYI4MTBV8O2uVIio
D9lJHKx6n4gqhe5kabcQF0c9LwGoJ2KNx1+8csz4ReJAN5Uk5B5+Qju7vMVIcwyJhXB8mW0MsNYf
5Ocl/rV1hj5Pk3rElFZGR0Y9tiI8ahqr+6J03v6OLnO5OTHZHfUMdN/jj1qrQvKLRw6f9gHEMFs8
1MxRrw/DjtlFTz7wE4wjGo0JHtm4y8zHg62gI5klIj4Jkn4qJLBke3Z8hgWJzfnD8ziFRj9CtSaa
y/zRoQx4k5Fh3zNy+uCFMAr4M8qTyjWcBVaoFqJu3FQfPBgAoYiOIahtG79uJTPkF/lFmvEl344c
yl/Il/fcu2RxT90xQi+GcOmHmLsSmjSaF7gwZfEEvX0C74KB1Y42vXjgFAHjDuegjQ2/cqpvifav
rVBmTRS3HpZFHj8r+bmF0frjr1wJ3UvWcCjDcmbwCjwyR81jnAodJCa7doJdKy9CmOtppT8eaOX1
vGThpREgJs2AL6hBhAlgFw7/Iz2SdnCjM5MAimQ/j8dZYdszSxYdDLPEyMuxqdDCP+afpdO/+GdJ
Tz7lt+nafcQbK3KD8N5Jg26VzV9LAppNXaYCZo4360PlJnagJUQmk6Yg8xQB8cYruVNherUrXhIL
zY3XrRR07ZDeGu+/hu7QY05hV4rAcOLg4ANYMWqV/od0yazBYb+5TxmkeX6b5LS2dotAxFThEAnz
p/YadUTVQ5/IYAVGgsojbNfMkLzDZEcb9C0Ewdp4iyCktJAl9UaMx6ELp6jPcCB1t2gyax2CJfmN
l6lWgC8iKs/osowHOM6okTXoLN4Kj3egdP8G5hZxI4D9Myj32IBJ8sH1f4Rzafc0CbqNUtpa1Lz1
8X+tfsjnDRRzcJI6I3cGqzqmTulEJDLQZNt1u0bPSX+ULTBYHUg897toS6dqDSmwJLsJXd03EYeI
iFV5S4yOVgVWnTwzFqCpY02wJwWWDvgcC27NAmqXiV7DD+3d76G9r487TgdlumyAAhkhaCNpEgmP
3OnxpK/lWUsenNRHZeH1mPUS8G5D1PAE+APrdeoCbu9OObOk23dmSqpmY5XXUhB2Xv5fy1BWEPUr
GRo1juvkxh/wSQ6BTJL2k+k9oU0ItCDqF4fGDN/TrYRgfmLeCTm3SuGvIUe8PWNmHrLUvXNszasd
okEIVtt/DGrsIqkpY7jneSxGSGwUoftzY6cO9wroA4ldsO6twhpJpQlO8pmhXkSb0vNme2Pt4xZB
RgrhjVnO+ZTAweH2OTdnCzeYY+2GyAl2wUaRYv5r96ZwEVroePQopUShLx5YbYRXXNJbj3fgWtFr
yfWIJoptohCFgTwh0bsPl7ULx2jV0ePe09GsWjXKSdvBuV4TGhT1n3z+ojBnvFqll65/Zi34OSWH
9ggOestp0ZlpzInX/Z/6bxAiGSKhZwDz4UBGGN7YcLWvnh7/7rWAeIszv3YV1DX9cZyjbamj6qn6
ZmSwNlDZpnz5jyMsSiZpxBVFqWRzgfPbSwnPFbBrK2HQRzooZtUt0HzXTb7/2sG8pdO/vicp+ySG
UR7WASx/vXuTjnjWXxo7M2J7OgdX76k5gOBUfOYb53LlulpyKkahi0c4Rc91rxJS1aqgC0At/t2s
ic8Xx509e/vQXx8EO+yJGXGrQMcDW+oVaGe12NMEQU39s7FCK3fWLar+GiLyQj7jKUT2jiEFjnqk
112qJqKZoYZSoGqsuOyTDGPU3sHtbPCnaoyB4rGqjWO5Mv4Sm8+wUxcK8zMcbfsX/PV9ufnKWOsO
LTXsKVlg08HDC9w/jNfolF859PXgMj19xsetx8Laplui7pMK/vTgxgFYbPM6pBJ20ttgxw5bqGKJ
uivkEINdeUSwkX0VlabHy7ay8ehFtIYcytTSNGatsdGwyF8YM7Har03507VFWURkSG1FA93jMpAU
PORpQQMFhf9qpY1fv5ap04tYXMOUdBDjce5EjpUKn9Cuh0mrCrQJjAkvnlEmRsuQttkoIa1BQJdq
97BhLssYWjCuRO2ZL2HfQ8shUn07OHuQozdQPnSB7t0YbeX1SC+ywLHJpI6ucWjnXBk49o1bZm1N
FqFUpoe6YigPxT2xVpvxShXQP4UOqqYoGzjyW576v+GGXuLU87SrlD7GFck6BeBuAmhbodM8Zydp
B4iyI5xBqTjCI1bM1UKjQVcVjZAEAIkAzX6Vd7UOBV57C4Nyy23u/Zp57/+OTJMv90o0l9uBBYF1
hsOaMcof3nOxa130MrRRD4zGCQ6i1VutRRFcloQHQ0F4f3zIxLvRl17KvIeeIDdMj3S7Gk8i2LIh
WnTwK8eZePz37x9iegl2L/qoDksqx3tV5VzqAFUwlTp5W1cvu/LrFyGizbsG9Uf89Sn5CN2g2Q2e
KX105dVjSYDyOHAdbbDpe7DyMqVhovbPao2USFUKNSB/BJ9q0uVzFMHeibGnQEPzLsRdHMuEBgla
S67BVotzJZDQS9F3qhHpuJ7bjWX/9clVRs8anWiUdlQQFnx7q61evY9Nu5sVlDd0k/79SJFthKTI
MFwk25NiC+wPm2lhpvOxngsaDadmWFuoPcRGYcutlrzDThYd20WgolJUJQ4FFFNK4soNwSsQYjjY
Mk7eB7BJhn2RpMUsKUHLbEvsbMoFvz5q3nnuM0U9Dvygsnh7vO9WmIj0Uma+oSSPyyWsVeROgGEN
ippfJAN6TqTa9cagFs9oiqKaIZ6GH/99+AyPNdTkrvXp8fgr5U1aWYSywR+kyIe+ljsY9LW9tgff
4Q5oVRJBz93IQZXtWwSsNrvQJPlvvRH6f7DutaKI0vx2nmG9kIF1JCM+F7sQLcpGo97pXXNuzC2r
kRVUAS0vYhcrlYpcdLgDGOMKU2VX3DfPpRldwr3wNbienbuBldtAQKNQbvpadNhG5a5k9fQSx67U
PTfxIRISwEotBh7krT1ltgQbmVwLRj2F/Ec5/qfsjV7i1xk4QytMgp5DwGlDqHdPXvI+KFf29fFO
uX/n0Uu196JsPamusVG8nqCnMCrQubmAogktx8cDrF0yS6F3aKRAaq4SsFCEf5ls9gUG9qnpnbjX
uUeDqgEQpCPQncBZ41w40bxY5keGBlq78RPuv0tpeZELUYJYdlEDe2KWjzoVRsj7vO42bvSVlym9
RGinnhDxgoDPk/NAjQo7e6ZZA51B3uYU0ihGJ7945Uksr31GJkCAC728wB0nK1/z8irDICdL3+TI
HiSn9Ur0ceDd3sFC2enwxkVPUXA7AdIm9mD2iupTFouGi5TuisqAhatS/n8/1H+8Nv/fL2PWlYtS
XmRUuZiF6AIiXZyOjf/CNZfZ6jk0OCgGRRursPJWgGbTIrQXVA+7hpBx6WvwzFkwdQFLr4ah2R7p
jfZ4t628Fegl+jqvxVaq2wZvhVY6txz/zQQvs/O6YKUKnJd/eCXW4j7QUcR+r8N0dpiG/eyphkeT
KOTHQtnKDm4YoDvJ1RKM3WayAL9hZPh0vBNGEJJoo8ufy/ZSjkcR/sxUMGjSK39kQTcNI0gFmdU4
GflBLEwOAIYAwnBTTbJklm5qcDIB96et6Jjyf4soMaB5GEFGkwaHYzAUWU9zGhYbEBB/bRU14s2Q
AdQRbGh8VqL5vC6yf2nwF5gwUnmYn0iolfShyvFOFu6rciCtT8AU1VkQHOTGpfmPx+txvwVCLyHj
ST0pQlGgzUZr1ZPo/O2czOnMyHz811cO9hIvPvIj5Oe8CnFY+Kabd8/fONQraekSGA5JRr9MfSzd
lB5RfM0DS8lH1d8UbZt3/L2tscjkJjFihQwWt24f2YJH0pfO4RxGx8MDjhVbKcAc3e4Nsoh67ZBE
lATPIZSyIZ2kxmphM1ZqR4ZnoEKjnJKNI3f/MQY75sWxzv+Ps+9YclSJtv0iIvAJU6yQV5XKToiy
QAKZJIn/+rfU8QZ9dY9aEXd6ok9JoDR7r72M2WutWeJlGeDLV2+kzb2hT/79C9+YBKnXxGyXZ1LF
KsICQhd70GC/Cd9GlFH1qk3AStoAMg2x4tsVewZved09t3F5vsu6unEsXpO0daftcpPngLs8BPWi
ijOf2cbZFvATuoDRrl/ES5iHoBW7b+ROT3QDbVevCdq8pDnODqzqKhkgvpfxsKXnYlOHTmDFTgRH
L+dr3pL/4zq5zk2YZxXgEMMWHdfTAbEiO1CKTARaVp7mqy/ucX749095Y7Ne87Hzlg+0drDozQph
8qBMUev8779869C/pl1PnewMJ8Ohr/X9rjQk0LMcZIH0QAz461lTaEji8/RpUu1QLBgbpkZgKRC7
1RKddrdtTCM0h9873+bGxrvOXEhhXou8eLSF0HyG8qHf1bufDi9TD5zVsMvvlNs3luY1L7vMRcOl
jp+t1cqtqiNBZeLhIJZNPZVBa9YJk9OdTXjD9kK1r46S0UQUPUayF/mUuYZUbw2ShLdFKi/UItad
D/kzBvmP8+qakq0jxcYlF4YdS/RQxpcPycJyp7+ZARiHMQSM7QYS0Th7rGL6RI5KkrvejJbCvfMN
bpX114Rs0CUw3L48Jub0kMgI/+J/AV26f+9Mdv/7SLavKqDZoYPaagDJyjYSNa7ulSwDGWkQO3br
Pr9zK97A4uBd/D9P5HaB9TCZ8CaVlfTSPz8ZdCRrKGvggTYH5eEeyeTG81yTqxdlQVCnjsO5kyFm
9Q1EfEVSHNvTPWrGje7kml9tpWmdlQQfANsR+Losp2l3jxh+609f7v6/sK9uKHuLcvxpgzwZ5vOQ
RkYJo4VDk5/+fQ7c2KDWFTokDNITZcIHzFrcP6TwdnOBUgiIan37Xo7yrT7/mgo9LYwq6K/w8pGs
kMEW9COvfAdQ79pAMsC819BgSBgBZV6G6NdQ/OpuAFvpwoVhU/Tv57yFdVzzpHXLMJZRw3dA3DXs
Dbv6QKotOGIEdmClN6rPTsCVZ16MAYXrgnyt55UNXX69c5A05BvofZqdsoUt1Pe/v9Ct4+qaKz2n
RVY3I77Q8jgEyobv9bA4xVpsWR70FOGdT7m1+K9apja3lUId0TJ184vFk3beqBxe3bBbW+x34cye
2a+KnKO/Q/g6jP30NXdWs7Ih01n9YCOyE+4Ry27IENRr2rTCCMmQ/6lurVE/9lkbFW8Fg9MOsVeD
FRXGuKPGrjBOM/VsFBX0GSahtZaoHVqJXa1CFL5JWX6nHryxsa6Z0n3DczcV+DLKzPy+g9xJh188
gXYa5rT5HaLGjQr9fwUYFE49kBxHXENWCLQAR+xB5MB6kn//uDdq2mvCZY9U5lRr8AyshxpJE54C
v+jcuscjvVEhXDMsmRiUzr1cNNBgxs0WhkkbYz/4EFxejJAAf/z7KW6s0GsWpeICTa0dfMwQ9R/w
Wvcu8gR1e28ud6s2v+ZQAk8dTO3S3OkwBj1mjwj8OJRrOyCv9cfwor8SqLzhBpbtNL9yfbgVlEEG
E6t7M65ba+CqKim0pmL9cHk8UAHKKYG/vZvXQUPvTJluHOD/i0FJDWXMi8vjQRws9igHfAcE7Dvb
5FbRek2BlEum2EhHR1FV4nDwxmcWOY+wLg6d0euDZd355DwDwrRO1erf6+GGylX9g2H9def1S75w
fumX9TFwcDCstBVXvApOAdSbMGrSVy0N7AyAaXlULoflfOeTb/Cq1GsqpM46teA6Pnn6gt6uagMN
BB5wpsMsNg9VpPj0GaYjeFJ3V55LaPNReoX3ypQbSh6EI/7Pu94tkABaQlmOqVv2zvFrLpHppzgg
H7NVGsxvZTzv+h0IhQHEO+xBOS2tB1/4Hd3YEV/1Plhe93L2bqFg1xTKLHfNXDdwco2wT2PRsFlO
MjL8Jpbru05LN1buNX2y1czSyS3wteq9+8oGvE1/gH8b6BmB8GEgvk0jKzQjGEJYYLzc2S43zsxr
4qTOFqnSaTG2TqH/Kh2IWs4MJ9aGff179d7Y7n80Q38t3hmIf85tvDj3kEOMKbf36G23Cpg/rhZ/
/eVyhJ00NdGwsa3+ARAcO+Ol+zIi4GXNdjiKXfGEJRoWMT/yrd6uqsKv1tabvp3vvLpbFcs1b5II
mKj+IYG2sF35gJkq8j9A1ZaK91GM/vTjeHl2D5C/hS9ccyhnuYi8Rf4ddPiQVSF7swHT+ls9Eukt
6wU41xe84+XLuB7X9l1c9kb3f02snIiipvNlSXav9bMA5x3l6JcdGEGadKG6KaO7stob4No1kXJo
DG0RE4gb/YMCvwaPxBNuVrYTOObu9N43HuaaD9k786AtRYeRslP3K0cfF1+Wor1zbd/qQ6/Zj0j7
hIWIhvWYfcCYTQkHH9Ypmf+k3eO23DqOr8mOiM2Z874X6pY8Zg+YItPz+Gs+Q9CC4I6igPQaWkLt
OK/ZbgyqypsDtrsbPnTBBf+jz7+mQZYm/f+qoAVNwLqNFnKoYzdEtrFXRoSGbSDubKsbJ8af/f7X
vpbaRKvF7CHXARi+qNKb7b3Ta57C7hnf3Kiw/gwn//oEQkmbzfqFAZBG8DRuFaRZwXm2BiNJYX4L
SyB6p5u8uSiuYNYZqUxLR3D8kfFxKoK0/eiJ6RNEQvTZm/KqTK/FPY/1G9fHn1Xz11OZqWshFxyk
RVYEmJvnTdLV370bTSSaZBX8n47zP73M3x9Sa46lpsLYplqufdi0qf1qorAlace895raHbx/f9Ct
8+5P7/zXJw25nmZa0y/b3KcjOJglRebPa5UGPRR1dYAEgcCAiRMXHmeJuQTD8MbaPACR8s4XuPE+
rzmMxHFkReiwbId0PfJNP6seg7sVC1WoqmDHm7aQSMZiXUxJnSbzF479Pvupq21Tq3eWz5+q8j92
3Z8q9K+XkHakdmFbDtv89gxRlac1NBiXN5WEubGlU7ik8GJ0ln3f7MvufRYpigbT1/hrXUSp4P5Q
iadxYr6pQrkpmN/M5IFWKwOeye6UhW0vwtoQfp2ugHTA67dCSxbbCD3Q6o3eNGFNP0ZMopgOoz01
1IuzJN/z3Ty7Gzv9mmJZqEYhJgTabZVNutZ/2RnsijXx56jatyvtxM+s9B7p053f88au/0PQ+etd
Fu7INDYgDaf3s5UKB6cxxNw3yi4+PvCxzD+A9cJ8G37T3p3NcsP5W73WnXItdTQkeSGuAepv/Swl
kCTGDnoGg6fqSdrg5WdH04LHz3Jm1IpzG+p0VoZVwbY2WQ5CnGFLAh93bAEEI9h2mBlgK+ReTScf
5nb9HCD00Rs0BsP4ySN5aPb7ubPvbIE/0ON/Lb+rXs0hZbcQY0QqVtrBbgLjlMWMFmtVUgIk4uxA
7iAl9iUgml6fYz3/LpV9w9tv2HZ7WfW1lB891+I5+3GqF6YB0EpGpA235qqjLwo99PDtRnaF+5iW
cQlUv4CThUXHTY1dbsN1W4IAllaB0F5sDHJUix1MHjeN4inqych/4HLiNzmcanPFq9nr1Fa7QYkr
N5TIEZjx5+CI4xpsR1zHJ21oQ+848jsj0lsMq2v5rVIQUXYWvLNVYAFaoDxoKwb75OFZJDl4d8qd
oeatU+gKr6L2bPfCMuetA/axiUAML0NKQMYhzZ7P7vD2781xi8D15/76e3NgQVWjhXyOIRh3SBJy
o/K3jcFBtVZ6jLtXepgPLprj9zHdktdBC5HxZhFP9/nYePq2BHgZPSiXMDC5GnK/lwAz4aMx7Ds4
hjh3FuStS+FayttrmomIGWwoHMglg5E34nsOS6herIjKV+J3HYTwEBb4Gg3uNRo3ND7qNRPbSu1O
zSaqAhJuIBeXJ3PBcAH6LvtQvDROkDWHRTuPzVcvI/UkUn92vMl5NbXJkx1/0aFHg9znq0+XwMDU
Si2iYdzNs59XQQ3Qz9rR3F79+3e81ZJcM7upDvGoYqBE1ORaZHAFp3gnMEqDzYIWyuzNhWofhO/2
TRX3IJEbK/Sa5700XTOVKj4S1mAPVZQl9koe77Wnt7q8a0I3nZksWYO+YIA+P0b3re+tBm84GT7N
M2ByhPHAknozb6yze2K/w0Nb+ctRg1N9zDf3plx/yC7/cRCql5bir+0xmS7cE0qX7xx3DAtrcwmP
/Eg/4OBCc8+2Bs8xDlADIFPHQz4Y8qOa/MH+sR6bUzF8jE8KXfewd/oc97ZERiWCDTYXoGZA0Ixv
4GBH/TRH3afdRtRZEfoB29LBw3XvvnS/ZbWdHmHxpf9UYJkw+Md7ykuLegT5k18qjkLU+rNn/7gw
JZRhuZZQyMigArAW887v2A8uEPEOz+tW9epjB6NcMyzlCSkhS55t1X6DYA9251C8uVWuLoxe0ylV
mcJ2dm/vUkFW+sIjXtTrHg6S4KxtsmLZm2rzrqBmtBy+m4vxzZoRaF2sATx3SNsrfkCEglxsjk0V
ryYFiIMRiQOgOwMQ3rb9amwRxQRvgrFtAjawUCcFyHv2Hebefx6FxHWvDa+Hpqx4zVSk7B7y7SGo
1+nFjtn7DJ7lquw8FcfhpHovis895xtg6Xr0HntY6Rdx4Wfxb+Z/IQ5zp8LP4/84s7hm6c+24fJK
Xq6ak72mb8h+i+lOS7SgXA+b6lDvgLsp8F+tv01shH+fJJb+hyv8X4v+6uqRjglSUacjnKKmZwSB
n9T5tVHKTzb0J27YHQEnKdc8rQSnbYGdgNa/GtpDYWXrtpBBK9mOiyzQcQez05wenSLi7Wngj9RC
+jIrfYGhFxJQPQMpfNk0HVO4+hb1/J2n/brL5n1r1SuHgxtCG0TzUCQr6HBuLyXK7xZQh5v6tUCa
bNFulrQDBjiGWZWFIwzrqzw0Uqhy1e5B0dzZa10b5jc8cnUtEJMZIEXLc/SE1VskbO9G91FAl2mo
CRiVYcecHCq7g5aG3eT4iv6Bgivo0jHqHf7RF4lqIToCj2s5b5SaIIQhi0T10v6z5kvpV9XbjK3I
yG8m3ZUzSb9cdBGg2Cm7qJle1DpSOixk7rTUrzI4GJRD4enzMTer2jO0Zp/VOVwl5xEsu2JsoqUr
w66fcICETpsgvnBtWvZ7mlUbxO++DLQK3JI9WfkUN6b5lruVP8n6M5/GQzfliebGfQMb/46pq65z
PchtdEm3TdHCxsvEHTDrlMG/yyxY70lu4do07JAtSDWDwZr+VpZxra9p9s0l4qbhP6U6ppdTB3c/
88gAVa05wE6jb9TuJEb7XTrG3m1dGrekt+uQ1Db9GmpdfPZc1DAFEshJY+6ENwgvNyQuKRMLMmRy
J0qGpJdaSOLhLc7e0BL8y0G3w9kcPMvA1QlNfshcpD0o7Wtut9mrxdkLrd+7qhu2VmnF2mQFfCid
VWXO75qcqxU3LPma5/AVd032u3ARL6OE4TJ8vB/T/DD2T619yHPpK4hYaaIZphFiWCH4BP0kYfkx
b/0ydUMji0vNp+l6ZjWC0mpE3jpuj/lg0ubIXT6VYoYq7Ds1Pb04GlD+5rggkpquumY9tQeJRiwv
U9/omyCF2djk4TjPR0/tAkQtYOnmqALsoFbiCeEBXbE1+606+715QnJIZa4Ag8B+0FEehmmbSxCq
7NhqfYxPSOg4muGn5bO67JA0V4/g6LbIgNe8VJk3lSp2Kfw9akzxYMR3dJb8wUWA7gw5FG/2Y/nY
YN2S11lF5KNABuKj5fRb3v7U4mfCnjNbhM3oH82ERWIMD7JD5EdpvmBYDHsbgoZYgSW6SUE2VXP4
Xvc+MCI/xx7XmjMzj0t65qPOE8LUA3xBDlWr7Vq9DQUiuJK5y156zYkyG2j28lBq+xquPNP4vpR8
g8eYR0zGFdhGyedULP7gdptZzcD+d9ejkbpJx/RHYzYfEE1tnJ10lKsaidZKHijGVG0sCkgMm7ep
GVIHGWzUsDRMjE9bOI1Rr+Gqb1YvhsiDaaZnuHaPM37zHAnTgkRc7JGxLnyHqAkxwnqow6lEAE8b
1dPyMghoyRG9ObgKOiFvyvb9WzXbeKn1YRgRha3AzSwfMKgpIG5AZJCSYYzahQqWilUVEcAB6DsR
sDSeJ41GLVkCbhk+JxI/kioSTQRMD9WLUQ0MWvgWl2kGQ++dQoIBmJ4KP/gQ0YfB5e+YSOmdtsyC
/7ruxrSw3Eiokq+MHHoK127eRGMeG31Ot3X2OI6HXvx0FBb1KobfcSnODn51uwBW2QVQvWB31Db3
Sa/60tjYyqpwWBqwfr/A09wpxFbJq6TGqClTy9pvC/ecIiM8GFCLGYr9qHcSJtFKucYLHmNR7YB7
ulnYwzF/S3CyHVQMTshx6OAjDt1cXp3UwVOqd+hCHPcRuYPq8Gm7qeUpIAu9V26szivk70EYTG2/
q3ztE/+nWBLa+Q1i+RxPG30NRFqMowxvQOSOXexH5Frxrbp4Wf3AtWMBxzUWdmifMxE52qZLT8ry
m9fwF2JfWg2nDQQcEbi3l332NLT5SqFVYufVU0cFHNpLrseyXucYswlZx86Qk8iAhZDlIsh7smOJ
+6o3dAQWlL7s28kvYYIMU1gLV5qFU/BiJLrJjDNO8mJGzNYMw6x3C4OszNq46O5NNsItgjS+Za1y
del8xht8QtZ1O8FI8ak9tkU0WWFawajI9vULOQBs3zo2CIkhRYS98kR8zS48LB4UfaavcPCfCqjg
suNo6cFCOk9xEG1LdhLBVU6GQ3RJ6t9qgQ0LREcPDUJQSvjmJ51d+h1HgBxl45sp+8PUwQ8cXv8A
3uaQVVvkvJU6zPIQMzeEvbZujFDJQ2GAsQADmg6f67h+PhbIQhB4ax9FuZewhC/RlI8wkNqxJTFK
IBnmj6HCFMAMZr6n6lO9KB4HDtWtiR1qEgO+9gnGZbElt5kZZDlUqaI/WXzfDKGEYZwJGApB1TXi
0rrH5TSAXka7B/hIsbRFrB1qwTpwSNij4mzMp3nGecSmyIZKXOq9380TcueDXn136DdBJEyHJjoq
fnoHhwRswDjOKdCtQNmGBbqWcNfwdT3StNBtz232ZPG1cTkqPHvYcbbBLDSr9/YctnCdxnzE9Djx
mwbn3JsyPdbLmaNlNvtgSBMdiso+Zt3KRRIzEObXJdtg+m1icyz5B1LZIkd3t64tdqjykKM+Yo5E
tC7sRY1ziM4PzWwlGX7RJlMPJjCQqim6LUXoJ2tbDEMxHPZNsYTuMq0pfELCTJW4YubyYDtALbU8
pLb94bznbViwBYuW+oatrzJZbeAatR4uLx/zBGcsox6JzWJBiAKPBhz0DX4L4IbdNK1hseFrog/Y
vK/AERkEObad73brKu8CfRLx3A/MF63YWkChbA7GryEOotvqymNqVBupfyB+l80phPTdcDQK5QjB
ky9gTwuP03NPgGgqa1tBHLWAwek0ap45+dShu3ESBo4nZiMzmbebXifcd5cZlZW20rPXngCw7E2C
okqVKPZQlOU6ieZ6qj+XARc+JUZA6wjUeQQSuDw2MzuazR6GSTLoF8PrMXsCZK7uSIP9Wya4BIgJ
vTdf1ubsRDoDqKHbcS7GwzS+gq3gCVP6Kpwr23oMdAQkztz0c2vrVhZUAWzeuItAXDzcP3CxFfZj
M8oIsl6EOyLdG0iUq9SIs1fzV5aSWEk/VABWwHq9xV275ITU6djNdARRXxYzZGgpMz3n1LaxVafr
xnV+ZyMzgoEqx5olaaN+aBQprgV+amsQsd6MeGOYCz11GHousfMIGYNlOZ5LNpAbCFQhS/s+z1Ps
tnBkGp5r911Xn7vl2ZxR1oVNdVqQtKF10YzwFRidp0kOx1SUAr5u04dRN34GqAt9FUlncB3swYms
D6Jodnxwdc9gSmI3WLFKuyJDpPNYremXSUSYux0MnC9Dbb6smEBYdsvscKxs6sH6b0LaarYRrB63
oy0RPsq6PMnnaT0gFMiDlPxh4NrO7uZ8ZajDG8cdvoLy1415+6EtNGTU/ZkmZF5z6g/2M7VRvkMw
gilPcXTbBomZWv1ZUjQmQ40wyRHmLIMIZAXy4NyvUc0mIlU2TKOrvEljZIA+wzxyY5pKPI8ocQZW
/BouwhcyZDdaKspX512dCYo0LDsbGdY4LcHR4WyPy3ljgNsu2+1C3wv3TbVwVOxJ6eZeiQ3PBiRu
InGrDBtAnNKSoSJwlAwTHHFAttjIZTIvBztgVbfPt1PnrNrUODSk3VoY+WZNvVkmFwJKNANtGlUZ
DbjG8PoadWV2HDSNZd5OWR0VS+Fb84tq2u/NhDZNY5taw4YC3k+tHyrfclRIXd2scgwBeCgsK1x6
edCLzleNKNc/JZgGjsEeFe2hgc9JOz4hsHRbm9Vx6jLoXBz8JSRs7Xt8gi5nxJ9UM4o240W2/G02
3BWX5TPLx2cd6OCkH0W/nVgOPMJE8DVyk5GwO8wp7kVMD2sFUk4vbc4ZYrE1rMDHDslH2AtlWDZ7
nLCch7rclKBAaNHsxnX16KIdQK1x2btms+5cfaUxJB/j9hcjVomDm5f0IhEFjl1hBbMCXrL2Mapn
ew56Ct2aqf3oVf9qjd9YhAH6MZwfflrXYZvTIC2nIBVfNhk9afzwIVyI2M4o5ORYbDVD9ZTux3YU
T3NDzp4M51QXQU3gAY9BC4djxAQk32BvhkWPbqohLUcpkxliJmHPOOMwwB95oNuvS16tZ4c/iQLc
FVmvdNWvVdipQ8JVWQFx1wR1ovFFswBna1e+mwQvyS8gAqJ4c/2qKUKzOKfQdrPX3AgceG2oytZR
V/Unxtut5WcIF2Fvo/FqOQmqhGWKSwkcTVsXI2JzZL4mbmQJ3NRoUzbW1B+X0dll8LaA2k2VLFBA
Nug6lLSw6x1sf4DxVFfCsRc1Ufc9LQhTQ66K8ZrOMUVqQQuzgqLOQp3uTfFhQzznDBRBo2jthki1
dyXmBrBgRahkV0aCrG2+x+nZ4oYZ6NaAUlg96bA1nbB/mi5wAG/ZyP40ncB13rOs8No0VPTEwgQ8
/ZifctBixMX9utYjsjxPEJTKyu8AeSKDQksabCixT43ISoHbIWTKR6fToOLrlKAn+86ocRZtqg5e
y4u7d1AFm6UINVg3YRzRt2WglT3Sp3Bko8qWdZZk6LgMtwwzdAt6iW2tYqL7MDOMHLqgmbMdPOli
2aGjmLq10iFwUYNja3EBEgqkQIow635SpDcX1RyJgeOM417RxkMWt1YF08an1oQdTlxrIalSPES7
oVUWcGqgNi4CW50OIyeJlYHtYRrfagbfqLpd4Wo/KqMZKVWUwgxxek2hHmpZlcxqaNhrXv8SHD0T
Q9sRagDrU5ro4PV6DkwDMEdMevFOzGSAtIPPH7I5mtAcMQ/TzQ65ZDgBKg/VdzmEQBnZD6KPPMHt
51omer7vlFebFLEyIiLFgUUFfN/w9p0uQIi74+60CpVRunFx1Q4cEknacKC03Cq+Ly6O6JYJ6U85
HwEBCnV6M1MhAZQ7vblWFB4Z4xRT1oXAJ5ANmpeRjejmtEPnq8NwgPJfB3stYy3iAEZzXbXTesyK
WHeRpWQvx0XTodcro24eEqa134ttFzuUwGdXzdgKRCcf5krnzmgeRD3+ZhkaN0zQvTTNSdzl7KFx
oN5LHfdBnV3bm+wc3cucIsJeOXF99iWyovFcgTr3n0415HGWar+Ko4W8T7/n8aEU+0X6zbshvjCh
7iE8Qs/TB0blV182vMDo0IZzfyngSLfhL4qOlBQYx8FNzokvoz4HHZm5awrIS0OiIPEs0EZvZqE2
RR3/4AggGz1TO5vSqxo/Ny/imAQ71uRhUa0dLbJk5qdthLguQAxz/QorSRSCDITzoFM3GhC7RniL
lSzSc91jzSHW/7U/tYP5bLwpwKJ3MAHW+kCzg0ZGVfHY011vSR+8BevY4bK2sgBgBXTU0oJ1YVzy
fYv/WuHxJqBtnqx2PU0YXDIHn9FYwJzSPRg0tpFsDUo7I6FAghe64GytoNDhTzb8n9KHQehhX3tD
+VXYUQrNg5aYOwM8WL7AGPGT0NKrUgzcnwU0k3JFjU1dNwm1Y4DuEFqP3WfeB3qRpPRHyT/S5Zx1
X0O5JI0WtYDFmwCtHwNMmLWwqPaQ8CxF6DYHThYcpyBTZsDAyjUKuaXhgOI/3IHuKwuO1jb+GbaH
hZiNBvnTJvMniqVRJuWj0WToQB8EDXGXzDTQGdyqaL4Dlz0WMt+aztY+WM0WHgYO7A9B2moC90sZ
BLrsMCPPNZAJdpBDoi2RVpQgisDhS9jowzctXaNMUGAaoSJlA5Je96l2k8Z6zTXIX6vxwTa/COyh
KQAmbQxHHGbs1WwR4KvYoSm2NQty9VvqMJtmny7Ym/VvMxwxregNOBvwEJ6cmgWAY6fXb8CZuvyQ
NomwHlm5a60th3cDBAg1vBtArVOVEJfe3CaanqAgWPg3S8MKoeJVHRCAdl0I51JPB1ZFp+4igkUe
QT7YQf6LKylFtudkPjFp4piNegVACzK9+x3KkQYaxy/UeIFoVhrc015qwOqfuFTkM/+xRJSJc2Un
JhwhdgLV+dBBVwRD7c5wh0Na81MHgMBo8DKRIq8+uGmMlOLcecKzEH5ij2b+nE0HOF0ry1NroLLJ
C58WbN906OPRVNt5DSJdH9sqHm7ZpS9MWSDYR3SQlZiwdSsbIDebyq1iwih2PNz83EDLj8rahIM5
g2/9thb82cYtWaEI03M0s9WzxY/Z7PH6lHZY8jsb7Qwz8QtglqGaMB9HuPLsZ85xLh/dZUHZtwOv
Y2gPIEt6hGxnfmTGk0j3FgpajhlsFRlpMOirutoUUPn3BsDDMgJuRVkiHzjOQViDSx1LFn3NY8Mi
Yr/3y7pWgPHG4l2WqxGyc/JhIDNOxaUJ0er0jucieTyqCPLSvpi5ArjpVXxtFREsgBBW5pKo/8Eu
U9ywM1eYv4+oQJZjQZ4a9tNXH7aQJ+Dt4MAYctt0vlnit3vFd2X0bTJaT7QYWJMHUJVd/HzSVVc5
sIiGn6b6bS72C/xpslfJMq82TjSNGfrxzCPukzkFgN3cPW2BgxmxwRJwA32Ck2pAIwYQqEJSGnnR
xMYG6a3MNwNKWZwjtt9KrPctxb3f22jnNZwpixIAGkJJ0bIEFRCa5QL7EWl8WAvpBD2/h1wAoF4u
ZJRulOKuyz5M/jVWr7L1TSjaYIHkHhhnPtx0bWAl2kZy4Cj2ARSagSHlLyb0iN6J6bg27cojxrOD
siL1+eKr4GPLk4DtY43L47e0jgY/1pVvZ3FmfFtuFVj2ucS0iCZ5G/fmCkMOXMMD8UeEiTRPsPil
FRzGlN3MHiWy6Zt9T4+5fLEYANyNVMZwgGKFVu+TmxjqLyo6oWS+jSpFRx2Tb8oFAsoyUCYwwHwh
kMniMax5VC8q6hEvb51kTM3HjmeYn+D5YBOEID3Lk98jX2GnNHlA29ihq7ZF8XKWyFyU2U9qb+x0
vYCCnQekiodvQVGqwT8MJhFWmD9PadBNgS4PBcVoM5Ro8PSzC8R9axQTXO6hBgZ0hb1c4AqMbaAk
Ck1EVgVV+1za7aqrMfDY0B5FI0kU+bE4xLeLdQ1rQsl9lawYCPbIedFxncZkX06hqT8vP0bxonPf
UtD8vqQwacC5bDNfrfHrI1AxyFhAcGLVOxCZFOtbAm49z6YDbNurEVnQ4hytkH7eRQrkukiaxURg
+p7MsNvAC3/WQEADvHjGDURSmM3pK93+KqfX9shxseSrAq5BKNPSH7t6GcFDB5RV4ag1Md5NAzDE
BhvlOWBH4B/eKJMZXF2LvGXGTprwayqjMcdLmp70cYOVUAlghL4BMagIXPn/SDqP5caRLIp+ESLg
kdgSIOiNREmUtEHIlOA9Eu7r57Bn1RPTVV0qEsh879qz2iMsBuz1dfOeAD4412HyyR4z2CO1NwW1
hQmSrDS2P0xAYkiBnJXT/KvC80gCtLszP2zwnJixeTuLS0XRpFzZgtSLt1GpfFS3q2X+feCBH4jO
HfWoTk8TgjZW/7razN26TgN19CrFD7t11+9ImFaTTzHssrT0pxEmTJVPxhCuFkdsooiWg+6pnHjD
WD8tejXQiF7S+jka1m29bcZ9+9pQ5Eq/wR+7Z4gQ17xHaGXFOrxJ7Awfzp/M/FjzKpV+hK3urvCY
iXE77Hv4A7nWuaP/Gele+1eY9EaQ+xeF5lpGn6J/n7Qn88UgBEMfnrp3Y95U/ETGepkXoMrnMtK2
zCBUeHps8WHyuRiqZyAYJLrDKp0dVzK4DNsCn8Mme0B2HL2XyPrSEk7KdV8cAOtd/V8c+Xn3neQb
kFYb2HF61ZRD1/rZtA3VDQuf/Wdmjtd+pOZvLb8AeTWmpPRTZ6S+ZaXgIasfihqj2hQg7/k5nJpd
a59QUazy+Why6yoSFDao0QYsEx3yX5L8CfGk/lXVM6tEbm/NqFo108GquKYn9tadk/002q9hPT/w
f2LIONn04vofsPR45MxVekziLcFFrmdVW/gBNIQqwFC8fNvpTqU7U33N+cpHfvOCPT+7gTev4Fqd
8Kbe4E062jTtadNMr1Z+S3mm4prcb1Jlx2dz19fn2tg4sx9OAWgJckSqKMjLLtDWssvwdpGutWnV
XaMFPG/O9Cm5FqJjb62d0JPRJqxLn1rfarwtMYEbB7e5ARWPPzJqvOrdNG987SqyBkLF7c3QBkDV
I4ab78U+pCGlGugbaFpoGGqUhm9tfrOgZ5K3Tvm3tJ7Og+PM8B6HRw2G+VBRem5UeEa9drXKl8Uv
WSNOtE6vS3s3TPAVjZuQlPx3kgqVbMsUXc/rAbWewvW/aU0EKNREtt9UELvWIbc2abbNNc9ldqWg
SZBt12+E4IwOclZfTiGRsURuM7nh1bSLAIRboUweOCkPVPct/pp7NvUCbkr3hnhrOWcNkal+6put
q/+M/J/LbnB2dbYqlXtYv9ZfpR7uw/QV5uSx9LgSi0hLyFz33p1MIP12QliSP7X2QRu4zDVM869u
eJ9iJEmVx5fArKYxaC+Wn0KJcRJ3TM42DPmwUodH/FbiZxXOAv7pLkxU9Ys5FYfJZmkzg5FnK8ME
vVJebKw2xT/T0D4qDed3DpY3QWTg7Wt1g5vjMJd+b9cn5//XO30hFf1j8zh6MR1hVfVlUlWAb8p+
chr9XQGAWCmWfHDYVeF1Law915AAebaKDJSIrqSoe2mNZt/N8U4vK8+W9batwz81rT/dQXwrerJp
oJZXmZ14Zre1sywoRnPtiLVuD1wsqzIKTLbZKzI65MsroflV/KvH3zpqBP0Qig0rOO27rbHT6sMD
hot91f6Dsi9+XcXYJgb52DhGq0tzk020lvOfHAwf/VPHxQXmvDX5L6vGWlsMuZn6JvYIDwwGa91q
wSKCEqrFksnfZO91qJNJyI/SXLOMN51nivGUNcQl98Nh7nmJCzAxHXMXILWenKtnt/uILDVIR0IF
myyInOwJCCDIHuqiVH8ehsdiD1A7UdVet485WSWJnytoaqd11HC81ssJTC1chg9N3BIjfarCXcqv
tizl2VRuFKO0GdcEmfTXOD5xb45zsLjMWEfrLxr/jej8IxCAFQM+ASiOr5mHEeGsQVZbRJ6bx1H7
GHphhvsH+jADfPfXMdqWw34GiYWsgkowoie3hL+A59lZ2mGxgdz1dZ1xCi77agYm2i0LbNyJWziR
nrADc7qVRGO3q9BeV9iDQzp0NoPa7ar5XKHCkV7mDFfAZVCKYbgqcq88L/2R5gkcvIPzYYmIT9fP
9U3hbN06Qtvwzyaop0K2NRm7IiM5ckfF4iqjWp5Tb5ABC7fZvpjuM2oXkp+REyj6TefRZ07mOxpN
f4oOKVOGyoBAWpAgyA/CKCLGjLbegV8IeN19586HHLeOvpvJyaIsbvodUKQWEHiXgbPclExrxTqD
Jg4nosGNeNsNlyJ9c+3TPJ4zWFaAXmtv9qg9AXebR13w1AS5TED73wlmgj25MeQxomikg74O86XR
bv2f+5sn9komazv8qScArCS5Tbb80LgZZn6zjO9V/ZWjQ3THw/BfpfaYBJCiRu8rmAv7wRPHZtAY
JT4ypkfGyDwAvzOmlbt16UkLL3m2ycubOxzbYa3kFxVuWWYHOsGFIe7zewPq+U9l1wb33NS/VfjP
El7msvSjlM9Uj89dtc7L5Ft83pNH7Y/tzSaDq1e+JSNdXVqxjpOPujmp34JfI7P1VPyG1ZukjsbM
rqyAkJCwR6Z5WqrU703uT43ZS9tHVXcwWzhA8rCgGAt1twxsEiDHQH0B73LP7HSy87dsgU5HzoI+
jZqUwOTjze8EL03mfGiY43Tbd/vjol3yxptG8pk3xLwE5iF0Hp3f5npuPhCDVWgfjH/zQ06BosZd
s30YyFYaho3HfpPpDBaoSHKvAvFjZEDp42IzTz+6F43VpPZ6Yzsta+PZvQ7tW3NPXY/nARAUsEKL
ILeUv7z8JBOvLgL3o2TQ1N5bYJYo3aql68/lKkKfXfiGg/BQ9fVrUkKH+4/Z7WOegzDc4kNTxXdD
AfkF9ByDP0zRxeU6qDQ+9HFj9vtastG41HToh0Z+Ywg/OsRzm0ugQGMu3+GAWqJ8GT+URw5Rf1RQ
abQ1da59kHBoqLuJValaiJk8RQaa7Mc9A6ug1+tQnpbonM0fTfIexWtX/VSh6BLzbmfuxjpO6nqy
4R4POQi8C/1Dx4aa2K+upn7LQjlEDTdNSMzomwDbV+p3O+WY9WP5pZFXPnyRbh9nPrtGicZVHGeL
gDWbLwebiPlvCvdFqmxU+Os43KkjH1B6k0MTuEW2aRw4HIi75VKjpYsgQLEBDMc65JyIfJtXu65+
0vicgExHkdciIonarWgLb6YbkIUhbr8t5cUoRsRBI44QzMa8IZHD8I7wtoyDdCmZIcC1bW6pxl47
2bieLfQ4eQTwYGSXPh9XteacJIw+5VSKZ+hPMrpRcArXHbkIpFbM24PTst5nz3FNHsWQWy0aKBAT
vd5mNj00gi28yIOYXRHmGcSkv4v6S2gbnkuWcSBFZTy11Vfu8kwkAC5MpyKuzhSXe6V4Ujr/8VEP
T2Z/KfgDo/yL/5qTIqIVT7n5G9YEW99TFXOIxgKuvyj0zsdWMC09IVssu8zJIZ4Ejopiq/3pgPZu
HICMNPOCGDfUTb+07wqN4u6h5ihcvir3u4uix2858PynqGLsiDXhZDrM3Ymnm8/jFKP8Kj64soUG
nOjYqwGDQOFkn50NhJpPJCrdwUEwiSEggxh4V7tjGf918PAz2+7wt5id/59Q5bJYZwm1HrGjNZyJ
pFK+V4xESfs+5NneEGiy4nSv84NHwjlQynooJu0mScQY96X5EmZXEy1jFL6p3dj5i6tdZD+E61Z/
TJvVR5ynm+KgTB+uBn6N0M2T/FXkW+I+6/oQTPm+W+CpwqcyAlEynvpoX+kwh8+asrXEenFD3x7+
tdU6hl2xnR018Ey7VrlLlNdEH5i0f+zq2wRiSvqdZUK3rNKWvtMS5D0jj7h47sf+nBb6c26CVVOe
Fxd7ixDP4sdskUv0swrrTGF7uXyNHRdp7N7o4OKdm9pve0peFReuvV6soNQG+CeUj0Zb7RrJG95L
i3PN+ZE9SAk38KDEzroa5/MIiDUu4XwaYy3dJzD4QGZC9coE8jZjMAksQ42DWreeHTtKboaJCKiJ
mNvLpdqZbnSrSVpkvrHL9luPqKirrH0rH8tL++nqY+K5c+E1Ax+ofp7NbWYRB9jnyd5023vh0tOo
iGFvjkOLVhBdfmzXH6mUVNf15nfUOlEAvYkUYY5PIkQVYhoDdbTady7yqxLeTM0FrPNTMn9b/I+Y
qAqOAAhqRVDC40YwIM6ogNdZE++j/UQLHyojC3xf+a4AcYuKdIzkUM8/RHIXKc1AXRu4Rr7XMrIj
rYPkhCLt+kI3hTfMT3X7CLvwKCwoGy9Tng1qhbaj0lHOa2q/sLX9JVE5L1Rtmkhj6WmxqqeT2+XP
iJu9EZLQNMNAMVXP0dUTwZhvy0Nf1nT6DkMEdfUakp6oRQLUmKGGUcsId2TsQUqRQh2LzcAIYqYK
OEBVZNl3HJX61nHhMKSezj7sy6kr22uhP+6d5UNBG2PxmUdACxbzwt4Z9E8h5qfKoU3Mmgg0Hafy
PIzQr2VlikBmIgp6WiksdQkc10A2paFm0tbpZACVa87rCJu+76Z2z4/A4oYyvWhfarogIhaBC0yw
4hxMNPPWuiMTpPPdBEgGTjThEJYM4fmyZVh2cbLhPRZiLbGeGGuUAkFF0rCcHd+IgrStd1EjdnKO
AwlZL3V2sOYtHteNlNsmN3aN2ZvQVEwX6ePjQ2Buu2/NcwXyKMWPwxHHnNgPX3nvkixkfNTtLxhT
2JbnPkrOWrXN9fG4uP9MAS5cMMy3+n62umC2Fc+slZ2Ivw2TKhLFxydIrNc+17rac0v1S3U3dHM+
HjbTc9vwqy0bamHSEL0FwrVJM32lsr8SR1sYEmhw7OS919Stnsa3Ocy8sBF0uJmeFSaIBioFyerQ
zZuudchlnSrp/g5tra6lOgtf0aJkrVnhP61CuskLYsiO5s+6R2GbqvQqFpZR8S9A2uOaS28pVNSP
HT1XTuQeUCsbPmRZXSJqK4IsTbeycQ8xD2bXUemC4GeEu66mCBiptiYv7qoAVIqOlBgQEV2XVcIH
plMDhBNfi+mmRs8NWILMypMCc2UM2nZBtqd0+nPSPhGFXXH5FYWXiOyCqPWcJelTouQUqKOaA6lR
VNuXzMYLlqMCyUpDazYvUYYib6PKUgZ2/VBZnSfrwJEvxNg9Lygkla5A3xUzr5ZcuGVn7e3I/Bxj
Og/CeGcPq0UUWxflvCVPnZGvkne2HRuFuIugUCtTBD2fWabtl5SnooE4m0KAKLu6WI9rlRBoOW0G
o/QzuPqWkbJ0mGdRWYnXahYOmUG2PxX3ss5eNTHblxlOmMU7Z499SJ21zPDz4eLUVzt+U1og3b1a
VoHuEu1JRGhhc8zwJHJZ87Ga2lnJ1nN2HNi/ZIaNUEV7i3mk0vWv9lm7q5IpE2bpYzwoyjV6V86K
PnlGAuzfgGepORmh2bFxCNEuEgC0Ivdt3jMG3Kb/63T0TROzg3tDGoFyabBXtrYeyt8s/I75ERyu
IzH/g8IfmV+LlKyFHgxgEhM0caDW99YOFhl0OBDU60BNXrHlAQ21sxH28TXDnmsg9rtZ0/Iri9Rb
hjbfxuYLdVzdm8g3nWmdJ9n6VpHQQjJsLCRaWkMMX7dFoF4Zlzy1UXT1b8XN+cTuAlWjvvS1l/Uv
ia17abZvJ65qL0cPa8q/NIv8/iF/I/IcgQYt0ohtn7hokz5n1b+a97w8zLG9ti2WAPbkU6LfhV7A
uyOSdH1LjWCAfmrOEOQ2qJKRoLBIrmYLtYw/PZ7q1Uj62GPuLCevr+/6sE5oZdDWzcWe3qOEIxAg
/VA6Ptt3vobe1EaMOj3iqxb8B8ieHaBEqPWZEAvJxWOBiLbleDbSNXsIg9fwZkM/FJRxdBYPg/Ts
5iUb3ob2Gf4Ilngs4EQDF6ORi37UmRWTB/zoyKA05Br14KA6YH54RfmZo+rOrX3JGLLN9jApn32Y
es5n4772SXFAR5+YTaCMr6Zhkus7rimO7PNtB4pUZor1ZDHQFbwd+QAc1PyGTbuPbGFt+3YhaYYx
f12FEn5Ue+LPHPTYQ6zEIMyJU2X9MWHjKorlFGnkwYNHGIA9/ZBCn84XkdtQAQaWjflQ/8PbmFdf
y0y4zGR67aJ7mvbRh9W+tsK1/HLxJ+jZl+MgleL3dw/0D9pR+yskele9w9mJUvilx5xRGXnig34L
Aj7L+HlUN8wVKwufU478ygEgpztdX/yijqFHCJEvRDSiKmDpTZV/hbDRj6JtRGafpJs4CmqyiSrg
6yzZDvUs2O52jRiuIq/ti5HUE5ipRE0SP5PIPTEUgQIYpvxJzJ5FtCGYx+5m0AcjGIa/uHHEMxoB
XrK4lFcZg+1zq00wXFGszTzbOD5cIKv0KEW5KZKGgb823xxEKdg9Ktu6jr0dcAIkGF/2LSZ5nCxK
uRUFVYwKk7icBdGxC6rKSQ9jHmhXfa9rYqjn5Z4tg4KaY6v1Ks9zAVzSJv1Gj04TLUy1Y4pVo6eX
UlnnKEZkRd6hYbA/VuP0qcvHBokPN2+3+qDUl0S7OlEL3R5lT1KJbtGQ+/NkiGM/zV9VebQW/nTD
Ultf6OiKK8d9bjT6z9zpGSw2a+/tY4fu9Oivcmk/4D9nMKKa9Zh5letc9Q6+Ob/o4Qv69XydpZ8N
RTjT3VadDkbH8WuUP++pfjCYRtAbSpWeC/HWng3zHm9DFrS2uaOqkPKq6bBS4qW375MF+Ku9qmCL
1CyFyTWR99SEVjb4c32eubM74jII46Y5OjN0VGjl2tZJYv2rnxnaXwtI1miBv6vC0K8ydZ3ne3UI
jMcuKOHZw6VxAV4djAPZsIlHGJF+adYjOdWmGr5MybA1Qscvskl7UcVvKBUPd77VJMkbsiqaRDgc
vNaonQtnbntuqDhitY7+yjz5gD3uuuJftMQgbPd66XZNGr4pQBOqfEkm4NzYRqzTWXm2jZ1J55VE
EVypfsHDu0plICyHkyWPjqa9zdWfOaZLUBjbHCJYQooViTgBfshFqNDRJx49XyKd43azKi4GZ1OW
fzJ1ruO9pulonlxrO4AFnckn4PsjY2vS5CEnKUAfBlaXI78Tr0/+U413W+JCAvE3TRdkLNt03BA2
GGEkvyoaAGT8gs8LMT0ax4FviVNqfJUjwlNTLdmFUt8Cr9EXuCfHTLY98zz4PMjX+Pj7pi1D9ROk
bw5O4IqPzlGfo9L9LOoCjyXoqD0XCsqFR3AJkspNUbRvvZ37HXBeipSbsO1UCVClR/20cbBboY82
oVuE37bsUm36EMFT/7KKFcgT6PLCQFNj2YjL69QK34GVOT+bf7Zefw88CKhEtBhhKkGS2ZWQbkAY
5VmRZ0HlktepPVLE5k5mKVoZI8KzA4ZKErjENKZJYxWzKhaV9VTwTy1b1v3Q7yQ3kr6IA3WnKyzz
k4ZkphVe3mM5DGc6ugF/lPsc8Z022ql2jgCcp3YAVhf2VYuqLeLsIhrb94lC2VJWuJPQwpFe7vT8
7xJuhVV8Xjamg0aw5eW0iO2s/8YQmLCa3HeZtRDbMTu9gnu/sE1QH7MOsD5M5PeeEc03uy53xXZx
G8Dd2DyWKVgi46PqR5XbnAyJjk1oLVJmdR/q/ZNMOz9NraBKI57TTh0Y5fG5dBZ3V+zCRZrhkz3a
wFOOdVYccXOyxtPCczW3R5tYTEPEQSeAooXHsXjIXLBa6LWouzcZ0pdx2lamcaEdEGLwFZZzZmjc
jOM/vXEObGtrU/ANw67x572AHbfFyLLT7BJ+LK3DITC8VtoYWOkn98x2ropD4jrbsNuwesfyZL2G
KILqmt56NDFdpXkhyPHiDB4i730cfoQtRy0PCtKdOFmOdWQFPdy5OU0AveK1Jv6wGmlcsq82QnKi
BCC2Va9Z/pmcWH0od0356VJTTbSJtdL7EeVd+evKu2LepPOLyixOviIVmgaVnPQT5Wskg960Xf6q
4CUttSjZ7I/1gEUtRZsOoweBkJlXI/0IxysTfdWDkNW840g6FCdQe+WmV+2WaTloqUbw5gfTY0zR
DgxgYwj09XO1HZT72GQbm5RmNzno01uN1UkfKHhjLxVJ9yBRbC1vvXxQgDofL/3o+nqKQVn+uNYY
b0093GWW8xmzYw9Nvpkc85jb2OlKbD0Fcj89s9GwIXuwtUNSKL6JNTTsolM33MYx2dQzxkK73hsY
FLAcrgkLfWQ8SJNPShmgUhF1OebKNv2BaIgKLI7NMrKmfYaWxAIDLOJba38ryY2VAvcS4riPWf/W
6x8H1l9rSCyWH1W54DBNx595qsiNqMsPrUqvdUJAc2f0V21yXuNFJZujWLzanQ9Kfqhd4hM7au7E
TmM5SLkrH59DFPNjOhgcW74n7DJqFP8ieeKOP4BM825xtlZOtokqxO0ZROlJ1tc4vLH/xRWU86GI
mNWroJHpurfSHwtYdrzNyissdtKE18GCGJsIt1CjESl32LOiAfinTbjvM1Tm1jg+qQheF3S87jxs
e/Y5IZJ8pYvyrDfM+laxn2NLf6YLDsWt0ePITPppLST6Xk2LOLtzbVNb848unO9S/3Ly6yKkl7cK
8hm9Q/BVuNFZWNMX+vgqc9dDyMwcTiqYdfUYxaqweNVauIIePW+U9gAQNhCIUjySS5Lam+rZm1Hg
B0YJUTanOOcjZ6uKQGtpW0zQrpZnuqCCXm8Zc9eP3gdTGIesgLruRbifMuNmpnGQWYYfuRM2j02d
bjQF3SrCeWn6ersp07MiwmesFn3yM47OUzS/W9EvRmKEAizutqX4evysWU+pYlw7UPzWqc/KpHo2
2EZlq/azM2XorGLHCNh7CScrxgCj42cy4ukaSR8sRGp+OWFGkvLQ0Aqag19lRr9VciSrWsYILxoF
Wq7BaCwl35M1BUuMogk75lTehfhCV7gYPzVUBKuoOviTwhzEgVK/CXt5GUJ7Z3PrlBrMixup5wGL
ldJ/T0t2dvLD3MCjRJWflDnGDQdJ0rzNpnkTi4jFMdo1U3qy0nqvRxYOnMkKZK3rPu6idW41jK/q
vgkBWpI6fmsZakz0cvh36Y9Hj1x1QV+M56gLvQjyplpmVP9L6hvC8fNqRKHXNdpXvbh2jE+X+GLl
3jmtJ11O1C3tJMDiOx3p3EjThY0Xzs8jIOCLMX5w8ErtLuadGfKleZg42TKel5hoIjTxz0hqalBC
RK3uE2px0e3cYlWF4qUubbie22IHU3XsmSS0BpzF7DejCG+8X6VKVKTyr5pwo0yZ15qStySvkT26
NUKstFZ8zRC9l0QdH7BWFvu8G8lZBEJOU78F7IgSv4ENasZx79T2M8Vytd9Z1VPX3eZ4Yxi+mRiH
GvxZM177prrWWJkrY13lobFqGgxvVaDC6Rpi8vJHshg7klFe0kliS79jmNu5armJtEzfLNryM9nP
I9NbvVxd5beY7pDtths8/KYUPhE6bYnFC6s0ACzNZwtVqNg36CpEt1Vj7XvoaiTMxX4CpdDLvRh+
I2NhHUl+HD0HaVe4+1wy7976KjlNBNyzT4jveGF/DI3lYKIPWJgl5HTBTQPwNK9nLvL5ovBiD4QW
owVYJZK1Vgf7+U2MP83eLl13LawLPCkk9IybWWnOcVv6Bn7/1GpP+XJtzXxD+eu6hZkyiqe2/HDS
t7nlHsTJLg75iFK+RYxunFty17JWoGV6sCFB5WDMSvz8oXGE/bUYa1mYu8U5tcqfQRw0QGxkt5hs
HhIomdQ4/8Uaf1JM5mLXb+nQ8ookXkMgzxrqYvy8AdJq3RYs84NfkT9hl/xi+L4QuiXhblUaLyQA
OsfwWObbuT4W+lFnvlEZ3h+xFNAGq4WML4fciWR5e9Bq0bqqd/h/k9ALrR0Ym2lu+uHSSK8AGYxu
ZrRuSsZwtN/mv+bR+5bxjWWvCtoRVBjooOIjUvVVZnwLVnq4CtRbygCtS3yIrpxljNCFHtwMqZ8L
cKAbfEdwD8kFvlSxuF7RbTQhoFlXBuM8HusO6uSUyEM3f8ymn9qWp2eHPn3qppONHFVPLrWq8GjG
2UddmDtHCD69H7e+tkq5tx045NZF84nxEoS7tHagAiCk2MBB2NZdHvtLL/aV61J5iS2MFbrqYc0n
6001/6yiRDVm75NoeU2bL1eTBa4YjBTNqPl4X/1Z7xFXZBslRX4rDtHjbyS/AQf45lFjSSJKpC/N
cF329as6yGMC2SMdQtHbgzJEmNCUddxGL1H6eCqSJ8tN9g2ftB5qAZyOZ7Ry1xsnoQLSiIoRNo06
miyzrdp3Z6zMDHcvIqresYEgL4CKCKgYXKf6LswIAR8sJCvzUvrz8G1ZBrkS8AhFVG/IfAOCbgEa
RkkKv+Pp7rzT1Hn2m9F8WtryWKU5qUMxU1g59ABD9hBNQSh6egQbduhmImaF9jsja/GOgsbJqXtN
2oqDrOkndD3iNSLMlbQGOKMfUzf+Kgnq3TE4vXItMbwomv36iKpUfRsowY8GS4Lsg1dELhCG6SIW
FRPaVHxX+GCU+d4s4GW7THvP2spbOuIREOE3EN4fDjf+FN0amCcLt4bbBmHafpn9tbVxaMyY0Map
+Fd2OKznLmR0ldgJtObNYVduC8lUNvY/saEf20bbi0cARV1ca+K67Eok22p4aoHgIfIWLVtFKsVt
sNWOxm2JT2eyrKCxf+nzItornXbh+C/CF+3G7HVx+OQOTE+lmOtL2aKMw9Q/sLI2imphKBy1S/jY
L2tSxwz1I9esd9K+lEruijz9MCJMwGUxPzvUZ9yGjq202fcmzsLhCuRjA6/ly7rjFWzlsyChCq9A
Ev/M/U5PlLWqr4Ujd0pYbmqyzeq8uMVExDFOLejjiNNkcqeMBEnhbH5G2aUo/AhNOFLUZEZSMV8T
gvxXjN+EFqA3jhXnWiyLZ4yhl3bruOt+9L7e8Ir5QxcfJAuVkSmeBeXp5PDlTbjR82UfTzdzZl6z
bwJs2u/CefGcImfyJhBOKYa/4vEcJgFNfRvDPqISasLbaNJDKppN/Zg6oEia+hOfsRwDkWCho5LN
hm3g74rfodEDlEuighonwqtyLirCwZS1Q8vIL7cxPYftNDFh4LPDNBknub+UJdf70p2hwR5GzCcQ
pCp9aZoAty8BANdkguJlqXtFpEpogcrfeop0zGqgE0FUvAi5DudnjSAYZcfbio+2doNW+XzAV2Ya
SMub2k/E5lF1lepzF+7j8WXWdkO4zSLFn5JrmB5zBK+uP+m3vAnm8bcs1m75lSAFsD8TCwz+rYe6
TT5ijpDxTc3XDr1r40mP261SkolTsuYuHWt/cZ0KmAehPZSlyTFymHcuGWeJOzzZll9OZ314K82b
GEheiqzPmis1F2dGY18dzvChnSpfm3gv3bvBDF2bwLpDWK071w4vQo6e3vGlJRhLpI7zjB0GvNgc
pXNxG/I9O6T9Ve6YB+Ph5G0aQcotXLzXEutfaB0Dand2LfRES8rJtRQgnYVx6VskYEY1b6UisLdU
3T50KjZjOeubAdWXxwnyrhX3Rv3J03nTYGCZ69HGjr6QujMk/CLrMEMEamm7a+sGoAeLVq5sNJwH
ghia4hg/KpCmdbz8xsITYXpRq94FV7f3taaykGhItsFWdy5Kgw7osB4/4oyi+1JnrrFhibSN4Tq3
oWK4R4N8aC3mpBkPYFN8ErV4jFV26wojcho/DU7JqTxvBME8U7HpwU71i27shDyQA4kc9ZizwXfz
SViwjw0ws+nEoZ/G1ns1Et8Twq23MalplALFfOODZv5EutimGMuyBRo9Q/YPOxQPBq+4sbJ1jGBk
wqnpdyGQ2saQXLNubgCRa5NZVyz71shOhdHdEhOdsZK/KlFyCBGEWEp0JojKWIkaZrhPt66ISbLC
hUGo4FTNPvkeAyWu5ROBQwR+vdUpJooRbvj4P8rOa0eSI9uyv9Lgu/eYm0sDbvdDaJERqeWLIzMr
y7U2l19/V7A5M2QNyZoLkAVUpQjlbnbsnL3XDjoo6VPuLKuL5ynFZHzbcan2LK7WxR7tpix0de0i
KXcti9ep7+i501osFwGHyEiOOBTiNl90tXgx6uDVSBhbM+NzXRALkfPNZQ9vsrWJG0C1+zHeuDFV
TDR9D5PkWChk87gjKKycku7edJGTFttOdWsP7VxkFuuAWXYYnzSCIIdBClcws2Zsv4WrDmYDSepB
epATPQbBKc1jZpS6XiUY8ck4d7A0tsZTKJuVqqYXnUWoRG5DnhFa8sSpV/NsH5Ji+lYrtCcGoy1I
M/2EC8vPrzzajQ2q1i5Gx4QUcWExWc0zgGZ2fReUxbWbRTcknu/H3L+pulMyQHLqui/UO4mx843r
MHVWcD5ezCA6BrkrlmmEI4Lin4GuWtDaOqUBwqpkRMX89wws84It+zMC1g/JP2lYzLmnBjw+C7H8
mJ8ZJS4ulNDbYcG4/SeU0D8jsF94Yxde6e/YclWa9I6QDrJBexMZD5W+08HTT17ABdX14wu4/O4L
s+93v7u2IzFlljSPQgzVRZUqm9MkowT9o8MozJyq+rVLB/y4TuNQ6EdMr7+60L9M0uYIPs5Pnsef
kV4vz+OSOvK755FqWTS9QhI0j+cLMTrDRL9yus28QlSGOUqu62ypaLAw5jBO0PVa8ZOH9v7qLbg8
pd89dKMtd3Y9dobRFrQ17Z0bBgIX4LimxYdE+z4lkZYJEp7evMuOvbUfzL3bvY8aukLLBWbUW60w
SGJBifVLncl1Yqhvvw5hdty/9OsK3k13UdOSsNtb6UxLOVGpKV5UfRdNzwXLcPtu1eYurplYK5zt
Sei+R8MjeyiOK3ygSx9bW8AoSczdLnGMQ2a3aPoJO5g7Cl3c+lzYFgCAfOGGD4TweA1YtZo7+130
eDmLXd2BzE31oYiYBU42ucRUhd8yjg2yPkj+bcyw+1nMuv/+I5XuX32mPzARI9+QreGF1lUo+x0Y
KoEu2KhfyDB4aTy5qJRFjzBc0z+7TLcQriIMjZMBE5JFcQwflAFDpqmFDh0DqJ5Cb1eTqPCRtM8x
BXIOMte5qaMbZWY7DzF3F4L1nxgXDRByhSPPKFNuhk9RPWbOcfzuTJcH8GByzbu8uEusJwMMZ7Xu
7E14LSLAVBdZw1kOPh6m5x4JXuEesLTa3RpFI/NhvfbuaQ3P0ePkbAQEjBQe7YmJud+tPAquhSf5
AA/hqzYRfUMDwX+4nm1s1ZtioO+8hYB5d3FM0iz9PnjMv3EXLokOEifrE8pcdTN07xarIDsFH0We
HjPmMnN1zdx1rLDyGwc0lw1D9QFOWb8IwD0VNCFo7QxP3jPTXMe6stg0qM66fsf8AE9bO+xd0EBd
er6AuHLrYYTWjFJMfmsrLjkOogESB4LtZnQew4djIzmOuk2cz2cEXKznUSQXQjDwD8ObrAmx/dhP
mbRv4uQUlmh41HWOwhDmQEKfpl3rad9KG6nmvS/PXfBFWpIer62xXjv1x8xcnZvYqZ8abFYuyTEV
t8Ny4A7XJu0keZ9yAZv1fWMjQpiFfy+r/qbpig+ZeivFCcNkg80LDlqg6MA/TMfUUUvq9rhZj8AA
OPFRLy385EMGBYyFahMxPEVBUoW7PHhvxbmgbOXsXNk+cGTEZRJgyb4B3Jhxj1tndoyZFrmFurbg
WaXDFgEpyrs5AVVSUZJZpPBZzxN6f0xZSfvYTIeuOEoEDg1yZmRydYKzO05YrZzuuw+XLRA4Gu1h
Sea5O3MkJ4kRm4I33nT2Kc9vAb2Y4V65UHDiNYXZ4B3rlkl0ivktfG1l/OJH0VNa7AqxVNVjqm+r
Qq7MPrwzqLLyvsfVTNZc4S+jDvNIa0XbsUwX6JsrVI5dXt7//f38a0rqn20VP9AeuUR6X00Vqk2A
KzhRgDMa/XvcUlUiSOzRqrqM3SLKozkzbw37OjcxdgOHZMA9RM0CDc5oYS5MaTxkwWmove+GjYQ5
1xe/xXtFn0lwiKNq7uH5R7doi2EgHCM0y9gn0g6NIpoHpJq1R+3A7ZHuzbZlZnIajIPOToZ/6POD
QpgyVA8ZY68MuU7W3lbTbkram56uTKbol1ed3mZ0TxdOFN06sfosEd6V/rc2OAbIlAQK/lzf05hd
V3q8Tcfhwwr6nT1OSwuL/JjBo5bh2Z7fxmJv6ZM3zz+pJv5qn/+RjQrCMiN8SV4FKe9FbLBGclsi
jygho/39h+hf1t4/+xDlHze7QiAZ9DJjvKJrjTUD6lkDDQtzkQnnBOew39pYMrMNY/xTwfC5Sq+M
+DMARG4EM+qecZX35xnJpvGV1rTl4nQftvTCG2PjF4co5SYyaZZVCH5bmiB5j2hHrSxjWMYXaXVd
bAMmItSfQM3S1r+Lsk/TvI+SfkW/YMmS2ZinFjaT1dI7SuPXrjiX6GWBF6iMFcF8a4jE7MaNMp6q
6NNMxW0zMwlJ8lUfIeIyAS+rhA6m0RFb91Tbtz3h2jo/M50eKzIPxrcqhlJO/EFHN3lSB0Mhp2Cn
vxqKz3F+lA1d7Cg/NyOOASpgBkcJPfw4q7zl338E5l/VGz/UjEJzEHHclo6r3kYGNDEMkC+GHT7a
Ia6BQ5AD98R53P9kH/4zqj2Vlf9D9ch6N0xMmsVRh5V77zVpe03bHglRXpYK4HpRwGvIkEtEaM9h
wHnOzU9e6F/s//4PtaUwZmFVxWQdjbZh5DEHxSad3HujY1cqRmzg3gi1OL52hKYz8JXXYt0bLXrB
gcNER++npKWgROz/5OL/08j6y1vxQ5E5RHnbh1FtHaOhNTDEZTqwwMoXxmtcCsA6MSOSb4OET2f3
Hv1wVwqGwg40QlujNjQ8e/xs0uyiMsiqvQt6HVRh0RZHPeBOqlPZ3I4e+5Isg/ZhUG6CunIwGTZe
bjoc2fGEpG9Gatj5bfCfReN//SHivf33f/H3z7KamjiM9A9//fdDmfPff11+5v98zx9/4t+n+LMp
2/K7/vG7/vBD/OLfHnj1rt//8BcarLGebruvZrr7artM//oA4Vd5+c7/3y/+4+vX3/IwVV//+uWz
7ApaFXdfYVwWv/z2pf23f/1CUsjvrrTL7//ti+f3nJ+7eW/e0X9M/8+PfL23+l+/GI79T+lczhI2
aeyuy/+//GP4+vVLrvynawvXddkN+ENJlsGiJPSZHzPVP6UybVPY9m9f/OUfbdn9+jXp/ZNhnuXz
SxV/Mt375X+//Jv/rK7/+Uh4O377+z9gUd+UcaHbf/3yx3XetR3LtoEpW45tIttxfgyEntKSvq2L
sh3jz31hoqF0rZwCNwi9n1zxf/5IrqeEaRE8bf9w4dt96qLMSNApetN0rjqBSGxO7XWJi/J/tHn9
50VZQkjp8g46lvvD6iZtu9NS86IYPd1EWRsvDdO5q5vgf5QQ+dvjWL6Qpm+6Hu/hHzcyqNx1yzw5
WaejhOnUjgn3oozMI1weZ+EkYfr8u4vrTz6ty3v0f3fM3x7Q8V3Lcx3lOT+uZn0S2iybcbp2iia7
VqX/lgxJQ9Vh2Zs0UgblRNv+bI/wvT9u1DysbyvKaxYrgdtG/XiRBHlbG4qibm2bNuHI/ZR9FdUU
rOO0iOC4Rv59P1bDeUonbIK6rXax6WeHseq9c+B1nKEbC4pElebPyow5s4TNgN1RuDfA3X0UpHBc
Is6XDBwN+CqhyxEHuC26Sc4BbduCmZpzhZIqp4V3rPrMP7iUl6+ZdIA3ywtNOq0L6J5NSotP9E2Q
Y4QczRcMpBqhWuq99iLItwg6ENbjjjGu/d72PwMR2G82Hx1s0pluVN6kbAaaXFHIXbl+98rsW0QZ
BGnOY5btJcdYEk1QV6kyV7PF3NA2ocqMMUrvOrfGo9+gGWaa7C5SHRvPph35Z8erscflvd64bscQ
aGy98anwnHYbs8Bep4MvsVG4MSAXpXeOyN9FWctdUA+Y8uq+DZ+EW5rvTZea95VmDoN3GQsIUqjp
U/hmyRwegdlmdgZ823bg4/ulHl/hokA5onAmMJKTSXftJII2gFuP2Yd2FQg57dZXUeZAImw72qhp
DrG6R512Z9rZ8OBFlQmrKXFW0mCyTBtRfmDwRTKPBWQBECVGsREgoBtliIo9ZgbSDH73Gbog9oIo
MB8M6yKm8yls4+WkkYq6JabdPs+CfQMFci1n5rBBo9pDFFK3J5zrbnRW0wn2NAdLk3/coc0yYFrn
WbZqABttEN1DkQp8NGpxJvtD1bf6nkZm7UJsYwSzaKPcO+jEiV5D03JNhsYB86Uez+YcpeMGfKYF
vNIq3mXYNiHTwUR+9oHZdQuSXYD2MxTj6Kkbd0Gf19+ZMTJ3VFmIlbouNFd2XtIbKePruAX1gsKg
+6ZZAg75qLp6IdyBYbNlNeadFrr56oRoMf6HqCIEb+7soK6NWxLyMOMOHH+LGuxnJYGjJ/QvX2rG
cij+E87OsmeyqnAxrawO3WLWF0CZ8hj+59QPOzWazpMe+vJGVi7IyhBMfVBWwbOv52RJuoFLKZeL
g59H6ZMj+hnFbJ29TQbQ2br0qm0y+1/aLIqNLmLvxSxdxN2unh5ilYd3Re+4V25vq8cATygdRNff
tqEIDwri2Elw91FRBKZ4tGZMMZ1VBWfTjH3cqnMx3keBIzDlD8G3mOrhenSwKMyTlx4V0qRbw2nb
Fx/lqL61dYXMxOBptJ9GZFdQMCfCzXa6mERJkd9rsfJmNet+MUVNUN5RNFr1NuxlXe/80R3z215g
PFnVnVGLb4XKBlrffd8B6ZlrVMmB48f0vZVVlids/ExsrFYlj2lqWXBSpgzmVK86bzOJAXpwGJsC
VIQPXvjElsL7PYdjinBv0vbbDEJCM+GZPW9TpHmH9zhI7eGA/8SDrsGkQqDw8BJhOlvaEszaGsX4
ZTWryUh2hcOTffe9CQFsX9q0HtScemvHlvbJ92eaZhmH1wGi14CQvEAD9Vzkwu63pmuN73kvL207
u3VQtMh2/OxEYszbrmitp6ELlHdIvehCKWmne3PKIwv6S8BZqsjdi1cml3O0b+A62oAf82o8RokF
74+KILtrQlRCRhw8xkHabEUFU8+1bYMhhr5CEo1lN0SV17Qe01ANxbPvA/ylaPlXdTkcQtSNddBx
wYGce7J6JtDLPEm+2xFzwb6K0JjWitEEl9PIN1Y+SQxGqbchoP+m8AN41kocjc5lveD92Bu98ZU4
Xn9V2zTldQUGV2TkqC9LRxIli7yQi/8+5fIqtVgOCFN2QFuRUY2MFXWkHloGBI3rEhKW0yu1DV8g
Rmm3FaEb0htrwGYd49vANq+lPT1dzpvFHCGd99d+3Rw9zYg4MvZ55R2zMXsahhp2fx1vx2D6JFzy
3WI+nWh7azb9lenCPQIt+8g+RHvB3Qk3BMrd4HrParpG3aAvXiM0oAzb9vipt7N0DCwr81M6cdss
gjBcVXhMs7iBjZKe2CXp3zbfkWluS8sGnwwGLqvuyzq7LSyFvELYWwZM29iLureOtQGVYNCubM/d
ez2zrPSCLeuL4HtkDw9xo6/xaNF4LW4r2Z0rD6I90dnPjSExegV0kScd5Iii2lu/4jrq550n6mME
0yeY6n45J9HnKNSy6iZUxV9dNXVYdCBszNlTWYEEyRxs/mmWQNJGqRcEFtBl1PTO+BpDVbRshkkc
oqySdTc11xlmHFvr96bnGSOHjNLpOsf53kQthp6JtmzFudjW9SWhb03y4bVukbk4wj2HJVrt3ELO
avvy3gZL7Ch/W/fjA1rhFFVcU55qP9jlwFl5x/Od04Fepa278LLpNXAw9CZuhhlMgyBFiC1NruGg
ROY29ApIfmnY224Elx+O4GamYnCB1DXbpPQvkDNnWkjV0JjJjIX05LasI9BxU3NjREn9bPo99H7L
bq4vVgyrtzukQqNVXmUzWmVZ29mm7/CCxr1aJXWkF16aPcQOpaHAZeY2BokNWQHMOt4LhNNOG71n
ZfqtsAQdebQ5kxfB0JQkWwBa6isURbT37xEeI6ULrevESGC2DIba8QC8+KQAU4NisbHEBnposzFG
/3kKpi+7QvxbOy5KthI/8xSBLpnbgUxibXq30kuqcyzoXmQZqQ9CNOeqwpQ2KqO7FbpSe2CYL60B
9WVogUYjCqczAyQHR942rLS+65su2NAhGdCCBTs1y+FdGmN0qr3ZO3TTcBPExW4SQcfMT84n/DpY
U4xyFw8zrDMQZSS4vjGyFjuzo8We++aph7VSjEO6o82FfJ+28Wsq6C4a1TmLFHEZnJCWQ4OUtmsl
lIrhrsjbdKW7+EUr/JbNGL1MLo848ABgm8bbto+fmKXc5b59VAPOKyVRwoSw+KpB0qb3QHJ5qOwj
VzNw0dH9OImzafV7K69ulUWHNW6vehMFwqJwm3GlogJ0YumfzJkunS/yt6wOj67d7EpSTUroLpup
k1e2Mz5Uk/k9jfGUW/VdHQVPWebeWY51xmF35TFPTFV3McN0a3PiYI5R4qLbGD9dwK3TZKwJXN4r
KNktarS5tmEa9Bd9KY6XNj2VOAWzJE0uktkzRowPa8xXc8dcXaPSjCeWINPw3+iy3YWTmWPb9a6T
FBGCb4GFM6+bNgOS7UHujGbjyhXFg57FR2G6dAgyQnwN8kDLjFbnpWQ5tNaUUwoO29BnfjmNALTc
rGBme1EeTbwv7EvzVT0SWppwr9NyYS0sYULGsWPdebU+m3yRcKeO7LsUee7YoPGpKgt8b4WASVXy
Eb/xviixropmBsQr+mmvBhs4RSO/CZ8PMUURqwyGvWZqfFaZLTbwvYkcshBv5lH7mJU27nH6hl5M
C1MOkFBa6aBzaqyGEUpDUocjPVRLEjxMWoLWg6vx2YdlsEQOcOpcWrnxYKxnbm0uFfXSgrUYEQ56
bTLfz2NGvqbViEXqsTm1OGc2GJfMje6zZ0f3AN/L4XXKzVOesd94Ln49E5MHGT2tubPntoQ71ybf
ZO99SJ2BLiMXDOxBgLBojRnqmmVqbbu8vVmYaZgDyFlrF+xmQg970/gVerWwv29Kj82lcve8fl6K
W5yTuPrKxvboCzAHvUurWNTQzeIWYCz2p+g4Ei9zEgmyWecCUNAya49B39qbUo8wGJmvJ7ATymLn
JmmxLWc3EatCwFWL2/CinrGQPJYYLGfY7Ck0WTj3KIUmUrjXMquZPwadU6wwwlSgxMT4NGeA0dvQ
cD5DFaYPqWrO5DBenP5Nfj93uBTmCsnREAXyKk81BxGh3e5JFB7G2Zz6WOTt8IF5GbezzCOTENAS
GpAUVAAhZ77LvchVFwK9oMdSfpljREhnFTtPfeio714I+l0PFpGTbp5UMCXIR/GjVKu136oZnWUW
3UW+dN9TkY27xrZOsxVEm0H4KdkBMv5KutnTK0u17pvhKgMYguGwPVBW41cMSNlqa7UniAkJb9SK
aR93JsyhZJT+FmESh6bQRKMZBVjOtTAZVg81uSkxeMrAd/uNOzjjuUlLfa9161xbXpqfmlS9ljN2
9FgL+yvITJPsnVhzvHFDF2kz12ipNAM4VkFwKGV6VTWpe99McD+F1TlnXTBUKCXkCTyQ9aoy6gnz
idNfF7HtPk19OwdLO+o4RE1Ve3KH3ju2sYn8KKEdeFsBHINnWyLWCGJup77unuMpksfCMLFOmn4F
/CRCkCLnPH5AfEH5GzC1BxfggDHmivU+bdMoofGV/vPIVfjd87pm3SeD/BghD1yJdEas6U7VMcqb
GDiLk1BbqCTCLFiHQ67QhPjVIR2GEMtf7+1ABeiTE+iMvFHx1bXEHoRMp/He4JZLxtG6RsdR3w+z
JCC5HSjPcnMf4etbpL2P3xxdVMhCAt1C8UGPqEIiUZUk8YVzd9c4+aWr4eED37aJrEEFXj6pQ2yj
F0F8EkZUTfImE1y3BJvl0rL970U7WX659h0uhxsvktPUnYRdx+awqt05TVZeroXAxTm5/mCtmbjD
kc2GgEyckbkHMuvRYMDQOIF946a++aztHM60MyaWvegB693l9nRlEqfJhQuGUUQhOh4Zl+lWy9p/
LibH4rAFnNAOhhzSoluuXZ49hSjOGDJGLmkgWX1V+TJau7GP23zsBZLSuls7Pm4js86DbZe7zsZU
7rDrO0F5MkM+tFDN8zuQ10FnpSeNM8VM7CVCR72iT+hfWSbuS7sLbuqBaskcAfFwaiPEkI1/XiYJ
2qjB4+NKq37LS8XSAoMA/UxwPxEdcPmAQdtN0E16XRNvNYSnpAWp7UNoj0dmeGiGmbNpfDdGZB0u
GQd2M9/5KYccif4/rIDYKIyCRAdMlzgghI/jSGZRX3WksaVxc6q0P2y7bM6ODAGzQ5zU5IJOFux3
5TJb8Th/MJVf2SIuNiXW3nUcdBMyYAAqkiL4gkno4kRxopAhGT6jipaehiWKNsSHFGn0pyb3qg0k
wGavSwddUg5TAFzIiBw6x3UL1nrUYCg9/IfwymaAuhFXno1RA4UXkR5mzY01yS5f5pF769g2grTJ
RYc/4zJCcOhMCtwH11GNL6gsV5UPFyouvStu5ZEN07OWBHbwxqeRfc0M6zzGpdpHrkDQaJO5UMNJ
mRY0sZJn8HRg8toqHPZdk31UJfptNyOqzfXNfo15utyOE65uuw1hBwn4xvGAZQOR8SbywdaVMSDk
KAjjfTT79XVddndJGOIiasKnXiCl8CZ85009vUGQsxeVgDeTy1LtuN89NO7Ezsiayb7qBQA+2hB9
YVovU17UG0BNDSq1IcAeaWHO86czSXvtilNlvuKI0R2ddESi2qa4ZDIyXzdSkl1DxQH6hQszFCnA
xhrchhcawZGD2jvZl98btzhGPkvzAGvonIyTf4oV6kcHzZXD2O7VUmBc1RRhRCh7bAKYvepFbXaE
0/Wsglke3lZaxFe+cWGgzJbaEN9DToPtiFdYeQV4Q8zCuqi9E0t8gisWhwPHmGzNRgAW0EcOPiax
XE8NKg/RYmXBbTq+zLRXgcwSj0gfPMdlMUwcdJLiwwiC4damNU9IkHKSV0cjHKl8M9gHvPh1W4Hc
qqVGzEkLP9h3OdgcibV4Ixot7lTlMOWfGswBYW6IR7/GRoLK2l3HedHdF4VhHTmLV+uy8ern0ECS
bRp1jW6tUOiJSSyBmoUmL04q6HEyUVUEvssPzoYLQ6Ct66epA00O3AO7vgUe3rGaaiUlQ/ZwyN4l
aACCvHFvdHn9NNvW2QwrcQ3YTLAuKaoyry6SEWDcgNs9nZT3JBMjW8WzDLejaoyDpdzsksuY04Qo
H9OKNjs4/jLAxrQMkhIsgm8YS/i/8lff9sJ05hcuh2TXNjPY2yH51batLn5eStCI22Ph9FwpNoVy
a77ldgmsR5s0nS1AOdxPN+4IIyDy4aLgH4N4akYE7/mVe4PXLz/bDV4PAFZgBLwJE34s3D08kEed
mRAyYKm2aJewzmA5STE0kUeHwXa8+McbJVBPprB03SfSbVtg2gCE83kzc0oc4EuorljbY4XFBD1o
YN1Yk/+Wj/0HpZRDiUvgaj34+jqyx2/2Read2G2+DmzMDn3bQsMZVjqtJqJCDA55tdB7sxmcG+65
hjExFAMi5MAuJYiZK7IbCEwJx7VbWQAYY88QN6ks08M0xCcnnp6teno3krrjxDZM98Us2jt7oMFR
I7mccM7l7lpqeV11OWWmPSJHygeEaDBpCDZCvV04hXpmuj4+O1bFOcryjVPZUTxnsb3wqlEDqUIN
lUFEdHv/yVPusTTT7AIWWWWpww7XhC4A0Pq1cHFeyGDYVv148LxoR9GAOMclxsT23+qJfTSFFsd5
atd73f3QxGsSLzGnz3duRawAHXgssLRCYkHw7dyjcXXx+Dj4A4omjm8HeNs0wFcNP0Ry5IjHvN4P
pO15o3P2YvWiGnG8yHMrG6NTmABDsHfQZh5Q4vmECpDoHXekLbJeqvgW/sxDH1WPTXHRDPvwU3wQ
Tvm6ox2i8v4Q4stFdLwZAvNLMyBoTW81ue0NwHbnTUpr1eA1yUw227kCP1cb0OsbMpzAHiRwyWZk
ck7k4E2d1hWFepYZx6bm7kUza3nmJg/6YUnXYTMa45Ir48ZX1kY5+VOVI1KMm9cpJAmGbgzkCFav
8BCSSJs71SY1xcY2Jv3a54iEUnkPF31RNXiyLQHNhfSIx6Dqlg5ywAy1VJ7AEE6Rs6foMRPSTz06
/yhr1mgUlwPtd4j733Krqs9jrtrdIHH1TfNhkEP1MljWIXeabdQPeztiV4+DcR8SBRWVFy5rSolQ
9Fcali8HU67VwLoq9LCnYYDnCCQazzQNy9cqabBiJkv2DwIRqhumoS+ewTLoh2zawr3KneKuaGkg
KUFEmgd5I0PT75XEvvXgJsGRJJ57NXotgfU9uqTsBoqytQyTCFk4cyMN4phQ0iveypNyggetG6qM
T2uQFwrlZowBqg32sU6Q47dZ++AG2c3kR3SXR34J3WcOOwpyWheGV6GCFdXE+X0g6hP2N8ANLpMw
wu0u6pPRRVFcDNYtVtt6Oas3rP5IDTtiA3xesGPsRryHlgVNxHXHq7RpSVirWC98hH0VpE8kiA73
slHui4BjP+JkBPEM/pC6w9Jgl7+tACZYffI2tN3NFMIYjKU+yGReRqbj39FYx5xWAZYJOg1Rxj11
nT2S9nNpYEJsKEqY3BbZD0YAbcaeNfz2Gaqeq08NJeUsUhoIktYarz4FgoneTR97qCV1XHWLxuux
GeIj6S4ILEAmcaRwH5jHMe/AMw2I32g73RROfmVbv4Llh7veme6jLFh5sDHiTpC/YbXDurOw8GvF
ahoYsM0QQ3YbHYtdTNgucxXrwNl27Sb2m+UHPh0JbNB299TYLJ1GNs6rtIXPJcFuhFnzTQwdu0v3
HSPbvhmSvV1i0ijiVzQ6t0yMHqVT+HTeu7fM6o9z6hPXaRYPNqsWurxPZpwnraKPqccr3wPdT9yb
SSW7EPdmMTPsMWMVrZpAYR5q7gaHpoIckOaZ8XisbXPvpDkqI+fRnw0oGdTJpTGHaDrxxscF2KGG
KIIwOw09sllE8CN6j2o0rhG6vytMDEv6LkCgOfhdjnIlLx0+wDVnk5UFxNXJEJeDKEnd+q4TDPMi
pz0UVXtm/3srY2UvXdN/hN44bnOJiy3z/HV4Uenlc3GN+uaqQYu5xU34zAQbJOd4zFV3nUVk7KKQ
EVf+LOJ7M+QcbmCDOs8zU7nBLxFHTb3s7uc4f0gTBDJRQJskFUY4LSZOWvsIrNueHB8CkEU6XQ2m
wL+o5nMFwGXnt9wX3B/Zvp1Qz8HP8c8Za8hO1575OF3mgljP6dCbF2OaJ7XaZ6NdIxstaPj4TUEM
BOXsi5FM6EQbT83HWFjmSToY41Ld4r4pa/zrZgOuTRrgeBkkM0SuIY2kuAAIOwySj9SSyU021XR9
UoX2Eg8Ujow4Bks8xUQfeGjRF1OsLlLNVHz1vaITY5jgLWsVxAm28bna1CL6yKIxaMC92UheAUR0
r1isJ3bIoRxuzLoDf4TnHZ+7lqnc8bs/uoxciyAvmlvCL0ErpNK7t2I1P7uG4xPZ0vtnQ9VmuaRv
RPgeLsVV29sCR2E23tA6tF4DIxJvA53kHY53RbxNFlQbtxa4uBjDZeDqFWmeniZE0IuHu5pPZj1R
3qyDqqWokuxhRRvG76r2IES0MyztUY9I+yqLehwbhpvo8eh0IwybogVtVAbqzkHhy4y55dyYUVwQ
o2lIa2PSJWFhx8dkE3R08icHZrJfyOEpK9CNBZzcD70z+O9RTkKHg3HgIUw7AgL9rl8NdjY+ik4T
wWqFX2HKLlBOU4z9b2ADMJXAxyOL7uB3nIkGkA1JFL152gE/SPdgbQ5p/dDlNjgxu2z7KzWm5X6a
u/S+cWisVkNMU4a+6mpuTCI5SqdYIqy9Fzmdn4CFkqEkDVTHmz8IaiyHRaTUsB+NNttWrWb9ETPJ
in5dHesSe39Om2xdh2Jll+a5pOe+GWm73Skxp8dYO1uECbeMhqy7iJhQXMwN3y5Q9UAdKaDrUW0/
jy2BppmV0idrdYHU1mH/d8KMhno8QfumhbqSFq2m3qLZUMeBfwqAGJ6nMipBvvdjiVMmHi/2qh7Y
0DQwMisQ6tnNOLB3DDiEsxrFxWKowu4ct5aFTxOjUxDZya0ovbe6kfWG/k+7CVMXP0uKoNPwIJkt
RMnG3hHmeha9h/nMTVqGTaly0sN/s3cmy3EjaZd9lbJeF7IdcHc4sI05gpM4iRQ3MEqiMM8znr4P
cuhK5d9Vv5W19aLMOs1yI4piMAKAu9/v3nN7nfqPfpcCW2/J139f7EBAi+ibnE60sb/zKkHM0HML
AjCL0x+H0V/Y9LN944hv1HFRbdOxLUgYpjdRyINGIp/ckOFTlxYiy0WlFUCSsl5chI6oSodDPk1w
/BiAEt0Jk4C9v9OoJ7sKnWqnJ0knqC9QALpwwfCd9xZx9Nma2TF28+2Ugs+a7bB7tVsbiv0AEX3F
eaDodPomZlDHv2m5t1XQmp22ElRKPVMb5CVAMv++FDh2qp4OUvJPc8S1HAon4HkNiF+RmLdfcdK5
0Sultriyp4jJ1s64k5Dnv3eRXds1o8h9OGCwYrzhhTazsa4Wt25tgOz/Pc3TpHUlQkWV0O5Orpuf
RadH0dN0WM20/wSQJQ6/eoX+LTPeP3Xa/eTOu4Pb2vXNx99u3qv2b4e++P7eYYP7D3DnOauL7H/+
YX/7L+685+XrRxq33ftPlr5fv+k3f56RvzhYllyjtCs0p2zsob/Z87T+BXOm1gJfnJC+cP/hzlP6
F80fGN92V0OUbfjS7+Y8aX7BCsYE0iUXhwPN/FvevL+4vbBbKX4yP4phEK/Q/4sXu2sj14tkFrEU
8XBMrK4+TlbN8MWAtuIB7TyNoez/G6fszxbd1ePl8ksbmx/o2Tgd/uKdk93AhE8Zci0ohAvud9RV
UvXuMiMGptwOGVGXG5ZRzm9WFrVoeRFeq//GLLjacv9kdPv1VTgYdDSKIp+X+euroGS9LjORnOoo
P8dskBDZ4M4zWtx2bv6Gq+EJR+W3P10c/wd3HZ/c+pb+/HP5M+O4RnjC1rZYTYx/ymHFDc8TTCrl
0dIddC/dXs/eLGf2qzQX8znI6d7t+iC7CtxGf4/LqlXAKEoKyW14rpsUxelb002jehuaynkJEwNL
Ok4W6T5PUZHovU+4iUo6FwPfKdKJkz3q1GVOaE9Dduxq4v2yyqHW+g0zvEz6NKhYvcv6T+SgTWl1
wHkzObvS0eV4FcRpt7XmXr4UCveKhvtXwvShRI3Prk7OXWvVROuLilhTuGApKMoEk0cpupDYT+ak
zzCwi48UZx42f0vROOOeF7Soc6ZJc2aYpaM+CO99VwRo0ZJygZF8I3UC/tFZ0k+V33/yx+glxSQD
GKiz7mHrBWsbS/fIcKY+z7ZT3bFSEnR1C/Ejo7mGnWLx6DWj+xiqzDoF1QpdELT4DdjxKKFPnMOy
FBRWcfQ/sHDeufVCDC+ibMaum691ELxamdT7MXedo19JsSPe1SBDr7jwDgT9yGYP9cEiwjo4OWEU
l1CAlpn7tZu9S5iT1a6Jn23dxS4+Ks/V37yhqnaqQyR/GEL1kpuE/RfC2cRTOjmMzH6Q0+qJQVzB
AP7UZ7LIOUEV5Z0yNL/MOX3Gdm3NH0tddTTv4tmdyC8NNn0HQM6yTz27C6asBAzvSL7qHyW2O9Za
iumSK/7yeDfKDg9hEM0Q5MrZVa9TNBNAizxQdvjV+tHcRTpvfMpV04n0SFlY6ksz2cCimLrl9YMT
L2PzqPmgplOWDuFXHCLtcFOz/lCXXPjOxU3VzAjKx1i177jhPJh+lE9vl2kk1qULx9xYExvZrYaj
0l+FoImfAh/FN0qTfB0iL8TQrKCPgEeBYNpHjvDpv3biPOJ1Jk5xNFGM75x4hXlAm3blyZDTLs4T
rlXrkDa1/c2fTP+cLTi8yN5bsOSgYHg2qFCypfS79NkIsQTFvqBc23bv1IgBEcKXisEkM3WjB0ap
FPzF6AFIYsrYYALaFGJoD4GTdnTTjvAz93NUVg9ppyq8i25SvBkesSvLs4Ivy7kysY8qjuaH3g06
Qv8GX8GuMykJOzVl8XnGrpFdqmlGNMizFD0RXzYH6nogx701jQdmf2gtEkaJF7kFYn9CN7zdu9gA
HX7vp9G3Cto+e+bVQEV5zuwy5YbOGd/uGuWU6CqP9OOF80Fi1QAu51KMGHXZGtfPM485RhhSBSE6
jAfczCHnRyYeJPKHNieJl3P2XasWnW4/OB4cwMZzFU4XOVJ34Af4LJ2RmOrkpjJ7nBaf/rY4cbyn
ughG6DqufPS1mOrbhM1HBrmnTnnP2ZA4uxG9LP3CDY5uFaaODl8GWdNiFM+4XTZtE3n+KU9lcZMU
qwcwTJyZaU3EzuYxlDYtjz1LqdiLfJ7MZX32NnuVMee4wrvUngc8WJQFmIIGCMWMwNpMlJb2T0rX
9Qdjhyq6gmQIki2vM86h8LnZf9Vz19CRF/mMv7NxvJKorw96ykdNDsuDhqkstPyDrpri25KloB4K
EciGtzNmNI3hv3/Gwtp4+zzh3NoWqQdNjzOAOBedpFWDtzMprriJZcBBowkwVifT8qCmbiRYVmus
rl0x+eWtM+VrUA/kO3hk6If8CnPzwW5UUzXTRLA/aq1RIVSml93MA+mbwA6UHofYrZ7mRtn598rR
7q1OhxqGXtY18GBdOZq9UWZ4d6ak8S4NRbKYckDAQJSW8NdSk6+MrJGw4c7OUgojptnk34zM/PvS
NgTPXEE9xpYerZVbZaZ3wKe4s+Y2i/ZWGncAXAUJLmM86wn6uvPJKsQEUFtF4Ai9nEE2dDc8J1LP
QIAAfLogsyEac0tRJZqHvu/SDpOi5jUhYKh7kGpTeWNX6bjcNEFA66Oqwig+tQhBI6P4OLnTqkiK
o1UbOqWK2VrBEq6kkG7uEqVu04bkG874Yv6U6qy6i/wx5Ae7Tp9RGiCwbWncrCPmIw3GmIgMb7VV
OpAR+rhHcej0hJ2aFTm4ixLRXDdDudqG5xgSTKlUfGx4IW88R8M7BzsT3OwY+KmmxV5tmq59VeUC
ZyyfEBA4l/PocZ21iqOvSS5XIVAz3OQzdOUhLp+SUFbIZtggDgIiwn0hCvE8F8xtD0wDansvR/zY
m0RUdUljZGWeJ571mRTXjmM3t9BQquHFTxzYqU5TWdGho1XwOYX38YmJQQ9oIOzcT/0YpJTiYKIX
tPXkNPjWbovZD10+cTBfz3O2lXPPGTzWc3/LArvuiAbXMVepFCY41DVg5f0Y0rFyVOmE3D1UwRIx
4M++64ylA1/XkhdHzXPG2hbKY5zXCFs0V8IrqNaeIOfxRZp0Rg8JEDOE5d3W9jw9+DWYnyvPa1Jc
EUMnu4NKFSCYEuPBsZxBL9H8iNxyg0EIsEpTNF5w5bM9bM8tThY2CkqV3/tJDNdeYs3TqW9Gf9gt
dq1vWMJHnzap3rxXaRdhz2iXFuQZ2jjcOOqoPzDliPyqj0uE+7a2Gcy6TS9qWO8+Ije78/EjgeoF
f0UAuDgNYLTh/PbsbHG42SDrKtoaQcY3WbhN3fGDSnu6xNp++NYZfYe93boqe6/ZO7Ly3nzkDmde
R/GUemqru4jKALPhsty1ftMdUmYNkFmgygd5dLK7lsFZXVNq5zLlFpTkuqyRwio0gldUJddL1nrv
Xk/CavRl/4OrKsDTEDE+HEt1GryFDHxHnSqmOVr2rA4KeZHS1W5ywBxDHTxbfpbiYccSDmHIlldV
HThma8SQXqsos793UV5fmPNNlwo558ai8Ovg+En8ZiotnhNdPYyN5+CfSieLsQGbhtEeHhaKGtmp
Foe6yq4DKd9K1VAJnLvcclbVnAd0NHAWtNQneH+3TKC6LdX0Ia7m+VK3gzihdq8TDcE5YOgYMomO
2sHOTvaWa+Vbw3R1z9A4u828/I59EWanFX3LKOWh6VK2BC2VzTRtbImZ3NS+ob7eSy/aLo5pFFaH
mZHazssKjP/mNChQ+T1Ay16NmMYVYNV4hI1dkvNWOP02Km+RzafGv8kp0jnYgxlOPB9+9D5WCW2a
txYwZ4eQcBLG/yxqzCXunOwneyjv0oDhGo4hDEp8NDOUNzgt6WsZ8ngmSuUc0zm68nAe41GFGZ/f
s3UmaW6J+6CBXeJb+hTmrYg3LhNkmCXJZWE126C2OtuwAuuDuLDveBH07cXuJSjBJ8Q5hE7bsF/C
IHDDJxhscXYlD9GCNrSpHY3uYI3BjSWW4FTIEf5+hovWspWiw8E+xGPFHERmzFS6YaSIz+kILlSW
fu/saLzCvuI+SdJc7xT6RLdDWr8hNKFpRlkHpxvpvCpNdoGO+8mR1Ci1DD1sTW9SMJCC59i3Zaz8
igB60zSUDnA86t4rW1FJm7vHKM+aTampP5GWifAJeMtXSquPDO0h90VfnB7Ja0woiWmco4WDA9Gk
eu2KhrvINz7M0KU6Vg1jZMfpbpYpOdvRFL8UQwTuCsLoUCEbpaI6SuWnN7747jlkf2ys77kVnSq7
f6oal5WOf+vSRmAnjcpvXRdCQouDhq0LsZNs5Oor8sl97Rrzmfo5G8ON2GiYFUfAvdO+B2zEOkTZ
Vc9lPndXyDjRNnKA9Umk6AeV5+WV46n7eTEPMtJgmBfHvXXHwvuqcYnuRgjTOC3rK67R/slFSTdC
XldFUFxHEG7mMbkppAIAlVbNNhVY3ODBACPoUvesCX3uJZH5DIJej1EQk8d4EL69NlykpMy3WThe
lN8clVIPljMf03goTi1gSNhDtfk24+5/9cYBwJwk6i8rP3udC+PcwtHOqj0JW3UbcV6DkNlALMtd
+z5bS5CsgFF+D0ZxGycxEA+7ZX1eZvk9kBC985jNlAgpHO6LIdhZPp3NASyHbMgJn/tVddFLdilF
whUqg/6+AjR3GaPlSfiWdyKrZL5MNkRNt0EbqExp9sVgukOQzxdFGhVAhBVfCuw7p4q0196gJG+x
fWCuKucof18q8TjDqXvqJcvd6KEqBDz9ISq5T42xwwesJAFPsYytr2OyXSBQrAsZl7s5DT5jOLqq
BdO6OU+Az5fFSOjJVegF89y5X0LHDW4WHuBXkuacdLcWUyG5xzd538QHq5fHkY9mK0Z8z2Ukxd64
/a60GUinER0ydgSXHM+HfWcr5HaXtBCxWis4xn5Kx1ev4rU/Alskvt3iYs8BwRKCvMO78cPuPgkr
eefG1FSzXgYbBc7hSs1JfaCC5ooTaLzT82Q9BUtSpBB9C/3VmOnejzv/XWneK06bMG4S6nErj8ou
dr4DMNT+jDX3UnLzsCMnBTwR3NuKptYvho/5hsgwgQnTFTdYpbEYFcZrN5MMczBoVn+sPXodax12
T0WSkTbHeT9hQd82NvmQBfjbZVmC9KHpXWiLOWahEr9ZU6FnbAYkhTspB/eUs2/fzpozAa4v7DZR
/NLVEw0dPdsHB0YCqK6ASELUjdeylM4mZeABxdn91rs8K4e1B5au7kLI44K7dKLGBjjM0KDO+0t1
gfnjXLKCy7WdmIvvRFGvNUWZpG+IcRmidKSHiaDVVHly+qSk8CT1K0EQMRBFkW3dh7gbQh/g/rRE
CgaKy9NhBVw0Lii9pnXC1RAMq9vaxLXG9NMxqKvD7ZjPGEU3pNrYP+/HjCAnhW/Ah756ftAPpAOs
TKtwN01dBL6bWFzlHYREWWQxb0HSyUPShaKcv9mjHfqfVFs/d2NBx0TsxJooY4L5d/RuRiF6xwMO
g2/+3q9sNqNZ5rcR3noRl4N5DafEyZv3tE+wWZwmMkZut6IHGo8NUozNA7ibS5hsOi6LtgcqJsns
Uohd9yRkloNTM+QhfunOrUzALS6DWPAPet0kVzeX33g3CWdEOlHtrHwL2wqLaa2cgwSERq191nhU
GpPNr0eYFK3CP18FzdHPnW8sut3Wz5LmsamTAe3elzaxCms+kEpfN+24EbVf/iirgcYv/PDb1tTP
UMD2i0dwcaSWpumtS1IzmEpWxyAuHY6xS0I6vQRAWfMMIEEh5JcJDvuerGLB9iOD/aLr/tTIbCVn
2YMNfUGO63FMvOa6zS/cis0hjFJzH8scHz/hho3dZxDER+FucxJsNKGufrVRWzVVie4V5iFGkkst
uJ/mJYe8y0rSud193ONxP5h2ql68JaEePeiaEA/dBKsxqGoOT5NtJXd+MadfbIuOEsyB6aFWpqwx
wlmupHEmptiQzDDXa9hGpPuoX8uWDdISEsVcRxyAF22wJaNEspewMb2fx8iPjjrG8bqrZiNfotgO
aAPXaXRx+Gh3SQfDTXkxVm8zZnRDJIbK12a6rtvRxQjJ/KOlm2RV+WtKNRIqT7a6GQ4qVyRiM28f
YfQ7y4IhOwS9aBvA+7xXyxicSnKQd5hGu2emi5jsM/YaGbX3qc2pA4NB+cO2Ztim7ei010032NeW
ZT3EsZRHYux61/IYOoxZdDN6uXVoaKxrbFFcsijLjv7A1nZTNpAd4n5tR7DK0TwIPZKAwSKF5ZDQ
Wi0n992yOAbOLuVX7QDUXRHvOhYE2C4ttTeV9KuzvRa9oc8+uxS1YNOkpoWxE7G1pL6XI0Xpul/k
tViGHx05r21Ho8y5M9RcQfhoz0rNp6Swp/tyJBAbc6vfRXHtnuPUZ/DuVnO3t8rSnchoSOumbykx
2I0oGZ8C/KzRtuCqeEGooXPOFvXJyguqRZUwOysxEGqVoU9ZOwmUo5iL3rHKT/XgPBD/p8LXTvP7
0ncMG55guoDzta2DLGNS0W5e7ayQpuVYYuY1q/nVIwnK9QxNNkTyjMwNgzGm39mwBBcHX8KR8jyc
g2plbK7NB9dh2lr7PEz0YwWjk9LzNuH3G5qGQXo5druoGb4IbarPS8q36AT37IZomG73eiQ9whTw
U96zH278oX5UNpLeOFv+1o+j9ICuQVEpzwM4HeQAjirSnEZGGx8S2EKipwciy93XXuBUZowenJK+
5HBg4UXSE33XNkfE73j4Gnh/FNuT+I+OHfCXW2UD9eu7IMOBs6zzxrl/4ciuIbxFeaixVc7ovBCd
AFuIE/VWbvMaM3Tjjglo6jQ4HWaO2Nc+r/8JcWPaa474b52LSrnV4fRZF6lPuXIPx9mqs/AQThNr
YRTVe6uDa2wjTQ+j3VwCXRAl9t3Q+jyLYuHdNfAyM9yUEHXUkb4pegOCvNx2IAWe8RgsF5nG9ndn
aX6ELZtk5ONCY6vJh0f6Ex5mimS3sFVmgjumZ4q7AGrrLB79LluJYgR5H84ho1hJ4VKiXplEwJlb
iC83M5t8G1mAfRwrsBcDgqdYhWQECZNTMHnezikwFBGyLc/knqZDbnR/N4XSxXwH/x6lzv+MAhPf
mkZ/9FNQfJIxeGvj2mxD2Gt/q4YOdLO0mtshm4DQixYSWQHOTXciPDmMSe7HoHtFigL3au16n10d
jcQXUuzzRvTDuMPsiPTQFA+aSMy574HxUeHGBobsN9Rsjj34cXXF7c04tX7ooNPj0TXFvuxDAAWO
DcySphHGx/HnxFgzhTnEnwr0SPbBdGlGJoSYPejg3bPMD+04ryzqUPqp3YC/5LkPWen+gLev33jM
U90RgU6xIpvkEZfJzMz/XhnJOtLZAOfbNn4xSABnjFvlhv0TLoC0fc/b9rAgWlzHA+yg0qGQumqp
k7fq/oODhSIewAPUAwfMRt+zEWxDeU5V+1AH4lijfxx6vNY39phE+D4A7xae/iAoGl71LjhgH+AT
cLciOSYEavbGzm+nOcXaEFreea6nLwjf+akp6zc3nT58zfmosZLvLsP3V44gRDc1zcIFPHZVW0y6
3W2krX1vi89kgOJjEsTRibxt+OKxuQFcTjQx2laLXQ2byXXN/RzUBbtffE3sr8GrTnV7znlo15Pz
iGheYKptnumrNwfcPt2X0Zlu5170p7Svj01RMAFR+n4SI7cPIQpQdz3hh5sIttrX2imosYDigUFR
Fk6bHpiRJqTchHhDrmiHt3k0S3Zkx1OdmDCYM9YUq9lafk4VPUcDAI/ozxe3TIrwrE1oO6+pT0ra
AJe26ir8zi5mfu+1zwIp1lmXr7EcAirYA35/GZKcY/90jeLS0sjkQPSCkn9dSp2tWQxYda1m1z1L
KrbmiZaNO/xjVnjAj4R71Dacpxza/oDuYDh2xFcnJAIQ+J35mGXesvCX0w4JtbitReg8Bb2vLqYP
OKolktresbb0fdACuU8LSBQ1st5mGoaS/SIbjy3MheacejwFdEVEVMoEV23lkH1oFvu+1FO3b6ml
HLZxyTWLjWmNh6gueVCENLNdGI8ckbukw7ewjLgXRwZqNFLC0heq/DRZWflis5huHLTraZMT7dnG
fST3K0xo39mKrr9ORk+IPf0BTFS7HS0ZXMUz5702j8oX+mfMDeMsrJ6Z4zzMhdAPqzx1j5ikMQq2
NQ2R+P1W3mBPl5T0j5nnq/uBJfQJkpBHzqGBVM7euAKryvAFNv704PjOW+sW6RfXcyrKsdsBFwqx
WN6WvJntt8W1Fcp0vDq4eEWcjDo9v3VDs7zYqUeCZKiwK+dLk3+b3ZjJ3+DB9ig5C3tLz9AoaeWJ
Az1Z3LCM1aWXoXVtV1l9SWw1XKcJRQXBlPVbDmliJ0qxsu+TdHjqelMe/QS+JHnciGyz8fHH06q4
oZERtO9slhkUW+7KOXzXcXlTUqJiWTP980Vc+xxqUhdBC5CcBVWXZ4CqOsTVsl+OsQWK9EV0YqIv
A+kx2Dacy3/0OKnSbMvWHaHPE153NQlPYWmRVYoriHSSfZUH1lpxVYur2W98Rh1M88grcCHmBbd4
Uz3OfbucMr8PkJ00SMhGmuTgotrcziNtO7JycMuz2FfQiWXt3GHx+srgzww71ytxAk+Nc0snF2cN
gWNsU5u0kV9gP0SfR6thDMGkhxZFK7GbXSYMdmU2ULTXWWLf4dn+8Ao/Eg8gwtGQKY55wijMnjlZ
lXzH9fFtiaNf1o+DiLlQXLFv5+g2Wcmeg/9Qraa1IFkz4gVPMfPmN++LL6sbShhPHgZOvPJc4YQf
1ZVLn0kmaDXusBbraWCAsSA3M2U+eoivyIjJZTSBS8lzcD0nzMDdUHPA7q/4hbG9OXrnqui+cer5
kIi5PLjL2BFuBj4MHXxjSvyxSfFJWwUTE3h5cxfdhlV56CfAIhP+NjJPzsM0MXKrGyI8Vo9RtsWn
RIzqS+771GW63i4jswqUktknwsjJY8IQ5hGg/6o/jH7G1/nfr9DUGWSfHWDOyrJX7ysHHYvUUR4H
416mkXk0HDn3STTd4ZTcBh5+WADnwJnTYafGNXvd3w4BVkVuyB8+KLSFYwuw7ii5t5hTN0N/dnRy
kw3aI8RYI9NHMGgmstGzMJ+IVF3ZGa66wKm+2CL7Kj3vTs9kwCAYghqGexCaH5IpBSUPFEqlMRGX
fKY9LZ++ZZB4mIGgxRBPI9VqjnkFn7QGPrXz4iK6ZNRN7hckOYIOHK87242vYq1sCrPTkIMChBIG
0tFN6EfAkmvJvKQYq50M1sJhNEZCdtdI45RedKH8tkDenlPrJi2S+1yuAYCG7XLANHwTc3qgvlzQ
Kl2uKJ68feH9Oc1DdGXDupR+VEVbpWjGaniEAGWAXT+vJAIigPgPx2Z84UYA1WYXAAkIe3ebRU0M
Uzp3JEBea4W73CavDDI95Fae5R2HZZuuWTUzY0IThntdOUaGO4NZ/hbSgEZgpoC5yssET0cBjsfu
g3eryp39KoZsGLC/9aqXP9bn17YXefotYNyDi7yyfA5vC5u+T1ESNd1NwBhuQsUcaWVs1Mgpcqwd
V93BKADUDQcoelSp8OfVoO1iy4MolrTonKX1VsyZZT8hbwgOV0I8/72thhHjZR+f2I837YvjFFRd
WOk8ff7XdhjnZ2YeViDPp+VdalRWBn3CX/1JfzLDJGntNyXpw9M0T4KkY2UeRrvmoCY4upDa9wrK
NG174A2P+x69u8Z+QGcytcRfKHBz7jBKrDgRK8sgHyqtx4eCsTycphHNhC1RDA2/kcOU7Aca5gCq
+0XcY4OY6mtJkdCXYlZoWL0c8KiEQWPvKz585zdY2P8Ln1z1UVBq//HRYZT7D3DH/Wpf+ufuuNPH
e/P9b+cWFP73v63/33zblcV79seftT9B7VYr1P82zZHXkUxjlSNJfdr4334zzRnnF805Vwv2Wwoj
42qn+wNpp51ffGNL2I242dZL6h+uOUvLX2wfxBiGM0d4vqfUv4O0+9k7tv5oxWpkJBcv1xR+tp8v
W1eF3B95bp3pTM4Pfp5QolsGX2pys+B7A3no9fw8Mor917eL+pmlyc/FXmNL7Gq8NdgbVnDgn28X
v1u8qmQJvAxp23yqRMtKwJGvfOH2yt8zcmMPpV1BlsUe1Z07YK4DR0/XTreDm+4jQhjlXlU2h2VX
h1uMibTLRUVmHzjula/SJtC+M9KrPiTpDULUFX1Zcx9T1+qO4gmsTP3DSvojE9qJm8gm1prYaX/j
VlSkFU3+jAsB1ykxTJDTS+xYr7NVxJ+oeKAzE1JBhojYY5kaSdNoUZOUiqxA8IiKk9/eqf9/x/0P
zKR/umj+ix/18b3AY9vERfnnW+vXb/rt1rK5gTCQsrOWAvsjVME/bi2+ogQhU/4zLsBGn6vr91tL
Sayqii2D50hH/XbX/e5H5UskwITjOSS3jIH1+O/cWJAl/+yONLxQFn7t4uXRHKTNXxcEuGrsA0el
N8bMy6Zwp/joezMCQkHNZTlTJ+pwJgnsZLizhrWqMMb11FUHkrlPWeIwfxsfdVwM7Pmi+rop9WeZ
x5Tn5DN4cw/RPfJhwjWDbM5uFuCHUgHzd0ZjB0xomK+s4INqe1Jkg0zYttjMAIT5YThcQMBBjPGL
FxNm1W4A+LJxe/txcMUJeyANYBbRdB4KJ0+3X3DJn4v6DRgOMjF20h3cvCc4W7/RIf+ty/zp/4KG
+pNH+/hRrsTR9j9g2XE0T8Z/vux8jj+64j3/6Q5Yv+P3O0D4vyhtaHJUAJ24mvEn/7a42ML5xVbS
W93VLCO28487wJG/kIxAncR7LViZDDuV3+8A7xdWGjCpkuvV+L+yK/+wi//uCP5XtFQHe/fP9wCC
nsuissJZNQKUrf/C/DQEsNsg8apTRWneRP6UIefyTIQmqW5aymzGux7oXfN5rNpJ3ub1XGRcsB0Z
VgYkDD8bG+wS0aqjZEfrXzFkbr5XnloIFIIojC4BBq75zQRxZd363lgbKv8abjx4RWFX0Bwkfdve
0DZdfhWACvp9PceToK0XEW+HlFbhI60aIqkiWYLw4nlF9cljPbzzTWuNR+Ybjb3rsGx/rROTPmp3
ZnO+xIM1/uhjHj574w85czLDmOyu6/RKlwldFTCi5FcFFliZ4bmSsYiPHpOott2nmPy8C8NZAqtx
xpEF9hUkuvZJ9DX9c42vqMhlx1h/rhVzq1Mp48XlWD8E1bXbmjY9R5FbUrYzjNEjHqUiOJO55983
owMKRHsO4TqmhJiLkmBAgWPnXTnlMcAeNn3tyamtqJh6mU/xhBdmS5qcjk+lU2UdphLGPRGl0WNs
Ib3haLpGlHBh1+q5uZhERlYppW5wnMWiHgaH1XLfRqN5UYBclysFH5NuhUzNjJ5tYc1bKmsG2GwR
kZYtxejrQDZRTYSD1oN0UARtidIcAATadUPFZrUamyi67pLcMEawQuL5pYB3t83KmUTgNmkGC36k
m/U4kktyNfvSMyCnaXJdqGiIA43qxQlg3nq5vxCgQhijuAwGTPdilUv1ITSz1vOUtCN6WO9U4Wap
sJccEznbbUXPvWN/L1tbJAfbTv1g5xjNs7sFRJgckMbH6bzwd4I9A8o5B/2Hq3I7FKGCSuqH9Qht
IYnew2GYV1XKWd6nCDrJdqlSHX0upybGXbhM0Wf684y3aeC0NLjlgiWHv6Gb63pQqf7Sgi//anMs
SM8c+6C7l1GeRG8K/YOrNSGxdtvbLZE8bwlofGwmt3wECNOvEcxqKr7XKrTbj6Qo8/KMvBYuBxgz
dJIUWFnVhdJSShYjo1EmogX4otMosXbPKqvb+zwcvulsKdFZalCBmsPHkKTA4oUaPyvquwGv5eR7
z8L3l/dADst0qJw6so8IOIG8kgXj3kM3D5gy40zFoK2WcJzvGLGsScEGKe5TLnVEbNnVuK2t1Tw4
lPdDRvLvmZpohoFOrFqqpFNhLyfpkK0TG6Ubs+iNizPP9+jXDROFDaSM3Oy2XJhXX0sGbgwO3GEd
pYMIgF7ACpmXTzA3yjjatLwkGhpir7NzevPUlF+KBn0vrcvWewqUDjkC2/HCkwCqbdtjydMO8dHM
iqptUc9MGlfHa3mFvdp7TJO+d7YI1aSb8qUqse5Oje08MlFW78WS4Srs2oURgOxErx/xuYvi84zJ
+8YxsV7OZN+q8TzES3XyTVCjWy7M0I703Weot0FIdWDrD7EnmYf1uvnOPJzedSBVot4E7khigYl+
DtGm6TvYummXB9dTk4eUsSg3zS+c2i107iwCM5JInRt6xUu8t5J2cnEIaKZa3drDioM09mzvF2yu
9K2JrPGhnZaW+9TX7txsln4gHknMESCxlwv5tAyBRweWKnN1cWSejUTaqpnObDGqeMOIoIleG2+u
10/CEdkJ3HCZnjCRyI+6wjy9mZeyu4KBVFmbJCc3u4vjoGuP7Mrws1HBi78KZxyK1KKIN25oBvlf
1J3JkiPJlWV/hdJ7Y6upzYvaGGbAZ0d4wH1j4qPaPKnNX98HWaRUkt2UZi160ZsQSYkMd8AGVX3v
3Xtut2yHfA7ik5ubVxQpVUq1MYCLvMduwy2y22AGJ2KgzF9VMqjfCPSKOxIll/I9aMvZo69Hn/Fx
xi0ybDJCoDVxJV73K0ckSOCIPZ9NL7p1ghlCFfj4GEJwt+8J/yXuVwa/ijEDfmKrYNMDg4fvmdzl
3fDUx/VBocA/Zgh23LFhZt4uOiSgETaNlW7bptyQhvNiit4AjxIxTcZVng/ul8lM6x47tYFjgVAN
HwXppZm8jOko4YW2g9QlzrJ67zDtWFcVsx+DPIZ0oVe3icqSQYrbR9lP2qRqTVfobS6Xi+V3e89B
/8zRrs+fU6b5YWyNM/K1Kt8wEQw9x31MyvIVnQGy55TsDdRuwFUN6yuDEvyjhHc7085UUHVu7L4L
biqU6SseziE0iH6JJm4wNusLbQ5kQajhVwYDzh1s5mcPEgdmDw8Gv7WbMh+YVKB/N+5wp0gcZhiM
+6/2QsOJpj3qFbmJKyVXva/AWxbZMRXxTnM42C8qQbwE0DE0rurB1kcnpcYHmXhYakV/g1qPhuTS
lT89kFDEue3OhFpAMSjFW1UZyXfR0KQ0eCxWC8nKySw/1WiehrSVD0PfaHOtjQVGa4GG2Irmg1HA
h1uEs1k6uDFmr6J14GsmMRG7RoO7NneKk1npce0wIae/Cmqs14wUF3RoJ+UD4GbKN9UcjDUKQznb
Jy0qZFP2qFE2NE7D6IebLWS/Ghp7DZ7x2BV2c3DcBeRTVBzR9a5bzj5rFqgd0z7jdvKWdD/MUBQG
fhvOglOF9+yAf3N5woeN9q+NsP3O1WZKe/BLTMRDrW1SAZcJsIWB7NgSGHZn1qZSRd3Bj+g+pZy4
0GIMeM+dNvuJHMAgPgs+lr3x1R696kZFg/MrCnR0qE3Uc3B3aItnXvntDoWVrRAR1RdsHuWXS9h0
SinuDxtjkc+BuXS7QdB6xQpS/uYCJx+6Xoo1Qjj0PqV8ckYEazlEFIY67akwEBbzorMhG5JrRqTP
YWIcOqkuO5aqg9aZO6EiIPYg6pgAGuZx79FYESDk8KEKhMTC+mZi7axEZZaIE5v8tNjYR5yqTU9M
0elfAIpIHIi7FZ65FRLMZMtgCfPLor/RGYKrNhH0sAwFDEtnjUUjQoJLVd+gYGIE5sDgmZNbwTgg
6T11RdYQ9B2Z3sFuWNGwhMnpscGMx+OYTIhsY6A/aDKR+S52SVi7CThd03MlcvW9CwLvLUctbVzh
EYsv2Yi8qWYkhcyRAf+LP9iHSqUfCA/8tYgIl2/a6V7Hojr2bXCY4s4M6cKDX83IcHLi+7Yq67Vq
2iqgIR/8EryWexTtejOJhpRuSwVsfu4PHG9FumrcPE7KVYzBG6IrGa35uSa0GmgarzItdxr1fvta
+mYfCoYeGNxRIDmcDUIAWSC0jOmn9h1gH8GR3RnKelL1a227K8dzjlDJnwdAgHtVmQtBQOkuitqj
soc7J3HbtxGb3BdjofdRzMtuQkvo59Y+IHF5jc2FQfdMMOfVQ215+Dxcd37P5ATFyM4x/BheRDDH
YDZ8wEyufLTXrBfRYZnJ0e7wwZP0zIQiyYg3B8sShK1l3ZYZPJfMJ6QoL9FJFeK9a4yzUSnjYPXN
e18o/yLtfDjZ6fKQ5a114yjnUc8uBzFOp15QuvvRY5GVKSwUYZF1VQcBFDhV+/rWLhbnpicDdIrA
4GeyQBwn3N55rJiF4tVLbPYgUDWe1xS80knYlEZ1VhWKVCLMtVrTOL6vl0ntXBrge3YBKKxNtDdr
oDMKAVmH1PR3YSF7q+FRF9nQkrSorC8R5f06Y/Bz0k0w4O/ia74Crt4nnX4dQVMahVFz7ZPpKOyI
rkI0TJslV+K7kIMPssmJx72BzgEtuS3Vb51Fv9hPn5IWNUq3wETllOlOHPEgIGL2KVmts2skpM6r
lYWQec0meah0cWF98o9zDTDGXKYfyE57ePA4TvFhPM/KsM5IeAjbS3AlhH4i3WXbYxlLJ938qprG
Q9uR+vdWOgW3vgXqLUny4F4hAiN+yjUg53d+QKgM09sHkELG3cAAeh0E4gEhbsuqZotHtPYXOy2A
LMlh4yJQ3kqf8x7JddF+jiT6TJLEOeJ92K5vrXLcZ3KvUuuhH5f7xohAa9ovQZs/K1hnvxkRjuMu
GNvpk+ULG4rRbN0UdeEc2YAIW9adW04xOePrZHdFEb5kieJ8w9H5TNxI9MNagCNxzMX3XA/PQ5Rs
x1miHVI65TXssRBuB8ZwTWp+lYO1d63uzSs869UXrKqZ3XuhdPrhpo4FT1QZNw2sZ2Fy4gBwmiUT
87am7t+aBUcFAp4AXZAfH9Tkq89uNsQKb5Da98v4GSm7ODVgE0kl5cz41iNhXQu7e46vrqsScySz
+PJpduvHFI04lRRSzpF5naNR3TAKuwL2CerS57Lpbiw13KcI7zmH1aRbm468z4D+ghK1nguUxmGv
h5Vs2Kb5cmKXBcmZdi+njtr0UbMJWE5pmdSrKvNcd5e1iDFEDlasZ2K40FE1E9ns3AYJtWqur/rU
fQAkPGPggGbYMXyXnId9z4+/W9q9Vz1KsFqug5/ZzeCGeFCSPqfZ8TZxNkvq+8jmARiT/CPTZn3J
JkBBUOFNLIXjh+pT55RKB9CDakS+GyLUQrk7s/tEAw5XIiLS+77r2EsG2miJ21W3nc3cu9Pd68RR
CIy4dRnB/CWIVjCheAL3H/CDWbtbcHVvQZEBefcZ2zSI+ijtQ86+r1FU8uuh+EXpY5Z4D0kJ8IaR
18XJBxzhYuWARErb4ux2OEiRBBHGPFHceiVmGew3x7lj4c/nK11WZNMxMScgflTSz2MzWB3Hdb9l
FqtqtXUxPjsn1ILE5o7NGNbQXoSErzFmU7Cq8vJeOeKQu4B28sbpCEfWByJDG5Jj/Y+h1MUzY3w+
dmYXjywoJ9No0Zlkv9EwbLArvOBe/dHUtyE6KaSFShzpuUNkJEw1hHJSriaNxM8zA+ZWfLJ0RP2w
8RJviMKK9xk3ZkUIMIKDw1Vx/FroCek8g09ApQ8CtMsqsbO9jbD9ydAOWo9q4cyN2ypBr+QPoY9J
dtV08fID5M/ccvuOQZu6xJjkM66j2V2hiqTkYEh+o52xuNhFtyu6kSVVWveza+zx5qPB0NlOchG3
c0DSLpUTZwlzIHbYTcR0i5ohvmtaWg1Oae5VC4bJHl51srRHK08J7Mjr4dgkLYjJwK29tTm5EWq0
tPi0MnXs4/gzEZzeBsW+5E0tsXQuQIRTVGNXg6IVJiQvrxaz4iAxNahMPaK7MiA/91nX1J9MJNHk
dsn4XuH6Ptk+flqbew1LTFVWtaK9VmxLd4jRLLpOfypmdmJ2evKsNRRd28+RxrVBtqO9lR6KSY+H
0o41CjbstvY8o92qKfuR02anppfVp7RJC3dnSnugBiDw5AlWZbeOaFvdFYqqKZkYPaalNX9E6IPo
efXuJeGoivTSG49QNIkeMOfbNm3zN5dlB61ueaeQBzPuN8Rnz3O7Zw2CLpzrb2mTf2MUol8FBjqy
VrvTJbfmXZVP3gHFrn7Bb0eZPwP7TFuMAl1gcHliNGQzLhc3FpDXcRrjSLpq0/2suKF3SEbcyB+5
RPgsPNQi+MLfeNEvea1+YOq+Rmx9CefwYjqXbcYyJdDV+eLJS+r5SGnLiqg+PDQ+D1NpZptOFAci
1ahMC9gzRrIq2ugnKRhCm109r0qVL/cjGWz4KD11gzEBk2ucKRR0BYYNrMn2mU5eQCx8dGOn9jVY
Oe1XBpbdYwOZlZkRKDz8qrueMIe1aUXquW0XpsKNlU0xggPpMFGKjLU1kqARCvLBPQjIVUR8gSPV
aezg1OV1Vf222kE+VHQ5Nmhdb0waRDd+vOijg1xng72iJTcxr7Yp0KW7yenk3Wy3EfJFsN4zAz/O
TPoytbN3VJ5H8EpOdntDhSaHDCGTx5MYzY+5D3UgCiJ/PbaIptvxtl06xS1OCbBPu8DO8XTTBgpn
EjZ4vGeO4HrQNQHOStmHCTfTU+yP+ZOMPcwuE7gyB+0q9CSEZum2nmtMlEsOVGmP6Gri5jOjr1N4
/4Wk+8jeKSG4AZG8nbIYCJhqK2NrX+NzQPOl21RF/lsWVc1eefgIJ4xdSNIzsfL8lLDP8bNbDHEu
7THTIX2d4KsvAtPZuMBl7hy5vMWZ8VRms30psgr7b6V+uRLAIAqW5EF1BK9PgKkjty8QkQ72Kqvf
OtUyR2whVcvMhc/DKBDG4sEeWw7dvBqh0TnjRnL4jPCGodiGwOFe3bI/FgeIeyPL+jvOtPaDUcbt
2a+L7wRdPa0xbyIOqIwKYJXlcleNJgwmIwfi7izuwdeyf6q6sV6NKPNp+QQzJ1Lnp6vyfapxLpVT
+UEAzVNQpfld12V3VQvDjSJNbfzMYZGbKudb2eOy1yrPcFiKU2JYMT1ma5sviHAo0g4+d7OpSrVJ
yi49g6YDU48fObbXg+cdgaw6Pii+KXnwXMQdoYUnYW/puSS3q7H7L8/V4Looflwy82gbuKQFFAev
T7PHwZ/ENz3DFBFTYgbT6kqFGsNlrooHI7qCOJK+lD8JXI5XNovcwizeID/xi+HApMxhOAvBcSFd
CqeqmQAzaZyNY3V4kKRM1qhqs3g944TitbJyVaEWNVlKGth89CFAyHFOcSghLDJW1iU8AxBeQEWI
cunH+nGyW/JKSzqokMVpiQubbm+X18amBWkoue0FJ9MIbuoK14+EbtQOGG7RZgO0nwtnA7zMPRcy
TSyyEGYcnFWSDGM4ZA4WD4VfijjoPlUPQ6dfaj9vTollfPrF5OCtszNjNZBr4a85URkPSDtsexXX
k/WsCiVe4NH335K0IKJ/I93yhsQDxq5KO+1F1oLQHYfElxWw1+V6ejd5Sln00nMGaPmUUUBcgQrL
I3C75BosHXNEUg0PkxfJ6OKK+c6QNtk7blLjtcYNzFyFPakKUh/ZU1DGIZyycVPScatCPWryDbSM
SbKoKo6SwtN3JdLTMhL1ZZD+nCCpEnTAklxl5ZrePeD/eUqfsqinlzU0w7aM05Mt2+mNciPYV0Cg
7pwovvPZPTbBUMtTW/Ekikyci8a/7fLkZCCu5kkkHMZonrANkFXsZpg9S9v+tczlzB9Fx8hyOqGR
gqniVHpb001Wbm98paL6nTo62CBse5k5P39ej0po2pgs1OLUTIiJPamR0AyZAkEF6QPXFVRJNU82
6mpKn31muaiRwfrv5YQKT9Klgdda+TcNYLzDFetjI/x1uUpBcDBGg3OFT9jD7yQIXttJHZu6bfZX
cgFvhJuv41x267anI9jDydkRq0kHwqXMzjgZmMgf0YJCSMzulkJv0iw5ytIa1ggpYpITgB1AOBzW
aTDfuhHzj6h+1gAurl3Lcgvfod3jl3uOJ3GxNT3SgWRVcNt0b9ZY/R8RdJ6bNGufbFMmr7FHpmrl
LvmG5e+aJJGRAheVkXowBMgiBOxle466xUMovASQDxr4HUgX08V4skHV3Yz5GB+sduwebXLgqAdy
d+D5gjDGhpfht0QO5xVLdkBRD/SawNAQbMXshx6OyH3j1zrazWZON3muxvErEy52XlHMMARwHwy0
AIKZAM7cLGUWote2vA3rjybeCvr1m5wj/dtIO13s3ARqtT1010GScvWNgQrUC0fhJMTJNPwSrw22
TLpSsQLVA6dH0BPaeHUu1068QOQrZHmKbEB8FOeS7+DQ4i1xU7Esr9yuVMPWyZimIQIpd8Qydbj9
ffOtH0ucVhPjsZcYlculJj7zVg5spWtB+3WvO+KEwGHg9caylPzSCrn2Cn67eHf0+NmDVAv7oGWD
o61mUAoWuug+0GGz87ijZS87tj6/W1kc6u791PeuXOtk2cy1n6xQIMccuq1UZ+EwtuYDUv0oPshr
oJlOOJknfnXgyunHVozT7xQ5keJcqxOsz7Xcpi0MBs7k5nxyZUCj1DKc8gNlcP/ApyR6ZVEs9WHp
CWu1yAw1AkPDMjTtBaz1VK97ZA2nWdPkRNccW/jSggC5XipjqLoLWAirTZe9y8/Kwj5dks3UxB/U
ccfeza5AII2CPaNS6DcF3W+Eg5V3Je4Q821IAZKpi+UeI111PzrYA8ycTtIqnkbIG8M8GJfIJJB7
7iADTann3QbZ1Gw5Esrvnu34xOOxyqzYBOjf++TCG+ld1/Yo8SGcnkHiihBFCXAsM6M7CIYXzbOt
f9FQhrVaB1KcWIBXC/hDjB5u9LvvF0aaS+d1z4bRRF+Q1PFndW0OlzvOx7YKvU7w8/pretnJ6E3M
1pwj/Q+BFSA6upYbGcUm5bBTbwwyYojXYda6HAH8Dw/tpBlXBS1nTpHmEwmRY/Vo0834iLP2oPyC
q0zvC8jx4DypqHRuY6IPzTrxHrUXjMQkIAYMGBUB9NZmDn2gcvgskyFsOCDOJgbGtGpnZybwzSQQ
kNCV6SZl+r7rliIeVzGEpl95WWQfnc3sZ23jBkCW6PzKaRVxnapnAWjj2HfLLvK8q/S8Zi8oWtNg
eDVY+sl3YP0IBtJ3dMyh3kj9XhuQ9EUitrMNkSIUdZvfprzjm3hm+hl4RQBkEqIwBfQFO02AH5vY
oCweGXuIItmYOSkgvPALg+srHhKbsg/pfHzKylliWmqTu6wUNylxKw6kMLIcnINvogEYpofM0Akt
VhLmokn/9omYu82YS690aX8JRnRhoWfve6zkqz+VHRtS+x7M47kQzcV00gomL2MFU1d0fI3CxDuF
bo8NrbF32CxFWPe8K4KtapNT/m7qnKxGe0wNmiGOExoygBLFyv8MaIM8nCZbqHSyLrthFP5q2tRU
0I9eqoK2/9It8g6hJkzcRtstfOIrK242uwarPq1vfBKzbdQbkrL9aWcUfkKjL23uAZ29prp0Dgg8
BswVmPXpAZMFRJZPwx60ovdL96+aTBqFXSo0hxLX+mUs5amy9KlS4EJAtkE1o9+rnygMGXuOZW/9
6lt4MbSgfko2UesW9TjNakMI8gQKK03fSNm8YmsxyqQ+dOp2QdfUpVHkHrtmZv7PK7Y3DaKpV14E
gjIEwkvLqHOwqYzm4qFdrrJp5VGksOvytnG65ITRtuNzagoifJwOyUAcR8+yLagQ454HLSrpSjG9
7F5M34BiO+jS4jvU1cEwetTaWX4rRzKTkpGjDZuJdemQTa7rmaaH73hEudjGBapp8BIrg7VL0PNy
4VWAVbNS8s3nmQZm6zqbTGHPZilTTJF0AXS6wsaLyTVchjp9oOmRcV6SGwVyZWCNh/s5OFsO7xg7
evZehvT3TlJHa9iJ7RrOK4kUFqpCL0nefCB3W9krB4+/zzqAnzjUjh39ZpdxwHIuzcp2I/VqkbVy
sVx6557hglttnRVllbgFkiWfRlUEt4rBPf1Ir3zS0um2XAfzsIDXuYCMmY7VYHrMDKJnAjZ+5OQ9
Roa9772BphI5bz8M87Qfjr0ebxJMjY8u9S7DKXj/UDOWOyQYN20dResk8PMDtqSQp0A9dSLrZy5E
328XmIb3kz+kybqBlcGrJEggQPKaYJ7J3Puh718Ic8yeBVg92BfTUPA3FJRzGAM6th+bvm5vIKtQ
q/noosnzTJVvbR2nG7y1rlzEConZ5N5mprjKGRg24D5pa8TUFVmL6qZVS/fc0zwxMaJP2Z0jAC0j
GYW9AtS7GhivkTrbn/A1Oc3DDLpW3kSl3dlnSr1a0ZCaPMkgK+3LiXmDNNgESqs4NxEcVIxbXccC
6A5zu5uw/e2qzvWS1SB8P+UD1+NIm3yiJxBhqfZX5HItH5bTIYl3F8G8+kq5Bv5eaNj4pgG8/8Tc
k1gd1hn3RDojdqwFNR5zl8VpsJ7w+m2S1s3t1TIBr60RIeVrG4sNQBVLK7gDKit+zRPhBGuCnKy7
wcESYMyCZuLoByAjrLh9Sf2SBjEgpGw9RT3mAdUiEajG2Xqt3bosbgIViQMZupG9rggoRxeFruI3
Y31t73yyXL6VNVr3TaQsUoGLhLNFbfdL8zDgpDrU+OWxe8wCXkbq+lN9I8yuTfZWilOF+sloPrDz
BRN2aZuXuUoMtEU+iHqMfSNMgjCrcPpvWvS/RBdxmP9IPGRLYdEVqHUsXLKHmuYDuEPVDygPGIQh
1mEUFoQUrnGD7mZCJeXXXnAxR1yUdBaZfa8ZnFYX3Wb9TefD1mIDKha0AmwQ0daQVT+GQDWa16yR
vGtzNn7xKRr6k6wx10laQFaJ+sNY7PeEvbAqVzaJXTbBzeCwZw2F2ouJp3D9K9+dnqj5ZSLYaI6t
v1QDH5BbHdYYccqtVKNb7ObMn9SJp5piW6DwWCDcNP5dXcRNum8RP7OQ+L7hHjHVj9OmKUxOSirF
NbipS4haj6T5crh2aBP8LEYA/Lm3gsvC6RqvTzU2ze0sCana182YPPWWVfr7xReaarSVLUGfy9R9
ssJ1NwqGPdBdIs2wFSivZjxe4N+zTca84QC14adB/mq/i6Ai5duLJ3fcNiPFGaHHVVMf0MDhMMz7
GCcnkrl8Bc8cwnswUcBO1OaXwFMyZlUsRpfoIgxd4TJ2U81F6i0IA3gKwR+INqVKMnEm3o0I7W7Q
1BFyw7VHPLRATdM75iu4j6RSS8wMsJf5O72uOGMKWprd0zzasKcp1AcGqFURx88R0dYldre2cD7L
jGX3SY8JHVGUPHHdvjeBTIhYmSF+MyWwl/IReyUrNEgK8oXg1CPudtp+bleRMzJxcwwbNrmWJNf8
XyLO/5FB63EZLVcidPRQI4NEtf8JxGrHRB5jpZ8PzolYrDc/+k/Q639LJPtvUor/f3NfOFJwNf+1
EPZed201/OUKZejrv/zPv2y6qq26/m+OjD/rYxlGXX/U3xSyto+oW3pITzFaQan9L4247f6V1cl2
XaSpiL2t/7JfXJnFjoMV3hGWbWLfQFb7d424/Vf8ErYXWIjK//D5/Hc04mjU/1EgG2DvACGMcUiw
k9hSXgHDf3IN1cQ70dfM3V+tcx0QkpzqAl1ZtWkMb2AhYAQo508MjhK/rHe3mCTkRHR7O1DkYWIO
tz3BXV+cf1jak4WYv6mT+NJl80gQPJ382Z+Ibmm7J1pY5Q4jvXNPdqlzn4N8IbqiuNFDFodQ2fR6
6We1gWE4n/ol+syF9ejVBEYTP3UhTjBjrnXF1gr1RRdOIQsgU4IgoOdiVgcoCq/mYD3WtZ3spavB
K5UD8yFGxZzfrEeVpx99lb9FoNXC2eflE6N/5iyDFMs0rn2sDmFbvgiUFZw9gjl9gxn0Ihv1S8bF
G/mFE20X/yAL4z2+qjD6/Ken9QtN0L5LFgbABiJ4ipc2tKT+PbfkMsm2Ni9Fk30kpn/Ws73HZkYu
p+SXT5p6xTaOoveMjVUSFZuW8SnuCZs0qL7WZAGKtZn6zioxl3InkKZiY+fTpSZT/mkSL5HiY+ZF
dO5d4utNg4y20rqma5f5D85Cse4C8SIw9e7IELyqdcxug4O724x2+uUZiINywfcWgCDvI9jQq8gb
6QI65YNeoADMHQdfUVTxF2BLgcak7Pc2U4W3sea8ByY5Zqg+9A85oYxs1bW9VmSo1WZdcPBClBf0
zG4gldikkC/tIWjQsukmIwzARTaTJvx+bxH1h+tU5qWveQIST8GXWXLSGhbUi65IvuhAPwaecTRH
vjS02mJlVPFPacQ/0PN+knqUZFyVN7R7fZQJXCLlYSsn15pkimk2iNk1pg2PScIwR4m9Gusnjxqf
ZBXT2c8LDtC+ZafnGM2oc+Lr8y7QVR2Ga+uPUyNdPsDN16aSZIrkx/ZuqJgcw7NpD2k3Z0cMddm2
1In1m/xJ4iNjHjAV6d0ixhdcdPPK00O8xsv+qG2UJMgrLOLs3DtDD85dUtvNZ0lsWVgjLKFxZT9S
/dUouc1HUk6/8Gu/pAQZ7Mn0WW7r0Zh+oTQCJcdkKlTXvcTCuQtSDZ8GzK49J3+G30n1ULYW495m
AiQ1cheZh+p1YDO6Qox1jpr0w1jq57Ln7lcp1yBD/rL645qTSIIy23QeDRy0KJHAZxFecRqz+kGM
w+3g5jdmYlZreM8IlVPeJPBhDHxLHnZUkjh9J2cHK5bI5YpHl0iDeG2Qy3hDBPIhKAUPd1U+NJaX
POK1vAO7Qv011xdjkpTaBBGEVoXcvKPop/O/n5bqrdHLi2I+Fs5CvkRstuFMsRhSjxJVgLw+b0t7
myjY23VS8tjZKbZYnfFGJL4+a+RjV4FZdK471pe0oVdp+84mN1p0qnz3VvS3ys9vFvRFK28OzlrW
D4TroIIKvLtm4TuJkd8exyAR9CioMFU3rgk7GYg5T39gdt02eaXX9GELjuRyWKUwFMKuvc7u4M+8
/bH+UdK5oV1eSwsioVet4CnKo+XFQAKwEhi6r+MEvXIbpL6myT1ucgpIDH0O0OnkQ0v7URhIwqQP
kaksSiIeF1CMIsFmgEYX9b8hqCgb4rUKgztStSbMQTVkkm5wxCWpTP5eVV1+WDo0jSjTUYA17aU0
2wvTXkFBzJI/B42/nuby2aM9F1p0pZ6y640snKu+dpIbIylI8vIIRXd5ejARnaOBXUDwYQh0ai99
zE5RR++2G/8UztgeqpyMWg+QyeaPn10ipl6LxTkMvXeOyLvaQAjN1tmSfSCOFhRhBSHEiiPumDf1
Nh4505MIuyvj+YUwlx965dgFImEeg2G8bRCVM5Lilc1L+iBVnN+Q3XnTFPx7ds+7QI+3VhShQmrZ
lnw7fUOveWn7Qh47H1aYMJaXWl/zgwYeREmk4coaeyCppesG7baEjdlswZ6U84og4fY26DOeNTGL
cCRDZTURAENA1SPtzzREPPwcFOVbY6S/0ob0IxXzLCBvw57cc2vtqLFCc2QpchbQbVnukryn8j1w
7e7ZympvI7u0hkTEvZRsB1OvL3kzZsfRTL9qGgvAwjryR3ocDSMGmiOB7sleSXvaYAs2zxzxwVyP
sK67xX4crSzYObkRHDw/IOaC2eWoa+5t5J6h9DOQQ0oQjgbPi+448Q/l83LFVjjZ28THWs2K/zl1
kg8FqWWlZHmTNvOL0bl3qOqbXSrJeSWcnXG3zQ1lKnkpljwAV8iVYJDzHYDmXNOyPZRB/sZzcCkn
HmrP9s5BEXxySP4SvjdtyHNm9U6YuFvzEj1FU0kbeX7BEXYhqo7KA7TNLUEb+M80Pd3ANb7ZaZA4
V8mPIdCZNkh12QSLN8heKMLcfEUH5ctQ10tfYRiB7YFTvZRGOE6Mm0fScBPFZzS5zMMcMTDx5pdr
qCUICMyc1VRg4c/wuZemOrkiNs7jTHRDa7d8BCf7yif1M09qixT3K+tZZYjS6/dGnVf7uUY7Z8V8
Oh8hOkExVx6gTevMFovcNI5n8H5yY9mw0Her0V4X1chFMtKfIOFtaw3unTmyByZADXCuJx+DZRDM
xuscFMa5d1jK+x7vAdU7nwbVGZ1tnn16sdmVlUG+I6tBOdNxFi6ds7G9XsF4qNYDVBqeb1HBhbCd
CMXEYNovJtjbUHVXq89Yx/ParpIPx7r6Boz8oYaKuRaol1rm/FTsV32kMSE8o+50YF+GVI0sR1l0
hqr12CWODoOlrTeYjZPV0njWrs2X+k515J4SfRzf50E5YQqg5ur19JKUfvROO54vk+vL9XynaYkh
Rx1L1P9MawRnqxV2Ja6wZMmRiIO2zIsIktass6CrUAdyENzAjL7RhflezdeYg6F6K6qk33Ju3nVI
FTb4Yr6uQoNyYrnKMlZ/gbtw0zC4R31dVnsH1eUtiTvWdm5aVOF2oHfYjsowHfhD1jyaHpT5MLVZ
u42ByeuIlYJCVjyK1KPtJs2bxOOt6biYOODnFSPdB/z+JRtWDjjWrTLGNgObAS0QCHBcbmElH23B
spMXbLxT5xgMrPmXfsdypkyG+7kXPw+G7Ldzy4OKjpAB8nV/cS31VdXZmxqZwA/XI3YMCvi2s5C5
sWRl6/gPgRe4dTxo/tmPLY7TbgkCbzEPSAda9Mu75SNqaQdgNzI+lGAzs+uCPofBi55H9nT4YzFM
YEhtVCSPRcycvxzGDViwecWh5wVYdbcfJ4llgo77JhmY2AZOTu5qxxMsbUY6qmR/uy4sSN912JD9
y4HaO0NTRL+F7RkBr2uvE0nET9OyE6XpxGXMQA3RyO92f9Ro/w8K1n9Z1l5/12dVg3VQcYf98G+/
+2oX/of/2DBh6+bH/rudn741/bq/Oxev/+e/+5d/+f7jp5zn+vs//sdn1Zfd9acp8n3+XGFKSWH/
r0vV5+E9/4AW8L/9k/8sSS0L2zLefYKgOb17fyICmAI3ZyA8IYVDA+EPZ+bfbMu++CuTK2H6dmC5
jrx6k/9eknr2Xy0MmxKMdOATlgVH4O9f/d8wbf5zog3FrYP708T8KdHH/nOijWFM/ZJpYW5mT4/3
ZuXjf/MMaZLbNhWBf2M2jSIMlqR6Im5AUnQ3xlCY3u8/XbD/Y7jMP9TFRAPwMfCNklrKjMX2PfgH
f66LS9cxdTAXfAxUn9kKYQwPaOHE9BaHZIzekmWR1H/McS9947IcIpVP8PC7/4uz81iOXMm27BfB
DO4QDkwjEAhBLVJOYJk3mdBaOICv74V8b3BJ3k5ad9WkrBQREO7Hz9l7bQjCpxFrz53NvbfPdDaJ
gLaTuGfC2NHzRZkzUVkru4rvP7jmzcz67zgcS5IAJISQ3pYHhIn29TVnGbYQpCTWwUuITENWsxwB
0w23NYmWVwRiOIchj5JHRvkAwMfMPZN3gdqsJfwxnlh5uixCIK1YPbr/oXbwZcQv9X/dztdtBpf4
B+AOljAt02Hj4Ka+vrTRrLnZhrDgGOJcUQsrob/QE5+5oSGnhwfGtNa5YoAXIAkSp3RFNIz5rC0+
uJLXpvj/vRDXIalJYk7+047593NFntouAi0KUn40jzBjouqFhba4d1pDh1HrgUeJ1hVZwLpE+78/
oO3+v30+7NigWoRrYvPf4oz+1WvponQVXqR4Pq7F2WKeZuQbIIeJUEWlRJu/cTavVzuOwd//8Bsb
9J9fTZNHOMJWfFee+aYv2I9dRMejsVDTxGDIDPQIhF9L79R7ZPhQZZfd2aw8vev0aD/qEfvoMs7l
g8oJlfngLojtj72+DY6iRfkHO2Lykb95Td3V6xyQbpJPy/aQxE4jMO5MWC1TO3ZjGeCcrjPyNeQC
K8ydix+NWGEfu0QE/Pjgxrx/JBDfTck3Y4FpkO6bz1wjGIONhEjHa20SoWhytKGy/egmHnO8FRqw
wTc8jfDIdFPcpna0fJqMtH2mBggLQpJQfU9L862zZ+OaIHGHCCHE7e06RF/+fqXv39s/66LwFT1B
13/b2R3SDIuoSQiDsSTYHSApoKZ1GYkMXXwji6i4tUfbflqWJj79/S+/f3noycMVwnsobdcW7pvX
lsi/aGJMnIbeapqhkETg7WsSi8DsGY35jdpNfhFjsf7OSTc5zbWXXM32nKJ0VcMH/e13iV8WV+Bt
gAAOZGTh/rnWf31CKNkymjvxHNLH5wSStzNk2aVmWbserGJ9rEq/Wi6SFfqOCbYnz4BSN2Z0OnuE
C3hifaAtaaVXVWuI6YuIYhg7sWOE5JNzAFvh/k+hZS7iGllyvBxqWc7DEccd4nRbwX3eA25qqw/W
pPdfhK1s9hi+TiFYJd8ycLKCLTcVRCoyhh6gnenxBEx1O8+gSiCWwQqt3Frg08jsnxlvysljOPHR
Gv2WHwWIwVZ0o/gnOxP/4vXqxJJMd6KexxBX/bypEOEgE0iTiRt/UJ+Qp9jHv79Y//Ew2VxRQ23d
b8To3pu/aI3d3AhyGMIZ4fU3k3jPkDQw+xn3QuUFbbqO+6ZvoCavdXPtN44J9XBNLo4cFAEP5a9e
zsXnaUULuywy+9zUbnxQk3OV4E4s9gmKphPnpnhCIoeld58agN1d3Hj//P13bJCL1wvaViS4sCbY
ewW12ZvNzTIws2GImkKmmihf8LMPeAA5w9twkklSn5xT5I80OY0YEMUaLwH6OPXEofxhsbsm9JN4
i8OW7iPD2e7gpA6ku9zy7qIc+R0UQfXBfiC3O/tqCUbAT4nFAd2UzB/ktl3/+zMiKNTYwppCr+3S
35YsMAjUpIQ6oEgfkgj9k+SDOY+OLB+Vof/xq9q/lnWf0Z9p3fSwZguuYrgBz7XnDneS6GdOjlZJ
TFSEgWytsSIyB5vvsnn4pGIjP+MavTEQciCNU2yxpjFNt8yw8w9qoPcv8fYZCZYI9lnQJm9+mBy8
1oMcPYXRaC7XfW6Mh8kCmEwlt5wjy84+eIff/z2I/dRxdOMsV9jWm/3DYRpKnL2DxGKeq6/WYPyi
6Eh7Tjb6JzENxBX8/V37j79nexvWh33A257f6wfXNVM5OPmowxQRxycvcfIXnOfqynHwhMEfcT5Y
cDci0ps3BYSQ5Tiua3qmJ803N1TlWUW4KhapBgDQfrRUjLa5Lp90mpO9skzqFpG2/dSOxnTAxyso
hAlHyHd+bYr7UQ3xszXYJoDv2f1gX3r/1XFl4I08sVEh+LBe3wo9NITm4cMKfcJ6j9HiC4JZGWP7
OMhvmRb7AENd8YJutWQqU/WHvz+J//rznu1QyfH18+2/WbwY6NuJ7OslBH5LPrLRiO+OL8gUozl9
wLllBbMx/PJ6p7kkmaE++PECfM675+JzCvM5lNm0/N68CJ43VBZ0Nx32NTXLDsOp89zZDZP0lnBl
7Pr9sz9V6p4x/JlulE2IlJqAKDqYMTPPQtc2NrSqXQjmUGaq+NP/491xOEEKC7qPoNDlH68fDoAU
qO1ma4UupcCJzHd5V8d1cl3Itv2qHesfT5ftY8JXBZayN5/+/tfflywOh1jFk2GuyfT0bb3LgAmW
t98T8ZB20ng06rH+pE3L17dZz1eFmwRnNvhXt4H0m/dNtk/jujsJ4rfx62T98P9c+nNByueMw05n
8aveFODkkG/ESaYVknQOPPSDgdzZrIeb2cj1NyWGayYy9vnvt+HdK8of5Ruh4AcoxsuwvUP/WuXL
1Y5mMh/wHMU9QIEMnebvwXHW41JCl7cnTTidj9ls8DL+vdpgXvD3CxDbW/hqnwE4ZEEdlL6C98QN
eH0Fc0K3OplcNxwi2L27fFhRCOepTiv8fyaKFpJqyvNCYzEJcBQv14kx1freGsTUB1WG746XF7XN
B9/u1i55d10udTxnou2xOG8eR8rkZRByVGGUt0DQ16KdaLQqiGeIZyE7HTwSMOb9wo3BS4A4zDqm
DFJpsqeDe54rcxL7YXMdnPxSOERXL1F3siaDjAGyYJynNNXwcYyUSfax1xIdMjxBDBkf3N53i7MD
RIvWBzIC4ZnOHwLcvx4wfeoC8O7ohbmg3XdfojPD+lGhYt61gyMMHPuasxVRVXRnZ/S0p3HumuWq
ltX0sswdRiq6KdTHqPedM8SYwf7gEt+/gmDoLJ9TJ2+goKX0+gVQtcswteRGGzR9GHwsDgIL80sr
C/9Gpktx8jDx/XSa+ri4Mg3/fn/ebZYUNhRmLkNLul2utV3cv24PnKckytNUhb62DPS78XTvIqy6
hkdCe6SL2tu//70/ZdPr1x3EmGeyJaDBsf23Ocg0Fnp46xa0dlWNPxvDmo8FZ13IKrZJgBswFCS9
jj6xl3p7L8Zons95fZYFC5Ay4Crh9kYeFCf9lVU64MgBCBuHqqALAlzH+5qoxt7ppaeuQjj7QWkh
rHcfhWSLR6EKq4AN/+2GmuCaNkyoYmHFm32L8N9/FtUf1a6IP5ewHXbFbCQ04NOF7NLFifagZIag
mRsMD8rKprB1ceQGf7+pYlsjXt9UixQx/qFAKVquvT3lfz3FjlZJ3awWupMOK2eg2e8W4tei5hN9
ZHidmGXM+qwXsSGH5eTWhxKT3PWwWhjHnAi9JxEoMfFkI/Mkf5FxFOrSWPSVhmTA8KlLJ+e6kWTP
/39cuE+RLdifJRf/5sJ5EySOWeJ2hDcTI9f6pa4O+ej695VyweUO7YBEWBQVbUNrJP4sE0J/h++C
vIUt2hp3jjGJZAuTQtjH6EKdxmiutyjWrdLuUbg9JMo2zI8u/P2qzS4loQgrVhViB9/sG7pBf7gI
sYZpa9oV4aZEy5H2cccgMn4glmUIoVgY3+2uNx7Q4/XPXl1ke21C488GPuwP7uN/XM52JIU0i0jK
4la+fgEGa+K0Qa0fugo6SrzJO0c5pxdmfP1N1LsNqItEXbxa+5faGOZbUinLG/7FWcklvvrgarYf
/+Z1ZKl1MZaa3CHMya+vZinqTGIgp7JJ62MBxYdEshJ7ACC9aGs/yCsrxks9DK15Hbvd+GnOUdaO
NsFSKJyQxWTdel+jhNr7/VR8UK7/xwrEycdDse477G5/5gT//lgk3GuFBHcNu2gy7JsaajqTU/CE
99BfEkLrrDRRX5DgD0dHGtoMPWOx5u+pH1P4MEs1gHfOZD/c0B+nhxw5buMGXuSZy97I1wTnAJYw
LOiqHUAOYJ+r8XCmlJcpp5WPbvV/PHiowFsVSVOEBeDNrYZtl5NFO4mwqnxmt4nsOH66Xogc1Ih2
ndOvN9jgyvMWsmdwT+7x/bgny0eDQwKd88H6uBEr3z55lnRB8YZmjp/z5j10eXrJyIkgTAg1OmcY
IG+rgacRgLlcd/ZAutawWP2e/G77EM3LQCepBxxSzgSzt5N5GgbdljvBWsGJJPY3vr/VmTC7nM3f
XoIELKzReFbOBPa/TLLvrWzR2WfDT2JVs29FqdzPH7zN79d8jq6SXyMAdVoAn1+/zQAWFpz/rh9K
PrA7ZHbWjdvFXehXRf5jUsyi47xtDtJMFwYakf+SxvonD6IJVuIENoH+/wK+/++jgv+6JA5WDivc
1hF725vICPCWub9GYUyD6Bq7c3NNpjXIGcdeAzmJ5egWxfjVjwX0AYIXg5niDUaYcA8rP+VuNcmN
/Ptt2p7s62+e9pyHeJJTDZ2xtyvQ1FvtjIg8CuvFcb8sWZkGDIjqG2r5CZNTbXyye1V+cMT7j/eN
Vi/vGvMwJgaUFK+fTe5k01h6nBmSNraPNDzlaUBFdMz6cj6KpCxJo3dqoAhZdtX0pvsb4cePxCGg
jWG0Ux9zb+hujMIHpiOt6sqRyA4NXyMpXwXUT+w6/bHG6ngwMgNpUNVEz0QYZc9sNNdgtDr1wV1E
7frmPto81u1DVkzUGMO/7baDOwJ/705EUaSAo/bWvLprMEhHPWe+XOaAtAYwBcAKQbOxCDd5YI0S
AlU59Ei3Fo6auwJcxbrlquvmcyVrgrdklS3rAWumCWbAtAwNq22aO7QsONomxhDHtVrQN02ZJA4w
J3WVnLblK/GPLiOXKoeLiekvHpOJnAZnMwG24BYOo19QtmdWi6c24jMBx0Le7UjtZuv7fBRkSi4J
0Uh7N7Hn7/BE+2a3kjZFNzOPiovV97E+TNhi2j2e/5Ksi9ZYA1vMMHRIpUZz1Lp2UZyxoGtSQBCl
kdJoRQ/cOrzcWdblL92YQvIziGzgxErG2HQF17OJTnLqdReUcgDnSoTkmJ+pEPIHGjjd71RKeKQL
Py4gZnfF0zHaGr8ILptDWvftLSbuzAQm0tfWHp4QibWj9rF4txA5xT4jvAboH/KAqzEa2q+AbRp3
bzIu5ZRkaJJi6sgkEgN7FJt9uZDhEJFB0516dCnA69ehCy0PmhM0W2UfzKmz7nwwm+ZFEE6ZHvK1
SNwgib3WDJIWD88RgHkDXjfvi0duHsthB9ZyDQisICnTUfkQCOBWv7CXlVhW//5dv2u880KynIPe
oVznqLqBjf+9XTat21UJS/qhRNoICDCvoH4RxiaBYd9Ya0kUFfCRhqgvADgEleZ4XIX44Jj+rsfG
H5Bbk20beHNctt/UWyZsjt7jqHhYsmY4Fzkg4CpzzEPhpbcxRt8zmMUnDyAIXdQYgt3cIWAlvPnI
MASB17CQgDWm/cvfb87b09P/XBU1jodFTyjzzempaVn92zWODiTm6Jcih548j6q7n8a4+OoQ1h3+
/e+9q11Y4TipscGSQ2TyV9+cFZt8AoQA2uTg+bN/TZBsfunMpPjmTROEHqfl24jt6naFocZZFRYc
xptpO2aJFH54Lgjkm7Jk/Qw5tHyEsJ49OWXTk5ii3BuzJChlxhKJ13zSDHPMXpgfvU20ct4ucBSG
wpXUGpKtgj3z9fvk27PTkEJOdrMYV/dQ26rzzm3Rok3zumG04cckQKMLFjR4VNb61PL+EfE3rqYf
akfomxl+jz7mGvlrgNHLZexZpPW3tM806R2qPA9JRSyzgEr7I85z6u6pSvMGvW5X1UFqNsNnRLFX
RoRDFNMsCbuXtu+hCaVgRuaHpPRqkkDlCK5nbVT1NXFXXD7t0DfVkaYdxpu4gVR9AlA89Icagktx
mIgcXLEDF9Vw70cR2mPoZ85lO1/7gTQ7/OxVh27znOPM+dk0GUSHrJCQ/SJOEj/ViCz9NPeZlQdI
KykcC+ya/c5F3W5f8PxIwnu9brlec1piQR7zvGjWdb9YIIrhmeZL9zPpKpcnOcYJx6mEmJsLfNUK
r/7EOA82rOUAULQaPgQTZRECrlX/sM2llKE9Z1nJkuYKfUQtz2DJJbgkPjMOizHYM661DwXKnn7T
axZkaEqTnHDuv9PsJoC9GjheWlQXgNn2cgMva7SIBlybozYJ/8YeWe4Xs9kMylo+RrVPQUSSa4cx
Pirsf1iAvHvHQRC/H7K0DKy5MvAIcYYISwKnT/TD2ic02pVxIn6Qs4SVOTlQExq0dxo86Ly3nLyH
zeObdgaX1cQ6nBr+fZ/FKtsnooY9yFbkdyzD/fpcGbrTcPec4t6oCe6iaEfPPld6IM98ExnXhPP1
JzLJnQxaokIJHY2GOx96w6xkyH8KT4dgc1CUY4YcHy1wmd5S56vkAvINILfo4uopNWRL0NBc9O0z
1pexv1eqrqZja7MxHRbAQEBdObueY4c9EyBQTx6rG1XtJyMefPJv2qoy9nUpuz6kS14QXjFtkbRD
mnZXddMAFy0W21Wc5/MEYUTd+6kJGM3X7b1FgI2AvLhUn/yM7tL17HETAhXlJgo32AfHkoM+tAfE
BcOxyTI9XU9TjlHSAYADiY4+dBRmRuplYQ2V4xEOczoFVpUugVNOORYIAeUDm/FI5pc5C1mRLcqr
KzUozhvQHzI7ROucPlZjmcI3Hr1ovpaYLZsnpPUuOQh8m/pMqBa4YLkS0HmcKweMmO2NirHYnJfZ
9boQK3LgA0e6OVjNXBwBHRTJUbgTpGca+eUL5uoCc7s2E/tSNpPLEIX/fnvypwKKjSDZjHT2tAWb
ifHbsYlkaPJxr2nErne8ekgSSw3TCGoLkO/YwCUdul6HgKqHP3AiDLplUefUwiFP+9+1tHvCd0U0
w1BQ3TUPEjsAd2w+j7kB2yjyUv+pqxgf37OgkIdeDWKOg2ndRjCa6edzoWXH7uUBz47jURGUItg3
bxrh5OXOjillQwEGag3WJQE4scAEsuE29pAFQWgBSk3txX8q+9EWF2DFztPQp/oXxrma5a2eMO77
lmf1odRFmZzKCCD53qD7iMiwW7tvNml7wDKnomoPEyYPRKIkJpc7tlPSwQGdCn02JeTsg9Zd+jnX
o/eilWl9tvMOR6ZjOAP2SQc5wFULk8DejaXGLYAImsTvfMT8DWHW8ke8u2X2M6rBNB9Wq+4/u4x5
uyOiDb3SzzPWNYAiuIW/1qpM4AkAlr1PeGPIPLOrZnjAy2LTxxgqKsZZ5imoFTXPV62fF/9kwgPX
MPjYC5A4OKi5zaEZLoDPqfgKexWaKVvXuzeJDZLdKHPUO3JMWSdqJ6FaYaDegVBw3OLU9TH+phhE
Dx+QW2o/iKfBHPZO4Q0PsEaHT2sPAR5mVj5kNwBKsE0N9AvkJ9/q7d/cXaeClisXeSDN3P5sQATA
si3t9Vrrvn+xkAsDHVoJETxYahhMXPEYeBC8Jp37GDu+EQW43LQ8zjjY2+NMRTwdwEzEmP2b0sGb
kFTW2Y2j+QyNpBjPORbmp54+gNhZ7lAuN3Nq9FBIUXHlIVR9jfnVh9gctGqgSPPMHucIov/14NBL
G/bdlLgdjhdrUEAivDkJ/pBD89xoY/gFJtbRKB49M7Arjxc4Ac50sTpZVheD6nRPkmXHva8g8h+B
M0JydhtTPucKs+pTZKRs5WOh/e6C7HsdThW1KRXbMD43ftFcMXaOH5acb/SwuJm4z5PS/QpKsp7B
vpnLeIPldH5SVp8khx5e23o35Kt2oZgqmQGKslliE3uF8sNvIa2waFMN6CPvEmo/Qv2QQrUmioxM
DNElcVWp2aOJW4ZUEGE7W/3UuuI96KNDjZ3tUZNbtO5dWHneDvVd0bHoz0IdxGw13kMjhrkOZ9H4
L0nmcV9IbaBFSX+46XeGttd0nyVYYbUzkAnRVB2CkJaO4acRDuwQeNsatutWfMLo/70t8nvpQHrp
MqUF5490wBeNoC7INej6MAPJXQPlZ+53KiYbJgD4RNJlZdXWh0onxWeobEV2pel+L+eOZNgF9HlJ
8rZmLn1Jh4KKh1QHuBORu6L9MMai2/sj5vqd4uaSfm0IAmdKS1ICUWhdLQpNONWgGpNgLVYHcEHp
iqvaNSBEjXE/z9dNQ1pFAit/DJvUW2iTzbSZL1E+sx1WykJUzaaDKaRf3UdER3h+XKcw/eeySLR5
WzI0S67GeHR/olzzGwbekgjxhChn8unamIy5SrbDj2SwsS05I0lQF8766zdllKo5TJA0pr1Xr70D
hFz3gHasFZrkNLfLY7a463CAjTb/Gmdl/lCieIj5ZriudhQAEYBJIKW3iunoNnUONxnA70O0rGC+
t143gj4GUOLGyEwHLGVMhp+sDLrmyp8ng7/hmyXRpXk5hbNdg67FzaGCssUUsYuwEFwGNRoGCdwF
98YUZfwppQe7o8uZjydt90l808cVggNJb6vcC+zVZCYPaFrOdGbmcw1efXhc5wrKvlpb+0VVyUww
1tAY5sNqdKre89W7UVhaCfwmyPfLgRQu3lcKC2qkaiU1AoD1lk+ZV2tc75N28C/srsSjI1Itq2BG
BzudKrNSU8ja4faHDrY9ljvfTyUIExpzp0iDZdtHowX8obV0t+P6jROMvHbctyznO+znmiY7rhIw
6g74sbOqIlgMqdEZjAOR5J9GPPfDD9qf5k3t9oZBhESNFSP2kLPfxyU0gKPZuAlDTWFB2e3h3eGL
wY3G4Tox/DCtjXk9ekU60Ibo+8Q5Ro3tlrgJXDc78wPd6LEeM3lGfhatN61edHJne5PTIeoTBshI
orN/03qyYF6SJmvgCwMONxU2uYYKanwV4COoPtupOagTWbduebVOqfUj5+wxEp+LgiAY5mLtbrWB
m2VfN3bcnuw+7zafqVB1wCdfq0Ptx/syHvfWUlrQhd2k+BGLUn0qfA9nnXRH19zBrW7lvV8BOua5
xH1MVsKsvsHvh3jTNEROhk2Usxp5GHenU9qObvzVZGAWn/C9J3cD5qv2inWcboxKyDLWpKTkF0vb
Ddo2BoUr5NJWZyHeMOHs/Hgd9XVm86FeWyvNjjvd2GlxJhIzjQ6SecM9uGLqDDz4ngSsgKH3SDxG
oq8Tf7STqzZNdIYYGnXTse5BrxRYyIygrUk+DlLLKh955dGzpAhiUVzh8uAoRhBJHYp6Ka4EdLUq
mHCJqAOef30tRcRRgp1YiJtYm8CDWce9H0NSwzqKFrP+lUUQACkdy+YcVYQvBuRoufbJNHPnsbVa
WZ8SG7nYgWNLJE5JlZRY+EgwXneQSC0CNQbNlczKzaHDlNlKaBD5Djv8RPEFtak/7Ocm4xZCghr2
uhwBdJnom2AOWRVmEeyZ3kGLJaXqGeIW6uLE+Au+AZw1B+4x60uq5e+2GHxcjSX7T4AtykMtNdTZ
FnhTti9zRzF3rtNirI9OUilO/S1U2Z0mCgKElBHFpPQZoIMwOC3Ev3hKQdDq296GYxf1xmNZDet4
yddNHOuUdvdckFWDvdGIrLslI7SDzj0Cvz2xpU0Gpb/JNtLSMhQHt1PCCeLZ9jGi4tLG6yXsFMNw
bw3HoQbSfSAKyX4GdBH/1kBZNpZsC19TWZZ1GQpVugfTbpr0YmS+Bi2hCscObA8diMsKJoNCcdC6
5rsGNKYrzwuH0qx+CDBmm4PUNrMr1uDhQXOwcA+EADm/2kpDFcK1aJlP/gThOh3i6kTXm3zyscUN
q2vLVD98B7BROlOH78qim8O4zjCY+wOKv8BbG6YXvcnB4UB/v69/E6TSV4e+F1FHQHETF4eRSKnn
KR6b6cx8KbouG7dz95kUHQnniGF74oAIMNl1cVp4BzcbFdx5fyVuOMXiYwaRVyU/Rpg1zt4THSSt
WfK/sXLJjy6hWCM28aT9Kx2N9PNol5PLPLmZn+jiJY9dW5v/ZIabk2pIvVTttBM165nC/k8Ob1ul
GMOn4lcvkh5IssKNCNKYakEtSY1zTOl+foioNMxAynrYopuTssb/2wp5xPgASAmM4aCuiRqW3rWq
Wi6H+LkJy6D06SB0ignJ3pU63jQqFK13Vun6hJAPS4ajllGkExCA4DzaKLvmYJ1Wkhv5bKLW2Pm9
jMp7aqL8Gr+dMV4n4ItOPlWdvLGWkfiPAdNhem9oOcignowJ41oq9WNrprQPLDBvUIDZYtQnZj5w
a4mTgH7FgMkfDlY8t9YdidDOkawL7HumEfnpiU/G/2ahBj0QxcSHFFO8rGdf5g79dGn44KCjpIs/
JXFLWSCLuKHgLNUl8ZduCcy2jokJXnozOlBsi/oCZzlVAaR3n2WKsd4Jd+Tq0SSmJ2QV5mTf9vUK
KClL0SeBL7VWHdo9iTQmgSk/9KA8Yz9S8VzQH5kaL3sN1YcWRHq9NalijKepWA6tJwv30SdFl1Af
MnxCAs9Z/R3V9MOVY2LlPa6N5d5Ra3XEwCRCX0XKXYkWqkdRkD9fbD1gtJSuYhWZNFbc2PZgJqPn
7NgWwc7us4JGNMRGwMT5uVlyv7hyGp+8+savRtrPaRQ9dH1keDAktHPutOqGAIjX9D0Bm1KELeP/
JRiZC7TEwUMQfvbb0fBvrULBLqdxrei8o8Jmt/T0t86v2LSotagegHWDKk7GmFNOXEzDbmxUVN17
BuXzuSNfQ57VYhNFbywVW0sr+qTFYr4tnUYBeJYqhNPz2ctHpyPgBlP055mD7XIYNBXQYRJNs4ZN
lgsNPyCPfmRQyMpwLjlcMYBAfh8YWK2f2Gtc98QgWo4n3ipzxMNCD+3KcFLLvOMmq58JMdcR8Mwo
W/Zdi8n1TuC8LWDbreKfUtCi3xeEVUwPUROlyaFy4OueMtKtjyqvrey8zno7MQKJvVD24Rx0AMH6
ezF7xr1KwVPt53qGzTMWMToCP+Fl3TcCMI2uaCUEo4cYJkiV3X1ZQV4SCbTR+ndz37I01E7DSXZE
XpuEHUo5tihnHofbYdwMvqhshkBLcm4IiZk0GCwv8dqz6jgb31WFmWOmzbMfFuzZcgebnyhiCbZp
2hfKdNvz1Kfkkye9Tr4yqBr2g+VO/HnfW57XqoBBYXIExyaa6pFxXj1Gh2qG4hbQtkouqd9MRpCO
iSWIw2qbjUsukmQXm1l2g1+HsDnVKQBRZccpPmqnxr447BvfBsan6a5JtP3Tp/0XH8osqpob26JF
EsomjZd9YnLex8aer7Tu6FXOV74/2+tDk/to01WFWWXf057/qkuVdVe8mJr12HAn9c3qu/KrWBLG
kxWfqH2XwokDiTssoz6LuK5v8gRawedukBmyDzfpLkWVE/pXU9GWe3/qaQy6bkwWwoxStDj2U4MB
Zu7r4mVSrsIgZXvZb075NfDPJl+jW2deGMhWtbYg589mh7hdeLeJz//tjksDGi3SjuvBzQiAWBaO
8YAO0O6O9JHI3FEelDUUCdq8EavpLRgxY+pxSxnWQ0XnR1Alx/4LirgR4JwuM/OUNRmTwmlSxX3S
OAtgCdrH7NkUz9S96+hzjKqmq65cJc0vlSTsZ4sfDaEvFsIADH4Rztg6JwYNHzxALebgfU0Ymipf
kN2sZ68YxU86hYhaisjDiGauIjA4dy2gJPrq67LmueT0RL7e/Zo08lvWkUsRuKgamwCvPMjLMSqH
meM+Dg9qLqPvL4nZ22nQuP1vGt9aPfhWOneh42mje7TYnNwD3JuhIphHET+KOZ+MMToUvg2WZZXF
VvJ6M7h4r0xwoeu5C3TRxUZgpJx0djxrfXYi9q9A1V6DynxYqeJmju5PPekkzsUbWkLemqQ1sejW
6ZO2YMDteg90eGnVWHjhg8tjJzsvD1TqUWkuePbpJDYT6QR2nHOa5HST3MeNKgkm7L2129HUUDc2
0YXthWG124eJZVb6tgHh2d2aanGICRgXWKkz6Y/DjxE2NWNKT3fHOkEvXjSm8b10oZwhu9TxkUqx
GgLCvpobFKqLf44Qp2ZUDAawTn/Kijroi6Jr+fSHyd46GAq4aTStzrFFdK3uzCrHizOs9QKoRxHP
9IWOZkO0uFWXTkB4fdue+MVZs1sQMvbkh+ElwgluOMZTFpETdRkkZvdTWuQuuIJsyiYS3eCHEd3S
e8Z12k9dHjpa62UXsaKtV8RqtC+wl1deKRl71xaVxIoQDUUh1qgaUPXO8MtC3jUtrGiKy2ED58nu
TlM6iZMupULLLnwKcp9uaP+97RHT3OrC0sVldurmq51n6ifCYJnAJx0S8+gWrXiOrC5+IF3F0Xuz
M+Hip12eLVf4PYfqCFyXpMKOjX3Xmg16LkDcibkXJeSva4eS78sKX1gFOrYyGYCf9Rg4uys/k7XN
zuGedv03f229L6qaN7U8yEQOdpwOF5qYPUEszCp+1nmZ/DTrMf4eTVm/nDxDs/wbJK78ouu3geBH
ocKOPYH302+Bcid+Nj7hHIrBzsH2A0zA46ELnACm8xgQdVtzFEin3TrdWWZCfWlzc/2Vp93QnfvG
qeEK5CVhlHzUjXuMU5rmgcDqPZ/aPNfqqva3hii9Yp3ciFlCUUj4Vd6xmjrzhb6rHX1VhLS43xnn
LhEkNlCBAAXEKMK8yivvsUGmZHHqU/P04srFn3D7x74VCG1jm814Ha37tV3Lbp9bKa1xKrreDjNX
FTd9PjESZGKc/6j9BAWSsyRVUMw24Sqp9rZubUG3wzTq8ppvGXcVk9WqPs6RN39D9jJKfI8ztWi6
tu2zWsYN2uSABCIQzcfHkEVLD4SeB1fAiHV1Ha6MsL9PMwaMewxFabKHN5irK2rNMXDZlEBFVKkB
0Y4Ck5zkFjrpyUmm8lcje0TChg2k+dcCVAw9kC7JxFi7GJon6ioaAMv/oe5MluREtq39Kr+dOWW0
DgzOHURHdNkrG2mCSSkJnL7H4en/D12dU1KoSmk1vIMyk5VMGRngONv3Xmt9RU6aMv2C1L+K6XDd
kfopKkZqyEPWPlOTZ7uu5XQGRdb7e0UxtuEdxitjHAZebjmL+amFI06EkJVkez8B+X6UfYcawJJw
SOgE2725SZNGz74qZ05SgjMJttmBgRHzKZF+TFIt7XQ7RNvUjHsIG1m9ib2SfC9esxN1ej+kO3YZ
RjpzFjozKbV9m20IWpr0h2JmgV3PWAITHna/2ktJHOmZOCKETqqmzb92s7T0AT8SvLjpRNe+a4uC
BzsHMQGNLK48b1t2iQlsUIZmAq9VEeSqmpRVHnrgzgNNch1WRjiMeGgRV7tbPa+to5ZHPj9AF4W2
YmNvNg7nTCtIcoIZAXOI0N0kwE95L+N+TV7GZo5NjqaRFT4ytStv0JhAfYj7pktP/VARgZmj/pZB
1qX+DSYzQfh2JExtPRJ20m/5H+0KIi0mBoxPPigmZe9To9aeR4iO86oidpwUQ02FIcczk82PjjTo
WqIa0/soZlK9ondgHbRsXIKoo9wS5GLAUpEd3JrdMLXdGNgMUsgqC43C56WBM49n0KObZ4moag/h
oIZ+DeeWxmgrUtQxYy97BMP2JMSGXqNG7PeAgH5TMj3uN7No6OUNhiKGsnGk5ETS5FBPQRLmO0ub
B/ejMkT7rmZ3JLE27eUWv2FtMmbqrKvYJI11nXlqBiJae8YRFXGcMogA7I1+1tJJMavcuD14PEPw
KqrUM/aOnMtX2hJcqyrulqeqS4d8k5kkdwV5nnlBGzPPW+tZk/lBh/qZY1cpIxdqQaie2twtX8OW
dJLVwKjTXVuhG+5HVMkNJDOTY00NKCTZWKNnn4a6mpnfavTXQAxoIwWf28YiYEPo7RNVLa48QrfE
F05MtVp33gSuiHJr9I7YtRCeAI5jSucOxGlT8hBNNymjT7bMoryljWoaN1lFoQqpp2QvlSJGmrAc
lK50FN/6thqNiBwiv5p2IDWHmMQ0Ed/luTFkhE1naXwYyyw+664c4rMj/eaLSm1yNwby9rIjFV5G
ewPz/i5ls+53RR57yT4f6PfQiWP4uonncSxuYldH3VTyPUUAjEDYOy9jcsjkQTZnho70FYkgNb8m
UWrx+5Cq5zxAmAMJFooO0YNl50RYSWLfu5Vm0e9eN9oU6hvB2ZY0v8mjY2OIzOLsRZ9oSwAuVxxU
RHhsVUXeSlsL/QNAeKCV9CnV8Jbg7Rd5mIPH2V68IiQm4gy9cItEqc7Zzuj9bQlXOGjpvWy6wemP
uiYH3IZlRPp5qJhvG267o0FiAIwWnMr72TpOpKWu4nE2j/08i31aNtm6GLr4seKZpdCPovcwxpyt
3ZY+/Mcwax9/L1+5lKnzPsKSxy9OOAZCFnEh/cjyCQIBM5ZdiVl0lcEGgeXj+gyDBuuQtSTIGAWp
R6XPyO8N4Yn7i+zEJbkRe79tMFPmzxefzWhrhp1RQqp1zPamdxC2hR2chVWR+Xq2E7y4FJpyZuZJ
0IbeGG4aISYR5O5oWTssEQQ+kGAq2n1TFbqDPt5jFMBpHGHd2KaQVy2KcXgYZIPftSMkh8Q1x/na
kAnpxNS1Y0qxXyF7VkZIQK6qRR5REBICtbUJm2p2MeBeD7B65DGQYajjbJtQ5WQEZVP8LB17cXTX
CxlbGxCVk9o6Pkqs3Na6mLvPFiKoNQ3g4hnpLKmDjBC2upeoCDHM4KBYaTsX8AuC1K7iNMel5iYJ
eUcVM9cf4yQUJLp1zO5WeB+Sj7OazXIibU5qxQtNanzkre1o7jp2yvRzPheo2o3J0m/7IUQsw9A3
Ge7jqBnmwLARa7FDh+UHR3n4k9ty1D6gd0GTrkexDXy8sseSpmym0QC30tDY5UNdv08ECRhv6fQX
QdSPslQM2yaSMSSyApsbreaf1UYW4EmhcaLZpZCZV8T5ooSZXEY0Ir0m3w7+itHJFwV/hZrT9+lr
6i7FNILGsjHkjSZKDnfdFL31e/3VcnRsRuc4kr65yX/+vWKaKyY9RrVDu1Jd8zbTn/w46QKQgvND
ycQ/qFkOK1oRTbQa+tB6cgSwUgutL1FH8ZCuzDG33lDZXWp4uVg8G1wk00XBQxLJz79UZ1Z1r+Pp
35F7Fh0bH/YnR4o6OZCZOwOqk/HBQajzlnlhefR+vkcOzj+BqA3zrGdfGpKF22EvtJl+tVXfrWXT
Up2mdrOk4KNCwR7NyI1j9oNWZ/JY28MzP6a4ybxi3kfC1XeNZvi3TgpcdW5SiqXfb1p/9duRBsJm
K/Dh65cryEBDnTI2NXZssTcjqHMCNNO8vqrMrB/Wv/+sX0yZlHu2QB2HNYGVgVDk5zsQM5uOrT5i
19Y6+1PfwonHrDsB1RmI+zQnijXYribZjNV0VZQ6rfOschlqh/P297/Kr1/bZanjDkVsqbukWvz8
m3RJV422HqtdKMfuPuWMT19Kgi/w6jn5/PvP+vW94JnoJw0ddSde5cu9mS5mjygjnneWW3GCd1GV
Eg9uMUQsnSUfnPHwCyhq8tyoBt747F8knAj7/eWKo6fE6O9ebBCt8kLGVKz5nkiv+zFnUuCZA0Fo
sOnJGieWLn5jQf2ShbCkc9D6NnFqYZbQLx8zg5xaz6yMkPH1ZLeBW2kAsIymWCacGHY3k49Gfx3h
WQ0GDMLDkfOQDoXGpg5BwVIPW6MqhPlkwHGO1imvfxYJEwKQstSGmzDLOAVKu2vaI2KzTHvLc3J5
yQhkNphVEFWHMpw1cqF67VLFoqljzvQIoj9xvpmJ1cPb+I7tvjjVkTO+r70aLWY+sYXlLhwcJ/Xp
cjSLfZbXrbPqLTLmW7Jbr/pesz4oN0rOv19Tf/VLLoUGrkb+QxF+sX5RkedgPIqgL0vX2E2Z7KdH
vYQzvdY7ZbRHLHJ99/H3H/rL88ulYUWaBjWOMD1c7z9/KiInvbHJAwqqsq8PdIQqKjHbuacmC7cz
A/UrS4TDvpkYqgD1mBjMja4V7RlWv2UKZHfiw37cVwlAwBdAyAMFI5u6e7GZlED/8lZ0ERSB2K0X
MY5R3hDJnH7NLa2athYCdWQ1CUqdu54s0Ce/h2d0hPZdRjfTgDkgSKFi6B8ir+cUoxwkH+TmNvG1
nyNxYoVGg31KUYYY70vAOepdHcs629YUH2pbVW2jbx2PDvPGGXWKqHai23AVlnQ7MRXALoSWSxDT
9ayH0bDufQJMt64aoywI01EzI/6ZkxpPvYzUtG9bO5sfXQMp7mqs4aevbEIljL2f+oRma9iLNstw
6sUnwv5LV4acTSNouAAkaIfwtixA8W7Jyso/QIQGqGeANDtmxoQiEsNMCNo6xUOC2ZlUCSoqq71B
Tts4DC95YQXMI/IYC93UAyan1mq3vaUN4WPLyDQQdD2ztTPl5auydJADKEFAiDhxVb/zGxNzQF1r
/deqzN1VNYNdeOXZ5Byd+1afv9AkN+t1F0vj3aRkEq55x1jNc5U60SGiKM2J0naGe6usBLt9GJbh
wXJD9Rm0H0MAesY2sZpp37/zrMIfDyOzG2vDjLB9WbYE0DOo/WKQGqMB8oPUQgCdEPy+GplJzGlJ
XN+XAkXbgwXBw/2cph7SYC2uBanLfRimCS7bMYpWsjUSWsAslvNEtyddF+2oxMr18PltET1kNTKY
sN/Zbl4w3WoUTRta79SGCDB6/NWe1JtNkubpiPOihMOxkL4sNiuuOF4CL4G3zTFgXutGX8D+oQG3
cvPBpEsgqvAD2xDEF96FsZYEpXKdrZkggNhHED5NglcV7k9z7oajbTTy4A7a7G1RV3l4WhmWlHQu
ksrbZyTOQL2PvfaLSgamPrkRUZ3XOOq1FTKkBbqD6m881TzmMbx7ko9WGqeKcs9pzy0IIK8i4p6d
qT7S3ERY6EkQDavSiuWnLimSCtvnSA4XRMAcdGljlPSOh9md18w/uQ1x4djIOoepMDcMj6JbUyJE
5rTsZOlGs8akBcHqTNXaEm3+oCM7dVZGoeTJG1IbKTfgpy9zYtJhxSXgwZssw+kGJB4jthL1pndD
cxIdQjSD5i7d5iNnKuEv531mYIBPPtnp7Jg73k0UkO5suaBEbMixk52Dy9XIxCN2ZjD8tVmQ47ca
Y4LPt0ljySOEOFJHiw7o917LC0jSyXQoGOJ+ZqJfH0TqyYVQkRIAXFlkVhwKiztIiESG8g3Pgldt
NE4H8zqxSwhzzGmsszQdn71wKBBldk5bIZTAq0hFg8/9OGh1/ESTq2+uoq5S97qRueFqyCvjjLAO
+PHUuXVxph1EZp87u254P5pz7J+SoU2cDboCFqnXzOb7wtDpUwCMQ7dNm4LLXSAew99jRLraNNQG
aitSpRgdkBYGT7wO01sty+JpPykaBsiJErNDasP5ETsFmvFVBhWZq+HMEp2HH7EL+YuYAnBoey4q
OY1bkgelRX9PK+5QUNcvNq0HF2iy49zLQQFLs4DMnubFybzSzVxaGzdlck8WaDo+jwxjy6MHa2VT
IMt+yftyLkAhacW84DEjdRgSL3uhU6ArcnxnyHEz3fCcFAORkKvjx1CMTA5aY2WS72EU8n2WYj4g
iaGW7zGUYWcI/WisA2Qv1VOUoM4iOMtV7HzMcgpWRcba5sd7j6OUMqITHybPZUPUC5lTjsq2M7qL
3ZyovN66eVrjdjJ9PVz4kaBVeEMm011n542/DTNh3xZVRAsb2nF534bCgb2kw7k96TO61fXSRO9W
OcEgkq6oab9WaYr/bchntzoYdje/jCJuXxyrZaVKEpXEc4Y4mmE/gpFkQ2MUh5hJNuwqHkbGp+VU
TRFUc8vcTSENJua+vgM9NoXR7FYusshYd+pXETsMNlUJOHyDgNm9A8TN9lPEHZnkOZPSdU9MDNuP
5yM365bs4H5K5seZdCXyoeG6PJAoUyRrMeDMPpDWtGiLfbwj69kBQa1iZjg0BUwNBqFuk68bm7qb
nWjyE1uvmFWxjysV3ztRm35uxtm4y/SyjveiIAWRDUvr81WkQsN5Nmhak1PekNRyxAuv4XETEa8j
xhrPBkidxbgHCwZGlhIbfaKPHmWGqp5hLJjDpvEKFMJsU8z6bHLhyFqYfHu+rQs92oGy0c01Me5S
7qeOdMwVolpD32mVlVPx01s1g2zAcjVayhO72O5isUtKw6vXcWuWX3AftcgRsorrHNdMpBE7ZMJD
GOZusZMcpwYvPE63HpfObEoolASo1a8eIzCdRpq5YDcn5bj7QVih/a5qPUuheu0H41aZsyceQ8HS
W+PD5KVGnA4dA38IYSM4jL83SRJG92aCsQI37qCChuqhZSPHNgMv00+4Ih0NJbfq5wgSQ6MTeY78
YsOl7T9YU6pB3kkjbXB3kl2CfzMaPjlkkZZtG1fh09OVqROL79dNCE5Pg3ca57bxaIyTnx9ohuLF
oQnavaaoZAp08HWo33l6bm/d3ieSDClIDDmOdydoxqp+7hyZ2tu4QEq0M9wY5f3kEUaEyjBd1PZ+
zmQii6L7lF35FQVuIrmIli2CsUVPj4iykDvo4f2TG+vhq2OA29yH3NJtnObVx5RyfEYSn5df3MhD
YtXwZObrKkL9gny8zPtNjc+zYHNKaTCMo3R1Zu28u9DEO928HjDZ9atxrNXJ9WzBGM6Yh3GvaU2X
QIhoXDAZhCpdA/OO7EciU0OGZpqq3V3Xl+Khg7QO6N5O2McyYbX8e93PHt15GlteP/58HsqUjMQc
YughM1075MHruWsQPNEWgsQ9VyF5fmvdQ3y+CyEvM6WVHrYrT5kIUKGJJsSjVt0032Gsqgh+axs7
2wxS2fmmSfPJDDThJwljRUYyqolqALeyMu0gUanbsM5bWqWz7j4YU+exDvyoejDyBR3cIjt7HKop
m6kYHXudm8uxO+Y5k9BmK+aQedIpVD/0I4rV7NcQLVkpPEFwudQJoeA0nGmS1x8JGRr7jaH0wbnR
mOaNa09OxvWMnImtZzYqtSkKQ8bnoiv6ZiWyOfzgDJHzpWY7gS4+Jk55Kibo4RiTaJtjRO1ScdIK
q1CbpKpVcvQkcYubNGezPpNRUFVLzGRSbXkfSHtrjoCyrnnoZw/V0kAAfsemdaUx/LwyqqlwTn1F
MX9nl5GG+SImUBFQBzdpsxxYGOLHHmQYS0fXszOTxjlTJc/Txk91GxUE5IoXLVKxzubEAHpVENLh
7eMIEjyOJDmD3qgJZtlOGhrLYuXSBAcgGXKO2BimMcNfHNN6vkkdocqVZxHNs6Wq7uY9BXrY9pu4
7PFgY8M3NonJWHmLWq0C6qcyCsVIxzjwUjHAd3YZUfsGry1A5JvWtLsrYn21/JjTJfo4671Jb62v
5WsouNdrnA59dy4NRIonIBeZuCF+RgxfWycchm2KmHo4FAleEi2RthNQUbXs+uiLVL+amLznW0ob
/70R28VexVL3VvwUG79JSwDJrWxjj8buYBb61uVoCE1U03Aa2U7SRWdpR35yn4kx1neC3Ws4jF4W
xe9A3eWLNa0ihVymiZ7fyJlp/lVOYme2Q6MfjS/GEFUzbOcJtC8SVGJY3CwOh4DRSBndwwAFNUmJ
bxk9rXTRTjsh8jBB4KVgO499bGCBQwhnUPXXaASQU2vjLRmZDY2DLAHD3LWIiV0yx8a1NTIROEeQ
AMJnMFnlHdozfMdzzNyV8lLmLzp0Dr99ox/iXLaahG6Rx0zfa0lBIs1i+fsf0msizSS4Hv1kAIQT
txgQDnUq29a8ctJods+VoD46zQwj02s6NaERECiTuIeGoR6RWC4yPChHPRNxgnn84Yx/ExUelqjG
OA2VgexgyoBYrPSmpb2opa1zjUAwm3fC8tr6MJq02VZlFOvx3myr8OxLnAgrMbeUB5UyZXOVo9Z3
j6lN/+2YgBgPz1Df0SS0I9qE1WyPxPxJhr4mQjlLiwAzYk1l0jIO1hkvObULiajT+2hO9OSmbAoU
Saqd5lM1SF+cWEa2dW2CTV1JJ9HFOaInQk3eLRw01Bq8sHGXikf2S1QvvCSc8ZZaP1Zr9DcY/Rty
nYI3+hjmRetA0AbWl/wBkumY1Vx2/6asKxDMKJ3kYUSYROXBR14h3CE1JdLhEjG5J8pmXVMhDuR4
xJaGv+3biT6UfXbSlTdiXqn1ZnijRb30ln7sadAfNC3XFv6SaOiIb6llP6wVCL5mPZjxFPiAy/c5
rnVAXAWvwULF8bPCYfA06M58p2NIHYH9WNMb3a/LpsryC9Cyp1QzaFSa9kVTpaIW0okJnwieQomM
XDc6arLSn33faM+e6If3DpXEG83YX5tZHIbR2AABFJZP6MfPT0gRSQd5QtQHaOnKazIrPlT4DccV
w2pYqlK9lSF8eZUJOmFuQuyJR74IAWEXnn/gN10G2KMPkikdnlpLyjXFUnI/xl2/EzWnsrVfjC/E
4vRXHAnfsrn/1cdzg8lCY2ugQ3rxdXsgPnrUMA3R5Yi+qi81Ejla224eRztun7jS0desAyQfl7I9
a5b29ffL//Lzl1ER6x+1OReCvvDydPywyGjbTk2DtyvgcSxBcAiNp4wjywF9VrcldARxh1cOi1wQ
1T/Hr/qt8dCvzx/ueHKcCVBiZMmh9OffoKmLiYBejdqoN10yDBoEm0mDnDX3m2vArd2Do1JESSCW
dyhHi40HEfm5y6xrxP/qjcy2Xy4HCXoOPQGHOECmQ/7y9z9cDs8b8RtztYKY01N5dKDfhSd97Idx
TXZiPZ9qwqeK+7i2m885HLEbUlm6dvf7e/Ktq/zTk28uAUekHzCUBYGmX1wSol2KEk4wx5SRwGTa
qkPzSW+qcf7cOPU43CNhMd11QxPQWfx13VeT86PcZcQ9dVddAnv7KrNHU7tNC79sv45dlWEjlsKN
Trau6j4Qk58wa/M7MmSGCjtIGFYgSSI9RqJkx4IyQWumfpvWSGTWWmdk+mlWHiJc2OnluKtsXYT7
hDis/BHLhl2+oC33zGsv6SNFNzDsoz394YroDEHA1T5z+9Fep4Le3a4vfTvDhI5nETS4XegjlmOn
fGYIPxnbvjfzz5hPdUDQDZLDdUX02Dta8waHdHJXslOaq9B5o4P+S9idazBkJoLGsUjXcVzr4orr
CG8nNx1xpREIvVGoZHZh6c0bB8r9U4Io5OxkpTr2ZV4CSiuNG3LonSCtljl6P8Gb0qty//tVYPyy
DJiJMYvzyMx06Q2THffzYuzmqog0kux2fuuRFDXiUtOOXZEY2lM35SQLeOGAqxLtJQRZy5+Lbe9S
z183dHkR1BakjD4p2BbNARXcpAcoeYx6ZQ+06j7jzm6fPIz30R7ejIi3Y6HV710AEShElXJeqt7x
BCcut37W2iZLjipBNZwRsVvvolyfw71tYkdY9bVJhqwyC4QaJG2gfsnDiRNNRLN6m8mwQmbYp4ML
O34YiyM9O8e+G61EVbvMJpf2wetEVB84LHU6o50ytndY5UewaVrinVMSFME88og8m/XcZIiDa9VQ
n/Rh8b4yXMAaU2f39GeIAGl2ZULTbwUnM6SxM9AwXRtd56C/MMwuuZ04XrlHDu21pLM4zcmWF2vT
3wizKeh7F3VzbyeVThmIVGc6JDJJ/KcOkvFGhz5YBhZaDfEYcaOexqG0ProZpqVj3DEi3cYxiW/I
Zs0w3hUzoxdU1S1a3tgs53mXITWT12PXjLR12tl7Zw/2BCyviub7lgerWJfEkIhNQkUb7/JQoxfs
Ovko6UL0Pi7kBG8DwgaXrB7X8odrZ0h82Ht+Q5FCwmSz5S7M4QZ/4pTuWsfrPwKctiF8ENpyBOOF
kBYeW7vr1ZSAd2x7vkLcxwI1E0g7wih8YFV+mBvatiWQXt4MCSE5x1LPWeYO4iJCQXLsvB9UVaiJ
/EnAbSn3HikXbniFXPwcNf7SdTFajc+KRBYgd/Wm2ypt9WoFi7l9oZHA8Q0ZDKq4NjVjdRO1fi3u
DWCcR4RNBmpzT2Qx9aDsAwRQpbELDWjoQaEpwznhIuRLS2Lm5DWRCOELZnnS0/3UsxtCHcizyhsj
/GLHHR6qbBoRj43kPh7bTLntcdIaZE2aKManPG17d8X8Qu//YfVCRCKnNYccIapJ5DcXsgKy0is9
BgFKPhfxepHym7u5gQ9DhTEfGGQulJ7/knxu//ed8P9IjrgtkV63//7XZbW0fB6v7iUWjPsBG/bn
LYIjVN8PJp9n5Zr1QPLxK0lASFFRn3yKnWb89PuPMy9f1nweIdueD3ICCQMprj9/nqv5VUbMDA46
18Fs4zbqJo78XYOH8n2Sk01DLNYAbNwfypUvR9tYdb65cM9c770poo+pqxe0dSA+jfNCciR1OvHW
8N5luPFRza0pUcpzWg3FOcZSjVdV2s+//w6XE/jlK/ANTNNjYGh4+sWuSlchjHuA3rtIERyDQ8HY
uXipNsKdmRREJpFqOs3rc4+VIfj9R5vLTPTHFzvaHJAOggA33uukuV1MasuyRyPZh2JXSMLOkDKm
oPDascB1FupO718X5oAHKdVwktHzjJB9aGMyv6iudvqN2XlkDlPHkQ3V0hnC3Gf15p7WCH4IArzm
V/CvrDUx007DJcrRe20XYDh2ntM3SH6BJF5V0gUOJuiaDqvffzvrMkZ5wbgsafQIxCjkqCp/XhwR
KmryhKI6GCed0UkYwY3x+pzYOcyT7Mt2M8qTS08rD8xoSRtOKHOsDSYeq9/qnUyntV3qeESI2/AZ
DoomfyrazO7IE5Lo/jnUYyl2Ywuf0Mxc+UnLe/UYmbWMDoh8mPjIMl5ntFb0PY5Uw71x6ShekdHA
VSbRoqbdwwGa3bB9+vbV/xFX7OZ3iGvyDl//Aw37n/9LbDH0g0us1X/3pIVe9p1Kdv0xh0r2HYR9
6ouPbSwbUNj/+aP8Kxj2//64/8CwxR9slOwmQhdEH1mcvcYvbffvf6ET+IPiW4frAiwbHggP0nfy
mG2DK2NjRSyJaAfBG1tiSwhk/O9/2dYfFHAGshowCzjZ2b3+AXkMYMNPTyvNK+wKJLsiCkJQQIrX
xdGwBmZhakbSPPK2vceESBKyxEZuCG3LFPITyv0KSqDE69LXFTPRzsfGgIkSNKi4EmZFm1rHrdHV
Bdm5XuaQTwnS8Rvlt7CUuELzuvSq5iebymLbpAXFMbFgey3GjZ/n0RQMypL72QLqiiXTPk3+WNKh
XLToPNZkBJWgllv7Ds+L2I1G+tFyi+mQtzjnycPq0RpCsclFFW/Kzq43roYTIHfBFM8tHdARfMQq
HeB+alVarasKYf1cxidAHfOGCVzgEhjILBCQaQtF1Z+lvPZSrCGul31CEXnnFfmZuEk0kvITIUHo
iPgffqg/2eSbrrQ235Fo8b7NAEK2af1AhOJZ0z3YtNC9AqForSRTvu+swt0Ny6hxdiqSwnpMRXER
cr4JNWKbTdx2hf7F9MLj2HVsaNos1m6nzXvppJ9QKfjrNi4fEku3V7lfB5FNNkXGnHgFMRIzCjk+
YBsbKJmyM6gHkKF4CJoR7CSQDm371TJlvqvBqh5kLuMbr5tpeqO/nk6h000clYiboxt8+42ojX4f
YKtyvQBFA9Z1OzTOqhLXfVoD1xbqtqo/6B188DYrPmQDaGTiFoFwjlydemD+jgvlepyah4Io4nAm
WNKko7PCdLHU9wnyhkF7NRausmfow7owuqt4wj5gzwg21Gh+9GLxri/kZy/Tv8xh8QLYAFSol4rr
NmskS0IhOZo6g3Zar7rtgKR73YY1rEVECVc6d830o+alU5j1uqLBdJomXxf6eEpky8og821Vwo1e
M+ldqrzy9hv3WCZxz/GyrT4IpWNVCNVLPVvG2Sryck8skn09LStKWe0VIcn4sMuhP1M492dXRDam
2plw+lWLc+0+g+j6CX1cfQfQ56UancCUvUcpa+3LWn6qDECgjiofYkF0c6WKD23YPIR2Qpc+KR5a
ftukBuKp57dG29GRwLOzaxst3SZm/snt089T0pcb285idGEWiSPMUo8FHugdaUvWCrgOJPhYO8ZN
9UDvA4VNSeJUmKtANdjtSucdGtY7yKhFgKsn3dF2QTiU4tBrp1ReUxG3dCqJ6KWXawblNPSfUWeI
I+Ks7DZMwXYmU3ZrksnICCXaWFHx0BDkuJ78+KszGXcDxolVnfQfOIjmm4qhnlMJnI4xfVAbneyq
EnpBDgCZUGEOOLplnLMhK/wqkfGHWQBz1yJgpVnCZVYV0Sbr2Dasvd+N5SbUpugsZqfDUNRngUVc
ALIiUh0c7q3O9HeHsCBa9HLGuVJS3UizLZYgEpjgpJSuK6eNkKQ35jqJWFaj4TlrHWfXxrHqcQNK
Z97NEoip7nnv3DjP1rk0CmAuuh50cczEud6L1vyoR3R9q4znNM2IzZsznc6xXm/DtMGEsaBQ8wUi
vfB4Dbff5DYPazTUzq3LrmoBHzsIKgDmDdDu/YiL03skvWPvg3Hmg2FfWM1cabGlp7Q4FfEAuWO/
BmUQkkVAY2Ny1UPsmKT6t/Fn1CxXKk+/qiK03xv2eMsu0uFxQ68n5aIzGkt95dX8CYf5cDt27ucq
LW6Q+gGvyZMrs55s9Cq1DMyETWGmI7U1LAhJdrpEotmlufYm/OieM7BhE5a/LaWnkfoBobaanPrY
k0K3T62iugHBOe89FdYvJC1kUCWq4pwPRfMJVlWPjb4GQg4FChE3oPgO/vdYtkFnJV+MynvPWc9c
E4sSH9u+eeyxlJwjM7/KkroKSDy8/+cVzd/WKf9nqxnLEIuO8e+rmYeq+dhl0/fKpf0Rmfr9334v
XQzxBxYPxNK0jTh2CQ5C30sXw/jDNzAUMOkBFfqtofy9dOFvmCSjI9UBp1qGvkyHvpcu4g/LdDkX
QMjRfRonnvVPShfj50pco41N+3KJav25Am/i0Romu3cPVnNsneIViBihNOFjga5Pa8o1yTpHf7xZ
chF+uEpvnkP//MCLvllOzCMpOqY6zAjc6sEPzB7XkDfLJzlVn37/GRdNuj8/ZDlV/dCU1SODUDCg
UyTC3Y8zES64lIkCY/IXbQf1KfRinh3z1FgkQcuG/ahY2aF44xt+67b9eXb789MvjvSZgBUm7VQ7
6MlIQDaY7pCwSoKpDfR1bnWr26S5zhx8UxygKj8XbyV/Xyht//zki5Oq5WvSh0zYHjTPDrwy6JD7
OQMGl2g69TpbVe2ekFJtGoL4Qk58b1zuv1tEF2VvatdR7Xh1eZgYp9/019lN98zuXjyBfn1LIP7z
YfzPr3ZxVNSAYXTtjL4T7fumIpTK8Mdgam4iXzED8Yk2td+6f8t9+ov790uLZBp1vx6VOoyIzHG1
k1NBJleI5TOSt5lD1RrOAdswx5p3CK8ovJs3mkJ/dwMvBfeCyDZEEGN3sDMjGPTbbnQDpyF8sNUh
py8ufq6ofao9MrCF8cb9W1oxf/V9LyZKpCVrJXPL7pCaOukN/sbSVaANdkD7e2OrMAgJtqA180Zv
42+/5MWeA/p08urO8w7VS/UgvzATHtU6E6vwubkK8xXx82+sy5+PZf9dM5ezc5LEwKCkVn3wNeSF
1rucTE9r8r8tn3lJerHWaI93RmI96m9ucIa1fI+/up4Xu48zUlWNYVMeOppea/lkvBRXZXwVP8ja
28W3xcE8jnQTUzRFmwEJxhHr53VxNbR7dZLh6jVMTka8BZ8+nNNrB4/YU3LraB+Hs7bSVuyVkXVV
fyyvy/us38JE2taB41xpW441tNWuy7skOXRXXmU8w/1Zq2fS3lavSDIQ1SpGYRyfjmRt+SbJYe+7
++G+9a6MLYki5Fqt3aA90OTeOwftFE4HtVMbG+fsbgpIrdx2+g4DxqHYN8gt2tf4qrlu9zI/dvvm
2r8X/MSMAY56l99ru/6mvgUGXcg7O/yUPNPtDTwCfvfRqdwnRBts521Sf87uCPVA+zx8sm02jGvt
CLCUwV5QBG5y6vftWyOSv1sKF3uy8f+pO7PmtpFsW/8idGAeIk7cBwKcSQ3UrBeEbMuYh8Sc+PXn
g6u6j1u3VLp93m5EPdguWyRBIHPn3mt9a2T2litS31MBrpzOC0Yz2TkdYjl7SG9AcARaaARIqlcu
v07Ur4xSv4aSf3UzfFiSkS0LkSEjhILL40sAgaNhZbb0Vai/xkgZqyH02+YVNNMqZFkZuvqmSPSt
DK1V9+UT7nz28T+u0PbE4qkP4R6zMzmpK0alIJ9cBBPpoZ3DeYXyPWrzJ7AuxxBLPAzQ6EAQmQ8J
JbDMkJ5jrRG7UCLXxJwCdwrDE6gFlRRqOSrbPhq8vUjEJU2CJvJo9Ef6cBhdDUEb1BiRNAF7IhI7
Pb9WFDVDkoXAHhb+qRgheVtjsbJajuGNCwMqenIkpDZVPnBO2qNxizc0cQx/6OVLAgawnWKfnCDS
TiLzhjb/GdVWgAdabAxMBFiwAlmuUscpruKBNAaQexzT7yroY5HW4grQip3qZGIjU/yWamJdlZV+
zcje7+pvkfuqfSUY+KwM+RjnlSLpyU1YQ/sw2aXi2fOiby5pS1PS3zg1V3Bed3Z9ke7ZneWq4Rtn
Hf5iE/tkTV+qzd8roD6OUNhlZbjXQvGNfmlQulCbDEoA3OAYoY4Vt2LXGF+t6Z/smfaHPrUJWCax
1SLcCzhD7JShvaq5yZddE9bNJYbU1CZMwSXLe7RznK8SaT8rYD+Ggc80woqJOJ+9vXRcYJmWtbvK
c5rEtRt4aX00Yb5YxP1evthUPvukH3Yv0yiG1gDzcSj3tecd8rZ5ULp4t3ypaRUxBj8PDWnwGju1
rR/n6ODt//6VP6mAPhrEURH0WEHt9DC4Hh4MPVCT4dh6CpWAPNb8fimD/v6lPr2qH7Yw2NRAnvNE
31dShT2tgjm4N1N7Qd8+uHZJZQQioUPMzqH0i5dcFsS/WCh/RSP8VrNPwKRLw/C0/RB2RwWhfDhe
XE8GBaQIMjOOCashw+XrkNLW4q1k0vlqkUa+9cmLf1ilzVbaRg78bD8NR6TGO8AoG5fNIa06Apcm
L8TtTZcyZ4nKsu5UxhiUcu8aAI4mmqtyngA/jvtchC+1UZ0MOpBxtjWg2gojRQ2x0+2N224y4yDa
TVUdJeZcbYvdXeHb0zbkSvtxP6ykvpMcSQg+8GHzIIyHa9/ucIpgNvLF1PsAwJaNG6GsWI0XYz6O
9Tczv6kpEuPtMGwbrCXuLlJ3k7Obm50zodFeV3RwiZLc2hR0+DVleJTZs6FfjcUxNJ8t89Lr9970
VJs/O/OxKO+0YZsZ28H5OXQ7p90P7R5HPzPuItupxVabljfdwnebtgjOcanHWLGsvRXvFHqxerFK
i1VNKh3cLv00AEZm308n3yGhAKjKddb096newF1K+VggAKLs6NVij0RxZwOGiXQiC5Jhk/XefoiC
eBBXk8wwfxp3dtNte7lX1fnKdJ8M+2EAapZIucsj9lAe9642j2luASRItrE7/WBugwlL3mGMonNr
uD+VUrvI1n0wuyutavYoXe89ozyXRvG9w3IB/u5Cv2dpAu1la68B3wcRIPc4znzNU9aabL+PwAc9
qpyibYI6LRHTAtlwk/gWp99WLkrg1Hwo8nQ74/tAD4D1qi2hbrvqSY2z+1Q4e8A9Vv6OGxDsKepV
QcPyZxLtAEnnHjk90JcaYzzHaH9TC+xaZc3rvITbMdo7EXGomzx/4faSqHcYDX0fKfW60OcbidDS
pcGELLpfMQqwbFh4+dEF163Fza7sprXojcATyZqkwzliuyGne2iru3wqr1NssalmUp6oezya48rZ
hpNYLs01Z8r7LnsyMkn3lGFl4NB+ZVJwyYrxe10ytS7VjTfXe8fs9wQDne1cXcuUAFPTma5k4r6b
OqzQ+iyQe9MOxWqXNaMPbfU8yJ2uJocxMi/ZZJ57ad8xhP/m0kmbSe4hrmIX5/kGLtmpW2W2vBGZ
Qt1o3Q4qOF0XR9ps70e131r0K4xCY4ZY7Rk1+qHj7uz4ppC4LC3rCEztmPYASvUXBRUrOOnbOMI+
Trkdpvi6GAS+mV6LNIKOADJ/Q31mZV1ljuOXyY1mJ1/tk58tNB8KMU16Df2/vt8LuZ/bifjSAdJP
s05iN2CMvp1/wheE30VJZc8HICx/v7p+UAj96yhkfzg+O2E+mw6GzD0cJDBGIb4xHnAA3lWqXkFw
5H6mm9wu3Msr+GIrErpDMB8RBZ9q3wnJrcWUxUHMV+eQFmuylbo+cEoGBoXwK6RdPRUk1KvCAKDn
wvVzspVZQmh6UVWqnR9wg9deCBpEM9kjMdi5yjasCn+gRAPBt+51CYHiNhpu6vKSOT2qZeE798U4
+39/CfRPjmUflQhzPMx4BqJsbxDyrZfHMD/k+n2pvrDDrOBZrdypX7s0yZEB+ZO8aT0Y3tSsMDLA
09/2014t0edjBrNrNr8kQIR7onK7KmAB3sbZVxgM77M3+rGWIlwNaFfW7Atp7GM2YaJdAzUatzh4
O/OielfNnPlOUgO5v210DSxasc/K7qTDTCxG5mBYQ/r6JtHPQ3wcucn0Y05Ysqi5zHHj4/3riRJq
8mej43b7xizSFzlBw7gjsckEE4IfZDZ+lJUBuijQrZXfDgt3RV1VImIeuW4XLjy5EMuKIar7Ao2+
N/uFAXrR+J4XP5cjAFJIHwTwup0yIFXOSlsi0MwCqxbIMtapuntTxlctGv1RP9WW5esKvjhDBjog
dL25zYiyiqHKXZukNNjQ6LSWu1AhuqRMTsS21t2m0t2N6zGfSIUvRs+XCJbA3vrYHldL8FBU2KDP
SEpVcdojoWKaNn1zWHT7ufnitvqV1/4XdcuvP/+tblGcMiJ8TOPcfHJTbVuVs7oFdXsju2obMTts
M6zud336GI0VDsYXEd9axeBHI0dpu1/PvevnXXtv9hE0pmMaBcCk/Sb9dcg6jI68s8QEECf2o6Y5
G2G27rNlRtUzHwq3adZck893SpMqYOlbFba+Lyywne4AeU0G0KD8lm4nU0wf1OJaDPPOFCS42xZT
luKAoXuX6SIgiY1dvlzPBCqkSQRqKAps01nplCN///h9YA39awWyPtbNYcNMgtHc3spfwlYnLck+
s3kficsm3KXbMeW6Eol3q/fmj1pJ7nt1C6/qrPPFZVFOnDAEWFvcas3e5DZHVHs928RZNNkDCMQn
vWhJAunWPZRmYpJ928t8q1wO0UPEmeTFbpvTGE1HV6l2hm6u1PwNQ5FPUBg7YRZMDK/dVF3H3I2y
VK5h+l7Xo72P6pGYucYXfb/T5KtZ0e0DwjFM1Zpp47l2esLHQdV1IUgyBUlKuBWqzRDVRv+MBe8R
Gv3aXk7M1V0IyG0AIsfvbCdZz2q2zSw3mHDDh8zY/v4ya58tHh/66yQnMDRg2HRIBMGrXkOd3t72
NDCRfh5ldz0p/DHwtDqyAtF6D0WIzAdbe651N0J626/bir+ksH/1ZHw4ROD5Cplla8reXfivgPyO
qrxuZaXRzkTJBfn1m5Hnp9wZ7ym/96SZdfsow5ZVaay/zIRFdwvwZLFg6kAtpXyS+cPcpTDNaCuM
xTcy2fa09Q+6t/LDnBrUJTWiqtKDgXxH93YgorvsC733Z4d5azkP/vacOzUcRSBo9l6gqwhl/GzQ
0SLcttN80wyG1D6WXfTILPJYTUfbUIK568UXD8+nL76UE7+9eDYLjVySgTENDWGp6YEoXYKuvLfC
7I+xANQlhyOcTtDcRKyl+bHha1VM66vX/6TDb30oW/ISCYveRM4+LZzrpg6PhrCCsM9uwpQef0W3
culdjdYNyWSPf38nf9LBsD5ULE2moHefyHvXONaWDItc92Y51y+dk5zSBMMYVvP/5bf7q2767QKr
xF/gt/CMfWqLB5u12QrzTW390GPvaLn3BcTDynICUOs3iiWPTjwfLc5Bf/9RPznZf8SxDKIkNDjX
rb090pIr7O3cX0nbCogwZDcIt7r4sve+PHt/8Ux+dOjoA9lZZGzSrJPXGiBvoiYeVD7jcmWVXtk2
P1uBC1EjKtPEVYwihn2A0jQ1vrqVPmlFfnRP4YhsOrJq3H3GbgkqJUglSIiMXjnXU3CNu07Deu/6
I6UHwtEvrvFnU4ePIZlwf7SGPDN33xK2kznPy7MrwsdWdyhw5qPGpYf/GUx1diOqL6/3Z1/thzXQ
SzRkbExw9xNZCT59wLZ8XIb/q5T+m2I5K1tDmUHJCbS0J7bTNW+n6HkMu1eoMjcR/ehFkxGFXw23
PnmqzA+rGGGHSW/1nK3rXH8LB5iMpnVMVJwJoaToV4/If45aaH113vlk4TA/LFwClXFTARPBSZh+
Q3QUFHZzWASbrFdQ4td6YpGt+JRwGP77Z+nT7/nDUtVaUWQpLne4xZNDJkegWzWUz+cwctHWtzej
pFlcPwtEu0r0v1urzA9rVRH31jQqnkLFPhyjGeE507KeJ3hZFt3SOaoMKzV23S8+4ydX1fjY3bV0
qNqZqewjWn/LglHxnJJGwO4tj3qjrkKTvONWIz8t/OM1/yPh6n1V8N9/Lf/mfzSq//Vvv/tUCfJv
/6j9P79+SPReLSrRf/sNuBTwOrf9eyMv722fd/8UZi5/8//1f/6pO72XNbrT71XP2sJPi5Kq/F2n
QSYlilGu4ecqjz81q3cxKafdW4lm9V+/JJT4rfzxlz/vf0SrANQWdptjIu9QKdX+KVpFzop7DDG7
o8HDWvB5/xStGv9AGI2OdJF//1+iVWoe1XNxBQPCs1jD/3ltbv5Y4rmsfBlc1T9//7sfQEco8vtW
QDGI8tXk5+noaTmTffRP2jp0jKhM5gdyq59MqR+auLwlM5FIA3VUfTxbR82NNvygo56FzrrNq3dT
yrvQrR57wzpri+gsbWn2Kedkji/IqzYRIE3yIrZWDrqhQte1BFVsgFXsUMaSqg2CGvRlRNdP3hH9
ceuN5SND7b0j5KsLW7d0w3uZAIYobEKHvNkITA9RqFdV70MWMd1J63xldd69kWp3hSLWia3sBqJv
OaA2WAgq+ycL+nXfGadJd/YYL+4JK71HWXwdFswI3GQHt3PXu8qumYqXglNwWXEemIwKCqweJn6R
we/Q4abUPUqrbmRUZJYNnbvEESuV4ew4IAobKvlalXSR4il7UahmV01a1JAbkm80Q+5Mh7/caNbg
W2ym48ABNDKqR3dE31b37vWyxbaWFq8yvbsoLR1SrQWe6jy2Gj6x2BOkcsZE0Jrhzqv5UW2zkJrN
8S7KaJArwGo9Gf7UR0bBGlcFykqIl4lrO9FFpCnYCyLiVI7IFu8ZTgXNa+JBRKcM2yEtbnWnI8oE
CgaREI/8W1rdrrOTtsOPrZD+uQgZrY4/dk3nCglsAUOPA5ObCuEXrnhPc966B3nSH9D2rRxCX1ZT
RBpgDhifPpp4TKP5aTQIplaVa7qCxzzlkFrO4qKM6ndg+UvTxQQajENmVbYNxh77XvX6K4Vxwyjf
aereJFECpSjT/LYt3yMhEBi7m9SzoG+6xTseLtKVXBNklpN0DH5I/NGhmvt1m0I5T+WTlxonmU6v
gADxzDhXOZYU8nGVn33cErE53+F6WhgCLbHCRGSvLentANKEq1rkFD4hSupUXDBC7LRBfQJp/khS
9N5yqsdc7W5xzJ2lXl4IzsK2VhWPxCDcEeoTBYRZ3iU5MclRZQRkIYETFllK57Yjkjmm2zro1vPg
NvlKD0MSoXid2Dx5Oh3IsC3rQKTNe6bxDTf6UYmz28EL13TTfceIdwgyDk3V/SjSaQcre+2mxRmo
Fl9B6N5OJvkN7tCsHbIcFXewVimN88ERW1tomGTgGxH5eG1wKPN5xl4Ah2x5eyDs5E9dI6hDV3Yq
um+1JjW7TV/CWn0dEa67tGn6Mb9FTg6LnMCDldJ792KESTQgKUiiTedZe7wav97eSNVcqsrPjPRZ
J3f2NbgxpM3ayfTib1K17jVDO8oBzO88mgfCXwhdqi9tNt2pQtnB49pJlzsDjxyJN/VF1afXcsl/
MdXkeoTZrur6EUfeK+EAe5Bjr2NZvE+1fhwtzn6/LfV/sUR+EHL9uUJasAvxqEBh+AgeRYGHxZxE
54fSJSk4FPVzqiGCd0lqLOro+zjRgHHsDerqE8iI57QYApr1my/exV+t01B2MZ1qDu1s50MphVQd
KQFOa94FKBwjCpUVHLydGBTgifWLrRQkrRSvUNuO6FoPVYNyO0p+dmXxx4juPyoBPt3f/7+tArQl
oP7zCmDXl9FbI3/f53/9iz/2eF3/h0sRgYx54fT+4TH5c4+3/6FpBn+OAU7nF8uA+p97vLvs/roF
CpO/YCP8+Je6EzcLOHAN8KqmmXAqXe0/2eM1hFn/vsmruqFy29gkeC2v5Lq8i98bCDRF2h7Gm6Ab
qLyGjO5EfhdjJ9iRFGTRESNPTxJmx5RyClQ9vBqsWN05xUxrEPvUxqlgkWUl0hgohQ+hLokTQFiJ
fXgZcI0jFWfJjjGl87juNQRKtaF3u9qy3wxy+G7g79cHeyZ1qatgBli5/UKY64/BIWs7fGuI4V1X
tdsfSdaeb6hgSKch4MDHZRsf9YRgwhrEYrKK3Mk7QMCIboAPMibsLH07p+G+qyeiNzQLlZT3mkqi
BUnbOiXjdFIIkIZ92ClUxozJwl5TNgNMnPNkk6KoKqIRAPhmhPBu6GxytsAtuT/ZZbLB30HdTN37
KK4Ejb0WnVWhuo/T4IY7w0pNLTBaYsxWjZ0YemAnvXpfkz5KrVAp97VrJGyroAqQ6EfDUwYAn8Ci
kDCZxCPF1sV3y8dxIpZdsNLzvnY85b7nbyyXs+7G9WTFxrpXO0slxoqVZUWecHhMlFgLhB2S46bh
fyPEChW6lAlRt1FrmQudsqyevXjYYitS1uTr1a9zNgFi0iTwryQ1lRbFk5PdmeBJQwQnUPZIDyz0
g1TJLVgrfFByRcJEORkMxFbhAJjed3DyrMl4dHGj2HTnnSZC/N9rM/bN2tVIsO8d/WmQU78nbq/Y
C8wtO+JGvxvSeK/y+dwls73OK1P+hNBvrQi1ojSp0lScx5mzd32rRdQ+XRFMACR8oHWDHxOMA2C7
R53vxL18lsQHHkmzct6UXj1qRITNNZHYUdIazFqx8rA53kmglHuSGr6TprIlyvZlcua97oTfqixi
9DxvwW7uMHFeGs/hAxDQsSb+zb7pwSC/t7HNVKSamwMRF4UP3coMpo4hvJtrmAmyem2L4ahDF9yi
IfJuzIIkYxGxcZJZT4WWOP0pAg23pecpgtJqvhk2c/jSUN8mTzGXSOSGjCdcZMkmGSBmAHPwrmzc
U7RfmX89Sgq2iNljpmyY8tMZhbi4VjNx24pluxlr916KtridYEL55WC5K20YlR0JwcPVwjgGSqgb
64gk6EUpII9E5DgUZFvPafT9NKJOSZFsrXMytB8asaQlWl1y6muA9+BokNC0Ob7IMHefwZYYZyzr
6AUILhwY9tUPadm8QG7rMJFgNMUBHoUwpwG5EXGjQIjtwFeCnxoBHtCs17YUXoyJTZjCpKE8DHMj
rtQyoubXQxFkuHr8qtOB/RhWcnLE8F0Cuu4IAuR9kW0Xo08DJGW16uD6lQliTOO57pKGoGXsIX5S
aRzt88o+Gx1QuLmtp5PVKuqOvPLylMWe/QKr5o7y2eGkkd4lMSndRLMwpHQ93/BKl/VjAGqdw95y
YEZDb7evq9Ij6YpPnXXUl5nu1915hgEXGJNjH91+FGfURjzDd1VTeOvUhDjfhOTYmtlPRoj6SlfG
MsgGXSUpLAIoLNRTr45MA3RzosPtOJcEP+JqWaYPNWs/96AZrQm4d86ia3/BThmWKQwhsvU41n46
MMeu9DP8x61wS5KJKlYImzluaZzDjuetHb/rpmf4HJAIzcaiVvTRHPrkZAWlAwGtvgU0wDi1bZg1
edk6SgrHn2jFnEIIvobU3oULPIGPcxjAMSzsmigY4rx+aMqIY0NrX4q6SG69cgYrpmX5oQ7deTPZ
RvXDmpjr5XU2kmeUpDvwvvW9pTLNBsaWZORFxQ0wkL54lCYO/mbQVpllHXAArLF3vUhNZalwnWOX
K6avVsRA6uC49hOQoBVH1eQ+LiZONGWpdnthFQewByurTF0gbmqNz6gkxBYWHxPDwXmY4MatIK1C
oUOhRCgZohOItjHXvzzrRJ372NBhUECn8g35A+zguFX7GmdxLyaiFuanYeh1dgcrCkYp+ifi3IPB
qKifh7EduYm94QbWzJsVMaqDOl6vIbmgUySvrxnG6RATUk9mCthCry6WzLArKTXUtpFyg3BE3oQi
yfxaK6+L2b2DOn2EOM0bU4lva5MbJaxfRmNCm9HFcm1jUX62IuZbZlLwIVl90EvUvu4U0UrvuXmM
thuubYWJfSwFbj8Al1zsKyDyxlaOxnwmJWt6HCLBZI10UXdMM0RCROUWPamSsV73B1C0azgtqwxs
sdvamKs5c6xilMPbENboKsbFuarZgqOU3GEHOR9n2+ehXVBeXX2HAsY9lBL8R6yxb0bNFO7HJiHD
tC9C1vAGPGha3pZE1WJ/6Q6RUW6Lqs13Q92qBzCF5n2nXQ16Ogb9PNiBlRNaHptM4SoOdCdOHrNL
Q1aqoeMsQqyL0SkWfBHuraZTnuI2I8LPYJrkCNW76TOJoyLpatAlrrnLl3hMhmHeRoU5y/CUc8LW
HsdQ+EqD2cwi5Zx/zVjMcAsm2/1ZRR1+3TfOg5EmW8Pu1sIE4FdocFSq+NqLih+N7jAyy9k34vB7
zrXAZta9EM/K300nyIxsNGSlJOEzzOTxErlsfGGqWr5dSBAhXjydOrXugAjb4jWumiFcMUwM1w6F
WLJOWW6CmcZEMaNLj8cacFvF3TRF/YZl/WkU3Qab5lYmynGu09OUPUcFG2b67HX5FYzkawGT0ZxI
XU5THrbYuNh47VrjaarkXZlat1H2zUPNhCh1E3nea9EogZadIYsHjrHPqv5Z79lchzYYuura7I2d
4CBDFtPInTC5a1ViYcuM7jKGk3oQJXYaDS4wPt49FronE8grwmn7Ioa428WjB8CwMW4qGhkluW7K
YKjrDubGOqm3BvGxlU1yUfIshbXpVa/Zki7wlk35tQoaM6/1O8Ubn0FjHCyzJwLEvG4qgREPVCSY
ApSrcD1aY27XLemxazLNcOmrqNYpW/HAyiQIh5BjPkHPVzk5onOt10GrLPTMofbzonx1M4DFceK+
KhnKlLbldnE7toehwn0reNamVaY6xYadrFoNhMsT1ovMLRW2vgNCvs0QjsyiZoQMaRQzTYjaXUl2
pg1BtVdQVIvJvCNx0PAzFS6SYyCOruHoYN/myEhC/GtMHu1a13N27CYjTgrg/BY0k7vCkk2HoCH8
q4nPhVTeY885N9gKGJGUgSGaHzL26DqIlTfFwJzjTUYWqBSGuTYICPGN5W05ArFI5fIzVD+qRZC4
VEy4S+QzI0K+x3QonrnRwFko9VOejVeAxb6XvXpXcIy5UtT8neqsPlQci5+J6LotVPARNrzqMSbf
VrkzC+3WHVpuJWTl11pLInKsXYDsbBsWg5Z8HC6isaExXiKLi4ydqkbVmxyiFDkekOYkfe8r09cL
snxlV57nnKqnQVvUI8Z8Vc24OIP11ldNXaOzBCHCs1KIC8/UjVvkP0YtXQOfV1aVUqj7QWZgqomj
yFeDbphB4xr2yQjbcdUzflkLFddB22bzKjeduw6U9+KmkfLBTWrnG71b/OPVmJ1CMmcXOiTZYLCd
+KbcDgEiRuuuEkBLx8lYQYKiAeU05crLAL9Vtn1N2K7EqRpRYkTxfqj0+lRVmX7FSYn06Cp7Qb15
scEuvoRNfHLY6bt68NbwwrI7aPHiWGhtvWFHbnwz4z1qANP9auzNN7D2wDpG9EdOqCv7ysXAsKJv
wnIYDfxhOopjxLlB0U32fbhHxZHW03DEcUt8m4O6Cldxf6jGurnDV9Rekz9pr1Qw9PeKxPBtO6Lo
VsRtqySFRt6e3VIc1caLNgkNawQ7irc2iAHu1wQJvLqE3W66SEcMxJq+pW1T+UORAlprkRegbqmC
jFScQ50n+Qp98puGl+iH5PnA9BqllzIXKto9ALSTgyCHHuhL7GbGRrFR+buWWx6Kqp8xqzl9s2+a
SHsgUm4OerMETaV4zXcdeNUma+URYjZtszLTvIemZx8ePMUGRN45B2PWQRe4hcQqi6beKQZiPnlX
j8zCycobmS9eTzFLkj5qKF+c1tz1NuYDUJihgk5KAyLSyaeR+LYgYuSP8AiH+3Xq1XIXZdNLPBd5
GQjPTQnsFVKcLWmH1w3xsusmdxCAslKuu1qZz1nf4lGba7GFtWC8wmHQN73djQctpRjwXZOVOBe6
6ntksq8UiN36YJNXRhLupi9bcWg9Tzl4A6divZ3JdsjUp3HQNTrJ/fg4U24/TjLS/HEGk8vqjjIX
GdjOicqecOAkv6iThbJGRgJHh+jbQCvLCXBz2J5zGaJ46VPtWng6OgtCiX8ORjfilc70c2PQDtTK
y+Q9kY0An7srHh2nqt60uAgJEhUKO3mo73SF0OO5FN+9sjUBuESMVUMZwpWM4nrrqJNxSqVFUnWr
mTdJYr0IT7EeKqawi3o1X3U8Z09SrznYWHZ5CiMM9cCQGnDqikXssbiHrjusmNnSbfWcgru1eOkK
7q+wmQLZpO3BzhEdYkh3fdmoLtMJnsgp82jQ1tltj4tto4pMC2ozuTGi9mc5dZR2RlGeKseazpzO
pxsB0H9NoObzYLXhdjCj+FQPKE9LfZxZjqLx6JDzc2ISnw7rIrMWx86ckpUi56tcAtdqYmr9VqlH
cJA+iP3JdwfdvCJQInx2+0rsBquz18mA9NGrFkb+6Dg7h4Oh7wBnXY0kENjoVg6KxmcJB7s7DAx9
CGjM7Fsj8uROOEMBNYBqNyjFbD3rwpO3lZbqFwo165sBCvdqUklvpAg0xmvBms5KFJs/lLLxbaMY
9pFRizVhosVtYX8ntjxK6hvRad8jrH6F2OviArffh91mdOU3yZ5+KOYeoXlVFzvPacXGcwQwMX1M
lZMnLOU21ytyEgHRPxomW60iovI7d+REI6FRoAsN0UnpIXuRZX1JCyOCRhSlx8lwsneSpCcfsJa1
dUl3v88tycKa6ijj1Ple7whsU3IQ8HGhec/l2HFuGXXxMg1JuZehkb42Zo9I1gs1lp2hIZBAcQBK
yF4LsspZwsBE/qPyUm4EKG5qy7KkoZVsetmrjFJIfWBqYMzxS2FgITBRjB272Ij0tY0xR9t2DXFK
vjmZymWiqOVcNzTRs2lGJEQXVt6/RARgwqpXp+pS2mV1www2ZYhA2egDzM9O0jBHZ22VQruGU6Xu
EwPiMhxzUeD+t2LtrE+18WQnaXE15TqQWE8zGUfkOcISvxzD8a6fynEOIKZDn66EfaUmWv6o1Jq5
B7U2X4q25WSqOXm9bwwXZcwUi/AeFzelyygq58acM+s9JPo0yCmJ2cTcKvXJ4CNGc7BS7L+mlWxR
IBOjIQSiYw6i+jcrd9D5TqGygd/IEVro4LIF6GipzYRH6hVHptRriOOpuoNa9w5QdOY+2dHOxkph
amZ53yJvvilCoT9UGWeLohQtk+iQlg1HqxXbnEf4Er0w249dElYTITlVa/ncbvXQfbPiaj/0HsF3
PWyFXCGuwaQRcIhxLZMOUpEvXafT3uoHqIIcmFLlWMbGfdMgvhIoh9tIbDqOI/hTiPQNnXpnUnv5
oiR3tG8bTu4oymGrkYzhztvGPNeFmvlJzg4Z6rd8ir1udc8mKRSJNNdpD06hJ3LebUofUw+3wbNg
bJI6KFa8kbBwG2y5y1TwKqJ0xcHl4JJDOWwtGQFQZsBYiGO1eD+sJGeLGRMiTdSYTjyESl+dHrPc
vq3lHOjFuCE3895Ui3UiwsFHrTvm71nLhjbgRLAT+2LNbXXPyRCk6uT+VB0Ds7rK4XZwrc4kLAoH
pTYAGrVj2z54fWYvtoONqzKYiOJ3Q5PyZCbZzpIEo4AsqHypy2GVmPkj3YuMtFleJw1NJnk4GKwp
AWPiesdSxRJYxEjnDes7uk1qOlhGQUn0JhW8CjSLo6fJnnBLRDhJyxB3pE7x7VRJcWEHXju1RKqb
0gh0RhepS02/Q6djGZv6hiLqulgWPCsnRjj0CAd2S81c2TZ1nmq5b0adIerVN3T31lBdifNG/zs1
zFcr8oCmGnBhxkE7si5WiW+BFkoxxshr2h/65FzPrnb2OMb3tfcA0xIHTkp8WcMRcMMN+laBlF4t
92OlaQiWLXlVRZKzibtMlyR3BbkViYEo4VbR5cYcCRHOIia2tjutc6Nag4C6Y2a4dmNUhq11nLzo
FbuBSHp/BmOUO979rCy9MZIeRgayS2oyCeyNUx9nvDBLxM5DWFsXoYC4aRrmhp1ybegGaVzTGyaR
M0hbWl36xFEAZImcXu2E0WwqN1PusLkXV2l4AvEPMyiBcZQ3FyrVq8ykSVzldrouQ/eFIJIxmOWy
pkeXoUSJ6CaegTGHoGiJKb9ywyAZrc4nqyrIhbItU8TbWaN5K48jDAGPwtyz6z/+N3fnkSQ3lm7p
rbwNoBpaTKHhMpRTTWBB5dBaj942enu9kv5AZlaR7MrMl7O2MlpakhHuDvjFvb88/zlZ3DgxlUc4
5vtTJjbQWiGgIUcSeT85oluLdE9J8CwHtlgJIp6NEreqsBtL7z4ZB0o1KjxuBuanA68gVHk43IeD
btX4MzR8iJbgzRfgFqJLvpqQAxnViUlCJqEeqDwS9s+L39R4E9QP7HWukFNjaaiBDYciJ7/V+wYV
dEN3irlaEA9DKr5B+m9CBsmh+PcAp53f5wNnDR3sYUL/mRqETaGM8SImQIT5Cdp7WqOCe9df59kk
0esAVq/WZ5R3AyXL6SrnX5oO9pe7ug1nsZLFx65fJ9dIGkxrO0Fmmpn3N7vul1urcho28Vixl9XG
Jg96LVD3Rt2F3V0LZ73E4BVQL5h0gLu7F2+U2MbqkLQt0nbq+657A9jCmSzrCmLDARDtG63aMPsK
B1eBIE+LCu9znELEbrr1BLx3RilCbyDpkNy5fdtIX8xUeiU4R0KO2TRP6E1IfZWYGS2I44uWA9+O
23FBPseIxYdyaM+ZRskVI/+xEpcrGUhUzvPbfulOIt1zuX+qWgtfudUGWq6EBL2Sv4XpNEhIU/SG
h9IkiDvH3S4WjsNdhJsgn1OhoaexOJ04HsVSs81yczfIeWVxcLXytOZVJKRmWHXb/YiaCIyvkSKh
14MPQW4Q+mihO6nUqQiC1IOJillc3Kg7oDd/a+fLBOWTYGzPkjxS6R/81Aom6qLNYBCC6uSMFKlF
A44m80xLBbmYY9a+xRTZxByIJtPWQHnE6J5SItJFnQHir468KQ+6djNHdDzk99r6Me9vtFtI9nap
aARlsLs1g37d4FRG4/fmu14UGBlGQod6Byptto76xyBQcxthOK2waeSTbxehlwBhFEdUF1A4S63l
pVdX6Pjvde7J+2hFIZsvU2KpfrXIT6oxrue278hD5LhGtPaLuhgHwCieKo/XghTPtxDXOqgNvQbi
F1dITOlYx/NL0/SXNhOiDnJDdnXFI0vQYanNoXcSo95Oaty5m4LGK4RpYSKShsox5m81H5F20D2A
Nmhl6wP5HQI6R1kaP1Qayu/Uy0bjrJTDizir99ActPVEOUstHpVi+IILovphEMmoyXjSMY12lu+W
fFjNa5wNC+osVuNsOYUPzC8dDYB496khm+8fZ/FmCNUF8SwQvQpnOVF0ZB4sPWrWjhLu+KzmVId1
0hqk621j2SR3i+/vhkFdT8asIVc80K+b3jUNICFNN/y+rk+y/LB1eFo5yCGIDJFis9DOkmZPWoyX
hAk9EySTmInXpnkDYzQV7vIlFwy7nwYIM1GGqETpMGcqQBw6bNX2rWgqr/dDOt/nUCtMlJw2DX59
q4GcdtyasyougBCG5gyQkmJu4yKX8NRQyKXMcocHr7Ieyw2UZzdrC+8lFBOouItKExpxSU3JmpFk
IkWyxZw+R98TaUG3XcBUdcxkbQyZCbyTh8RtaI119yhZxjuGNNKo79vMRdLNulZGHB9SI0eCmMxC
Q8npbLVlVKb1NUl8UJh0SyXzY83bbMCDIvQeeeyshqYszL4ZEtOBghZAqaLbQmV1Ya2nBEBsQiOt
0a5fB1vRhfcasWHODGlI8DB4grHCzLdKcExYE/LLJsHRPHiw27wxx+FyJ2gG118ZuGoof8nenpYM
wDrISEmeTnCrQD6nVmD6hQulhFuu5aGgLSFTIo/MiKvuII5UrKyJ6r4GF4H5iABqOPb0aotRQcdI
Sb2yHW5lCxeubCLwvg0qxd90ALvVzmepH2RPU+fJk6flKxgSidFzswu3eicBjIkQNfzVlBNXjWL6
mpmvxtY+GogQUXLgOInrOb2rN5NMEbnFPEAtgSoHAD+fXD5qi1aLykW2nKyBuaJrWublBOStDHMr
Dj0Mz4HVJ58Kk1ZeQq1AwhPexefNTKJqow1fl0TC4spuy2rQOgu7O64Z8spPgqEgyVLN9BBKoUoO
8FMcKLHF/lzvdGEtPEUWcuDOXVUCmKKdBECtPq2MvOjjHCH4JThbsYm3e2mCxpr1yySKRDc6gn57
hjIhW2X3FfIyE71WJMP2llv7iKdFVquRU8caWz1AOv1LM1KiGPUM2HKOwi+SHxncfxIjuqvWXUBm
X9MMphpuLbG7wSyjoWvKw71VsDfNMjIe0DFI2StGqEvDhzjZGp+ChQyLZJy4O9fjIkjPHL6HLqVU
Qx0rIbqSJRQyB3q7G5WwWMyXd3pB+NihF0+m1rXHuRCzzzpDlJHZJt0B3UMC+2lUqeCtsp9KqcBg
rKh5cAWmfqcnc9QuGoRIugmja1XmaJ91e3iXSbacZaMjbNbgKsvSO1UN2kFMKb6OadV63V38nC/p
W6EkpuuyLJAmMAeyAiG33gmpO5jNuzstoweZdMM1KUY9gWVD58ogKpCRN3NncxTOyqbSr6gn0QWs
Jdi9lT2vY/eyGvH7YhQFX+0260Ro2NjAGbixbkM+oq9ITkT9XJMAM/fRHYW70EUw0GS3epvME+Tz
WtSN1LMl3aDCzJC+vPeSt6a4wjrAVLQ11J8H5nHDRe7Ek9zerY9oGAlv67xa3qVitQUqAtbUPe9U
/8v2gyRUOqnOdkFH67om8pOAXg9FWW4ASs76eWmVmeInHYsM+pBqaTvYl63PeQPRgjVVniF3rUMZ
muAnzS0gCoQMJbH4Bvm9WkRqYYIakGf96Z7CVFAazU1HSMPNZBN0gRpPXo8+bnivrPVlWLo0NPOy
v8lCfy6RvflAE6ULl3vFuH23nEudNayVLJjSlKHjNNacrMvOYwWSJTZSuJqakknexqMPp3glAKgo
GVbJ7ZQ5jeok8+u4ZAA16851XHTXeR5fY60voD7PsWj9hmrKnBA2jM1Oc9h0B0s8rXfxdaB6kAiM
66OsAwfpXpvi9CTqtsj2OEIVTgv2uRf7MaiLog5lBFa+66v8LeTVfyZrMNApHa22P0NgnV+L1/UV
suAuLf7Pf//vPt//FXTr6+dX8Njh68e6fP2dQbj/Eaf1z8/+Fx5bhXBaBjuNcgOse//CY2v/MHVV
shBwhkJYMRie+x2rtTMFi5qM1oMqobOhg77r/0kirOgin7iLZZMao2v8C/76z/DYYL5+GMzZKYSp
00OJbdCpBf0l/jJKsMtbFzIiSDc9hteJ4m2p6ii56SRa8Hlbuo+YXZDV6/WHpfx3GEfp54mg7xdG
h0cH5QhcwJR/mTpGVEhuh0EZbg39584gAVXVWwpgQCiAAYtS6Qlz39rrNp2he6OAMNEJqfu5Y+Rb
29EHwS7J1Kv9QV10X07KD5BfegnTkVCUP2XIHRfZ6N7FJprb5mGuP0qlFqxlBc5Ge6TB81I3H9Ge
9fW2PKn15vWl/pKt09nSdy5uOBDypY50uo7DtpCW6e+NgaKaplov4iDCzY+eEpQh2cdEbQKxLy7W
Rrqopq907cZo6gBylQwEd817RvRuqmpESju4RZp+hjoYQNL9Ue+Wp0kndq+YV8GimJe5MF5SJgr2
j+yHLpog3IUfeI7yzrzOFv3baldvUOFMFJjQWUAToaBFmV+jvC4cMvLBQdZVj+HlE7nuJ0SRIJ2I
59bWiKgKmrBQPy0H+FLVwJibd1Yce42yfVhWcNk9MBRfXARf3ghhdCjKILjBwYAxUDoSD1W/CDOE
Znet9SUK+iBX0Y9k6NMo+kPDcFOllifJhHmaPpCarl6hj38xS/VN3OZfU2Tf9gxaTzBagmFkw1q/
TBO1fQufuiQgPTRrDqQQ8lxGVb2EVrvC+aQ9rvGYETnOVzlLXyayisQqPJWiWl4Yl5QMGMrSZ7I2
GpiyI+8jB2i8vbsXy5tiYO3qJkho+TPWjshW7CXS5GqpCixRfoQIOUhjK6LrSZxUFxcTtTcbxqqg
7En46ECIGS1ArXsnocahUIZBZ+aIeokDPX5i749qY0uDi3RnpIC5LAXFGfiOoEELp50EU/HSOwrJ
RTI5xa7cksCFlxQUeojqC+3U9hQEJ6H8MCMHWI40V3dmWsqq7wuNsGTKL4ashaNyf7T08qGUjROo
q+tdWa5N2z5b99gtEJ9vc/WWpIwkW/KNUrMvARNHl/XB4OgsiXrJ5c431OU83T9B4OnqZflAIdRl
QsMpIOVvJTaMNPhKUQIIGg9s2lOyxYe/sA3iv7ENsoS2FvmArCpQpv+MHp3yriurWe9vnWi9NLr1
komQ0RamTyjzrgNhAfMv3MCLBnolOw/kkU1XP8VTUKuVE2vLNVvbAE79U0r1UKzvfpPVttzI50aj
FFM1D3osvKi0AtICSbsNNhgFrdaCmh8AzmPXoha/aIFqTKCvaARQKRoMgKap8X5FppnipJMoagBd
L2jV9Zjmk9PoNSWD7gDLpat02cc4KU7VXT/VtFXEBB1gRD065CKaEall6npULT0dgcV8GHyGHwLl
jg2jT7iKQIJGtEzosMPVyeo3D1BWhCuIkcaaKEXqHO3cMzBO9QC1MfQnd2W6lgrT35AclMZylLuN
3kOP1vB8Li05qJpkcwZQk20HDdyIOnWNCGRLOXa6UmoL6/wzEmSQmzPRsRhwJ3/qUH5WZOGgG02g
DssRho6HbOckZ9AlahQcQiw8/PlD/4W98PvZRg1dQkuOhBKBq5+fOYD2UtfSpr+x3OdxyF3prgWE
/k6PymPL+Kg1a6EZ3x9hiIaBCOho1gSDMLoCsX/O/oAZ5j0s3B4iL2i4EBA1cM5vSud3qhrGuur0
c34x0V1d6vFtb1aRrCi3Nk4/7QdF5gQzzkMEjxrzakV6bV46NKr//Ev+gorena2sMHwFLS8Uujqe
+ydUtIqyo6Hn23BLMqN1FK45U6xbu5liM0KRf34xaV+xX62lQp8ZKQL0Xgzl11OEnAx9QjysShcF
qnDfsFHBZVIKlS3kOm6xMTMRoZ06eHcXtNXJfyGqnkivjLj6juH/w7Gvb3RaP94MU1/7FzZRktNE
Js/2OOSHgWcF+UhDmaf5NjOislENFUB8FbuvBdkDb5MOvT/BR6EGnaEC2WrCedAcaDr8kiMl5qNL
PeeSDcoFgmkEoGJ6NcapTtp3APEesup+bLGt8lRF6I2d5al+0GTrIdW6tyolP7i7IdaRb6UwPekD
X7Nax7flmF0UYXnTFcqpa3X/nt0/l2UbTFAVmOt4Vng24nL/Cu7sRdaXa59xESKj0qyeIaOfbKC8
VE6MtnfMeH0j8Rq7BVZ3L5VHlRcgQInFl4UX5MZPi5Icm6Kc/+Ih/2opgSUiwKWgQyHug3vfaBl+
WFZgBMg7ILV9A18e0rsOlCL+/uj+VhLwnzd+sbPf/PH0RTC+fv5CH7X58mNgv7/ne0wv6NI/4Mjm
PBM5E5Eo+wzP9wGM/VemSHBiKMwEqQzx88x+i+rh5NbAEqL0gFrab6nAb1G9RCqgyAYzmAThJgJN
f4tf+2dDQ54h7X7TQJ+SQUuN8Prn06Y3qm6tyoStK6W3cQfRfK3CIISaLBRvsvAXZu3bx/3rcH+/
HNg2SxNhGmdYaN+lP+zCTq2gVmKm0O1iVbfJaczBAyQ8f7iX63jYiONp0pgARKE0NpLPVAKaKmw6
RYpErKEI6CWl3wWeXX7fMWocplUsPKEoDAFYJq3qI9ptMuQAigaVUMZXDrRV6QLjrokIl7UmbMFt
etjWe3UoCll+STRkvJxloEdkTTK1eSBbyFtRc0HDa8DgagYScfqa3CkLr40FR92UPwI0g+AL7bLs
8Yet829yHfXnsenvy4M+HpuENIeHwl75cXmEOF6katuXxyraD1VXUo2YdU2iBi4ydQLOmkL4Mhm1
DRcMAhbAQnxZLeKB4ujAUESeJVCYQkkHwnoRkXHO9axyLQZab1lTms4ODesd+BM76C4rIE26xkQE
0xcTFc1pm6DbrXXpc888aOYzjK8fSCxW6AMzrbWHSg8X5j5Kmn+ZeRTTHtO7KsKJ+cvR34yNTzJm
BnbsjVEvMCJJ/i4DT8PMBkS6f75S+wTSDy7r20rhHA2oL6gfwbH6y9jQhoBeI+lWj93dTDonBR0+
8059TribgL5WKWtOWtsLgUTleJDgEdvGuzckpejIqSQfK2lZnocZfgFhZfNM/Qjdby6+EfLyTqS+
/CV75M+sEt9u2GLKek9g0cEkZv350RZ38qhcLgDwVJDWctNxOC3Wu7SjdwT0AapZaUptZRFpZacb
dFkbiWuRd9P5z1fuZz/w232YMk7eMthp1i9bbCi0Lc21++Bu5NSeJjDNVEn9X7Ke7h/zy0Hn83Ue
AWcY0d1fyA6AaLZmkWcw5d0ZJeo1kFHm0kkuzLi90w8KqRgeCwo8y7SV7R4f8j6THa1mfkMq4vov
gopfSIf2b62IBBR7BUNXGIv85Xa0Mq4MuYYkqVDXFmkUUCrMO8szbYkZ0c5kLh9FJdZkryqH5jWT
t8OKMMJxzLvqashDoEzmVvkZnw5l1VTF53ns2sn580ez79mf14wkRsNLazBYaYb8y55ehpZiZSz2
DJ7qQI2t9LxJ1WHQZ/HASPaw0Tb4dsG/5bD/51W76/SlG8buy3+dX5v+v8D6fX4dICz4lW1hv/o/
yRf+/+BRwNOwmkS1f+zHn79U+Ws+/q6W8b/c9LVex4G63eP+ReufvPvvH/db2U5Gx0vHGeOVfydL
+G3EUlb+8S2e1r+PSu6pym8OXtb+QZAvGhbSGfs52WPu3xw8v2Li0jIZjUT2wpT0v1W2w8T8tK0E
eVfQQFpxZ3f40ZlotNqpOWfKOYvSI7DNC+xhIUgL2EFt8ywf9n+qF/Oiewb8X37vGOF6kJ537aRr
/JheUD71qjPcViFauX7pZdc5SA+y07n9ITvlrwUVFbygDcqpiWAVOWbe3V183UHq0sldRg89/TBF
uTeFTBPx98WVg8bNn+KDDDX8ckQd02nD9shwgAMX/JGKfSSEgBVdiLjCLqI55IuBemiDPMjc1RP8
OtQPzfP9oLjA6i59kKJrcwZHGTV+45MAXO4X1BolX3GHEKWb805sl9por56NsL3IB+NKB+mynpnP
iFR3OxSXNJrCxgc7EBQ+nAbheDAP9WP8IFyK5/xgXepzGbYHeOS91EHTM2JgwxPOWkAPn9EVmwGQ
8pxc6ZaBL9WhMbjFDzTp7OUj5PMRhJJexscqfm9/ibzejf2X1LYcKdDd1JO9+KvusK5+E+rfbkP1
pJBPcNuAwfxQteuo9z3xIT4tB6BxAUU8p+ebjUHlJv7st9HmKUF3BKgYdKH+vjtCAuczxO8qh/wE
KMI3gjySgvmhCifeNT+Vj4m/BdYj0lh9BOX/I9qsTh6UB1gX8wAyCAdMvDs5qRPb2SE5ZAfTV75K
h/wh/yx/sj4MYc199G5njy/O3QEVbBvO5GmH/jT7DKlFqh/bKC4HTSj6pZuEqGY9omt7Wl06WL7o
4mzs1tWv2ZN4Kj9vbyAIo1hwhxpBRlTM6S6i23naRblY5z7Kn5tb5bXR8lX0B0eLDLfkQ9KH5DgF
cpgFNKg9BIy83M/O6llziyCGlnIEVmunz8aDEYFcZLUZmnHAqOQP1SF14a4KUld8q4bNgZn8tzDj
uIxpcbOmN3xK+fvqiqH6VB6VaAytjEjCMS/qk/TATgxiD2lqr+WciPzs83gsbtJD+pHzwyuzRxh0
g5Qx1oMaCH56zZ+zc3aSD8WJhtnRfMrOBiegO2VRcqgO6rH/C5F7hAP/4KhjZ3486nM9goSsW+m8
OrMHIebiD27jwj0cjjbYDu6hc79+BT7tG5zKImqizVU9uHCdwRVeYLizQbO9Jg+zUziiLbiDP3tI
xTm5/SZ1U3+0Z4cyqIevTkPaVREnzM9DBpwGO/uUeobHLnISt3WYPfYpmnomz1thlw9H9X4oA4BI
/BlspKXcMljC+lE7QonrMakT3IM0SL+ULfC0g0Zs8GX7WN6mcDjCQnijN8oIXLBem5A6jgMYfTo+
CY7hCG8YpuBnQxi/T3w9Ko5qBGDPrW/m+/sZFNjlnp5M9tJZv7IhI8ZHX7Yn7QmWGH86GOfSCO/R
dLifwL9cYr/31asWKPWDyatjGylsWzovAXp0bO9lPw/+5DDVys+/jnbhvL4v7E/ITXgzZ2G1Nbf3
mBxzFfvz14z3Mzjm7q+NHWQDnNUuXT7J6yPtMJ+ycAqAwp3NSxsOyFgAFoGb2AYk5Y28OPUr1V5D
i/0oHO9v2XFu47wyHBGlzuagRcLNfcaGn4C2O/IZuOlp85Ep9mAw9saj9VA4Gv/KL5s/+KZnAtyx
i8BiO8iBHIACcdFzdhEV9ioHapNIuK6H/brFef14v+pIM1O555JMsfiJxxGI2hCMT3APRW9xAWk5
sttdBid1aTd7nTs7qiMdc090FDv1c3+2mTxHlmPE1fSeYJf2aH+94xGAS3ho97nMs7oonIBfijJe
1YbiUxtmMOoa7+9ux/ZL33V8OhOgkYAHEtjGDF57cPy68ZMR0bm35UAIGz4kOTQ3wJR/EYZBfPRz
kPwvl/lLegqoJKfWZ4rn1tPPG66MkZIA/W63DUFXCzwTkEp+55JJuXeWcnSMU8KToPTL4sz8VHCf
4YP1R0/jrymr8Yaeir96pf25cipntGsbOGgwsZKG2wTFYQ3H48gxHPzJ348sY/ru4n4wAz2YfFyz
jf6aDxsaXrH3Or+Y7X3b7E6SX7ho3DkAib2Jd+sBmu+ReYgxVJ2PFDHmquAIix/GA2rjfGAf6uwx
0QHj7bf8LcFoth6jat7odVCQBsi22Kaz/4gd9Lrv5z6EBo1/Q10b5U/woUQtvO0WW0LmMlk0Owtf
dv/w1pOijM0yuN+/CJgMl7YIxiBxTbdwGZjxsoh3nWHQcwy7fcPwmS2zfXS+DFvrwqLhxCFrYOfq
+P7Fr1+zFz6fdQWl6sSe7iHP52+sp+SCS+aP7hBVHPg8lps9JTwUN9hovJZbWr/yWJzG5QB+RA7k
/gwSLrn1x5a9owabC5ewU7iCo0clzxlOcGwnKCgep8U2tXxERiREZtDECxDpIlZho7uiN7krB2d1
BJ7M/rt9zZgG4GHefRh/Qnp5OEbUBjkIyIlwGjl0EZ0lf9/KgHR5n+TWXKTiO5Toi5wku3BjN472
r7OHSoM/HtcQS8DTW9ktLBCvEOx964FDZfGqaHtnnufDynL03LXJsyeeCOKgOSVRfwAlwoLrgXDd
n7ThriEjfGxY07v7XVB4nfOMygnfAUyJXTlf6WfYFrebYBVAtn5bC+h5uGkYdb4t8sDN5/xH/ozj
UHzILjc2LLcTysch0EM9HPDKzDd6VigcsUFH4WEO+xBokL9fSyXK28/I3c08ADVcBrVq/EzHA2qC
TneECPUxriZ7Bidv3xLVCdsUwk8UxFgXkS2WYDxirwsGlpi4w2Fk0um97d32Lolgvl3dBCWfOuyB
L+PqsoC5WGwXaLmCnQe4zG8/wr8XdT7NDn6SBHMocIr3nYoibCAfJh/iLT8EYHa0oj5Mgv04DLwE
bQNbwQJPHsoPbkKoi4l2hDCJhk8qZtg67bYKAgaWVGZL718VjIxbsaJQY3EJGA8wgbqzeqxowJF6
NG/zo3rBpvGsS1c6l+6+3g03ozp5SPjr8ml27s48EQVnQozkd9wH0/b7ejgpr1n5/jUWwQxmnst8
kXj3bvgV3tNEIychxhYp3NWEo+BcEEaLgXnWPukcX/FxDUxcTOesbvMqBDVmreY9o1e/mTmOJWHA
guGZscEmWxqObq5s2YYv86SKiPjVIWwLY7dyG9/ie0IWjSEwPcsFNcbnFizy4LOwrnhQvtk28dsO
X3wJi7V7nv20ro60myFGZANOqqMQfwKX5it0px5qdvwIkF6ndSY7dsFHeZIPf/fM2755PW5lOiXE
FpO92MzaP1E5vOxL3R40brRgGbCe/B7kDSG5GWQvMSF2cy2DlkAlcRXsUxtsx00/MwX/uH5Zwj1Q
GIhsUsKVLsRycNTjAI6TwLpYFMuOZCVewTkGFX+g5pX58GW69aHyIa8+3A91UKwnFMSSK93dc3/u
v4DNsVffClAIcQiCYP6+FT4pVci9+MyLOpA/+2wwO3HngFkCO0U7C9S+DTiBqLvx0U8mgiK4Jc7J
SClSu3TAUbMskiuQn7ROsv/xGeT+LDjAQgPLYQaRuAWCGRex+vN4WU6gqXwUKZC5soKBQG0JG9Pu
+XjZQ4jHi8EBONalCSEv8VpC9twRo+aoXeIX7W4P/EV8Nm6tfls7Tz8RiHkJjRcbbhFSCS3QFYcs
wE5ZFkZ4PP1lwphEwzGO6hvry0ZRXflKuTCojvLDLNhmY6c3NZKJ4JQP6mcmTh7SgOXhtdkzMPRI
f59+gVj+qD8wyu8VPgipFHF773537o+CJ3hdWAa4SMLMPQ6VNlvz7oHgtXzPkkjxzo9j8qXSAWHt
gP6zPw1hTiRFec2mNeP09gOx6Sui4LU9rF5+Sk/3mrxm9JVg9huPMC+EalFtAYXbaWR90DTmzp3+
nfwci67GPuEvDMIEMzHf/ngRgvBRUtQAhbGTTdawjvY8zPr23Cw+kJbrq7ochQ+Ep2xAoT/FYe+C
439RGGeL0i7agsSvncrN3kvsh08M79nxp9md/cV7pauFUehsE7YO1DBI8xzDA9ls6+yu3gW86w38
a3X3MJSOtK1+ixrpGXMJOrwl1WtyLtJL0UXm0kehgp+uwmAPX5mxR+XbWWt7htboRf5URmnUeckF
jo3l6+oz0s7l9uiWgUMmSr2WKzAfaMscW1h49ruwLTqkofAo+7qPmBW3MRAnZ0DwPxdPxWW9B6pf
49z2sI4gCLMWs6ebkET0bHjsdsz63c88Jis5D7TWfInXNNgGfA4Pjr3rvA4O4+kON+/sh6bh6g1h
9x50p/4ebO+beztszu1rFuzx7L5cewoy2KTQXGTFRUPV8VbARun2dGCg1maODJ9HGO3wfwyQzEJn
GCSicxIBWCb4/8ySDfhFA/sPMS2R9B7VCcfMwamRjFYYOxcpBvybuX8PFp00NKg8Jlr80d24EeZW
MPJ7OIiqCqFu5pl++8KQsm9FRYDI3DcROiiPeSXu11muGl9ADa0D++iFuUhcQYv1699sPoJmGGUT
35t5U2CGqDPbONJgr78AQd/NsLevMikARpmw4ESVuf7aEzEKfsOFMm/GtxC42LyBGyaQ8pNIPKSX
LNpjbPr9qS/bZCCqy4AkgVjiNV9ItfEwe7ooEFX8UHj7d10QmdrXD4XQf4Xf+89/6A4hoZCWa91I
Z4JUIs0S7XcKS/h17zNxiofG0IoPYRSTBIAHYBBZzeQVJJ2cbxNL1RI+0aQhPtvDXOaBwuJhj7eW
iKFxKhwIaeMVJGpJRKb2do1v8Tk+dyfr2kWyN0Vw4VLhYAQeb0GNiaB6PmjUjPo3xcvq3cMhion3
ZkfHYgMb2ws1YXlgcNmfjgjZ8B8op91pnIejHu0WcfTN52lP27jD6e3ydrEfDJwQQ2u3za6u/Tl7
7r/sbkB62f0b5E7oJmqhZNe4gP7ROC72p4nDDWfXN1MFdQR/xN3O4+1UtnPiaiGIMngdcB0pJpjp
OCdzExAfxJm7XzFdcLpYQ8k1D9CPEvhSP3KbAaOd+fA2cEUcTbi7lI3EciZE5foOlRNn9ZmHJs9g
MIBwbXdKC+dtdjETvGaP0eLHxd+jG41CA1GzLb/Z3D022Mt3ssc4CoZsXwh8aSAEul+727evg8Is
QWGLmeKJ9LgRFe9cR9uhUh57neNu15SyJiz6YFOih2WGCkJWBSMFIrB4z3x1zEBsb970RnjcOGiK
t3jKISXVB2QdTCGOOVixl4rH4SDPSv2MWMkMFuKfzt/jSOjbiRD3GJtsge+gkNlrw9V6aM7i2+yx
RD9BJNTLzjPHezci8MvcHQfuDQ4KUiYglF0GN9mTdC3djlTruB7v/g1omTNGYHIx06tdPC7Mlh66
3YCEe2pLcs2ZBbVMCoiB8ebrHiKOxD97iKfACuEz9NgcCo+JU2cPDBcWjjkkp8aWNFiNPaSDNmSv
5BDUNcppT0oMziNjX1gp7NgJIpjL/WF2F2zSXnIoMTNgs4hn//y0grz5g9P6SyepzBstLxLTOMdf
pKt6gFaFMsQe793Ep+1Zz235PPmbuweyJqZxDy0lv3oQrlANPA/vtSh91h7qI1W1x+1TceLnX8Gm
+UqIj/fMA0oQfnKNqR/v0UP8AAf583RsjlKgHLavNfVNtF2czZOpcq5+GukEhsOJBJowhtQ4mgiJ
SeL8LlyvBbGG/tAdjRuNHcLSPsJpevmhZoukpxLYumOd3+McMf2ueMkxeJvnwTMcyQ/y++FQnvBC
BLQyviz2R4qcLaUJPewj69G8u/MnVATbqPURwD1a1yLCvmPFKZ9TeVOu8qU/GhGpt7cn+Flghd8e
wd9q4/yHMV+DMgaPRCfjjzs2p/S1+sQA+/BfT/WnvP+5QfPbu39r0CgALQyFngqa5aYF5OJ3CAaU
JN9w1TI4CxqiAIz/2aBRjH+AjDDoHEIks2OuQUb81qDZf6Vwg6YoibKm8IF/B1f9K4krrRlNhfFN
M0UD5Dea6j97PXAZWy1oRf14L79m6m0RO7RjehckuLMUlVd3zGAlOOYCg0KJo4o7+4d1+zcOV/r5
BBv/zx380h1N4iFXrI47QBLULhhI71HZqQEhzuc10rocMsHHdPxQ6oOzS79awue/v4H/Z8Ch/7Bt
LlHA/+Mdbr8m3Wv6EyP8/obvm1oT/wGfq2RAmcrICtuah/a968hvFBD/4OItFOSY5uU3v3cd9X+A
8TMNSwJWJJoAyv+5qek60ohkM0NprcLmq/89Ytef+/9QxCoMnCmaLAN7kiRmF37e1JqgKZlRQACn
J+bor8bOO5kVCvhc0zhtrVC4SgbTJlx42P/E2j7IUFD6IvgaW1FmNfph3f7NDld/hjl9vx15n6DY
gTU7EO6X22mqWSC6JNVqtnGEh2C04K8ehwXuz5EG1JLGr4LaTgw5DtP/Ze9MeuNG1nT9Vw56fVlg
BIcgF2eTyUyNlmzJlocN4bJlzvMQJH99P5RPoZRptbJ9Lhq4DVygVlUlhSIYwze8Q7GFrtRsmhoj
M9DxNHGcIf4Cksh+6zX1n26C+ScGQtZ9OC+QorJa2w8CQ7+tEdnGZwuluQT2PKq3sNJsZOwmv1YP
MrJxvFKjcTarPsE0CKUtf5O6LgTPPgr9AG66up8X6PtdmGro41mC6Kft2/YGUPIbBy9Xe9sqNT7m
Xo2+gjBtVN+lq+cfwGMwTSyzYrI2oz+7X+a29yHpwSU9cVU8kS3+xij8XEj63K5tOwwA/OZwIb0e
uqiBGE7QqGEnConiodzOE+xljSpqb4RvxuK7qMXZmI87q/tSFt6ZipFeg71gRvtK3YdU5tQ+WYmx
CGc0+QBFyYH/3+6TroPRlwSe6DaN7Z3b0NJP7AP+ul/+egtYmcRZABe8o22wihNVUdrx12djEiCJ
TUk3Q1fi9VHW33I8irt68gCxcQRmCIdrhABBEhctFp1qLukpo++E8sG7ocBQqviyIE+MvlJSbV8f
VK6X9MGobAVaE6bD9EwHlMvhqJHVdmnt9kSxZVPsarswr3UxQ/UdE3P66sjUeuTQYp/ji6h6Zxeg
6WEPmvG3uiqKayeZq+vcsiXta7OgNhXHxrWZyhR2usg+xDN+NwgnZmeTOzskuF5kn9pahzgFthYT
4DYDIYWclXS8owlwkSzOHGVtEOcjzERL0/PNRgxBoVRAiXSrfQv6fruMCCK75pCjT2Jx5sxabSvh
ocHSxVTbDYx/J3qhyFTU3fliGVlQaIf4Hsy943YQevpxW6wQ4ALdhTeiMvStRmn9zK3Nu36Zy1uo
0WUwOJBjX/9Ch81Z5ucABOWuBrdmryj2df7PsltnNGBrIdQapKPdnsu2vWgSD789af8AEUyivZyy
tPvl1mNEaQvYXxJcvmcebXeE66pwLBixblsEelHEngeN5odxWRWddQpj9csGZDSbUEkJD+sQXpHD
+VVZZqJS1DaBY6J50Tv9vjYTbEptmK+ILVHjmFHgrd6a5y4ah0Ey/Xh9fZ8u8YMTAKqUa4nZPsmd
H99NQ2i082BHDXoZfoT4UUG7CsXPi1whOxt2Djk42oS7oWzVZmgaf1tZDTeNo+pt3+coimZLd22i
cBFUCrKF1b+HLTPv7DT2t0bWo+ob2xhPZsj9WgVmsaUX07MtXaxrO6DdUY55QDG9s70U/oMWxtui
BBIZQ1La6dGP7rrUWAUVBsr3YQ0zA83WzYI4x85B/RAtv96rPrAnqY+31NQnG9ZUbiFPxd/2kMTN
cCmqmhRf8emmDMGHp+X7rSzivxeEvQoZ+38Q/kUQ8mwnrTY9/7LfuflaYL/zfiCc/gdWOf/Yfk2+
Vd1fGLDnGcXTr/gZeBlK/MF5dG1guj5xOySUvyIvQ8k/COVduUK3+FLeGuv/FXqJPwjTbDBftuta
sDz5qb8AX+IPSTwmOazgvVz4n7+TTxy+PkR8PDq2IMjjV7ncpusxfXbNzMZshHG/RHups/5hLpCS
EasEopsj8tb1yY+xTesHS1Rfny3aCzHWijH5+/T9a1xg7twBLje5e3S9LbNCGsDgjWflZIAVfXuX
dlMDXbwkwnp9rPUqOR6L+IMUDFooOdjRxcZSDuOI9gROMOgPewX6j9SMluD1Uda/+HgUvBMwOwJl
THZ4FOt0HXqUrmAU11PFru+QxFKhyM671CkvdTwV19yvwNfP2g564etjHz4WT6vp8pbbeAr4klTv
6Cs6Gq1sL2fsCdoOQrz2dYt2I1RbirFtInZtjcjl60O+8AFd0wUo6fgkFp5zNF3LQRWlMvNojxYx
LSacDVnedNk6jROfIPW+sLIu3C2P40AsiXfP4R71fSJIAnK6N12doFMw0YhYyuQidFR2ZSCzilLC
lbeM+Xneu/6JeT49REfflRPIgeONkoos/3B0tKkzxnYwbxgrhAZqtZyZ0DU3xRh7qJoKQii5qI0H
9WefpAt4k35EkRi4n7Vknwgu+SGMV06syUvLD6kN2hf7WpI5Hf5V+JfHiMRYFELt3IdsvFCL9AWN
jWRo9q9/6ZdWAE8QKGYOWdoKMj0cSzSpRv4toSQd+dVVhQbkn3Hl5V9K6E8fmtEcA9/V29pMy4sB
4Y8G1Lw1hClKcFOzX8Z+eZeJkE7b63+WPIxXnja9D9NbUApBSpIE9vDPcgqzXmNyrq7JAqKIcCkq
0+gAVUFS+ygUAyn33ufRLG6sEcGgTa1R4y/CcL7xK0tfaqmNj4M78VOIv1DDt13qwmVZg/ge5H4u
LRUGPcY+8LTs6yQy/iyyCUXrOFYroTHJz1NXO/chfBBxYmprnn50lxB+KbXybMgL2PeHU8tUFbuU
VulWxirbI4A6XCk/LVB1qMwJ2+kqNn9MYeVuvNmYJmQW+3Da+vOIgMNU1mrTEiLAMTUQRqthgX8s
is4FVBlFcbwT1nwKMP9ERzg8IzxeJiE5TCOkOo5Dx6kJnbmanHC3VMi/9O2arFdlCTbEaYsrKJ7i
rstjQXOhKIc3C8j4t6kc9LhJ59AA2tHgF6Jsq6euPck+2uis67e2zvkXvUShcTtJYzQ3nh3d19Wi
3yaNGb/DsICuolFN6iqJM+ctnl75XZI7hFblPkpMVI/DobfPmriTl6t/3V3ihh5ift1EKw4L+42G
1fIhI9X4kMJ9+Nbb/bAXA7oqr+/UX98fcNuILpBKevZ6Sx9+TWt0Riey7FV6Oxk/5PVsnpVe45x4
f14eBVccCwoYVmhHp7RG4CnEa5Y+BYTTQMv5sardU/X7X8MFpqKYy0qNWAtGh1MxqiZZGiS8dxBl
UEBLF/WplVDXo6jMg2REY2yoNfCQtpQnnrgXRsaAiGAAPhhvgLfeBs8ClbTr/TmRnb8bqRUBPZqB
kGrEdea2A4KoPuiojR8MTCpPfDz560273jFsbyIIh3Tl6JppcWk24tRCQroy0YyxJi98sMa2+yq7
NMPFo3WMAHUXNEexrwH+MJvLeTUVNUoCKUnlZvIUKKvMnL+nXXjd6KILcEqberTV8vZ9KNEAHWNl
obUY1cXGLcv4zsjK4puLm8StVfvp22nAAvT1Lfnrk/rz4oRMCNeFzXm4mqi3NjPE2FW+2x/RhvT8
+9pp8C3rueDVRB/SB+xvyfjMN/C9f33wl5eUA+dSvqbA6Bx9y2yxbcM2W3+3aqye9S3KU+Eq81sa
tcILvhlvc4Pkr54xDjbSihdWOKtuoGmhQBCiyVB6DxlCU5sJy4HAltSgYVNC/asQgPM7TWe0JXOt
zfoREQTEzYr2a57U4U0vrVMkxafvf3j3wSxHNoJ7mqSZovzhUkbTJMZ4VAoHHqnuFq4TbEv95Cou
egGER7dgoWFwXGCubge502AMUiAhGbZd9PD6ur74p1jcxIrAmg+0clien5GpzC0L50/OSIsKe20O
7ddxWFD0swYA/IswbjF8NqmWRcUGcT70zGd1Lay2vzvxh6w32vGarA0ShGlchFWPt5fP18x1F/OH
NO01JMuLZXHMVfgpuSZCQzMEfus2t6LruTPsc6vu/DORVnlQJ9I5sdle2OmIBnNTua5LvOQdXYux
JcPCILDb4QJifYBl6L2hVqqvOlE28LsidaYi8dXHxPXKQCT6BMj+hUsZBDAGOLznju0ep1dVE/Yq
bRh9QhTlTdjh+WgV9r9aMv8Tyfj/WlbW6+297Vy3Q/c8B1///58puAXhihoTujFEsJaD6NFfGbgl
//ipTrQSoyFdr5vjXwm45fyB093KPOaGIkl2+aG/GnpPBC5SVwqg8APl75naHVdiJfUtLHBNynxC
0r07DmPjvMSxrCFzalE1pNjr60ZszBQjE6SR8+G+dcbxnYGk7bVf2+GfmmIxure2aP+cUvRG0P/s
JFoyNs5WYuLqwxei/1o5bv2pCxU+bs0g1Ors0tftVqF9XO7NBTO4Ew/K4fOMBgxsdWLVtcnpwBd9
0ml49jy3tdKV2Rro+osZnGHSAmwj892iydlQIAOSXgCKSIfPr980Lw27pkC8YyZGbseJrz/VTmnl
vtjO0fwkISsJCaRZ3C7TclmP4xvdut2J6PwwIPg51edjHoVz06QNqyboR1QFpBAKyLC5IOk2jfzy
+uSekri/r9GfI7GatpT4RrBvj3Jss00UArQwXROaZ9ShK4mTTTJiKoDJ0Wi875HavSriWRHPDk0K
sMzsN0jjmUBko2K4GvNWnJO6E2jjQeJgchdbAC90MgAwrKT4ajqF4aBp2TUDiv6JuE0SBSu6FmOW
nwhPn47Zs0fhaTaCVxJVCY9D6Dzlc8+2iBhKW5YVGz1NTdLVuKYFv9UhemCUpcS0Q1gexeawHNSE
DwnWVdtM+RCt/aVWyRnSTJBv9CjehGG56H0rhokqKBJejzEsXfBas5sC/VU4UKEZjywgc9ZixCPX
JFGS63TtTGYXfVYTOSxDznp4dTWNm2FdpmldsGioBBBoVtEucZhHNWld225d5mRd8Cab8RLLn76D
NjRocdMLgUjZXoTVV22RRmIhbD/OaZVN20WYfnXpoG8/bqtpmJoAJwVKA8sy/bCnOoJPzCBiF6Ny
vGyW3rd+ZHWyGBtdCPxzelSc4JrL0G62tTWGUzA52k6vu7id+OVICCERivAWzdEmdaEV2RZI9j5a
EJ+Eeho7m2m2+jDIpMCtZvaHyybCtDoVCJld6jINUV1c0Doq0ZtAyLYppo8lfsDJ1p0azJrqEkHT
GalDF2ms93FakVLGAlWSt2a0qjT3YV7c0R+pLuJpnMc9+u56+e4sRbHs9JQm4IiVP003U1bgBuho
IwFOPnYzqurVgiu0izcXxrx9GJ3pfJrqTeliAIN9p11QTelxwdkOQyvGwIs6MNlOAdOpiJIM3QJT
LvsumRDK7BDRxnCYtuYm6XCx3qICgG69Nhz9nkixvZRmUhRn/BQ7xFVDJLeW7y9Q/henu6edGk3o
LkXyRxxOPk5V9ojRY+I4ILdTadEWysbhK2AM/VCLSsO2SPjQedQUqAiI0X4scavc0bwdv2NLstQ3
Bd8MjdqiyPHSiWsdnmWNCczOa10yYnw0PnXr9TyupRH8tLi03fX61k83eble6lUnud+99aoP10u/
W69/ZTn9/f8pZvQXetSWtouPpU0d1e5uinBW2Lj+avZnI7PmBW5n+rQc3Mx/jz/DcqrxJn65/sjv
yfLXgjHlINc6qsZpSto6VizkItVtaRXfPeTtEK+hh1wNyfU0tLxJUv6oB0gqfg8/vXWvbacFzxyN
d5gMnTfgVF6/KQ+DPK6WteZA1RVIzlrGPq69/r0wSaeYsXyavLeqEDtPa+I8rU/eYzuKug7LNq8L
+PQ3/E8EYfVjed+3j4893Pj/BYR4cEvPPscvHZGzr8vXfzCfpH4efz390N8BGNH3XyCSJw2un+AT
QjNqxz79B9ocZC3PAzDxh0MAttoRr4E7YdbfARgdENJxmiPkrtTBfq8D8iST8vyVpXKoqOsi98Bf
iHjnurmevUtl17sqrCPwFk4Or24wVHkzUi/06fqGlpouUb0oESquofhIag2af6Vcpz1vAYNMgYgb
K9p2UAHfdKPMrsjwjHkvNGpQ1BOWjpLWlN52VN326N1FkEAxKKkwpFuKoBomw7hFazW7CPM10Z7L
xEnPyg5tv7B2cZPt5RBBmy4rWF8zDhr7/79p+/ni+z//Qwgi9v8aLXXRfj2ESq3/+8/t6lrAnuQT
MoJ08Wfv7ed2te0/yAYU8SZBA50Ixbn4K1/w/wBFRcIrHd9cf5zc+6+GnfOH6dDNA3tj/vyx32nY
HZaGuegVcSA5B+bcaJRYq3bUwW5dkAYko5S4OA11eDl2klJD2onwfPJGC7pJVdXqXJZRb54qdRwP
DRoB0Vi0Kyi2+5LO4+HQY9FRhuHdDhBA0fuus74nup2oy0TuR9H09U0cpfr62Vd5+/MY/qMc0DZP
yr7753+8OKZYu5yupNlxjI5xjGyaqkLBRcFtYKOsqXkE2hR9NOrMuMma+s5dq/Ovj7ku4bMLwVrn
SUmGdo9tk+I9qQk9uxCcoVdmZwPbsvEAw8W3T63bbLYkeO5yyu+LFkTM749IAkqTi3sIkcKjQF/j
rdbmKH8HjsaNyDKb9MpVi8T3y9IPpoEU82+Pt8J/QJZw4wH2OBqvy9OOclAD2cRCzBTnD2+M45vW
RYwf9TF9ogTzwjdEwwgNYEkDyQGzerhv2s7vkmSSQKmxZSISnm+Fkb9JisGg3OmcW158//r0Dqsu
uI5R/2KP2nC1UUaxj7PCeZ4wLZ2zOUik+6EbU//SWebixBq+NIhLvc/0qe/QiDpaQ2lMtLW7dsbK
QQCA7TQKMZsF282L1yfz6+op9gQ19xWvQnf5qP7cZHVjUliag0i3C9TZthiTWwsz5Wg/GD6ClQPi
n8al9owKsdnfG5urjoBKCfSfgC5T7zj8crJIMcCK2yWgfW5sx6juP4h4NPchniy0GksoUyULvXl9
1OOVXUdFXY77ci30U1U9HBXJ/FCBXV4A/ZRhEdhu6MJj9US07H9zIG4y7lMlUXpaGxpHS9sbblvF
ylkCinQ0neK4fCcLsznRqv1lOut96aBSaSFvzO4/urGVZ+h8NXQlRhbzlyz1Oy9woli4v3nMFEKN
dIJdAiPw678cs7Fxa+yBKYg7g5t9t7lTd6YjilvTJbNF5E5tweHRXHt9DcW6z5/flkDlQe6uYoU8
labrrvnCs9vSG8I8ohMyBi56PfA4PLBKHRQUaZ13qB7r1N+FVPlN69Q2OT4YynZpHaDZDIDEXc/I
4cD2QPEYnWr6mopKss6sKAAThbyQV4429vFVArd5Fv3b1yd8lP+swENAPLSieOlXebCjYVXpj5om
lRmEXjvja9VaSzjgPDY30zYvKyP5XRQq46GzKkEBos7OVXM4zclacOIxDDOYBIucu1V1Xk5Jf+Io
/DIrx1aICAqqMzQj8E49HEWXsTcNeG0E9mDLS2XU/UPhzf5b3Trh3W8uIENZbBkuFqAynPDDoQxM
L/SEEUpgxT5s/NbHqFbFOoEuiyphcmJ//nL6GI1IzQSguqr/HdfQBnvC/gbobdApM7toew8SWDy1
J+r8Ly0f2CLWEFlc4PBEf88PQZ2ksWMsHizDsFbfSrOqvtkp/rKbnIJA8Pvrx+kBkU/RVQGvPhyr
nxRVz9xVwWiGyAvpLnmD4BhCleM0n9jrLy7eymchrxbEtkfTilS2pO7C4skora/AYSIsoorudy/I
9RNxntAuI0iGaHA4IbznfD2kGWI/aqzej2WdXhZRWp74RMdRHTi3g1GO5uIWwDctPOuCwpVo5aQs
1mwNcbDEEZxGgMAfXv9MxzyZVR2ZAckE5Rr3o2t4OK3WwA+EqwvSH365H+o6Te51VFlXWTJne5G6
sJ85+nsv68xLJJVRmx4HlLzARQRp5uzNaMxOKKCvIx5c1etfRAgGiGndOset7DirlZoLdo7qxmJv
CNFeF5XAborjv8Xi7LtJt/Lh9WVYT/MvY64KliRAtDmeesHPnoehKBe64UIFkyVRodAOimJ0d89y
NRgPqCreReGg3/T5pM5fH/jFIwlXiricchNvxeHyYzwOj6RwkKZuRgs7pnzZJcO4bPPEVCcShqPy
088v/WyooyvaK5c80QtzHGI9XccYiMsB1YG4dCDVWsW515nLfZMYcl9ZVXXio754RukSuKSfNNTV
0eCV31l0JPioLTCtM+0v1tnc+eW/c+n8PcpxhQ1JajyI6HJjvTZOV/aAZ2Tpe/XWqe32RBzz4oTW
K3sFywJJPZpQvmijIWjiw0l/PCsxbf6iquFUjvDivkQMlycVQwBwHYfbA2PfyIlSlm3CtvnStxZ1
OYY6+jihy/q1EmA2Sa+x921seWIpXx7Zc3iWXO6IY+ZC7JWmLiQj5zoTM+IQlTh3zcTYO0MVX06N
3Qaumyx73Y7Zt9fPxEtLS7RLfMiRACJ0lLMsiVlj2TYytJWo+6W0q8sEe4ATN99LJ+/5KEdLO6tO
m1aH4y5mZemeYpe9bUQHY2fyh5v/uwkdPR194Rc4WXDySjV2F7iyI87WD6dq3i89HXQYV219nzrm
2gt+/rqr0uywsGdCc1Pihi7tcdv5jQgE/VTcOjyUYl+f1osr+GzAo6fDtFrT6ROJHpGb599KrO6C
LMyTh04P1r9x2qgmeRQBACZjTHY4twZqzjD5PItj21rfVDvOF62e+hNP/EsTopBCJx1SC640639/
9go0nR03kcOZzmysxcl0wytZ+wUMLy/e/f7aeYg8Uzz2Cfieyr3PhmpjE8+sKkVTsFzVYgqj+q7o
Hp0P4NzfvT7US8eJ6rUvyFRpQBzvi9xOl5Z8QGGjZaMsUjf1jn5qdmIzvDwKyAVzJUkSxB6unedn
gBDaiM4Ovea9sLz6eq4wGv135vL3KEfh0YyicjgbfCEs6bnloxGNIKs6BVR/eS6rEjcJN9nw8T4I
PTOZRu6+qgEz3c1YjoksTU5sgZdGAaeI4TxVQ4t8+HDFsjFc7KVgLiTJIPRkVHC3W6cKM+vfehTZ
+GjqIzhPsZj+xtEoHZaWQ6prEfhp6tdgbulI78LZQS0iDKNTOPRfR1vrP2BsybbJOv2jK2Fx7AwY
4NqYBPIgt3FL7zooCtfKr83K6coTIc2vS4jlFDV0iL/06vlUh0uIxbU3m2YsA6MtUOid8YwbIs86
kZy9MClHwHMBlcMS8hIfjtJ5w4p/hgBS9U2OKIKqrXbjtNEInMLLsuy39wUGZxYlCupoWMIc187H
oiGkoB0eVInpfKe2NdNvLjGXPHGnPv3dh1sD6DZwX6r0eJPwz+G8aljTcw3kOFjGOdN/hmXjNmon
lGHOF5k/9zM+1p2NAbE9K1udmaMFaHYsJBSvVIbkEuQC/Jc76t0y2YO195q9LzKTFmvo+UgUsk3K
AmasAUKSqNuXZ8PgpfK3P89KPzQVgQIP3y+5c9SCQupbi3xh4MwynDNG28Gym2Q/ZWV19/oNdPzK
eiuKknoq2ATotvRfDheNL7aQ98C7K+m/F4AgjOzz0MTAAiN+Dpqdh5nNiS91vAEZ04c0AzRCrHL7
x8WroYuSKi9tH07e4ntXtbYskA0eRt7Y9paoeL4+xeNTRdt8bTBaEErAFMMHO5yi4ydT42d8M8DK
mFAucDs+t+54Civ960quOKwVNsQ60j09GgYUNCbxfQx4NldY67p5rR7ngu0ROWENW2YQv+kXA8QR
w8D1H954ahLHbFWKwJoysURRt9fted2VyEHpzjuxfAD21nvn+ckinePX24gEwJzhHjwKxbpWdyUN
oGq3WkegKm66RnOuPIKXu0SCQNlHjQkzAuuN4ROOxzqIB5nd5m3h3UajNQGRihcLl9rZL5EAreL+
vkmz8CuoFSPZtgbgJ27D6tOSRVd+JN6XUWWfA7jFNd1OQwvpnsIPb0RBZO66hX5LoJvDyKfy8hAv
Tb8DvpPeQ9/r7gzpN3hbCIQKrsA71fWVdmArT8RW8fk8TGO3zYSYb0rV4pHRu0nx3ukHfWaFiX1h
5lx/u0Slzkc4N0hwhs18Y8jmsZYGLlTeAIoX+1nxvUhxA9eiS7/AZ+iu6k7lyOQJnlWjauP38GK4
JawSHTv+kk3rgY2yV0/wqYySzWDP/T2kiQqM1TiXMpjSUqDI3Rhq2oB2SRG4jrwIqdJMu9HOXAqv
29TL6BgbRAUQMcI0+9zVhXfV9AbSpLmlgHUBtoUl2y83RVelO+UM7dYYOwRA8ec1EYwtcSTGQqba
z7adIcKThcWCGXxhpju7Qxo9McLuDfA1K8WApDQ/q3CcHlKbikgmQQdnTodWap36w96IY+vRlqPE
v8ww4gKD9AQ54YqHcYxkf54Cq5cPfa2QYTKEs65UGUXqJk61jrcgkhYs7yIqkfvQLaC6e0nsqI+W
lWtnU/mN+aArW33SscbBrDKEXwS1BxEyT0v4uxmqJz/yXpRX4LGi4b0h8goITAsUtaLJVdFdBHjt
dSigQOKt9WOxqFi87SJ+MLBa6d6qWfjhJb+2ozi5ZPAt48mV9Z7WFZ0xPIlz8aaxBomGaN7W52GU
2+2uyfsadE8F3FEWoXCvIrNIR7i+8VjfNlw6zpkqnMT8jkdLUu9Lv1EfMys2LlvZL8lu8KLio5zS
OxHPVTBXA7qEs1TFagepBhwI0xqhvH5BkHAaK//bIvrs7VwPiEYPEHi2QMmyN9qAg7caz9pb28z7
+V2LExVGb2bt6oCiJ3CvpkwioFWlLjAb7hNMU87h5GsHgFrqNk417hMlYmB4rTfLQBau/TXW/hTv
/VSWD1G1ZOYmq6ZOb3XT1Td9x4hbLL4SZ9NUXoLjrit7TJB5fOc3KV69VnFXkctQcJmiMJs+WBg6
cph0XXXbNIdOssWCa47vRtEO6V5KvTg7KFV1euc6S8Hx1kAwMRGO7Hysbn0c6LEH6DsjGbasiey3
kxN1CPJhl+xs/EzB/IAZ3j002msQm+58I/qCgV5pnauozJAcSCMD4jyu9bcGSLcV9dfpzt/Y0WzG
tDzrIoTrmtAzGVW3wKCrVOVtDNWP/GKQa+gmel2qdq4XzUYA8Al0WpI1PoxugFB7mwM7BNosU6QR
Z69+640cp3085cvbyF+8MgjdsaTPNM3kW1YTud8LGAfW1lBgxRBXCbHCLuIeyInXaGRU6mhOyp2F
4gAm0KYhvV3cZcsDhs1OtTEsXJ92KkkjsQGrF98mdVouG68tazCVprx1plDjtG42xhxUAibdpgXy
cx2LJbECT+vsQslIGZdeIqLvUcsTGAB7W7xgmVM8wyv2NuomZapRHW7D5U+dZjgY1aU3fh4Xmakz
O8X/kjuti766HXjJoKgik3ZrPEALa9Ik5e8VWfzRbY0GJGajtbGjxW8ke3RYpjMNmjDemgkY4k0/
VS5KsYvZ9JsIGszV3C9juW0julQb3LeycVebHdIRdWRh/YxEo4dTXOJOqbpQGt7TGx54CrXsgUJc
mohJZHuzSNR1Niezv/XxDoTn76tJB7Y9yY9x1PjJGTbv04LURJi6eCmN8w8TsER8MXp1Nu3HGEtH
3JZ4t0anNpFW9SbxVjb1jI1Eu3R4WPWx+jGIzL8hfrLs8zgZnM+u2y/I5PYtvuP1lPrpuV0DgtwO
VcllUqW2eKx1MqKgVzj4eRaly6T0XFUbe45QVZmU6D/iG449qJcsWX3e8368A4IqeSWqZfC37ZJb
KM+Fyg+3fRN61yHNm+9GVilssYXW9iZt+g5BSPwO6zNRzRYi2YNyv7HJ+gjkZmNiErUIZlDjO99i
6Z52OFX0dp6exWNrvYurNHX2cWNAGm10NX3HypSLyHNn3KmHXLX93rbLOA3KaNJqWxfKzjd0ifx5
a0qcF+EEpgSlHbvhi8VvlOALwlxvwW1Z/S5uO+Oz2drWF50nlILHorA+pXaROaxol2Vnggbzeeeo
FhuTZlp3VIG8x8aspX8tnDSC1Fa34WNj2BMS7I6uFIQv22mQIoz7bp9R7ZCbwk2GW0/gOrhRlUFB
g/Jdhwr+jF04ShIwxrZlHE1W0Blz9qFPIDIFbWFlyIJauhn2jq2nP5eQG/vGlfHwIVyyZNj7Way/
2PhkXWd9bsoN9pPsj76Mikdj4G7c1n0f++8qVy+oIicGToti7goEgIteV1urm2JvU5kxj9xoNHxA
v/C1FcxjplBuxp0VxZ0ybbDwqJak2g8sNhqn2cwUtYhqc5NOublsWrrb3xxvsqyrRlUKoVMosjay
mt7iX8bmjMzQkvhOtXVVlifbfDIGb7Nk3LPbfLTijpsgstJAZqK6iccwkwC1DcMnjkgin5TCd+bz
dq7MfdVWhdgqX7fDJxly01+MdSZwcum0I7/inwaPnUyryW6qcqFhv6mwx5134LJ1Gch0NtTbBODt
dF+kOkP1zJ5D0453VrvGMx9IJvOlutGqH4xsXw5wIJYNcBQ7Ld+BW9YSywanb0OxC6dW16Tzhmgp
uWDC5fC7WLNq2Jl4ukJcqlzD7fLVwHlMvid5LLNPClA12k1uiCzThitHIEPp+uG8mVRblfu6cGfE
MUv8uwKnzzqkviOso25DmaeXFn+Gu17u6bIJOzt/5Kbuo51q2nrY1nG8AOQuqEIh1tRUKNsnOn7E
MzLEtlpOzb1ZgGLa287iwCrtzHwf099MNv3Avwk4uvJNQVeH53TkU24srrxoW9bEQW9aW6b+fi6i
9rPN7zZ2XlwbZ1bTj/rMKPq+CryWmHSDLXDm7cJi0u/ytLfdq0lnxqdR8D7uIVAJZG0h0uod9MdW
+Hvs36aWdlLU31dWkQ7g24t03haGN4z7fEmjSzNqBFzxqp6WD207xsjXeXbtfcwro803daWSryPI
vAW5pZ53b/HHxd9nsPisrR4ojm71Mnv3U96XzZYVdOptPExZuI+meIi3ML48fB+SUiCVK0f/Lmpm
7HxqN3WujMQYr4CyY6lJyzH+PGeW9TlNyyp+n9bor5zZ8ZLexlPHXdU2SX/ZzlrjiuKjircz/Dwl
YhSW/1nlkyy2knIFCvlCVCnr7dlQa+zWe1vOXf5DZMWswOd3g7kZ0SoicrYkpEQ7VdNdruryT+5C
+b4oxYxykQzb6Gyx0hQvVUu49FsXKPVl2cc/VnyFfYYN4vB9NuB/k8F4VDfDeq7PZ1g9CNx7dv7D
r3jxcQ1tTRQ9s358O9mZl2+cSoSPqXRhUuvaJXJv5iV7nDwesh0upy0KNqgYbQdD8iZXfd6RwoWi
vYSGSlSILoeq9zlvwd7IKBdBxEwtfIt8q8atiIxHbzpsij9Vi/MxxPJwiyDEV0dbiK4W68Rtt+/8
AEfkH31TY28Qan5zmI+3Qk3JbesN3yHS4BnjzembKSqZQALbPsp4cqrubcwpf1/rKfkRJo4cLmJ3
KBE+QuDALeIWvePSE/iu90uHStqIsLarjH2aRZIAuVmKP4d8bD6mhn0/kQfhxPaf7J3HkhzJuaVf
ZYx7bwstxsZmESkrS6AkgMImDDKEe3ho+fTzRaB5B6jL223cc0MjQaCyUrn/5/xHdMxFUYWwkq+o
ls5pGGois4122eO0qcnz9CzaVS2ku2ffIp+smf3sYGKrfizGwKADEanQTTyaL3MiiPyfJ/PZMZLp
ZpENidHdHNwGKQ2Q1hyG762B+y+Pm2InU87e1teYzntjFM/aWdKzyIbbOB+yI0jOxRFRaaqAVHLP
vfalscbhoTEE5VZcepB81uDUUalGLinew2ZfLcFySZn1qQ6nO54zzP+A53t8KuiX38UUrd85bkER
Qt0wWwkjQ4hcPC+TPpt9VaBb6ZYba/CG3djwNSfjeyZH3sBvxgS0ms5y50NWK7p7yiL/uHCRHEQn
Q/z4NSUw8YSBUkCb8EG1YjcScWnuSjk/tT7XIrlDzmWcs+4qhc2mn9y4IQPu2tfUKvgzQeQO7ZMU
XBNWnkL7hR6Bbrh0yINrM+uDAdw+++UkT2U5Wa8LonHYQJW/J0oAn46XGP67JV2GYzMF19Mc65dZ
eJrfnRg47D/NNcbbi2Az82Me2vpqHLKPYeGkd7Yhil3lGO2uyqhEmZQrPqSGXd/MjaufMW52j+SZ
z95xcGIFeh0tSp3U3B0MPpfob+yjLf3XAegZLbNxxcqp/ND0ULyL0vnBwnEXiSZtr72U/ktWsEb4
mtW5nx4n1XAH47/boREio9jTj7Njlqd5LImGRxB/rdpi+TFgDoq6vIs/9SEVKrK7Sxrq0S2p5Rcr
6YgLz9LsnFUwE1EqsnxnTsl92bntvaPM7DnLvJY4517eptMkrqAopvPsV5xrw/y9R7RxLGgKjdzc
6z9CTRH31ssuioNWfo1lslxKNpA3yi0/ayYw8AVXWF45zr4d5ux6LHT2WSRF+Yz417po0bSHOoZ8
iGbP4yUODIVOth6OOYMl9RrpFJIpbvfzcWi5Ylu+PldlxY9YavviDIhfd8skyRwWPZ9fLUfrkDVL
xfWkzPu8Htpr0bgfU6S5O6CyvHK8Ul730n1vNqX1EFtNGenWoWLASA0+k8tUfvAIZbnzPeuRE8T/
XuQOl4WX2Pe+jH90Tvuh54l8BomUza4gOfXTpMJURQRv0Sgp8/bJWoruopasOdvGeK90b/Pd4ZSN
5pr2bKwL9j3yDGqlpXTuPd1UN31cU63dxxmGIxtQwkVlm4SLVIiiI4B/GfNJL+KPZG1I+mwIIMMt
2LfV2lyGATrC6bOcVVVzh2eT7BjWs2ZqTo3RDtRHCd0/prqkEToOzMchIfPjwK/vNrtQwzLs+7iX
c+TUStDIAhfxOI0uZ0PQKOvaKyFyiTpx7I8V3dwLEdSe9QVxdnFMnbCNj9IpcVYtvZffTUmoKeuC
uYijoE7GZF9DydCvwjFBxrRay+KdsQq+mpy5kq+f556wkVnqROQe9Ti+lIxecSvxy5FT5lHpRGMv
odIESt2loShCumIrzi4pRsM5OkUKcew2uUkuiCJWapdVdm9eSR2M/W5xefEiMU+CqzkdggSbVzoQ
RFUp/17EGVEW9SJ8N5KBPb+K3CLMJcc2xdsiEvtDKRIiX9hVeBl40Oq6KDDc8bZ0an/e5WYRfmtK
0X7xuq67V6TctVEsnCTZDxzjX7XIArmGUBX2sWvCugEGrEG6Qe5b7SHzSudFV4LjDXllRsGKCPDO
ZzZL4dseWmXeyW6U1XEAHYX7dqYA95C3XvukhzKj3wB9Bmnnjuz4KLDH+6ysOaf0omh84k3GbqKk
K+tcCLJRS4pDRKopGkh9QJNm/xRHU5aPd6FbmYIjPenhnry6evG7GQpZL238wXHlxN3bzFmydxjL
fpBh5lJNUAzV51IOdXE14adB7T3Gln8r7BU6kysakJhPXguaYkeyebD0zHjZAwDoO4jr+rUaAn79
YoZADQdIpIiDlhfOSioCxwNMkHTXTFVFKYqJq37QKnhc6iFsjkUeSw+ip5mnvT+ByPc+sX7GVT0w
daM9aMZjTiadIiekozrY7IeQAVgj7t+j+5j8U6gDD++eaoziVBotN2HsvtpuYaUHVyW5PIwwslRH
DWTG7mY605dzXyRdd1Ac2++92o6/JzkXz272av0YUGOc3lgMeBh61qUNzI8KvlVsKYdD4ncGn74k
jR+JPwyoKLEsohVLFKDFQWR2vOwcQNeLGmJIbT57OeAvSLz0gOirrCIBZ1xHYyKHKXI6p+GLac22
PAZxONwuZQMsC4cWGqkKCp/yZEOLiSsjqIJdWxkBGLLwe+u5DESf/MhzKambUIXVXpnwb7d6Tqr+
yVhKpzqJkm8TwKReIwK1w4txDDJjrOBJ6FTe42W3sr1B2oy7z5bKK3eTDrNgZ8ejuGZTVH7L2eVQ
B7XMuJjMJtfGfkYpcldLnX82pzDXuzpL53fWNHP29aRPYkJatMYQ67jdXU/uUbZPbSX4RKaF+Tz0
PukJXT8PDkzUpD70Qme0BtZW+nVogGWXWpu87fs6HavOi+iU77l7umpyXjpWQfKhqVtd3+YofDxn
l9LQvTDIKdbBgT3GP+pZAYOIPCyzKC4qw4uSourVymz380vQKUGbBoccxC3YE8TDCvu+7JXBiFyr
yY7q0CLNskt6h5ICb1TxbU1FtxnBj7robmIKoU+6ki0CduT0FhKtqh17onzHhQ6oOe/D8t7vOEAj
Z3CXYFcspNjfz9JszFtj1uSehkNXgk+KpjcgyW3ZnzwE2PQljDWvUmwnhX81DaGmpAn+VXyYoQiJ
vR+ZE49uiRxNRzFmHuP9REyuS2fKxGbgOpz9fLpAZg7dfUvkGaGStbKGJ7cNQFiHnhAT3seiyHLv
VGZxUz/nynUKPjdiHB/i2TaSH01pFOKSog6rLsHkIvLrZqdunmQy1qRVVkNBy4Ay4ELx7emcOTG1
KyozNGaXvtiZmSPck8u+SF+1DL8k9mrTq3TElzCr7zJIwLKIwiodCHUyCnZLZjRV/Vgau24pK2ow
C9bYP4jnmr5IFwC3A6VN8HbG3BIteBkqNakr+JoufFGY/BCWykIsggjlMPbqIQIiCgh01Zqt9xJO
0p7eLa3wQwKeLNggM8MGH597J50TNsaODTyYQ1e6hwl8XXyEVVeYwVOnFUSdmHnA9J2LxZV3XoHW
qjqxxLSXk+majTyXFvTRLhG1AFm64xBmQM558pj4NDso8s3bdmox4bl5farS0p8Pht8I/zLGsRBV
ZM92RSQzw2BSvC/qaexPfj0NzN2CC108jlaWknKFwUdML8iR85R607zoCrFr5rAcT23sluF9kXfz
fB2XYZZce2B/GnX6wZF7m/1BxtqfJEbFDReO8ixU01WP7Kxi6+hq6Q53yrNK1vNhX1fBRcbIbJeo
b3Wg31Vd6deftckK7GlWRl24XHqTqKrTttv8j//1H2zrf1nz/jf/K1bC+jfn6/rXf1oJneAPj9CR
VcaIWwGvFUKAP52vwR/EBBNuiaIH1f0qiPqnk9D/g537KjP78/9EFPFPJ2GIkxDPA7vPVXHEovXf
cRIS1/j7MpUkTMTJSP5dVsRIpYI38gu4MFfFg6E5oUVGAEnTeudEuyXNdRoEF5NxF5eE1rCAr+H0
K5ix9OwuENcv8HRceMaUuumDb9aFfGYjzZVcsnuGCeZVsXYJAxLtM22LNbDojDA/+txnyckY2yk5
hlw23gWNbOFfvKW1U5rO2sauP/V14cyPcVlBf7kiD9Ul11I4751ZtS3nECYWWHyvMINTyk7q1ZiK
mFWQhNNjehPcE/F22Pfbwd9sl0DSrBcCtweXQ7/eE0HTKjIDs1oTcb1dJUm1XivpdsXE07JQorpd
Pc12DYXrjUT+uk3Xp+315Wkw5o5baxjwZ926ve/IB6ZsrjbyGrjm5rruuPPYWAHA99j+xvHiJnFK
S12FmWXHmsvNyTLfLs/tIg3n2XzOtuuVPDCuWkvK/k78vIB7yWVsbxdzs97RrZpflHQJtmjW2zuo
JjiVFe/tdS9tHcntqg/WW99Z73/VOjnlsttYYG4jQryNC/U2OnB/DjAYbmamx3YbLxIcDcwa5jZ4
JKmziAMTbv3i1KYiYGUdTYZtSpHbxFJt04vaJplum2rsbcKZexVPh3qbfOJtChpqn4nIX4ejMbEd
wg23mWna5qck6ZmlZFjw0I5ObDqy2sYg/S9pq/zKXcewJpkEBV7bdJYQvLmQBb9NbaKNH9NtlkM8
zFwXrCNeLEmtOdjb5NeWdpfe1Aw/j+k2G/rrmDgF8/y+mGFcD3UvOmrkwpCZsikmE+cZkdjUjW9z
Z91TFWwYdKJvU2m8TajhNq0CjJgzrG2KnYdJUpMkA4bPYh10WRzhZNP+lNBzuM3Cdlwt0743F8VH
bJuXx3V0nkfPv7W3eTrcZmt7m7N7skQo3Rxb4IBVpOodmSTrDmkd0HvOdMrVtrkdfdiqHnKLujtN
22yfOOuc324z/7zN/4iHmuKqWmEBayQQgr2ChSDr82TvbhiiWOGEtyELKP/qZUld8Ea8YQ81dONd
njchbYumkpQfzE58C94I3AeIbaCLSFcYUxEIEYOdV7lYsUEdCZ77HJoJbot4A0PlBozkipEM7jJK
jTbopH7CqA1S5Ru8GvuxJaZsg13FTwi2orFwA2Z2AGu6azfA1m/gjXUPQK5fMV1ssWHbp40LYqkn
p7vXWd99kSsSBJICCg1jGG9rPgoQUqMENlYbhCRs0/ogN2CZyBVktn41v3pZDfRMxApD59Tz7tUG
TkcvJvIwX0L24cYGYKXKAbNs0QG25PsBcr0N8Lob+GVAAwjnGygOnQqAPK1YOetHRF3ZBqGJmwVO
22Ey6b1rpSTAzA6ezzMLz4nNGX7lr86GzOsNpWfxoBBKbOi9rNqCF35D9SQRyDu1YX2FejQ+ZgIp
SALF+aXeeIF6pQj8jS0Ilt66njcOYVnpBCf2YRaGjWVwc2LY9zY665JAOQvfuV5JCWVllNKroHsk
vADOIrGxgp8AdXAZFOSsu4mV4iAFlm3ajJxl2OFnggVxCd5JyV2DHHE3nkRvnIm18SfOxqWozuEz
Z7NjuLKCxQaULMPBytN3mpsqs8hINOM0g+BPX1iQ2lc+fdjpYuV3aNqHG96u5DB3xoN0k/Fd6tN6
LCuWCiqRj5PnXKu8ru9loB+V02bv5gLpeCCuEcs8xYhwuBHop52r+3isqc8knW7nBcO9Pa8xOfXF
k4gTAXuVUew4/8tzwdQM8vbo467q+oE57uI0xlWaLBmSMpKmI7t9zx1HE7aij1oH+YucCZOhQuRg
8Et4RrqTTd9/S4zpREHGe2zAV3GWoo3FeT4msffOjAmRCd0vLKmeQSPeDok270hsVefBWyr2EfJ2
WYXvshUn5EdfSk++tCR/7UTfXWqrdb5X5nScAe23Hb6Ky2S3HfXK6EY+Okk2RV460OwOW3fljelz
zU8wEZomUJ1BmuxiolEVNBOf9yju+/qcNvYdrJ0ZNezIC4MSq46yUQAU29XEemfNAxl3WeHFrCNl
cgA6JfvYmoKHUHvWeVmkx72SCgQVxmef9SZixlLmJNvWhLaq63gsLx172p1N9aDT0saVFQ+qI1d4
mDuikRpXfusb91aKIr9eEhL0fc2N4tWT3PODUD9Nd3mf9c/FAING0Yo4O3P+MjaZvuVtH6IAtHkT
yxYNLWfRKUASBF5kUJaG85ACmU+DS2vFKZTNydLCPwtHvtSFonTZ5+Zl3wfZnPfXlhM/N1YRnmtH
3sZh7Dy1LBTYIhTmg9mT+jy69sPU1FSrBKP+5FpwRkFRB/exgMZYPGMGbHFVo/q86wIKlXYyhFPa
u2x9noax0j9cn5YNJyjNE8UW83HuDe+2E1P5juaEb1ae2Fe10PtyBp5Es5Csfl0CUncpGQltab5r
LQo5IAqc4mzMSfnkVaOK5GTQ+NdqHcHkZfd5Mg0JXyo13JV1Sr1mSoRpFXZVgiRgvJdVCP5I02cC
hT8YVSceTEbVHV6v5pBl1Ye4H6icHZOvSnWfINQZaVb17ZNIjPLZo9XnCFFqf/PNmITdYnlRaDoj
3N/MLwvE3Uww2ehkw8Es0OqwgtzVqZLnpLI/YQ+zYFidb6xrWS0j8rAM75CFiXjy0fPQVKq8vTuz
6DPz+Kay8HZOHa3Eqc/MmpU3sh7dO9aSLOns6bZFRRGh7grzk8/G76pzwishSYYLubsIKl6uZoFq
TLWslREWHgPTV/e9l1jfXFs9xuPycbbSH1kvSOIT4/xswRt/SroaUcpV6uZw2plbL+xZPF1Zp7p0
Wn2VlwaGngMHqoVZvk01gU7GXBn31JkM8taC9QqgGDs5uT9qFE+kmVmU+Nh7AtU73qPeadvHpiMG
5GIRZzrYOycdQvUjBhijOWTFPdKSyKiwVPupJHxb39VNkGKqUKM/INCQknXh1yEAKmaHEif0VCBv
Smwt79xF9DYcdU041gW43mPBVVaBRi4KAta4D3lqd/UTmhUxvbpFkfjrdpc5yr5484Lp5ZQWhDo7
z00hTAv1kVcYk6QIF3pL31OqpIL2fpChJfPPcd0kdbFv4yH+QTKVnxURWid+pRa52CcHI2ZEQnOz
wCV6JgTg4HjTqbcr7zEPifUqjEaqo1ehImojb0CqfNeIXNgvOfaOj7ZtVcZBW6lpfKiy1BF/Jkv9
B9WCaoGD/3NAzqVsvr2JyFn/wZ+JTuEfNNKgiAPSEjiAY/y/cK1DcQV8DZpx21hzwtAe/xPYkquD
NgnrQsBND+r8DdjyB8iGabXgLyD1/neA7c+Crl9UwhZTPXELPD4gBvP8W4v0MGVh11p9twshqM6u
VfQ3+VJyGkKBhf4ZlKjohE+M/MppWWMfhV8QzSvmhmnS6a4TapeuWtN+j0+PNWIWTA9W3b32Zba3
MdDd6SGbX0Th288WtVx6R4zTeKrsfDoiyFpuJhJ0sqitunvM9rR5u4XXXuzRDCmknjiVD5bwigYS
jn3Dxc9kt5qA7QJVjYGPW+08zvdbDvu+63eBp7MYHakZy+/KXZd07O0cEiRsEmqyKEzSQEAqQ4Md
5im22oo9YkEmzr50SCaG5UdTu5ZqwFKNjn891oNXX1d+GhyWas5pbso5nOzYhRI2mqJg+58kHJzN
OF4FpbZYU6BLi8xu0QS2MIdyu5BZeNAyM7tVgjQu3h1ip9TaGdx11kn3DFmPdOtU1F9T30ZPYTxn
V203OcllXDLTqFHtMejjz/Kz5Kqxq/DZbvvYGGEAvdZh8QQ/du1K8rOEKYpXcgkn/0bVFedbPeGM
SNBLvkMaKnf5jLE6MAozv3XCfOrvVFjxc1mp+BCVOnQ/233S8ByQ3atnw4OzhWrYjr7FzJMiOXLw
xHm4bq8KymenIR5SgpWCPNw31hS/mE2SuldVHsRtToozeYGXUGIVqGA+QoVkiHCRr4mHBBLFb+76
18YQMLpYfIi6Xd54akJx2+sgMgMiNXcTDwqyDYjpOLptvmYsdg1ByMpbis9LP5j5rjFjrlQXN4z9
Xat0YTqrimS3jDOCqjEjr3M3ygIZbJW5ip8olq+dlZNCM010QuxYrRuvrAOz5FDAiRtPVkMtyAnG
IX7fBUPyWTls+6N5QCkQuZkMgRR5Kp/6ZHS7yA1m5URYsaFxDZZ+Jc0VecBzq8r+OvAmrmvR9/47
16lUsV/DMd61iY8SFLIYhtgc6pbOvLSgmmMMnB8k+hckb85xcI2BCNkh5ud42DllJZlLhOPfwJ5a
SPFqPzwrG2lQlMpxeUQpLQwUUg4v1jw54a00aBahalLpK9nYGRILKgQacjiX+blxG+rVs1H2X4Ks
6hj3G8f/xvasDyPlT8ZHQnPmF7sqLWpWCWHTaIXIbd/HFPbEO6cuC3ljaeQPt/1MOuqJ/CyiFDFP
aH2dUAXURTWp99978j3iw+AUOVXJRDqiyWXhpM8kd5i3zpBgPg0CdW1CUZtHUfVOvi8tZ6DzWM6D
cZMERkcZbIMRiBfEq8rjgoLFOjhOzDzWDjaWH+2xMt23AfSZtIr3onGX6rD4A5+2BU7k2VilMh4y
ozvP0K3cMf1nx0xrRH15BpCg8Tpt6LR2jd5/IDN1Uig87eq93yTt9z7UoU1Gp5g+Zk0hH8ngzNBW
TLZ5JikKqU9aDhOKTX6Qf6x9nxZxNkTngTU7PtfZhMaxetSrzcmNncA5LvHUyqNt3XBrA/n6dffa
ecER6VMRGYPvJD+9W/+5iP+BXuyvLuKb718+6/L3sLr1X/x5E3swzJDHf7LK7h+mgauS23c1JNJZ
8/9vX4dAa1heg6BDkmt+C7S2oZXXNB08mexasGb+O7cvPSRvaGUPMzGX/GZzoozirRmo6QYsEIU0
d5OXdc0hH2TyTYWsMXYoZ+StIdbAl7yTr4Vfzifh4zjd97MUn3xiUil/zpPyW59nJm3tlVIvWTfG
X5glfWePqty8j2PU92jjBFFHBR6tT8nKmLAsnsrIkELeECkgaQBpigV01Zo9551YJq6jZghQC1V5
TJqjZ6J0N8J4/KHq0H3RKsyf80HL51gT589eXfhPpT+uQurBqW6Koh+fKUjM7sTQzx2tfFlyQzxt
5x1Vo+J0Dykc700xGQ0a7rn52HG8IJoOmQ/2ntsndymOeHp5PfZZ/UAn3b4RZMaelqrHG2QiqDiE
zjRr7iJVImt2+wpydx7la5JV3xB/yXxf09zCewj4qiGSVDQUBhDCqUNqraxkND5xuNu3vocmxk7N
O+VqNz0ItPN6J0lUPgZ27wNI+o7OnLTs9kTR1laE5ElCX1m47iLMQQMF65NhXCo1aIRPcI6fXGUk
Y6TVQGdK0JvAcEweNCnYaaDsnZnovNvzp2yZHFGXu4QzkO2iqcanIQ/yu7Z1jXe2wdTOk5sBq6oM
c8lavZqpb5xNIz4RGUA9S6vnT0EQF7QB0FQ4RTFiTM7fUI+HQpUIEKbWm97lPRfrjtAyQrdtF+PM
3nVU/8GJPZoYrXG0X+NpDOcdgV+l2JV+UZ97APlXVQ7yZMDV1ccZM+WPgoSib1kKIXRZ2AaYO6mF
952XC7RiLIIYc6eSjGNEplzZ1iTQDoZ98aWZ20pQKQmZfnAm2GIKVxNQV5M5LCZzD902Qeeyecha
hO9RF6Pc2SfoOJ4Ne6l/kADCjIMQqhN4mWT77FRL8aRYeyu6LsBgkWdX9aVZ3ODjBCnnnPCdGM35
P8u6P3M/1/Lg/xnWvCvegJr1r/88St3wj2BNmcQ7ux6dWzDVz2N1Tbr8E8RYdCIHHuDHtDEmrwDn
v7ZzJkexi6qRTdqKgP5NELPl0/yCYQiVIaeD/nHWcj7Ob3u1rv6SY5B1+G2KHA+xKYI1jZZMUnlE
eGlQIDnN5v1AUnh3NQzBUN+SSxmy9Okn+BBkeNh/RMVkTU2VXf2oRIxPwhD0n+QW7V1RXfQoh1bQ
vcqWTfo4NFEnX4O2A2/byVCRbRYGEo2dLKikxEjtPgk9DO/pPUtdVFtlPkd+Y2ln74QV8mjPqI2H
jnTlj5qiD9wbabAyekQ2TxGSH8p7mfkseSZwiBB3kFgKt9M202uBrr3ZW1ODL0eGPg69rK4b8+i6
wlOHrjPL/mgxWF/IbcrjU1GD9ZCAV8tCYlID7eLMrSkPIV8hJ1pclcljK7PMfg6RPVGFKSFSYTxy
/vuUo+3JkpnvK6HxHHVB2y9ndF6mEzkMd+Lil7El93JM7afB5Enuypkkwsj0m79J7Nn8t7+9taxd
jbX0EBvw2sD4xh6uYnNVXnjIZuKwYsjq0ZZRIlAU49mLlfeQc0DuY5dpsLNS/85ojc7beSpDDmuO
fnDmB+u/Sfp6swrGwMtWGaUrWJ6RlbTJ3z9tpqqSAgce6VjsD+9M4U1ENIwBHsqpu1hYf46/fOvu
fz7ZX3Nd/8XjEfDoOzwobeSW/cbsTez/oKyl5vGmdjn2pEu/xgFXUtGV7VcTRPNTnfB1+t/J9/Jf
PN76+//6ksPYrQtoahmZR7AV843+9dvUV60MCB8L9oTVTsR9JeOFGLp8F2ex+pun9i9M3gbGf3a6
a8wA8//vD9WiufGY0oK9mLGlIfcqv2Zj9bdB7P/tYTh+0AHwn5SukQa3vsK/ng9jR5dCkvn7RODW
Iy6zPrJ28KO/fp8s6800R8zh2k0ahmsNHc9m7Yf/9XHkODljtpB938VxO4QHb3IFqdfJaM+Xwe6y
+gVFqOG+Kge4TlyTlf1gILCqA8qmMogRejcud7lyXFq9jZQ833fTyN4ewdboxK85OwhqCy0KEzSS
wcpig2UVY4wB1kj0mR23+B7iGS1uw8QWw7mfFu+DMyLXPixdzwdIckiylNEO5HeEJRMT0dK55OSM
wbgUr6npMCztKI2fC2gWNK/Mihpwc0RFpZ5GG6Vl1A2s0fe5sqoQHX4bOw9aUO++wwzmGew9WPMU
+4X0g+bai3ukAAgTeoFUHMp/CNxdTM7YJoRK3Rn1jZgooZMeVLTQlFQftVmU5c7E31DcmQuWj33n
9bkuUOhQY3XdE5DGJ7EopHFIDLPL4RWySmnoznGOb4rB8LKDi3hS3cWjUXkvXgFJsAvQarlfgKia
FECYn/qUBm2rr41Sxx/ZKoiWmkxEZh8nIhC+LrmhHlwpsSFGlCFk3f2CqiJ/X4Rp3jzY1G0Mz0bo
V/k5oEIqu12kroaoVbpQqzFgZAO6z4lpNo9OG8/9uVuqocb6MOXyfZLNTv5YW5g8kp3dpNnd0mth
XS9wMvMXNCaaX6UL6vDdAIYksLMImvTIIwYlC4kqwweaOe6XWSqFuTiZxwg3szvgwcrb6hvmUElH
ct4lQX+GpAvtaPGQhbmsUxohXkSvQgxefOPKXZb1gTqW2RI6azJn0b20aV86TwP29+k90sJEH9ok
mLCEFoowODMQM21j9aKTdeNZq/gjo5ntXYiLaLoIo4OpP/FepIk6p93om2ikfXewPltJ74vuxGat
qL+SNuyP4y5JVlJKB2GGbTmxB4ECMDOtvQ/b8tRRbyEismBlsofmH/S1suOgxk7Yt/MZfxk6FzbZ
/gl7q+2dKGxFm11N67a0480NTu3QB0bUCWH7h47fG65IL7T51A3r2zOLmvJ1tvhM7pdejvTwdaGe
9saIpwcVXRLHh0z2GNnzca66nT82cXcJOpiLg6oQ6B0cQ2CepyARaeUcJzeGxr14mGw3g3nhqYaH
LmhN/Bij01wRQl45LNcntEEi1kTA9ewBUqwqNuaNSc8igzis5inSaYrtw6vQJN6guUP3Y0CFzefU
qtzrvMssfcJ2FX7K6AiqjnAifrJHgZtXx7rOfO/KK+qU/Hv06qxBgKJe1LGcXrd4gb61JEXZ74aO
feBzmtIReS7t3hhQ4xv6rh2o6uY8qkqJ2zJOnp2B57tDV8jlEnDPsOky+9wultvZaSolMOGHdsGv
vHi8ufzmyudxVkVKmgEl7yZBnUZUTKyIw/PEvcEJ5CzQTSd0ep6V1BfiZWq45n2vFcW4Ksjqdi/8
pSqcUzbq2Ez+Jr3kTTMr/BmRKUT9koHLVUPkzJtBgiOk0+ggSbmYchgehLAydu4I8qolsdB+WL2f
CjEuVxZ7qexkiMT61PE1CW90WQ/dTS3JHDrVejKCHUh2DolGwGL+8tdXyJurdy14ZohdW9C4EcnP
fxM6p3WcpFmTp6hitfMunIwCFite63FN8TdX75sGPH97LNvnQlwveobwN5cV02TFweCnOLoGfYRS
LPCzjDixrdJ9P5O/8lih1eTPrOQuDoRxKClm2zUyra7++km/mW/WXwSMuoKIYI2dtd88adIjWrvb
VFxE/Hhnrprki8N5OEVZbPjhTdDEzt/FDr2ZCPg0MAaYrrEKBEmDXCsIfr2p81ib9Co6496sx3nf
aU5XNZX/ZojS+pkjxYa8VkYqWvXCN5PUAP+fVgNugnJcY5bJnD4NIWrTv379/vtzocyaNQ7YYp1J
3+a81CVzjyoy9GxpZxAw4VhXo2j9r3/9KOuU+ctUiCyYHw5Uo7+aDyeP9/srZrfWyGZAQT/Vyj+4
Ye3s3EqZx7AMuSGCZNoTZ5L9/Nb+h8n8h8u7+D9D713Zdp//12P29TOIW3c0Kq49Heu/+Ym/RWD9
4XprDLBn2sRQkND1T15TBP4fhFgR1/lWLWvSBUOMJkCKjHyQ1ArV/1TLun9QH2ODnsFa/BVCuP7v
//kNL7Rv/veveOUNZuOD7hPt7JLuvDbduUSt//5REcXSG2oO5XEsUdPiLhq6w1iq5oL/Yyox1yPK
Qb1g3TXEMh2E8FA5lQ4cWZGXX2TTVq+/vHb/AtC8OergeBGn+xSO4O6mDccJ3iC2JaHFQiJ9ZO8X
mM9pG9hXdN2F+9SsxnvdD+hYvCy8KS1X7erZiD9o1qYPWNCX57/+TQjL/+1rtB4CQEe2PW7gE/Jr
G7DTvx48Xvn/qDuv3rixNO9/lcXec8AcLnaBt1hRpZJK0ZZuCLUsMZOH4TB9+vdHd8+MVdJK61lg
gcV4Gp6x2oeHPOEJ/1BlTVThxNV6ZP+TmysLC/mYHWhfbc8W/xEBv/WHuh4APNijthmGstm7Uees
ZBeo55NVaEcrgF46ToYB+x/uQVUP+Zp+4WLkNl3LqG3RYqBeAIYpHNaNPaKANKnXldUC9WvCVZl1
8hz2mnuAdBtdlM2onmGU3PqNYeDWVWJJeGzkoFw7UVlc6Llj7T0poEFq9EFxXbT1V2MwbYjWMthn
VlocTNYErd1sX/Zts+kh4UDNy+WmN8znHPczvyvTRx7E2KLuP/7o6JH6QzOjUxvToAgaXptZth+8
0LzHl75ao04wPKUYs62H6CIDO+dXKoqbqJzZiXrRR+Ku71qaL65m+HoRH9Iyyr67CbaNmdAi+qht
tHAGXrCHD8s5/HrklLVqXPUN7eKpwsaAxGRYp5HV3BVQyXzXK5pdk5YWYbxm7Lxx4vYZTHxUCh02
NpzFS68vzWe37cgvxGBTPEqegShhxjZyOV4GUumvei2B31oaFGMXujq+FBOAqT5XoVBSUNVR97Ea
6TuRXZtPWV/F2RlL91zRojjY1rgk0tE7t+1yCxNCRQnqXljqd9vh8wmEURZ51OAUaed/0Hw/M5ro
1dbtR6BI7SrNKPh6SatuQ/QvFp0oa4S0QKiPkvrWYGfPngs909OonUCi2BFtjgu3s9pDYRrtRlqk
lYjiJAh69Xs18aI7HZafn5qtskymDPbYpPlRafyReIjGDhqoPd3KlzF17EVv6Nmt48F+w2vxHJS5
2CoCA+c8tFeCa28x9AroMIrwfm1HL1oitsCwvqdUfBd6ErRbIVKo8WnSboPUuoHFLRegNrf0NS1o
5G7ug9G5NIAkQGdy3Wqntqq6IhW6DiT074VqqD50VfUoMsxM1hIy2TqETXAMg3DcjpP07jRysZ1X
Ke75JAjd8fMN4rMgVrVL8H8DUhgt2CcXGvBeA9Z/LLKiOy8QZ5tXct2bK+GgtedLXSjZUio2ODyv
6aN9yWkCHsztl8h8hNlCl+NTrKrplVLZG8Wa1yAVd8U5NEiZa/DwUjvY214nosuysymogBJQwFE2
otCRs+iRH4L6SG62iEQ1aFdoVQ4TzllIfqwddCKajdmLDCS8m172wRqVpZQiYrmzEhqeMJ6XbRfG
lB5kgDMgPNV06tGgtyaVH43EmWH21vWYTK0fTuhsEH7D91Eq+PhmqT9lNCKeOPDSY21FWUke76i7
TnXwmw7T0XrMzUB5USNHXnmuVG+VLiwORpAjeUGPqfqhwOXySz2t1gggOYusHklJVQGMUuvrRTUM
+K72TbBKXLXcBaA2l07WTohOZYAvrQHKNlqN07cxZ2P1g9rcjbHtbVyv2+pa02/1PnZe05brY6lq
ffNQFl11E2FHhhAd9Kx9XwPCX0xCg/yZdBFRluOli8QUeIBaxbjAZaDYDJXR+RY6ENtar3uVDGBI
rwtWGGcay/WYw4e6j4CGZoupi+JiLaFU7GgHBun95PW2e5sYWu5uBg2cGJJOkVWLl8mtIKUWI6JL
F7FpJmvPm0lySQtj2mBtZpxPwjqIAgZ2nhetfQ9iQLsNnOKcbr95iZIRKDCrR6OhDhOk81JTA0GH
ADvQuJ68tZbPfaZJf440d4lR9Mue8sQC2ZRuUwqAMdxYCTL4GF6uEtloPrKx5s6YfUDTQiaze/VQ
rhG1Gc5kYNDm60up3WZBCf65wmMSIrETwvFTcco8ovP9aAwBOJ16dCfOiQIb9tTJ7ly3C2IsHSHU
QYRNkufRsW7iGrORxdS7w5Eq0XBkyQywAKM5ZxKRQNksUpC3aIR2O8sh3iowt4+em1m7Pmhqn6pR
da5CPqXunMqbyK37rQWR5CYc8+xGt5Uj+73fof6YHqQp6fdNgVofQguLXODG2irkzPX7JMu2GCSh
qZcUKGpgrLgZ5oxG76b82ra7bmlUhkk2nznuuZcYqC0a8M0QrxK39VQZlAI0Q/r54GntTawQ17Ya
haiw7JJ0IavWTjn63BqprNoUBycy7W+CcwgwsCyTQ8cr9pUQpu2icKzmFiJ42C0rGQfX/K7a9HWU
+3D3vfMeLMeVUdARRCRbBxna1/ZVYUca3qmtUkMKRIV5FVZiuizsyqGuYxobzSYdWtkp0EpUi1Y6
Glh3Vplb4dYaS46BbmhptTrnA26caxahuhvjuVI0dfnKy4AiLIHu46mq9FLe0jxOj2FST1ewrSHA
TYa6ye1sOs81odw3Ah0MRVc3SmBiO14H1pkGkBp3mLR6yOb68xiUxoMOjdOnJO9ty0CpOByi4pbu
SPWAgJV9iHJVHEcXjGwC3Gtth6bccCx7vFP2XUgGuEbxgjNYd4yOngTPvhg1eYALb3Bqxcn3mq7g
tYyICUu1r1fhVAf7KXXbG1WHMODbEqldEOKKsYtKaYwrmcge7Bq+vCCHTPHgNQPaW311C1VTPMUm
WhLVALKezeA+paPOVaegagPkkiB1GZhNtR5U2FuocoZ3tlZ0aB1BZbwy6krCV83G/FsyDSgW2Fk+
N1fwKEEgOfCnDmQmwg6tiwZ9gy4eF2pUn1kN5m0gzozmRztAmk9be1U5dbo2lSQ41pPprnthNT42
jsWVp2biQM1a/xGlHtynn3tQnzIWS1SAFWlMqlBjG0G14braJ4FEYwFVvK2eVRlSddqwHKMuOwPD
Jx5+HhAhVb1zeDnBw5SBG8taJDgFnDODCE5lpwVpEe9GDbanz8oq8e8dIIElHeIsZ1NvSPOglpl+
W7fY2zRdrN9msjFjRM9MMXioN7tGe0Ppr/0Rdx1HgW33HDNuOxynQTbxHSpTM1IYNUlz2yk2ew1e
L7Uut2bBD20wbKBdENXZhT4cf17LVGNBwSBB4r0i/OWde6Xb/CjwZQUmY4SmdpuChqazBF22owBY
o6CEQQGdOa9qg8Kf8Gcb1nkYjse6ad1ZdbL/jkmQ66tdGByj3IY4Iufg3jJa8WCUUwMAXetaoADm
cPz5fxJpsCATy+Cf6IYbKP/1vXiIPKvusJ203NhXKOeibmiOnG9olc7QPmE/R1aevtpGau6GrOBf
M3Gp3bl5OISrftCGo6rY4sFNR+zFScgJvZxkAiHU2vyR3YkH4MHqsSPy34ihYnBIIniSy8rTFrhE
NcpNjvrCvi67CWaVysEUIoyh3LimDI9eUjd/vv7Q67xLdNb+TFV+K/W+LXN+ndqukhg+A3Su4zBq
//MQP9dlU762pz81D/SPHyN9/GvgmRL65n8gCkh6eyVf6vH6pZFZ+/dMc/7J/+4f/pUk347i5T/+
/bmUYAH521DWeYMF0udW3X+ddN88yR/xv/2/+umP+E3a/fNf+6vvbf0NsJANHRXZfJ38m/TtLziR
SQpNlknP7B8w37+DefW/zUvZQbuEVpdlzLb1f+Xd9MGRvrbokeOSOZvC/07e/ae8/S81Goq6gIhN
utuuoc0Wmwz0a3IZjk4IC5xMOqu0UtkEIQJ4MXKYAOZqxzqD2w5Vsp4m1dc56PuFZrTj/US3R9t1
CcJ3sHPy7BVlkPEmBKdhrHWzTbbS1ZONHk1NCkk7oiLo9CiawC+otgJMut8kY1USy9fhD6sIq53b
KHfFRKunhi6/h1bSEqEbQf0tTirskYpY+RG4pnqNsJe27q0h8XnRDyRkiY+6DBxTV/a0EKrCaHai
TsOnQc/shzFECSeKnewaaziYqEGbprs0NGGnWd45z+1x8HADIEYGUPIVwCEwy6zuei7jwiRltuHJ
KI3pi8Dor6hfgE5MZejEqD6U3aYxO2kgGxeZWMK0KFrRzEXmCzRvjj5zhTn0PmjACJ4hjkf04EZ1
csMG0Tti2GEUS6cJ0vZAyy7elNTKDgmum/AoiAm+q8AThjsddd9iNwUJEk/0zV6CyM6QUMsgakUu
LluQCqrsDq2AuFmOmkdnPU9CuGpbVCWC9DmtypQaO2rKMsvvwRSNXrcM+iC3q43rThBsuskdQ2Ts
UBnRIrhEnay61z4aKBwmZKOuaGAAWrkMNOVF80pFopppgbf2+GCh7q0AT8uyVpZ5jV6+ehhyy01z
cgUaQRcxjaMyQpEHliwYylC3JQI/vq4VnnYAzVmAVO5kjaaGNIOQkBeDpL6nX7TIWUEHdOeaetdX
0rP9zkpK99ydGh2VSKKzYIUGs/0tQFJWWTS2WxE9TbBYF33vek8SaT5tUVqpt3dqEtZzAeVtchfD
HBivsanI1TWSUCg0Z9wkvpRkowckM83u2jbzjqWVkws+WFQdVtYU5OOilHXnffO81L1FILG8sEUS
ybUatemVY+MLe00OX8wRqqibe+Rr7Ptg8pIfkVoY5mVVduJxGLlENwBv6X8McRb6FdCm3h8Iy44u
0nmpL4WSgz+F6h3dNeR944aGFApBvVP0zza0rNBPuXOoCxOTPjdVFAISEXob7WF/Tb2vCQCtfmsp
jXeG880EQs6yIGBqTbifdJLAhUIPK6PEEevxqi6USS4JD/tL/F26YdsJYCSTS0FsbYAYvBK51O8s
i5bXMoir8WGueI1LNG+jEjNmma47dLDQd3Jb7UxDHZe2DugYqKydcVvFY9D4nat5d8nMHFxV5Rjt
6nLsVcR9REh7F5kMRJdCpECeVLev+xU2f4TDkYMgy1mUpFWzhd4XIW6MfAVhcoiaIyB9tVoOk5JO
t0UkALmUI2sROc1KMy+RMZHtQh0N50c9FJntK+DpQgBrtbiVYB7bnQB9Cwtf5hEWu6Dj81We2igl
a4h+k7t6Xr5qMazsod/a0ZNIc3Nban106RA7mOu8oJJEczoh+yk8U2n8XtP5KAG55R4qMds/cWLz
ZaIZdxT6oFMe6wEWlWGVvDou4qfrPithd7eePlLQmSIVuRcli8szlO4EUuBqbS8HmIXbXJWwpcYy
LO7pn+rfIcuHaJhPbvmNuM96GDTZIo5S2+gRwU7uq4WwAopEveOkSA0jx9MCUwpD1DkH20B0JIYI
PlaEAPuU9gzuI2F1ScvP+4aiDAIbPYgKdx21Zr4rHeHFa7fS2sDP54btIu89D7uIpJrI8EkZ8EWo
sPwDZx1T9PDHAHmoNY3OcllQogvjPcTi0NnplVdCqVZiEypIA4SiaBcd3Nao3BgSYQ/orbiHBWug
AdHkK0Gu0s+NZxg+SmquPdW9r0Ahts9FaScQQ0L6C7gWwE7oH/Mq9FaxXhk26aWOfpHbLSkDiwSw
O05aSiCOTq8TY3ULyLhVBz20r3inRNCiR/XuAhR/VmiAMguV1VHVejMrDZlKpNAv16SLNYtM4KwM
P+kdxU+qR2VYVZ3uEkup4CpwLWrnEGYHXV3FUuPvXUVhRzt4PUJOW3DsQMam3oWZNLpm0Cg3iEjO
Ab9ay8DpliHy3VKuEP0x+n1uRbC4FrGRUl04KuYUuBAQTC+v0LnSlGcLeIRc1H04VOdmwgcF2ao9
opY7pjejo9D9t1w5IiOBYvRNXHkOarGRBLTb59Zo+yoll/oqATQszwPDdPptYgHX2FpD07wCYm1u
8dpth1VL1yDkAUX+Av2MDiv6503rQ6SvRr/EKuORRn003RLp5gUIX4caXIewpbXJGzjNl3pqxGIf
gp+FOjKo0BJCAS4EpiMADz5BBmga+a1GbzfVbOebLNiDjb1scsqK37vcEjADxtqe2st2kogWojlF
1UIkyImtHY12FaCTqpjQQ044jg09au2dMY12fh6pMiSL5SA573OpWiscmdAU2qhFnJkXwFsG/Tip
RW74SAZG6boaEGu+ShANMJZ63OmP4azEuci0SXggLNykuejJKbduP7qXLTPy7kFHlC6HCoRbqstB
Z55lascNldap0iEeQb+yuGxTDYyf26vWpVo4aYUQXIsEZDJ3zZ4xEQ9L3wXp/JBVSohaHrzAC6tT
xhtLBCiSRybHJipjEfpfpo6CjbbQdKk/anFNZYRDxywfUQ+Lv2daG4foUiGDQEkZxM4uV8IqvkIw
qLjRRrDG90oyUASmIJxm+hknB4CNrLIRvfdDzatfzZJJ3ZduXnirMsm7CGJEW1kkTdJtgn2dOaa6
SWC0Tmt0DGFDtEHTd1Ql2BExRqwV+j5noakmz+CYbbGC+4JWRMRaHI9dPkTho0Qf7DGxBwu1k8Tm
QROwgHzTDNe+VUnIS05pdI11GxaKJXJUo6w2XxMbIkSeI9i4Fm2kBecSvaLpWnOnEPWOEb7MaqpK
z4Ga5VX6I8xE2Rzz0SqOiIM4j0lGzrOCOqEbG4kSNKV4+JP1ClQFaJsewAr0W7R0gbJTlou7R5mo
FrKfVZNZ69H1ZAf/WgF0Pas4U6dWw9GlRmRk34GaEODkUV5bG8MLpmiHAscIRsYWXAX25CQ5Jcyu
ZYpGpUiAHI1XdysjtDCGiJXRXBN3RQdt6PVvRTYklzrkq1u3RB8D0U/NsFZtBeTLb+yOKJxqUk0t
l3i4iUZ0NSHJg8GqMtOolmPq1d9UOMQUYSMpEZPrLUdZZTC/08vUEm16qWkWwn0yLbztFKNqezYi
revn+jDgLAM28iwAPPoU4CNClceq3Mdqdolc5iwa+wY3iTxdqgGSKwtMviWkOwJ8G87yloZFyGqG
OvsK+3a4E3CqNnSYnGgLvVVcT2zVcW2MDUs0dmDG2UxhF+pdtqIUqF4FYGkuUX5ufjhRTDVVU2Op
o4uD0SHiVNTusYgzWx99ddaLgmE0XhwhYOBlU8aet2i8HrkRW6FF4gB8DUJ7DYPS3E+RCeoBsJgR
/chTUKxruFsBSnom8hq+k+eNt6s6w/5eKmmyL9vOaBYhjLjWT6fSRac1VYcnq65Gc2E4FdoHLfFi
tNCazM6Jq4PaOQfrHh0ULQCFVjY18FZYh9Rpi1I6R6J07wl0WYnqXsuSaPEYgTGOYAnZQ2IiVE+U
291GExYQ26mNxqPdSQ6eEWXZLehNypD5rJa2ctoaOS96KeUuhxkEcQk0Es5EKJxCvbB6CXV/kFq+
6mEYlpSoONi/wAXMrcRfs0GHLiNN4tncXQVLMsOvf80Gy5pbviqQpxyGjOM9nazwJimCYpllNKQo
jRQWDA8lPxox8gxIhtFN+SV//qDx+rbZCbbEMOg0ayTQmmnjXTX/+S+4Sy7LCn12DkqRq8EF+mIm
duhj8/r5KCft3Z/DgGbSPGf2y1Px5ns7zJTNyUiPbi39EoFAdtXkwv9Z9NGHvlQWHoLkIBPRUu3n
WIptrVW2MfkReIdbqA+R+AJs9H7epjMn4HR6bdex9ROsRJvQDsnMuPThmJhrzSaJLoIxvPp83h+N
QotddU2DfQNd6e20U0xBOicihrfQ/96RnpgEGsFXXsAnkCS+IagS9KopXmBs5agnL9caXJK3BDKQ
apM9c4zSsyd3qMa7BIGq8gvs8fs5OUC18N7FKAgnZv1kNMMlT2+DviAsoji6GIHDrtRAdM0XK/ME
c8SsXEyfUE4EzQJA59RYG9y+5NJhbwRwmJJ1iXWHWARjLeknimKVAtYNdp9/rvnR327H2TcS0hie
1wAAZjLFr5vB0xyPCw7KKzzl5rWOkcq1oqjbq5G0b9Wpz5859AdfhX+VfrEeT7A70DQ4a8FZUxmF
iM5yeTs0LaVBt0DT0tH1uDVTkopX+kW8YMoDnF4IjjnDsqGr1X3xPd+tHl4yIHLAJoCtSK5ORi5t
VXj2aFJHSDNECUIA0ZSKmhzFPtpd+uPnr1ibl/ybdwwE24YWj48cnnJgPd5OVBexyGONnnHcYbpA
ejZwMSQ0hu+sDoUZn/EdlGci6x4rmqDYWLVD2w7q0vfPH+Td8uI5OHYp4ns6oBr35FuPjZqgPGnl
ftK6c0xSTKQQGsogoa9WKTqJmJJ/uaY/+Mo257yhY3zvUAo82TtxAD4zRZLCt1rLus9LELiaHyce
nfqsoBy+8UJ3SqJFWnth/oW57LvvbNHLdCFozPuJjXvy4jWaSuTAtLqyDpS2ak1RSVLoNq9hZJLC
/NbbNWZ6HcgisEMopPCKTxbV2NAEGkxaMhn56V7KzknxQLQfMlAES4y7WOKfD3hyKs0Dcnlx1FLw
ZYanAwqgFZGOpIFfIrO/lYnVLbOvz/OTRUPZWHcc9uhcDoZR/e6kxaspEh7mO22ai1XtJdpyMpsI
YE2vJ1tbHb66OE8WzJ8DzsPNJFeYWicLxqZTCcdJ0EMPDf0xI2H9NnD4UTGxljKkDoTaERv183d5
slIYFDgkGYcGP4LY5PREmA1k+mScwe9K/yOgBON7pfyR6fbwxUf7YCDks6CV8Is7xTxZktEYa0Kv
k9Af2RYLUMYj6gFobiV6Ov7+UADxbNILBvSwSXx77PRqP6oxScBiCNCi/zmpjPB06c3T+/z1nYDr
2N3cVp5LWGFRbZ1P9bdjZYFtJVguRT6ttZEiCNouFDz7tjsk4JqSs2BywivEwYKLCdnHaaFZUwuU
bMinYNOZmZ0dhDYg+Pr5Y71/2eaM4wWHqJrQou2Tl120uDMlTUyJeCKto02Pbrkrk5U3/+73hzJY
OaTIBAnvXjaWQNFAqzDytaq7c2R/1+XyTuX3vz8MwSt3l6bZmns6I3yyTAEfJ5w71xapZ5at0IXE
Irets3/h5UEDh0pmsFJZRG8/aSzhTnYp9OS+QSc8iqfgAvoZ6vbz7z6f1fstb0Jpn5nmMMlAjJwM
RYElS2uc6bACCZIt1Wb299DJaYdpSrKlvxEeLPiLz5+PepKJsGYJ/7kcYLuzQJzTmwmquEJ/H+1/
TjgPEWRyzYvekvLSa1rWaRT137AUkLvMpZ0D+SX/IlL+YHU6rE+X1AD0EbHy2xdMsoz1HFru3P+d
0I+OmumPZTbHBnN/+Kvr6f1oTBVkuaai0sO4J5d/nmdCQtDEP6aepW8UCt92e/ffOAveD0SrzyGy
gm7GLTjjeX+NKLUE2DVqZxQ6p+HnTqBx9i/tBHQOABTP4TiGeadvrxXlEM+0fL+ycd+L+Ub31SA7
2lb87vOF8sGMiMtnR1um8z6E6dvWDQ3AKICWkrN5b+dqfPav7G0WgkniCH6aE9s5eXGZZREBV/RJ
XTMq99Rbf+QghPZJ1P74fD7vAgcbeQniQKJ+8jTysLdfCLQIbI6WckdialjOWX23/Ho2HwyCqZIL
1pi6+ftBWicfY0zcA0xFi+LGtKLmlR1lrn97Ku6cxdueyhGFG/jbqeR9WdEJAuuWdkZ4xf1S7KtW
fpXTvl8Azvy+dNgZCD7Rono7CvFtjDZAGyz00taNpcncug0KMYTPXtoQwX8+qQ+HM+ewFRA9TfqT
4YKxKQJnpFSql/14l/XDtJvx30iEO8Pq94eCbEIkSTJtvdusuCyNGq0BZYGkDLCszIvLvZqSuJdV
7H5FRX23JCg/gPJHXcZQYfCe5prwPD00cj2sUTF2Wyvkfys1YvF9PqV3oxA1moAhOBhYD9apdbeC
mVNnMgxygSy3horrUozub7+4n1QFSErYJaMl4Bhvl4QUCUiiOsX5g6S938qZFEeWnjvXxJJmtf98
Tu+CcEYDxMEhRMBP6HiyYwdpNK6NRyP9jDS+x7EG7AJqjdejBpAQR8rw8Pl4H71DOKXgSbgpiOtO
xlOTxK1oqXsYflFSVmy9Ww6em2x/exTmhVocq0E13sVMCFirJRTjYBFhSTHu1XwgHXSDoRrDxe+O
5HLS6S7xGXUj4JpvvxYGobUwYzjJel5JpFYG8IKLxM29+ouBfrJIfsn1DegT6hyZ4TMKuoZ/vh2p
Cfse5yH2bjaf3Z2XDoc4CPQ/ctAI56IBhA+EQJSXAtdmGoKmkcHExk1mM+L7hu9ihHIxygbEqjg0
qspeHZG+A9+AZ7LW5riZOaO8kG1nPaIdbqBAEmXNhaPl033k4ae1ofA53tlmW4p9FUgaUU6FUA+N
WzO+oqVNxbENIcmg02VX4S5t6DRs6V9+q4LeSM5yZGMfGqvFx1efs6y7AZrpBTV1XJFo3gDZtFCu
uusn4YYXTQtqDkEY1ThWIUK/ywZAw7mHbe9s6hkGiPWVhk1dGd7+y9QNdr7gLMdBL6ztYTuFY+le
tHGjPSZwZ2lbOZKiz29/d8oOpOTU7rhYT/cNbtQNvEpwljIkhm1SpaDx9OU6fr87YXRwl9JdpNBr
nSaPqIsKdP+4HpB6pZxkZENwUXiSGLJX8BofxfRF0e50e0KWItECVKUSoCOGMD/QLxXssu4zSkR4
AZZI4b8OWKRtYAeEX6hcfDAKByn1VSpkVMtPC9iJi6WABdxjgcgYoTgizjDolfzm8090etkxFw+M
GbVHDgJKcic3eJDFumwiFdfyQpZ76OJoxjVZQAaQ218mGh9MiQyNDUroTyB8Gi6kCaYcZSmVhewV
hPNyroWQxuWfh8D/GkjxV4zif25eyoun/KX5v4Bk5HX/10DGxUsWTy+/Mgd1fv7vzEEHoKJqcEBT
8EEKY455/oQwKi5SpQhYzBEey4QKwz+kfDSXf8mEKkxkRvBH/PJPCKP1NzTMWFIWvqrskd+iDr5d
opZFrXi+6KlUc6x7BIBvt5vU41CjhN5sEMjZIY2zjIv6jCbS+pfX8UFf6m0W/Ncw1Gs8gnMI4drJ
1TFOFXt9GpuNVNAzb9V1Nv4RGD+MITpmZvpFRDFjQn8pSv81GhGFxVDsPECeb86QlClpOE02G7d2
LkJKDX5c9d9jxannfibO0aZYDSlin+aoUb6MjgQ8j1qQ3xROfBB0p4f62rS5YIKw+UP1vNu2Ue4/
fyHa/GL/eZn+9YwusBuqDwhTOPN2/uWc03pE0gdvaDaBhyHuiDymISAiCTY4Wh/KTaRVt5Wmb61Q
uRapDtxPERVA+uFoJt65qg+7VMHAWFiIKkQVFC4FSuLnz/izhnz6jKwxDmRuABo381f95Rkj08Lr
3q6ajeGY0I5QQNJkve6SCEpUop8pZvndHDCzE7j2Qh8/UHrGHQCZiMHIt3UkLXor8gHdx8eePGlC
MaVESnrhqIG++vxRP/riZOSsYHbaXKh++6SK5RgOgprNBqRTvhH5iDNeDGYWiVUMGlDV5cxsqMMj
sT6Bo/t88PlTvXtNNEFUeLwwce2TCEyVYBBT8ACbrI43hR2wj5SHz4c43aaEizD25/WMgYtGPPl2
fpR5SNKMpNkgqrdHpm4bW/iDoxX/+TAn7Rz+/nkccNaGys4BPn2yKu0W8HBSRM2m9uqXEBHrwyxZ
tSqNDMOH3MmgHmDHEY9ZiCoKVrhVUl9//gg2B9ubtzk/Ap5DKscfGgn85+1UrbxwsiyFwUjrDHvx
OAHemIvuD9BE47rF+lA5C9EC+xaLGFUUJdAewtQyuVele65aqYA3kmfxC+qMqViB5nKB4BrDjkJc
v9Us/qo1TsPN41AHh6DyLkTl5AercJD1Szu0QxAsj0xtoVJGIPEW2kaT9iXwUrkxwhAEZuhcdoAV
hmQK7soSkFGbhOdEAcaWxzhXkHZYoRZpAf8awluzVU2ffm7k9ybmcGZQXrpCd1ZmnKgLZNqxo6xp
pTRqdN6nOMb1TrlrR1VD5x2/btsJfVCyyjelxxZc9ZCHCbEsM3ME8LGSXLqBqqzsbmtg3bwyuhbK
hRd9sbFmWvu7z2GZs5jTXJblvnj7OcoczZoub+pNVgXR7HQB2DbpI5+j4ZqemF/08TUEtHhTDS6u
IEJEGIwVtbmLKkN9kbF1D0S4v+wlGVfJysYVNUdHJi8hwIWu4o9deGg67EvqkAOZKSvfBsCuC4Ew
+6KutPAxTOATxgnoD7QwlyF5/QLFwtfPl91HGwxlUvQjfnadTiUxwI8OFtSWmgMEMH2G5+UhnJrb
SmYvnw90eu7Py9vi6qZMwH/Nd9pipFd1Kdt6I1TcBIoKxWd6BZkyGzBzamUS4fyuyR4S1sFXCdwH
n5IaDoISKja5bO+3n1KFtKuJVtSbJi7Tl6pxD5E9aA94An7Vcjq97pmkiVo6mi+cq8a7kYKJPCsD
RbCZCudoyWrmj5k3IWGGOZnHOBA/fvul0gGllk8sDzD6tKqkKfhfgkOqN2obmyvQiGfaABfAslus
yJFARu61hfT0+aAfLBkGddBZ1NAz4Wu+fZ3krUk2gJrc5KGR4hadnJs9FlpogxZfjPTRsUzJhw9H
oUSDHHlyLFug4r0qrWB1O+IlHNMnw+mnDXoGPo6m2CP1w66X7WulNoUP/uz5X5goYBYiKRJN+qVv
J2pXbufUHuumBvoF0vBgR+26gY/5+TAfLJoZsUTB2yVbYry3w3gyo0USFPWmnPQOFe3iPq4zHERE
trAz7VZAffA/H/GdNgTrlHK0xZ1tIw9Bw+TtkJqGPtVQK9VGRxzimx3CHRbNLoo9Tt8xu4ZHGS0V
wxaYz4T6yqW5+eA2YtW3NhrpNtpF0SjsLxpGH39sUAwqJUu6qafrypaKwPcl4mMH6rp1kAqv3PFJ
eM8zMh+1qUGBmyaPloekXI/u1RdR34efgZwVQAWpOE3qt+/EoZlq1b1Xbaw+uW69fgOH4xyNpotR
D/8A2REuP/8I82f9NXqavwFYOSSRSGpIkk620YiMGSemVW2yyUPMsfxWJd0X3/mjKYEL4fIi1UKR
5eQOC+0Eq7eprzZhHWH13HYFdKx6XPfa+D1Uw71UvhjwXQbyc1L/HPFUuyf0ogLCzMiIpYCDHyjd
pZhd0/Oie2osoQ+r2imSjQnCcwlNf0vB61za6UPX6JTCxdZLrGETOM1Tl+uHsFJyft4YtnAkvriO
PjrETM3gZqeSRBJ4EjijUAoOv5PVZpbbc7Lh0BvVBUyt3+oH/owr0Zz65zAniyqV8Itt2VUbu8Fw
WaFqF2Z4IgEjjb44RT4IH9+MdLKcEL3xYqixFW5T03NsdKu8Uy4zad8jZfDVV54vzNOl+/Oecyhc
z4i9t1ulRyIqMrOm2iQG3KDCPE/hWy3qVLtoXOuguhk+PtkWdYBy41jh9e/vG1TRKc0hfGnw62Tw
IQYELFhiOeSvVQHI+Y8mH8T3/9koJ4dy2caDHhGZbUagvtQKVmOYfZF0fBARuaBvqFxz8JO8nawN
NM6qoKkMsanlcOjK/sEbwKxjg+lEwQ2WsNnS8qCbfT6vD09ZMGu8OUYF3XRyJhS2hPglEOEDpapt
0CjGzXm8xl902g0Oh18QJwAwG22bFJmxCzTz9osH+CCwpuLD0QbeD4DAaWU1GcZg0BFo3ORCQ1Qm
w1UdQpSdQkYL87uhSh9MEb+2+v9n70yWIzeyNf0qbb3HNczDojcYAjExOJOZuYElU5mY5xlPfz/o
VpeSwWiGSbXtRclKKVFOOBzux8/5z/dnhUdjBCrnMr+y81oXPn7uylgooKXhin9eCimpLOtpVVR+
qTWBvzTZz3iRHoZiMuxGE1CJg0d0NCO7r8dG2SPSHv1ukL0oVg3gi/jKkUxJ79s5iHypLvZhq+Pr
3g5YO8DqxSRpcjE+S3cZGoOGBL3TlAtW8UNI35Lw2DZRe4DU+jILDUj7SQODbKV+17WwqqQk9Q2U
4I6kDKLbjcIuo3flS4+vl8diANwq0CiU88Z0YZldXZAKO5aDmKY+cPFYnD+OEaZo2DHeVY2xS6Iy
2tNeProUsADrjPlNEVbdURVTKDJL7EGdf5qGbHCqVNlPzYQnRqz48HVqRwlN1P+LTmelkIouAAVE
uTjbe0kUZ5tBqB/1eJY3M1bcu2BRbqNJgWlUxoWHX0jxVVos2RbL4FDjk+W3CwiY1jSPQ6llm5l+
dUevemo3khRiKEc7YNrgmUOi4hfU1re4TU9KMe9iAQB7iILflspGO9AyJezK8FrB+cIxiRZAAp0n
o4Xj/77fUYKkUKwcFzC/Gws6g8cltFH93IttfBdayQM/deUjvDQgFy4TGBiCOBbb+wGpC4KtjGpA
mD1I/CpDkNNHohdI6d7EyMsZu+JKcPMhpcXBTK2MCi06DmRqf2YffktpqU2UzVh7lgSZtezW2px6
JL6Sx7Iw1ha7+Htf8w/1IbW8ytLu8zz/WZXdkV+tuAllXJCCKsp2kpXIrhZP8y2+r8WbKsjKpqff
i7pbBqj07+8UpoIHKkoe1Huc0++naTbzdLassPIBhhxNo9pDCuv2Sx7dmgpteQ1Ouji1L6jfavnX
IJiPajP2V/aKC1uFufpV0V5ArZZK9/vfQR1rBUdmo+S0Qe6adbT3dJoTLYZ55WnXRXZ2plKTXfdD
DEHIOJydqUpbVTi1T6Uvp/k3PdE2XDiuRNjr1v5hCDLqiDdWv5HzCJdsRd1jt1H66Si/tFCnnKgo
Xmi33pKXwXiG6EcPlXuj1a6J4C8ddSiIiBmoQ35k0RVpgtXIJJY+yr19amo/syp40tr8bo6KO63U
cF1Mhiv17gsBEU7aLOL1OkHO6OzNpWZjLiKwej/FH5SO0+WRtk6PYru1wX35ymCXpnatD5MIpdrx
IbvRz2COJtOq/EzT74SEerTaI4JXdGy9ygOuSo9KrT8mkXhFh35pYqleABbF8I2A6GzVaKOOf70q
Vf6ARYXUepC6aR2lqdmtasmjERtz+jR9/fzD/PNGeraQSFJqqENBP5B5Xj+a3zaTlF6vVuNg84fF
Snd0NR8lieua2mpvCjBvXKJmCt5T/hbrHdbkrVuk6UGadfrG4Nc4KWQTnLAyrG/HeXHCRtFMCMJ0
swkl232T/FDVilyg0HqhAFms0BXNkdrmETram5V2X41qUdxqkZ4V6Mk2ZgmnxUgFvxWsyDZLurAV
DGnJGofkGs0DeZrB7tU0chNsQLymxQ/UwClhk4PCcYe4fvx8euR1X/owPcgfuESC6KAl4v30aJmq
V9YUlP7UghAXDcqS8noBqyj4N0up7dW5NzZVIO7nNTqIBLn+ls0FXrHZ8ihGqtv1UesZZb7TljJB
HlDSDbPiopJY/aqbSe4mYWxtSj26lim7cDChDEF8p5CGUD6IopARxFHaVJwSOlTIid/H7gtIMqs3
/JHORR1MlWle+XYuXBol6izUhGhXoTItnt3FsmzSYIVopQ8Cr9v002Q4ckYGouJcJgVSiZt4oZvF
0oRgU2Wx5GC3w1aSFLSzB8qzZmpvKCxfoFaOdA0t90mlq3sQsrUnltbfpBmvV7o1SEDqRP4Ewsr5
J1e1OFUYvVr4okWitkuelCLobErQcMbEcFr/mF8TJB/2DQOFmDrfjvIoXTmXPm44koQGT0Rdi56M
8s/7NTYldSUFWNj6wpweslk8Aaty0nb26H91ixmuU0wIa9JM//ni/nh/AB9jQuMjyYm654OUH/pa
rAVDXPpZX8WYAVp+FaF6nztASOFbE0SPrFIbIuYNNMfPx/5wFp8NffbMdRtLUL8yjsgOOHsw7eaS
+kE1XImVrgxznhI3BzmLDIAdfmkNN0XWk1xtfbm8lm/6cOCvT4OSEt0mr/CDci4UIRAqCRM5TsDb
A70uD5mk5t7nc3b5fSFIXkvmyGpXu9Df92p5MXuMKpOSOkW6kTv1MdLxqoujt8Gy7pDQ0DyfhYe6
qbcyCIN/MjgHPu0m0IOtc7scurw7LgP07tWVsC965R7v8T/mtINpWn2vu3oXJlHmmM1TMZe7K2N/
uGeu8/vb2GcPnghCHEVr32AY9xucED0USlRqufTNOtSJ4alWky+TKTxNbXVEsnnlQ/mwla7DQ0Kj
bkmGlarH+3kPCwO+SmoV/mC+RbOMGDM8jPWtnCVbWg2uDPYh1jkb7CwnsgihwAXaKPy8aECoyJhU
9O6oyWSts/9wqHVZ/3b2ByLFQ66Ghd+KhV3SAwYC15aGB/qZr6SZLj+URiMUsT964DX2+W0kBaBe
rUt8IH1ngEbV9WItFU1cZZf5hIp8+CdPtu7vfJH00p2nBHMqkrg08mSzBfEnBtNiN0NWbUAXy24/
KdmVFXrx+X4b72yFGGM69CCPCz8OqztDGm/apt7VEIhFudt+/jFcHorywtqnjQrl7KUlM9nhDBS9
L8UoASrcKq22dJosHwkPrxXTP8Sk62KkrkDyGnErDUTv3xvd3UVAuwLPNau4Q+u5Fzf6qbc6r62X
XZKhR8Ap+vMHPOvMZhap3JMP1P8socMWP/sC1EYUxC5YX15P89wKIGqD6K2rc08Kq52g5sc6qmM7
xB+i6IzHbGiuXK4unBrvfoGzKe7VSh1FDL/8OkZ2k+lblQpFZo4Pnz/ohVODh+UGR8qa4sF5+yM0
jkWPJya3laRoT2xe2yBNry1NBFe8pHcxLDVaREvEZUSCq4z87CV2C9t2Sgyry8K3OBaDBxUL4w0R
gZO12LWMYnQ/V9Pozcr8Y64Sirek/NxUjhWSX+JjKtS/zLKqV1eHwTfMpNl1Pfk1LIMfcebVN8bS
bGe5PWAqcJNM8v1cVMh3Y33aDVI0bHDVxZhwqEe7HybRIcYXnECunslPtUda6y0fUMeEn2QBLg3a
7Sp56ZFAdClmspDH4oJiOVLgSkljvx1y81c5iOG2ySLtWA7xdiiEu6FX8kPKSG6pLxaYVHEv9VhE
LYNywJ2t2wwozXHkEbwR0e92aCSslA2ePs2XPyBmqKc6UL+E5Ldc2vH8WoO2YeTQck1VeFagxR55
Sfg06tNjx+3YKa0QWrdSLdspbEBOz4GxxXW2sKHB42g9CLC1hK505Do59Mu0LTHatK0c0LeR9fV9
lKim3xdGcKuqueSjksvsVEdjoWrcmnSpc/FFhu0YiF+rtn9CpwrovpBvjUDapQDVK2p7srZp2kpH
byAbX6OVQh9rcnvENbsj4SfMN3MqYlyCxdp9BJULCFTS7CmWm07NF7aPGhFGyZo8HKM0/SksSr3X
5bk6iQ2hZ49cdsbb2aOLVfP0UE6OpgaTQQRW2YiR5ql6J+7GIjxKgkLtJ8/GXaxKg1co0qMyh9+D
fEzwwnmMJWXcx5IBrrNqSvq00h8Y31SnYWneuGbDTdUtF5UzoEt16XxFyRJvFMvtiLbAUxGEcQam
uOahB9jiGZiCDJRglZkOulvL0a1Z8cIk0VzKxspW0Av8Txbe3YjRtB9PHaThvtS+zJVKVWMKk/6A
OAdunqkEmyxZifJY9uF+2UT7sYnbZwmRi43UD2yokcu+BJDcNRa13Kt9O21zcomhk9R4roblF6Cj
GdRw0G04YY33UN7RW8tKvxPa4KYCoP+K15K2D+UQPjaIUMErgUrZLcRucDDBUTcFbJLxE/mmFU3i
g6JqW7gF+A1vhgLLv+0wScKNrtZpQ/q4geoqBbNtyZEtG2G0GZSlve+LXvaNBecv7mMpjdTa5JDP
LWy8jatDTqliJ4iTp7Vt4idlqfPj5YshdluJ3pzvWq8D1k60B+7R6Qu1TVG2BxSQwFL07nukVLmX
0E+6oqrb8SfgARn3anUc6r0l1wAihRmXpDTpAfNIW1h0q4CfTmS8jHFxd3LF6jYZjKY9IIGvRjRJ
h1oEK9hXmWGDKltuEQViuh0Km77hnSwwtzypbvvGlXpubNDdMAEoFmvwMwmTaDsBPHWUw/B7J466
F3ScrzlIRghOTbjcdhXyMj80wa0izBZPRt4G7BlNn9qVNNNHSKe7vMFlgLSnGTbYCMgtEiVQaDIe
uT1o9aqZDNEzAIndCvQz3hi5NexbiW9mIyV94UFebx/B6Ug7FesJgFa5Gv+YyuAWu3eg6UOre3jZ
xs4gBuK9MFAzXrnZEb3EenEMknE3jO1JicLRwYrhD60XsDGrIqzEq9paGkeINXKSAc26O6nVwtYv
02Y84TH7gHm903bcoCHmd4c0BVGXV4Hq1rQJiik88D65Q6p4P0rqJgqq16pJ/mhmOuIMSzhoWXYy
Q3FrxFjyLUD+jFgvXQMIiNM30quwLKRlRCQYvZmQSc6y/YzMxl/okjf17H4RZzIxcVN4wF4yl/vH
F/QIrasXerdJRenV0DgxagIfZw6VO7PlGkJzKB4UUXdHzu6P3GRdTO08usMY7qQIQDlHzouc8cdW
Z/xioN6BHH3T1cOBxvLnose4UXkFJocSs+lfWz1/jUTu5IMpcEkWq4fR6h5TU7kR8iK10648mrHh
IRlH9FQ/DJ36puIMZI/66AXLTFE63obMjDRb90IX8Im9WH0DwlwXvQyovWmCktbDPY5Xmi1ZI9At
clHuXJNI1ZvoGIC8Cbr8ZzIwgdZLVFpOXVnPRRFvyHXvSjX6FSShn+TtTZhFB5BDHiTEnxDmnocR
F69RGvdLKq/JUqJ4HdFYojwaknDg9HckLqVzDFJKFk9K+FWasBOTguh1qPQbJTVkh4VZAygq7mRl
2Vo6e8EUZsWDIPGlp0v+otByP86mL2nlLbViRx86Oo8n4Uc0BAO7a3hSpdxVY+mroLb3ajqVO/YZ
uzeBPgnlt3SYHaiBXjdJxZtFwi+M8oMIkckPrQc90DeANs3veZnedLl+04C3cpKB5Tg2wnbO1H0X
aNJW4Q8miKh3SRhlbq1qk2uIDfa7gxcTkLiFhW+8OusAlM3FV+v2IS2mn+PcDvua2n23z9ox1Cc/
0oe4/TJH0xDfa7laNOV9UBpT5KGR1DdhnC57Mpi/Pg/DLl2rV2E7fbcmyBEakN7HR8EUGL0wkylL
5OZo4EpYjOj8zK/yeDvL4i1q3JdQpYfMjK/dqS9cLKm5k+6ldRXB7/k1BWOwAZIf16IWsr0VmVuY
7k4qPJYZlgSBfqdUwi4Qqai2Netc/ynF2n5ujPtOMg5L+13EU627pgj4GPyi0tVZbiSF1uvFWcg/
qqUQgror/DAAjCVjNwPrT0AN+vmsfwxKpbVfF2kQoCkC1LMYO03lwAqGrGDhd5iEyrYgsEssD8OY
YW8Px72+lhD9+GAi6hlVhPBCwYRSwvvXrIpRjTaY7Mmo6TvaAaHL9DeLoLmfP9iF+xmXJahj8IdF
hfaZ98NESUwLVsk7Hdp+H1qwESMBNWSzEWv5yi330spdL2YEPzCKsWA6y6KpJYYgcIKRZuQlAUCw
0efvcvGittXiKEVLUUhRgb1jBWNeq3uu/+mzS8XvQ58LMcu8CYq4YzbnbD6EMfUDK1uP/mo3mqm9
LByIsC33g2r+/av2u4HP5rcVJqHJx5UiGlhPUtNutKLa9DWWQ1N3pcPq0oohhYB1L13lSEHXz/e3
rMW0aDjGFKSdhIKrpiLdc0VxSrO//XzFXNgFYNPQBIcqkvd4XoLBmlXSQeyQHFmtnq1XORspOSnb
qE29VDCuSFUuLRoavmnLQZqOe55y9oGLem/IAJH5DuZ2r4vDPi8HYduY6RtdmKQQmV6gVspzWEd7
3bimA70wpwxK5ZouY+AV5lmmhH7IdChxa/WVBci+3s3pJjHAuDa9pF75Ej9uMfgRr50/IJ3YZKyz
r2Ou8CKYmrr0o2HRDpWWL5s8lweKD2OM7y0irqVdJs9cOv1K2ejCzf63kQHpvV84lVCwNxg8pNGa
u7V6CLrc/3zRXNhm1hwQr5GOObRHZ28xXPQ6W2K+P23uDoW+NZWTwnUCF7ErA11YnYiLUNZIKFpp
0zzbqEF9N1EwsseYafNFrh+aOf2jFEyvBitttPqVr/vS8rC4YWDNzoGMv8v7mVsEc2pSomufkpnT
dPqmKWUAYNdm78ILWu+HtFDTQE3J9ewsaOJsmWUoeNCtqm/NKk3U1PvPX9DFISgJrFitVQ1wNgTm
DotYiQwxxfONnuNyKnfm0382xrpIftugQhmKbWSxQSW55lB2tIFAeZ8PceGFWLgDkABEzMCZdva9
onoZMeQi7u4s8cUs4z+GSt1G4vwPTmf++2s/IBdVNMNn0zVMZj4BC8St1lhehjx5G5QislGN/6Pn
+Wucsykz1HCotYrcHlIdAautwR1N86kmo//5vF1+/X+Ns35Wv70aYZwVNHg8Dy1+96Kh3At5dK1U
cHEMjfaitZ8KQ4izOetnvdEtkMJcXwOvD+QtIOsrIcblIahMkkA02GzOcrGVCZoBWQIJ4E7YJ11x
HAZ1+/lMXdjJSDUi6qCNUONZzjZLcbBQJ1qke8sl+6UG/c2cR291mx8X61o5/+LTGNTnCGsxcz0n
XEhNAEGv1nD1Ij6xo4VHGv62VkUhY432X8fNnQvF2kT7+4vHJCG1hlQvfHRIJyCitT2Yw0atYweA
wJVE9aXnWYM/WuoM2jjOkTQrzVmzSpGx8HBd2ocwuLbDXPr8aZpn26d/lwr12csppabUQ23g5cz5
cb1VlkFKijG+on25NAwSFBB2hix9xK5lCEjMMOCQUYzEVsuJFCW3HqW5UoaSL0StHJcG0TnVEwkt
/fuXs7Qw9AOI5z5J6Fvo6bYMSUEybOwvXKPSNkKCAs0y3K7RdhrpHCmU/bH9mmK4V+iSHeOgmf7I
lzWGWGy1zu1Ftvy0rFzi4X0xqo9FuXiCkW4bpcco5TRo2pUD8sJx/O4Jzs79NmpRAlhK4WcdLpb1
W6fKfiKWN7LaeKrc+J9/mxdH05Cy0VDJ+zm/M4X4P8VGxWKOV5uO5VbAa1yIansqf8XWtSLhpUVA
pPHvwc625nyifQ+HBrbMiFytmcOuMGxDf/0njwT5ag0MUVGeRRhFlHatOTGBE/51fDDOJEZ+iO4d
rmuJM93no11+pr9GOzs+h4Gcc1Uy2lIaG0OZfU14ieQr4eblQdBxAPfj9BTPJi4YjDrLK2QsmEV4
QnEvWqWbNvWVR7m0TxOx/3uUda38dqJlwyK2YIspyyW4GFiHpZtsaDCepP6Hj3O2xCvE0cOsMNCg
lK6Z/8jkr1otX9kKLq5slEowdLhBE2++fxrOOhMEoLTGAa0vjL8ULHFKwXBJdzmYGl25dF2cu79G
O++lQbsQ9+3IaKHaelNouQv9oDPF/aj/2+JTzh+Qy4aETIS64vli0GuxAoYysxhEGQfdcZObxpW5
u7jefhvibCW0fYg7szCxEgzZJatslr0bKf9ovdGwS/DJ4YbG//0bop6Dy2XPMhjnGy0S6dwovUrk
VnytCfLiy+GAMzl6YDucX/NDdTYKGNaEuJTcJkP3ZqlzOrmw1fzp893g40jk1qApExxQ7/2QgsIV
2BKTmFCn0PSNotS7tqVCUve3CRfvz4f6eNIxFO1iSMWVPzt138/eIFeR1NPy5geCgZ3L/IL8wY+k
6CSkkZ8rR8q1RXINHv9xYTAoOTa4dQh10cq8HzRdLID5xUK0kC6eaLxaZXbK2/HK8vv46TKKxnkE
vpy7wnnq0JJ6NNs572tMFo+WEgqAuZeKr9h4kFXQr7yzi8/EtZmMKB3BH5TrNU1lWljzPXVCitkO
smCBeuH494Blq+iB3isViAajWIgSz8JGqpBZGiVzTqAlYx0qHHlyGxOyKxvRx4iRfDu1MwC3a/fA
+ZVBXFD4xqmZ+2ErprqLZ1f3ZCZ6ck0lfmHWaBFHp2YgttfRWb5fCWExZHFnwbHISxW6YOVKo3ZH
c8vfDoBXeb1CL8SKzCSL/34YacHEOjOUHAVp2jimhkYyFrQr59GF9aZJJgAbZK3owc+Jx52ZDNWE
B4YvW/iByeUxF63jMNeeDIOlUIu3z7/ca8OdPRNX6zGgbpv7NVYalCRuMQi01yqAVccutopf/8Fw
EEfg95CsRiTyfgqLqBTlQR8YDiN0CDt+gG1OVCh2Fpt2Qm3w8+Eu7EtIXtgBdTojuO+fLYzZaqOx
EfPcH5fcniS8d5faQ97nGNopnudtPxvb1Rrn81EvbLzvRj0Lw3odX725LHIfNYJTxQCOh8nDpcRP
c937c6j/T5e65pO5pob+33ipR6w/v7+jS63//v/gpVQZQ8uV683GRGX+T4LTvwwytf8y1p2XTYSa
lE4y7d90KcX4L7ZMcAL8JMrtP5FU/zLIVPjv0d7D/gM0nNoS28L/9Qe9+58aBtaiULzCn+W//v5/
FX1+Rz9b1/6f/71WbfgG/ip24KhGX9e6j5Gj5zPB2eL9N9L2SKWTTpCdWBFyOEEKLo1dFIjKzyKb
Rzr/lFxGPhC3cv5dyjGiddQ26TeKGSblJtOQrdla1Y2pE+hpadpKR7KLk2vqMaDhIMsdGuF04wA/
hZjNiCrzhzmlBW7tTQq8zu77zhT2Vi9QcHEibYi1nSIGwTPp2tRyp6ERKZpxs60aPMT0yIgAz4n6
lLtWV0t1vMYzdfGDkxkCo10Bi7LyjdRZtH2dpBws0mNsdJOa2ObcTZ0nd7qOQCPsyjD/paCIGhS2
Hiv16l7p0MBkRt8+TEFNoTpPIg2NWNPQBEotP520X4rUD/TARZORSUe0Dml+b2Kb85asWIjapo1F
USe7nwg+Xri19MVOLyYUGHNnLLEtJYEkO5k1NJjaCr2JERoti3PyDbe0+Qm73PyQS/0Rq+94J49T
uDUKKfrRCvpLGSinLhzsAbeGo5x1/iyKdjIp4Fui+zobsexsiyy0ix7b0aKWRGTuFrYaSXkjyPn4
vEQtlvNm2xyp2CqeVmJYllvCkV/rNUhV5jSuakhC6n5IwkPYdd+n8QSRflMU0YFdxE3pJHBEM6DT
EXNIu1Ej40HvtCPIG4dw8KgiV1w6dWuUuI+1OqZYafWC0uimYoZlpAxljQSpvV3mSB3cecZnwxij
+zEskk2YLYlil12/n6b2tARIv1oDd/IAHLanYi35BYnSdALBr576QTqKXW8VLAwwtdso1R5BV9HD
0IcvehQpUK2E9J5CCM6l80B2HcRkODYwQKY5RLlgSg4x1zPu4pUzJORjcjmCAl8JoJK6YJ8lScMP
tvJNOmW6tcVBQjwaYfFI5IsQJ3+p0i4kiYIGKW16LXb0fqpqx1yq6Hlo5HKv641lS3NtRnj1RQfR
+qkbZugWuoZITIXU7qRjc6RJBhtRA46qIHtjsMcn6xQWNNMBclLUJ1SDAroZEX9XQosB/1cWgm3m
FVSp5iFWl4a+oKDYDM10io0U3RNvn+OsPA2KiFKls9wosZyyicqtps8PQ10iYIo7d1y6wqff+FnK
uDqFQmfnSNnuVosqgISS6ki4jNtxrIEH1ZRmB60JAUadzzRJUAbgD+d9lPXLIaDVadP2/MVoDYCj
pa7f9RDNhZ1YS6cYfXA1DbfWHCaIQOLqTcIBXC7q+K2ZUrVCDZD8YVR9WjlYUX1vW005dmM1IZXD
Tja20vhg6JV6o68uWog6thjU1igM+7p1zHSRER0FamUv1dhs2gIN0pKjzYSNaeuJENy0vWo5MrZp
Lg9m3UHQUwekfhJMELWdvqdS9seoSAW9L7l0IirKii26gBm5JTSpJMPB1JkjfhqnKMMdRxhOoyCE
8t4I5S70Fz3C/TpXNTxMul0id6PHRU4KNzKNXIo7FrTi42/F91b0PZuBKeMTvyDlG2yU2kN/hHWa
5Ld5LfyShP62japfKFFwalVi7MHv5rJ7aqfBdKNoekoNbNCkHuu5rgNjXtKCwHYLRSvYh436hatd
JrzlSo1qTjftxix3+N2PSFnFHGRrUCg/WgvYrDgW5onKsnUjm7ydkt0wja0MA6hSuIOjt2/i6hQX
rXpgS18VbOptNiT8S6bQs6nhGiyiO8LqmLcZ6j2HgSL9KpLScvWMergy1D+bMQ9+NZHxLbMEUFcW
EkMlJYMoVuZmnoLXYJhvJBxed1OXL89ygdWtGFj1DrnNqSR3nnItgNjq0EGbfi8DobgNixH/Tw3X
2EYttmmR3CnCcJrTkDJAiTHrZjAEaSP0yEkxIjGxCGmg88VaaJO7TuDuNW6VjgcpWW5wMlY8Pin+
kT6Jr1JNvlolVhPupbDWDrD/MnabkCdPykejC1waMvmbljqqljoWctfejEZnbEVfUSvtlHJe7qqg
QyemR+a4raCs2foo4CBUO2w7GrVXzoywbLHdmY3HQIm+asH4xdBK4zhbL11Rb0uz3kxDvfJG2+MS
BM6cLDvoFP2XHEI12rZ+VzRHDdiBVdpDVt+m9cyBOrY0vGus/bJ+CRuxO4TBZDoSmG0vkqsD3oCT
06Pbm8PeTqJQu5koTD0okxr+oQx0s2YejdfMoNC26V3M/jCn2b3VjbYmTX5H+ps8fOSKVX0b47Ri
Z7kuftNaYM9Wccwi5UE3v1edNhxDMcHNtdk2S3Bb1+2NWPbtVpjzAFO8OttgRVO+WWF/W2GyPUbS
DW6P+znJ7lN5JwoTNn2xXQd7KeyQVhWEAqUbieONEPfHcJZ6p5CE53nWsCIWbusOE52waHa5HP5k
/0VnZwQ6hBgtuo0xYN3gC3M0hV+VdN+vDsDoVokPXgdrAfatJ5WNlsKzqtRaAda+msdZ7I51+qNi
qyyrJ1mBXJeAUlBthIVY01KRLW8JDzbiNDpicxNgzDmpxBZF+ATkj89MYivCKFAInbaVHCGKt3p3
ajCnF5rXut/F+EZgFsOuHLjh8tPUBaepcAs0BLefapS54zYv+pO+sPl8W1pcXtlRDPgFg244hnmi
U/OGT/aOkNLJcqKextzWCw3d/chJwH4cJ27aVvQLIeCUp20ngW0xfmSNdgsU4S7KSy+tTQwRW5ZR
RYjxVROOuaIu+IOIElFBj3Lcusn7dVd8TTPD1XMJ/Lonq3803JdsWY7velw/jTjcTxjPOs2ie02g
OHD5PFOoj1ZWTXYQjsPAuW2VVGdK3BrVPdjgTSQTgkzWbWUGQI/zba/f1W2EYUhYSqkdJfINtoI4
2Y4Wa0WUq/u12ZVaBYGzMwI2cvTEbFyqKcoWa9fdoiACKBBdKj60aVeqWC24jVZlOOzHPktdI5h8
slK3I5JMW6+loONlV5zE4OHul1qQd5o6Fnv8zBBKzoSmJlbFddvelIi/DxxMX9pZVXYksrHd1I0F
0aUexM29DDcvb1C/JuV2yKXa7evlVjZBYjTDQe68RjFnVzZKER0iPcK2WKYPmpJXL5NiDVuA6Sb9
wwOGq0mdu6X6y5jTO8uadiE/Yo+q5Y55/hgSjDizpvXo/OfYiWaJZt/m0CBvscdqPppi9Fgrmehq
nHd8f7ss88suQQSvjpXH/xwtLb6oxYjCe2xZ3XiN4yOmE/kkGEI5phx9j2R9ZxjJa4m820Z//RjM
EYgQy1foM5mNdocs/0lm5KKJm1U3ilTQfFFpzbZmukMX+aR297W8rniA4VWvbPBwdziLcdQEAVHO
RykWMYYMmRhYnskuMoSEE8PJK3Mbx+W8WUK6LhJE8IVK8wKLNZ62mS66WL139moUPOZYvgf5phLE
L0pMuDlJbjBXj7lanuCwjLZgKM+t2LyuP6U32Ys4pY9xInyztPTGGDoEo+KvThiewWIldkNIQMPt
4HR1qoIct4TbZSweqznY1Fmyyaf6RsykvaDke4MmXSRk+AJP8qOkts8T5vNK+daSTwwNlelIEIzS
JDPk+jepnb5a2NsCrb0Je9HTFxIJ8WRtBDn0i7h6Ri19Untt25d4dya9lXMfKTQv7ETleTTwL9d1
IfBoA575WTpGNBGx/CDGjhal2U6GjGfgFg2SlSJUWOmzm4eIahPM3bUl3Kg9uJV6mnyQwd+6IW4O
kTzV26CR3IqgnoSKl80rKaX2OiW7D4O9VShfKWLQOlIhgQ29PKD2RDM2vyxGo4CYNhjP78Mit4Uc
RKxtTVut50aVRF8XEymvhjJ+W1Tid/SU7iTHdom3uMnumCC+VTG5Xn01OnVfGqVLWeG70QpPVmA8
hdng66VkF3mGn6Y+vWnpIRBkGu+rBn2/FLlFZN3qyTC5uZXjDrUcEgux+qJpe2HExFSfCLBJrG1p
W2cXUgiWt4A25dpWtC/iKPpWNXuynG+MsTL2EXUAw5gfYiNGW67inoMgveECQaTCLoOYp/yWpbpX
cbKPeDGtAm9jGMioZccq0PbRcluKlW2oX0DIekr3KywFr1+K+3gGqVT1Ni3TBH+dOzFHanErYldN
J0/pagTHwUhUFVKglvWtpg1bujo2aWjaQtq5Yp5gqtPgYSC8tN2tUUz/zd6ZNNeNdGf6rzi8blQA
iXnhDXAHkvdypkSKGwQlkZinxJAAfn0/UNXXJilZtLx09KYiKiQxiSnznPNOWDsk511MvxI/KerJ
zTT7u9hxzvNk3GS9+lyPZhuSTo0Nbq7ld4RHcD5MHrF1orkcOwQaUaq9OOa0FZ5EPiIX8kPj+eAY
E+KaAj8gnf6lLb7lsW8RiO3alHl6XtPkREhfaIhML7t3h5w0D8+aqMWHpY6+FUmqFQHMWEiqUMCL
KayqxrdWix8an6Wc9We3y8Q3Q/XxjUwqiws3UucpaWT56OtdaYVm0Zcv8CbZ1tss43hBITHfWjMT
TIxE57k9T5SfnZp9M8uNFs9Vjjei3ZJjq2sZuTNlblyOtHEaEZdG54QZCDkxqVEvn3TaRKq8xCO6
2I1iUmryKOpwoC/Gee224lhxZpXJY+HVJX0JIrsz055HwsGHAWTbLwSmQ8Rea3pIBkMfA1YOLqL7
aNq5jtTBvREiYJ6aGBeOM9X3xG6b54PABcNs/RhDVVx947AQC0qmCZhYbonY3iaSInlj4qmc8uvj
EBekQ1Hn/A3go6CBRLqtEO00B2LoC6qrEW9M3Apt51PcLS5bNwlCF3Y6etVmMA1KQGXP8sEqGeiF
pSwiItbNoXN2+ZjGx8VTE2aZ0PYv+MXUXawNzVEJDdEQ4fXubem6vDQpwVJ32dTkdzlerJ8WP1Iv
mm2oZrPo0i/o76ocroahI6gsurWzUJPO8WoXdlbtWquggBO1xfRyIURh2bQticFhPNrlsHHZMNzQ
Guk46ZWlcxMVjc18fRnZWeYxg9rfQGk6Zp1fFmE/ucBAnVMpyUe3lPnWXKrJg8OX2grg2zRRhzUF
X/8wuJdeW0xMmpp6OFBZeiJcDHeow3zisAwtDy4++7iy+yBOjezW6IkpoSRYeQpNWhPN3ZHQ/ZTm
pfbZkDgg7gs3T/VbpWz0JwRF6F/UtOCF24lMzhulLd/qlBBlcrDLlFhmQ6/wuVWz8c9k9o/Gpefp
N+bW9Uv/3kT/jdP+ZfNc3fby+bk/f2re/811vW8130UaJz3TvX/W3zz1T2/+B0Vo2s/Xw7Ocb567
oej/NQhc/+Z/9w//7fnHT/loIGoDivzXA9H7567/t+Cpyt8MRdd/8/dQ1LT/Wh2/AdEIXYPIuiJC
/wxFLczzQdgwgYLHC8381VBU/IWiFKYOdqBwiUH+/p/lvmn8BS0JGqwDYYhBq2f8yVCU6Kv3M1HU
pExYVzm3u1LQVwToFR3AyUcT7RKOeoafn6F8+9ybznDVpJO1GZo8PnHaRQWjco3Arovl4C3TlShk
vatK3Q0nx3IR4Y20YOhWj4Murb2ueZyvublc1Y41nUxphueuNQlrb1vMPXp9Poz6gIFI6fS0hKTt
dP2UbkXXcrrneb0dKuRivoPpm22ZBzljWmFixmnvzKTXLtTiftYG39tqY6rt+tHJXqK5Ni5Fb1T3
uTYbV/VgatdiceTVoFL9zHVUebRHKJVBXc3rEHSUyb1RJt2ji8E2jfayzTAiRj0UTfXWdfqzzB+f
27Wph7lyE+uatkmN5bspBi1wyhEfGzUz4pKPIn0QQ3rLqPaY2PJUFCUVPFVmcpo/MQA9t7UJK6Xq
CSeJx2ppv0pJdS6GbeH6BxU1RzQxu1ShNI+dKyOursqKOZWNPkhFxh2N7UZzmr0TbZV7VXnZbSIb
YgGgdYvKvRAxgGlqBO1sbDsZH/JiulLeQ5a6GwD3UMpi703+0emm46hahjUDYtNae2x7Zwg6UV73
XXzrz4yaEX499lN7Y/flveMtxyR3D/MYfcnr5V51BYaDTGHr7pON316MSw4ZyddzLDlPIjQ2cQy5
p/7SEWY+mbwkWnQ5jphmk0EfKP2LWRzj9nmaF5Qg2TFv6xtRM3lpIGq6tb+byj4NvVgcoK3xm6T4
QBvlS2siuSuywNEwRZfyBH/oS9GyoldvFnfOTvDBwx/dDu0x3/TZpZ8G+HpcDrG9bWX0VObVd+in
eHteayK7xCd8Oy+Uhjh9Gie2uBqqbqPJ3bJ8GSsM8qfPibGsae9yM860trp4ampxkrNtG3QqiyX3
vl9gZYS7gub2D1qh7aS27Lq4/mRHd7VJL1LcSAPdyzDtB5HtNS3Eke8q1eJTjdJCCrIwlbgwe/uC
rMwLUXm7tv68dPcQI04tKR8XN9o0pX1iNfmWivp8Hpczt7QeUxlfJVG+n/TiEr2igFPHSq0jN23f
hTH+B1r+2I3GGSnZJ3aTh64+h9PM20mOK4TFfSvEOehKfOFNxlnZJI+2eOINOiwILoxR/5KLL5l3
YyQ8p5aYcuS75aheOMSv9VzdViNTPg9aVd7SNpinbvVQachfmPEeLE/bevgWmso/y9zmU4rUruub
cHLPO7yhvHzYSeOGWLB7I3N3ljpH5zfYB+HQpyt33vvzdCQ46SCdz56WnelxsTPzbmsRSuVW5l6k
eBN08aNfYHhkV9H1XKhbd/34Eg+9yHjSDjdW+1zO1sbMdpKuvrKz3dQTnQRVU3mnjmx3nt4dzTrb
4f10XjvodSH0oUVX2RTUQJVUNoGs3W1f0Aib5aWtyYfCtdHAR59cJOb4vx01hOWhofnXY2MfNOd6
jFtug9gjHAe5iLd4X1el3M7VeIJH29ZOHmfLvur6rsMkscBIRv8cteMFsO09LoffDDILAJjUdkEU
F4z9lg7NdmrMIqt433cN9UJzYsVnBH5Y41pKW8EgBGq+bGLqafmfIB1cmb4MCw0TfzgAVSjTHksH
A6dL4+vszfvJWTax7+4WuW95fZGHb918/Cz0OGZXiF6SaAl9fYnCvs4PfpafYnkDczKODk1VfW8Q
ebGhR0AqtHewRM7kMu6cRN0yAFWbAsHVlnjfNMybwr/3qqZj528e/SiRRyvJGqSFRRt2rn6AVntp
asuRmDHaIaVlh1kbvcsh4mt1XTPZ43D3PRnGy8gojo4P9OV1Q4ZzQHK9Vk449Bu8HO5JyT8NGgdP
xN4QX/Jque3t4mmox4uuQKbZJlLb9n2ln9i5MR77RtihM1vlhcXJc2OXnbiCw21cCP2BqCy7i4oN
4eEblelhnH5KYsILmi4ueHdbY4/+dNf558pPnwpqwCBvyoVRD0lbcXcCCnPdl0yjsrn+pJXLNqd1
LvIS3cZeQxR6mVX5aT/lWeDCEws6GdkbEamDX+j+iT/pO79u620bp/fs+UVYzrci2iyoWveFXh9E
5j20yfiptvAISKT7SaYtTRwPK3fzmZHMcCyrq3R1jxFpRBNiI33DZfdsFPV3xlPflsG8o06HDqTa
MIrzE6/SL6GJ0IEZ+kPjNNFTI8G2iKUMenCL3XRWkUiZq4AuDc4kNX+YDE3MeAwcpq/4QNQg7+VA
m6aXcgqU4Wx1Pbtn5NifamYWo76bzrPliTnqg5r5WyKYEMCXpbf2OMumyrTvei6wPSYlUMMkvmrV
Jo/NeUdSHLkRdnFRNcQY+zSbzto/j8uDPpgv2tyiIjf8jkCLHBNEM44CZ5IDcKN1BPY95kV0ZyzR
Y66ia79JLsbKf1CWelK+uLJtTiir/55Mp624iWsiVpIV/+NQulMt5MpM17WNaY8601p8HEStp3tV
42STNE55pEEzgiwfaPMnZbJ9F7dmEU8c+UzSR0Lg5Li0e2z12l203rFCd0Fg/CLa1YUxnPeJxzc9
95+r1jI3RC5HR8BVk47bjY8YuZ2nDuc3yGrzYEckl2hWOz5bWg+3q+JtmAbpbOg1vCD30/7M7ZPv
lUOenp8vR8zPGCMuKV2QUY6nVWTnx6Rz8gukyPoe04Z+560ieb3rvWBmGBwP8kSUsgHlGvjk44IN
fsDZwiu3VRb3ewWrrMUyI9Tih2b60qbWMbYbLSz96ApT/xL3Cf2M8sJmn/LutN6/JJTidGIbMXV1
Irs+qKdeBqalX8T5V7/GmYGufdgKe77wVHvbziAmCv9AunLtGhw83uJEcKfn1dlsZBsviZCCt2Oy
a8yKuqa/ETFM8ULrsdjIZHPm2IN3qHrS5cNeg4TfkDJ33hNQceXJdfdsc9BXAlatXW3M1TXJadw1
86zR7Wsvnr1TlTQPPXDWzkxPOj3TbhYSmj6RKzAvgek3xJ4w9h42Me3fdip44qrtoc+UEEkJDLkH
EnMRfGov/6esfZNcB3MCaltHP8lmJkQx8DQU2q02nLYac7wYZGVq5nMhBV655UaM4vtAoWk19Jlp
tf9zdsr/0nbLgUr0X7dbX57L5+pNq7X+/b9bLdv6y8Y5ElsqyJLi74bq71bLMv7C+4hmX/+HmMK/
qWrZJ9BE/rO1MsRf+AjywfoQE10s0v6ksxLOyrh6xTbBYc0UoIwePxMGr/DfUQGbfpxsspGcAMfD
RNubGfX71ZJbCSdO3PvMMLBZXMvkuO209CjsuLT3gOfLpbu4RXzqMEdfIx7FGgphVu1A8szSN5tC
lEyq3LIqv8yg/27YJvF8nzPo+uJB2ASyjfL63jMhPAYDOZlGw9wETrQKh7juPQaq5jpIiKRnjQAe
GJK0AP35PPNDkmgcPxkOPkOQFVqcQ8K0k5n2kheDVUpGIgmmcnw3SZrXeEZlAqxLS0VHAR4bGrCG
2dT50YsyZudtVyXHXh80dV6otEo2S6EL5pfFnJVrl+N1V7aeOtZpPENnqLBrkYDu2Mjn9ZPX6x6N
QeKYMQmd9AUJnps42AerI5gI57wuEgQTqlTRMRn6PmIGSk7STP7IYD9Fte3pdxQaNj5FuTQXEOnU
TjUoHpnM6vJzZXrt+DhP3SQ/wc2ZjNUzpGQ6pKqohISQ5GIVkNQJhgju7JjzxVIAPV/7S+Q/TiXe
9qf0imNyPqXwAbDegXiaSU4VbY7sXcwlZCLM+GGErcdQJkiOLL0UHCGK6Xx2kn5WMGeqlcebwW7X
yLikGTMyi70pct160TPMwBfK+hc91WYmdv4yD8JamatJ8kkjMBaiO2rj3h/JISKoCkzN7icTf+i2
Bo2h122j/JvASJxRd5NVzLTLvrfKk8zxZPrSDjhF37L3IWlIXUmIkubnnyK96Z8qF+90G8Si2vhV
TzWiR1lxaDGXzE7rvpDluZsonWOocu0HSMSSvCl/cRqEM6URn3SJmKOwXqw8XAa/uFYELW96y2+v
m2FgdIY9bpoEnXKMa1Mz+9NejGrbeuXwSTTKf+j1svkKmHkpZOPe63FGHJGTm9Z1bcrym/BiGEWW
OVg109RBPoDspPJyyqziodExuWpjRu0VYNSXBcOe8zgWLnFhDd1l2KKxklCqKpystFuzGZcAukhx
mLEG6wNrtvtHZU/NdZEo6xEdDhQAMhUwUKqGFHy+WMydp0BEe42zsVQiPeSVru3WUatZNdVplEx6
UHVATehSmPGX9gu9Y71lGkprtOh3Y9EDKsLmPjp9xo+whLyJvepm7Ezw+sKaXkAg5WGea7GtK2o8
Po58a2X6kN9i71vXoT/ZGUNu0a6gZI7717aoct2hlS5MvEb7KMvPWjtlvJCmhm9uPEkqy270I8zb
C92Ysq3pNEn5wHuQqe+4K/h+CLE70i/GsSzaTUnEn/MlzjokVdk8QbYCZ7apzJIlqjbVUpTaxTJF
3RJqjPDcS5/KxYFpphjxkM+XvGCvDLqLy0dzAxnVv5qmVH71jBwDJ6Jw3ST0pl70/KS0/uRrnnRA
4LSRX0L2Iy+TX1bVVuqjoW9F3pN/Vs9WJq461Sd9WGcGTa8e6+JBGSNGNoZhUigibMXUP5dZ7u4S
C3LgU9nhmHuWW6rOTrRmISmicFwwt3JJYrMOJl8l4z1CEW+isx1rERLNlyXHtvEYwUaT7DCskVHr
FM+uqkR2ZTVt0+x6s5ZSJ/lLzsstBQEWH37biuIgq77k7nSM8bA8G0dYDK9OuF8wF9+yXjlFOD7w
2GAYiMAFVtQ7aq/rK19ZleUHiU2n2I10zc6Am5PUxuGsrvTvf7wchyBzxx+h6FgAv50Iur1npk2H
hKrItPR+opA9aIUvDnLw6wtznq0PJLZvidIu3hpEutFWrraS68nN2fx6Ahkv9GJtNzNG8gHtij5+
wgiAYdVoXKCMpWAdyw9WXGear0/mHysSBsbrDZ4HCfvdimlsAh+wYivqere45EehNCWMU8/bDxjL
v7w4i2APPEchttvvigDbqgihyHDZ46wBLsuV2mGOPty5HjPU2MjST26nzOWDN+ZXF+gY6GPhONoQ
Xdeh76uhrnSKeJltZHeeYYx7DUbrVjR5u+tWldTv35b1At7eS6yOsTDgv0ySeZBvl6LVrSK2+Agq
djwcCDZdd9Vu/CNx8fqOsF0hvMJSgB0EgsTbVSqypUBISt75Yky+5hJrcR+G7rafi/GyZOi4+/1V
vf/kfqyHc7y+Coxht69//uoGZhGulF7GbNp3s5kURpnvh9SaH0YzI9+UZq78H9xG7iGZZpZPhtv7
CwTfFrntEr8hISgzVnURg26aRvbffn9hv3pcvBarYQiv9E+JXrYijc41xwg7IKP92iRq/mrI5M9S
rv5+XDaJ9qshNVpCZ/0qXt2+JSbAxCHTfEWuzBOzzLDYqnG7ol2dgrbJu/MZY9Cb31/aO0eUv1fF
yMDBk4Os4h94yutVC1X5Hrvw6l5XCXrGyYQSpMPIsNwl2w5Wlu7ZDuC/1i1u93rdmEXQ6Jb7+fe/
x88fH14RAsMSan/KH+fdx0fivJuZHVTRuIoZ+pHJSTkNJOLN8vT3K/38MMmlYHNBo+7iHPBDJv3q
NnvURmltQP7q48q/s5fI2C3dbHygNfr5eqDmINMicQNdHWjV24dZuWU2QntiBuNz5nW+6DYJH/0R
lnnzwb71iwuybdMj+GYNQsKp4u1S7FlZbDtVFBAChG3dbHxPlIg/+LZ/cT0oAMSKuVnAbta7b7tw
bJ0xTebTu0c0OLEFHo1PbX8l8qKf//yKHLhg65eN7AFz8bdXlHWJM8Z4xQc0BQ+aPjLxi/P0g/fg
V1dEr4ninncAKO/dFTV2a2qphdvZwvaUBFAB+vyQjxXs6aru2nHzx68dxmL+6lfgrvD1uwPbmeFV
8xEyHnW6YSdk728jbSm2v1/l55OTfQPgFBEsHzWSjbd3jpmVNpKh5wWGwiBZkCpmIPN38ztLTOpM
+j54zuy08Kb/B+tSZ6EpxirHfC9+7KfRkPMAh7LFF/KuaGYjrAqYf5W0+2+zoY+3Wg177PeL/uLF
x70GYTxWE2wZ7/cMK/VnV+t8f53MgnF0hW5+FaqtPnhyv3pRiHpFVcN7soLLb+8pg8zRsMl/B1mD
YWfP8XeqMmxniMb44IJ+uRKPhIELi5Go+HalMdMlU1wDAz7dwHgBNkITWEtnndgwX/IPFlt/7bc1
COcmgxA8Zwh7RWD0drHJieVgOB2LRcVeFItDqIn7TcUmkzyz+cBN7OdHZTli1RBZNpJchjxvF8vc
WkaLVvnMVkY91AkV2Wh2/ZEnzI8S7e01rcv4NleEFMB2393AJGmmIqnINCImR0WbwVEAZ8MshjVi
rCZ/dJw97mk2uskDuIqEwYJ37hCYWuI2O0KalB2KKLHKYIgr3f3gRfrlTVi3G9KkbYRV7347m04z
6kyuGleJNnQi8PzZiaYPnuvPWwBhhqvGlX2T9/LHhO31+daoKPEG4AQs1LRjjfTvKtYJuDVIPr2d
3b59SDGi+SD75OdLI45plbDBsKDREO+er8KEZxiX3As6bus+sedy0+GJ90G9tx6abx6vgb6fMHsT
owy+j/em4W6BDkebOiIa50p+s1OCuoO0yJlEpaJs241EHKRdJG1WWkfbTk3ng1v70yeDRx3MEvZx
bFpQ9757gC5k7LJ3GtaHvXUc4oWxhSUN+BrVDNq79OmfOVBRnbEenyhOABywuuO9+0gHH0/YhG0+
aN3Eqj4RQB4tAdV0bJ0uRqb8DzqGnx6jYVIJYgZqEcWM35V4+5mKBnUelmE4wfZKbPwI5lpdTx+V
7T+9oesq7Kgc8FiPGt672qhA8+U1CSl7RZ53O7OqMQHPrS40amGEMEia7y2e3R88u58L3VX7DZCF
zs9mef/dqtXSR3K0oF7mPkqPypgeUsf4XPnuhZd0d3Y5frWgZljueJfUsD1+f1QZ6/H+9tVFrI/v
ChpKGmlE22/vbI+fL2m1hQ37z5ZbzdLJHsaRGxdbe7pyWsZobttn1xhAq73Wie5kCG2Qt++//zXe
PV8KUkxN11+DHheXJv3dPciMuqp8zAfDzK1Qw/SqD5mFf+Si+qtVyGJmI4B0tZpKvL3WIo/npUkR
GNpTO4dpmzQoZvKPTDjX3/XVHUWwjcMDT5JgNNw/+d+3q6SVUGxECu9Y1ApIESPHf+q71CtC0vzk
DH+IAORdl7S2uVUEmy1Pv7+X68f+bn0sBNaShwEFdeT6lr/aZ20RN16yNH0IqKvdcHKMCI9MZxI7
Dfi3/7NqlctDy4sHg0fqocHRtt7zV6s5jMjiasJEuI+BIXJuPZou3MfLwHGVl21+f20/6sS3F2cB
+vC1QMAz2eze7XQTQLFMjWYMMV/UavYDjMoUhtCdq/YjOq/+DDd3X2w6QzrzXevzC23hcnoa8sFC
ay8s6S+Z2gwgI86T1CPD3VgjbIGNK2LjbnTqMlmZS6R9gnEqlAhzYgzuRgAYPc6FkPo2w+rf3zmR
sSAy6Jkl1FARdCv7+yn+fwrmv6MOf/XQV4rnP9TNi6fy+T/+/epZDq8hwR9//W9IUHO8vxwGix7d
JNlpLqXvv+iXmgeTkrkcDRPfN3+wvjn/gIKa/hf6cKpxrC/ISLLYX/jDf2TpmuH9xbGt0xLjcsgI
EQjxX/TTq7/fvN/p0t9uMQ4vJMNWZnRkFfJDPefdQZXYUYxRQhZvW31JgqbGtsEx8uiDqubtFvPP
KrTwPgApddv7uBnZKFG3eRxvZ9ncaJm3b+C4oO4+t+rE36T5eKWZ9curp/DPlb5W3L89HP9ekzpq
/fIwtqPlePuhVx6EIpJ1NVgss73VCb8A7hiio90tT9M4mudTJT7yg1q/5v/82v9ek9EWT3t1FeD8
f7um6tmxyf3VNg2za8NPVk9yIj5wUSl2v7+6X91Rprprx8EcjYPo7UpGDc4Se722AUZEzQAUtIEw
UVyoeDSCGejvBJpEv5vLqvijDZRrZL21+1jJwfC93ofjsh2ZFBmiRWnkEUlcW71xW9a4LW/ySCQf
2bn99H7y7dhUqwZmH1g4vDeiQhIp487Alg6LGHIO0m7clYabnPz+bv5yFVZiqwZBxnjo7d3sZ3cu
isyR26GYonOvKpKNlohm+2errDUTVBu+NHtNBP1RWL06eoDpzM5KI7kt+mq+8keh7Wgqq/D3q7x/
B39UZmuyG3ML7Anfty0N2QirR0GHQGlB7l8a6rY2I+eM/M9o//ul3t82liLS0sI4w2ZYwjTk7W3L
Tbu3SU/otvPsO3B8gLdUOX7kfveLVbC5YoTFffNwHHr3cOQMPcYDE9o2itNP0xHIkRIa//nD8Zgq
renCgED0RW+vpZBdnYum7dCge1CJSqwSysGr/3AVNgb2erZATI0Y8LxPaWTCiN8j2O62bf3sJIsa
ItejnijPD7aH9fN/vRHR4JhrcPXa21HqrCyV11UOD0GOg9+SQ6J3mIToU3ciND3/Else2eBeblVX
v38V3tXlTD3WAFgXE2m6EXAS7/1BUtbVMI6evk07GNZFa+qbwdDyHWOG7Iz806fYKv09NYixnRO7
OwirSI+uiucPrhzG3fpCvL54l54WcI1fw7bwbXkPIXYM3Ed3LMetijE3CRGNjAgMx8WtTpusbJp8
heTBp6GAWmKncumXn6OmiL3rPhriea8VKn6edasrzkTRTt15Oym1PGDaZPVXNWdpeeZ3WoKCGWMT
tvdBrcYgmQJQ1yBgphhYOCoOMa0i0goVcnPVGbkad5Vq5FGvx7ILJjOBUusDi90RbQAvInE6VxD8
1pNWNs0wTjYoIVG/Zv3guOjEEwJg2zH1jU2n1Py9iyS2ZWMfLeRNkXbDLDxxyvSgx62V3yj0w/Oh
y+PpMGQ2k1nd7UuiCipckzbJ3BCXZ+RLnWsHYea9d3StObc3MVKnI5kDTPQLv4Lo0Nl6/cnz/LQL
U70jb76yo2GbgWQcsmqWiKPjPL9TqetBto/i+Rj12GJ8r7yyBPsb1k/WyVM3I1Aokjp8DIPMTLtg
nIKirC9F0E8OvhymGtz7zpVWQ9naS7QVmAdYMHATE0EmZMcrvLydOnSlZh0sTjq8b5Yhzza63cO+
g2MaIwQwkdOXcDmrwEyFjcjAotzeVIbAnF10k3ujk6yH5GNaf4qeTx7NI9f9oi3SR4hvobUNxi7q
vmV9q5YwLZMh3iIcjR8To/NvPLMxH7WESEXsZWb02JMFKynILKWrPTRTaE5pZqjpGtq2+tLFzQT9
ouJkHqz4YWgt+ZTq6OA2ZYovVxjV8dCFXTQ5D1Y2o1hpI99Kwsbq3CPGJj4ybc3TLpnhNN/ysTGT
k4xR57LrHQQpiOkdF9+wLOtwp0jiNoAGwcsI74iQZDdPGAXM6K5CmB/4i8SufrGS9j93FdbJe3N0
4H4hQW70cMoifz828JxgdTRRu4k4KewAS5E035DUWcIsztzHnmSGB62cnXsIVlNRXnnoXrz62tfh
YpwPvlEjLe5dTBbTKFXMkBLh3/DIIAyZCNXSbU5ZpILKn/zPTj40altqHfyXVE0iO0BkHIu9dFH5
7oBWB9R9vYdFLogkmpxo6CqIXbHtXlp5ZCHMkFaqwZeZxXJEaJ0Z56OE4YFgxFvkJQ4/xB/gwuB8
X0TR3DX9ZEP3wWUUXrmvJi2o4Lw+avC0tG3VGO71XBMYDx3NJaQ2GpEvJwpjhSCJouayrgU9U9Mb
CJcFqFMWkrE33rlDhpWvBMS5I0SpsE8nc8gvEllaYxiVlon1QFG1+bmpPOuLtowAuQbJOJDStWTK
Qk06wgSz6DMHUSiQ8yapEvtclKXx7KbN4m0Gy43OlCMESqTEneedbUjALwWKyXA5l04Xn7eZYWih
ly5oCw3aQrUTtRdtoMOlDNgrrPMwl9ISKCupbR5Iw06abUdT3G79BCoargoeWnJ8o6BODyh/XpQ1
QXqb2WSyrV7ZhFYltjti1S3b+YyBPoJLoTSY2DVBWd9n32uV3BpSt87tpkm+1hxlcwBUnkwISyf7
ebBGcoWk1cV7CXfsy+xZyWMO5+7zYvTml2KZWncPI81GGR6XTrZpkni6hf5tqKDNtOJUB/aDFD9n
1BZ6CoBLfHms2UjpXetLocz5q5pR9HhJvqpD9ahviR+dIJ/FyYJjEDSAwtqatYju8K1LxbHWfHTG
TZL7UcAd1r/VVte2WyJv+XgKvgqF1YJtMwhIO+eFBg1SeCXHtjiJrDkZiU6N3fbUHgfzZCxcypyx
TNr7onMxanJhLE8hAXH1s0wH7YClIICROfvGF3txl4dS5hMOBVQYDcRFgSRyiFNFGBmKkzFwTXiZ
p14zotYxctdCsNtOT4uucL0oRF91gT0PY3cYTH2+8arce4HM3lhsxVQBIZriRdvEWHN+tdkDvmtZ
rnWBaaEXEW1vx6GycoYcse/D9hw5g7bwV7thm0IhvGK8tSq4Jxe0rsZUwA/UaCZfhx5SaGh5KXKJ
SA6D2mqZb8htHRn5bcQ7HwfRyp3C0rnAl2ww66E8NIaVX+ajIIiqNx2sYmY8jIot4oz2xUhSc8Rd
Ia53LmEzUZBPaSuu4FrY16bdqIui0stvwF/NVaYRI8JoHzlJsCARe1IEixHENWTaHfLS+WFaOZdh
Gwle/ZJR6/eYM2g+LTA9rIIsKhsSTWdsiXaz1SA1rUwdZMIYevbLPIYUF8Bsz66IDcqRKWeDca1j
KwXlx/G1dofVb69C7kRzU0/JD9k0hlhhVE3Fi9/iL4Set7aqMPFwMuoGc3R3gqbvWvQjBFHyiHCQ
SpQz2yeOlTT3XjrVCmGCAWW71fr0M1lhAq8bt3ZdbCjM+cXqpGlvhmqo0bBUZSQIICz8OGgW28T4
R+rpiHTOzdtDR+dy4xUJn/YsHffMmFDoBW4yV5dGn/dVUGJpdu2bg+2EZV+YznlbmK4WRPA5o3Dq
jfFQDpDmeC5JdD1xxBFT3g/6ucQI2ILRHnWf2HNyM+Bg9y8yRelFWv3oPLfMB/dFI7tnx1wI0Szm
Ipv3cR0Nt+NQLNDrCnKdz6FQTV0AQgU0Q9af9iitcnkYdHfBLMvC8C0yU+vSInja3i6T5GTxkuJ0
XkbOKZzRhcY3ZsjHGUnBsHGmlf0oot66d0Qtvi16VJ8MhTVUIYl/4nM9VyS+LDLVLhsSnPFgSc3k
GbZcd0kZoH+1zNXHAIcoMGlTrC5VhN3pX43O+r/cndly3FjWnV+l7nxjVGAebgFkJpNMMimOEm8Q
HDFP52B2+N39garuElnVUpTDjvDvqA5JLYrMCThnn73X+paGwbRrX6ntTIzOsdXdKlFbECYcqRLG
QCPFpnPd1ZVNelzpt4tpfNGQot4opVZqew/N36EXDoyxHi3f01LiNwh7feQmk8ac76Ha0UicnI7C
L3eBQHVg8nJqYg3WUDyQWKfqUX7FAZMOJOAc8xrbui2CKFoAvwO2zCmfbAUxLhxRq0KIgzwSzpMO
yoJBXLaXIlHhyEv6G6g9M65XJ3Ldy8JhhQuosuxms5geBnXNWkFomlk8IdouYYBEUrtMxnYhIGwx
wOIlYlxMHPtZiuLXmCvSbEYpb7u2dM8FsLl21yptRIZmKbX2pgcaJ4OsVKP+RKFuAGFhz3L2zTIa
7DDKpW6whyqMqwjyq6aNOXgldp/ETRCk5sx8QquW3rIxTaW3NgL/PeEcVQ0uxeuE2VJ4KKQxTomc
7mLDaTp9AhHTEgaZ63mJqNgb7RiVQWV965BoH7ulxqUDVIhCbO4FNwDvvvKkqk0LRGsay9telN6X
otM0KKGthvESAuRw6ZSxBh6EthOy5Sqvt0zcFwF4J4VaUiVEVWzVfMFVbLR5o3DizAH9jd5Qn0N4
nPQQ6Y14bgXDXd/W2zKjUJ4VdtTRWXR2dy/lhNV45UvrDFhfhsY0X+qUrJ2gbRE1EApHGbWR9ug4
9JyVoV79ybm2NTujV8OZeAEOFgDf520OFuCKeq5HGNpW6e3A6aDdkBhq7M26ZOCpAzSs/GrJq2ch
B3FQSF+ow8xyROFj7Ete7XGqjkMt5FfVENMt71r52sIg1IM4ixaG4k7SPC0yQQrsRZEdRAlTX0aB
lfdQ1zTtfDkLSRLgbHgXnH7UDmt0jZh+TDMykEjJdGZfN6cSbTneai3MmALfDsOM0cah7+YTR+zc
RaVbvEyRXto+xJZ27w0ui3COIbXYx9aMgp2wKl5Hytp0rvdCBRWADfi6aZNE8xulRUBvKaTtgG6L
qgdNmOMSFiCemsAUFkA2qRXeU8G0qA+8YiBetM766Zb7a9WJK9X0lhQDpW/uEXdnG8XoBganN5bY
HMDwtm3H7GAIp2SlzCdyKskjnR+bfnQHf1yy/tvSuuKrkwj8EMuizy/xhFA9SCpXO69grZ0phj7f
WFkzmr5q5Xp91nVK5myqIXZf3LwtT0FCLZLdSO8feiBLFqtaHB0UmRfHeLaMG9NrxmNi270daE7W
XiaQIRmHAJ2gruYcepKYVvnmxYxsA2VYxVCWqKd7ACIRYJxqMUntJuim9xvE3M89V8Jqu0IX4Tuq
Dq8hzpUjTqjhRSQUAX7XVxS0xOPwgckYGCI26JLabRTjzVz1zs2QrXdmmSkJkc1DeT1pfZGcSlhn
uPLikQmj9NwuDeeuJgl9RgqJ1EfBBZWZahltMEpPcTDFI2moBMR6e8wA1VPuzkPDugY6ys+sNTYj
V2cxA7OoNXhGVVTNuAOd6tnCTAKGxRZoYjMCgqeg7GPqEEuuwyinBpiHyd/7iupISDbOZTZJXirh
PrIvwCyJ0sY7nUeHIiJL0+XMdqshBU4Wuc9jEakAAwtNcF7XCvXUQuOograa669WMSbzWUYWOkw6
WHT6Jgevh0d30LgQ7KarMILCtbxtlsL+ktXZjHWC55SHtTCUb40zylevNUAiAefsj+woU7NloS6P
SSvmbwu0jlvHIAEFgeCUvkWiFc1mmKru2ei6+LUfppwgdLjnXejGSpr7nj22bzNvKV5qiGUIMiOb
LVPo5jU6SisJRFXHeOwMDWG7Mw8P6JWS+1418a7HIqbLLisv0QLV7Wwmaq4XpVu7l04cRpkHCLIy
6Vqgc+bEhudxmdm8DG887RqtmTC/xKg/ktSiRvAqm5aF6GpI1Tab+7zJ7RJbYVGvpDG96B0R6rKa
nFAQxnlNnzPr/VZT2J4xt3CIM9pG4jeOJMNo/D4RRmi3jDHjTLJY7nKAgTJc7FItgnjMsdrWuuu8
OpxwvqhOOr0qSpPJoLCmMWXSrS2Saz5Go72aFtD7pmVbBO1gm/hGxJI9RK3qPJqZbA3ftHtN+FIH
Th6qFP4AjppyKKB/JuBWek4wPC2ng45iZG08N4fUkwY5W010a2bRWBk3MN+ARt5CJVKXcOwHT/Qp
TlA3cW8WSP/iCz2IxAi9DKvgxuGr9067qPskJ62BnUO0T3iuoGyhZZHxgWBSNkQXs4NFJHzanaj1
CI5zSrQpWSU1tDbJtzanUzNr7HRj2x1IhipO4E6WzpQ92zoh4mzAtss4eMmQAaUJg2jfGxzc5F46
qedKPbd3itquFp5mriF4LeZ1JkvXCjrgvQL7VISuPk+ER18QqNiQielN9xT9pcsqNjqd4Tp8CRfq
oN/Ae7FhyWXw3+DM4N8stDEbAj1re2wTdj5edkZy2SmaSc3NKPKymA0bv3LfewQEIKz5OvWKlW9U
SL4xFwzd4iBmu0GyIEDUblgGPPZZeD4VwLbCbr+SkeyqB2+prHRTmxBRN51kerWZHY1PytdFUdlA
Pxqyjik8dDVVt3RNRpaWwlYygzNh5GbYXqtoEOHiloO7H9RkwL9ruRBqdm6fTNPMlj0WANHn2H2r
IAAlQV0bdcfBM3FPR5xA4mZKkx4qWmXUwHSKqaCrqSqx7E6jxbX6G5GMxDrSyJuyMlxyOoB+43Vm
/wUm34KbfXKS7pBAKF0zb6AdWxce/F3JGbUZ7Ahpd2M2yp2ADCy/GF1TjQ+uxMx1ETdjN0TbUQff
vjMT26MkUGNdPYXw2PSE5lRQr1DrQPaagWESEJd+aTDdqjut6Bxv2zuGxsGyQ4PFHKrDFsQGqZiN
2pYHrVkGMQekZETTEOqtJ0FlEPXr0dnQJQ0tFMmg00EwWSp9hWcMwV6sbhk1Cd4sNRklJiRzaQoO
0MbkgUjJFZFsvcJRa7aaonhVJleeD1UsK/KP+1GxnhM9M5fd3NdUi3Db6pwtwaAZaaUoRKhniwoi
lJ+26dypJI1wNLhlDcycOFAWc+7yXZf3yWBAdmQB1Xi/c6t8cUfoSDQ7Z8QXzCDq8rUclnUVoXdW
rbBBxyvOMCplHWrGuGZelEneg+fUkZpBTvWQaiDBWFvaA8yvdryxhtpCqxLV9P0v+4r8VxpleoHn
GRBADFnErTMF5SDx0FV6zWYl8zsYQbYe5Im9JKFZWW12OysEo+9g6LrtWS4QTl1NUPV4J+yJ2G0D
sJx7NtXzMnGI7HtZIiGN6P2HVaXW+uyzste2EfbUcIiQ25aA3hOjthVjj20do5AFxE3/WkYiumLE
Uxv6ZpKGV6S72MJ/NO1nTaI3wPFlT7G7SyG2KkPsS/wm9IpzQ/QRPWROSU6Bh1p2auvPI24H4kqa
phCH0REGO/GgWK2dQ3dJerlsbKdkCv19RPV/QyswvIquF6+/QWuSv2376uWxS+vqvwC4yVKZgPxn
J/FF/Vv5WP03+VvxWL38KB94/77v8gHgTZpqMehHg7gqxldl9b/hTR5Sdaa/66QDHRlf+UM8YGi/
o1l2kXxrmJERfTOU+0M6wJewcrnMoBBOo0kxnX+iHHDeVYJ/zlnQXarv80U00tbqbDY/TbuLYewV
nXTbAJLsPksPrTBYvmpagTokZb1ASgSGxrBvue5PsTucOkt/3mR+YeZnmoH6b1HVbw5N2EDh+J4Y
02uMy3Eu44MZwNEH2uNGWy19lJ3+oETaHJgpRftgmjXp4d3jkOpBq/oyh8m9SHmoLHDEMTlFutk+
AnzS9ZPs2suO4DpFE1Kcz802cjdMEupTrwmF3FnuaeteHjsMmI7DyT9IksOU+P2uNTelQam7ibpA
12g9+Qqz9Mz3pQO1EdvjXlW4azaqGTb9pZd/AeKZ1ldRdpY2wHUCKwpX8zTneMzT+QUASM/cF9fF
dRZmYXGM4rf21lCvoK+oPlEA/Mqy5hfLodgWW+teiciN98sHeCrNNe25MvdvFAq5OmhB4aaviXZV
XUNhvmmLi1q5w6zI5rbQyghiHyFFsPiF3tAh3qkksC+cT5WJTmu6ol/8pFzCfTEdhNee2P2XWtkl
/bbtnbNR84uqCNbpnbaTYdXpnMSD/uv8rDwoD/Oz+v67+v77+mvy2L19/zV51J+7N/35X/8Nb9kj
XvKd+Ty8mc/WzqapqOis9fPFILfRvPV2bX7Q15C+ddIBetPoDd84LZryobjI5FZlZKXX32D9LE7I
wV//WjyaRkCryWfeFCZXk7rPO0DMO18L6n2ybIgpGOMdnakxOuZloFnbkQkadt/6KNpgWo62wXnq
Cz/L0Xb8ShFX1kdXnFCR02T0bRqJ/FJZW3K2pzH8RgUMN4RjtDEHy2nLd/N7fj0Fk+B04HsPQ2Ae
fbHh37mPtbkBF+w87EpxkjXPunuEhuQn88ZQd3Ef0Omzpy1M1/mS15nAbQSE2IXw50ffvJkvk6cI
PIu8ZH7nVKeTflKdRUbYnCQ9YFnJ2aO4ipXnWB5L+6Dvi34b7/j2OrmbpqvJeLCq00tb3WbKVy7V
2EQaxtAT4nOoj8jO8BG7c72dlDiME4cyEjjysM/zcK6D1DwTgK+M6TLpT4xhpy4cJMKWyQgvGOSZ
43ft+URqlsJZKmjinRWdG9F5c4B1OW3hkXYH98uDReuYuSTzK+8outMk2cQ193cw6zdSuZRDH5Sr
SUjQHLjEPzy+JTfpxXm4Dd3i1H3btlNYA1Z7PFd8krOwdXgB+Npl2RK50EgoJoG8UDeJxMS84dgi
ABfcKMch2fATdaJ04o2cNxMV8horoB/y8o361k10P583pnIgBZuUBXCwEje9qcJ2guptMkaw9BKe
K/EB7xQjDoGLcuIlZwXpGFr6hFQI7vapgBrWHSp6QU1+8DhWR/iteW5et2ku1Uf0rymjoTtOp+1V
2b7R7cNqE5TFtHE4cl0t6AyTpif0kKMjC8wRolEm1ZPqJYW5g0g2ABkFtXKlOwcQdfj/7ssR+AFP
jU8086c9wGiUCCqNgYc84oTsvHqjct9lJIKcFM1+Ns5Kb4Og23fjm0S7N12LV7qr1G1e3VXqnVps
muEMJMqjnuHeTWiTKoG+nI7FmbGy4d1NbzOa2/bFpTrfwA0wm+0QH/pz554RNu2X+kvJoI9Gjj+v
ZPr1D9WxP5fn73/N333/CgNb/sxaRUs+xrf9x/8sWgWv9Xk6BXLcszAuZ8v9DE05pv+vri7A0AX3
6ruXrXlBsaXNT1z2Rgr+5kkWJX72C4uB56zfK+omNsO0555qbb8j1wIoi1/Qz60ATilXDIeDON7H
DbNBngWjfplxcrUcf8Qv786nEcTsZi+s23ITjZvRDXMcuNnCuN2K7K+ErUi4ABjHeVcrPDcc4+m2
WjHvzZPrRzxy6AHr9HTIVPXgC29XQ21n1OhHXvO1GO1tETK/HJwGwrnvPdqH7KkfgzaXgQmRtb6w
47ua7TGi11md0B6m+bck2+WiAVZnBjCLJ/1rJcyQjjMcUAUn+LRJXe4deliuvmzmXL/sQHeXHOyU
9lFo3qY6tbhp0+7etKZNYwJf76yt7gAUrKNtMTZvsVUETcYSiw8j62u6rBCQ9FtmOE8UG9+yAlf3
pEwc9tIgtfJQ9Opl2YlNRCNKNZm+LF/UGh9/jHbAMxjpa0FvantZ2RulaM5WSLQ1u6GhFGFZi804
vo3xwZWAEMcdUeC5n6rJNvMQ9/XlJoHb5WOHD805/ZJalblRONZN6YLz2VNMX5Pgvr1jOV1rEI9Q
WW7o5jCJbEOqD3zYTVwym1q2CmZYZXoAQHWRZ9oBHO/RKaa7srBf9AqIkHlMqv8Nbet/NXAoR9+V
2/mfK9BdTen523X/9JLKTqTP3Y9V6B/f/e86dA1vx4n8Xab6Rw1q/Y7DAW+0axL4ZZLG9WcNavyO
vd2mZMVCpGvmSh39Vw2q/46xBc8JZHUkr/9AucrP+aDzWetPVjPYdajCSGE23U8iJ9rYhKeYnsoo
0Fv8trRNQn8ywVLT7we3IPbMPSyOdg9a8lKY4FjBQ821c46Yic5DJ8+s0j4pOZGSInZUFPu0HswL
zA9n7pjfpZC91GS5HSZ7Yht0TgsMBYOQJ1pO4kClP3EqPxWmelWbeQKF2qsCs7ReSiACJbhbn+QO
210RmbJkdFYAa6Nx+eTkuf3aDINcASu6djtVXr+zrLa6sJCrnA6u0wEI1Iz9lGA3B4je33V5azHA
KqYHdY44tYK+DxRoN1+Syn7K5WOcN/URCS+VRWM/N2o6EUpjaSGN+/I09lbdkeUkR2NVTdIV44jf
IO9cSQdgCo2sCMTKGCb+5zpWrfrZSepurR60UEFadtFlvQVczKj6ULwzipMWJnleueD5Kue+LVkG
595zg8xkK6PRT2aMJYBaqM2liJ29kU14wHprCctMv3C8r0tEROoMYX2wZfJsFdFG1PxTWjinTHqk
T7zlAdoECGV1hBRo7pbG2ZPAsT7hbZrC1Ejehqq57Mz0tcpfOhDuEe0LGgs7byg3RT3vx6EOIzU5
nUkicPIzOeZnbgZrE76XKKEadvvaZVClVhgMat+1los0Zfg0U5llUXLHRJ5/UF8kJnuTJzoOLI18
Yvi/rfT+kuvk29QwpmviQHO/AhzaEjHup2a1X8B0UjgpzrVTegEmvQAdBrB3umkdYzPPPmiJgjxh
6i8rsiC/NZnNx8EEuZNIOOLmWRqLxfSGelYzG7nX9Cq/MzqIJUUVXZRNvhdLIbZTpT5MhEDeruR+
mOTqyRRl2bHpz+OhOnWi7FUfzkiC2IrB2JJxxVapL2wihXNtAgtjiPIicllcUghZJ7JPiS+3AjE3
MshbWkZwFkCVthNxHzGrsla91HWrBMjDtZCnlW91NWrOyqI4FpEDjYcJbSBb6zAJvdwb5gw4RiUC
w2klU8wuPjL7qJj+JYDmvfErlro/gmT/UTfhv9rqzIpJtpzHivWfF+ibvnr6bS/XBoH8cW3+83u/
L8+WhZMAI/S77X/1DXLi/75E8xU06O9uF2w1YC1ZQf9oE+j27+/aUI9noa7j/T/bBOuXDHN1Hlg8
Q5TX9j9ZplcN8A9NAsMhoHbVb7MRsOIbn0XPml5ye1i9GToMD/PelP5YJ18zI38q+wS2ba1NhNf+
AhqgfRRBY9zmUR0EZqvUFhul+0kzzF+kNvEKVqg1TFM717HoLxSn2ZyWp4OZXsyiprq0jV1WFpex
lTjALDl+5SK5patOradSkalV9ocu9x9dq/9/kvPet2P24dVOihKcINWfVh//42pzvbm624T/87f7
V9m9CkqRz+GOf/sj/12SoJ9WDS5eTDSrf+Zf1zxNM2etOTAmUMPa6to0+1drzPidusbDOMN3YatZ
bad/liWOyZqJahhN+3vF8k9Kk3cIwQ9X/VqafH4vftRf09M0BJFCWhCXCCppBZ/EMJGRXDXLSdql
JtrHIdnV1nBuFQpj0+GOmjvsY4pry4RHbCS5L/pqR9YQWXyoofAd9568yFtZPLjuFAWDgrAETSYS
GT3Wd5Qp94YAt4qGoYZwSeHhitk8qqA8N1m6vCHZ+mYqSbWdSTg4KEXEyYY5iFqUV2PDqaWEvvel
72YozkNt7hutID6uo4afxyocPS8BDuOlHItQE7RXQqfOSSbaxWmfTrsZFJ5fOKSeawQN1pOzIRvm
nKGTuWWEep9nSXNpprRQLMbG/pKKm9o0HhORXlSlfaUmiPYsleBY4vwC/vFFDXBzqdO7zku/gEQ9
4AQ9T1J9Jyxw6WUue5DqLvxOyxhDN2uWwNIJWxKOtzNVBreVVM+Bfb6BjoNFjkY0QGFxKPvlMC8q
FHgTNyWDod4fVfVVJsWjjOyLeNUuMVrBSGMqOagwYW2nbmTjlu4eKmq/0Zw5PlQNhy1t4CQu8zOj
IbQiqrzrPCr2tQdfWI+XXdnV06uQ7RsgHEnUZrwadOd9p8H5zZHjVWR7RdM+yhHe6SGN/QyjNeMB
j4hC51ilxVs/C9zJDcmedlXCmnNEc7QXkE19wUGbcRyY9UTlYCvjTu71WWWggK75ohI0v7AVip3J
W+j3EuNMpE4ntdQchsZPTjVnpGDJ9HROk+sk1hfqn6okWLQTA2NI5jr1kt0zNb8tE2fH6IB3uYcB
31ZTfcnArj50YhwvlxUsOSijcrpU8puUibcr0R67TvE8VOhfQZIh+9GjjWkNzikVVkb1OFVnUpsP
DiTznTJMt7Jb8bvoz80A4wXnXwJgwKI2enHiOeUxz+QNpsUNYxY6R0itxRsovC286YBcpl3r8QLR
3yFeTTZDk/pJ3OxrmpxifgAb6+d9S1/JDiSyhK7SdgKAwVA2Z22sMwD6NlC3evgwLFFulAi1AgjI
iLNmm1ncHN7l5BY7R1yqybQbVyR/uvUu8t5lyIjoxyC1yTonv3ATuSgpFEU7OuQb+kSmbVQHxeEw
7MTt+97/f2bnWH/K8/9bwRXUGz8rbi5qMT7OH8qa9Rv+WN213995qVjpHHNdqqlbvlc05u9gxfDp
YIm2+ApL/79Xd4dveqcwYYV/r3X+PHRazu9QLGj2UHUBwiG24p9UNJ+MhZyErdX0zcQe/44OUOCj
tyayNVmPXb2E+pSrz7aiNZd2jeSKMruZYr8ru/LQgvn7ha/r42nX5mFByzoMbRxy3T3zMzNhMZxZ
1cVih2ahVLfIpu1doldy/8OncPl9i/rgmlx9On/uXN8fxuOtwtADAel9F/9x5/KqXmkrAg3DFNkW
bc2iMkZ49Qh50RdY+o3RkafE3AUFXpCUnXlddA1TbahrtNXrRO3SXdlarhEa0uZU7mKLIXo2dZpv
WAx4e0gVmznQTJAYabkJ4PdlxUP5yH+183Quli6Mqc6WTZ0stYbsuMxeciToDAvQmJLSqQ9gTWui
liDzTz1nFWa9nHEGA1HfxZTJ/kVNU9Is9ZGoxNACUfWYJUt24/WJbmIGyvL4bJTVSKBFMrSbNknV
u85NGf53uPqZY9toFP3SGHMiwWxwBqfR6ORwuDMmJFo00pXtyG4nCXo2iNxY3DxxTpa1R4JYP9dO
OcpCtW7xZRYbOgEGAP8Unu7ckqCz0ZpRXChzjJsnK4g0Ccq4i83gv1dsMJCv4W+rqFIvCQ9CslO2
Y32Wo5NHyNQlvFOpik6TA1rKGf/nH/t6zX761Ff4IfeGChWETIaP1/SgzrWhpQoxzEZtbPoIDLlt
CZZDk/ioVE2dX1xm5t9cZtw9DCH19VozP99Ec4YovbUaHZ+ll6HdWBp0T0SdFs7BERPdfctosiPT
6rLYISciJhpfJRUPcWE27QAP02HXRzYDKsOkcdumE+3hKp+zr5bVJ0/GEjNeUu1+HBnxWNpbPlN5
bJV2JsZSQWnvq82gwz4FAsrHRopIlUtp+Ms0in08ECkVjBqIdGjGWW1ARCJ2bRtlTbIvHExY7HTL
xNHda5GAGBozODlIqKha6XF4YHIPALRssyqwnBmqnpdX8uEff2AexnLAH/zKkJ7m24fbdNZqorAc
LSzpiW6Swox3aTFhKFXL7gQBnPYLB7e+NtM+XSEevTSdhht7GZSmjw+ILaG3CjDLYYww5amslSxM
LGaNlhfDX6blll0VcZZDmE3jtboje20oynaDhaBBzZtXIexkcbuQPEnPXLOJfsGQPha7Qivar0a0
gGf1ylrdji7fxUj8V/SpdzLIx1fAkNrBTQztwoHr8Okti8EZxdXCZK2sahrwkud9hj2aMUMPKDD3
ZTdHl0VaDjbaYJWmRUTnwt243UiitUrgRLqKg8smJF48t4IWLyNmmBUhQ4ggbTG/60r62BnT+RnV
b9QzfzCEfiyRZTGdciXK9Rlji/0LT+nHs+66YkO10Tm2cO6BJmp9aoPa0qw0UxTo23nV5x19rU2O
VOsEVbD6i2Vi/ZA/voUuhzJTB5KnqZyi1j3qBwdzzrMQRNcpIWZSpQ+TfFpgOeZoMgNLSiR1Trrk
L2NmVY/xRNZzUC169St40F/3X/CR7L2cM9kK6SN/fBKzMhczmvFkM4/9sjEy7X4hfZTV0tXJAgbG
jB7YS7Y/v9/exQwfX7rncvlgd9Y1pBifMbhdRQxNiXEEUfssiF0rTaaqWdc0F0ZEyLmvZiNDVat0
3QCzBnX/kCfMo7vcMoFiiwaYMQlOeZi5ctEY/RQop4VXDw7i9tg6GshLXR/9nan5vVLl0YEDpk4v
W4/MNCxzI74fWricfqLimTPSmKmgG+Ulj9Zrw7F38wHbmWS/OhW1kd5bSY3grqGaX/AAz0xqdCdF
PkZIJ0O8yTXMO7QjVb035k6gG0giuz7P5j490VDJTZsRW88+jjXGm+V7jHaDzipg/Vx2knjR3rd7
bzJpOffLr2zyf9mL6DmtZ3c+X/CX2mdCYpcsceSJpNjoRHe84tTISOXV0rMpSyKE+eavPNl//3iW
xsfKxwvT6OP1NLEJgEspC5zLDYmFwsV4YbeewvGyMzcJcshfYXn/csdC+FfBX2ngLJHi/MUFPumx
rcU1GdFI57lPE203S8THipmPNz+/bj/7sgFZ8ligE3DOr8Cpz2VjqWFXyqlANphTx8PUpcYOFukM
P7/vu/vGG7DapIo1HVBMNtdLYrsEnySEk5Bx2Otvv3g26wLx4S7i2WB7Z7/HAG/r3vpZ/LCAdIkd
NTohzRvuVa3bA3aeL4ijwU1JmNahiRXEOVm+vExIYRlJCgxJCPw3S0dQjjFr8aEmmGZXIa7+RXWt
fexTsoryzGiS8twcRPGW+WkVVTSCw9scqaoxpWReybzWvrjaTLWHMhFhUZTPSJewBi9EOLUpyTi0
SMqHRRGY2RTkqJgn5giLHOQ0LM/tMKScHlOieUkjZ3TZFkrRnRWAFsXu52/q31xNfLw2VA6awGvM
xMf3NJpakBxj6oW5MtsnjZO2Z9zD6pWqtPUv1v/3n/Xp8zNs3hxM7pDAmb19fCy7k7auTjGmmE7X
Hzqi0k8yMy4fZyZdF67Z4Za2F3tPjuq4N61c3qdVbf6iufs39+t6LOQi4uOievxUiWQEtva5ba/p
ReOSbvGK1ze9XWY7y5beiBTMRsP187d4jeX4fN3yohmpwpN0V0Tyx9ettamlxjLmMdHup7tmqLoi
7CTD+JCODCG6lZuWt5VRdsc4Koo+LCylh+tKFCcprbmjB3VVTvrqInLsMO5bxuoj9qotsQoFhjYj
dW4RIywmFHCOE7949mtl8+lTMzn/UnBbK91T+1T51IRZriuOE9ZdhGsoXeqyBJso+hG9lA08bSHt
ANdt5ZhDSMpqhNRZNQDJkPJhP0szVkgAVkcDQThJcsP250/P+ctZAJWjQ0KJww81YFasF/gPi4LZ
xHMqmsEJ2R8XjM9CzEqYN9F4HKMxRZfF1XgJy9xqwkEdlbOxd00U/4uRi92UuZmO4VLBwDYnnjxM
2TpctQYwG6El3awIFaZuY5B2orkoZgnMYMwrgVJZ69ggkctNYacvFqKxNdRqo3oEe/nSa6r+lviP
aQr7PklubDVp6E3yCMO3MU6n5DxdbI4EqZXlF5FdjDc9MsVnkwnom9eoiYoBwrO5BBi2YhhoSkPf
ksRFnJyEvYiPIbbc46x5y3WkD9NrZfDEzi0M7WY4ONxcSB0yWktlnCJ3aXD3sN4Yqbg0V6v7kjnD
lSTZ0qbAIgtZZjYH1yWKy29po9gvuTHJV43cOnWjqglzOISXxWNC2HaNL7Nia3Nig0ZsJAiO3nWd
O9s+gS2GsnPQi3+N09y8ss3+H5JS39dYGvKuyg1EZ4cRzccP2jaBGTYGlrpCTM15LWA5Y2EZfSxu
yP8nipSfX1l/t1yxu1Iee1iaWRk/XfhdM2RVOpdKOESWuBYjeX093s9tMns6EXXmsMq1HIMBtyOf
rc7pt4mGNePnz+Jv1iubBZPaYl05qGo+vmornyu9wk/NBNyciYSY5pNxVuqtNnsvoD6Sq58/3F/K
YzoN687KjsZuBsrm48O51VJCkQMFIMZydTmRWhlV2vKMTH5navG8xzc1/mJJ5lbgp35aYuDtIjg2
+I8/fFogLaEo+NN4p5PYQwiAqSCmU43bpe13A1k06HTLif6pPRbjcKJhYSlRtZkCr9k7LWSKHHuH
/1Q5y90sgV1QU5OFGF0mNEBLat4oyYr86JZJfarzgj4xhjMpT8COs4ph6uamN5JMxRVV5mQtMuqw
CYNhaBBElpde5W0WJ/hWPBKIMbdKdGuFiqvJKhc4x60OPtJvIX3caBa9Jb8qJvc4xoq8rVvXfMVd
TWRpITIMvWmEmRX2A+3ebCq0HYad6EtRD02yc5RlecHjrhRkTo85GfUKVvrCQDKs5RM2oZ6MHaYO
XTHVwYiBviG0cynOtRH+yNZN87YPKORcPTTBT5Pk5y2LdzqMyfggHEtR4M2Y6kMEplANU1S/9GfI
ZH9S2wg96zQL92qeqwlRmswW3kK76a8W0DP01o26varztENX28r0obHNGuwClkVcz4adnjvTiFvQ
znKj9Z0mtY617NssgJS1iDCe0Jr7Y1EhfMWQQ5yEXivgAQhzZT7UEturBHZP1qpLRgkkTsv5X5yd
V4/bSLimfxEB5nArUandwT3OviHGY5s5Fcli+PXnYZ9dwKK4IryDufDAwJSqWOELb1C+ogQS/awt
B46Dbar2M4cA0znZ9yCQ1bL9pcohx13SHqqzCFTrt5a62AB6ppnTZmjtT1VXeoB2uvpDg3fU59ED
9gKMIgCUiKNqMXBD96a7w5h7JhlWSvhl1HQaKonESQh2T6tAN6KqRWUyLsWXCNGNht4B6rD71puU
BhRE4X5MCnuA1JlUypNpdch+aPCmdaDcpXqq8gRPYhsuunrGtSl5SR0LYo0ZFdrFdMuyhP0ylyWh
OYbdv/fP8O2VoaEMjxC9OafbxjJMdmMKV5pXOD52LrYvXJjxMGjGZyuCZ6V6fX+4P97t6Z0RWban
kXhR/1tKWOdRacaNkvMC55W95yMFH2uhgJXR/q9VNw2I8Ff5/n+vhD8LzLdTU+csy6YGQ+hGBfD6
eoJ9l+Ijk3I9pcL9jMpoil0f4PZQSCylBpDffzs1da4WoAE49w2I7K/H06TROaXVeH5ZoSPi5pgg
4xqcEdrYyvH+UGvPDQ8bQSKCvzNlY3EJ6nGopKWVeH6VmeUXSmb4TOLFrlz6BJ9kJ27NT9i9w0co
+rh/Z5J5vvb0qcKNKa+kMu6M3UCcjw44b+31lI3StCYzkZ7v6sPoneNIdX5hKN2JnY4yCETDQFOi
B6ZQ2gjpJJOxMf7KC0T/H+cgi51Ei34RoLsi03JcYgOkptL8oc/t7thQ5btUMgiOEMrGpwidrI0s
aG3SQADhtajUJ2+yIEU0vVUOGftq0I3+hAcTlplI+wwYqtUWL4JXCfslRxVtr3ltvPEAruxqNjVz
5QfwI96exz9CWL20NYF8CjIsjmP+FwskGSqt7fbQxmyc76qm+rax197EnRcvLm0osDtkXC5Un8XG
1tUxj9MJl1Ysm9P4qIkJPHraNf2uE3AjzxKPY9e3rSzESW1wcefQIrA+r1LgZO57Ztn/JDQpHdDV
XfnvRKJFr9pWFe/oqvMtXigxD2GK0l6+z3rdiMFXT9F7B+WxH7PUm7bDtK56yiC341AO0utrTIxf
HnoT8vGbEo84ll5tf1UdNLh2ujvw3PVq0hgEJZ79lBObD7sQGbIvJcDkzucahKCrRG0y7voKMxB8
RDHqlg51mINtum5PBypoH7TaGKG1dWHG9Yx70xlv6nIATN5TnYsp8vxXNCNuu/CD+u89zg00y4IM
XCXTb5lQxKOHrmr5r+PIoUGgrtNyX2kymBCxAXF1NyBrBv+ucpvS7wzFftYaSwXZ3qIlcvBi/AX3
pjGl3S5UdOVj5qVVuIuKIan3ed3CyG+6SPmXdwTkUQUDFFWQYUKUQIzpBL9XFbZCpyJqf5W9tP6B
c5f8Jn6N0U6swzD8ECdqm/h9FFS/3TEOnH3WZMjuZ6XRf7DbOIWfgtNnvUccCMmMPEq7YZe3EXzs
pMpjvL+bXoSPFdCG1xxseucraGide0qDVCioEJIFijTKTpN0IKzHpLY7tRzULwV9EaqWcC4hYBNj
PAQ1NhwgTw24LBLlD5p0tVHVX4as7v/j/qHQ6qRZA0Q9GqqLURG5kE/NyAWNeIPLZijNn0LrOzaT
WQzIpJVlnr0YaClVB5qGNkT0tuL/kqOJCXBb1yftomH/ZpM4h+D1c72cYMigPIVfThtSZKXfCI+5
1GPmbIUIefV5lhenxolTBPCGzvk6xKjn7LJYAZMpw4AV4n1FyElTC/NVGmIaznYPuyAORTD4rqIN
/9Hjt/4LPY7TrjIV7zchmgVoITXK8gQC34nP2aha9UNMdUeBUeSWv41pGho/oejwaOl6BJtV2EIB
iqIyCN7NXyo2TAxkxdC7fRmZyZfWLfDfxlIRTQNcWz3c9QY6el5diu6sx+iWH9E7MiffUTrQC0Zl
oXA5jFI51JYY0SpEQY8ZNX0II60vy2lf25qCB30Y9NBeEQWycNEsio+iCLLS1+MIorimTPimaypY
2Xdo/Db6saJEE21kWbfXPeK6Gs0HcngXv4jFRYQ+l8gyFxfaWBRUQnIZzBFnXxOToleFWk1YRqe0
bLae25WazKx9P3sCUbgzl7rlIWbpg4simJ8RQdGMiwD5OdIcTmVb0riztPrg1PbwqqIBFOFdT2X+
/h08T2x5A6P1AkaSmiYRxqIY5rQqbll4Q/gFdIYHKMTaU4ggIzom0Ua3b2WJVVIrBH8JYuj4zX//
x/PSVm0TOoPpwkGJ5sRDFvVBi/vwpwL56gSO1zjKEZjR386PKBQhTI1ej+Ygjns96ti4raqitubn
WTmdq5Itb3OVvgPTs2V7c/t6M9QcOmHbBUpj2ZsbByNTa0mFSp/U8im1w8FPAQqRq+rpo5OzogTe
dve1SbKNh/T25dYALSLc8+ZxCCr3epJJLPDBE6rrS+AQ53iEDGgOlvGY4Hu+m1jVjdOyYC3MaTkS
w4SJCNoSKVKTux7QQhZG7czWo4SahfJbNcYopZIuj/Shs/aXIxIzPqFGaWPvTQGcx9tW22iPj6si
YOkbmDCWOBHF/oQuifABVouN7ON2X8+lTgwH6JUiV7vkVThlyW3iOvi/p0n/5KXo/puA+k+4qP6l
WPG8GGhYIWENpma2mlxsbIgKLfZeZuA7Am5qmmszA6DV5YH/brfi0tsLg8EoHMNbIP+ga3698ihT
ZNOomJ5v0N0KkafQi3OSjZDQYl0xB7xylfJCQ1dr98KQ6gtel5346zuDhhaxC70GosWbQJHWQK4N
lRr4alLnv5NBib6X7ZCLXU5b8PX++V25NWh14wSNhQ04gbd05Y9bQ1DkM+0U+YoITZDmGA1ePRJ/
8AtOFCKbS6xH6mfMdLbQ1yvjUkzmopoLevzBvF7nKrSQeBt11xdeggGtrSa/MeQNC0pAIcbpYd9C
WoP39ffXFfAVEti5Cw78bD7pf0x3sAPFrumW8mJamntyRnYrIVZRHjBYaDfwECsXFjOk0kaoCvp+
JuD/ORieRkpTcT4OCWX0Qw4WA3phjxeZDMfs5zi25sWwesfc2Z5AAfX+h105oI7H8VS5l1nkZQfc
STHCBmIB0Rbt2A+FbLoLtXy0X7LG2xhq5VuSo/PIAegmy1g2Y1PXTcE5gcfR8D8CiItoySHIXBkg
GuWOBRIyqXOAVhT89TnRmZ5FrRikATqD8xL88TFrq8hgfdGU1RrD+e2odflFdd3kogXSOt9fzXk7
Xj/j10MtPqXR4xeDnzL935DEfp+he0VtB5DVX+eIwNJ1xPqBD7jcQouXhhplhxb2mB6SIioe8chs
Xgr6W48K+m17BzDZ8f683oxTlhODF0cZwDUNS18CQzoyrEQXaXbwZC2BqiS5F1e7mgemOjiTWT0H
seg/1F7kDUe37NrXlJLhF1pp4hTQ5gkRXdMUFPEoGEUAwxKEy3A8R4dqzJKLpQU0a+//Yv12twGu
4F0khbd4bq3FzTHFfVZ7wgPaoY9UCdDOKQCShtmnqK+i9qWm0kY/FoeseB9oJiTsntjyd+fkLcLw
IkehS3rIep5CHsiviF5qrd+WSU/hty6d7yKraHEYaRN8kLkRfVf1pn4dgAQlO5EWeY9sby4/5RPO
TX6eQ4qFOGuhC2B1HO+NMOD2CFMeAtCJOaPqsCMW+1tzcoMMCE2cZoi/hYOWgzhO/w0CU/94f01X
4g3gOjw59P9m9sMytEoQ9IH0n4YHg1rxsUfI8Zga0n2PRqXxTBl7el+qdf9PR570bJZAVlIrDhqS
OtDZTqoVhygpcmCtgUPj5v5vW/ncyLPrsIOAZVEcWCzCVMnMq+I4ghssipNAmuLoVUDShUwmJE2D
6RJbU7Sxyd6ghYtjgcvtDIfwiPyAPF5fLW4sx2SoPMUv8SDDXg1r8nOsZhPCCQ3CP0c0tmiSmKlm
HIHt685HC2Whn7ra1d5TIJsBxqTXUzcJxt7MEPOqna+4SsT5Ke/s0DvdX6IV/AZ51cyhJfRXAafo
i1/raGHYlVQ2Gph9B7NF4nUHlj4L/UQmnnKogsb0UzvK31kG6gpa0RnNwSy85JkE0ft1/9fM52+x
dPwYiosAr/n3ba/9cSvz1LupqwG94rPkR1Eo8heGqtOX+6PMF+5yFOJO4IZzUnnj8FmTeJjtFESH
NLLaX2ze9qhPhoJGS9cqxA/k+vcHvD0jM6INHjOVNAA5qjfP+4955WOFP42IsYnpxpKVjTP94mqK
+QQaOjgqZaS9j4AEnayxEhePehsKZKGFCEGTOuJDH4XqYzvF6SnWUL6//9tugladU0uDnEdwjlvf
UI1//LQ66VRZC9s6mEPjIoxAqjRddGEYJ7OCYQTZZibNEG+EvwfFxKsRmU1AK/d/xM1B5UeADJ6d
NDmnJLzX6zOGrZLnpXQP5VD0YN9yTNdEBEKnVQIS/jF9CNmNh/uDvrnlXO0DUkKeA47obBlNC/V6
1FYPe8xOk+AAjwVmU2OaU32k0FBMaNXKlFpcYScGahmB8Y+eBtEvsJXNfxyF/kffBBW1NsNFQXGY
ai54Q0H2O3Zdyl3TmAX/6qWKAr5STzaaam3W/3Z64PDc+Jlwj4ijytdemuKVWDYGGZ6M6MkUOUDm
va3n7glZZyg72WAMPyw7KdVD04ba+0yi9LZHtzucLtJMQH2Y6HvutNS2ir3B74zeEzBL6yFzAsPe
CGNWvhHGSgCBOIRzZLr8RqYi68oQ4oDjQuUXYy4QNjLCo2mq7zKljY5k1d7Wxri5EIhnKD2TQs9p
Lc/M9Scam8FCgx2jh5rM7VxSNO53SN8BJrm/F25bK3Pg9EYsxL1tfsyuBwr43krojjj0xF77uZuk
gsKvFZ7MRJiH2oW5k3jNiICLgD9gdaBu6Gm9u/8j1laYR4qbmKzdu3lJwYVBUHOgVAlNjSn6xOOB
+6DHr6MxkMQ06zPY4SjfmPpNpsHJU2nPUTJgZNoH1zPXgAWB1Byaw1Cg+1sgEe3nqhJf7Ahd5gi2
wgmm/78CztuG1eztdGcwGSgNOpE4TC3fyUip9QIl1uYAztv7ptNRgr871sZu9BJEpIJGT/ZCSxRz
44G+uf6Z8LyhuJBnFumyJoCEZ+5YAU48uSbS54EvcZJGql5km2vvegTbf9z/rLdP7DwggQjLC2GU
UOR6hYWpBG0+xc0h9pCk9UVCtBfkyeyHUWjubyeEdGEnInf2rWbUKJE67fhc9wMd+lgXUNPu/563
L3p97/F7bKpg6uwhirXS9e8pFScaeFOagzKOZRHjxiqMGnI+MrjolCoJ7hSTAFbdQhqBMxihRbu3
itzEdb5Ewx5wcQLsYQItjPJNbRjpAU5K0+8cngf7EEk7U2ZNV606iaynpa0rU/RrykARPQDuTl56
Ysbvitkgkhsgyn7w7Az9BRHCkvHrQSUiTsvYnB6bbkq+KR1wjB0C/FL6btA0n1K9n5V1TJVflXWx
/RJ1WfCRfWN8NYwhRaqsr6PPqpLiWZM1k9ToDmBnhl6wWl+aMtObUxXW0VdYFdbz1Ofj6Gu0r87e
hPkuwFxQmgdoF0bgW3VWDj8DUaRozwDgPem0Jgo4S5NG1y9Jay/+KLwmPjlZXKPpE/dReQ5iY6wv
xMkh0nLNgGQBGcKnotco/0P6mYyzEajZeEAH2Xpf2oUQp1R2zpnWruqCJcnH36MnRH0w6xjk3P1P
P++05ZfHuxxf+LlACHrn+stXWPDofVyVB6GM8gxeyUGHJ5nOFnX7jdcVxO3tYFT5KNmTi9IVUxfP
a12VZmKFen5ISSDbrxCKi2+ZW2gabYYZJge90/lBvhpACBri4RsxkqF/KBolG49xlan/oX48yD14
uVLdlyiL/tZ0VPJ9V1Wm8V0XhO2nlNKqcxEzLPEhU1RIuH1R5ODIRVKVPsYB8iPK76XmC3u0TWie
kzpb5qbFhwQPcgxxarBKu2EgR/UlYLxPHrLpM8XOHN33ogLtfhgs28j9AOiPwIPagI/TOdB0ZNdU
3V6qsK72XhllzY4OH1AoE+cX69ESeFKcyX69F/RU658ZItoDQPwuRWcEpOOrNo64VnuZjqZe35og
Dy2vUz6U3Ad4aoVR+UizMwTYh4Zq/YDkb97ujYxaE1pzaDPvQysvv6c424Bxae0SwhB+Qvbe6m3n
7JVNKI/pQDuamwf9shkAjgwYAEPgnzRdex/nTtP2bTStjWPQ5Txx01Q7VIiLvjjHuQ2HFZ6P9jN2
ojr/aoaom/tDq1IgpqasXmyJ7vF+HNAk34FSBBaD/Yvyk6Cm0g+YqIRPMmvdL31bsKW9QovNZ9Pk
6+5N8DhoHZrWGLyOYQ2lF0tDBzFuy2u/Ab03Jd0cI/7V6GntfhjSoB1O0UjHDlBPH7QIYgkTEhW9
MGKcXOLrDkIg/o7sOFgixQPKJUfl4Gitk53xZgxS7MHbPvvIdm/SFyHb/jULHS07jAFsB79NvInm
4VCZxyaBMY/UeKNQkdbC9PNghLF5ajv42FiS26Pv9ALdOKLDpt+rgSkploMShrKX2RTUPUtJph1E
6SY5NUEuo31QjQFBJf9YJ+HRqDp5VYpOCjF8l+LTZIrf9CIT9wgZsxb7MrOsf2NcXIYnOKG0PoPI
mNDzcqZ/mlpVvwogHmh9yRCZtV734q8I+iShbw1N8zHVBvhFWtrxo5qATtQ+SJ3xGfBL+MOGTIGo
JQpNmMIVlfKSJyEV6RIelbczba0tX5swE9mr0dkTtYhEuj/AsqaGnyCa/7WLO+vj/Uto5f2dmS7w
XIDLEHfr15eQUcOus3UMYig+9v/0XhBdxqD46cKze6XAsIU9Wgkz5irf3Dwk3ucBvh4uRPxozCKU
7icYhyBe1S5skOyOJRlPYR5he2YXZPbrl/uzXN5+5P5Ajee6AxVUkCqL2y+YEC1tDVTjhqC0P9Si
lB/U2hh2KmZ5n3u9d5FSRIwptAcbLVyl3njkV4cHCAVKyHkjRFzPOhqtHgxBr6CGbPdnWUbRro9q
/UiYUaJOWekXs/bKyxgl+SmD4eXfn/1bTPPnS/M2fcpOM52JLoy7iDGciKtEdzCVMknokV2cinqf
FIr5k+rYiKhorCNyB6bmW+C10z9D1Rp+oGfhv2Xd5TgkUX/+PFgTkLyeMBhto3qrubrcFm8/kCK3
Q5WB1sXS27z0JFU3quz7rE7dA95f6T4B1bEfjaI5tWo1+oPrtRvv7zLWngcFo4uxN4BhqpCL9zeL
G1E3AR3yFgOfL0EFyM8ZUUbAFcdDCboLL93bdBUZbQTby5f/beQ51iPWnuVMFvlN7QLHd2p8R1MU
l3ZOovP65MjmGhTCNxLFlaHgC9LwxO6N3puz2PkYm8bFaLKyRtaaHiZwtB6dIsTuFF+gfmujzcd3
sdEYjIIb8ipIrCyj+VqbY68sQZ1Rd0b3m5ZFuf+WNFBqUZHSZVP9Lq3AC45WhLZCpinorlq6Em9U
w9dmrdPCoEPE7KkxXx+4cFDGFjceZU8xPBsQIsnM/xSlab8E9ej9/cek+owbJiUTmnxLx1ISVc2u
ZB5Ck+Q93mvtGL0fIVbjglRhL7NxlazNbL7FOMoefRp73tR/VIhkqdMdET2yskBi94GSlV9nh56T
ItL2y/1rY/k0sEuBiJkmuF+WkRbF9VACXRt8Ytpgr5hovJGdwGoMXfsoIWn5AdJ0/x8fjeYTCbdL
HRBY+/V4QdNXIHSNYA+t0yOymwz0jxOZ/1ISe6uUsbaMOIZSgEFTn5Wc//6PZaRp00LeUIO9STzV
+YXXq+I0jlgc4lY5Eo7dX8q14aBA8M6SPcObNa+Hi0M7I1FSGE4p68fI7lNCjA69OFKQLYbNTcmb
76aj/E0NwXRcFVDHYjAdHk3XxOjbmbIS7wIrbj6YcZp8MSqt+D0B2Gl26libzzPVXz0qWCx9UEbN
rTBC64bPUFtwU0WBcxh2IvFQFR1tI33ppkj+vL8qN5XY+ZfO+otzr5GLf0mztUQwRo5O4ORlOYR6
J3Px1VMo5h2S2jH/AVLRaTvF1csXNRL4jlCNa79a8TA9OQ1pK5lFBNg+b3ErFfzsjfdh5dXmQM9K
A7TTEVdfrGPYGFjMjRZw99BRDo2XOo8mnYadgBx1mPXIfOhExg5kGqZJWUPj6f7yrJw/wE5kbZx1
1sdbnIcwznvPTFR41U3eHUWnyHPdRN0Jsdjn0sqVjZdidbhZ6AQ+icOMF0GCwNZqcj3uTLp+D7oF
US1JVemHTdaftEE93J/cTR1m/vb40M/YAUrNEEmud2k+0ZDr1RwIY4tWA6h371B6dnTxBiqpAJjJ
7bQR640Jq8MvoeMVl6iR9kXg7LvRqp0P3+LRMmi2kBsjoTAzLq5/Sd3okkZAwxMp0UqWwRAcSQia
jeVduQJwAefKptjF8bQX84VtjHkbnum+TOlu7nIIol/0MQRuaead/HB/dVfiKQMOMHcbbxLMoMXW
LQylc41xriBVunbMp9DDj1hzd7JDeAxS/7hzrWirwbc2QyqmFpvEoYe/bHm3GghhtRORH2DLcegw
//QxrnePDvndxu5ZOZoo/FCUxb+do7HkOErMpmJvaCPCQpsuN0I69ufMy+QDxh3iIDvDvmRh3LzL
LIcXGPO2rYLKylxNlQo4dxeRI6oc13vGs2PbaEdArZPZyFNbOq1vO2H2w4ri8HT/W75NZrE/TXWW
OXrrDd6QGuLBG50uI1pU9ay8VPkYf8zo7J4cmSPkPhb2F0kAAqliKPTLWPTeJbHryo+CUnzvcGZ6
GVqM1zbikJXbgioBjzRvDRirZUsbGhTwK8BrvuLFvw38Vmh5RPgt5DI5YdQ3bNyFa+sN2lelJE6J
+iZinpCmQeNaj/1hKN4MqKsKkevJxTyvDpqNua2cHiQJOD6aRWcSvOv1xy2aCg8F5Mf8oWzUk2sO
3uNkT+5Fb2xJD8I1WjpM7bQx6tprCBACgA9yCHQnl/GW0+sZZF2471OlovHXYgnkNLrqB1Zw0lvv
BQ8/2/egzl9CYoxdZav6SyMktm6xrB8Sg00uwyrYOGortyO/CqwVp8yZ8UfXi9EgvQfMCpX21BXR
ewWtl+M0IWd4f5PP52W5x0GuEYjZDnXwZS1UoR0+ORTqfPpdL3bU5j9Il39yusNHSlb2a1lH30pL
dd/fH3ZlcjBIAD96cwwIWOd6crMdKN5bNIEHKSh051F+xgyv3Zjcyublp4FzpcE5q3otlrCNOq9r
qzr0S1lMJ0vm5Ts7sqjTwc79+68FzJTmMV06c5ZAu57QGICGy4MiRMZdw74hCo0n4ONbX2ttQoAU
KH9SUpm1Xq9HoSQWZTWlRdpiMuwPlehwmk76CnxFrGobq7dy03AY5z4nDTHKb4u3zJDtSJmcuETR
JuvRy6XpY6s4xNhIeUBiA8Vsv93fFWsjEhHoBotFt2iJNYdwmOuFweVOtzM4uS1UFnfCciWiw/ou
mXsHfz8e6Rz49vmLUR67Xk4RqpOsHSv0cajGxavWTNp/CApFU+R+SgECbKzo2uebUwMayCpo+Te5
rj+Sn0lL2qApzdC3e4LYNMjF3h6BhSHFv8VOWx2Kbv6M0XRJxRc7BWuRwJWmTeWrriZU5kqxB+Bt
vQa8Sf79VVwZik1CPwUimsM9NZ/1P2blIBuiYOKXweLRsccJOuWsIrtyRPjS+PuUf1blAygJ0xxd
rsVQdRx7DkaceLz0GBDjN2w/yAih1WSiI/73s5rfPEI5bg70nq9nhc5RLkCOpb4eVTAt0lkVjwp1
Ue9SKbeE4VauQ1jrFG5MWqT8YfHwGVThJqdG2Qjn9vozFrXYUIfG1h21cte7gBc4X2gb0ltfbHfc
3zpVj7HSbHBgO42Ji69x7TjHfnJxCCnxofXyUftJxve3tEFyDvSAedNnmi0ifYv51XzJykO6yUds
CueTxP3ZBXH+0SycFJhcD6mcZveuJE7f2DBrMZwHvN6EueKR1JmL6B/lrCwztDrx0xxPSd9uaQxA
iA56fwi8/KmlWHhW2sI5dGZcv4DCKD401Osfw8I0432Z18a/ptXH/93fXCvfm1IdFF2kuqnWLZ8/
rdA9YeRl4k+xVAFEKuKTFaX58/1RVr73/zJKaLdjb7YEtQUjAVQ3aIiwBSNSkamCTMVRx846wPY8
tU9D79jv7J5Axh0cmi/3R1+5FiiTcSOQEFHqXUYWyQSMCznFzM+yMflVOEr4GPa1/RC7xZf7I63N
0wRZNscwGp2UxV2nd44s+NCp7xXCfjDrPr0QEagHKvI0VbmOD2mMJAihgHm+P/LKg8UrbJG0U0gB
TjGvwR9XX9dEaoU0SYbsuhv/Dks50Cnt7V/SqptzB1Vy41JamynVZOo2TABBx/nv/xgP0S67nvo4
81PwakejaTGM7a3Mj6IM5FFSu6+BpF2gm2H5en+ma18TCUnCDh4UtBwXd0eKRrTA8Cb1TYkGzCSC
5F+0SZN3buFtqVauDTXzhMhj2D7WcpJNJVW0fnvcbrr+WbNL8wdGq9E7irPlz/uTWvt88ImB/fFy
AbFaPCdVIUavmNQMFVP0LrM8RUxjgKrkS02jKmFn3vf7A96ee0pnVF+QP6dQzwN2/f1iKMMNEKvc
t1Hw21dw5p8biDkb5/52Aa9H0a9HyXOkd8rMy/02C8onaInuUWhF+36AF3y4P6HbFSRwIt7lReFD
gaC9HkpT8CKOsqkArR45H+BQf1fIpM6IKljvskLqG/t/fieusxWGo7tAiG07ZIiL4cweumGqQrVG
DhYTP1kZyX4iHH3Bf1fszRb7coAv2BA7Q0i/1xFpLDZ+wuqMMYEAN0Wl8YYBXwVT0qpOVfg2WXDj
64VZfaT93D0Ehqcgs+nR8rm/xmuf06ERMPdUVFxjF0dPFmYUOC4jqnTJDmkVa8jhRvg5JWa4gb1b
H8qZwXeUht0luacxK0FFB0xABFeu27V0Ip501rDbZei7bPSGVwcjuyCbsUEdLsknlmW1Ls45hS+V
SH0GzDDuhjzG7Dcc4o0wYG3fOLRhZ60GYrql+GAK8qBHcLjwYdBice5k+js7mXQ/wV/3OI469m16
O57cKBgPMRzsX/e/4O21zf1Pew7IM2VIIqDrU6I6aeSWLk54sqTtZvRkUkjEKxfHiPHUMYcR1xxr
9NEakBsl1rXd6lJJIcCaAc5L7H89WZMDG5qrAGP4ZysZcSjQZb5L48TeT47+tzAD5OBn6we6SASZ
M+/yeqZJBq0jRLaZvTr97NF5QW0eNA1+n62z74qu2nVRG/0lS+xtUIieM4KftsYSN12GZMFZG8Ph
BOkD9INACs8yfP5yK33qOi09pbEXf9aULlQ2boP57C0uJA3xJ1IfQPRz+fV6vkCA5DAN3H91M/0y
FJz0kC7C3BHpjwMiFUipmTlY6PvbaaWEzztMA30WpYBgsWxjK4Vb2dKzSsyjvCHdIzWW4QeU2cZ3
boiwPYRtYBcXJUlNCmZOgDVSrkoBZloOxo+qQWbieP8XrRxlIB5wtCEWGTNp4XoZCsK/LlG10kd4
WNvVSLI8ICkb7HOgar/vD7U6eXhy1iydbgHqWGwxqwox78A/1c9Su/erJJ9FCfQaa3JiWN5TK5aP
ZR9NX5AvIQAjX5SvoxXOdrPJ/7FY/n/K7NwAptl6c+eGjYdGPdrxi4mPKFZRP8sTP3ciPCqwFfwG
j6B8HrQgPrvB0BNvu/nFqtzMLz09PQo0oTbeh5WgYs5t4NlQ5IInuQgKYfAYk6LwGwAB9Lswk7hu
NeV5Y9nnZV3sdOzpGMhAc4e3YZHCcVvmSpCS5YeNO6pPdWT1T6Y7ehYn2ul+IWeovreIQMWjYsfR
5wp1HOdEdFxuNeLX1pzuMWjJed1n6u31ZhsShb5GGaZQs5vqoet195xqef9QlCO1KiMwHtQs/my0
mGd4IV1eDLbyr/dX4/ZaBbtFn5cmCEEAGcT1T8Bp0YrYmd4eDFF30fNw2E+zN6MRIok/RH22ceJv
rxnGI/nkyM8iNM4iBECapBrieTxhY9zaAyr+LKt09FsoZw9uHMdfy8DAZPP+LFdWmrKOTk2bGtLM
R9Gvp9mWQsO+vcEqVmt1TMxMEHs53VgZGS3YvdIDXGrrHywPczRgfU96bNf+/d9w83KzuvbcTuMF
Beyx1MxSzagv8SKADoPEoMG7Re/JceISMLQqFWenuZP1D8xr7EucRAzFwbUnayMqull9fsMsxw5M
ygKVseT2oZsFOXko+/0EjvQhHdvy5Jh1AmVPcV77LsOoGEW4jQN3c6W+DUr3FXEyFCmWTYlGg+si
qwpjXaWsdkridM8T8KU9v1O73F/j2yLJPJaH6YWJPgCOkouwekgbadij7PdKlnufS9xXHqCHNg/V
NI2+YXXTufXs/oGgwXkvuiTALWiwzl3rdY9o2hjf67Adt/Qc51vr6r6ZS4qznxktmbnhNa/PH6lu
CiS2NFR4H1mpuMcCt3O8Z4p2jwY7qjRe2u8RRLf2umzM0/3lWFl5BMBJcefqDPH6YtdbE4I+HRgA
UL5eeKhFDf4hItEYHbGFT1yd5FyjJTgjvF/WD3IRmWYTBHLvAOZ9jun7YwKSaOckiptTif7xQei1
2Kl0eDci4tWRZx7/XB8mbllM0rOnQvEqJula0uRZGmrtCd394seIW9Gp1FzxGimOQHc+V42NwP/m
weLTzt8WFAKdXN6T608rIS0ElHL7fVC3XX4pY8P4L6Sym25EJStznN8HAlK4vyAOF7d0iBZw0QxC
okdXYSEiI3SMc3p9T0JYWEv2TX8qjbx+xT1CZBv31s0LQTZMF8NzZpI1xYx5Df7YvhAv0GYbUsw6
nXw6BUZPUtw6mKiGgXvMw0bZ2LRrc+X1n/vVMBrwGLker+o6InMbTdAmFck+RS7BN8fU2NVWgEJv
LIOfhtOHl3ZKtmBPK8dFn6sZM5qEDHV5O9IW1ySy33KvF2pxGeEVvLhIf/zSKk3f2LRri4rgBd0G
oBwUbZZ3AvSWllgXISizgWIviTz8RlTNY9YZsEjLUHy6fxWs3PwggGYLJKLbGa16vap4vrlB2dRy
HziReQiTMbtkhpcf0J2CAUh/dg9no9h4btYW9A3hQP2Lu2F5G3MTu8jJ8ymTMhqOgdTFQ1814TtF
N7b8FlaHInKFZGzh9LRs8aksp21JTogAcHyKE6E+ub3I9whyBd/uL+VbtXlxoVP5IgmnQkujdFmN
bhsr5cHG5FpJtO4FEepk8HteEzhJPU4SqMJRaDiOptbZuxoa6TcvlOk/mGfjoZeESfeswUlyAZIb
+ujXwZC9R7YIbS72OnKqWqfiL45m0vuUtuHHmkwRN/S2RsJspPC7BRFb2RjwxmBKEomScy6vMC1t
KjWSuE+5XWI+Kg7uNUPjmXunyjEJHwbrAax3uBGPvRWyF0tIsknlC7Q2B30JnrS1MZyMmmBTAKBw
d9jSOdEvCmaZtUuwGgwfprZPv+FiGE9nWeR5/ppgxdP7UasP+l6PJv1T7Wmy3nNjoWQfT5BF/NgI
h2MZVqN9HDCMCs6BVcW4xsP+/JAReW0k6ytnGBQJycqsscWdvLj86cZmcCqVYU/i5qS85HH4U3RW
3b5g+RPhXDXF8Ra7e+XBmXc4VXpyRgL3xeWodW4kEPIDj1yN1WvoeT9avdQ3NvjaIFBWKcoD33Wo
uVzfFSgLxVrb6IQNEY71UWHaB1EV6eH+MVrbeDwoVDnmKwKLtOtRpqpyY7VViEU1OZ35uvJiYpFD
NByOZ3IQb1ZP35JHWLkm8EUk16ExP6M2FoN6ahfLeCQWG4c8+C3HKZqOgYKi90jdxd7Y5WsbBPCc
Q1DyP5ydx5LbxhaGnwhVyGELAhxO1ChL3qCUjNwIjfz098PcjQiyBjUuL7yw5CY6nvAH9N64AM+/
UB0WaWQxET+KhCj7mDGkCGPs1HeJC/Ebv83Yfv/6nF55OykpA1enp4zrwla8FilHbaygihx4RC0I
GdmAmHyGYCeAtrHUAcla+YNq5ulj0Y3KzoJem1ugeyAUV4US2o3nnztCsNIQqBnx9ASJ2bcYnt8M
lgAPXeS1Mu68Ldc2KbuTb2UtL6kXQvUmkErJBBVB2N9ZcF3HU8feKzte+yg0YjGw0kDwYkFy/lGL
5zWEWOzSeqjmox3X8n6YauOuSGNnj8h7bSxMmehKAU+jL7Cu7l+R1sQjrc49+OWeQldgJRNRj9TU
9iHLW7kTZV0dazXDQO4L7d2t5q7AtClObW+9gJX0JmJ7HGYavXezqmU7x+DKSpGPcXnTvF0Rl5sz
h+nG2NQex8BQF+9G1mZ0j6FCvbMfrhw2qogu9xWCgByB9Vf8NXmGKTqjnEd2X5PQzRhrDdlx0+pK
vB2SqrmbC9veif4vC3gYmwH5JVBFoI2C+OYFmFOz4Wlyh4M616kS4huh/tENZECQWpz/7TIMQn0t
kzVIC28q1SBP4/JGbRSp+42s8Kh7/fRfWdM1/YVFsl6rYATOpyApY9BWIuPeNifbz6bZARrQVzej
7iQ7n35lKDytePbIuqiO25s1zcZJzyhywEJFyvjGkp39Gf13I4i9vNgZ6sqdhkIbzRpeCn2FOJ1/
FUT6sW97czgYs12fqKA0fqdZ45Pi6NM7a8nVkwuv+0Cz03h+83zSol6lBWyExRj8fOS0Yx4j7lGC
jDl5sjiUJJGuPT3VppB7DfFrM0peA7qbjhxK7pvbs1bczm5dbk+zw7dAVQwL5IbXBCtr4e1HZfXD
IXilKANKbTOU2Vh2rQ4ozeKMMz7NUtOPSHungWSLB0Y77lX5r7z0jIdKFzcbV+hWGCL3dOxRNKvn
YeiHY0x9zEd75LOtJcbJKbzpFi/P5vj62l1W/MBRmCRxxJaEkMg4ni+eraitLNKhP8yWmePzRqdQ
+ubsYdy8mJTYK2Movxb8XRtN5IjId6i7Wx31uj17sisLSyULAAkHZnWL2tzqvRdpsPOY7djKy18J
XtEfZtWbH20MJv9DME9hj4CDyBqy6jattFvLTWMTfeHInfXb3pisEArU8Jhh5BxAZiJDAcOyc7+v
t9wmlj8bdLOdOi3TltgmHaptgeTH4sy3xRLHPr4Ljh95WXoPyfo3+mir+8x/ecjoh9J6pYmNp+FF
YpurlkzW0fscL5xq1OqjMVUKRhlC7uypaysJv4MOBTk0L8xmJVszjqkpMbtTMswnTZCLFfBNoJ3b
2s5QL1SZ7aTCNie4AY5DL2Rz91R6LNpuMvuDM9gyXNo6u18UnPxaLcn/qRxDDthRN82HptcPVtaf
+rpEmKg02/SuNTHpWQN4oujF/i0rVO3JwHvrR9Kr5c7ir4u7/Z1Q7VZu0UrZfBGN+OvZdVEqt5Fu
GCD3CeU3VAlMq0SuNh9kXcIw7FLt4+sH+8oiwJfg4mIhmJptNCH7SHBBcpxgniEx7xbysaSufHTa
ePn6H4aCxbQilOjPbF01jJG6X4vfHRbzrfLBEDm8+3wuub2awdhJJq+8cjwxwPaZReKkbRpOy6Ap
hTX3B7SJVkJdq/mSc/6pF5lyjDFDOdXgKv0WQ77w9a+8Ep4xMsEZWSVIyi2SR58lhW+ckQ+FYSsn
TOYxuDUSbWefXLuPYRKCFgYzuRJ710fir43S1CQci8mGVkq9vLPb/NlxmjEc3VgJccCJPowDalOT
igFFzPvqK47wbl//0qtbB/15rmF6vNRTz3+CNxumZCJ4ElROrRm7ZgAzED2m0ZmD/zDUWuvHggCO
trr5WhmrVmNlLrvUm90TTlp5gAMAlgq6+WagAsAToFgUZklTVrbh+VdhKF8ki8HEerUThengeEGX
6PFNnOAn0ZFD4x1W7ZFpLhmiL6OCkcZLggrUNpHG91EtE2EgmdLHWGOVTo7qAQIXbqXpJxrJznxE
L6Y54s60qvBUaMy7VTQ8oJUzHg09G28GBa3dwIn7JCzAdASigzy7s+vWb9/cTmt8vnad+BcH63xu
mtaNs7jQOFVIqLzr0znjmaiwSFqc7GNduF6AXIN6en3tr7yHdPrIq4jjOE9b5IipFQaoKrYZLLnh
1uny9nueLfOjuizZzdCXueXrUR89ZC1KAdhU6cbO5rv21ZwyFgdkHlynzTs1ZR2lnYTQx1AmFzUI
d7pvY1K92Ewxm1YS47DoSrGDz7l2jaz7ADEC6lLsxfOpTjtd6hXFelxQK/cxVkYVrRbsml+f22tH
GIQqFaP1JqFmeT7KZOr1iCVhD4AdwS+tFuJXU8o/UdZ0O0HyS5Vru3dQS8bEj9rNKid4PlSPolic
LmN/qGXk4sw8Ku/wHP9m25140pVYhHI29UCNlfkQAbq8G9RKIirbmA8CFtD3//DdK1xwLZbRiNks
aYWn15Dr6/NgRd3R6JSfQ2EOn2iHVDudiSubhyfIQuyEwitQ5M2RiSlFtxjTIGlupe0XiaDlrdAz
/M/S3FvepW1lvDcjo3szSYEQGVQ9dcDVk5SRz2d7ybx+qBb8zCYMRf7Rosb1J6uz303lFP+H2Ary
AAOCAwCHuMXwJ1mCWwjCToelV81jjcTC58RcqE/oo937oMqdwGmEjBAzkp1AHoxGF1io5hYUurjB
s2bGHWhAZSos+ig7qXDNMD1TKiUcLZRWd7b8lYMF1A7e3IqwJ4FfF+yvh1MvEsXOJqRL9CHPn4ss
yh6wkXurKSxbHOLtatQO7oke/eb4onZR9UqDBNbS6HQwpjr6Sem+uPUM6b39pliT3DUYYD9fKNS2
aaqUMcMdGkdBXCmTTqBFnf7p9RNzJTAF6bBKlYFmX7UgzqeNOokx9SjvoTWDkIYvxtJ7EOOgfqLL
2T0nspm/vj7g9uAQUVBPIgwmwYXWswUvzXo3qSQ6ZbgIkaCPnSyH1UboJBodYm036d+KzNhjfG6/
kkF5fsmr8RCjvadvjg3g/KgemqkKFbfEq6+qrTDnCjnCONW/JM1o7WzGKx/JeGvBfuXdq1tBgb43
yatiBOeEiJeb2jbQSLXnHld12d060WCjCV7ucW4u6mzrV66Fw7XhBrNoSypSqIHS4ENaWumUzgm5
RcZ/Z7PBwt7JRyVHlMso7sfCdUofG9qu+Ow6iWhOeMXRScvN8a3I6fX3kHygxoTkBDt5M+tSLW0x
22kbOoqXfGkWiUEUFqFBl8olbKtpT2Fr++ox3qo9rdOUobcJkfV8LwNqEcBmzB5JjSr70DTYJ+HV
5T1g0LVH7LtIPBmL9JZ8Z9X7wWNjc27SOnFGo8/GELlb45Qy9BFjAh0NENpAg1V2YdGkyrHrMi10
RVwERqE1HxFFo3KFB4oBStaej42tj7TsAXsH9tyWR1XvLDd4/cBd2xarPSolGiIttuMaiP11M/Y0
yCyLymCYSFl8KZ0ufpd784CqZZPdmnW6OL4yxuP3pkrUMKGi9pFHpjvlfbRHz30Z6u9gYZ01Joum
GRcah3GzIyJ+nC0cNMiQ+M7zG3zC4v6zk/RJHBaYQ8qgyefmY6JJxBOgnUDp0eq8/Nwbi/Y1RmXP
CBoMK59G/F1/ZTQt79DKw9oEI8fawhutGr6CpYs+mpG27NyTV040aABQiGR/K31kE1FVaZwKWy4d
0hmTc99jgRl2Qzrcq7Wowwz337tlycvw9aXbvmlMF+880kOI86589c10IXhUtm6HEYbjZjAPLNF+
qeqYa/r1YS6SzpdxSIrWQgGdjm2BHsOlDAjiagdX9cZ8zCZXfG+lHj+5cjQx6ARkfIJW2h2LxGzq
4yrq+RBpkfgPc4yTDKknFycQns3j6pXo4lpu3YeYFcw35qhq9+2StAEaGNkDDbLfGqJ+O6nP5cuA
IixEMvSw4QOBmD8/HLg7eV5cMCYa9fn9wip/T5fIcA9IxJJxJZGxEzBv0x7wbQigcWtAqtJJCzcX
x9Lz0CX10of4tTbOgQZsMsIQSJfBVzBW+6AlLi55AnPaNIjsRNX9aYnrn29ecdjPKoESzwRtg+2d
QMUmc60Ww9OBCUaTktuBlmt5UkYXJzfZ64EQKgXRXM0DC38Lf6KRuQfsfQG2nF8HKwcbxBS3Ai2v
befXg1UuZ8Uaw14zpBbWC4bAB70U3j0FaAB/S6vwS1wpG1TqzbZ93yzzDG10ds33Tmzps6+DmYz8
DMuUb0ZTWmOQabUyBRMax99RgYoT4tQOzT2ctnCZH6AH5ejiJrq83ZnQK/toTesArJLUUlvevD0N
4IuIu2sMmw65zKRa5Kl0MfTwBZwPP521iau1zW5zJM5DdAA15IwU6lU+juoIo6vwmOourW4dCoJ3
WIvWYSuGPeGhy0sMqCeVUlKHVW5s26mpu6nokrKfQhIL93tD/vIBQ+HpuQQwcz+Uugz1IWt3TvWV
Db8GyyQRDrBZ0DPnJwwp7WzCOW4O7WToJn/IjBaIjtM70UPpAPU8yBYTHFwwC2v0BSZh7WpQGSk7
/bGXUstmsxF4rsBAIoS1R3b+Oxak6dbm1RDacVm7j1IsWfKQan2vveMdwp48JvJ/jtB7/14rSaI8
Wfo4VAQrpXfniU7kJ0ChRobr09jPfm66wxIW2gLPtpkbRBIGDclb31OE1x4mhPL0WyPCqigYUeEk
J1JS5YcwMlTvhdoQhCLCWWLIGVVo32ujkp2aMndNf+y76uhlZqX7c2sl99QGegsUNAllkMVNfNIX
R2L3arjjP33XJ1/bQmRA0xI18vwqTxZ5N3S2/OF2U/2ljQbzQ2wnef55jMz8tqHV1fj2TCDs6oVZ
38xkOw+UzoV3QC5B/ef1Q3EZj1EWoFKqvnRbkR87n/FhBmxWDFTyentOH4SJhGtRyTpU9UocXx/q
Bdq5WV1iXxCJq/vXWrw8H2v0Fk8d1GgMIZ41ZgKCFknaoDbquPejzNRb7lsjKZ80JUZTkyu/L4LF
nrCB7pht7UGTbaPeUo6SySf2I9YGr//AK/cDKRx82lUeElT/5vdhZdg3Uupd2C+p8t1KIoGiktL8
HAf5ldLoErw+nLaGBufzQY/HXbGwq5LPRYtraCK178SqQk2posEENU7ZtdGoOhnOtkPRH51CrWBO
5B3G46reEJHro9Ue0EwptOM0yqEM8airALQOA9aZ1WgnCjRyo/00gLMYnlf5rucByrO589svtw1A
IGBHnFFoutxW50vpeOloY6SWYzqLfqWfdXRDe96q+1om0Vv1Al/CUDgWXN7EpgQe54NJHpe1W1WF
mtY4d/m6IRwVP4wYD46d77q8CHnkiH3Xm5Byyha3ImBUIkMulnBRxRjqbl39UMANHM0CvIzfOWV1
GokujwQQ8WGp0aLb2YOX1z+i/vSxV48eMqQLcdrI0/HS8ZbQIqD+heeU82nyKkVHtqt2QgUnT5KC
yKqc0+ub8eWgn21GRF8pZNBgXosZcNjOJzmpDG2ImowtNs1Jd9fHKvRPueT5o1VOan1MWllnNzqG
9aOfjktOb2wQ2ScL1GV+QyXc/YMVTPJc58RvRyuHaMQLj3sjwlR1M/lFm8reH5x5xtY2Wu9zvrND
034iQuigb9T+vJRWdOgrExdbO+qtX6bSud+qdo77oMaqb7lLESj+0EK6mQ70PhC9avhtf+xWOoM/
AfwZfAcDkvxWSif5/Pr8XKwL08PMAERbdSuoYp1PD06JyQozWsJVnTv3sfOtb9tOalWYjz34HFpC
8dEdFFvd2ZEXlwQDrzIZwEbIx3gcNwMLKyJVNtVw0sdE3E2R3nYHB2drJWh7K/9cJ3YWU6l2NULU
ZJq/vf7dFwed4VfECCJUSEWTT58Pn8fKRJtWkuQVhebPrjV9ykSmHRcXberXh7rypVScKIuwCynb
bjE/Fj1pHUfPJYzdmAVNWsxq/NiexhCgqP0wm2QAs4fJtJdEe7JyLypmm+1PhQ3UNYBDijNb8lia
gtuo41oLLYpQ2aFyxgIWsFh9fyJNuMGEv4ugxxZZJ6AYCDWao0BDHaOJLDlxw1vouZeqOt0OUYy/
vYqZaoD2vg4haTKjwbfbwkRX1IvcYE5gqwe6k6Gs6GiVGnRqpc+hW416fVi6qn636LP1TyoSEI9F
XWnvG2YERd22lDu7+gWcvP1sWALgVNaZp9Z3vrwWGAOjjywt9Nx+rO9URdN+T4aTtE/k+9gNeGVV
xcfIcpafpd6ryj3Y0lIGnupMRL/N7NyUEjDBava+nEBYt9GhFQVFpDdvDfC18GrXXAS8+iY+7etU
RLOxKvjLpEtx/xjH6eAthvs8kQNaJ95Ge7yJcbhHPUdfonTnEF50UCxOPcgpNEWIXmi+bQLTcXIE
t2Onh9oolAWEQOp+HoZu/rfXem6jPEWP3jWR0MfBy3lqrUKrsblO4u9mjiGPhQbCzmG5rAfwi9Co
ASYCDokNu7kXXCOuMldlwxp4fXyoxDDfLtzQegBszjuRrFV3HY90sIg6f2+PqvGpyUDjv74uL52j
zf4B5MnJIV3mitoCZQH/WlQm0UMtmL323vG6ApOYFpv2gFp29Kt24qg4mFa+Yt9bKz8lHT6RvtrX
svKVKOmeudCk45MYmjhplJ3cs1e+COoMsinkMSmcr2Cibd9Uc4rM7oVrhlGkU+szUE3MwTHqvtZG
2m1U995O8eDKgAADHKIIAiMCu82RyvFoxHdxMEK3MSNBp1JG95miQAGIh2SG+kwh6c3HAwAjtaF1
IVCD2d6cI8KiSTzlZtj2Glx76aU5Yv552/oADZdDls3YhCCYeHRxHF52qjNXdiIPE+Q8asj0aO2t
Z09L0X5IK2YY1S/vgfasjpOEWrfavYQyF4VgWcVJdbWWHMqs7zIEr5J7KKT1zma8MvEkzEyBtub2
6Ome32VN3tdgxiwzrPuxDzqzi37IFi94AosCJtSU4qS3cwovX0dtpbuvrRIHWbctSG1YvNEwm9gK
Jzww7iBX9CKoila5b+0UAt/rh+3K91HWRGZlbeXSI9lurErHwGcqGcztKUhLkGFDUcSPc1r+xjmq
3oHxbIdDNY6IY5WPYUOB4N5Mp2OUpW6h03gsFn159kYtusNBepaBNkbWHbRE3d7ZxtsY62VEiI+Q
4tZQYwsvhCrGNW6pSqjoSOQkUZof066p3qtDpgZwTauDdPs9GgUldvbF33fYOiwgw1Wkip4hEg7n
+2bQReTgBOCGTTrpTwSxXn0spmb6pvW45fm11xm/TTVSsgO+QRRmcnxu7jycYjofmugKRiC9fkaT
IAVUZUsDtEBX5WurOXkv+Qtk88KwEMCXc/yhSQzx0cZCKPNVNe9/j7IX4zGC6pP7g0jkjy5V+6/l
1CE+qFqL7RBs2318iBWpoj3epRhIV0Tf8I6r5s9SFo7wwZ2gF4cXlXons6m/00XjqL49pMk/SYrn
kF+59TD7qqyc+uDNCKdllYL9h+nKOPNdpaauiSgJvA5XkcOPGAPgdvXUiYdgjXr4X2GT+4dd0iMe
sRBbH9IKd5656oz8kJhd9SdPENz3M+5zcF3RPGX4V2Z8eNsqkRkAP1CePXxgkjCanexhtoZ4OYyp
6G49lWAhRBPDK3HJMbJf5Ada7uPGMUf+5Nnt54joswqjRq9x+LRwLvFxu6FmN/ZG/qioKVbQlTEm
faAUQK79VJbYDi4ujktkHrqnPi9RnC2HHjEKkgTTUFo/pk750CpyeR+VcZP7nj4o8WESYo06y7SZ
ybAa4z2AiQ59/6oe/tjSJSicMlN+qxw7/9MNlZP5JLwuxnddXH3Ty3YWlIjn5r7qqghBBmAjrm9n
WvIvN6cmgmyyax0yC/rFqOtFrvTn0lzqoCFf7pH9zp2vTq9q8SkTanaKdGcUh1nD7s4n5qmxmmxV
cntuFYA/VlV14kC4gXQ1jdnkjm5IbDAavUK/zD3F+jJjk4NrwEA/xi/SSRTILnj4ywI37OJbo9fs
2B89pXWwQxsm51Bb5fx7USNsaMZ5iU1flGnx2OPu+qlHVOnfLIqs3y4+UsUBgB+FNztPJ/R3vSF5
oISb/5NZOScXyQd7BpiUpLavl7X9CwpPqoazPjgPTeVlP5k4r8FdOeVeftv1yDF2/t+HWVtX9DLP
j/EqPc3S2+lxQu0qSGNPDXoJjsWdlflB5vOw885v7/51POrydGLW1oS9va3aOM6LOEG8L23rPkiH
cfqIvsbwoNR2s6MdduVipPehc0kZSALgwHj+aS6V6cUuuvho0C/VQiXOo3f0Vp3mYBd06Ye5Sd+1
mr3XrL5yMbrkBMYLJZzHbRN1UzBWKBmnybEbwAip8aKdyrk3nshA5ZMeJdbeEr5U2DZXMYISaODb
jIqczKbS4xjNLGLTiEJQxI782S9T951sv25DL1Uy795t4uRUGkKN/bZyq2/dEElCHa01tEPXRFHx
xZE2JmslNeOnXHh6d7Iqr2kOQwTFI9CheNcQUDXts+Yhg3OQdC9+pbR2q6OoJzRr5hhIGJZ+tYVe
S6qQ6c8iN+6VCK0ePxbL/I5alNn6XqQb4ujOlvqQ5PXgUg4v0PVBE29U8GIrxWrbu2Q+HYehwlcN
By3Ou6rZByMrjM+9opMrzOWo/mhjIaxD1SiOEgxDUekHLdWUb1WppD8HDH/1sJhiE4eiua4/9ta8
9DdT2nnLEWKm5h20udZ+1pXTJv5UQI7hz2UO1meRkcpANRu4SlkmHO6fuIzv2xxXLZSWE1v4daWL
pwiV2yFQRdXxG0S5ZCFl13G+4ZR6v1uPqqy/WNPiHBDNz3/NaiEeixrq4en1s3vhfo7+l04eAZgP
gUECgM0b7DTWFGnqkB8XI9GtA7rt2SekV1DKja2hDgur0MEgRsqxTyrtVi49ZjZ9Hq1CFK6VkV2P
Kl4lTdr9EcKYb5y5Hr9Z3DK3ZZfOH43IdO49t53Jw9UKMZh5AQYHy+Yg4lgckP+ZnorYglhQthFe
wlV/fP37LjCmfB/dHBQWYI2skfpmY/drQzUbvfKo92Aq8HKwJWa8yUBFJx302vPVFl2ikMJc/a+K
1hq2AQTtv4ZmiJ3AlGP5jFAs5kxzXbmnul79dRPXXWx/HoT+Vv0sfiy643QeievX22Zzk1q5LFMj
qusjqASNrYnRcIqv7Y++SL8OifmNj1Q/vT5BLyJ25yefEBOup75KM9Dj2UxQhQQcSWFbH1W7N13f
qKLqNOWNWoV1Jqkftolmi4M+C3wPTUUMeGkq5TQHQu+kdZCz3rRIkTjFJ2zxhO7bY2dH7+xmsG/G
aCJ044hnmJpiqvI5xegYscdJwxZgBvzLE4Gd5nOa2E33aMzeQod1qtpAOpQ9PvRVYqTv9MSYHxRh
OkCsk7R7n5cKyE3ey/xLirjaH4QNra8WzoJpkCL/Nd/lelH/WGiP90ESd3QOHbej9aQOSYGyaxaL
p1SZup/lMsRs6sqkAalmWvcJN2uzuBFM8QdcciilelpeyttICucricg43Fn4M8KKBQ7yvR8HKvtO
NqaPnglAjFChFP+2SaLS6uKxrDn1swhkw/mmfxspNyW+h+gxjfikBpVT9BUeY/gQHogwhm/1pE3w
0o28b2+11u4TTL0L40A3xis+d0tb5TcjHpgraY37MNjZAbxh5xsAfgi+SjY+Pbheb5/vxDBTexnc
4mjag3Mzgvv1+bFB3Vh0NJy2vIdW3+0cyxdEyPmg7DraGKBr6IKRM54/rG1JCakDrH80Mj3BgCzW
DbIN1ZR+ZDf4Kg5T4yC2MhQna+YI+9pkW58rHDPFjZ7Yk3FocAr+pyuKrn4YjFYvn6Z1CYBuEfKT
nQ2V9RiNet4eeBOIe4x5hlSi56iBHrlGB0JrNRLVO2+Iu0cvyecRATU0psHo2oqyInKdP11bKM+l
19q/DbusqzdHTZZDCMMzvzKPoTWcz8A0lIYjECU5WlMl7uZlytF1oKotkIe8oeIY72TM6znezDgV
K7AjK+2fmuMmlBnGoh2GusmPepkk2mNJaCwfvaJYbl7fTpfRGfqn5OUGg1GX2opLWlo8LoKnAV1r
zYM01lbHQm3lu7lFqOLNQ60g+RUysiJwt0KSMY7DaFRNxVHCrL2xlgiDXGm7zxSHlB1E84tuy2b6
OCJrdYk+BC3yzfRFejw7JdpiR3C6VnlUSMvBpIDSPMWgAryncZjcP5Emo9ve6uffwEYFYosdbr1u
1tskeEVaYzKkWrPq54udnTyi1eIpytwlDlSrM55hvfbESz3wuICN0yZ3XQf5IGgVLb7lbFr/DrrX
t76rQe0OqDX1XxrLLFdn2oWez0zLujuolmw/4yJk2BjFU5x9iKSd7kkSX4an6FfbLw1bEJz0Bc+3
bqNU+HPWHbOgYlByGEav9z5GjqLcK0VLcq64w2jtrPVFz5YK4tqGRFWRbhldunXf/QXUS8tCU+U4
imOm5J7ny87SV9yvdV/2inpn5NI6ocEm/Cq2+z+mEs/zoXXTFh4SZWqv0JDCdfLqsRWL3kPntskD
vbLAQ1VTe+Hr0oh3QqvL3IEbFTVlQJ4r+WuLZeLeIpgCkbciwtTjopXwRSX4R6vT80Or4g9bTGa7
c8ovTx+aMihwUjxa/9lGEFHt5iVPTHsc0efK/HjJ9Afq9OKLqHc12dbQ8PxIwJ1AehNkmMslvhWK
MNGfsIZKVhix1F6IRFvo4XNQuplFYlR6TxVKBOjRGOr3Nx77lQWMzCTFMdRGaQ+c7wQY3E1eT2Nz
bGf3M7WHjNaDmZvHeTCaD68PdbGGDEUr2HJWg7hVl/d8KMVFL54+HKi+QpsfROtUYWFEzpFqU/kz
6jrKN0687OS3F3VdQF/oitAQW6XNERrZPA0m97TbSviI3VwB+IxKuYKUJ+1LLZvxprQ0TJmTpOO/
84rc0RsVOIUp7s6Vd+1noFWIBgg1VpAZW2xSiaB075RJe8TaXfmFhCxyQ65ihzOqEiNFtNG8NzG6
Mg7T7BZ+r8JdmF1R7xz8i8uG+i56sqBDeCod6svnSzDTm1LR7e2PKkvw2LfeEjB57q1WxNCDVFXR
9xCfF/uaPU0S78Hu45lkh5+PiCIQmndpKo9RXi2nQqfyieF2doOu5fJoeeUUiF4sB3qJe/yni9PL
yEiErJAgAnFwyecjD+h2tUvdyWNq97lGt03v7yqLCJeoKIv8t+5tBoMCxQFiw1H3PR+Mg6vMzWLL
oysN4wcABO0kpVoFjamPgdcKeTsNc74z6NUvBN4JtwsIDuHf+aDtYNDLN4vu6JJFBaoeJyG6Hvqp
qPPurVchk8kbBV0elgiCFhvggMgXEm/dk0dDTWy/74cfetoPX03pxM+vz+SVLcrWfJHwcIjoLiTK
mhbfyFEnskQk8G4ep+591qs/4Qi5HWA+so/Xx7vcoKCX1qeQa3elpWxuJaufFKebOxo8ylj8cqI8
OTjwi2zc9OhU+/pUGm3Q0vgOlNlyP74++OXHIrnqwe0iEuLi3+aLSSa9DmAicatWuDewwasv+E+W
dwo3xXMhl/8wHKceWri3QsO26BiKFu00aGVxXORiPpqLRBa9octmxU7+fRyaNnz98y5vfMp37E/A
ci9x7GbXrGHekNQ2nydh4Ni9Pd2poo+Cpu9rX5Oaci8mYw9ntS7Y2Uv64hjANiXxR3tlG1CVxCAT
8EQezx7dsbhEonoeFWx22qY+kBJb1Fzo5kqzKh7seoh3vvnyUAJpZTPRx0QBwdoSA2tn9tzalAXo
IT1/p9Sug8JfNwceXZad2/za9OL3QOZnAwYGfHd+/uPW0UeS5+I4TtoAyZGkLCpK+xHLM/enKDAv
cggnd87LBYgAiB/YBZJbOsN07rfYLtBCzqIsVoH20li9jzP8fW+WkjYJYCn91lqMKejGJKLDYU7F
Y1pkvV+XnvXT1WPrsLiZ+uP1TXZ5gEG6UXHR174X+Dr9fBYAfMUCLa3i6JVq9SzmSMEtisRAM0sR
lq5MQkcaSuBVrfvmpV4Lfh7abyCa6GRutndCxuLiSQ2Zps7zL4OkrGLpVX+bpm5zeP0jL+MHD/4P
DA0SJmrK7Kvzr7Q6jaBEE84x6xzvRFbkPNFcWp6rsWzvKaESkqMo4R7pYjghoToQ+kKoe0ibi/uK
X8H647NEhQvh5M1r7uQaKoTW4AAjBzBU6dMnevHp+1nGLq0W09ohJl4sLQzx1SMLARXQhMBxzj+6
yIQxxoY9HeEKNB/AkTxUHhAERTb1fUPD89ms+vZn7+h78PXL7wSDTE1FJyOjhbu1j2WiezPLFvXY
9JUFAIBUyExbdATz+Ecu9D0M7bXh4ERSWKV0xFHevEHpjDhMldXasZP16Fdeod9EbUnPaqTKOvS1
8uvNu4mMk7kFnk/fByGw84lNPaHOtrJoR5WKzLPpjdm7PrbTmyohFvZR/mvQibHJlLO8/DYnKKBJ
FeOfnavkgpUBgnr1OQEN8JKBbK/quFasUrqtepQ93sSfZeV19pNaZ9q3ZiZeDr0RykogHGzu/aYW
7lHm1Vw/0CVEqqsvjOWLjo5OFDaRoS2IgKijBfU7bQBlzzBwfCkau0MRS0/KA1dSkfoihruFFE3W
ip0I/3Kv0swBGwEvcK0Bb1U7ionfZCH3d6zAoM9gqxzn8wwa7V2u2NHJUIosTCu1CQp72sOurGf/
7xfPo+kPccvG0JorEPGJ89XsgBP02kx7OB8N/RBXrn2XoY63g6TYvjbrKAjPE6QgTEK8udkzU6zo
ZpuoC4rt+vIrc9J/xGQXT13qKY80hujkJu2eB9DFY/P/QWk3QI6CabB1fxhdc0i6wVwOMTF8Q89w
ML5XkdsEkxnrn7Q2ScOihhd5ALqWfqw6j46ImmuPqcBhscVD9fT6ybk6CQRORN28t9Dxz6caGbc8
QVcUseVaRMJ3MKo6JMzXDIjCrU5RORg3DQiXnZNyQWdkHiiTwzUnUiWP3ZKnrTJqK4EHxEFJJ9WP
jNK7UbjzPyGJk/3KGvAcWe1WgRzU6Qb+r6AC38S3hU5uadMReqrBEjzg6uMcTEeUJy0a4oMou+Lb
FIsJYwc32Xkbr60cmD5OONcyT/NWdCOrULHJJKhCHNSU902FPeChVWIoKHbrgAgtPNVXZDIeWzO3
AwvwR4htvPIJiCdxTJftFR0veLTrFK6gRzB+3DjcfedLpyng8kSMdG8CQHPxo2Wwvoz/o+y8duTG
tTX8RAKUw61Uoau77XZON8J4PFbOmU9/PvribJdKKKExM9gbGIxZpMjFxbX+sIzel0lU7mOVhIp6
6ISmRYdYGagjmoneKr60v77M1EDpfPI+r3yhKuqLkpfZl9pOjHfUBZPRLy1gIKf7W22dSMrfy6nm
ccerWSo5Xf/eEQhQ2SNvFEBj7d5NtF8eEZstD4Nt7+Ws65T5z1CQtHCCkPyEP5SXv8qBWdrDwZtq
IA+5kv/niTz8pChgsjD8GH42EdZlILZSNnadHBfFebWMFzPlZSmBSzKvWDNq7KgjWvXmHFSG+BWX
MbCWUPM+oZhlznsHSWYoq1gpMyhqXfLOgSFwvaotr2SIz8RKQwxpoPa9i4xDbLxd0nj8Ng+8o220
YS+cMP1cAAX2s3leGr82wun9/e8rv9/6lzBxSY4DeHdz6Y9eUZhV1AhY2qI/pbXanmoxx2gU9IOv
tGJPhOYP7exmQLoVvKkhRkDIvJ66ouPxwHgiQAezuegTOO+3VjV39Ncggg6+24UgDnOlI5fHTym1
gwg4/T/4kYA2Mq0pw+zQSFstIMVefo6pEnGfDvE4A9BRO7TFBlJT4ERm+0OrJ/N9lM9Fd4JS2l8s
u7emnVC8tX6ACNmyVC6JxaukKVo6z8qreaGVWSp+N9nZ28V1On8CmI+QYrhnfbcR+ilBSx0/ecED
BL5ePnvOkQqvqiWww2YOtDzOjsrsFLQemwKvNuX7EKXpzhxvYgC1FtJPnAyQS6IovLrZGxEBElPM
8hANpvs0Cpx4IO1GD16l76ki3kxPDiWrwBZtGd52q+mVcEFidfDKA++56UF35+mclOUCmc2yaefh
oRou4R4nenN+PJwAgHO7wRe6XtPQTXjAZwxK57j5x62n+NC1avnsRuOrrYyYHyIzEnoK/J7PeD1U
m7L/Z7WtDk5lV99SE/NpOwEhtxdgZAC5OmVyHJONIis6oIlX10w9j50+8vMPRRiKRwof1Fi8UHEP
mUjCTwZybkEJF+aH61bGaZLltIMRu+GnvhnNU4Ym/M7L8eaYIDwNJwpUNRUCLuRVxtLqzQQONauo
DxreR5528xHWzQLnc/HOY1VqOwX3jU8KlhjvIiC+tBPXFKMR40k7qejXNxX+vwAegHt4PcKAwtv7
pFtTY6v+mZ4UdVvFcjxjFrAJnI5w6M0jDtgNuvV4KXtapLwFw5/tpPhbU+MFLoU/4LJjxn69hWCN
ZbkFh+KANZPyMS7iHOZM3TwNjrtX2r25kflqKDIwJwD/tH5XD22XvrxqChCAMKKW5DClTXFMwxmL
tSk2nrt4rt/qA6YHp0ax0iPUyv5w/3aSx321jbkcTQIdLUIwNKtwUPVq6IRlgVqI08xvQFkpL2Vb
NA9ZHU5vxYKN4oQRSUzbby5O94e+gRlxHSLwC5JK9g3QE1kdVbMtqhm7vfKgLdqYHG1zSMcz3BG9
hSFqhA+NygvrkXoDDdwY/0XnHJrFVDwIELjm70yUzcnRFCd904jc/NwsFF/9TijxjybWMnPnwG/E
zasfu/pSUVEqUcvj/WAqXvfRwevoAsMthfRqAskphPtR+vTtLNHWoHSROGO8CdiP8mT8lbDZTjqn
PHarw+iFye+lbcPM1zJkdopuegFYN5wiMArHne9y887ku7Aj6RwTRWHrrELJsBTU+ZSiOsQNrhrf
Ey8PDZKBKCzPAsO07BymICsPdTualzzush+dsFDHhOg+z+/A/VrILrUzYHRjKUGZu1DUPt7/iVu7
lvUguZHPJTgG1+tS5SkQ05iMZpwK52S61XyE3NNccLyi4z8AjFcbszi5dV7vfBG54uvzAhSC1ACp
aG7qVdjX0kQ18yWvD5GDPRyAGHRl+BDWF5cy98uiNf+8eqZEAJjLUtuPz7GKfY0g+YmBQh+6rNEP
nWumh2WswkDkg3os5vhXpRrpt4bwubMLNiZKuwJxHylyibTIKgiiqpOkFpXWQxF5dqCZfXEZ8mw4
6IpiniNtN2Pf2HQ2V6rMD6AF8df1J50cswmrMGJhyfD00+BaZXxBYWVPLeWG10/UQTSCbEu2RoEY
rAaqEYQJ3YmWK3Z3YMnEktrncQi756ntJpRqZuXcKDVOjDHdUn8qh/6NPQ8IAJRRYcPDonA2aXr6
/v533jjpIB/kQ5D/YUuvvnO6eFEPNbc6mED/3w56nwUKIImHsg27DyDpDF711ef7Y24tOYkAinyy
h8JNt1pykeUYLiW8Cybpaxvl9htHiZud2/RmIwGT5MGJToEMKLxzr0dJa1ObCnOCK03e/FbTDinq
UKkE/emjNuwEhpspgTRCyZ3OJdVORlxNabEHFLdHzw2kMshxKdHFBmxi7uRaNx+LUYg7UHCwpkDU
drWFnFrvdHV03KBSaThpUb8c0ThYfGOY7RfVLZugSaZd1PHW3CQ5kL0L0BU00/VCChoPDiY8jKor
8HiUPHb+BUUyR8fOUpTkUCME8QLCqQG1I+qOsn2EKlgMBwOUNkhe70jBmQJSpbfGUUkyiccnlp2s
ZIjLk1Nk8e8ZbLUX6FPUHN061lS/7afp7ZQk9XiuqqrzUBRCYnUnpm4tJy8flEFgQmBLtLpvjCjq
yrIuXIzkFKhvWWx40FfQL7/0HacRELFzMqxXS+qhS4XgIsw79j9S02sknErjbElDABpkDrjUNbMd
n7O+NMQB8Jl3mLvFo6hWv9rsTA6Lpp5lGzS+oepef0a9EKWjjwyrIQdQBEodqovvps4U42ahQIx5
5SFnONRBqChKyyQC+fVwtcLzvVEKLxhLAOhmb08fqsoqvtwfZesT0rpBoFDGVZb1epRJQZSIcrGH
x6ZanrTJdYPexCMmn5L5rMP+PdRJpu5cURZ/6NVdTD9O8v05DXSq6I9eDxrbZJBdgto5XcE/tYyu
eu7j0daQramjPbrHTc4hRwO0LNvORJi1rscEKwh3Ra5eC8TiG81YfgtjSn2zzoYLzAP1Mlb5ty41
9+yaNuInesJEG2TuKGyuGw4LYmm8eCwv4JLHd2PAyywD+Brg5Zb8FKO+h/7fnCedGjASNDkApV6v
6mxltago9wYCUalziOPhhyiXXtSV5R2GznQ/2FM7Psyut6cmsjlTMjo5NNF7jXNBySisBj3GoFSE
w7kYK3hzfT/9KGLn21h6yU7Y2ZqoTORceBw4Aq7FIhyVSCli4qlShpb+SLLtvM28aXxOoQ3/FKZQ
H5rOcC+JpQ17btc3EopSFA+Spel40niEouj1KptEmH5EaT9IQ4V0ecr7J1sZTF+aj52VPEkfCpsq
MOiUvKX65lSnvnXsgKR9rwf65zm7PkYwSdlhAKppsMt7569HRkfzoEC8KQzKNrKWJ9Ud5/E7NKEk
8YdKmbsqSC1jQc3A9fL3bgcEPZhGrf9XEV2TgK9QnBmyIdTNs+sgyxXoc+h+gL8+tUHCu6g8JzFd
bd/ro74Jak/B2p0FZ24qYmx0OUrwIjitj7aXfDPRBzrWdmUDpBhCr3zKlLnNIYNGsXKJWqU1nog0
40OZqBUdVIoCuZ8PPYnZYrhhvtMKu21u8JXIuaWQH48MrqfrpVnUMMHFYUbLql1spDwQbPxth1Xx
2ADfPXS6KH6gd4PQ1+DVF02knZ/W3vQxV2jGoP6+1Hs2dBtHxCGBxX1Lg8YHqPf6B2FDt6RDhxNf
EpbDV9FM9rFc6nR8MkFMa4HeuvqelPvGMeHB8we5THIK0/l6yKasm4rukx6UKgRQrWnH81IAqvRH
pafInNYN34C0pKW6hwHjTqq1MWHeH6TEpOrSY0n++782Z2bOamaMjR4skz09tIuC02Ta5ap3bE1j
eNtlcbOHRri9VqSIDcEP/XGO6VohoHbDqIyzxgionJUP2mggsCba7HnIm3/v35q3kwMWT52ZMTCy
wgPienJ6rA+8cuhq5unEG0stl5MzpD9TN02Oupa+VgaLuAoRn5CHgLtJ5rqK7DbS8EbCPwH4UAQf
5jE+YypffVk0qt33Z7a1hgAdcMOTKFjEH69ntuA4GlW1reMl63iZP1fJ8HMYSts50ZmCMnR/tJsq
GhMzEFyh5cetQft6NZqzJLwxkNd3rcx9cjMLujM8qCXxs1RTzyKJve7QZwp0YS2rq596Pil7l9dt
di5h68irQjT1UKJdhQqvNZ0hMieAvXWrPolcGB9xnxh2Zrq1Y5BtpU9OTQDzidVxmJCGj+ocKmA6
VyhU2UtoHDIDKnNJCeqz8Iiz95d246ICwy39nGRrEgrMakS1bVDOSgrIQ7XnVidtxtOwHzr30Yo7
gDmUFZUgt7MiaIqx+RrS5jigOhN+j/JGf3f/t2xtKgiJKLcA9uVtt9q/3dKPzTzB8ert2D21NDIe
kt5Wzwa0wJ113hgKe2lZHYA3zYKv4uy8GIbiQEEJ+glX7b5N3vMsD5+7aP50f0635Qh4DkRz0mN0
F8iRV+HVM/V0TNMW39e5LT9Qd6s/heRBdZAXbt36Vlkl80PWRN3sz0nrDH7UQVjydeG6Ge2iprJ9
y4ZnG2gNNP3XH2NuPVRKJJ5d5w64PlioIKtdPoJWz13qQcFQD+ED4hPFhHSEXh12lkIeketERG4y
jR4GtXAJrbweLbUQRem7wQgKtWAT+FWtDcJPXE3EH7B0HYeDYSkVsJ7cowWAnND0X+HShRQm/2Gg
mlMV7e1++Z3XP4nvL0WmITHyea5/Ek2rVi3aVA3gf+VHJBSMX9iuFKcGy8F/EYKbkYo2CxM1rR6w
g8br57SIvttZGXkPrH4FiH1CNi8QwA1r4Za4FFKMMkJyaBphBc+jmV5QSkobP/KUBAQg8ovfacUW
O0z+G8EtbgyZ/ADNAwEKl3y1ORMkPpXQKVS0xfLpUTX79ClP1faz1UfLI5XQ9j242yqIG0GylyuR
/mNU1eohn5PxXGID9xE4T/VjqtT80aqs9L/7G2Yj5EodWASHKcSyLquQ65oIoRZVpgZ2LdqjkZcL
KiQgInd0Xm8wmXIVaFEg60yVTLIMrjfBgoF3s0S1GtSNbiPjN9l10PbQNvxorhtYqub8qeaNhs0r
3JCXVEDkQwo22slGN2I//Sh4XFKUVNaEr3/GZJuj4yStGoiwiD/pWdJ8NfUk+QIl2n6aAaTubP6t
Xcc1gwgVtw3X6+pW1dDP8WqXrNJCveCldJ3oOEx58ah7U33pjRZwlj0Wl/vfdHPLQVTj0AHIRDtI
/qq/Ej59Tq2uj5GwnaCdf5RtsMd6ypdPiP21D9SezRxCcBj+tu2l/VbQGzBB7XtAFMyFSO0t3Sj8
PsJuTWRu/37oG7FnwbT1HYCpQQKhYQ8wQW7Lv35hJeg2cWVoQaao6A3xln3ntRluCNC4m/eOKdqd
fb71Idh8NL6AgBMcV/sc/5dhysqC9N6VVCHo18Cc5xSbcJxv0FDInXqmmDoiRXP/Y2wdMLCGkhBi
8974A7X6a6ZK56i12SwahSlTfPRi58UDpPnt/iAbVy357/8GWcWYrIzdeqYBFiwtRKlDpi1UbiXB
rEYfs5931nLr46HODs0W/Ca7Y3WIQtFy45cj2wvt5eLI42+YjhyCBYnEhj5bF+9J7svfvw7eUuoM
q0YKt2TD19sF7zVNKeuEVDjRi0s9LNnjnHXWaWhq7WLU5S/KHvVjmWn5w+sXFlYGJCWKHKAhVgN7
fSoyp0MTAewvZE/DtJAubce30OS6nY2yOUcOA3cTSSkkkOs5psAjFJvwH3ReNLfftUILp+c5rbRn
msulgRwWalL0sKkcHdxmGNvX5ylkDXAUwJUB6F6XH9MqyafY5Y2qI3qFax9SC60qyncNYivH+6u6
lbAxQ6AWwFi4EdaKeTVNsypuCj0Qtj3PT/aIJ+8Lwm1TBOZyYpGb0AS2XKpZq7zhoVX9LEEOYayX
90iG+H2ttc7J6ePhS6y25p7249b+RhCYti39dB7rq1gR2gILZERAAz2CMFZrCT4hIu6eEzf/BaFN
7GQIW6FJkrcQ/FFlgrQ6Tv0A5MSaZQUrH2AyFsaXsaRzHw55fnanxjmEZtzv7OvNLyDrZzRewNRR
QbvebaVjJcYIZoDaA+jxx1I02gUdP7P33WyOH83Wa+aj1vfg+EOsaI7LKJTBH5JSMR6nLpvwOIyB
KPq8luNqb3vIU7U67jxGwVbyqucFvKZ6gUHQKjahGsQKbqhnNbK0/gSeucm+gWB2vFPbOF1+7GtD
TOc4SmC7kd2nziGeq/y3nun1M8DiIvUXHVS0r874/QB216K9jbwR3IkJXCt4tUDwWTNVe10peDZ3
KhW8RqN0E+qnPHeX0/3jsrEc/OlooCJu4AAxWW0Qeq3DGI6WTrna1i9zJawvxTC8V9NGOd8f6Xbn
E2TZERISgB3U+lq2okjNjbS2A8csf0y5aaGq5aL+QZ38nxx1pE/3h7udGMPRrOJ7ylHXd2MMssHo
jM4O6AJ0hxJHvENiWum72VrmnTXcnBnIQNn7A0C3llFohOlAiBzsgMupp4RhU423dczu/LQwjMBr
sPR4/eT4YgQESEDgqFfxXDeRtaJ1xohWWb9BPgoRPWNyLmlj79H4NrJruKb0+yUuEGfsNV0cmapp
yKjsUG5bxOe4qGm1U15Nvth2jF7d2McfNNT9jmmrG2/C2Vk+ddWyd1feUFQkZJDat7TikdW/9UsH
rDjzi7FgRd9IczJEtaQ8VZTOWGUWeG59XtxiOdouV6nfV7H+kgsp42WF0IV8PbWb32pluz+sMq17
NMin5isSCYhqxhaav5jWZfYFIehSO3i56T6yU1rjESaJ8vn+h9teTWqlrCdg2ZvWtBYvZm+gsBU4
WjOpZ7vQEmxzTb2iAB8POAstgHROA5ErOwphyi58KMRnzEM1cyeVvw0w1A0o/1HZQLAZyZbrMN3q
dqeGBmRAPW1hSFpp8r5D3eP1W5V3MeR1iaGjTrEaRdhIGyjCNQN1nrTqQzPWuXIwZ2P+WQue0zt3
z8app3BK01+yCwifqzdRHTW4XdsACox6qI3HwtbM8o3QUT0KHLtDmfD+59wajhoUqgYIt0qduesl
FCq+h+qCk4joE/eH7ablcQjj5Ful79pJbAwFdAIqhwsnm/C5rng1ix6lce8EZZbBsVpi7ykeDPdL
mDU7ZbyNcMZILB/y8LxmjFVwmWBdg7DsUGlTa8XAiKHKThT2YtcXcyvsS4GAxI/767h1LK7GlAns
Xy8ZT0+QTB1LB58OWFPAHOIj+kSzVFiOPlDdjD6KRXMhCoTTfE7nWH0au3n6ev9XbC/x/ya+2jxW
2ApzXDibFUTWIzWFLMg1iiQugI7X71P6izByoAGwb9ZYEcCEXUFd0Q2grbQ6ajMifFREQ6xSZrFX
KJC/+zrlAUBEiUimPPKtuFrcGomv2strEA3KmBvnOs6Nd6bVCePsaUWTHbxER1DW7jMB4NyeoM8C
sQ2L1wKSgU9RFGb/Mjs6RqttpYaR2c6t4wTTMrjvokHRvvCCn0c/xV5072W8tYc5JbzFwe9SJFkN
NtKtL2FTOEE7A0CsauzEtIkMOM7Ujmf6MuwwZLe2Dk57jMXzlBtqtcRmlCTpqKVOoC2Ooh3QMHAn
X0vUJAQTOFb/3N+ofypa6y+KhbJGtYt3K/CR6+NSVFQ9XI8j6ka62fE0noY+wFN+4LrIc/1jIpKF
GrRNTPfnLCnPY2tQhylBZOb9GL/3YlM/3/9NWyuA8yM5JNQF6F3yi/x1ggX6iFGM7G+gqObwuYjo
A9b01SFhW9rOUBsXF1mkzI3Zzab35/3x11CuJ/QkpyAaJOnU/kipsT/WiKjFO8F949hQ+oc+gN4t
T7V1pSt0FvwrS4zhYssqdD8XjvoLgV+Qh2ylN2irwjfrFuepVQr1R1o0e1omW+NzsVBiA4lERWR1
uaRu2LoFWy2wGuxO0OOPm1NMimmecMYTkb8sdiGOulpHn3rgvCgxwV36eP+rbuVdhA0MYyULW1Kw
rz+r57pFHRqNF4Su17uPy6ho4tA64Il98GzKh1gpiiSYbSdS/RxkSuRXroabNgzc8a06CfHfkufV
d8C3LORga3USmIPjRH7mLEYXuGqH7quzpPVFaeIpPpIcpZ7v9lOfvv6IWuSwUnhHWmOueyVlH7W6
NoDrqr0FnyhvwpAiV8Wvjtz3y/1Vuz0LVDsZCcQG/U6Sq+tF6yZjrsawjw+0C/pnJ0F7BtXE/IgP
XbmzSW8DHUO5RDho8g78xFUk0Honq5eojQ/WODRnzBPQcHaN8pwtbf4eyMYeMEb+edeRh9KqzL8p
oYIXXYNyFN5UHpBcJSjNMDrqAkV3PVHfpZFavTEn87c7pHuAp9vVlB6c0t2WdyOKCzIc/HXcG5GU
eddrCE0aOqYpdjaCH3PMF0JDslPC3xyK2gB0fPm6WiPWvHl0cUyb6ZhW4FxQYh78VEiREteoTq/d
I+jN/XmZwlCifWFczyodoECmcaYEup6jd5d61nJMlHB5bnmr7mySP7vg+qsxGPw1jQyc0uq61JgV
QNcyBSQe5H1N88sya1FmNMqsPKP8qb/DTcnEWLwz2ig5YOKmf7MLY/6OyaKV+MCklt73utZqfPGH
aZ2PeRh/yLxCOczzoKDi1LQDqqSvXCGuMMQ7uU7At4CJWMU/E9TntFRGH2SE3gfT7D9pikJLOem0
nZFuLhQ5kgPEldcQT5S1DJ8Z53XTTIwEfL89lbmsQ8WKON6fz22SK4cBlCxFlSg8rZE6SwxX3mlw
3i4LPfQH1L6/zqSGj4Y50h9pZyc5NrpTYzWINvFbxY3ShzFrhj1/j5tNzs9AF1sW5jgisE2vdx5y
a+0IRpKEYWqblzws8DOEKhb7gLP3eL6bY5HsSVUuubqr8DRyv2YCJkZQFxHiD8CfrMeuIhvxDSWb
P9xf4JvYxMSIERJ7wW1NoeB6YrOCtqmwGYwOjPhOR1R8V2IDFzGzDvXDrHlphSai5n2/P+zW7kF8
Bowi+QytsXXu53S2WCyzD4o5BK3dZ+FJGSp1J17cZANychRVSaJRjqKaez05IxkcjLUZJfX66RBO
KfID7mj59YJCuRtp2XPY58kzxg3DIZQq1/cnuT28tNHg5iQYyw/9VxAWsKQ1LFrlYeyMczYuxtEQ
fX8hIIjH3jL6M5YMit8oJgiEOtnD1d1+Wl68nBjeSzAVKOtdD99Oc5P2pgSfa0J8n8fcPYZcfcgO
z17d+EXoTPiXVM6ekvTt/qVYz99USmRyu6b3lK5d4QocTwFtbBJaRNffdXb7giWT+u3+At+YH4FZ
pnTIkwUwo8wbVlNcFKRL0i4eJRC8tY6T6irvtAT4sm/VsfplqebqCSMH5ccs0vKFIyDto7zm0lXI
R9TaqDzznnQ/lmq4d1VtLT6YJnJ6ao1oAK0O8YCmr5E5kI6tNExSv0PE32+hV1RgPDqohyjj4pQh
rJ1b63bLcZgBN8mskwiyBnT3UEgcE0RN4HlZ0fiVcHECzjq7+04dFn4ubKT0bIz1+CMWJJ74YAjg
Hve/yk16xUcBVAn2lneGA4Dtet+Joqud2WlG/H3H5oxpyvg2ifr6i57b8SfQBHuOkVv7jQAGqgiT
HNLU1SYQTlzpuA4NQOZFihEYr3Oc64bA7Gr74f7UNoZiRhY7G6wClK7V1AZKEE6b82fnXMBBE6NE
EiL4eii9st1Zxc2h6HLifQ1gi1T1ehUVdC3sxlTBAHnxW0wnwSwUnlY+2fqwi/PbHIswZdMhkrTV
1Qrqo3QzxIYuUApda59ma6q9hyqDOqZ65fLl/hpubA8ajGRV0lNRYnCuJxbHSNCMHoPVjYbvTmy+
TQ3pFxdPTgFrdsqmnZW8vWvAL2KJgr4QAFgug+sBuQUSo2/ZH86Sw/8NiYBaHes7lLCNAy83vJTB
JeumSXY9iglawurnZggWXtozUgeIwvt13GQPy+x4nxK71dG5CamU3V/OzdnBr/sjL0zqt7pJQW7Z
CHC1BBqI+lPgJVVypj+m7okDbO0RQizVKIIaIEL5O/66zNRBsu5cnOVByeAD3/XVuZgM2UNxXo3p
JW5I4hScGwTRb5wIsjoPEdRnhxg1Hq9kSdoj7rr/mpjI7bxdNtJLuAqgwSDbcNLQ0LyelQJEWzII
CBZu1wSt2VW/qlK4h7zBCLoSiv1s9phDj5P2M00S8RXYwV5fausDkqRwJqTT/U3IptRk9Z7GTRGn
Bk5WthAnyl/p4f422bgYAEjLkqbkRYItvp4omKOiQp10DFzML7kGpvAyWktxNCp3eNM3XgccrrcD
j1LYuTG8vRb+1u7BUxxGPGVM6uOrXWrUrRFbI8xF+HzpaVayBqMPewwae+6P92e6ORQtL4nww651
3UlHX0BxixJH5qlM8aVoKFyMOCMFs9koO2dveyjqPMxLxrPVmYh6jDkalaodpczupzp29WcvTotL
7I7hzk7dGIrdgYA4dVlqeGuXgAJXCmwv6zEIeYUczCJGUGx2Jr+YIDDeX8CNAA0gD94bc5KX+Gqr
TGo4anGOJZYquAESvR8pVjXYq7qdDhWmhr9wuT/iLSCbNxVkN9BYCC1Te5a796/g0hZWjog492qZ
ghnyi1xU1jsMNibtiBZX86/dmwm0ZmcwOh+PKVtQ1AudlxlR8egY2aU27FWLN06llBoCIsmzCAbn
6helsxUpSOVx05dzc1LgbzenoZ9AOxEv6v9sKyvbgJpOrH9BCMx+oxOqhmNsixjhQToGz7OFJZwx
54X6sTcwNtrJRDbOs8SJUmSVVpdI212vmFaEs6UmKQ4oXrcc7DJNA+qs5tFrspekAcLIDaU94Es1
nACC7pGFt3YjIoxSuBni+Y1ObeVYPMTtkTs8hlE1epbylETaT4QDtNdWINkZ6P3S1aRoj1DS6oiN
hpXwFAUK3TuVc5qzqj33+TwclbLZ04jYuMHlO5FlxQeFRvNqKIrTcYwrD3lk3CxPdRstQdgqy78U
vAe/jXLtaPaWu/MdN/YZbW2Ta5WrjtfCKhtyEoTz9RJLcSNKpmDS5/y7bVXlDtx3Y7cwCqbZJK/c
AesUmca/lo6mOQZMRRwK0etPaFwY/3hp6pwUWK0np+rtQ+JFOgS0zvxw/3z/QcRc1dLQNNBwJuV8
gzGlQH+9W5MRc5xiyjBOHyGVPOhhWNNuXsJw8cNOgx0ZNkMaHh3kQrGJjat+RgrR6f5LzXn5nVuD
+qMp4+ZcDUZyGsMwvkymU3zulCyxj1E2mWh7TzEuTAnSHVSFJgIoipWdXZ8WKl/JA6dw0PdYyLev
T1IGiNaqLC/wdlyXFzKgMr1NJgQOyPuSQCf3Qjz9xoznZwwl8JS5BaCLZal9pEKxrpGhjWLztyKx
31Nav+Bf+f7+Qt9sYbmP8Eam5sstAbj2ep1Ta8wSOliUjqLFesK5E20VtXHVp4g6EwA9tzhQXrL3
8Arbw4KeIXuBirWm19YOcJ6ciyJwqY76dTThaWhnygUTMKyWEP06jEPWXe7P9SYG/TkzNJkYUKIl
Vse1SHCbjRfmmjSOd66bcXrIw6EIelefd3L7raE0kG8cHZdEew344kWbdh7NiUAyIg69Zba8IIYF
Toe2V7SRcfvqpDArkC5SgYu+C9/i+gsOpW5B/x57EtI2rILM6c1/ikwLv/Zj3h1An1aXOk3nt8OC
Cvr9Bd0cWvq4kM/gU7JukKJGUKWqOfXIXdnxMW1wiXahYZ6RU4ueZy2JggKBe7+b6z3v9631BacE
0JUyL/NeZRwZWpoWCHnqdLUA6Z7rInCgRh7DvN0TaLpJblhfSHW0KjizQPLlT/kr08iM1kotb+nB
knY4cnrGcpi9RPiFZeUHAQNop4O/OR51XOhmoDX5P9fjUX7kI9czhjxobx6LtMyOjYktGKql3bNt
9/HOR9w6iig/S9AwvGeC0vV4pFnpPIlEUqey6YPaTKFvqiJ7MCpr9Fs7GtCSX/YaareqV6wq1hy8
paBUgedbrWpkaP3ghfkQzKGAxqYqtHZPsTKimmQMjvVSpHbhHgzPGbh3PCV6geXcT+gqDYKPkMbT
RFvYKF2/snoV70TwHP/xL/WPYKvcPVW5rd0mkfJ/sPK8hFdLxKtz1tyY05xx2x+92U3fhgnvZZ60
ezyA2/clCwOeEucfSayg+379OSIsdgtRK32AQqvyjYNbf8tMYT44w6L97Nsy93ytaJMnQoH9wVRc
8Z+mtoO7807Z2oQ8p9kSFF5Ara1eueGSmkvqMWM1D8UBa9jljdnr9leo4Mm32lXzL/cjydZ4tDml
ogSdeCAX17OOIwOPprHtg34whpc5zFAFRbO2o3kcptmhT+o9gdCbNIp1Jmph1yA95ilyXo+ISycI
x7YhbOJm8snLhPY+jsOdLGpzEFkjAwxNrrau59PpFGJyMNeCPjh/thDHfpPNo76TEW5tT9D+/z/K
astoGhwz1a16HFOT4hAnuhfEXp4eui61j6//ToQKylYgKyW6+3rV3KEYnaIngUEBePhsTVH5piIJ
/1aTxlXg5Qi/r31b8p14/kO65d2CpNFqcirK7CEPdzIFt5kePLfvfIoSNjpUln3UW4hQ92f4B5q+
vk/hXZHwgfrgSbuaonAI7LPBfYrWqzSqxlf2l2WG5pNeVlZ8qpUh/6ZMdZ+CQmpmKfjWL8mRPCdy
fKst+8/gvxbHt81Ky4PYmSLrQuiYyyPK7GPsV3mNhkKCJdG7NO56qnC5nl1SYFOmPxpF+msyweP7
Yx92+s7H29onVMeIX1jOoLK1yn86vo5dWSwlYO3+MjlwByolWy6c9uFwfxW3LhUqtRRw0LqSNYjr
feLA0HJKS8rRz9lyVADHP6i5F52pjWWBSs026IZmr6C6NT+OMsAC9ons/V4Pilq7kWihkBr41DVL
BQ5t76DkbJrh3q7cGgoKJEx7SVimHng9lBblJvVGursOoHqYn1PzvPQItceLnu/kAxtLKYEL0A9B
2iHGIH/KX/nHaCn2aC7xEAzGqPwX6sgA+7W5jIGN7Naj7nTjqUI+aeddsDFBXuuA7QxaJLfw1LZz
s6SqS6oFWIL7dmP1DxlwRaAJ6l5M2RwKJSHJ6aUDtSawOtrSGk1JnpEk0e+xRyhWr4eRHtSUnu7v
SvlVVkcb8iAyE7S7IHOua4p1FvciVblb0YStjmmR1ifTql8tyCQl3ogd1E65yG6eGcRgD0E55tNb
I3LRcdNO35pen8impjr/eX9KGxcng3FjQhmn8LRWDdNLEnPc4fGKRGL33IS2c1CGqXvMoVG8Tfs5
3QmPm+NBekBUHEQU8pjXu9EUUVZYKlWkvtfFhVRmPBtiHE5ZhhsFdIw9munGE0OymmUqQjGCp9T1
eGkPXLgeqOYAYQmfEcPBId6YdAz8iMIgOg741qsnrbd+3V/XrVPH0403DWdAvm+ux9VjPGechJvb
crH6Tl0vfUpgJ57ZVk4JE7StLokylTu5+Nbq4nFEVOGyk53J61HFbHYWpTjCCiuL+alun7w6W+BP
JK0foT5+vD/LraMn9eYQ36WVQCnrerwsTaIqkaX8ahDlMXMG9aFSpn+F0+x1EzbWEyIZ3VYAX1QB
10pPssXQd47Scd255iEOa/1rZmKWfKhUtRt9BxUkQLS9bu5g3jfH5b1Ph5vR6bNdz5BwGjatTPPm
FqsmN8XZIJ9K8wn3oOKUcqHTuCmanZB9y82DVMvLVN5BlHqY9/WobT6UXstLJLDbvvqQ6TAVKDqM
00s/Un7uCm4mJ1X5AUNfHXTR9u87XGEPeHwq/9aL2h4jJa32ai4bm4uoxM9yAcNzl6yWojZmY7Aq
3szAXibu5Ea/RIYR+qXXLxc7svbUQ25r9HIVsIGU3QdsRdfJotG66FumlAc0hfJ80CkVKVKmF4n7
sGid9zwnkBz+j7PzWI7baNfwFaEKOWwBTGIUqUBJG5RkSUAj527g6s8DnY05nOKUf9lL2T3d6PCF
N0T0IwYbrUbVGLHUijmP7Hbp/8z+TPjwn7c7P2ijyHK+WIazz2J0AiS3zg/K1EQY2XKyE3wpIyWG
a/v90mJzkOlKblht4FKvd4A1iYWCS07VQK/77LB2ZJcoY3ZpuvO7RgmgiFZ57bK88L7RkKR0gFMB
kfJ537rMltUtZ3eI5tWyXyoeqefW0IL4/VW8dKSwZ4YOvpHjyItfT62kbJsuvjmg1dK438dRtdGo
lebJYtRQGWOyF6rKDu8PeuGm2qT4mBzZMc/BWVXEH7NuKkdniCrPpkAhYWxaFHsO5qj9L0Nxiwdo
rROUoHv2en7a6pWZ0xlDlOPQEWFBL+7VEvzCNyp9fn9SlzYJ4TFgUEKGDYT+eiQ4Z6XsjWWIVsPN
js4g6zuIHV81d0jjYCQXeH+4S2vIDUiExZ20gcxeDyfQZ1sG8opIpc4ULgOKbnYjRhQbrtbnLu1E
oHR/R0O05RybjdeqswDeoazs/2VOCOPoZqK/cs9eHAUwFzguMFM8La8n1OIxkCUGfb7eGMwvtagT
IMW++Pb+sl28xwgbNz4YaGyektfDBMIZcqR/hkjMHgT2llqgwHxpp/WGiEul6r2e9tjJtFUdLWLK
d9hTWXsMC+0rra1LJ88xSIX5F0TpOZp5sZPBwbxziOjveR/qYXr2B1XstRkwv6IVhXOF4V+pZF9a
Y0TFOHQsMaDms4tM0NgdBdqFUVemxr5IPSfqsV358P4aX9qaG/wMAgRtH+K910ssPEMa/ljwJVer
3lEE+9X6affcguq4soYXAsoN5kybGmIoacDZIaCYiHyRRYjljmUVCRhi3xLZN3dUOzD9WMV6GxR1
uoUL6cf353hxJTnu3JwbSuu8AeuqwvPbkTJNNlfGC4pWLdgNX105E9v3OMtxmN9mIfjX+PgczIB9
GNFsS4XGtKV2pNcvvgmrbg+tL9UOkjZS0LgRHPVq1iNDTeJKvHXxQ27Yuv8f/lyasW+lcKuASVYW
JPRU+cOjbyRBaNmDOL6/npduT15YuskcfTpJZ1/SMDPNNDR2Zk/aEJdAOdOwTlYrsoax34/+Ol5Z
2otzY2pEzBvG/zxR9V2YoGUNn2Z2NtxNubQ3pl1asRwS68pzd3GXbgNtIvvc1Wfph5Hq9iwnhpIJ
Wpqhj7RvsUtQGX3O12l8Xg2/+dUbuf7NwIzzyjTf2q8RtxGyAcmkMA/QaVuHf1Uc3HEsKtNPqSfS
V1lOskNnIlyrtfgCwEE3IZtNHhbTppZ9kPmUubzJ6EuUc5aYYTe2nRvlSJ/gLJz5EBuSIhhQK1NK
l2HpmsmyI6zAIDWfZR9qyWxd86i49Jlcio4bMhE+/XmooC2mNcC1JuykkBebY4bgodLXEmQxMm/X
aHLXRju7H7FJM+rc3Hah5qV7VRaQyXtRiRuxeva1stOlLU+uj94HqZ/Hv6+/jATZNsiAbN9E0Ski
1aqOurK0yC+XZh8MbXblWr50mfBF4XERNvAEnu2EFAumatFo04o8024tuy/10MaOBBZaimdl1NlL
IWO/TfKX0mqNn2qx3Sx+/5hfujYD+rVcwIDi3ygHFSLLYCMBVyyX1fqcmGPwOfWraxiwv7H/+b1J
wrZBdOELocHwemlNvl6eIOsbNU22FgdRmvmvtJflEGrsfAsb9eRTVVcICOjYDscCS6zfCKug/Vu4
/aRRCExpl0ilqnsN8ZcxBnoQgD3ShoCuaF+t39upHavItyr0cPNBS5wwdx2VhaZmVO2DGEwD36AS
Blss/bH7zwAc9sam5UhNCkAdpOjX8/O6tujxVaThNlXu4+wnOAe1erEfR/3KC3vhRPCQU3fCOZJi
83lttFs7rytaSidF59ghurnOkcAqQR8C3PP7e+PSVbUVSojJqDOT1J1tUFFJQhef9N4snKKJxmVE
fV16c/FD5Kb2RCcVn4Vu7H0M3/rCxhRgbKH1hraTyioUjgufCqKdcY8wtk+Jxa6dIxQB/zHRvEbf
9UMvn4aFVd23KTpwV/LRC/HcFg6AaN46bZASXn+TFQjwMuSUdsvCFrtWW5ZjObo/jEQEn/MEWRwO
dnUVrXcpnkXFlBRuI35tBKXXw7Ze6XYiI7vurdJ+0AbpxEEmsipsKIVMEeIe9DZ7OReRX3RyNy8a
FgC93+w47Oaf97/ghc1CHmlSmaHOxp/t9P/rrQHLPq7eGnQRCtPWT5HN8C065HKiYV6Ka1y3C+uN
niYIPR5wNOTOQUW+RpXB8OchIkAob4xqXPZLn06AJCwEDUuz+m45lLz/8wwZlNI2NwvR33krtcdF
mQ+9ApeVXcmtMJkne9L1KDDG/6HBgxAkddLt4d6stF4vZqfPq4nDMPOz5wrvCpqmc6nMXWJR83h/
VpeWcjvfwI/BnbwBsqK7qpwK06doxsZ0D9wF+iYspYPbAgduRZDdemheXYlMLmwW0FMbGnnLmiEs
vp7fKn03NWUHoXnqDJwk83Fvj54KRzFck9e6OBRRHn8MCgHnXUAIbcOIg+oQYQ4yxmlQW4cxaGXc
C+OaIejFpUQ+DFVNghYg5a9nJRBxp9VPvaEWHDRM8fSIfk+2U+YCvUFT4qjLYriylG8VJjcpFUoO
OMRsOjnnDoG21+rtnDTUHpZq6PZNbVYf5im18nDtW28MvcLnhmwLnFGPVPG6Jcxl4f+pxrH0I3f1
0lvPUDTzKOe5J1n3hOB9rpbP72+zCwEPhuiEoH+79VRSX6/NnHUN0pJYofmZqmnbZOvOmqzPQ2+U
N0ngXBMXvfDVYcChMEFJHJbYOXa00Zemow5Aps8Ajy1eTDAok/SubVf92tO1bdazgGOjvMH33zzn
UGJ8PTXCvDmxFFWFtlOJu7MWD1sp5NznyJm7+qhqBOdDI0nkAZcN7ZAvU1qFruZo+/+8xFDitugA
RsMm7fr6d7RUaTyBeVekz0uGajUSXpkplp0TTP1tU3fpl/fHu7jGwOI2eg26YecAl1bv9ECtJOBW
gJhXumJh2HfaeDOT/v/nSIQsBk0rkyTgr7X92dS83pFdb/dRXy1D3I7IABYG7aJRrP3pv85qG4pB
6I1BWjjvFw1Vq2wAzn006bXaOzB/Q31Opn2ZXOV5vT0TlNM3a5AN+76Z1L2e1aSWqoa22AOUmmRM
opid6HJnu9U14Wjic394f2pv1Smo/3BXsCPBitJF2b7ov97orLa9xp7QNp4WMFfRahN+7w23W91w
5ow8wh4stdAYELcKW2ekuVLYQb1DCTQdwgxXDz20JO7KYYIbd7FrK9e6yatk/pX7lblPEjEWca+U
ccfaySJuTdjEaaqhU/H+RC5gq6hF8liBnKZ3T2b9eiJJoy2ujgB+hHOi/E2Jvjo13lCc6go+Wehp
47grlBYcOmToTgH6TC9O6/TplZP/9gDwK4ADbTzmTahv+77/Xs6mGYeqFCjkmJn4wC4RD1iLoM8h
26uO8lso9/qSQZiPzwdsER4P8dXrsYI+Q8J9u9AKd3HuayWLNLSwGz+2ZRb6Zb7PXFveFVx60Zgq
Lx7ZsoZTB1dOx9snjp+BDa0Jlpxpn3Mj7MVK/Gl7Ta3UlqG3Tube0mqxw2xuM/EbxbGw82t1/Avn
hMASxDV1Pnoi5yIaLdmQKgenR/nVh8zjNctdYonhQQZFMcHonstrElBvqzaoWoCghBnLaXkTn0gP
47BErbxWUzeHS16LOB1ljkyhaPbCNtqdi/NE7M1m9+n9rb2FyeffmaaIB05kQ+KeP1xU/VQrWwOC
SaZs9Cea/N5Hq+f4/igX8OtMEPY//5BB+OcHqJuGYk1U0Ee63aEPkbhLc/KHZQnhSCNtYCwlDjla
Y827dKG6mgst/yQrYcR6UGRPoz+Xzb5Psmy/ZlgKvf/jLhwr3jDgwCaEVD7D2XuqDaLITVEQ0ODt
9skejGHnm11QxAuRznrlDF/a0DRSN84HqnsoB70+V+AsdKpiDKbpY72rMtuOstH3HsegwBpc49F2
qIZdGfTShv73oGcpvNM1a+XqGT30qXBpQeRdHGjEC7abmI8zfrlX0AhvtzNHdmM6AnIiSz1P5HVd
5jItkCl2l2A5ARzrUfXttV3To403eUqiRtljg6mv12w334xMpwFWDVUfap9E4GczRdlgcenaw3HR
hDccbbtPkbVAnh3/r7HUi4OlF76IK6dKT0Hi/Oc8gzyUgIikDQYk+K6zBBlEcl4u9MiiCeZ0dTAp
xN5hjmfc1i617P+6b7fBILlsyh1UXc8FIpehGFuzaUDUgGq/xYzSiWet8OKgq70rt8SFZd2sSHAQ
2krmb3s5OjwlojrANBJ5MtHSEQBa2UZL562hsUJLlBQwY5RFr3GO36YbzJIbkQIeeSm69mdRZloD
hGg0KmTomxs/JrPJfhPauguC9YO9x8uo0SK+uTuEqrfdgz2lRhq6jSxunCpAwzkYgFlGSd4j4NOW
yMMB/076K/3YN6d6+5E8FBQasbrga7w+1Z5fGUobF1jtyjEt6qurtffkzC0+E8X1Q+tQDEHUO3z/
5npzedPPw9oJNSTCAhDQZ2GJt6GdkUWlJVUlxUtd+5kRSs2+Cnm+ML0N7LNJ2NO+x+769fSINLqe
ncE4Ss8PpZ1h5G34SliR7Bb/MzVk7nBNm+af78/vwrbbOsGbBDumgbAIX49bBKjGziPjrmm2wfb7
ce+Lxg4rbwjiLu/SXd+71FH76hqs/O3Kogy2PVjErcTk5w3iToF5Eh4FNqSlp3sj0ZaPnRiv+cO8
uZc38gSxP6ga4ow38fGU5QsTJ4Ef8hQru2G2j4MjfqzrOB8zRc33/eV8+xmBh7FZQG0hVApC//Vy
JjSoJotWcCRgLZeRt0zDvjDH9JhbTvKcONK86bW8vfIYvHleN1Aa9RA0rLec6ryjX7UzuaoDgGsd
MCZOm0rFTWWJSBSqvXIeLg7F9bQhlciMzzGNoz2jqOiDncEe0PmZNSr5pfLSeMwpBb+8v5Zvtyaz
2hgXf4uQxjkiVDMyyVLTrjStueyOeWCmc1yZaYq2dCpIYhCwlx54v1IckPyvgyvf8sIGBSUEUoIv
urmfnd04i2Zt+Sm9KuKJ5JC1iX+jy3l6+u+z5N6FwESjlMb32ShCtVjjmtR6IPH7h9aG83cI+hXo
ptX5vxEVbHx0Dh3v3q4z90pD+G3SxcaBnrbtVJ1+wDkSyrTkmuHJBHJnNc0WI6PaqGkiTZ2KcPFa
X2bTmOt9b9jdc5anLko3wFRQSu+82blCx7i0sYjYKB0SWWyX7euT0xK/dqhqAICZDPG4Zk0ZTRqc
0igfTXiA7y/6pU+LiAj0vy0HAZL1erDUAEEK3gsEqV31t6mpdfvFFNeKh5funn+Psv2KfyWTlPLz
uUUsBzDWVEDWFXnkD0mHQOTYjnsoVvPv96f1VhWV77k5P/ytMNPoOZtXQ2FQq0cWEb8pawgp/3Vu
mJSm91DTc/82cxffUMox8lD50johNjLelYElnqukrm68zIJF9/5PurgG4M5hDJP5cDO+XoMG+QZR
bJCOBtmsL67WlDf4xRrfOr/yYt+skfN6f8BL+4jAaCtigaZCb+T1gA5Wm/24UjJLCk0cJR3uOGmX
YreJKf3n6PBvv45LgmuKJsnZaq+jt0rXByLWwQnbr15dnrJFH+PckM7x/VldugtpgMI7pGJGOfrs
dLiVNuVjinvapHulFzt4af4eswStcq2z55M3VvOd3gt9D88iP7w/9oUV/Uvl5KoghwOs+3pF13xZ
rBplj2hOteZ+Wjr9CU4w1FGIM/v3h0Il98LRpKJFSEBESgp3XvK0h6ryUXtF32euOZuaKvw2nLga
JtRVrea5zzSmyV1krofemKZP0N8V9W2/18bQzrxC7A2AtB+1wtV+LItKPhqs3Gen8TDGyqQf/KH9
5n4bl4bS1+B3RhAuhliWw2I4vC+i9IR+aCen/dX1lt3u+34a/3HrWqmwX7HuCodZDE/oSRuo77qt
/cvvVPHLAM3fHJc1s8uwG1r1QaXt1KDSaW8hfG6V/xDxG19qn2gqdlGi/ioHbx4Oy9rkXwtn09g1
dFzi4LAmxbOwLQLZ3kzEB8yehywPIQ7r90M+B+2RqiwUK2JQIBq5vva/5rl3y4fS9bT94iZk8YSx
E5T71UuS2C/d1D4gk5fH/UhzfJ8Fqy+OSZAE1AD82ptj3VxQDl6aBdMPqYt6jbXGEGqPPkh5DNpS
UnlrNd8Kq2rp0qd+TpuvYGbTH3VfT1/dDODyzmwwXIX7ifhebM+rcz836Sw33u/8QA3J0GItmSYs
4QNTGbdJjocCTNYg/6d2xky7973MeAZehouqJTw+Wd8aWDlLgZhrI1O0IQe99vLneZVdvkNOegzC
0qmXF4gAGYrP5jgt/JUu/wLZdLbIl3R77yA7QkVtzob7etXKBiRnzW+aHCNRUeCt4jdeUakfKaj8
OOOoQg2P7QgnEAEwBLT2KbpZlCM1YT5oWdOJGwTe6gfheQkzzYLiJnW0ytlXPucg4qmyvzZznv3A
S87+CiYRh/gkJ+OjZZAvh6rvTWsnDIf2QYkXcR4mdkrKXNY5rYQa5fV7W7cXiYm114FGFobCvC3r
nfQGdO1SHcbWap/SOk1e5mo1HHAIaOPEvcSEde9NTVBC0anb4h6VAgNERDVnN52hg2NLrKzeN6pv
1xvNVlTBQQ/ZRThYVdaG/uxN9dGZPV2jvUD/9QhIMrjRiAp+o5DUI4SeaQHGjnma6acqd9oulqnu
/bAR3nP2bgIRKCyRd/VDLAaa4HlSdbEcRECf/oTGzVKSn5WzebCShP+ZpqnlRqYoZx0Lq1ie0LUz
y7AVufhU6v1wR2PdepZS6AgHT5X87rrAACJTAgk+IDxeFuDzRte5MfwkAc+syDl3AuDEtF8HfzVC
Z3YG58MifKZZerMqT7qLfuotwXdthaQ07TMi3RpykXo6Nvty6TsET6Yu+WdyvaU42l0y/tMkZv1C
krlmYN6lvQBLUNQIl3Qx/mS5m98tuhLcSZh/zKGtvB4MiZfaXlh3ffBxSDXYEs3SFcO2xsVRsReh
X7pT+ZSkGMUdFDnCjbLZaIdydUkt68as/ww5LZBwcWdS6ap0UZ3Qpm44eV6Jz2RPJF7vS2pXFHey
spqOsvSSODCW2t4VmZ+YJ9AKTbEdivkfysnWFErqes9W4vWcZ20Ud3bXVB/XMintcLGL5JtXp1UR
V7m0+9Ocquw3+ffyzbE7t4vnypI8mQvGSceEL63HrjDyOmoATj2P7izrnZlmRXrSslWqaKw0ZIzo
wRro95gaMhGWM+lrCEIDfwsiEb/fjX2RdGGbY6x9XJfR+W5LJeww9ZY533VTk/sx6v/cySnUhG4/
6s2UP2TZlMvDIKZljhcM5uYjPhpLcttVjupvuo12H2Zep1F68npjPiW6lQaHMi9LEj6UCYJj4AxN
B34gD9T3TKSq/ETGa/8yfJmlBGIJos3QphQVd+Vw+J8Gfc3lzrcWimduU6rqzugsTx2EpxLvlrU3
zKO7gEDXEL9qsvFx8ZUlbpNVm5Ndh0xc80suhlF9BaPRcSWu/bRmWeiYynTHA6YqgfdzEq3yfzZm
75gixPLXXvxdij2U9wJSBmHNUDrrpH3U6DEHv4k8sjb2i6XutQPZyiaMgm4xql6hdKcVutXgdRmS
uZpZ1IsedUOuFQcpEbn/4dE7AVVjrf76SzPmuXNCNbltd0xSx0y9WxTNubIiQwSj/klvilV98TWg
C+AfGkM+eCLtx1+tq1zjRbOpA90OSAJZhP+rnvzprUZm0x4z6jyvD61eLdmT37rTcq8UHi8dbCL0
0jWsXQy3yWNby0X7e1zTtKlDJZU3frSBtDS3hZKdR/PPX1V16rEP+tqlvmO0oR6kffoASniyjzXo
RPt2bhtqzFiZOoP1yTdRu43TZHVnpIRTlefPWukORbrDYCUQFqjItgjaXU1RSPuItxZo0DTHE/jR
p8OZamGRLtu6CUVmvWCTIJHG2A+znhXWvoaMaO6sscI/E6GMwZB4p/oYRR0rOO/ZQ1eUY/tbJ1Fq
ejjP2aA91LY/OXv+UgBCR0cEF/EbnUJO/psGy5D28WwtYjxlJNZpbCZu9TCbahyPvWr0hpa+Pbe3
fqOlKg2DCukeK3Jx6Uoe0QPc3HIMb11sP6xbGaDqk2c2Tget3ZTjvb0ubXCflZum/FJNA4he11qQ
jgplXwXup2oQ/YKgVKnJAnc3FUztQRVBjmlvNdnmsfGdwT4VDb5Qd67eBPm+dUHQhTZeW7DPNGxL
oxVLLD2NtSxIs1++t87pQwsM0gxXp0KGLu1m3Bb0aUI/atAyGpGmtSyPwybLESMfTpzallZj7h1T
tkVsIVNb7SfVWHaEpoVyujBPRxHQMC0qGumFMHQI13VffKiNDNhDYq9JFuN3pKehY0zlI7BwlJrX
yci/ZCNw8KiZR0c7WIAecYB0Uys0Gy2Y4nk2xxd9NcY5LOEE2jGGmPKUmCaa0nXPmY5Q10jSWBSu
9biUavhK21+u0WRrBh82sBJ1U7eBu8QwXCYQIKIzxQ75C1SOXG8sQaglJn9fl2X6s3KQXEFcf07r
4+Ks5Z1ViCqPLdU2t6Nm6Nl9Yvj1slvnJHucjVpj4YbO++xs6LssXM3C9Xm26BZGI4JYNDA8/tuo
yidCBC/3zDqaM9VSxupR5UMVCOvasNaHQf/eFgOWx9kY9G1IwIirWJB4rbVHM38ODj5aGE4oh7r1
Y29sdCPu2w4x6s6YBgq3+rSMn9pqlN1BiGqVPwkgTTukH1jmvzNN5m1Y2ciDH5JBmyf1kGJ5WuzX
dJWrFsqglt1Xv8Y70Nuva62ZCL4lTr/rBleWu87AAPinMff6N1zHSddCv+6Wky576YduNgDaXHj+
vZ3eq1oLF9g9GKPmvjne1oOTH/XEEfXN3MvJD7lWk+nJ0KVO5D47SxunelKvO5cEr7/FlHNRB6U6
cyS89aaKrZ6PNh5rVUD7qwqo2WKos8KpMWZJN97x19NUD9kaB03tGLtZoO9eh2TXXDv94hvFg4kH
Z/EkRsoij0uDXtAut5oeLKPmq4+o9iXlEfUm7yS6MmujNhHterAFtbe7gO94sMvVYW/YxL47FEVV
8dS4i2Xtsrbzb7in199eCxJSdVt0Wpeifiicqn8pcZIaQq/TCVQ6RWcCLK+s3NC3BM44FL7Ln5ya
8adDxKaHZre27l27ju20a/TK/eP6UzpgHiS76sYqGu/PPNtDFqc4BN81PWJvceoWILsrwtwKIHZT
ilh1QfVRck0820M3wnYEU9iFTQVt5wGHJ6sPh6lA9AUhYDOLEToxn9G4Rk2cILn5sFadlp6GzFyC
Y1vjF3CTjqpHzjDjnQrHPt2EyLyFH+E7WafuA1+k90VbBwPplYblZAGFDJNmrcPdAID28N1vq+IJ
Iwx/pSVeV19UUVDl4yRkH5PW4X86ufAzIwXol/hs1pZ+J3OBWticBo6+c8eF4QfCyyM8BOmFNKJl
BxE6qOu4HzS/jZBpC6Khc0oDxmGiP2UiByIxZdtNP/pDc5uqWa9eKNoNP5Kka6xono22v+FMegdt
AqP0zc3KNKM7XuV5mHdj8mWe8xnbb+WsQxykZa+HhHni++h2GCx2Qd2G5gwo/tPq+tV6N9itJkCL
p+N4gwhe+3PGWIIfDH3QC1Mr8+VxtLkFqrwJpj0BzlzeuMJbT0XP13puEj+7M2Zuxt3Sm6txw9FM
6hPFj6YK7U5PtTs5rd1wwICcbKjo6t44aAEloRCi0mztRi9oq68D1kP1V0Pqbh2iylbnX2SluUGk
rY2dh0Ved8iW1FaAc0LXjT9SrQQIQv6TCxt66NR6kQqI8ihrm4S5aEuY637OS+nfZL2FVUyFdHf/
FWXNxSfYE8lXk7sVCQ4cwT/b+Zh90zFdevHJfb90i1c/LFW7/qAFlpcnn6tDhWJmJ8dm5czVIWmy
+rOXjQmFUcHi1Uj/jD+0ybNkaPWgwKXb+V+6zA3mYzoOwU8/Gdfh4KTJbD8HfW47O1zE7H8SzVBu
HOS145+4xrlSHUG82q9FadzhntrcZa45yJCHwgf+2rX681yRth9RwjGsh0z243CUuG5zyXhJU9+X
wzoVR2m3ufG5q6nV3K68jnKPBXLeEjzP2g0fUf1jr9i/HWytkfWHalGtdWdP9vQnA67Zx30JLDi0
/U2WrPCboYkIiwsvHB3AMfeZKHtvZzTNYDwmpq8VKM45/i8dB7ZPtPbX8UQ1Q5ihzMtav5902sJS
FH4SO5rtz4d5sBKNmo1THiqrlulRNLr4oM2VxCG2Nkd5xIg32WcUZ8a7WubOyZ2NxolSaa76bcXC
yDD3HK0+1MqoTzRo3fyU1pb1yUq7krjCGoutT+RbL1QymnY/NtVQhdpITXFjAZUUCQY8OBgdcGoI
O5usoikC9XWSSZdHncP2zFs9MXedabTPYEmtGgm6Rbvt+q7PY+lZvcXGZmDcF7v+t1lhFhLRtxQ2
GOlSTAS3o/3NUaqoTmbfoliUuJgYQgDBlmom+bU+qGHy973p+cnBWStyz75f83E3BzgaoUXKPoq5
PLnXcqBi/xB6izpuulnTQz/1xe8m7xc8xl1X3QiJpJsKSyO1KCNnmq7uyiYhGrSnkVqRhesTb0mT
181eX3ThHcjyRp+Ja2smm9Cou/HWEbPfPJgORhBHrQP7HerIvXOPQNPq78tRlrfmmju3S155eqhT
tjae8mbo1j3lL9PZzzTiXywVmEvU5Wh37nVKBemNmRO+xuBxUSNJ8JX7XaMO0oQICGrGgRNtGoeZ
8KQ6Khsl2JOdrou4zRc1JKH088TGBxixZJJATGgjn2/UHTsr8w7TYkGq5MIxIF6gn+Ts02TKugiM
v7Heo7A5j7s6aMzpy6gRIu5Wfs6OcBUeewrioonm1iqykA6v53E8g9SJjA772Ghg6C4Umud9TI2k
9kKRpVUWps1EqcXP0g4yUlEnOMUgg/8otLrEPQnSdv9oZ4t3LPQy72MKV8YH7u/yK5CIDO8vZdc/
M82ubvzJRKxKq4RenFpJiIh4oyPdOC9W+zmHUfWdX7u5SRRGMBxyihTfUAOxPlWcvvlQmh3ipIjj
OC91sIgutCzZ348279IfOer2ZwSuwbOAzs8fpnT2VzBELsUfamjLd2hA9hDas8KfVOamLu60nsUK
s7mRp7axhgaBTNN4mvJC145Z33rJnUNjYIpReHZva7gpRdzUImj3YN6sZ7/S+gAwMoaVoetqSY/W
0t9vu8pA+0WZrm0/rr7RDo+eXejcdpOd4h5uD34ZT70xfHS4JH6vM0FqhLRY5Zyscpg/6z0q57sW
NHwABZ5Umovfn+8UXEV2PufkUKgAK9CmLqafq+nJJh7LzOr2hi1LSJOlvT6OpLvlaYb5OIY8ndaX
ynDWNParKUuOFvzYp9VsFMdJ1wiPpaZ3cTNnyCmhFQqHB18vmAbWqFIVTuvYWXzWlM82Jav3COiZ
4iHbZ8SFrAP2Ei9AMI9yRrcmNFsg9DtV63of2wWUFgKxqUbFoWiWHzOg3DbKkxKDPeE1grphhV8r
wvRJgSYXsfNR5kQ1YeEMxdPYQnnbU67tP/VOAQYNwOLYR7Cc6HiKrPd/kdaok6eRQYZUE9pDJUyq
D8FYNtPPMTC7Yd8MutXe1k7aaz/WYLH+BD3+6dFQZvZd0pftL5/KcLHLF2l/nqZEnFYzScsd0QKE
PEdmmOb61BD/WIVj5LsM88kZEO4gUamoE/rzIV+/mJ77xlTrfoTeNMcrN8XJJo4udzAQ7U9B0ig6
eJk2fAmsWj0rl6enXCgURV3aG5+aJZvtm0q15ZNaZKI/u8QD017TJY3OBf5Af6D7OTyWMBbKkKu1
ftRW8sad3fX1yRcgWCK1Ej7eO6paDxIpQFKE1SirnZnl44sJPno4lbIsH9pySOrQS51xPhjaUB59
1ZjiptrwJeQ3TtVQ7Sop0fi8EX2oEln9WqimL9SceyzM59EikpeYXmZh5a5jEi+mr15QIaXSXvie
9UFzRUYqqHz9vnN4AXYe/lU/CEtLzDJHsrbYI7wvI9SN1Nf/4+jMtuPEtTD8RKzFPNxSs+c5dm5Y
cdwRCBBiEoKnP1+d2+50ulwGae9/1CiSnpyul+1J1En4PqQhaJ2JY0mFdbJm4MBdKv/Mprr+qv0t
OsSOVV9XAqTc6U3JEC/hvD2rsGV7I8qCAF7AkNLk4yb6JyyvVEy1SzLzImh6F9MlLJYHE/cZ/tdx
mw6bnOPxYU4dhiXKn+t7Jpq12o9V5Zu9TeLFo4q3E2+d2Pr5o+7rlq9pa9zx1WX3+iIINt12Ogj7
6EED1d6FZMJEvA09n40jT4dBXtOX8a/pINxO6zroB/xk8QYdQK3GY1DFPHCgzTqXvrzO0WLpu5NQ
43hgiiNy2g9aNR59krtfJ/Rn6jYSVXEeuVFeu035d53frTb307lDRdxmxfbsZKVPXAuVTrkF0CSs
0nW0fy9mJ/oGHYz0hRU+ut/6LhbnZesxYeINC34jpa+/C04sYGwccHer11Rdzqw1fjRBhWo5ZPe8
j5fO4dWnmIO84bUPg13YptW4TwvhytxdWt5PXtVsOSQOPwvIq03u1lQk4cEjbPxREkZXPyI0AJpY
s7npd/wCUjcHcwqd3C/T7U0PdB3n/bqiKSicQH76o7MU4HvhRm28p7XIATx4eViynHbHuEkIcBJQ
x8L4AJNxiSQ6RkDUzZdnUGrzyh1NB2a9oms9xOVmqrvYG7l3LHNb/+A09O/dmY7O5ZwcYl9fWk+U
wT6S/vpYyK39LfsE+4yJShI3U2dxH8JR8rWRUlc5u1pPzXZv26D9ZSImsI+mjac/jami6KUJgtHf
u1M0e3dp36qb1YaVOSw0xfBGFUEVgqaq+KepM+Hl0GddeV9qd7mfxhEiZRyy+dMXVSLBIMfgWcll
S/IBE8qtjgePoum2tA9dIc38Ohgafw9ESQxIBgKhoW6oo7kRti6b92zN/Pn6a43J61+W7itI+ra8
GJZg5xCQ4P/WW2t4Yqn3yb4pXXNyYcFmPpalSX9hVeVDVy0xgkQPF7bYz52du31sg0Kf+9Ym9rZJ
a/W88oCuN4HWxXvaeEP4pro26XclZLT9irUcboawQRKzuUHr7NrBt0BzZshcJJK9mZiX+FE4URqi
+HGXONm5cPmEZzU6gXPfVGW93Pt1IP/EMojtSQwxY4nRo7/tV+UOy34xkVkPjiOD38E8jSjtnUyN
eWFNXx37BTptv4XB8AGakznniU7Cb0/BZzzooB1+4smVj1NjAtx8BVaa3eSv2D5rzy56l1RZ/wwl
j3srEWV2Wak09d/qqIJNorNznfdEXiTZLwuNVp9jbiNzl1bx+NrQV2m/x3Ce5U57U8dBH7frnlZv
QzXiyu6dm83G0a2f8T6dhalEeFdt+tqA22M2vKyhXZu3sSwHQM9q7UsYnk0G+chul+3q0gQV32Ky
ntBb1Q9LtITqOVum7l/E1aBxSbkep2krnOE8QRTqczEX/EDc+yNfTelt0Rk9SrLuuiGqzqtThN0+
I+DqyiEVxS2cT8Q+UKnsnhydGClplUmiEbK+/xeEbBz7gHgNREDbHG9Xp0r3jFnHPvayGexOE31Y
cINqWi9iOCrwbw7VeS/oMD5ftWA4OnUyV0+ZT1EYWHZY/AVpZs/22sSB3p3iYdulsTc8VPGEtLD0
qu0P/C8cYWHnqMjJJGVSQXPKzHrNo7ztYtMF51HX8lecZpwcrdzE37HtivbAus0fXpABpzmB2/6W
65kmIxbDtPjZ4nb4L6x6hu2l9irmdBU9045e9w898SnzcdSBc2CcdMpjX/Vqeo7Mos8e890G8NhE
XV6WbExHdEqRPvGzJD6oV7u+BoaYhJee1bs/Gbs4H+g0Vy9fTZ95J7K9e32pSYof89ot7VPaKVce
CI2j55oVnQTIfttYWQCSJpeWM49zcBtHb/0MVtt7Ryx3luWUwAXkOoOWljIH677MpU3+zH3pyd32
/+dDYRRp9hYZNiT4tng1eeV+9ukOW+mdEEs3fwHnSYbunG4KdmXrxieTjrLa81fKV9E7vfeaKYpG
8sUfm/GYDX0wnvwpWQF35kCpvFY2io/wZSEkEveXyKGzUEBHXaHVDfwTAYl0idnhmOoqdPe16MR6
XxDA+bgFK6ocDif3nxqT5q5BGj6fGvLz9gUtovFBcqRcUci2b1Cv8JqXGYasnR4WX+5sg4P8qAk0
vqujVDuXQHudPFAJpPQ9q6eY0UrRZ7gP2rjeQ+dZfZPVKfyzz2oKWZ36pjsYLgGwY+GAyREt92cI
AiLXRaomfSiVj7HPm33d5spo+0Umw8i9Z4PmhBBUUELbt2F1ziohx5sQgpPvwbs+sI22Yh8LRq9L
hB632gXJAjQ2dgXZRUAoZBSQLabCHDF+3FHaVMLw1l2Z+TfUSSGjcIKNl95RuIMOTT9r6I4KQhKV
CRXoLCb6i/lZrjmLehPnXsJItlcoVF9UNRbprVwStiBnjOxCszY6XYw67bDfVLLIuyjqdXvIRJGC
nURW3GYZOad3DgWQd924bGh5J7/JTqEt8fePAmrwzDXlvnd+6/4X+Ss9FeVVswqI07XtTdx4Nc+b
U9h6l7DQ6MMogvFYmFqpL6sahnhTR+7DOIkWtbxVWHBDf/CAVp11HPK0u5JACXUyl2reIBXCJYIi
RcVZvtZV2HjHaS5gsxhv5tssCpfyNHohxN3mCf60GFHkXCyyXgcpfjgRd00O9LBb1tW8COgoXKqt
mPkHhYGMD7Z1vlnbRFZHZuaFqFyXrrucPWu5ZGt9LY8OZU3LaLttL6bGArAXWIfSc1Ni1bhUpEN9
9DCUN8uGgmXXpeMqGJnmpTmuWjlO3rBMxKzVnn5vwVU+1LZu0c5ZrhoFk8b4ZYtqTNinIe77GweG
+rVnbArf2QZH/RQGtk/+A3Iv0QkkFbxNCyBkSXApPTAexIlMvWLpvut5GPVJZCO+NowvxaVoJQly
44pb/hJ4lhoTlJ2c1dDmxfovdjb+oGEJekWq0TCvB7Sv58iAXFajPsuOVVpGCedpu/rnptH1qxR9
9VvMEMm7cuwEigUvMxvuTyX/g87w4Ba2qc0qjnOSbI7rpid/D1aAEoJ5fKLgJtliIj6zKbtV62BB
1GkCQSvVRqiLTKf1N5sCo8CWJs3fDsrM5LYChTp4rWe227Wug8Oa+ovBEeP3+whNvL6wa8zjoRG4
D/Z0EcakzFzlB6bkLN+hv1i54aLStnyqSLlEXoXb8NitREeAjdEzl3eao61vEB2czdxxXqdDrJ6Q
8/Ths+vze/od663ZzjNnOX20rinjV5lqPzk4Qjr2tyXLpXyA8uCsW3sHEM4fQz/DDUzkWi6AuXhb
40YBs7TeAvLWBB+QRlz97STF8BEvHPu/mrBqWEGvdz73O/TnnE3jG06Aoj7YhcQzqtKl/tUvczLf
V4qi3gsoC7R/+/8fZXPTJuQXzKzzLKoAtYHVm/y16rXs87q1+PIyLWR/R82WDPZq3vTFWkaeq/i6
Tnd+X3hctcSyfIZAGTxZqEPanaX8Qx29NuSqSviXf/olihYA9dR9iwnm+3FXZKg5qhP3uxuTuLwt
hp6eOXi7GNfjqvXbMqztf6luhu1AypNc7vTczhm9ZmnfH2g4I5t3Q1cU3HjeKP61zpiWO6KkCXTE
8Oi+sAOhSJ+AugXfPUuW8VOkWDLyJu7vkSN9p6g7WQ6Ew4m/M9qotwlt/cIPIL14n4Y9MOQQho6/
HzIllt86GbtX4ywZKqVtFM3RhquPsqCs4n3bEVJPxkjfr+7e9QYUBFufTZTnhVtZ3Y1N4ttc1mRv
7QMxgtv3QJN3G1IApEWrjf71iVlICal0/06P20B0yZCur22sPS/n7gmIMmyHrvyss9m1+xkXWnCZ
gIeL+34YQffH3jrJQZNsufyejXLDnZHD7N5Tmub1h1AR4nbwnaJ5TEflW5CqhlusGOfNPMeLE8f7
YViX/kZah5FhqIfwPi6CeT1Qp07192Zl5h443rSbkzZEI00PU3PoUo0kZSrRuF3x2fVOpaMXH81q
vBDjVK/Xg3JkHEPxrc2HYxAKAhHw4Q81Jnf9XFRJxoE96/i2YE54LYIQxVeQIWA14DRYUIo+Xo5Z
NiSPjCHdF1xXMDykYy3Pk+vb5dz1/NUEZjT1gxd2hkyzXutHR9XJv3hrmBLgWlN1hIIPHwdG3y94
gi7Ksc+gsCESnMDQXtskzaMSCcSlCEGYHEGu9X91UG6Y8dGHQIwu2tZ7pky0L+MG+6HbkSSRvlfG
JTSWdK/IFTKF63BZmXKEN8ygrkYLfqDolvuaPp2JSbSBpzko3FRIwGDyX3oMSdFuWoLxp1g5xm7l
5Jf+vvAaz+z1dZNklZUzg3Uhqsd5tO3wVtUI/u4cGvjervLSLUdFs51jUOXxi3V2/IalbYOHqSls
u7ec2NHBYXK92zoo1J23ONtdNVob5nassigvwffnO2KjhtcyiugS40nmCELVw/GH1lA/dFtMVWnb
T2uTm2Vtf8ftHNU33GfR91LM1cNKvM5bhuS75qqMkL+jlKjfSfk3xS50QVyRMrnpExh/ON2XMRdP
rofyKv6YY/OzVSGQ/OIEYjs3flnfr66skElB4wNsDCNKiBR10A1DelDuSw8GZL/Gon1bDBXYx7L1
B/dRloaTh11y+FGrlY/tUDg8korTfodUsj56E+UscIcgsb9WRbQ+iUF0OSOQL9aHbtmW4W/UbfaR
MiKTnhjuC+8wFZPJEDE62e9N1xELIfH/oEroiry/SYBY8FCboDtdGzPwsLVByei3ZFm54yhaxlsZ
CDvBHhB7tzNxFTxqJ5r/cO0uK/UxQWcP/uR1v4TcKE7PRuI+zypzrbihVWuE7Ozb7MHTcxzu1iKF
VSYmrPHPIpvUO7t3CxttK/HIIdAn+xK177deE/kVGAEYfwXHfoVtX77JoguSnQAz4mcm2eeaFFan
xyKlbeKQbK54b9yyIzdyEqj6vKopxDW8hwNV2LF/gfrI8mKhOBgp6RgAPo3IWhkf0vKzoSZ9PNRp
pt+KquBQQCwQPaGOxY/u8fM9tyMN0xwVQrb5PPTheD+3jvgCYKV0162qjojRTHPMxqIeb4Jws+vO
dtUyHwnQs/+B6mHzHCe6SHazhNs+EJi2xCTXxNlw3UUS96Wem87fE4jtlWSoO+3DltXB54zhwr8x
qbfcsLT53GncKubkh1uwPdeAX39kulpnp+eErYI1U8THajbJx0ZotHyw1eYLNthGfUWrk8wHG/OV
cMZWG1tJNRJZlKzJBPBTNnI+yxlXLiKKQFzAoqU6Ki+Wt3GA9Bg6vOFKbdYVlH/bGv+PY8PMOYmm
Efw4We/fS0Bmh6d0GfSejpaA/8/q+5/rGDTxCYX/cvZZAq7r/tA/pYvjl4cxingyU0yiX2TIAYsu
IlCIyJvypRoSIXb9PEd/25hmtl07q+jda5X3WtWOcWg+jQn8WTKqZVHaMXocnXaKvhIzNX+ryjMf
5GhgU487vl7mNGcDwZKZyeco2f4ZVCbzyY97h61NzcFdg2jws5K26I8LNE6CsOPKOEPKzVgdKdDW
SL2Z2ioV6pVIAyEYi5VubqciWdRuGH35HhaBt+4WEmac09Ze2X5qgMxziywK7qRImg/EO2GHEMHj
i/KrOIItZo94op9TUOVaZcsf40pOGwclwF3hIrE8LuuSLjlYrfgq6tlFRutEHlFUQdOir5OQ7gyP
JE1pUREHAEbafraepuhGTV5D9VDYkUIzXrN2zgCkI6e8N/qghlI8FzzWqMsrB6BiHFSKmiWM1Ybb
JfDP5ey56tx7kX2MoTTkDvGeJRsL/aHMSZ8ZhmvkSGJyEa2QLm4I8PqU1IXzglIKPYYYJ/luDByd
yg1b6w1pCrVCWrVUqJ4nl3m3ZFSEOHJ0eCLSOlz305BkPX+hiKmulpxjeYeKeMrLodBHwP8BwjBb
y5BdwgjzOyOX6q8Mi+Q/pEDJbTBEAMnewlyPRKeKs32azeV0EIH1/VPCd/BGuLQh+MIAKM1E6EwP
lG7Vf5feKd0HdBiRuRk728yPpafTZ/jOTu20GfwnuZBQdmM6r/2tUH2jtgpdGuRaZ5kfaDGMl7ye
g+oOfcnUUwDfOh8whCXCY5TqO1/H3BT+0jbPnXaS74UM3exvFsBOHyWy8xA+c5H3KOYBH/UcZj+d
SYGVAkRlhwGTKSUgft0R7mWm0DnXiFM3BKzrpm6iqbD21I5e2+6HQAbhHWRI8TSnUP9HOygNDB+I
wj3aUULuO31f02AQVMBBbK2vLgLY5shiER+HtXQtIR2hwCuy6dQgVpshFmtIN3WwKSqQF9PP9kuM
nXmc41To41wQW7C38dAXeAtd2PQ6CkOQAOMEAw5cP7oVC6q/3B2zjsj/htPngzD1evgm2Z17bm17
6ew3FG31fZCuqn+J2mqxuasZFlDum9rL59rO+7hnyc3pw6m8PJ5gtI+zRHJx1IWXwMToqHkQ6bXd
Ez2ce6Q3xccIMU/rrVCGo74pDaqwoWvFT4V5OmboBp655bkIDmpRnIUQsNrf04fNFU7+e7PmaxL1
34uf4j4qumUIdzH2dkCf1Mwlt0Zf9+/e5APrsKjCLi5XswFa8n5qUcQylJ0LGq9fBN279d0QVrNi
ppbLLfIW/bESpn67NpRaAVhVHGtuj0kSSmpdrLcPgyX1Do7OkvA+nRdXnSZvXtRZd5W77tXEJAzS
BBCce3QjcWFjpzv3ETpuLMdBjSar8+pvlqIQm9HgLePBq5C9oMUv6VlFZFneRo0DJ1QmpeRJSAN7
3yqy3Q5o0NTBreKuY91NkUyHjR2+wnGd0Qv0TXKH+C6mkXzhFzE+j1ogvxyaUN+jso5lLpy1jHPk
okPxmBqPxJK2WMPsqczoujnUM60E94lhDdpR4ZEx9jeiVUwaZJDvSxuziNZIlu5gmrvuxPI6P0dz
iCpNhLivc69I/eHCiTVObGld91+agGkhuJ8mzvAtS9UuQsNUHCOqjZCcNG7nXWaAiSNTB4eIoQrs
baia+idJoMgOVKbx3ib9OH86IOwBByG7Xo72Uqx4E8D4TpTTEXVVe6Z596tyKY9tHbgeAYzcqwen
1BGcdG8WLhklKIaPpU4/NkQTzOJZXAJ8SIusf0EywCrROQ9UzLYOaFkxQ/2XqUvWhCnaaLdEq3kk
DkLbA1b1atht27zCDZhJNfcK3ggbZObLbl9v1MLmG9+75ZWuV7uHd0WGMTmxczIcaOY4LoFfHsst
vMoL7FI8hNZogGlHl0XeYxb9JSM1PC/dMLExqqmsdqip0wi2EpNMHrV1ZXdBPbfbZeFBBsdt1+Iz
4n/5FAQIpNuRAJqD4ouALEzMGh2HJhn0TQBIcg+INRM2Gl6jGHxujcdh2Wp5TEudkOS/Vhb7DZrH
gaBf15X7q8MfxpQD85vs1yI4xHpaajKdfckmPlv6ctKO0tm8Cjsks1nIeYC0sC/Yrg1SqB75zUwk
TStfHVMlw2UuIvdO+XMKqubhZxxROwIbRF0Q37oJTix8DYt8oa59hFxL1Hhra5PwPgNQfdNX08VH
sGf+XVFzn+7AJabXiZGjyIMpqx7BEqL0UNkoqB+TSM+viwpc+0sGpfAvEwWU2bcysb00YzA48PRF
6f6skGTDgxpIzNqvnRsSfu8h1D4Vvq1PPkp9+Z9HU1X8z9Wu7SibqElOlf7oURae9u4TrQhgdHob
o9dtCNr2I2ZDHkBiq+H6qG/XR0avLai7M6QnPmWwnnFBzDdN0Ir4HAeNj7Q22dqDBxhmDzh2W9gb
ttbqwelnWLWKAOj5UIDXfQqhOFYcZPX/lAjdHyII0R0R3Bs/FviXQNlXgY1RgjJlp3kB0d7NFU4O
GNpmRjzuyvAXwJk3HHSiOwsDa6KfbNJYSRBLopn2kEF/TVq7v4thyOL7oTHb/GvhjvvkBtmyfRgT
Y7dDyCEQ26Nv+8YVA0I7LNFQPRiWVXGQXt+sO9q+nZRfS72cQw1ThBiqrOO96nsgDzVq93UooTdP
fBj0j+wq+leDEHjcA+T648GnjUke2AGa/0Y8i/KfExfqp1aIN05yTALyWCkMfokqiDY5bKz+AYhJ
NMEyl+uHy2NNNXFFhfMuy7btUSLuXW94u3v9UdkE/Va+mM78BiHpsVjAjVt203CiizBO1um9mYUv
XyYdEaw/RzGK+nDL2j9FG3p3wbCADtUJM+u+TVMwPbEAJHur6623CA+bbSe3Zn6ZEoXLg2tzuVGh
UST0Oy3CSMhC3tWB0EdJgUTD2TPMU/xUxo1FwO6I9H4Muim9PjATJI8bb7LeiWDIys9WrkLmTI80
PEPceDv0jPw2yIsStxVCwuEymaRHwT7G7AJFqhhBKcsamJB1uy57J8SekqezN6wMKwFjBR/Cf7IQ
S9PJVK594+UazFnKSbonwZ13hiRDQzX1k39P6Km3fhuYg+LAl4w8NCTAGpnTPOu7rCb3ZO8lrEIX
i80wROxDw21uO+sjFJPetv2ZQloIH32xquJkIOjCO23b9NhILONHn+DUnwXn+j0oExJsC/hziOSV
5OHrdeGLk+X/R7E0JTBzN/+b3HR7rwcErLk3zNVrSCYW+WnNODw6a7h2JxU3IH/KWVpieiMBPBds
vOi0eCMV2FND39ldTaKf+lbJ2AM/en3xD3ylxlni96Y+9iN2kV1d8ZAx3NTis2xc+DPG1SXbtWoD
apEJkPNOdGhVbpYViGhuRwBaS5Y3DIMGkmcllG1zltBYwdPgLNsj1gqcZcsUr7cN6zlXsjuVCVp7
t5zyDas1g1rYYqSsABLjB2uwduyn2dSXtPfdFzQRttl73M7JvdGD6i8rFZbYykIeyQOrlX1kHJV1
LisgY3ZqnIjAvgQgI9/KgnmP6tYN9wS7Jf6+noR5SyXT8o1Xl+xIweIUt5r78uIG8fxLjwV0XBCj
sTmyXaM9m1JOimPh+O6vZWA6y1vZz69R0cgn/PBAJ8oUzZczmeLNBT0Gglsnonz7fhA/wHosUvVE
Jsm7y0zw1w0AVkHtGOJhW5v1qd9Ww0NfY4k5pa5y433N3fQM4hKBbM94eE9pWkTvayCV857JoGAS
bpP0V9fp7bNjZERgsVUMXCayV0OXInnZMS6qwsFrx4eGB7U5JAL7IyvZEld3QowrdBGfCTyCxtIb
AJLIPYZz6s7vTdQm4uI2k7j+ftoSo0hpA2ZXhjr4kGvMW9wn1Ss4ZFGdCZcovzDFuBYITg1Qh5Gq
2yNnhFKPqnWjB+pzKqSjnV3f2lo5n/xq1LpDIde+k41DYHQXiOQ/Q1nyv25wmeznQAfRftrSofmZ
1SSj6wnqLx18sXbfB9+00Q2K5k29Qr1HgpNnSoFtJDlWPwNvJiRdEfdMvrL0GNRq198RWWbQYq0O
jfEmJW6+SExgX1DdBjfzQJgj4XKICs5Kaac/+yMYPIMrjqojAEKFTnxBLASLKjPI6CH8ntyg4Z4h
VovYt3KZnshHwuEp8aa/jZXr/g1Gsd6MwqvBMykN5ARqN/uE7Vc/o1QTHYgGYTPPYRn271XnOx9z
2wzBbmbuePRG1ynOenSce+SdxfTuq3pj0HIac6b3HvzaaY18YUoMen59wvg5Lm/3llKeBEVuxhOU
+wBP5AZE1j0n7Zx0p6ASa38K197Yg5AzytBUT5F8yigqrb6CLhuyRzABa+4HHILNXtv4lDmEekyz
/zvE5fUKo+OOFy6qNTqVhetX5xE7Q3flufx/9GsUwKdaTs8gY3V5Rs9YPdYre+0TuENa5tUWL/9R
AcDxVGJZt05OlF81H8PKSzogOlVtu7FIuKGVwhO202EVJqfVgjGdozZK9KFZg/DUTrSlH0uRiv6L
jPmoJE1LDtDNEtkY0BYowH5eUxzeiBvYDvfr0pX1pdFz/x9Ht3jbgskxB6+RsFQ6GHHHSMqT/zlM
4beI5dfltktYeHdhtSTlYfa24LD4Oqr3fZvK9Lh5NZl/VNqSH1/zvVKgwg0cRWtrYHhbD5OrV3jB
RYZj9Qv5SFrvVptCEzIAFf2bszrqG6cGzI8GEyUdYJ11gD1kcGjU7LruthG95x2TiVrD0zLi0/4g
u3uZYMGAr6HtuypmiI9CBuVmRRnUhhmPOlLQvwLg3LKtqxppOYZlkHHfQZeIswA1bu/5fJTBptWR
xgIdIbo2mQAmc3FnMY7On3CKze+AS8DjAWOXRn8sxTHqLeXEiAOSNxiI8sFixSlz1fRhd0ojje7W
xFsA653q8M5jMv/nq2T1jlsKtZD35MX8Hdnsywu8XP2fX0UIEoUx5ptDRFvk9YyhR8xx3Z/Kq5IU
dwuHTo6zzR/ydcMMu29YCfHvRKqAUw6z5DcW2RZTKtVbHiRS230nCX7pAag12UkGvttCTCmtaEM4
/GUUQD7WLWGUEXWhOnWhem98UfTV81LSfBMBUdbdPzO76Vc4Y3QgJQk+1xdUe+WZE3Iz6nHU6WlY
XdSsIlb2G0Zb9md0c/ED3vNqfdwmVCdn9ni4RdLot3kfuJP7g9sMXAyLgrhpXRwkaCC9ptnZMrDe
AfcqjsxkitNbD+CtOTYbCWGXoA6Q94Ve6v+nNy/5NQ96foCiBR1XqTLvE+9xy1set7dYYNC5qRlv
lGwD6Ap3ravHZQxC97iOIuQoEQMi+xJd940TcePs6QsbHs1o9HdaeeG/Vff17bZiBYApCzvIPKyO
/+h2C94C9lKIUrqPnGOVTO7LVhsARj9QW7s3M3HgSBUFuhs+ILstaontibd6+IvYkV6AUTHOn2tP
x2cGAEIUVOfgQXJGhQSxQRqyL/vAj74y1ijSy0Wk/F2osnI9B9Pmm8vS1OpGRW5V7oSjkvAM7d21
O0EmIdERnbuNnxE1Gd4FJTmUO8kGLboltHIjKhAe/HxJlL0jYsqkN9bz1HhvUB8/l2if2JzGsZpP
SHP78JC6ZPflUpr1Pliu6IsnlyyhECUM+UucRNW/KyJMilNVWDc+l7FMxn041RghwkJmt6XjXLG2
IpaPEW2K/7noR1z+8yq5dctU/GYTyDaCUYsmvpDbpppb3QBkv3hV71QXtQ3Vti8Q86NtVcoDHcLh
kkip66ehXqSXg9B0v9ssg3EKlYJAXDz6Bw+T8Ey5r5t0fsD6iUmRtTIUuY4Xe4ezEto9YfDwc+23
M2rUOSG8cqzbkDYRz9bUQW5Ulu70OJs7vxirHz+dwu4rKa33x0IJKbl3275QBxxH5UMKstWclm7N
EPTRjJDtJg7qR3QYgf+X96ktbtuy8x84J0sO5y5apruOAwEbY8PP5901oGrBTU0elbxE0IGPSzmZ
PwlCpB+XXfJlIoQxPNhNjp/pWAlzKMNJLS8Krfe+xGyLY7+nczHCU4ASJuzs2e3aBcJTDOWh8otO
7BPE1OIYFGHaXoBbVU/tdsbpy+cfLOPWUr/P2ehOj01dyduEZ2eFsurBGgpDH8ZpBv8lPKqpm52H
mB4nHvnwH95y1TwiQs/eVYp7N4+XpP8tTBle6WdJ81gXU4O3y+qU9I0wqsWfTsHGIJwA9qRoA6Zi
z6ViXzsZ835VEhNm7nCuDZdCFuYzYl59El7TMT2E/vKDZT9L3pGIOWdXjfWfdJjYvetATTmclW/3
V4FysC+1+B9nZ7YbN5Nt6Vc5ONdFdHAKBg+6+yLnTKUmy7Js3xC2ZXGegjOfvj9W3/xKCxJchUL9
QFXBNJlkxI691/qW3e8CJ47KDWHN4iu6pvIH9OLmih+/ZvOLEu9TXsUiuLKIPLiCXjLax1DB5d6h
j8XzCBao+wQXGbAozjxsJxXYkOCKgxLCGi9nrL8qbfKdWXk7Rs7Sq9x5ZQWjs9chKhRWO4FduEKh
/oW+UdOfQ6R42U6SK9rvYCEUL1Tqrr0uA98SbEtW0W9wNijnoDny4JZr6jKB+WSgVnHUyAHYyaUU
Jy/KsdP6C/Ug9VubkW2Rlfc5Y0caQmai0PGPgTtfFwmFM1VMJ+1jUVt+Sa1ipcFucmlPbAfPtHYR
rWpOwwwdUMMFeb1OsfaS1Jm2E47OyTKOw0BZsh1a5lErQVcECcFURqAl+gH/vQkkSV+1/aIAtyz2
GPDSjYd+KsD3hSAzuZ1dl+GVnYwa+MzQE5eW5w6+o4BZwWosBndxTLj+t2Foss9BU0z5KZuK6bZJ
g+6G6pfppO1YEzrJxqnPAUJR7NRG0FB620Z3azVaWNtOuv1VU5T+/MWFA3vjibaKOPBbSKUpYTVt
tllhGudD+DR6MJB2hpyhBPNUlAfUhbXnlCj2+L3b5tmwM5gtssWinEu2Hv2/W/J++VTZ8JxPnJCd
4hBUrT/A36qLrzoD6DBDmmHvM9P8S20n+XUPkLnchFnQ7jh7KZxrtHaOlLdIltKyBK9PfJnauRTf
kmNtKZlTe149P1elg0yimt1608ZBcAPCpA3PNAjdKAFxLnxuq+6/GGnonioM3TxVZmb7MZucftug
GuxWJU1SOvGxZ+XP1kDMwFWX4HDrV0bsjOVTBlTlV17byMWM1hwt/Otw8IfeccdVUdqlt6OQo+RJ
AAakK/CENfOxdEKIyEQeMEfeB+KqNOXiDcLZl6CgN2x0B4vMcZ2O6MwxvVkOvdkW2OBKV+Pkbryl
+UI7xgkwzOFJn1c10qP2xpgQh9xWqSd/Vm1lI8qnLNBbRMHj8FUxAOyuxjmFVgKpGGNCBCYBP9go
DQQQbjKfZMoAplgZQ98au6qmDty0ombdLhBxrgU+/nDto1fEKsyOSAio6m9okPt8XTXV3E6neFLX
fmGO9hX6KSLFaQnUaAzjRD8HsoP4hFQ0anYu71GwbssanpBinIWRP+00Llscg9FdF1jVJ3RDPd5X
ToBqDZ7D/+UMnUqPXhn1z/k4Rded6iUYnyp3bw2SW6wfKeQj5NAR0pRVxTij2yylOkeBKMVpqPtJ
Diwrw2Ibm0J5LwX5AGzlRkX70+qa5j5PccpzsQKfmJJjDA45rp1PwWJ7pc4WTr7l5OrgRG7QYiyA
iVLco6ZAC9eLsLxZjEbHMUfbQUMlp6+R6wg/U+3HdcOBu/DiPcUSRgZbTg+yApH6fQqxfPW9r/K7
qXSiguD7SBe/B4Ne/wrPBNP8ksF0c0CQ610jYG8ZhdUWZgafZhrNn8Cf3VWOVvCecT/ljLY6SD8S
BM+T9rCLrOzJnT7TAXfudafHnzFjz28ymCv7xk6TGXwN515aMlWRs/d72YsZhtNvwdAmWLVz1zyk
/IWWXgjj3k0aYUfkBBaLr03pBRY0D0crPs2Eu+2ZkVW5z2S0LV1U+lRHzGuhIa8T8BjMIehfbM2Q
KKEIlW67wyokTuEszbjcs2bo6MRSItx1hGpZbi2Eg+yVwp5/IiLq5w2hy0qd0pTG49px9Ahthiyp
bWqlYT2ukN/YDzKrI31SRdD9KJl3YH6CofJlsbDGYBPi8YYVkSrLi9mSdzrKaTbrhjM6ZA2EFVvk
VVH+PTIq1txOJNo/Js1g3kcTPJGDyXcTrsIp7W+Mzp+6tQ9mgaOF21DvN7Xu+jWnebyiTAIGvJom
MGLE/WXx24zADa5yP3XbrV0QXQXkO8QIxp0ENL0sGZ5bVF7fPMYYjALiCCa503qRD0VlpF+RpMl4
VxIj8GTk09x8bm3eEN5SvnhkoFXePXJsT7onT6JFx/M6t48GZJ4nGjyLT7+OyrsgTLkb5qLdGQpH
TZIOyWXVyi9a98GPcngDQ5zM7Aoc6RFA4jRQaz8R6tY3W43Ze0Te2zMtiMvm7Hi2Qpphhu0dGCOp
dyYjsSfSKOUPHrftHpxgFhzTG4yqO6HTUR7Q1CYn4u2Ccm03rkmrjJYAKKgWee96JmKeiTeHXXXt
ZyOH4L5U/LGTlJO6qstpOJdhWDenIQ485mYqmJ01rSNFQ4R+A55X/hsaQwzlyx3Cf2xBPflT8RrP
R4dtKxXzsKFuBdMRTRZf29SHgbNJmwhFbqdDZv40UClUq5zIIarJsDe3IwagPfKKWm5ZNFGwQmtM
xAZHpZWv5sLBPW6XlrivmwDrNUtkucXsGkEf6hAlrONmni2MQyrRh2GQrC9JVobJr5wTVbvybdJm
V/00VN+IH/bLA2I+R65EW4efY4aLjz2Gd4aVrt+62zAu9A8aVDwvFaXNtyYTgpkQLhJvhXFIn5nD
Mwto9QR6y7LHSO0xE9a/0g5sNeAONYHhiQuMHgHW0GnXlf1wPzs8zJUokOjCN8nTBwgyhGBAb8eB
Fkh+hlMW9NaQsa6JhXAMby5DiGS4J4UduDrFmQduoKCGb/ac1ZOHqWF5X4eI1lr+ABrIWwhX6bDL
CgArKxWDf9vYkR88dLlIzFuzzOWR8X8Xr2HqhDsgzGl2mIqoja9Q2bGhNUhXxcmHkFeumJe1GDJ8
0IGokOSeGaTWZxOkmrlWui8/N4PjfzZxTTs7zYezuNxLY99VcR3ueT2XVb4zNKt0V6W7qs875EKj
5T01MkdX2IwGiiXyAODPdZazH+oOgUYWW7na92XTyc2Ah3S3DGkxtuA3XfqSDg1QHI2i2o3toD4Z
ukTlETtFm218xPnfJlhd3iZDHPwJ6bk5bomYCzqOYR6AwK6y3Bz4SYRoedQaE4/BfMRHVYoPi/Ir
5ng2ukgG8RONtwFu9mgV1WadrFoAbM89e+rjWM7ABVAcWfXtwLVuzBnDxBZQhhFy3aw5THikjCsa
s7Zcj9jOB7S4qXsMcKR2m6yIaJOycgz+Crvav9fgWsV3eWLR7qyZSa1MJozB1TB1hdh1QNb9hYVj
O78bz1E3qm71wPwdUg4iuaSpzBV2ZU+s48Dv7vnx+owRRlH+9AkD/lqh4PFOnh0k4gAtefIpmy2r
ONtjN0u+Ntf6jp/L+8IOn5rbDoknZ9zY9H+a2jAfoAFw5m3Kge5GjpRX41R89utmttY56JjuNAew
z/e0rv3flayq6GjaIvRvoIQznRrsrpq3NalE4xnAhB1vKKiog/Oy10+zDpxopQ1V4lg2IhPFinKp
2VNEF/3RlHnL5+Nn+bizS1wDmyqkp7+VLgQPCHsk7zLzJ/juATQDbgsZIrfdzTQUaeW5o3M0afxW
jF8cUGsu9MRTp0JOwxMHgIG5fUNzwBKOYglBoXif1GPiMIVGFowygTBWW+FkBwXLJ7pJmBOB6rOM
8Qc0leDRlsSBHLCPWT8ZEcHkpDwbIHB2lrWd6LiZa6mapmS65eIWTvu0ZOPFGMNeLnpSqNx+wVCj
FKbg8xB4FysYwMWLg5+rPHkutdk6ydn6t7DFvIXbF2HM5LvyOerDGukeKbb4lUryG+eNM3lm8k3U
siGdnscdbMNozu9sn4TI/UgVzBtONyD/BJWzpEM5O3QQyCOYvxoZIvMDetgGgmTu0UYkl6RAeF1Y
MsBc7Al+9MHkUd9mmoHEkcKE5HROU2N6QqUjGvx/fQp11M0ihZFXQUrAhc3Qb85rdnIWi3m+8rKu
wBySz5m6wSvbFje0neU3r2YQ99mA+KK2E906Lmig44JkMVd4oewsmfcSSyodsi4O658+OsdTjltr
OqNrE/PeHjAK73uldX/LFDW47UqZ/hRF28SfUH0jVOQdnGhMYi3mFFHbYlqLrne97zaN/uSERS5O
Nk0eUlGk/IAljk4L7VfdlK1xiqxAfEkn0jwPaTcmwOBamAZ9WQ74BtIQY5BScXbFg+nv/KYs4y3b
T5n/TBpqnm1jxHO979x4ukZADn18MrX8GqXoCUe+bz7bUDcRmlcvHG+LRU5J30l9EqCo8PdadrKr
6fEPDFoYG3wqQonkAuNA2p1T3x69nTDyYj8LTkCYckUNg4Jf48o0q75ewz7z5bZPnF7teuipCPRd
gP34LJKuOA620t/gfVYMJmymVodihAW5HRoONocECsR2Svy2vPXdtvjqxnP6pKAEcgYyg+nzNCdJ
ebZG9HNbyhplATdEsLwJxzkMNq2akF1GwJf4NkLEWfSTTeZDHASZ6o/KQjeYk1YdgQqar0ZgQd2+
9MPUWfP80h4zbzjyspa6+JQZyWA8oicmjNdPCHA7e0RkBlvkxpHPpExwSDKHocgOnOFSfd0YdXMn
Rrvqt3079DHahCRytybAy68pUqx4B+qy7faMVCKybn0OXGNloe1gNJKzEc5G0m87v67Otl1WDuAY
b872TTBafMUusl3OHUbe/Wh9MH2ryjX8xXPuq/2MfjFacZ6wOE/OZm5vbZW25dPInoTIwzTafIUj
qGBmRid+xFblJDmcC6+rVmhY7fGOetCq1qU0ad+qtHRPVtJ18tjrcoiPFb8FbQK0rtUZ6ecwbGe0
S9ep6kP3dmhTP70exnhkBJ024x69aPw8GIYnSPJK+NFMa7aO9MwAO1myWD7wxnBfiqivxxsmvp7e
NUtk52k0sP4xMhhwfTNQa8OtCeAT6FXjiC9G6XZ0QmbZsv0Dp9zxJTL+NWoZK+wJbr6Y0gxCi1Rb
iAoMAjNI+m1WaN42lR8OMMmk524rGN8sCS1V186saBxBJwLCN9vG8IxGw31JS43hWuUJPmO7LKdr
jG7RM1VIlS8+93bjDyOCv2Ut33D0GZnFRmP4qdQJXV0kG/QBhRZ2wmit0L9hk8U/OWQxNgqo9/Ye
PYDojD2MFIcSuVlHMEebdQ/xUHKuayM7uE9rE1Zli+EYdANOwm1qNiTBRvlMU8NUJlEMHj1OH3iD
BVJLsWiwEeFn+BKBbVSnICy7L3Mxzw9QMwAuUI3/RggBE2eK4zDFHZUCavYxRHwWae0u6oUJ9Z/k
xbpv7Cg5xIYM7zgxMXGSLSb5U+Y2HJEWuFi5hgIGMsHRppGsVNub3rFqU/3c1QN2SEtjoacXVeNT
UjQepoPAeVB9qbLJNXdLYNgPNx3b7lTw2e5xJgft1dgW6Qt9xUagJiMHzUWX0a6YuFfTi9/jjKKT
h6qXTxc87aZXuV1vYc+V/krbQb73E2iUaxz1dXYCNZmZTPlmi0atiysBmUyV3oAkC7MbgDSswmWf
UuBKmx7vps44LS7n1z44KcEkcSus2Su3QvsAat0Cz9zKgR2LFhMne3tT8pF9d7TfPtdeGZyB/AgU
zEOLAKSpaqJXypZDDWW9TOftTCDJPdBntE7az6p75BDMtBt+4UMD8WvYxvx6J3SMGXUBrzBtC6DU
xH0ElZlujdSWL2Xja3NdQN6Ojk48WjRqKmiH68DNUveKXa4L97CHnGiPY5KfgP9nf1BJkbEpubbX
nAPkzw1z+IlccQ6+6imiPNGHUMCsNovC+O2KIJ0Pc9HF1m5M4KYuzpn8HnUrHVlnMNofAhqQjS6j
nV/yHJreNagWbe+iXrS/wNdHvznKjDcxWsZ7Zyix+BWZWX1JlWk/st75N3GXt199PJHdNjR8hR0+
d3BmDdZTSA35xZ3nYViFMA9aTmhzYmzpkhfHFBkTEriY/OKVFlPbbFKOGDjYlULh31YdDObACdzb
DEm9weqZdL84KjOuzIbY/BEjyvzed7b3TVT9kmmeADbinB26D5nVoYQq7Qzn6JTK4QoWlrTXGT2J
UnxjBpYHx7IM1bDN6Xg56wSjst7R4DIe5iCev1tCa70hqtr9RrOc15yQIg5JYGb13QSzAFwBcBZm
3eiPbp2QdviK+sWiSirMRWuGAHPlt2E5bH1DZjTNGP5sGh2TtWzxOiqkqdbw25mS7I5w3wBFM7sX
VKrAaVDKBUQvr11vGJMzyE3x2PaUBEYPO3iNxYKupVAM1gbXK4x14Nu+vFGzbwLXbFzxTeJpuEeu
E0XrFP0pgaQFefJwr4LuwAgEy35RG+qJKFXP3BiUfzv6mHCHuqwHLELo0xjtCjY7hAKI79Y4oXSy
xf9FC9PNIa59Qlov8MVBDsFpVnWMqsdl9lAw1cVWkeElGmbLbPcROoLF/d9kHLdihr6rxmUYCCUM
tdgJSiFU6iwb6tvGS4A7oMcxrH1mjkQtBfQebZTglcy/dBJMFvplrn1PBpL4jMGev9FUw8YNY2A5
TOoGszpRRpVnRO8mMI1xqH5P0hBni/YMXXwm4td2alXdTk0+KuqUD9Y+0yGcE2Y/lc+Ca7NZ35gT
GontnMdGvquyTj1xLCCrTWioiismSWyj8TRD6qsT3QKGofgbdrmaqbgDW5V6GSaH8cYdcC9snMRa
5rqGGzxOcspe2oIC/cU1KfV2AEfN7iqvgdmsYPnl5qavA4WzJplLuS0KbonxAl2TVRQ77uMQVSWj
BmXR1k/qGLs4A6DqeZJzPgJhTJthE2Ns7VeQx2qXRHpL/s4R9V3pqREvi5IoXJk9xwFWHxoPqw6I
4OIvQp4P+XXyH8w87NO7wVBddBU3lcS0h2iSz1FjcK3LMsECpcN2nxMDCzfU8TOOnsY8/4zp5gC6
K7W5K0PZOnRzlIMgsCVu4zqoYeasyHFvssPguTSz8J4JvQpaw32IA1U9txICMrgWf7hNfR2Ea9du
WGGDmO9350ZoE3aZdid3NdlVeQNUl4G9AYsFTOwonmRjNz9bmONIaCwq0L2SvfidkGWU3bDRljcY
l4jubgJhdltDBwJldIYZkRsIE1qfoatOamiTz6BOmEqBx9OPlVO30PinpP8Vkr3NDAbcXLzqGIbu
edwq3WunFMEG3ATzDEhn6q7NZESRwMoLw652khefzxHgr9Un1jpxBnkeqIPxJkWd9yuHWtvDmYKZ
s8o4EXor6EssCEUmhgGnvcZH5zNzPUHjxvjtiZECASaPfJYN+u4m0TpYW1nATlLa2rtGeo6xBRmS
/4SgPDpYOobCo/MBC3LiNm1DJJ2JHgRSeYtaZ1Res9JWhNTCtOu0uBV5Zf0qEQRURx9GZA6cvBHP
ZHsY9noKCxuraCHbZC+Qqt8wTsvbvW8Fc7/ONIPN7USkjtgjuZtupBo77CpjaI6bPHWrHxnBAd8C
VIyPjvRHAG+j5sN6Ju5Q5HuYT12zkrkIYWa3XXcfkxgRHBKdpvERoQOlNQq79qic0gQehXb8aSxi
9aRg6lPL9P2I5iXvKwi3c/8jzm2K9rltkO5lDidP1JDu51k5Hj1NcFzYD13CVhjFtGl0axim+2j4
GR5gI3WyJe6TVncHuUAilMi1RExM52kpCUqk6A9uO7NAVhUOO+afTd/sZF+437qwktjKrdn+LGfU
hKs6CsU2YUiNTAOmhsXg2eGQyvcUuSBGMVhswJJ7mC0rfIErwYg03pqTtwwqeyi3qzBnmd1EtMK2
A1ymjpWHMf2691B83yACaeGUMQsCZi0wP1jxmmv59VZ0Q5p9DiGMBJCtycBdI5z0+y2IXUwHgUxH
PoJsbPODQJAdbuiKONnBtpHSbSurt3+C+9XxoRIRSuzIa+0zGPs+3XTI91npnY49ubQN+6upQ/k5
4IirtnZuwjZ3XWxtG9tDyLFBskO1inOxPI8SW1A+5fHPrtQGvHF01495M/XQMfBc06UIK/NrFFTZ
J9XridtH4nXtg6DQZCwT9DedaiHJ0fHpxb8UrLMTcrcyUkAU+4rWO9Rrd914anzM+278Ws8o3Q2V
pOiPm7m/0vFIq9l2BBjyFnH3Y4YIz7oaCR/AD0a9teAEsFftCWfSd2Zv8YIM6Ok+T5VdEmVYAvVA
MIRtGTjjgJgKnDj+C4mM09ihLoIn1RKQ+AB2LrS+u7KhdT4QAnYTsaL/cszQmnYygUd9beAqoWU8
+SphqS0xXINPt9Wdk0V4DzrcG/V2Juu2WyXRZE+bEP3lkd2lywCRlsimG8NxP3W527GrZWxUFd7R
bhVbtZGisZL6JPvY9zdJEXkULJBh7K03tv332ZvsL2Y0FdamYThLTldfK17rkGi7DU96oolcYKax
0RzlV5MrbEGvxQ/ab9GAbftM7TKd8C1b7U7btPZDlgSs9Qz0QYBj4y3vEH5yUmWCGz32g8dy5i8R
6RumQor+fEDrY8PJKv1qwPmo16AqJ29XMer9WkSNHIHOGOPpXzWeEg5FDJu8zGXHESWAjl7XcMv/
VUf+MNRFRhaNsnNx1gSI/LTNKKEZnAtGKH2AMQEad23/ClvMptjP0K7BJxjCT5XLYIc4l4SuX5HD
ZqAbI1pULh08wO90yDt1V+uo6K6ZaFvU86UOg89mN4p5Y8Wzc8RjFOfYbOqoWP3LH2DUF9R5G4Q1
yRXjBR9UOK96uvuXWdG4qOgTbiIvkM+M7NrHwk7ipZhCgyVwJD/9a54xMYrexvUrGyugxBUoFQ2k
rbREqlzu/oVpsvWFF2TbUlqRvRZspCeREsNzSBAwTx8EQy3BT69ScaVnLdlq/CmeAFCxpA79Ixyr
QeOYiqpeIrgs5ymjZ+3sxqEd7cPYhdm5GzQ9HBwHN1OQTsfWaZOr//6v//V///ev8X/C3+Xd/7/U
fxVdflfGNMH+z3+/kUxlOYzBKe4dR/jmRfLhQI3jsd7xFyigyk+B9LaxAuzWOovEOm3V9v3rvRWj
BDDPQd+IAsVXF9GAYTJpkoM4VxkWE1dYjC9G1+obTiDj6f0r/fFoWTUQoDvC5lTk8nhfP9ohicIS
shYxtNqIr4a5s/ZsrcPaMciHcHP7h5YDhHNdRFeN2/16/+LLbbz6XZnKcUnTc4iHlYyqX1+8jvow
xY1PhkShk2MlYnIsAXbsmrDFJ+j0ESSeNPvbZ/vvi3LXQqCts/yL33KeqqGN3FxCqeqqL8KGjF1U
tXELDz/+26xFbsx3HVvZUH7IM7v4GZmgjS0BB3jNqqrZFZ5fbDCstpsxsLMP0rD+eGM8x6TRYrr8
03WluAj9cgKrr4Dgg5z05IP2k+x6tOsXJ+/zm/d/s7cuxCnTIa/eZKoqLkLaMlO6gehhBkDLJeS1
GNNbizV2x2Acj+b71/rjs+NmHEU4pE/wnsKw+/r9wGdL8EruO2sP5ihE6ckC5VsyxUAwvCIRo9+8
f70/8sSW6/nLz8UqY2Gbe329pGpDcGdcTyPM30N+NLZON+cfpDi+cVfkfVo+kwtB08O5+KnyOpzZ
2xXlJ/Fk66BM/B22Ufi4rQCBYg/y4f27euMXszwPhy+pMIyJLj9xk7CXORfI8TLREVbvSia8NZAi
Z1Dzl/cv9catYbS0XN53j2foXPxg/dI0yGPyJmZCWB6TqmMK4VXOC0pRerBlHn2wLr9xawSlo/Wj
ccAHZi3/+z82BoNAALZL9HUGSN7DHJbU5+iq1uzlHwU0vnUpUqy5nCfZZS4/MEgH7eJhADsDDfTg
9xVfQMdMARtb97exhB7pvgIe7fJvnzf/9V1ZASYV7ETLt0zKm2HF4oiE96yNxPlggXrr92LNYC1E
dcvqf/F7VRbywzHiVjTiBsy6HL2HcEz2kTvAXZvrZPf++/HmQ2SU6kjp+jzKi7WXsI8h631exYJ0
5P042OHGITps3zbJy39wJcu3AY4o4bF1v36GWP0Jz/Gwh6eaWf3chcFWl+TZJ2Oo/5ObsnFWCh6h
dO2LS4UU+I4Zj6xSgwUtD17A0Q1wYCwi1g9SJM1lO369Y/JqQPdk2oZskbDb17eFrBwpTgBZGCRO
YaFUh++l67lqaVKiIFok3NXLoDVKvtYyGJDMCJVPk29zCP4PHrASyndMpWx1Ge1ecqDHUwfzwQqM
em2YkNhpZuqDUEPywbL87z/r8q6ZODMREAyGrX8/lX985tNgaq+owPlyCvOeDM1wZ9WOJBxVCNBu
RZSld7HWzhVzs+ZMMp64ZeOdt0zh1RGVjvd7Sqv+NzrtguhEpowbBv/pIYlNdVCAI6MPtq3l+3zv
r3vxIxkGCtZUKnudMs8Ii4jhbDASg0DexRZ0u1jnExlrE6L7Dy787zr0vStbr18PKCl4Xgau3ABy
RAsBZS5Xt5LG2ro2ZX/lL2oBGgcvgbb1WcR5dKi74IO/xVsfOVsAv5dcli91sSjjJnISG+EP1j84
k0EMb7xB/38EGF5/cKnl0/rjfoEp8J2jEJby4tOjDZN0ePmcddB+d5Fv7hnaFEx8YcpWAIXef+Pf
upi9xI0iAsEPYV1UPn6Vts7CwmUiWYTmujSd6mx4id67w0gWXelgQ/vg/sy3rqnoHlCXWByCLpOO
fUzX1BKZu/a8OEdHNxmICz2zPFrdlB8nQr/QqVhyBzpwuEN01N5O9sCxaE5J3aNTKVeGG/rbCVV4
vcFVI3Y1HfX9+w9m2SUufgWsxiY8FUUTkN3k9VtXLL9BCVML1Rx2S1UjzXeYz23fv8obrxU7lE9t
y15lCXHxbgfzyHQWGMK6mQSMXQdiiudaKxz50+79K/15JiINhScuMDY7yF4vXuBssHvUeJSBjJD0
cY6K4FgxAlrTX1nmFLLY940ZAYf0jTNRIvrvV1Zqa9sSRG2zSvyR0D7iB42HyF37Rmnct1LguBBT
VZ4xYmdf37/VN94vl/Rjh0MDb5d5ebJGQYkzuOZaFqrhQ1Um3XpR6ZPFMtfYzYhB++DZvvErSjZJ
fkKTmpSR3+t3hUAd6J4ufX/kuPOpT4MJyCiYYG0p/4NLLX/UxWvJpXzTosLhEH2Z7kxiT0NIUMC+
nHnMicqwy8iwQUR2ALgutoMjrGtSsowPlok371BZSrpoclzXXL6Wf25WQF0ScE0g0jBl7GiAojKp
wDlg/SgP7/96b94h53bYo1J58EdfX0oawOUxnVLvzoF4GCONyToZRmNHK90+YLhMfcR6fW19sCy9
eYs+PpRl9zc9dXGLrt2arIa8NSIM23prgBq7BnpCbnCM6/zvjy88Sn5HqaRlUxG/vsmWgxSMOJ4n
0BWJHImyxyPPe6srNKDvP8+37ovlS/mW49ieZ1/cVwpcu0Sk7K7xornEDsEkNjKiazsUih+8JW9t
1ctnwGGCFg820IvbwsYvZNdxWz1cinBdqbJ3ERR45QHcvgHZOAJEnA1+MXBum4bfWtf9kYQffZo7
k2L97+9csqsxZmdlxYzz+iE3GVlR3gA9kyxe79DhmNqNfvPYDfhl/4Mr+T6ULERAbBnLivSPz4PT
HMGl/A2oGy1iBnCOAUCyEMcSkffBM37r8/CW8xoxa0yI1cWO0YwaHVeD8KJCE3yE0sg8jkyrjWbC
cwInbRxxLaoPvsk3VlTqEWpU9mU2EMt+fX9k1ELfAKeN7DgLMeFOSGYiaX6bnPxQzX7wwQn4zXtk
uOQ5FFtQLi9+uBIjhLImkE5BXHb3Xuwka5J55gOwjfSMgZAgCgiGf39sZAG3F/2VSYEnL+5xBkyH
CA+ge4ag1dyWo5MjJmw968bn2j/dOIq/vf/WvHWbylO8m7yhkiXv9VOtHSslqYynWrvN9DjO4MfV
YKttac3GlyFS2blJnej5/Yu+tRzQdYYz6nO8c9yL5UDowqudAYgCfplxU07GtJaZgYuAufL+ry9F
H5QeDV3CpSl08UQJ317saEwWcAabm4ju5ZmGc7rL6qD/YFt8465oouOFEh5HSAqd14+SGD20KH3D
o5TNN4zD7VonmdzNMVzEv78p9l6hKKLozoiLH20UQdCklclNUaeeKrcHju8wUFgcYSR3vn+xN4q2
pWiyJKY6eifuxXqqvLpIE6i3yGO0f+CDKfdybOS6imyAVLP0Hu0eiUPFnkg+gpf+fP/yb7ygnick
OhRmaZL2zeunqnTRuaFn89kLd3hQSBHxH5o/m7EDXVWWxFBPhfFBK/ata5KCSuuc5petLpfSDiWj
F6VMHtUc4lPKS+93KZpwHaMIAHKyBFcimPz0/o2+sb6xeIOIsW1bCM4Wr28UMjJMf5Td61F1i7fD
muB+pOUOXCTcEw6ZH/yub7U82B15UZXt8jF6F6u4nw0T09QGsfcoiy8eLLCfy1rPf2AAxWmlwbeb
0RhheJqxiCAACz/ntCblX+8mrid9SgsbyYg0L+s6rB8gnmI6qEIa1j2ZitkLswqyUbErXIFTcL3V
hB3H+eAj+vN5u7xYHGXYlLmwt3zO/9gvJfjhWJG5RLwhgWRpseBOCKA84n75zYsYf3CXb17OVMvw
yTd9ds/Xl4NoaGJ0QhcFxz24MTkFnXVmneFiIUUit7Py/v7+lidKDBhGeZN7fH1BJRdocTk0mIUM
ppdqyM2HIZbdKXGDgWjNsv3gDpeF4PWxgB64yTU9NhTq14sd08ytnjgo0qrpmuWb2K6AedKUXBG9
Pm6iyAiOAPvTUyDDj1rIb1zZZ+i0nHo42HHien2rtG9Lhkx8r+R+oIrSI0GEKfWPZ1bVs4zq+jlp
GzIG8CV98BH9ueYza2DfVJwT6KBdHoUcEESTZuuEuou/hjG1d9S2ss4AgcoPBopvvED0d02bbh2N
XlbDi5sMrKSKHAc5RAXcUY/TvMWOjT56rh7KgKDv95ejN++Mn5F+E6o8x73YY9Lci4w5RqaCK7rY
ldSTOAMCYwdjJ/vgIb51ZyaNH1/6DKWEd/GmJtaILSRfQDMznsFeG+ECrGfla7Q62u5ofFDaLRvx
6xeVIosrKZ9akgd58aKmw0RoUa5bzCK0mwwCjHYxLZAPPoc/74pDCC1lXkeWmT++v96EWdKaY7tu
mgTkDvaBDZCaagfJEyIRoTEfPEVzeQEub8tbTmiMoyxK5IuvQIsKfnJrtwik3QUQaiT7KY+cLX30
His5xpu9qBpsBVLkh7rOQZnGfrtt+9AG+zHU1wLo2uP7b9GfO6mE72fR2WMcze5x8RYh1A4x6/HT
Im73fw2LP/wAQkg+Ba2d6TulcYUNIiKt6/3rvvHwfY6ZFH38C2/HxeLue3LEu4uwwWjm7yFMZOYw
hE5PrIMsfLv3L/ZnhcSyYzK15UNxbetyGr0k5YJKJLJCoAE/kNIFfsebh0OQk6NLc807Fn6sPyeV
755dhAl/3xf2+Gi4PH8JCaT94vvJaJUKyE/dWqXJM8eh5prA9gDCbOrcv3+nf345XIlKDJcpGza3
+3oN6v4fZ+fVHDeS7fmvMtHvmAtvIu7ciEWhDJ1ESqLcC0JSs+G9x6ffX3Jmd1UoRGHZ8zTdbCmZ
icyTJ8/5mwq7vsQAi6OOOaTkKmyPEc3PjZ28MgppF89LkQ/Qm1h8vELNILujQ75Tbci8E4ZAt+gM
9vs3z0VUIcVsYMCwW87nUiBmi7r0iG6r0PmySi19KJAO2Xi1it/1/FBaKtkC/+NNR9Fskb72KJlB
bhkwegWwjFpHYN1miBEjB6KlN9cndHkLctAoo8sKqtX02JcfJ7SxqTERlAkazSnczG8wnR3V4UFR
qdnDbojamzRWYqj06LVfH3ttmiYoIuZqmLQ7F+c8cmwcz5nnTism+5ae+LwvBnQqfXDRf2NFX5EL
zutXW3YFu8LoO6tTsUcr0uKmsqE7woqPH1E/3GpMXEYvjHKZkUCzyGhLLzai7eNXpSCmsau0WfuI
/l35JVD9DNUytKHcvrUdLyvyYuN6WltL4rjGK1KhYLb8jsj3jGMa6P0uSkYq4vLwEZ+l0lMGx9g4
aJdRUoxhUgAUwAI6uudHAAE0fTQwHwcrERlPw6yh36rN9Q5rvwSEFMrGb98lNg9J4gddVuqB5+NZ
HXZCkYlna4RXH1jsEOvTqQz2HKFoIyavLaKopAhIAf1wY3Hu5nTwUUVWhaOkTEdhkDK3pJntKlFs
/o0NSUeOa0agrehVn8/KbLXMmVMsOLq2BYxRYxcA5LxwcxtewNsXkPtUMyDhIpppLGJWqfmU/2JI
mpWNoQh6/ShF10Z1mtui37hBLxaQmZBL8wjG/gvUySJJmlunacwO11fZ6K1jEAT+aZDyypPgLO2v
z+rimImhWD6TQin5rb64vyQsvmEhoYuU5FlwAiAd3ONxob9zIuT4nF6Huxrj5VFszPAiXpKxk9ti
PEQ7gctmGS9pbKc91PWdz0VALt1+xVBROaZZor5MCDd7UQoE2ONoVG89B4uRF+fAQDgnC8JRIJ51
Fctj3/QANH+ZJGSIri/tylekrecwSw1ojXwBUYp4/KgILOxKtDlvwTUj3mnh9gZMXN/Id1e+Irk7
ohH0K2HwL4OlD+gk0sZE2HamI8ZtqL/mSZDZLra5+FiQjSUfR6v5eX2CW6Mu9o7Zo1GA1siMjXUY
73n+oXMUGZA6K2D5ON4F6IkMgXP8G6NyJXDoaZ5QlD4/8kjvzW3t4H1C6op+cSQjdukFYZrf+0gI
xHA3KpRDJiQw3nrHi51DUx5dKrpoZJvnA5vtYEN2F/VSOao8VEGqHzA8+yN8GcurZGs+FrVj7ys7
SzZupYskl5HpllMI5CYEGLZY6KGUHCX3CzFlIP47KlVNdj9WUW94I5iMiulDrt7NfS499mETS1Rz
i/rX9XW/yAyBHPEGppJLDUUDereYfjHr1YRkzq5DOmOGd9KBn8fT2Pr09nFIQTWSTweg6bIPN2mI
f8fonO9qJTF+DM5U+3cTlRZl402/Nh8iLGULTh0OjYv5RO1s6amfyLsYTb69MmT46DT9Vr92JQhY
v48ifv5bpStMUHJHKETmSg94E6pWgLRjhAwdrgtvj2ygfZgLfROa/EsQK7pTVdaHKkgcs1C/hdKk
PKmdReMLqp13/RutnHyLLBdbe1P0opcQO5x0bCdPfZl6KRZbJsqWaIcP003dy/YpwHrX7fmKbz9/
JC+mSSdBQaLTXKQVshVaEi5cCpJ0Wf2LsssPPtz8biBG3EHZzz1jFuZzjoX0/PXprn1EU5S3qClQ
+l9uFdzwgjZLBrZ+Zk5HaOw4NcZQA1W0eTY+4tquJJcXWEmgPxc4Woe2Tx0YSIpQAi+OPIoqz6K0
8NZchrNMuRB0nwXl0V42ES3UUzFdxuatmy1pT7YYHduq0E8Rmggf3752oiQiIJ8Wr+RFuA4bGclT
k6EC3tAexu/FF5iJ33S00t7awBOTsogcMum7wavy/KjRsimDSWIkgBEy71cFrbLZhu/sJCgApdX8
dxaRyExNkbIgvYrz8ZIIHH9mpequwTPzBnqDflNisXJrslXyjR24duD4WsRElVyNJtf5WFgrxG1r
RljMa/VLAqXxFLUw6xLcc70WRwl36udi46IVt8rZ85n15A30WjOntLIEDpTA4IN8JOBPTivvZqVK
Ym+qhiyHc49HIyrV+f31vXLZFnkdEniQoRBX4NeeT9PA3z4fQsCEwxDo32ErQ8sNVfsQhYa5r3yI
u3tpMslGu6zHXqWMFBQZRmfreKxkpxbT5jUPAIwGzSL/BouGhVQYAYeLbfVRwrBFBqhhDkfKacOv
vGgN2E3I1vdNrW2h4y7H5uQTWvH4o5RPSel8CUopMMd+8nHyKmJIclZJr93+U3UOsJcar9LDYd9m
jbS/vvKXYYdRDYVdrAtw1vLdC72f6pa40HFd1/fWFPsPCSJ5p7ePQspvWzysuSLk5dwSe56wmBtB
1vrGDc/U6UQLfNi4nC6jNd1tAoB4WpOoLRMI3NIp042WCndRU/dOMofHwXaqozIPW8/Py2PJUALC
a5uAMS6QZoEZGVLeRED1HRTXtbxAWFyW0K7Kbf8ANFZClKDZAipdnkv6zsAxePDyEKXxcb5DOgva
d2eA5IPZGZ30CsfbGvO509jCy20iEMXXv9rleorKEg963oi0mJbrmfdJ0mBNhZZWOHc0u8eamFDw
4LjPwNdsbMTL7X8+mPhlfsuXys4Ph0EgiKy6RaPablCVCDrNk2dj8KwZhr9VaM0+w+t7I8leCT4q
sC9kF4Cii+xmEWML2WiNgJYnzfbYesDcsN9Jof41lwyMjEq0UVEvxVR2ROe0qvFBNmi6bQTAy09r
clVCsBJsE87+4gqDmRvkQYPxGmEejw+AsjejkkI0Vwr/Q5JV88a1cvlpGY/2M7QWBgS6f77aKTqP
6AQ5EyY7qvNAzXnEJy3UvEDvtgoNlx/WkgkwqqKaPIchZpwPhe7MOKOqMXhGWfdIH/ZN+xw5yLkr
XZt0EIpH4zueLPVdgEf7xqa6XFbG5qOCcdapqiwpV+mkILo6FoNnYyD+0BEE72c8XW8HTW2Ooax0
b45AIlmk/0viYwNk1M7nipnOKJnID2KTWBG4nXh0Ed7A/lSuv14/m69NzvNL2qLJpTqq6KqJdtf5
UGlYO5XkBJOHoSxajkMGnsitdQxUgfpp3eceYa1HE02e90BzJ2wAYrojrlCRxr4A2113SDPzzS8r
mK2U/ciUxS22RAGiMNXJYInRW/FlrAgR/gl32pBPf12f+8qOgtdliBSFOsBFHIRFjiGXovde7/M8
di0cyQXqp4qOCm6k34CzI6yEnGerudmErt710S+PDh4wAqXCg1yoRIjf7rdApTs+2rKJzX425OSe
xKA9ybUh34Ka1zYePivbF9ydaC2KcA/y93yoJtbIPRpl8JDpy983Wase1TxU9F3YNKhCW9rQbcSF
lVhIdZpHlgYQTrzxFrMLe/agjLaJZ+Bznu86lWRaQXznVoPBuutbBVK7NkVH6MP2u2aug8dgVrbo
n5dlD/FLiBaRDZQbftBy3ugMqkox4jykKPeTquEgE+GXnWczmoaYq6KGqUpemkL+J4HpPl3/wqvD
c6yIHVCw4aCeD6+njR8mxA1PoRCBTqVCKznp4UvbsTGiqQhGHqB1hwREiXesZL0Zc20zfVrKgh0k
XoSLb9CaRowmaT16QZ+VP0u8DI/omhru0FXdxold22GiIQ+6W6USsmS3BEpnt+o8jGioJOhsYKt8
GkaA3mjiRMjjqO3x+tKuHR7gRnRuaWUq5E7nSxtjl5noFtur6p3xE69DXmkAsO/iMtqCboivtAiQ
dIXRQyRbAuG13MltJ2MpSTfHS7RSLW7C3EaXCYs0HAquz0lE2sVA1CW4tqHAQrhdMmCtdOrLoOCC
KyrNvsMx1dj7BXpFRdfOH1sDYWx0uZyNm21lIbm3RQ1GYCrUV1zCb1EILVRrCBJE98ygHLAXw0XI
o5uKfVDdoBK2ERZeqafLObKagIxgkggOwvl3m8AdZ7k84eMM+HhQ0ETPHawA51y2DnPVK/N+8KO2
QJs5m36i2GCgP48kK6LAldCq0XPhp87lkZxaOUY3NMEJ4x0Y7XY6ZhOqHYehQ3N+Ro3jeydbWM8i
9MaHwlXGnJ8kJZB816iD3t6XU5HMP9C02iKPrn1FjUSHvMiB56AuikyDrM+J0SHnlI5d86RGxQ2K
muVHuRhugwFVRt6M/rfrG2flG8KK45UJQtagTiJ+/ts3TDqOZAgJ16szdf5loOZ3W6BW8A1p8C2M
89pQMOqhj4IlgECyGIrCUloBVtChSVfVe3Qy7ftWNvITUjLBj7fPilyLaoxJZnKRynZNCK2sY6iy
68Y7Rwg6TyGCucOAnsb1oVaiF/kkzU3Wj46Zvvhm2qzWlo9emZflZv4UWdEN9hbkXfUAGL5tt9CE
K1vkbLjFIchT8YKmSu/NuF85p9YOUGOTZ6wTXafheuppi+JLo5fy/vo8174e0pnIBvDgpBS6SCsj
JFXRIqSYO0yj/C2hNPO1koPqOU2y+fH6UOJuWRx0Ois8CnShKQGM53xPNgoyKAEdOa+aZnlPsRBX
7077C8sdLL1GSd0ViZX9VTX0JK4PvLK4DGwB0uRjKvBwzgc2YoS1er9RvKS1EOYZVOkTGKm/ik7u
342tjtPSpOQb67qyfxzKPFR2AeIT1xaTHewSSWWLMXu/trkc0Ch5yED6xW6j4tmUT7Z1uD7LlS8J
U1wWSBGaKhRiz2fZoBPmdDPCpgPiSN8UuW3eTTQ9fua6lm08KdcWlK6A+JoEbopa50NJKbSwDNUH
zypaGelQxQLv+lRGfYh2ZquqO7W27cehhCD09jlCadQ0RJnIngyx6r+Ftaii0qOROOLChyz0HlD+
9KVKJSTdUyerNxKYtQVls1KwFFkykeB8sNpS2ySil47y3zx+puncNNDGbf1g2tG0kReunQ1DXIHg
8YGKLPE2CWZ+LdYwimc5ft3gCqf0d5hAIwlKuqNQgRGRgN6WukcYoNuAx68kpQ4PD/ILSsGMvkgK
iahzXNU6lgdGKfU3k5UGJ8tHg35XTQE9wDZV9Q+Zr5mfHD3QnxMwJd7177o2feqSAi9PM5Jf5Hyp
DS21jKGpNM9MMuTb08aIx6NepMaPNKnlGwML8n0I2s9rpqDZonStTZ8SDVgnwSS9gCto6tiNhTlo
qIeFebqfLC2oUMJUq4+JA15WL/zkDiMB0yPJ6PcmKms312e/ttF40SLCIISFuELPZ5/QYK8lhIfA
b2q516Ma70alo58kFDr+RpCAGUzT1SIruEjKQyWJQwsdcy8bQsQeQ7s7ZvQybrISB5Trs1qLgAwB
5Ik3O9nk4vioQa6gexZrHu71WrAbqJi85AO4YxfPl+Gux7z57UOis8D5oawI+Bh5mvOFDIyiRDys
nolLQ//YQZPc4+KJqQ3/dvxR+giZXZ/jZSC0EblCXwK2JVF+iTlEeBzx0r6ZvVRR469AM7Dr8yXF
TWRsnjLcE100mseN6Pt6d5xfpDYFRVo2QumBasjitIyqjCN00k/IgwZy4Y39qNwNuuH/GGCTf0z9
Kbxvgwal7KnMzVObxcNDgv/xceod+c/rC3C5dZFSIm2gdQ/D7aJ/2iOBikKERLEPk4BPMl2yn/lg
J4+h3Q5vjlKglwR2iSuVl9AyfVA1esBxHc9ehwr3fsxUZx/iXrsvs8b4FNmRj/Ev2hppFEt3ZYmx
+/WZXm5nAZ4iQtBJJVdagswDGNImFTAkMVBVzJFsSNDMiwEvJDttNPyj46TFBmR/ZXfhdMFZpfJF
E9Je3HY27Oi+Vycqt1GnvDdj9BKbZspP2LfMP/FGqo6Jaj1dn+ZlJEbemcK8zS1LprmsFmNepoxd
hWZh3UTRc5qpj41vFx+IhNJJGUJESHnwezbJ8Mb6ru0kgh8AYZDXvDsXkw0yLDydMJExYkUCqR3V
4E5KQfInbRJsXOyXyHrbJnMBQoEPEDtpWUtt2q5OBwPjCw1IKP7cQ4zyfILLoF37xbsmGwc3xXDW
i9VhvLGUYPoQkXd9Qn8VZ9Q2TR7UygpO1xd+bX/RoaRAD+KKDGBxqHEdizE5IJREM9QCN0SLEtuK
nHwatpSRAzk3omTj7b32scmiKM5AigMxvSiGxQX+XvE4zF5TlsM9HkLqZ2xb0xu70bI/c6wd7wDt
WJ6S6MNGDFudLRcRcE4exRS0zyO1UqCO5VfoKfN2HG7nrMRSNlOkL6hitbd1GPhfrq/u2u7i/HKc
DEC49LnOx8vABQ9WhHklZNHuMKJWvSPrwztitIuNO0F8qEV0JkyxmnTWCVXLIm6R4cgr/DORyx3b
J9oROp+xHZ6vT2jl01GeEc8pylCkwovjUiEBONlNPOHtmY3VDgtD66bKEcrRjTI+yQoGNF4TtdiM
QueQNvbNSmAiSYPrS3rMq2qJ+xW40b6hOOXNwVxiqFVVN0Y5qO863Mruyhk99FEZi/31Ga9sGTIJ
rnWBR+LWW3xCgzzYiKJcqKk2upfrOi4cGEQf5N54tpNIPV4fbi1I0L2m1CBEDgwu3PMtU1dKiGtM
NZG/FNUBWIC1p7wIUGEwzKdS64rvCirQ3oSNyn6UIcLs61o2j9hqJp+irkTPHj1JfSNKvlZTlruL
MEEjhL4ppk1iX/z2AiKBo2HZtJNnFpb6mDjSfGP1XfURhmX+M8Ajbi9PqKomQx1+RQhK+xVjACS7
MAyKA/6X0X7GUuC+JQKd5CTeIjKv1PgpmdCgEm9fnTr/IorB/C5nS+tHbzCKBiGdchhSL0JU51sj
a5J1sCRcU29N5DB+DRnsoR3NSfkeiWYkBza+39ompRAs06Gj+wpO6HylspgycFhQ6Td6PCvdjKzz
0CH0fCda6rwdo1y7nTBfO5n4JKOB7uS/askEhKKNSPJXlpQ/AHzVj5FVZvcSesu3IV1PlKCNzerP
5QuE5B/GqlCkFL0B8fPfPmrUV1acT/LoxX4xUpGf9ehOnYrsjmvS+Y7kO1K7BSrwrGeOmKrcTv7n
66u1sliCMUBvAHS9RkQ+/w0MpPowkaRJHETEj9sA3+xb/A76ZzO16dX0LSLcewz87LffAxCsGFLQ
EkGoLO6BuK3Unv489n1SV+JAWuMX/RLWmgRbUAXsgOO7lakb762VydINV3ToVQDVtOV7FwQQflnR
IHuYENXl90CawlNMj7M6zvj5vBhYAyZ3eN9MG2iAlQjGuCQcPBcED2VxOIAZ6hgl5dSE6qSscMZx
MHCpI0rfJSY/dJ6cLNpiRa+dSIBkQryWhjwJz+KOh92pQotOkLIvTMTuFH9IMB3syjunn35qYI0O
sdw9qviD3ug+It50e7uP1zfX5eVLYQI6Hdc8EBNU8M43l67F8xCqTuMBKFO/WC2GOm5nINnU5Mh6
Xx9rJWwDYpFJYAXkgk7u4tgnMgcZDlHLi8QeKvTL/anxZsw33hk9QjVui9J54+pd3dQP2TxN9sHR
60nHKx5i406jjmTveq1MogOqUluSEpe5AVAQ65XURaqLSub5SgyRhrAJNAw827uJbJ475jhjrbNx
mi832vkw4ue/xZN2KGGV2FrngXOzA8xL7e6uKdlheH80P5y41w/XV31tQA4wRSRQA/TDFpusjc3O
GLOk9yQV+zknMmNA5GV4l2GS6PqAbU7Xx7s8wdQTxHCvbG1U7c4niA+nAhyh6T0LhcCdjEslHVu0
XazJkHapEoKbknx/f33QyyjNoKhmaOg4kUS+StD9tqoUbjraX13PNsat1LWIUo8OzjWP9K3qx9lw
/McqkbSHogwyr+0Ge6N+vnKMGJvkh/yVWuFF2NLMUB9ixg+zJvdw68KbvG2ah2meqo2pXmaX1MM0
8B8EKhKrJR8CpetOnWHTeLhBAXRNylj6EmeqdRsoCppnNOcxEMlV/4WHQ7JVj1vJcRidohFiRPSv
LhoFlYQrQaC2TDTCB2OHkYh/Zw1NcpfLrVmhgoSc7asJ49cQd+WdI3fl10gD3piFrfapieZ0z+Yb
ER7srXuaRu2H6xthJaaKX1BQCQThFN75+fYrwlHHiyjraW13pQoXOrGPcZ6pKG+QzWjRlAKeHavS
04N+QNYo1uSPyMAbx+u/x9qGIFtASZVYx2Nq8Wv4dq77tcOvUc2kUS6pF8YIqQ6uILabjerL2gmH
BwoRADoqHHvxu/y2+ROM+XoVORxPkuT+uSrkhNpa11bVEUfwbN/TUN64pddiJW8bB34MhI3Lfn7U
6BgQ5D2PdFv7Io+obGgm75m3ryGCIYgzEU/g/ywiSSH6tnZBqMQwJzzm8oDDYNbLnopYgvf2oQTd
mr8SJToe+edL6EchgTi0Ok/q7fhYDIPjmaEc7v3AKd+cVokqCt9JlLSVi4SyA9uXRprTeSNS6G6Q
G7Ibq3LnqaGKN3oYbhVv1naHRdwXOowqtarFKpZtW9ulQfzXOW3vIzPVT62Kr7oq4+sNv3EDlb+2
8eFFI3YHlZf202Iz0gLJyw5bI8+HVQTZNauP9VgFnoIb3MbNtnbWVZmkHAgGrxqSxvOv1jUKomjC
jUdT5+4JPz5nF+RSDLakb05W7aDJPNsDDru+5GWSPu5L3dqSnnjFqJ+/+hAuIhoCWhJFq6XQdagC
hKJ31Hm9hTLBEXNPC+Yr2L1TVTrKN5SpcdKWMWSbduFQ6Q/NRPLsBsFY/0yNPNzhW5sC1uNuOwUl
VMW372wBc6UqSiVYCJqcrxEU8bIhcRo8AJDmca7SbyUeQ8iMmxuRdyUmnA20+PCNz9t/CAFdziAM
RtI63GM8rTWajQrhylWvorqHoimNMVoziwl1mHkPncR+VudZPjp9X/NuVqR9rSM4aMu5TN/YhKQB
nM21fM3aXY8Urx3p5ffmgqGvwJMMjt5i06k0FTqtwf60i82w2M3ShL2whtLorjW1EaSM3nhRpOl3
UpnJaGDIrebFUxkNeMho+lOuleWHspqQtSa2dAkpmB/cxTxkj5yn8cv133bl8AtWu+jeEXP0pVpP
3k6271vorXDu45dEkdKbIHF0z+T1j0nOEO+vj7dy+qExAfUXcHWeqotCENr8WLtafu/ZqYaNSlh8
7/2ImsYYNBvfYSUNUinHgtkRbQdKGuf72o+bGT6ORCLiBPk3s+i/JohpHqOyze+ltvdvKAolrlbp
W6SGlRYPeTTnEaCkcFJZkm9Le/BbxRTXLdSDxsuaungXTVbguFMxGUfoujUG98x6jJRyONVpN3hD
kwOKpfO+JQS19oF5vtHkARorwJvny4BzZhr0qdJ7cdakN33cUEMJ5S+tVU+35lg1G2nN2uFDxQPz
GJH8gZg6Hw7HJ72PYT15qhL2H/ALgt/cZqWxN4YKk/coHKO7ABW5d5gyF+8lOk0b4WxtvjbXPs1w
Wk1kLue/wKzJcYFJd+sp1eQcnVDGe9pAFsV1nDrb19Ww0XNZ29CoB3O3iJsGtNf5eElWhorTMR6Z
67hPM1yUJRO9pMSwuo03xNqOhm1L1RjMPP9nkYPE+TwlGR6tXmSpQ7RvbANLO2qpOIE1zYmHTPuC
TjTWqGC61Y04IbbJIqgJpqOAAANpvDR5UYMiyQLG7nLJPHRSK8zMMCR+sPm31U7P4/Z2NKsti6CV
7QTsh3YpMUNUIBZfswDOMBk+3r9hb/ifAfpNBeLyMgLAukQhIvKl8cNoaUN17FVJ+ziBfn97n8UB
R0IN2RTtPIS/zz+wiS+gPUt+47FZk4MzpR+tsscwe1a7g1w65Q3+1qHXcI1vHKWVnQWiQgBiietI
Ci1CpR+RoAwtxRApjuzvWN7qx3RSS9pb+ZbcobqytTQyABSkhfwwHKnzSebybPuzjGnPMFrGzxpL
5Ft6Wuqx7tP+Zm670AsDE2EeJco/d7grmjAnAHjMso6BUmL7feDCZRhu+nHUPBgrKQ5tU44eNFj1
5mtVaiGGS7n5fvDnSEOife6/Z9C9B9ZzHm67NKp2xArDdilqYeAXm9UpnKItY47VWaKtKGqH8FyX
WE7bDofCaYbWqw2p+CSNwy1ypKBWMTf9QVN+knDDHOcHKrbVxntoJSoBe+I1RGQC57zcxyo+iWFt
Na3XYnX1jej5sdKKoAEpC6zBCNXn67fsSqpFAU3wQETMv5AmcZw8kltdpubc6EHtQmvsVLejOb5x
x65tUaBHTAzSG6pqiy1qVY3f56GE06AyZR+QrLewJUjMOz9Hk/v6lNYiASBccZGhAUp3+3yHYiUb
G2BGOy+X9Om5tvU6f5pbH8p5NzTawyCbGLL1FB4wyeTRvR8SvP6u/wor3BrwGmgu0PbEQImS6Pnv
IKEF0feagtaDYlQjRgAaOoCuUzb+vTnn4GTqQKs/q1qhZw9WOKnCYrwP0Etpnc8xmIOvSpQNv67/
UiuBmTyXhhLJOxjJZXgKGyetUg1rZCCaw30W44ndt0Z7yIJ82kd1o4au02tbKmcro0I6Fqgnh9SK
jtb5SoRq4tBUkSqkUhrzC3zqSnPxbZs+oQuPODNtF+cuCbvi7ZOl6QzUlfIW8WpZ2qoB1YF3RUK7
j2252SUQi+6TghYQdaQg2yNDDcSDe2rj9K7NVogGApKmeMiFdD5bTY6U0PRnTNBzw/liVOrIY0L3
YygEdVAe5DbvDuYYjBvDXvpiECuIgkKllK4pN//5uJRG68RWJRD8SZJFD5rS4HHfa076c6IC/yF2
ai1xU7jgp27Sc/SUkqRKPX+IK3VvliGOtTbiuZ6CQHjualAcED1rcTVz50IKXq7vw5VQ8Pp+FJ1z
Ps0yD2JDdBY01BIsskSihOmrEyGaq/HIzvgd42rjlbc2HjGcPiVPawLr4loG+FZSgEeKS7YwdNiR
SKd3dVpGt1mLXsJGnFvZAJwtihZiB7DjFxugG+3GDrnrPd+PjS9NbT4X5Zw92LgUe2PVl4eoCrau
/5UrA6kt0rzXSjn7/fzjT3Q69aS0Km8qJCxl4rSxdokjp4GLiN3wpXKGra75SoiFvAzXXDwVRDXg
fEQcl/W5bbOaylY4JLAs4rk9hfZIFziJHCd0Z0UKH6xAH7LbYa50KXbzWlV/vHkjwQVHSptGuUio
F2sd0anws7qqPCWz26eJSr0rBRZhLMQK73B9rLU1Rr2HLjryKOR3i03kpNQEOM2VF8Z1/yFQ0uk5
kXsw0ZltH/O5DDdKeyv7CJIljhJoMpEELBVqLZ1qB/gV3oSpUj0hD4jj6CjH4YgSZhu/r0qf9M7u
+y2ezko+IARt4CWSRaNWtrg8tVSJDbWhBx2B3NmH6EZ4is3T+PpqrhxJZCgpatN40NA8XTyFItmJ
LCcpGy9NugIyuj7dxjjJ70Inqd6+kHTJ6DCQUYkxFxOai6nNeq1rPSc3qsoNEvBgSRHYH1iBF+hH
1gFiRLC/Pr+V3eJgCgmji+Yk2miL+dXARtI+LVsvq6zuoZ9wy53xQMHoalIPua60b4866IigiiDw
Ilzvi/HsJKkLvWI8s2vDv3I5A1rcgnEoZW16V8Vy8pQX6haBeG2SdCN45Yl0gqL6eRDo0ryuUcdu
vWrUrXbPDRvPJ1bbuZOjIfjcZioU6evr+loRO3tc0peAsQZZmYI9jdXFRGFTRmk/9RQN1BSJhMFC
FOIwUCLPYjfqlSL2qkbWnpXImpMbpafUewimqj0GvRwFrl7JvobKV2GoP2tjtOpjIBvxi+0b9XTI
SjknMRjqOHuaOZmDa4ya/xg0efBn2Jat40Z62N6aatzfpIWdZbup0UbrQMs7DTbyx4vTz5ngKgeP
BFCdmvQivvKCGzsjqpkmEJqnmMvKG7VadtNSn0+x0f9iHZ6vL+3lkJD4qU4IJTjILEv9lHAGQpnk
heEFxjyWD4pSqZ+MngerS6Wgng9SQrpz2wEK2soQL0IOPVa6MjxguUpoti3CeBNjkTdNgeE1MbIU
+6C2KX36fP+NQyn+nvO9I3QRKEwQx4VQwiKENza4B4AfhocQyjC5E3rju0FKtftptLOf11fz4mww
JxgziBYIArCzlGJB2iO3OpTcwZbm2lOCBMZ9XWuPnRT6+yLruA/fPJ7IOIVNK64glGjPz6JqZWjR
R2INZV/FY1wPx/HPRlKm8lDC/HI+2Mh1txuDXjySRfcJPAACCSBsL+odOF/XCqZShgeoCAF1OQaB
UcaZV9dR501gfnYG9kTv1UB7szwvI8NkEXw2Nhxyw+fTLTAp7hokQb0mrKTnPgDydopR29ipQbnp
Z/mKE15sHPEtVR4xpHb0qs9Ha9QulTGYh7bioOjqNm2o31c4ng8u6Uf8JNtVAPxBDSCoTpValzzT
Y+m9Uhj2B/xnsr9URLQdlxEzzYNjM+uuKTf9eFQjVVV2DpZjD3ISKihb+OF4m7ST0d3JEnp9uzzp
4u9mkUzfrm+Xy/cpDQ/ZBChExUxg0hbvUz00yNZAvnhlEMn30AvUwXVGIxNY5Dqu3QE3C2PPs668
6wykSgXkoo75BX1MFyo7Lr/nDdKRGydUvQwFAjVDDYtiFm/VZcddbvSwpjpZeA7YuGHP10yaQ6QF
s7RHtlGlwzHPPEoAaJuW22ZGLN0madE9z7FsNrsav3dKGMDmc9csgqzwZLPqx0PnTMNXitsGBuWI
1if7ok6cTxMGobTyscnhZaSY7U00D06E24ChQP+Bvv/r+pqvzQ0ZRlacjEdUnM93UVzZeYFjB4rA
DuF8LrTsUKdx+XR9lMvAAz2JHg0PHjr4F4TWqoY0EuRl4al23X0Le92E3WUqGPUg8OfKvPg2gsBl
D4OtRBOLl4BIAxBoOZ8XRnU4wZPweGobD3tu72Snp3Wyt4sWwmef155U2bIbxrOxn/WyO+WT7+9C
q4j+jQn7rzNX+ubVpf5XUU51hAD84h//5335kn9s65eX9uFH+d/ij/7f//T8D/7PQ/SrLprir3b5
X539If7+/4zv/Wh/nP3DPm+jdnrqXurpwwuG1O3rAMFLIf7L/98f/uPl9W/5NJUv//rjV9Hlrfjb
gqjI//jPj27+/Ncf4jL+r9//+v/87N2PjD/2v7oGLsqP5R94+dG0/FHrnwr1FxzVXju3oqU8vIgf
OP/k6HPbUiADOCDexX/8Iy/qNvzXH7rzT/GkwjcIDBLC4OIR26A1IH5k/hNcFJ5T5HscVT74H//n
93r8d8j89xdhGf7zz//Iu+yxgNTf/OsPumwqu+P/xVaOAQFVvG9AxApNhyXJKQ6iFlXWMd7JDvp3
TZftnHTaj4P11Q9C66BZ1a1TN0dZO2qlfMJVuN3r43crwpixV/G/S5U8/ATAsptcXQqT5yEu9lJV
7aZgdIeQQ87pDkPj6GvCvYHCmxIZJvJeZeSm6niIok/NpOmeorc3Pee+1jVCRxi4Shu5dtDfdI4N
ke0r0IDiXnN+kvHeTqrtYmKbuMhZJZ7eoDUcJHRabpPwvdo5N6PJqwxbt4c8V3dtMn5oVCwP9S+S
AuPTmXapBIY/m3k1y/N73UzSnRZHX7B/q3YYp+4mZBWl+mGQHLfGjDFL4lvgy99GZWjduE6OlVIe
Kine1Xnm6o3/ldcFUmht6I5xt48wEKiD7wXODOFwq5TfW/LWMrK/msleLxO30751+Z9lqbj5+KWX
OtWbElU7WU4mdJywDDKb27qTn6s0O+bN8Nwl+i+kMUsXi+HnYr5VJ9uLHCyj7KS9TzFn0eK82Eka
NP1EOlk9pqCKc+h0yDyDWs87Jw5P+vABrPXtEObjZ6vCi9f+ZDnvrYpcT0Iaq8uU3ViM7+s41Ha5
knXHJKeAgJXTUxWbhzqUT5JmHVHmvZfH72EfO08pxZDPRWlXnxQp6rBNKD63repKdfsdiPm+keWv
Slu6qVx9U/Xytk0Kt6g/xmGzy6DYunMwpJjQtQHSF3rq4llySgt1bzk/Z1t6SJr5rk1H0LpjuW/o
OfCotL1k0m56P3R7u4o+17geoWaYzW4s13vZLh5roNpoz1Y/56obXuzyi99lvB+mHzXKh4FvP3Zx
+lijfp9WT+SMruTXrpT6nqONgZdlZbHLSosL1srme3WmJVLrn8hJms9jlz9PadK4Y5ZnwKSn+FDF
Pm4gsvy/KbqSJTlxIPpFRIBYBFe2ovbe3NuFaLunQUiAJDahr5/XtwmP7XYVKJX58i0iBQHoYHy0
EL6f02HNwuEPGIXF5l2xYnwkkTxHNWzbeztmMxD9tktuteeia2nyaWFV34WPMqlfxxFf6a5Szk8g
vKUTR3pvEh22sT/WmKui5iqjY41gHh9zpdsGlUHj0DhLqkn/B2TbLKTfXdNn43iGtB8uQ+2Y+jKP
w3OIzRemtTOJRmxVpxfSJs9M/LPNudm7P2gu8Fuvkc+XgqxgEqyftv+bTI9RgOiIFrSm8bAASoNW
DXP7GbSd1Cwj/v3eft6c+a9XI2N7tybr9UNN8Os+PPQCXC4DwE/7S5VzkE7F3WfHeLlc3WpMIgyO
+jAHWDfFabPaIqyfXBuUhohU1zpKW6hsYnoS8SAuCbOpSuSLippHSY++EUfwEQiCzL2qn5Cs05hY
paRTMiUrSNfSN5UzOT8GPhLnMO4ePK6vvlp+NsY+e720hd2797Gx9NC2bqFW/5aQbk4XB6bQQxfu
/zyrmncrZfy4iXE4iBpAjIsyUgy+99IG63qyABjvvU2WUqsB2Knv4aQhdxyrAyiqh0Q/kCl81j60
fDH0oIk+dKIbfrjdw1dBN6ywliZIFalfQiDCQwInWpNJNj3xhpXh1J4ad6rW1rku0Ojp2KbYRX3a
Fd4Gcx/JFIOzJ3Ql6vmsd+e5nmPENXUfAcII0HbMBfSnTTmIacmcePeKZoHLlQvVO+RJ3UE1RaO+
arOkzTjQbFzJffB/NtXnWxeZ9yU4j9ZmAhrlt9ifm2KNmvZ7qzcDKy7PIanVe7JXhu+FW8dT5lM9
yLS37ue2cHrxdIu2YojHAu6qc0G5mxymAW+uiumS8il08kndOeSVedcEbpPWv7IpX733JH5pPe0e
usSZcHlY99+qkBmejALhylbtRRTSQqk3QtV7R0WINvhd9ydHJ/GTYt8gReGIC2CuCnxQnLuuWnFe
EGk1RLlD78w9BXOTLslh9v+NOpsbnBaJoqnOSHI79s36GXV9m9dxXYnGP/HJLTncACRAeOt/Maha
2mYowDfNMNymHCArHOEypExexcZgpGOxUgXD3N3foYDJCHU+XNvlFFFB6dQH/BBaeC0KOiKQLd6e
vDouuk1fkNJykX33BH/UZ0ACDctcMYozAtJvVLJPoI9b2i7mEuPjrVqkq35m5IJpb4nqFC8KcW1u
48c4aD56xvJmG5C5GefLdAmCZ4WSq+An3brNZ4C5kPAVWaP80Iwmg3XcPYm6NB6Pk4Yo6L2e1acz
4Zyr0+pTcDAUTFp1ivGlmDBOtlTn3Gluap0PdHSuoREfDHaDkfrTC/0eS1DsURjPIHND19D4ewFP
IfC36rFLZSTKNpnpLZJNm2ETmLarRnGYPUQtbevF2fgjwc8+Bkg/y/qmsZWEwX9Pb0OzHWibZOhC
byKI03HFU96T72DXZaNIHsc6TrtwbrJWiMOysjN8nY8L0GeMoL9vLM3CcV2PyTABhxeQ8MmAf4zY
Jtfb8DcQ8mw0WEVbX+dYnyPTil4ci+ByREI8L4NXthzWrbBoz0kTfM9R8jZjbsDHm08BTn/aTMSm
ttdRuRPPOddOUKcQXEwpZBEZDOVxu3yYyEENNNYv+qlLg028Q+NqjqDyQCJAYkDJjkXoBT6Mu74o
0x1HWNFls8NK0HaKjur30O9fYLj66CnrlWqWZavqBAbdas+kFewQoFy1sy0xzpV8TLLZ+mcZmbI2
h8XvMnhYZdAMvM7RinRwUBVbqZbfPDeY3hA0KxYUjdj7deC+L90RXJYuBTPXPSiKb0ftaTTw00DX
SnCa1sF2ZsMBDcO4+OyIe41gq1eXnaDQVoBja9h91Nhdu85/EcjqcN/Lk509er16ln7/uDvLnUTm
yWkREe/X/YcPbymxRM9czR+u+9P3/mEZf7zdP23T2Wu+mnDJWn84bghKMs5WUSUOfNaoCBckdoFt
e23ldY0/a3Jy11fYRGb1EGSsLzZ5Cve3IRkK5e4V76rEotJ6A0yMQPRKXv2dZ/H2NfVxEWpTEn4D
0S9bTYN7LMKzCyBYCl9AmsgwMFab1+LK6D9hGt5lszuQNy3CnNQgzPsxfBjjNIwNzHA3KEBIRM+e
FRldWeo6y3O3xRE2u2061t2PG4u8XfgZS5kLG+MRyob11rVH4MlnA5HnEPXgO2LDwZbgn14Uoo/c
oIi7sfJmp3T9BlVXVsBBhoxggFXh4OEIP0YcBMnY/B2kqjYLz0a9Ohk0jSckKB1FI9LRtaYMo/FP
3E3FHKsnb7oSjdegJY8L+6Euzy1mxmR0T1NLfiOjHoDFYELu4xbxZ9Dd0+VVNR5akrmoWe2B+VEX
Q7hBrJm8Bqs+MnRTN0cw2WdT7WUTR+EEE/wR6TGV7s+7qXkBIzwTpdGuMteMqcET6eIxLmfQvfrp
5IfXpTcuSo+PEEv7Z4SPbApcP2vahT4lnV9X0b5h2ujIw6hMnK79Ixwo/kagZOaJwZOJzHiGJcGT
GJJPs88FFmB3oj0YZfHjNn6HMGOvoShE2xmMJwFwmeDehf/J82L/DEGD9EN8reN09HmSt5b48KqN
rxCrnTytX2egvizZ38J2e+WUXAXzzrgtsg1pFd3onpXv5oy0VzKOFXGgfvLscjYTADgZrBsqt4Ft
J+1/tXZl23YE5ZjIQnbtWUVwVoD+NbXRnirtZf24vIAPWSUOzzEDvez44p2tz6cepaWzw2UdSJxP
M2g70Tr/iXuDJngBvX3r7KELYCPsAoWU3fw1MYwH2+L+Q0+rP6IBtwA3nntreiA4K1uHA5uQD7su
kOkhYo9EeeRxTyMRhOyp46gzrSWrGrIflASh+dcHDTlYTc7m+hmOAc2DML+SxUnLP9rq363f2G/0
7uyG342Fb2rkSbcM1qHPEyA/YPgGaLIPtbfi/0RxHsHniy5wv0EBlEU7OG8QidcPDsEUuPokFXY2
5V77R6t9WdElfDGOc4tjleC1B8Erk1CVl9qBtz+o3Cvy7G01xpgIx3UpYsQwvsF2BfG7A60/kXrw
0LkgFZMQrbxH+H2HmSqUunw6CoguUslHFIWAFnIcT2BMPGGZ6abjKG8tGyUa2uEBpHcYhA3frAsL
oWeSR4H0C8W4k3X98OVFXffAumb69kI7VbGIBXj5XrYxNHHK92220c45xKMzXWYaDFk0YUEM94dM
sSW5RKD2p7px0ti4zilcgxfiiDaH4nbMBEYwJM7n1JCvlUx+iWxJVSEDx8k3tSEpdIrAj161j0xx
epCeRgmUXba7ckinxEJoN5Vy0F4a2fus+JFR/Ti5yb1HE9iyGmSE9ZtalW6BXdJINzBrJv/5yOse
bHSni0LXicOCQIqM9OghZw+8Qj2yKLPb0N4HxZycYQo+zDMeW20HhByH/VTu2ieZF+49hqXpU2ry
vmnvyZek2id6GZUqZqDTBm/2mbMfFcQf2l2qLaE/AwNhY+D/6TVM2VR/xTSpSP8vTl6bzXsFueJZ
i+AFUrj2BBeWfw6NvkI9fY799EGd5Yn5+PROQO59qxGmaqMv2eAowMUQ4hM0z2Y+TkTm/qhSxr5h
u7ufkevK8hgSuhS0oSgNpzBKdzC6R97h60U70S32TbthU44OxKNqF3kXy5vjOBYyrUciTVv54lN6
iO9p3BXZNuF8H6mKilAIgbXgdHVCJ7whVKjP+ngsIZrO7Og+TbhEAsFPxMhTz5a/rRm2FPaJEkUm
gsmmSFD0AGeY+TQ2zZsY2udxELc6nG6S8DwUaKmk/V7Zkvq4frNWe3WqeJsr2KqmJkLrtm/FDhMx
AJMHjOtPQq7lzAMOoGP/2py1WuzkXGjc/DA0O17TnYVaHwZ3/U4gA8vHoAMaQBucx+E9trR0o1Zm
8GVA6z4Ug47fsbDDF+TGczr8Gq8hJyWjJG8675N18wNr6yq0Uer/XickUoUAH7EAuwFTbJMjLb5J
9RSieFy146Rh0z67G+4E6NsLJpcjdP8VhW/e0GP1Hw9pzTX21beYyi/s5NFU4TSg9Q+QeZXysf4U
7a5/F4XVJtSJbX4qQqRYij8gxaKjol++jztpXk4Lw4U4y+PiA+xo1dSjKPlfjRofmNBpq2v+oHV7
C9mWzb7zCsAQmWgO5MQqBKEpbdG8Vs0klwsd9xYNqTmuYp88wKzz/Ia+aLkkivwLcNfNjkUIHRpA
iOIBs61NeFthpN9gRDfesYUV722jvy0KTGGiLbUyNo9wBhUNxP3R9thNwI0Bczz7Snb4D39/nyU5
bbDy2AxY1SnMdOHy201/VRQWifnuTJCDfPxifXkDyfO/cQhmVMxN3RpfOjILA73/aepo40CqeiBQ
yDVEo7Hs7r7gAtZNSTs1Vp0zuU+qHs74Z89Z507PMNPDm4BDUswbbHuNb+7rOBcrsqDHGXGC+M13
gScPfXW2jerauqzkCLQ5uHM85LDXiPJg/v3KrcihGc4aNhWtaF/rcCziAHjNsoXhJQTKc0Mihpt5
GJb9bn+XIj5quQdY3MPrAGuf4BRN45NeOLssu9kLyoZygy3JoZ+x5/dxKXND4ds9dPxFaanzfl/h
zbC1PHckx3YTGBHkZ+afCsdyHhV/gEy4hMCkTwcaYB6ptpnm9bqWXu82pVs3XBUMtOEMHMHohiLP
32ICxK/DRIB6/bFg6542G/qXOeoPOmQQXot5vy3gkPzZe7Z/OVjR/fABOOhyU71TgYX0zyczOzQI
p0sXMCChF9PpimJ6EhLkLyc6reI19DBNw2OpkSuiJJbweaFt5s6mAm2UHlaE2Pvej8+AgoASW/Qh
ezTjUEIIXiJTGmNZouy1XeSb47vH3tEQq5ABqBUk4e5ap00d/sytPvz2KH60FbV7abszTAfzMQqy
IJwOnhYvsf/Pn9dMMFHMwn9KBjhigUR4pcv2TTZEs0CLfITU/sxoLypi66cuUFdFvINrgFntK351
nfHqi9/vpRXsSffutaeJKd1mDVJH+exN1B9TZy5kfkr6JxUNVbOFYARY7w7EKgobAKDiIDsTppQq
79NOyMueunAoVrfLpRK3YDJXVv+V/jOzdEq5BVin/fddFjp8JwDsAPYZeE/Ha3djxsksriWYASBc
GF4egZpW9CL2HdDHCRZRlecBCAHN40RHXH/Cw0jgqee1xt44YOGH4/YLUtoinkbo04HgpzHHrlGG
aTdHn7sJQeeNkiLShGXe3FPgK+rchS8T0sZAeyjBe8sXQApDw85i9E5xBNyHAQtC4k7VuHvmoNsj
PULI4Yp/bDD87AncHrd1T6ECejM1NoRhHaebE/QYqMcUfoIqHeaPyblPgKthFh9LEAtx8+yhOaAB
T6OpywNqUY9sjdA1tzHbe9s89s7nOMPZdQBpnjY/vwcsWiWk3urgaPd9FqjF08aB4++3rXk2ND5N
NDxCUJk6Icu69bAmbxzvj6ndx6UfPzkI+tkK1j2R4pjAv33Z5ucR5aLeX7qozkcbZhu++87M13UN
DsqVqd6Sw2D+IS7hc0payM3eI8ATy1pue/xfh1nHATLKlz7vbZtFu3uI6HKC608JReywFJw8t+Y/
0n+J+H0Xa1q333PcnxO9Ft5Csoh/TOwPsA23ZwcJeBrcORDft9skwnKaMDZ43i1InJKDMYSiMZ37
5keOO1zD+6uuTQr3t0O8wN1ux9XSqiB3A5G1Ksk8N05r2cWl077R6FdxAAwHw8SJtJ8t8Y+D6I/O
+iA8wMs8WjALIabJ4akKo4dweI79L7H4QFDbYh3JUy8w2oPldljIOqeB5veJ8XON6S3tBr/wIvHL
QcnhwxymylkeI7v97YPme/Rkk5pJPoiYAMIJHkIY01hUPTWwo0DiXgpwazhpl7xJr00j9abW24AV
Sb29ej4rZfNjsGhQPNPkbdju2xymSf867ojOQP8cRLZ/gFe6e9qC4QgRB0d2IH5edIjMXAgenwK2
XlwNg7yxyVf/nVmscuX2IsinAM2jW+nTOgWHDiHSkWlzrz434UfA4mqQa4eFDP0Dk4ot3TdxGabu
wJQ4j/O9TpYRFOUWyJNTqV8d5mgwKSY5rZ9ZV5/B3csG5PH6ZC+7sCks35C7BVVxECPv50G1FHK+
Ghfh0xa8DItFpALprxErmvlzIacd0O98dJYWU/ic8a3LVveEBZCnL5ilAu/cyysMwtIOMGV74vER
cvej05wGdMgITORoFlkxDK/C3kWEZFv308E13l3keDINrTqAXa15gcDqCvmPcHdcIjXenVMi/ZTx
Jo/BmhR4ZX5Hw8AZK2a/aygOETfxKJBEo8xbHOxZA0bDKqYr0GbEAgOEtjcvxBiJpscdmgeYRBTC
8w+dX7UBu2l1DTnWWyM3GWKmcgaMjcUQC4fkSFV4V5hy67cNURM1HQpXncPhHIpr5L5OToV079qU
PvPSUf5nhld/wkasYAR3oKRPqsdv9cZrzQCMEFGJNSoRuNsisfUVHJRiZtiCrD3iIwNSxPawS78a
N5nFoMKgW9ME721zABH2w+8eLRxKBkQ5U8DnnbwMwyFmSwagePZRWBjKFCmDxOaB8f56Nn5u6YAe
sX+AVJFgi4HdSBymEOOcHQJae9MjK5OAxr+KLknbhL7tMK8tRrtUHCMYWqiCj/YIkmeKvQG490i6
xEN025uEARHOhkuLljD+srYxwZCwUMzraITaY10LL1Vu3B+DfcKAJi7SA3QrlsuE4NhqcOR9buEG
GY2fvoMBd17eQIJWb90qhlNCErSFHpfXPdEwfH63roV2eJr+QTJ+0b3N/IUD81kymFgVcZvPblz2
zp3Xc/oLlSf7ftDUQRWOUrnfaxcfef+EIxgm4SBb1Mj+BIELiKMKgsWpzHQwZGfpjnXuL/D7Aovp
TNkpLPqOFf2CfZu87AoN/1D0yevuvaru5pM6RYueWkcVI97P3RdlTS69vz5407/Nd45s1EcSfyUz
e+qAxRL2ULsIUaC6oBZpeosqNfBkDm9+cdyXoq3fyXYewmdg3Tfd+9M5mm1GQlg4hi6gKJgnP1vR
wYJn9j8SpAKJ5CNe5UVGfp5IrN9+MwuoilFK+mMnoO/Z/e+h+RsAQs4XoJUJGMBpW1NWKjrcgBf4
QKSkyXiwXsAwfOoml2XDFlZ9OPH7UGv+EcGUpuQ7ecDZmosOG5MCqVIxEInE+cCcjeNEsQ+alg9u
h6zltvSF/9j0LQygIvZfPal0EuSarI09MTMU8Ems1ORrwHPoUmJH5l2HN1l5wKgBiubOTquVOgk2
zlDWSO38HZ3kNlgseB03uAmexOeYzevLaoOvyMUJHxLz5AEdMon+gdXDEQleTrrzZsYCDLh/ApAy
0zM2I8Y8Jknnfs2hE1WTXeJThBGF2jlT4deOHTy2b54BVASIpVmj/oh4oOu0+KrwaBPlQ90YIIOt
enSwdbMLpo8lbP8k4IdlwCNl1tbS/bV9a6qu9/zH3ivrxG/RXt/hSIl3y9m2tGf+V9JaBjC12TFy
muCuUI/SeN63agT9F1XLZfUbBsMEr1Biz53XzId4S5xTr6DGKRBlw0sKAD4Pel1Jat4ag6ehNoj6
A/22bXHltOEXFDwljwJsuAPy2rgWIxgpJ7GlnNh7tKojVsclBI2lntqjJO4Fzh83yKNT0TlROhJj
Tp11U7kk7cXA3TgX1oHGHG/SA432szdCogh9XtMcBx4K6AMpLL/WTog3ssigKwhQksM0BaTNXdLB
E0D1PnFQT5oXxhdJUjq1AC95i5+bd3t32CJRTNKfT46PxDvscvzzEuAzTdg9AKmdORajdQwnvbqG
uHlyhyck9w1Po4fNabLX9C4bApsPyDMLDtr3HzrJK996v8CoCW063XTqScw2q4SDWT8CqrCtOz8r
oC4FcH3vYRPIIsjMHs2VbwWW2IvpYVUSEbY/KsSBtCkcrDzwETEdgzsdp73vPfNa/lvixeO3oQZV
PBPN6H9sPVU/6y/U2xBvy+A5iKgWrvSPZS5Pk8Yu/+EMrrhI/OVuR00Ln2ugK32HLbF01LXHnwPF
YV8xVlmEqGKAaYI1xZoCepwYcIXcp1S0gjzoiL6uCSCyQNYQmde8bJfB/8AuHhvrUS53OOQ4ReB6
qB7D5uWudEUZWpa8N7xFnyvm7RMhmf+1gwrmCmE74UVNm/+lG2zDGxAh/pNDtyFUGDnOsFgEGWVz
qqSe+yFNrALSFrXLJcDRrzY3GC6RA9BprCs8ixm10YSnQen/5tWT9zBpMTliKYn71tBM4moC1uOs
Afq6zT22Dvoyd9qWG7QJ4fs6JGrMPJiP/bjM+OD1uc56IEKXgD22sGDd+GsqCf9t2TrAfWtgEDRt
sNXCHCx28Z8OKH9e5lo+rYOZsEaxY842+znXQ1+6vRX/Jd3IICYDWISF7Cp93MZs6B6npaGpY9G6
wbgkwUNOMN2tMUdjAOucRG3kwxsWcgcXm3zMmGuOkof9lUAnciA6JLce8wM6HImOCqpe+JX7neeB
SKMC3IpbjS2ogF8RzrU3XrouATyI5NODVAYpIfGAzOpEY61ScxnB6OXK493BPtEE8bcMV1jYICMS
uhXQXu7uOCR/4cntHTrr0GKVOrzW8FEtXfQHJyDUaKJwl96n1TFvdDU7DO9J9DB5+1RGYh0AVsow
OoPYm9xi7lNI3GZQZHyMFH7iOCI1CtZkqP/rX7E1oT4wx8HMUgs3074e3JOe4gDhRI335M0NuAvS
p2NRJ1jqYgDbEWHujDHoGDPWff48XcEVCTRA4b15WAAAF0vgrQ88Mvh8c+xgN+1RyGTB47qGCOXA
n+EsxVHGKMcRw8P9JmwyR7pv8HGwulQ9M1XQi/hz5XOzgijRW8jlXOY8QaLV55Q6327dG8AMe/3d
wzg+7QesnpAG5xUMPKsBEEWd3JIGqIkWcKGZOxrjsbDw6E3hg6lV/ysC91hRS45UcQiXMSmO1HtD
eLL/AIAn0SAcSeHdIs4XB2bsNWAwoP0ZB7ukcGAR4OHMkvECbAP4N4jvOQ3CHBGiTu7vXfxIEdt6
MCA1nl3drcW4gUvU0IhWMZhuT7Uw7FFivlDgR986NJLZoLb6h0m9g7urmvgqR/ZgErkfWj5k3qDd
cqE+1rm1BUosEXHAVtm8b5wGp24L37ZxUPdgHswDIbNFuSZ+gY9F8F3XdQUQaT4rXnvvv6WwDBPM
UARWjn82d8VDwDvx1HASHnaN1KfVMLxFAWzvg2DcX6IlAupieq+I4YqYM+ATj64myyOQKulgAb8z
6H3cFVvNdus0TTsnCGUu5v4PPGDLOt5Ai4VE+VzzfT7FG1wOpWqc3MRe/F/AOmxpwnguR4ndL84Q
lioqwOsBBun+3W3tfgUg93dcsDefYnlI7Ip98swBxwhjhxsdE4xP3YT2HsG1wbHV3K0iQ/AKb/5h
T4LSTkl8pHQE4h9T2Fi66oQUh/5RDsFyxeoyKD1l9qu/T3sBb2WcsU4POayGoickAUVXEm/LfV9D
U/UAxF7jESrrVEJ8soCsYJabjy2JSmvm1uh3Vv5gZsNKGIfxdCbt095r/77j2S4pmhO/wDqJVqI1
r6yLxSNELMtlDWj9NjqI0gs9/u4BXch6B8Ed1pix0mNfJmuwld4K+naNrvFPEi7vcOtBXtD2C46O
u1he481vaTqqJkI+cDQDTrJ0lpVWJsxCw8m166CXaJrRLdH+YI8ksJWA/rguLNakd+gSwNf6TSDD
Pvls+ObfJhUheY7bTwA9wGfGzfyta98Fg9aAgbFFsNiFtrUwcLtf0xn7dEwMew25sOkBeDqwzOh1
DzvHdaCsoDBMytEwzLg00IgMfJLlvqzHHmieSGfIPgC+fBK4RAYo2IjeRsUxdd6MCf/yBjw6cNjn
k99DS5Vy9svCUGaT4H+BeTKrvv4PuXjxZV/9owLDJrc+xBqqE7mbjDSD1YJ7wgvKq4Rs9G/PE7A2
sZS8g8oBzY3U9CBsG2HL4xHn5pIWn3vkVQ2TbiAwjYmO7rZiCWT8BqPzPtd3vG2Yy9mkBFhPNXua
wXhEixmvY9FJwqoZ/UeKHxu/CaGnSoFyt6cxW/FYGkQrrvkESXOUAhY0d8IXxC0g04HcqCu8B70N
5tiRugMXFLkYWUCn7k1iRgD7S0HzJr3G/Gy9YvdA2CgboxUjGW/NBNQiMScQY7HRafH3IbgntKt3
iWOpHniw138nQ/HVjdHi3nfhqO99Hu0PFwKGidbdeUEbByRTHzZreIrNJ3gY4d1BJS8JAKgTWVc2
giITto/OPsCGuPHm87YAJt/a2ausWaePubFN3iRIkvN8IZ+SRbErMKyx6DeCLro1HwLzA07i6AAw
hA4jfoH3qv0RvOuvSV2vWFnYpE8JcRiGPQphvAtKoB2NLnYYhzzBU/2XFN/uNtdWgeDab7G+myap
TMf7TOJKOkbx4J3gEZaAkGSGq5rkkLNu3+9mBKlHM/pUYz9ZwnKj+2hjrqIsxNh6XhwwxR0TFRoC
h0+FgKyXaU5A0upGrFypmV/dCS9VapirAdDNFOa42Cp12yNc4d6BwIOS4O76JlTnH+aBLHcDUnuf
M06TPzpaZDVGYjusvacKZ1ymR9/5vRjMKnAL0R6VdLYWrLZ4AInJ7vHNDqBe4cw4l9b3gr8aCSzX
1odRKs6xwpp9AIwXxwbWD43dHm3XTXh2kWtB84m6ITMwAil42HlvKCZ/F2wVj1gLJ2kAaAGBVc6O
3EHTXRH8jjNSNx3Owhba7StK9uQxbq6ixuqjPSfhQ923/SlqGv3dDz5up/qiuD0Az05pNKMF0LUt
4aqBi8Q6ZyhOchssAxYu53AF/1DPKTRd4Nr252BgcI/QSYhxsrYGhx7BHBp7oJpWaFDCf9hJBB+4
Oer/qTuz5TyRNWvfyr4BKpgTTuEbNQ+WLPuEsDUwz5BAXn0/eNffbX2ubf0+6uiIOrLLQkBmkvm+
az1rj2qxSGmWCOeZLNDocSyr5FBQyKB7Tot+DopO19jY47QRDegg8JtVHeh22xGSnuxLozvEefqo
U/4bQ08Z8Y1nnQm7O3QR5fWmI+i6qDt1LATF+zTuNo1un+eqT8PRiQMtVxeRNz5qNX9jYW0tSNmT
zvL6Qw3/ty7/nez8v8X+p76AT3XJf6dS/3f2gP9oCHj3f+1f61V135/+qPW3+fnqf/92/5uuAQdz
5H92DYQ1++3v720D67/4t21Ac92/8OE4hgNYe2VjrbC3fxsHNM/4S6xeKBsHANlpP/7qb+eA4fwF
OAqcE9QhOMS6zr/62zmg2X8Bw+CvXGDdEFaxbv2JdeAHHup/jAPYBVZ/EPR9AMsAwnDbvredONJE
DYrkY9dv7eGCevHdcOE8xXfGjt3Qft4sIaESV0QnzhfdkePBUW2aHc2vr91dR1XzjdYcG9rwTG6n
jdwum4dpc3/RhObG33NqD5KgP6ZhuokCtGo1KtOdCpZd/vLTI/8HA8QPGOSvdwFW7cddAHx9fxcT
QGdCbLiL4mncNpvuSKiwh9E7MG9MZGeP7i7bxpvkyKy+++DS751Cfz9AQEn2ClDGTsur+hn12SMo
ig27LXfmXu3mL5kVFk/eZfnoGfv8PA/LI8KNQmzY/VUfABn+4cpIWbiuMHTQbqfI/XTlBCCN4Rjp
67vKyy9ACe2NZL4qpPHBXf5yKfASLuAHmruY2WHcvL/JqLesUccsuxMe28lEC/xiG9PkqruP+FPr
43r3Jk+utP4mP5FTXeQdtqL1upMWJf/7Yn744H29N+jyvjhHoAFgBlEb8Rkw7y/gjVkKcaHLd3ad
Je3npZeuuRsqRs9nL9fK9goqVu3sHE1F7VtJF9+9d3sH6lTeF/382BRTi2mOWIGlR+QL1+5Qz6NA
urAMtnws/cqytqjpoo9YZOsjfv9gDFYQ0AmsBvB/Tq2GyO20BhFOtkslvegbN8M98xEI9deHz/zB
krTamBwG1om3rpgtaK491xgls8Y5I5XgI5vbup6c3AbrIJttY03UxdP7/vGPYsBBq6J0h4zvpSFI
EPZ2kA/4WiL54OvosqmytXZEQ/eDMbz+5F+vvILyuLLlnU5UnRIV9nWu7F7GdxzUboYzDq376fMH
A+zXucJU4RHS3yAXyDqdlk7fV2zC/HRnBV/boLmwAj2cQrnBOLVV+/iTv+/Cj4iyJ0bUH6N6heUA
5dVNGMs/INE/TZvKFyRa+EW2A1l2rK+cw3CIduosu3IP2tE4/v4WTb5nvzxK/LvwcSx/hayeOHk1
LXcqS9B0nEJ3b59p1/VVd7TDOXgdttNObuVWhfM2CqyQTuu2CH9/eWv98advEl8rs4Ci8eoDfT+G
RJSLCNMvB9eje9Zys/N5dHSP3mY4yIO2zS/FnXPHxggmhgwUFoowe81etRfrxrtyr8TRP8Ybf6Of
i6PzwZP58Zx/86udfk4nFGqT6nkyc7xNku3qN+gPg7GnhcWZU3YB1mBUDJS2yvsfsLaPns0/zS/Y
ReArMHZjLzRPng1aZ2S2E5bRID5YO3+j7bwzM5wObK+vtCftKT2nK4tHugnsm+ja3pnn2lHfTBf1
J+xXZ/ZhCT6KMv91VSFjbl22oLNClDt9XWNTN8LPxmQ39HWVXML86e6osWXzB2EGv16HbyBEVeqh
KzXxlGNTYwRLTDdnhazHGckE0HGUHQzTefv7AfjrUsxC5DikQAlCkrxTuMvU40SfppYLxfazW45r
BIJuhaNSH6Ftf1lLcIbC2salD9SUVskJwIJAG63CmLEWCLS9X7pb0z+rUrTc1UdfePOXgbNeCsYa
AmD2g7+gDxKj7KOhH7WtE+R3y9VwrX0f7p3z7jo/87fedX6DDv9aPczYcb7q370Pxu0Js5kFTOiA
kNbAAJJn6fqf3GnD3lQzp0LbDrvm2B2jM4rGG5/tk7lrrspNE778/h2eDhbXZKEkXoTkCwPgl36y
7zXcFPzzOk+qtNt2aaho1v7+Cqfvjiv8IGkCzIHYBhD3/UxMxsSsRpiKuyVEFXZTHOrD7y/wyy0Q
gGOyGwFuwpmUwfj+AtTmrFYs+PDjuRBB4iiOy8PUfDDYT69CNY09JjlFbJVYUrx1Mf7py6LlbleM
S2kQ3aTindW2yXlO4/MP70Vw/CEPCCAUmDnONesX56erZJo1MTjzYmu2WnOZCSO6I+Ou3v/ZE+PD
iBmbC5iwBC1M9u+v4hdTLweSgrZ+r3DwGdEYtoTYffDif3liXIWkEIfYPO5KnA6tplVy7gYgOHMk
qEF3PfM7NAdd/2h1OF2H1ttZwe4km+Eu5zW9v50BB1gcmUB2K/IkkcOTMqhWC2FaotH//ZNbgSv8
tJ8/bYAtwdCuG0NamUzWE9aFyGUKtjzNQbLFxZUVVyDCrl0YV4uHjaVs6HgBOhOYRxqb8ejkMQqR
2dFKDYVehpBIxcACi7LT8eU5uhJBESe9DDvfivFBicl9GxCcXLNFNY5OVQw6uCGKQVZSi2RLM0u/
yVwLJENCKp23QcXa7KBer8Io2wGHarccZYOitus4HEbqKkGaAKwKEsrhn9wuMUZ8355xiEsFua5V
GmIEfxideeuOS4bYdBh7BHZZqqtzUYJs3VRJFquNif95hiZpRS72Msuf7ymhKQORipGMSGqtxEIU
XAxIlZyyxJVpt7m87RPNMDckBWc3BaKxeW8o279WYzp98vKFX7QhHgDV30yzI5gxBn5rx7jTg94j
ND2kydzfuWPsXLYoNXpch6UtQtkIsNIuZgtjz8NMygCGeHQ9jmVaYF8ygGIUFj3OzaDJVQSsN/LF
QpkqAl+fVu/eKFFa4q/GIF2l7q1sMmWHiv460qfEQEuWKFlfVfxSqzTcNz9HrdXlPEf6ZkFEMyIN
0m5opl06d0gbE+W6AmUkQXM0ttOJNN6MvCTcp86NB5SbwtkyUItWzEWihDA6FIFdtlVztqBex2So
4ngIylFvrNBtXIxQAGqbr62F1tY8GAuAW1T4hXijjto3oQBPUgejoAQdgtWuB3DtZCWFpWFrCwjb
TsMzi4npJgdTOmzxO0Yp0jkh/Tjbd1PTfsvMpUQcbJQDVX7Nx8W0mFbj4/NZ5ku/r70eJ4Y/9MGI
vhRtZ+bg+OyJBUfI08n5C7ISFE/ZrBfdJvMttnD4unK6VmM907xHkxyYUIOLTVNNwxJm5O9FgVmW
3QPK35Tyoj1a6kISNN5j6Vl9OcKd8ZE6k5wLvDOMwICo1GaHSMvcLyXhsIHXU3sICrvCBDj5FWHL
RAFbn4WBbM2g7/hieqXzTdS6aDb1MJZWODg1Zyr6jvVhQgl2z5xWzqFz6f9uM/7vb6VbZqtBSHjP
I4L7GhekkG+MLRqXqopsA1wlIsigzIdJBr3Z65iWZicRx6GyPeQalrUimWZCDNCF2ngyF7LbeV4T
pADfof6NZLnxtTJMwDg+tKbD9GoHp4zDtsn16mC2TTqEmJo8Og8EBnpEL0n/nDRgpADSlVgFl4pe
zaUlq+Y6A2PmBTpk5nkfa3OXHOeYozI+TUt/xtmaYqkj1vxetwYI1X2S6trGpBZL8VXRJUYgkGBD
bt22kOHgIw3Zp1aW4zOs6V4H2iJprZJUrn/JzZpWpSZm8QDuW35pnKyhQ0DYNE1U8powttLUrDQi
xT2xIOXqefQXDvycMaydYXgYLVPeeQN5SzxHumVBW1LT3bd2Npz3WoNkj1gK/ZUI7XbCR9SLq6zh
sL+xNB+rd6wBbEcDO2qofIggQLvWEklFqxsw81vOtlffmoSLRhvGG1+t1vTRcBvSKLutMzqLuann
uDTISIv6Bi4Xlo8NaT8E60RleTYP5nyP2VC7NXtJpV+mg2aiWNWc11irbB/5gI2rxsMtYlGzJw2T
Jjaesm0xmMWMzYuEGRgPJTIXvnAGFpi0SUIff6YMZhgXSZDjJEEZPswN3ixdVFici46RruGxw+xb
d62CZkOgxp6KWWzS5+6wX/YaxocA0zlbTxslxXgUSRTte5hFxmYw02IJrcRPv3aIRfKtb2uqvIpF
Xt4XzKhVB9IuCh9oN2Kdl6hoAkRnaYdAvDFYlTD9gAOO6/5bPI62QxCyXSDoWZLaPNitgbouaRLv
Fbcsui+cld1IX7RF7+4tHamnjtVipJCpqz77feMbobb4LVTuvGkuiq4xDbAbXsGVPXpngWbIaLqc
yFfIt+1sNMnVSAdNhnY5Sm0zelaDOC/3055bN+0nqPymE1oT7s020xJ3y0xHDT4ORpwf7Up6Meak
jqUdP6gG0CT2eivAAtG/NkuLX7DVoMoGJGZbNwWkLFzNEMpAaXp66gYZu9uX0Suxd3GWkV2Y2JOD
Wy+JkUeas8fSWqUjaoncrhzFZBYj69MCLyuoe/h4qKJX5Utf+vUXoAMDtGHLmGWw0HxBVzE6JjKr
whTnLCiSgdGUg82fe7nRIlJIO19+iUeLWNOs9BY+BE42jJsGwUke9nWXPtX4mjgKT3H9Eo1AJvis
lY1xlsyuh9QQ1qI4kKRN/g6HAvu2piD1SflymAPFAfAl86vx3EeMhd0mY0QF1C013N9GOV1LrymT
sDEn60U1uWr2E4fTFr3I4ssNtGQEVHM5pp9aqdMg0zoLbo1noY4PrCm2v5VOJV4X4UdY5SZsq2xn
4pnOq+zYQIhkXvZ1u/7xhNz5u0/GI8JOfd2WoGfRcboM08Lq5TYLQ6vs0Xgg5DWMw1wp3nFouVL7
MgiDdlTTG7mFq76pvmr1as8z05K+IyMuexrsjpUX7BZ7DvA42Vc516w/bavYWXEnzat0G8gIatIH
dSDFCh4A2jBlb6HM6W8u9sI2EJONk6ynCBqHtq6GL11pleQpaX1J8K1tjo+FqVKwHx4Rmht6b7Bd
+NAaW1fP5D18CV/fRkjfVIh23LmA+lt8s9MVYOKJPrWZDEWK6kGfgUD0mt64CJM9soauOlpe3p6v
b93vRuo03zoEGShlmVLHsctGuvxZ43yGGYZguBgQ2rRDufihAF18R2xHhfV6MtyXakim59SZzA4C
Hm3rcMhQPNbFHDG+o0l8Sl1nwQNheekuNXIY3FCEKvOgog6ZZ5Ck1HovWj8Zv8qWB3Jbjbp4U1QE
km1vuaW5KaYBTk4vJSq3Opqsfq9YK1AdT5aN8QvYOh1B3aFVmzip2uqUFR78wWvU3tJi54lmOMdh
ve6TZFd3buQEI0x0ZFqx8uAo9WK+KSRaqhCtR/scLzRuSe6cmwL3iGW+tQjfGIsdEYxbdwKeGeho
Mi4QV6KAbpaS+utUOCxxreUP5wUXPmewy3SDR7XFZKQa39pNcT74uBOt7C3yGjgG6O5gI6ZDs+wK
m80QDiE2MQu4+EfXQiF4ky6Zhvg1WqaufRtwfS4PVLHRAYVsjPSz0a/9clsCG1uRcY2T3yl8Q2QI
sfmf9prposhua4wDXzjnNO5VErXNdCkrHR+lVcZRfiuHEe0i0VbmtM/dSVpB30bYVCAa29ve02gf
DHVXoZ3p4JMQzccMDLOi1dkvTNmchzld6PTW02iaAwKpdISVhbH4iLyjvNwQbZ88U8r1XueZBJBN
PNeJsdfaMrcfB1FFDdgJW/8CDntCFGpUSgcew3nvjPJ9avfh4seFhsmgNxkBKPPa+SKN8tl3APxU
7oWisMTGvMhK6W8hAGi2u8kMB0s1K2vk+auqc/kuzdm3tmjFUfJ1sf1Ivq/V7HMOOsgj07zV0LCw
3h78YYrAY6rRQeiJxcP2543wBjSGeaqNkB9kHKcXTbMY01HrWUZAWcQqu+cLi8PERf4Z703I1/G1
lNKaDpqtWLPZ6QuiVUaHxHdnTuV0JhKvlUEeV211hvunq/aigfzFqh/5q2818j8N3qjSpwpK/RPS
VtPfA9AQ6myuNP3ZX7K0JXlPn6aDG0k7DnHVdLJHKZhMDro+xMBHTO5GshtLhZutH+bFuKXqJcWV
WeWtvyUOhLVEH7C+BAJ8TQFKCcfVHcr8pg5kH5UCaV5p968oZ6p533Xsds5Qq5KdmxnKSDdVxSf6
2ka9Ze7bDCb4feuI7mp2itm71YxmtDd+rzn5hM07z52jxz7R/QK+mo2CmizXDSK2pMNlr48sxK01
YufvED2lOK41PScPY0LtR3WAxJLcrVp3V5jYfG6QFyUzRyk1EsAE5NcL/LGYMRhNVdRuMmVqMRaa
GugZhveFGWX1dRHCuO56nuycR5z+mioKO2QbcjvwqOKvlj5aPoLBqunvlGdj+Ec2lnpneqfQ1rml
Vq+JT5W4r/iTOwm88mYee6vel67ePTulUCPucQoit3VmTZ/bePS1PYsEItDB71AqLX05GJejXksI
SGIFMWhAVKYv5rTY8QFzTz1t0flgFontyDDuhjytvpa1mRp704v8NyNVTQEDhWPTVa/z7jaC96uf
idws3d3UdbFxLQWSqqMsO+STzO8+hxPlQuMq8V8mPKxhcKoBushIKvzETm0O2boUb0aB4PIMtHYC
kGFUUzMBJNJwlw+p3bBB1CVfXwgq3XDlWt1QBJbWM/oGeHHx1pi8xLnGXGHE532W4JoqUmqwIXCF
1ECaT32bnY8eGaUMUlWO0ZllFp79SOwzX8yiieR3O4KwJFPLe4y0hfCTtHXlg45AR95ryC3L0Fwm
7bWJOEjvlN/2z6bmaRzFq0UBrMLZtbfiUd3XjWzI2cmS+HXQ7anb2FpZWC8Qq2T02E1Z+bS0CT4X
pdLmEsaVGUOqySnq5x32EwxX4/LiLQM8GELH0jcTBJIWVknj1E9mrZOh6HixqM5rkLNfwEpkPkSZ
GhKTo5pSckRJR/e8GueYKW6M+YNdDb6HxcmcuhsKQslD4SDyPiPhvMiPVTlkWlDq0vvcVqr9LJto
kDtOri3yQ0dvIzg7NiI/6WC24UxtAyVy5cR+1HXRNx7WJau8JqmATy/kVVgMZSc5XCyzOV8UJesJ
dqnCobfNR4d763Mp2PvXxkNSskTg0k/z+1yP2QIkudMPl7YBo/N+7ocqvdGBcpio+NXQX0iNM0qH
TbX144uGRKrvpDAIiixDI91tWXGSwLrQKPzWJvzRXW26yS14IuwtFRZta2enKnNCauIlXi8HrzlE
qQn7gKfLhQ9NjXPpEvDdYpynMWfYZ7ZtuX9YWpJ9w042crhYDKe6GYvEk2ET5y4HPOUiMA/Gpaue
+y52b6CRI+rJBrBk7ElM441yDFw3vogDLlsvS9DyogfQN2r0HVYUvr4rMtyqiqAZLIemf2vNyWXd
jhIihhW12mFgJ5oEWMXWkLllktnGE5GeBi4H0pvFRNxzUYyJ3jmB1Eo3+SKSuPm0JKiuDjLWOHMt
TFUnWBZH789EPEQ47bQmntD6YBTAOFNJiVk0Zg4S/Ym/XWTxBC6MzvXXfvAQgSIU43A956P1OAER
/eIWpvk0yaKNj57IDETh+sIE0+IMnyrGN0BWzZCr4maZK5sZYPXkKTrKrqlFJC5C/zyL/ZCHDkMh
IgleYdGfpH6MOVxZwTy03nPtW8zfGIDWpZmOcNL6qDKW7diCOD0sMkes1Wnia6SS6M5FtRyd24mW
z+RptNleJRqiSXvMmXm5lXseUt2mr/YdR/oz315JCujnkhvi4BHZObJSZwnxfdomcSteEGcPTtHo
mn8IenuqfPOouk+pzLGE2m2lJ2yv+/5rDHj53pZC3Udljs1iNiDDhcRvG3Cdskl+a+xm/m7lpdNt
EkqXEmZN2h+NtsA9qgwm0daI6vahEZr+BR6Sy97SxLUUgDXgi4yFiB9EaPkAa8PiAV14XdHjs21a
zL8mcLcbS1RYpTTwd3XQL21zP7W1d9vFSXk9V5T2g27Q8yd/sfSZ8T1XLRXlpMeEhoHqpgEcuXr4
RXzXtUJkmzrRlpeqgEoSVOB9L/MR+XMoCLu0Q1G52N6Bzjl7dLWJtuuzUeuDHrCME/pu191MDvD3
7dzqgP3UrL2lcckRy0usWNvW3mJCS8Hyk4AaWTkRmUeD4xh1oIi3TjIAyzQS6gackmIKNn1jYOni
eOVP4D1atfCSYAGEfWWLNKQGZV84Yy/iTa4XTRno3dJAG3NTYQZd5SccL9o48/Ym2wjgia6foM9I
pq8Gdhc8cVUdH2xVE5HVd6Z9X0eu+DpKVECbObN5uZ47tW9oRFn0iHGD/1eiUkX0Nwzxaybt/tnv
0O9hqUvSN9eqsTJbxlQ+DI0/f2kTvbz222JudtoEAGQ2K+ANfJ/614oY6y9ynNqc9INsKahhu85t
TSvgwSHnkPOkUYLJQ3GuoCT7kEG3WPIRAtsF6nA4kkv9NFCIBTRkFPpZmkdtGsoi4jhuRpH3jH0K
6FSapurcbVvENn7a+GeFhZcQv/G6hRrwidhbPtjsPpQ1+k8U8Cjoen5ffHV7JOocaSsDTauLdSu0
8zE3cAN19XO/5BWmj4acZ2gHEVyw1KECFgjXbQ3e5YL+UcyywmRR+0ffxvUauh7LNTHvc4H2Gh3t
7ZLqIOXmAQ/KpuMAnm5kPLGpZrszoog3WFfP/FqW96agrEEeJx/8Vk/EJ1iB0yf0t2iLuxj0zshm
08DKb3F4tAg70KgvF/IlSTykH62Y2A3W8bckNSkRsuvL7o0SvXZBeuQZaJt41wL8GINU0jgCg+hH
EEKQ3n8WbOlQek5Zdl16nv8F40351kRTf0Cla41bCs7DANBHaIAYF39r4u50MQ2Elt9M1yTu2Z8U
ZpVrym/RxeAsFSbtpJBfwY2rfif4Sp6peBYvjp4WYotWyarPkaiyyKg6U586b9BJW/SMS23SIeHh
XlEvGrpdyGVx2z/Fah6/1OPkUTPTsuWbn88LOJUORS2WZye74JRfoLKi8IzX0iompAu+6r/hL7CZ
tMKa30i2xrxVZeP8MMvcQjBDx2sMdaX73+1BMvGYd10TziyRkAWbvv5qa2mh4HBElkR1nyQGC+Ak
7q2Rsy1ftWa8LFERVyvARhSBLoVbsLlGcE8tqm6PxdwTdRTJrnzx9FY86rTEUQnIpfyU6n31YA6U
OUD/zmW/EcssyMNKM1OGcwTCdAO2BK9plqfR1bCsiBi7SfFRJSvhyydbGZMTRhpegDLaO0skzfeY
/RNGwi5bqxdaVr0qq5sfBAbcJweNNDPTTl4pX7LERcSV1Bvp291FpqvquaStWwVOXeL3tyvDOmaG
zNotSXjpA9xaMpb12hR3dpxxPE5VNEBYHZC2bWKwbsbOERoUhs6dhAgqXApIy1vDYfObskcIx8a2
X5YYx0pI2lb5AqAiZa5OYJZCMt+hYLpeUkEU7hKLqRTl/bOwcXfw+8n6EuAlzFiT6r62UbmKIbeZ
Rlrv8Moi29HA1XfbzPYrdjg533LNRVaP38GUN1NrsCvKB8Ng9nelf4uNpHxQeoOTi0kUfZ9H2o2B
x0YYVzulK45tJqZiAo1w6JvrpozP2egSDWhMTjDRfu3NFeuMnK2eCVkMPU5t8DFIqYiDdlznrGVT
4tsaBg6e7WTW4CPncUpBaVFe4J4xkJcbqOsL7rpqzBZI0L2JGr+MpLuZXdwpjBcSV7e0IqMRi0Fk
9nC5OI5csvq7ZvD77uRK0n7Xm1z1nQRqUwEnNAwq3mkrnKaXA6Gw2DZwe+d8n2XOUWExMrKz3n5w
jWxvLjjjMfHXQIhj3w81p9+Oxjl1uivDrDatfWVRDaQ9vXHicefIo6Tk2dnzsfQulZZ/0E79pxax
T2MdjxfVBB8N77t2tywKKiAajejEdNoHjQ7YFR5W9cdXsXQa3rZhmb5Ap3Wik2o9DI/42Iqtqtvo
CTGJuLKFpu1+//BPdQ74wMijI6YNxrlJZWV9Nz+37nu8hYZysq0zFOqTPnXykuqEOHpsMLde7kx/
KPP5cb0VLYdKEX+rc9qHHqjbsM/Kto3VUTRYMrauCOI+GFL/eFfoLfmXSGKQW7+/q5F+LwogDMTV
oCMpM7XmYDtsW22qNIcGPewHooF1hP7cXaePT7yO6yHrZmDY7kkvf4ED6ojc8jbluq7Ntn2lQyTg
fECPw3S16yoBM/f7F3c6abgkkRXcnccyBGXg5Baz1CySkb7epq7T6FBruIIEgPaNBSr5g7v79VKM
Q3S3Op8pzyWs7v3T1LCIuO48OhvNhHtptw1tf1BeNL7BAP/+rk6nFvQIHwqE6ZomIQqMkfeXYvFy
l4Hb3WhRQjEu6Tx307UGh6Q/v46N+p7hyAQQpvn+OsVCnKgfpUC6Jss6OIJtRT0L8wNdzK/DwoL0
TvAlqzd6InEyhfFX0xdHZ7Sh8WDdsawLNm+aWe7yJMm/kh1Ft8QaZ/2PH6Ll4SIn6otAPOH9UGv9
PKcLz4imhRpV5dbNjhqNcWydJtn96SNEQoeanCQEJEa+e/IICR9wGwKmbIhwnTxzUsi2LB9/ul78
ELStS6BFdsOvoV7OnCdm4Wf2RqLZ4TyvA8HKuvkDadHpesFVUB+SgY3bA2eGab0fDunA0WkcGsJt
Okjq0CqMHc6ACrsqHM9ST9ubP352xJ/Y+DZsV5jiVPDrTK0zUfm0NkZhADHXfHknajBxv7/Kr8MP
88mqBiRXfP3CnqxKqkYMToVzxeK75nXqCOC+Ttt/iiqh3aicDlTieWwOf3/VX1eLVbnKUiGQULPA
nzxLf1R+LIvEYi00FJwCqrORDfS1gjfw70v9kanp/8+xdC1fAQp2r/8iEaX/1454h28DuMD/Awam
dbf0nw1MtHOr9Nu/vlUv/zq8duo1rmVaffs5BWX993+noPh/uSTPIBBdP/bGD5Xmv91MOJYwMzFS
BAsHtS+Hf/P/YlCcv5gVDqvXj6RC3ux/m5ls8y/ibkwWGB89PmVc70+8TIi/mWT/8xEVSOAYLfxA
ZGoO+ufTrcE8Vo1DNzoLMWD0KiDmBARLhDf/0tBVgU+XcjyshDHOA+XEwgm8TnH2g4a6Ah7nYcp2
GR4pmEX9OH2Lh8l46BNBsS4i4RBSNL6RbDurSUBPlXR04PQPM+cNs2i9I4z0adyYcqbFAw0VrMbs
Rn135ehzRUIFWc1v4C8mHHzSjebtyCYQjFeuFY/sRTm0IvFjB1g5K4aGRj4GQDSDECZAED36FFg/
UxLKLzp/hGlvFJ5zP02Jy+05+UqmVjMpEzD/wf85AjFGDbqDsq40ifKrfCzFMOu7y8EvwTqVZt+d
exIyUCC9wt3GYuzOUxpm93rpG5fpEtEyor3BMaDy5BVKJWB7UIVa+JSSUo2yJDIqd1Ttfsh1c8tv
n5MzE3fnRYlXNmg5AORhmk9OFOhqSYkN4QjTQMbM2jtIv8Nbn1RldF7YPPdNm2tIYPwy9dONNRU4
ilrZ+9ZB2YSwXeRdnsqQsme0NVodjGqElA9Qf4MkZGJ5lAGQR//aouxMVYhVGF2eJEhQy3r3q9aV
3oRirJLPda6LZ81u1AL8N2/PB8dHIx5hsD3EUYbT1PLKpF1LMcmDoD9GdpeoZlgUep5flV45XK06
KGIePKRaIRIVRlnirfooABrmhZs3WMK7MaKqUqXmo9lp+jHPmmblPZH0ULrC6ei0KxSDKq9GooNL
O30AdoXJmXnRPGSijL9XoEMBvtCx9dAOlepz6XU0DssYp9FWLPaPS+s6ZzW4unQaEYfeKJmizkVj
76JYdPH+7mL6/tE5ZQ3SOFS9cl28yDXOaU9RAW66NHWCJssoA6RuMtwDMOJXa8VoBtbiZ8eiW+rs
iMRk/E4TdLoSrsq/p7M+XM2uS+eplLFxgYTSBBLvuNE9/ajYxTnfg00togzAatcWtF2MNC0pMFND
2aIBXWHtbrWPo1rdLIKXSCb9JL728UqAU3NPyI1dlYsRKq9P7jXftFQwpov3nGZS++yxCqB90aT2
jV9puUV7GsmDs3TwSjWXrkaIsDI/b6CVGJfWJL05tLQIpmQNCNXfUAo2Hp0WA3CQy374hLCjlCRH
qM4LHY78/VlnuhQHWpS6nGtp4mADm+aZZHM2Zy8gd8FK+76mbvLcrz6nc2E++4TWvYJMahHVkf9w
LJb8FrTN9ASebHoqdDO/s6bEWvYSRhCMcrij076WOfUsk+yIu0jiwwLhZiCrMhyEW5SeFxh0VuF1
PrhrfYCFjbbo1k/ZpwWgSa1QDG5AKCog0H5Qz0kv6MiNetoBATYgH9HzVPiLZgedJi0r+2zom4KI
BRJOXibkXV+MQSpr04OjUvzsSTi0RLp4m7Z1bYVTEifFlgwm/7bv4fFtiMa1mrAjPAVR3ozYfO8b
8NyL1CbshSWMtwLpgD18RGKSBrADRe+yoFbtqP4vF8xWh3ktmvlVaVNxq+BlIFPVtYE4j4ROO6yG
mWmG4puwZcB/z3wltGoD471ZYIGbzbnmQyUKmQIUjE03K5Itrtr5c1+b0JV9J6VMPSxjrYJmmlMo
NnWyUMiGaOuE2pxpIkTaOpRXZUxnx/PJbgRPOI23kZ9Uadg5tXNHFon+2rPDgRWhlJFt0KevcM1B
mXAbfJSsmxS+Sn4mKD7P1H2iTAO2XdPiqHQFscRrIACFqB0paUKV1Q6oPhDwpk7H5o+GpvmIqBqc
dyIQ1x+IrPfutSLvAPpAbHF2Goe0KwZW6YduN2TNbbsKbDai5yWFRhwbb0tFQFfYxqgM7xWnxOKs
W5SmPbg+YpDb5L+YO6/dyJk1yz4RD+jNbZLpvUzJ3BBSlYpBGwx68ul75enuQZ8GZoC5aKBv/8IP
SZlkxGf2XpvrCuGMpjpjTZmIRASgQUImeG0E2hoVtPcZ4I5lMj+mzKVzz+u8jdZr5kV38+VJSsIt
o0B7CJpMtKjffVUVb6zDZL+TMvaOiEELVm9p2//uRIq4im/vQRxEpLMagqvQ+wo+h8brBGEiJ78r
7oX4/C/1yO3f7+//Gm/2aOj/9VZnduFbroX2/NFp/bceyAYExzkOziHosvZWaonYc2t7kE4JtzEz
dIbFEFTHORu8/7nqsP75vwfm/S80tT8+xP9HTfhTfDV9+y9FIP/DvxeBlvkPrhJHx8iFYcciN/Q/
Le2m9Q+sV5RftCR4OXCN/J8i0HH5J9NwHkUijnPXoX/6D0e7Y/yDZh33Iq8W0zAb1+n/TxYeHeS/
Pi/IGfFF8FOoOB3e6v9eBQ6gT5g2mw4aWuSyBHcUwcaYFOCUfuG2b2t/hQhs6yCGippe8/cs0q/D
qFI0jvGCNaAAylzZ1afSF+5p5MMg3h1m2LO2DxauYLMGhIljK1j1rX6v2HjuYMEXz+z6CAgCv/9I
xzkodoasEDXIuzpXMPN+WGkYrCJnTtoDhK2tWy7Ta0wsOEp6AHmxi19Cy0CpjCDcuzibCPGDAT13
ENQhz9XLqvQQIQrPKe8T6Wu7oaw/aru9U8GIaOhbXr+kvVbF8guVjB0hddRPhomqW3H/0lv7+Ci8
buOrut5ipeAQmwlpKVkChzVeko3kG2Jfm4xHYNd/SJrz19KrXtgq48QqxrOpV+2N+1ht7STxNpXR
yAOCImtPypi1qVor37lBKY88I0nU6Ao2EMLsXR636c4EwxWydu0h9vRWwVGEas5H1r6VY0zsRGMt
WhgI0w2HRmW/0FopisdxeSmUdI+phlYhF0BPcEQBabf+yYBeTraT9n+73t91KDCeqmQ42G6nUF4S
EojZ45QpQMWTNE+WaxCOjoAMaEGjcGaOZG1zG/8oYHzsSj1wyb2koeVumF5Vbv8J8rQ5dl4L5L9p
3MNCVPwuXoIvnOFXwoiG0LJzczPADwXTlqurAHsF3NGRkEnGBe05QsLOaG6TNeRnzWMNowN+seFV
rQqrCPazIvMblrzHosQLQMf2e6uAvBRrPXtjmY4RMieH5VZRU9imx7QxWJgobV0j1pGoQrEtPAoD
tNwLmjoiRrLuRiXbfBo66540UcUOdTScXkY3GaWZQDPgD1u9c7/Y90ePuJLZ0E5JYUR2oaKcOPfV
xPfo1O2JYiBkaHYS0jkkVfnmanCx6g++C4SHj/DsxnhlLQRHG8m9YpcMmQ9za2LvBhufS1nBOjIa
Y9lBY1dr3QH/Vk1oAFaybxxei8ANeD3t9lc3FSxY2GHqhyId1RGod/PKJAWliQL00s+EBZGywacP
IK7hZlwMgKiM6rPe3A7NyCcI6MwndmJHn+tfWyuxfmca+xDNQj3cJj1gC72vN+iDMrj+amZOZ2rd
ydAn69A6isUHq2BvLYFrrpHrM3QYqT5yQqXsKjNQ0/FOtNaQnrPYcu9F17LsC4T7Z8znS1B2a5j9
W8lKK6oK7tLaN4eINHSdbCFaKxJWyldbQmwrobO8d3WS3cq6VnCMnfkwkp8ZxgMMp5Eh3jZfeuRD
fQ/lfnG66cbDffKITX7GJ2OSp6nJFudaBge9fWDTu12X9SiWSFQ25BxvbaXBmFc+zpqhL5xDHxsA
qxf0qMU4bkUCgg58fQeMLwNP5X15rvKOw6D0nZfmFFgkeZ+bpicBciZSeOPZoIh6A/9P4C7aPTVb
qGBDxkmEsRGl5hTjm3RfXTF/LChgV5bpb4O8jPfJ4K3zygfr5wdPLutmtNfsW+FhVfjBSm9DjAUH
bDYlp5T9HtlVcXBQ4DTpKRPDucg6hp0nOC4Eet+bREfvAevhS8FHmboaaUvB3xqIeknqcjik+aeD
ueWM6241c36cdQ9ybAtDlJ87OCfWi6kFip0nl06c/ePQ99eBQINThnxtJ6aU+BsF2K5DpE+6oroI
3yleIV/5oWawgp/izmNdW4+Hhmp2rRqUnpbV0gSZjrfVuW+gBpPEsR7KDuxwb5OyIQp7bWfodlHI
sCZcVRK7kt0MxaaIWzKroEaN5Zq06msZlB/z3O/Fsrzk3BNJ4x2mWl9n5K8YwbC2exI0GsxEgRtm
mIogCeI3dvEoue03agwU+R6/dnqK0VX1tnlBLXlLgvTgOHCch/5hOb9TtSrMFCTnOAbGJrBctMWk
slhd/1GmGsqvt9EWz84/Y0rmu81C8becaR8LXyOnjz9wCopbgmLfGKfQJjCIfoKuo6c5ymq2rN9D
5p9nEzMeQhBEP4Bmxd0Tln4N6C1O1K1oBAo5y9Ay+w5dGTbFYJLght0xeKkT/48spzJi4PEa19O4
dRSC+5UzUldWown73lHDcTCw+WXDyPRFF395wtDXOlluRg5+IkJc9HJtTiQzx509kxvRTdobu3lI
d3kTXw2k2Bid+M3byVmV9G3HuerOpojxuxjtmOwKNJJnUxETSnPklFsxjyLyRuU/1dJPvjQ3N365
Piy2FSDzbms3JQtRZK3pebIMXNKoRc/oGYz3DpL31M3Wt/DmJEzazP1ucriebS94coKRmsGaIGW2
6IB3GrAtNIP6iAOn0eadqgr1MlZVcMH/Vl/bNuO0ELlEPOvSQOd1qXjmHv+NedGPbEZcgIC/mj7A
BtH5wr3lGVEJWjvvSxf1OOfBQbC5Q3bQ2kTsTuluFkgn3KLp7w0IxXWrp2yXteX3ssBc42RqIOuJ
vjwJo2XIwtG/ISMNiQ2WhtjvvuMK195SEZJXFvm8MofF2Cd+rTbspZu15rrl9zCI4MyD9SkZ3Kz4
irCtsffS9yotYL01RLqLsvcuBaucEF28uwOYeYl98YHKo9tP9fJROeUj4qfhhej1VdPQ2Y1zrr+g
ENf3XR4Uux5ByqZyJvlWltIJCy5nvnSh0F4MFrnE7PdpFEb/NNElrZGsJrhMG22TzkQA8wQl67rq
llPCWG87LpiQWEdccZawZc8TLIZ9P7orO8CcmjExyQgq23VAAt/cAPU2c6bSqlYJ4TspCvuPCsjz
xgYXc4jR95CMgtwmbAUZDZkFiRmhIN5my7/nnSc2TVvmDNJbsabsAmpeVOm2R370qzTQTeAko7ka
ybVL4chErarLbdAUEQGYlHjNucUoxiOo9dFoO2etm8k26pha6YzpH6JpWX7CLXwucn2V6qRUdGQX
tMwqhRvfEiMm9M8nG4D5OxR/FP9roc8vC+rCt56+uZzTeRsUMvvtw2eMSqevDm0lhpts/as7S+yP
uQOFtky772yJx8vSGhpmNkaba6fG61CI5NY1Q/7mQdZ8tSAcX90apLxvWDhqamD8JJLLl4JP8RQk
Zhel6FOJhfTyCEkJ8HBzNPPQCQbKS3I9uiGe/uSxTzqbr20wqhirToCPzuLyd/JwlZpIs8DzoM0Z
L00Ad+qRkuGOQM5dcsR4SJ26fkIgvbfzmQTAZI9QU1ANYEVw/ZDIwIOZ+e/pNL2NTk3oi06Mj0Nx
NyVb3cW7gF8RNdn8AFISPYpxbNiVsfiVkdIzEzO7GlR/H/uFuo0APCcNDtiAiKDCpTeCftsuS//k
1y5su2LTjqhVq99670VAp4/IsZj1WaL5LDX/s5cx+HWivgZfvg5++Re53QawoiAkm5SS0b8QhzWG
hDydq2HaWn53YLe2FpLQhEo+ZyBxGd2T2YWznbnMUzIm5c8wFi6uQG86qL53TnXe62DT3Qw3opCX
doSVjXg6ylJwIECzKZoSjyLJE+RcJW6KVpvksET/YIGrhejyzRDfEN8WZx2/UgrTILHfICgAVzc4
xRY2XlzIRK8ZKNkXpePRnAmYI6BrIvS3JmtBryAdihbVH+q5MwMLazfUqXGrCQvbVV4NknTBZECu
B9K7k5UExocBOPuzc+xLMk3pCoypuQXyh6I1rcYtwQnJUwm5+WucG/TceUbkpt7/WAIaPgPcR8Zq
0kdG05OKGXvjFQPevA4yvPK4Yq1rWaL88Pv7BMiPzITM+PLSot5QQImfLE1xW0169l0t7WWqULcq
j1dnGN70KqteAyLEsb/ijRRb8tMfkQ0rLgWUWzmsbI/12AUC9x+3Muq1hdIdfDw3qaWjSWR6i4HD
cX8ETl9MfYR+6rWzGZXlnWdZ+Chfa+UQ/Bxbh7SSPzFKyWiZZ/OMW/61NZnXx7YkdKD9zjJItUQD
WGujnoEjG/kZfW3yFZBshmqRyKollMBTw9hAp1kwY/xi6NTCO2ygbPnLOrfScU3paYZDXgiS3LzN
6JWsFrj2yt3c2DtS28+ut4zPRKfcXR+SDZrVu3TEMzPDd6/ozgyvWNIl6TfES4V9NF2PWrBDbn/g
ehMrTe/TQ8MNfMZYXe85jtIjolJESy3TQL3UXWLXi1PcUrkh1lq29kBGA9RZ6y1uJj0qbel+VcrC
w2YbkdWRdWlpUTYEHh18t5YEqSKs/1WWnRnSBu3s0doVLASqvgl2DffPtnB4qccAejluhaM9Jq+D
ghs++fPdLNJv147J0ij9fOsO9dcg4VT2zo/v5F/dSH5PjcL2Jc1NfeM4lNFtzVEEVB95MuFzBhlU
J8ZpLoFtxU3jnIxjHatEZ+0M7WtA2ldqw8YZbXeXmvVhKrWbw6D+q5sGxrlmhtjOHqlmNd6/JHGI
rVvAv6ajY72wISXXz2n8jWsRFd0CfyRYgaCA2tBDFmH4t5u9RUTxEWRDdrHxQ60DL++ZH/f+EePc
c5DT1jhxG6ykV3/6OEh2SPvcHXPsglYnAH+bGZytwXKztPLVMSoI3nbNEgjyK3/PwUrVL+aBzEu1
gdC90WYUntLUHZfEpbWixsf2v9hkrvB6rgKryTDS6iXFcmm/wjMrXvGGt5RfprZH2tK+AYeoTprn
PHTMTOw6r+zuXY/wOWICS4jTAFdhlWIdigrDacOqNBF514BEFXI58K2UHPhOhpPkmv8J8AHs5o5B
sKun86l03FciJeodWrjyO5ZG8wK011yrJa1+sD+SxmXP1cab7DyaURGFOCLBzIC8jSzTijlzrHwj
yct9V9A7P2r8kl+sLxlups5PZvbsdCA9MA7y1IbxKzMVn7GJKH02aUKXuxar79abuHXkKOqD7s9y
ExdWvl7KZfnORa1tleaS9D7XY7yKC61+4qsBsVsEdZjEKalgszsNYd8rklWqwXu2USI93AbiDirc
euosD1h8o03lrmMmD5d4qvhmZhySttPfrEHVN7px/yQrwlF1IpuPE8L/kO1EEeZ+jzU1mzBHTS0F
iJQLk/gad9PS4Bb03HSP/UV/GXwjPceFSaSy5uXnjBRZADDIBFFQH7I48QU/shze1cDX0E3BvLd1
qe9xxJNKr7Zpz9OSDBhQ/MSteXdwWa6qieDhvjKviF25sIdxstedl2V8hHNH26yW8dv2VL2lhKlA
NOhi5xFJ89SL5d3Sy3My9uqCUNxfW2hkI5V4oNtkZ/xRcYMZwsi4/lGpIU7OKzYWaHHa4nkqpu86
15YwYMX7XLTWI3vaC5h4J/GHoaFrxJzODMGkt3709MC+hYb5sZIzM8KWEQxQdO8y29Ii6zX5MFM/
ptz2CK+nwTkHTKBXCaDsB00+Mz9iyBy7xO0GTqiaz81OSXSvkUjG+nfszBKHb6GO1JviYedIv7q6
eBbx/KERIw5P2GBwNJSRGggTSdz5oBEUFOmtZ1GKDhg0hCK7ZC79RzBJpr9BK2SBZE8GO7BGQ6mo
xiIJVuMjyzhGjRoZDybDNDO56Abd37myL96s3hC7ioUhn5ixHBse7mPMZP+aJ/b0lGbCevML/dqo
Gu9WW8cczGphxe23OiPJpErXmlPH7aomYGbUl4GncJkvKNccerpK3KVEIa0vhOHZifZwN5vciQ7q
G16I7ocpTUxK8bQcbE2YOyz/cDRgeLuZpW11suauM5HhkJzR9/sby8pJ7Zqm+KWu5F9JmcZ2gToh
BDICejgQzrZZzIzIQ/JWGSqSKaK32r4xaHz/OZ3G/mKpEPteFU5tXBMbatBITlgnRpluifEjFTLt
/PEELHITY+BlcykAuvA36x71dk5wvQosuM1aPT0XaMJP7RSbm16Lk/1iFkQn04d8uAQyF5217JpK
NEfWk5RRtnNzdeOSC694qZ2WfqlOGZ/Uo793nYLCk30arHhlHU075vqcWv3QdVBIUjzVVzlTSNKE
mng/uzLKzIThJzjgXlu6eQVneOMQ3BHhgfvSTe8PfvCPQqRUuJWOCUx9GIWl7erA5W2aSh0Fu8Fc
oo1bd5sNJN0VeUGQpy0+J/gDZkw0OYDW5YBhCIePYbfcxYtxtyf5yDhfNgRRIYFWQbC1DB+PiqHY
SXaMpbsrEX9nfamvY0AlPOvJ2lYdJdEjOFppJudW3a8BpP3ikaZ3FM69ZIG0igP9ncbsEIwU4R5B
BOgUtpINz19mGFEbaM9ViS9ETir5E5OXliJS2FTCJiJ3aQh34gh/Q7x26Ab7SXdqVnF2/pdA5mDN
zL36ReaPt7LJvovcBa+DsqZvo8pi5L/5E+E57KuKeHwj1S+/dCZbSrzHZHYMoLtdQ3zUjFPG2n7S
/Ao980FqhCJofJBBERCAIDfMRkKIyyaWB3TMi2iPHi5G2vp6uLid4UaO7pUHq2nYZDsn0iAJ0sBm
E6p+fp4Xo1vPyfxuNw6RaHr1Fw8pFHE93qa1V5yK2YSGPvrbkXH0Ls0qdZzqSlsjpT4Q89qfcX2O
O5wWnCkEDx7zwPvwcIX+MZlyjvHyCndfvSRuAbs9LSzjOJbtN605i/mMOQEGTu6SOSWD3gFKRv2L
FnNI7RuYaf4ZYYAgTldzqvmEVD5vGN5mxMr0o4ZM3uvSq54uHDnNbFjtuZt1uWmHZu5XBXtoBnF5
Dyx8rgdRfkM1z4kTLdnIQmEEixLObD5x7c+L9xhID0QYQZhftrHlaHQFuN/jcFFF/QdDnH2RWaLl
h9jPWCyTteN/GIPVwixkoPmbeKXAh33SpN8d3qeD2SbQNTVDzAyvTXr6vOp+zZBSWehOn11C7C3P
ypvOtpkoG064g6+hpGRpTJ0kThwZzNpYlp90WpPnylPAEiZLx8ud67yrXXABhlI+j1UujgsilW6l
QZVfayLWoyGGk2rhyabRyTNj0xO0cgsM2jxfT8QRB0i2BW/u7gPLiByRkTRD7PC9hzzuePYnVIGC
icpywLuB49/ytrP3p7N5lSZDMgubf/o0K996RspXryVJQtMoxq2+8jY1OISVO5PvGMzkB8fQrMKl
4TwLRO2Hc52Ird6OnwDw7x0WiP1Sl3KNGS55CjQ2UGy4Vo7GMaRVS/4axxnFSM1mOGZLZlKBcbqO
WPDQyOcemYO5XRyGnE7PSMCmqWyIEInNGN/IIp5M9hxFyYQ762LU80h8DIVlPhd3Y9KD38PQTl/t
rCEhWrj/2PQ7UESWTK7dilfOHLuFHPgq7u9lP9/YcnNs4HsO89y9zF0zrm058haPship5cytlS5i
3ybZK/3NKw+pGTaECklL/xAYJjw/een9ZY+D7F6J0frL0EvxleG9iHTFGyQqIHO9VvJYQFx48fGr
7C1d/5OMAI+KgeDx1WgBNrZT/qqYqIfJqy/Z5PzYC7cxgY3WFeHAynYBq4wkHTC/X4h3Wc080b3v
LJ9M3au1MYE3iK28jyTVyKo10TW4vWBlkxvOridlUbrthDv/YStJCcHVun3cxuyKAppmjnviBQeS
L+pJ2Oty8bKtNi4pECXpu7euHPuwjMt+40IP+GAKjrZmehCNJ899DzTpcsbo8d8+LzQu8VJ7x1tH
KKXJdT6v0FJUT7nqi3fWbhVWFMoH5Fhn4Ah/lxohUKH9JunSWVt+lX4gfSFdIO63taxwM3s3rvWV
idd4Ue6+MFO2J3kl1S6W9NGwvoItrf9LYDD9txtKH5n6f7j+CkKgydgwFmKj4+qcWc5MkGpFipTe
Ns82qR7nxzfYeSALnAZTU6eKJ13HINsDNVmNgMP8sYgJiNEKGWroMld+vFzLrK62ddviOxrIhFyS
Yd8CcFvJMv9NUMmrO1WHUeBM1fJdgk2XLIac6R6Z7htVNr98tkPrnA+bkjlTGyuI2c0q7ebZ2Nt4
Iezyak7lQKud7hyShLDSW/MK0dD42Y6692xYnf4Lq5m7SjrlRSYNwlNVEhc35TnILp/dhm0KcWLV
KJ7UDHPLYEV1RzxM9mAnPSLuA1gaMthUU4JLD3AV0x58+S8thWJUqhjpEta4vY9L+LkDT7Thueu7
R5zyFKKonDc4AmusOaYVYRfIj4mruojC9je35QOiMHK/Nywzkakw/ghkvAX48Wz5mnu0StQnbpOf
ajGQJoJZ5xwU7a9keUzfiFVvXfVjGt3eKBbu+jKtXxvhnzu9tSJfUr8QjmtiZZIxbm7H/Opd10L4
g38hS4BDJbr8XQGlQnxnFSHxCEVUefSCXa3LPQ9jdcHp6RzhfT3CDJqVXSZPMb/4IWmDcM4fO6yW
vL5IZ3dMe1nZx6BAjzjg+mZI89Zh6GKZ5XF/Wd0ZE5N9gO817mrSuLSpq15oC8k8Hc0XrSOcA8/9
rTJa8qkJXIIa16IDp5vC8s22ShCxZjeIfiwrZrZb9mtapEpwxcT0SNr0Gx1digam6uK7KzGW1Vql
Q7eRH7mr/dFgKPGnEXMme0zqwKOCs1mBumKObtrsiNV0BgjocFiPv7q+/+nGjhicih69LWgJpHz3
k2nm2mcSa2L0vME8CIGcHYIYwkIbr2EgiqhkZBxKZb4oUYZVlx2VcgNyh7JxucMLcS9c+nK9mI1F
xncdiXwkPw1qf2pwnsYNseVdmexNv48jz+Upyzv2EWgUuTmtdt8NBb1Zfw8GNz+krTxhqr4kyk3P
KTlebEXLnHh6ApQ241iyCPbs14FlCenOWnaNVaVFHm49mqm8YSpaWf4BPMjLEtAeTen8UbKySHhD
93xCV3+EHOSRJE5TYoWpWQbEmbL6s1nS7MY2tkHYZ/2fOSObs52S7ikPFjgMBULCdSYnJqYmcD+n
kt6yGo0Mc/XifToMBI8GKHdGGu4GhzFIMvvIYNtCrEX14cvGfvalwHM9TDh5OunCWakeqeh9dlGp
0VEhoVklWzBjBA6JUFfMfpGfJ7u6NG5IaJsjFFQyBBxkowF+Sr7EVvcRxtvdN1FI9i7I3I/xcdTl
MVYdso1ZWLjsG8vKJHoUIeIamnByjL3mYIAR3FaCAWXuf7SEifBbIcdEXUsuZdyvVcopSxS4dR6X
gvNf7BLR/GkJY2pJT+smBZygePKINcqHIwO2UJjzi6V4xVPWvYYL8a1+N/iC0oVgnaw4O5ixwtp4
L2rmyb56hqKCUHXm+dSwqjtMfzss/Sb659FkuqrMbYfS0x2MCxCEcSMHogvNYHzjdT2AnHpefHhV
BHsBxXcfsETwnENUQpfMeI8qla9rktKmUX+8/iyDEe5VXU7uQ2kxSeAea2tO6aWXSAfMfY0lKNWM
bygEocmbkvksBxOd57PlpSRqUpH3Vy385qJT2wVmrwiGsPKtPe0A4wXtIAwMmxYfM8hMNgPF1qDQ
3C/SNq5miQFu1ZcErUpvgvKgwX4kRUgPGZTeBprlbZ4X00V0ZF2Pdb/LHLZDjJX4DHX9dRm1rcB0
f8NJ3oVG73Nc2b64mkS3RnUAkA3tzRyZXU+QV8wsKmeseDZG89PzAD5q0sj3vBt2fsJKr24WYoaw
I/h436meyp9wkZAw2e/JdbQtR+N1QTxM9qg7cm/br+Rfc3ilonjntkAkUEkE4lkcbEWTf8iWnWCN
O5lg4npBMqj/+JU9X1OvJm9tanuax3SObAOMKBwC9w1aCi9wwV6PWbp65G9LIqMyjxbc+rBoUaSs
toGJE53+ovIZQFhjHfXQZeBOYHHlWFw70tjFnopsF0OV4ad/6FvWjZJbD+3wLknbA/FwCtsf3uMk
7RHBt3FGeLcVg1djLvYezMbeSk0202OUSTTHi18HCPhoHZv8JsnkRNnwM6tgI+w8HAdXPEBiS7jo
1tmDKOoT9FO2SIRRoThbU5nVQk09nF3X3kCwWAdEcHuGZtxbujq6G/8pJ09cs0lBLCamsugTQ2L9
YMHC2KTlCW58E9q1plH4sIyWRruLG3/bk/6DJL5NzQvCSX4LBli13kceiq/6r0VbxwqxnPzdAI8P
KuBso/YmAMoRTP6nIJWPBfArm/Bjm7DENw2utcx6ZOsWfnIKtOI5GOPy2MeOCmFZ0iv1CMGzONWo
YkiztopjQocvszjUM4gkU3r1UvW0aOkvQuK3U5ts/ca9pbb3BDbOWi0M/ULi8dIoMYLnxFSsq/AZ
rI2MCMLUEcuxshU6J53vawXKU//rGf6DVaV5zZshSWDXDUFuKNDz7LUyuMu2gxBJtmER3QcI4Jl6
L8rClKijEEu8u2yTMCbAsax7BjIGt16g8yWOmUO+LyVoQD6zozOE9pQUKJzNQGyJHGN6j7J2cV8C
9LHAKgh9hdWmv06kO8FEKaCgR/xwXmdHIpJ2Cqh3le5CRO0Wec/9MjlQSSI9C6zHDEvnXBoMI/kR
XoxcD3ri3CyR7AoT7mteRIOyy7X3GGySru6HcqYg0uzh4rReEba6cfVkwyFa86qCwYrgCDyTd/k4
Yq0ubPFOA6NMmrNA7Uh+LqG4E/lmaONEVLjdG/IxWgKrX/ayKZP7XHA1+2wdMnK5EXf96C08VcBI
RIP7M0EAiiH/YhHlGsCF8d1MC8221ol/cl5mKW46xxAelHvGA0fkVHOoC3nRJwLvcvn6mH9uWs+Q
e5y4AdRI8lPxC8awqjp2XDINXudpaiJQV5cmNzkUXEYMPZs8FujNEzIz1pnLemLcvpJFsrGT5ern
Sbi4j9XwQxYuDevJ0OY1Y1FIxnrxAkan3uqOfJYaLnChe/DQiBzG0qYYcT2AddzhDMxK1WqXuu3E
VhNBD16IhyUScv4uEWFHNcb9UDk9GAnBZC3r1GnwqFcrtUAub9Egjt4sn6gn3aPX6z23T6WdyEl1
toX5z1dqSDa1rcyNrLIkxLD6jOeXxZbOpNmfpjUcHYwpAljZgDmD6ixhBz6gioazgOLJQNdPBgBo
5MUyN3M6HahL1LGupbZtctmd+ES8VWoVJcBKASplqf1TlVLxqXp8r12ga5mt16EWtxLWIGnocGSW
Lds6/5K26mdgmUASSzKuiaJMb9rQmiuH83nN/n3dBvHvsuqp6URCcHPb7rQhGDfl8KhcbaoyBjTx
CTrzJ4vXdoemk+sT+0mkWUMAAkNPduPiMptfxuTWM48FO2w4Ud6zb4mlrV8Q0zWha9bTS0vVcuBn
vUKOcqJFzISQz77kOq1UfFs0u1k7GedDA9Fw43pD/kKlP4Uzo+OVyVjn1oi0uStZwBYjmY5vNbZB
MejjESn+cibiEHeSS87ZOvBjZ2+7NaURoLRtZvQ9q/8yu1uFYx4xK4znGpXmAwJkss2ia+wi3yXr
jMnXfC+h9vwZS6emf85i/8UZzBtl5OJHVQech4KxY0lKhKBWv88CK8E6R9hWRITp6pHGUph1BTtQ
nMSQgobGycg7b6q/sjaF+qxjYmrDAlHwX3NQDocaUq6VAJ5j0ATYKHmFmIxjC8GN+qhuz00nhnTT
zQ/VR8FD6q9SQG83SMDLvTYrxjLY3SjGwKAEIkyUgG1bBcTeUm7gb3kgyHT/cUSjXW0UlvTa2/A+
NxHegd+1M3dbB57IqimR6K/slKrNFlm7I36aIHT/ZlbFRnj0Kymex3vvGm2E8FU/2g37sbWdVoRE
5vZoBHST6EEAzDYRzJBjbJkvtQyKqxgph0ApnUY7qO/GYPYbku2/wGBdbY0OJyMVFduRqQ5lXpIv
H7OmhgJHrZcwNhN4jzmNvA+yFY2z0aX7RJNQWX3jZmXTvBukXFuVd618Ru/e8C6oaeOgXwNB37Td
cNT5dtJMfckgectwrehCtBGTgFPsQjPri7VuMtejNlyTkIz5xhi0fNNzO5L/6FrJAazdEHqTk9Lk
zNpxIbIwyjphb6mC/DV+OusIK4afiYL3sTMaPs123tRSjxfQp96GsCsq7YdtJWAHeBjgQj8pwQIU
TkVsfLVeBtQWFtrwC/iqd4bnl311uLIiuOQkwDZWXKwbC1hbR3ErkIw08cko6u6dAuxu+Qq3CzoQ
gsyTdtjmdC6rrHzAdmgaftwSyi8D7idp2RMt8HwVpv4jHVIWaxJVsuGkZ3LDQ3p5uN3bsUHFZ580
2TzHlfNNsBdXdGXTN8K/tzdgb7TNBOHq1TXZDa/QcF/yLIVEpXLIc9BytlnprIFKcWkjssfr1ftT
4X8VjcdiAIgJOaBLRWA2nrcP+DxEryXQadgvDzZNXrG3xspZmyaZu7Iyrv0DmBwFTCBP7sjoGQCz
n3yI5fGUFtL9hXdvWeVTVez/jbkzWapcybbtFynN3SW5pM5r7HpTBgFE1ZEBEaiua339HeJcsxts
SLDTe61sHMsQW4W7r7XmHJOOCXHDkEA3PnuiM7TXWSjUfZbAv0nCCLFPRfCiE3oWwwXp70zDUD9p
s34VzILOnJTPgwLB+J11toHyOSq8+6zkNYHDlZ2p0o0Po51j68vM+Qe4H9oezIz/oKAoLq1siu8i
5LKMJQzjmKuK+1HKh95WT6XH6dclKPta+fnPLu2sS8qV6btQyj8goa5vCAhowEhrhvvUCMeurKpr
IUrrC+p6dY6dKL5ouLnXrMrMLuo0pYPNk0zqfDg6cZI8kv2IIhhlhjdiDLI6unwLwvYiV3N4haMt
2wZZvZl0EG/rWnqHggj574CUH+Owb8/7gX4zAM/uOHLDr2J78sC+WjdZGyTDIalSc2GPQQPFTHTL
97pmSkqSb6TFEXX0RZINz7k9HOc2aM8nIK6oSvp4OqRdSZKmbY1/hhwFGHjsnCbTtCv8rt7YIAcN
p2+3TVQWN15XIulPWlIiZ5neOP1Eb1G4cgdpyaNjXU36Ni74hwnV1utUFM1GOcl3pJr2r9ZKkmlT
NvGmgRv622GBg+OPAJlSms+LJj9NKqCq5R5el7oqBw6u0owfi8BgkDBY7pmGltWkkd8eaEBlu8Lo
nFsqMLWVOiA5NebuRFH5K+4ZMQ5GxGfjumJTZtN9gTEPsWOElcu2j8AZiyv6Qda5SeWDtIBvf4Jf
54QIMhkeQ7txVX7rwP8FWpbq6dAM+hdgC+8iW8Yc7pjn91kKQ38OMA3MpAFQdiM9cYiR4E/o/xTa
xBSqMly2BU3gORdqR2cPKVY3oRwxfShXuWnMu6ERqO6zMHUObWHTfhnNJt+iFssOZt/bDNQxhIED
cn5SezAxbvVRmt15Wyl0VqVvdQctbP9cEsG+d1ojOUYUsnQ/pH+cMvyknez6XeXF55Bj3CtV4OYi
5CID+ujsm9wlrF7Q1rGBn650HLpf/LmVyEwcY88XAZPYm/07UAf+Uw7F/cwlnuHAcSE9zLMbrwcH
0bXgwPWABhAlpKLX69BV59wnMeuhl9raNZESaSC/974O9qbyUPMOdBlZt0Xwi54JByNdi9uM4T20
evB/jdbN17Txzkh4KNZEtF6S1fEUzSWMyCSPLxiGemsJIQPAfpmQgZxT75hOrQ8EDM9bwLbzuh+T
JzsdvpURdTDWbGRyVXcEXDgeWoPc6nG25a5oyPaW7vRtDI1rFNg0pAmqBS5NnHYhfvYYBYGJE8we
iUU8XHlHnZO4mFq3HrQj9ExNvmEHbDD4dhjDexv/nBns89wX274qviq26ZuhSZp9ZlhYjUPCDU1D
F2LlIoXaJLhf7lVe3qA2sOHJew2q2WUCO9GNFfHkLSnxV4wQtgNgwLvq5eXIcxsLKCt81Ezztgg5
qSlFB8qL6TSuWtc11vPUDBtBhrYhKF+jWm+8jrgOqEEt7P8+OnDWZtnRs/sNJ5bFXlbRziuM6lAN
kQuzL8nRGoLqDw3DPth1bF+ELe+kG2AvQHHbdtSStZk/oZ9xDhEW0AB+6bovkkthROKq6wy5Donb
476oCWN4rncevkbiDDjRIAuhLG871hskuKMJ9C7AEMlbSo2rG5KbY1l+GVRlXjcuSntyXBbnJQb7
b8jGh0Pdl+MFR6+aiZrxNPfh0huS5pqX+rpsKs465K7QV1rOWkE2EpduDhe6iaerF/Pav4I8XH9k
0Ps7dPb//VccxP+HNj4NS+G/2/g2f/LsoU7+tvEt/4f/ZTnY/5E2tCxPQ3iBQeXA/viH5eD+RzgE
F0L4gwTmEDT7l43P+Q8Rp/w3pfBhWvzP/9n4rP/wz4FeWCRfhDlZ8t/Y+F4jQAjkck2uzJVgRpCk
+BL4+heAhv44tSPNTEKVa+D7FWwAvy0ZL0fVZzFar+2CL5ciqAlohQOBySTpCjvhX5eyJB4nVzCN
cxcTRaWyvchCmNw2iSShCMp96I/tPTugu7fQuF389UTeMbea7/xSuBm2ueAqPJeb/vry1KiTnwVz
u46sJAi/SBW6uBgYeu9i0k9IeyGSE8NRNYXxOpBYdihhAnnrQN5+CmLH/6Isr0YGmU4iW7TZFSoJ
WaNP8xMjkzs1xxkwcAYFz9VQAQjNdUjNjuCPUtBISUqI+0INcJKq/HnEnY/BX5G/xfbYytsAYATc
XKvyH1G699/Z5dQ9pz6bU1dWHckfMUh8zNPw/uO7QnYJP/v/TL//PBUHJ6dpkedHLtxy2/56KlMp
EOQwBFgPkUcruBOWesh728GzBuMjI/ZBW99FquRD2mjaCTBGIsDgBSNZlkuz+j1ntLJXcegz5oKd
pTdNFJRPYF1pgNF/yfy1ncfuEkIV2PE+zTrzSaKHkfuArIE7v4URsIF5nD7aXVilO4PR8HjAhFn8
GEnyQHoLy/OrzRgRza9LaAu0DyNmNOBinYm7iYI8cZpsa/Arhiv2ifCqH5tKwaPj0H1N3Emc7ATj
u+YoKuSM/KAxw+DplbqDoKcwPiQDhSbOB2JZNmEWjRCX0TY8iJRxzCrXE72gplOOvpw5kzGJi4zx
1zDZVnWsGggAM1JJ54jaI7LI4xgdB8OdFzmbHAbFLVK5IPhiYsJSa79ywwendpTGpKlsdHWohnr8
6HjPmMLBk94S0EpRXjaMcjdiZuq7DutIJJvYjlwOVrRiNT1zpMZQDYl2sM/ATIrpyp9MYV1S3JOY
61s6/RoxtBJbelS53ChE3t2GPKGanUmOnnri92r7nOmgpmWDiyq6QfjvDJd+YHikmUZuSc4DRQYm
Kl4KzkUiV+nRN02mi34PgXDb0njIr2MJToAhcIy7wA6H1ARVKOtrpfO52JipM3jrAeQKQlsfLv1j
N1thtLOQVi6Edz/DqGVr3GczcmEMQInH0FfkkEQovWOYsVaH8stI/DHaCaxs/ebjd/+99YgTPjw9
E4mYsFmx/37zGyqFBLJ9uw4Kx9vrECFso5vqOsEbAhNjaMftDEZ71+O8gjzf+c8fX/81yerly/Ms
BxycIMN2MXK/vn4rjSBiQg4dOya+tCVG6BzrX3SmrEzuC+nFn6yAJ5mp/1zQlu5L1crmYZ/gnjTy
tKKUVsd8g/ZXi4F3XY85Cne48w9dNaJDUgSUtDbdxKlChJ9WpflYDFSQu3GSmtwCH+U/OsxzeNnB
/0IA2POxR72zQsvlhr9eiggMhJ6IcMsTyjJPiHITUArb11nL+VyWeB8mTvpmbG0R7TBoVKUCbjui
quwzB5X1qOTabC1kc4RD7z9+NMte8PovYaMWNlJej03bFAsp4a9FMTeaXFBRCGJ5aIgSgjYg+HSW
Q9TH13kJwT65EIcDi91oAQTa9snqK0uwjYiXxZraB81NFXuMhMhucP4Y41IjjTEUWpDNYU1W2BSx
RVs6ZGIou4FpWFJPw48KZjAECoFolLaxlXKwJgNi0xUZou6P/9y3b6wtNedf2sbcFA4fr2+LaxM7
2Pv8tWE/l4/SLJq9P/rZLnLy8Dai9fnJY5DLE/+/20OiI4w3tSSIQrVy+VBOPlFE0UW3UNmXxor1
jUapp1liNbIcN6CTjhIBR0gmwQpACTQfcJnZ0XqgTb77+Ie/fh84r3BigacFH0jagj7dyacaznYp
SxmTUuAaw03qEu0k+mS6+/gqJ9ms/1wGSokN8wFMA2ez1/dXDugh4z6q1gXrfA7kG6FcVmX6a9Sl
01Nnlf6uBeBDXyftsaHm2IRGDDJAr2OdJDtMtEwNUXOSwcV88x9Gx3/9PF8vl8sfR0Iax0VLvWRu
eierBw0khTQOdBNOSB9KoWtsx1SGexw290GXxFsXL8nGr5Dv0Yhsbj++N+9dXULQFLbWArftyeEx
qpEfWvgGGRuQfbFt02JYFUS70KMIAwDdpLZfJr3Coy8ZH25rTDSf0FGWZ/z3u7j8fvXChjRZre0X
GsZfa4LrQNeWyE7AWgE6X7elL8kIiSv6fBDJUIKnVJGk3G8//uEvQdKvr2sLEBeKRGfWCb6w1y+F
CZVB1SXjEGzORbT1MaDcoxjDHUsTxsRbRoYYBnY8TLBa7XU+4hjfRTai6k1hEyOxoxcSjpuP/6rX
K8HyMtjQOJeahXxwS3knS3XJ4K83oa6v/TLPyTPqol0nKEet1JrPMxF/hqZ5sxJwQZz6yAteTu/m
6end7JuuweDcrbuUdDiiQIwNR3e5S6jHt4lMwFPVbnubLVziAczcsVe18e820JdfvUD3WIk8fjxS
xtePApGnTu2qhmtZhtkhoOl2adZmguRY5ndd6tR7sCOPXSOdnZU1BsFYTnAfB4l/mZQmMQpZkRzj
2sof7N52P/lA5NsvBBqLawrpsVIRu7s8sr/ez7QgyCCqycizVYJQM6c1HeDkrctizewqeYpIT9Rr
FcfzdaxGENd49ohSwWO5UIs83RbraconY9WFQxeTMxp2v+oyZQ7TVoYFLsoTGPgbQYLRIv1Iu09e
KesFYHzypktpa5YZqMOecE/edPTLTB08Xa2bcvgSVJh4OWk3TIwFvG0O9gxdmRkwRGsXt/6V3ZEv
TE6VHRt7N0zIs6LVnJyDYQMqF1CAgnoxazZRc8YAAMqv1U8Zzb4IuzAzmw2ICNNBwSXDHzrEOrGl
HzvuoY+k+6CqZxSY3vc4EMGFw8bkbxODeAbqo8j5EhIJw+GVM+GzHXrhD4uwzJg7Hi7ZZXbJxD4D
RYNneiynJwTMYFDawVXHobOzcTNnOIo2foLtp841PGfXxVcAKV5cG6V0aesCSuEXeCRQnicYB1FY
e7J3NqL1o2tlDAxlYXGooygQxqAMUgRawOpFy+ImpX0bl0ZJ7yzMQ2dVW8szzslLwubkaIRDlByo
6HOUWM3ZNI3tLosKmW44mbvPc+AKaIpD691r2RGBVFESEvzVJHg57Laq/yg/JHjYJIpz3pSpEZ3l
ccNBnWBLEoehidyNtln8SP2o+eMGZjUjX8zgRtlNHf8JJdXFkY+LBEizISyYYcA4PHIijGpa3k1+
Jyy6Uzs9I0E8mKmJvyYWfhLsYlf5xkoWcrrOu1T+YSIzProyDK+ovXvzjh/jfeubPKG6ID3zkmZb
TivZK5FB0WlLm21mdLSR/ZaUjbUCsZdsSbBAfVYGrJGIMmf+Jnaeyr1KSzP6QRvbQ2wkJx4lBnYa
qi1t/2ozqtDbU2ThjSlK5DSjJMsIv6dtHvM6RSiHSp+5LiiD5PfUJfM3y2e9xmNu+4vFg7RYY8CF
BcV+Iimysg2PJ5c28Te3mLqHuEeTvzZjIX6qMZK/qU2mCjJINj9r3IU/woTsD9wMRKccyaBmcMQA
NP9eG0m1ZB2Im0JJ78ZIkSxsUOTFZ8zQghLdMHeb7t8ALzPX83iFlYj5glGak3PkdzlPy/AWdWDm
JHxdhWWe2YmrfRTGahGHserWW1XaQX8eWGQ5bgzd4JhpRoN4iJ7yqtngEtb+BqkirEQsNQV1bDKO
x5gGpL1K0dfxMzriMs9MDWdyQzgMMgUwDhYWP9Kr8DTqonrQ5OA2a9uBh7emy8DwlFeul+uyHKtn
Kx3DB7cw6abb49yhvY9QryKZBCa0ChAh06FPO+QACWJj92yqNbkxVZIYx35SITl0YYp/v+Uc8ehj
JBhXDsrq8oxfjnu4m+xA7pNw4mDXmex9m7ocQcu0jAwkAYAm/QAk5UgX91bZZKyXtl2KddJqq9nY
5LOOu5gIaxQuRhOYxJ0BaIAVUKgf1P8DOY6Rb14lvKbjqgYLlB2U7kW7qVvmmttF1642Fjq7O69j
arVyQANeFTwjd0NxTkRDz2dd8gSj9qIyioTkJs3AGkOp5fIPZoH6EURuAoUEf35FgRbrbwOiXiKs
244eFLC+4CFK64qJJsoL7whUwfnlGURnb/DCqidGxuWN0Vd0rIt2mOt9l1TtXZjO2GTU5OfnNVqp
bEtfx/la6DpK15h2+J4wY3k/lWG6z63n+QAZ8/muyNJuubljMZBJ4zV30zSTtqlQeyxyfTwdKzsK
2CEbxzV+SntxLrYm9q4VtiUTbgKT/l0Vh3ZLT16qyzYA9rDVM/cH8UNKHmjZV7QnSjxJsB6gqju1
26BFGisGvQp32m05sbtAOpDNtLWmmJa6UnbNWzL32QXpZja2c7cNy1XsFeLcFNX8BUlJeisIoptW
Zcq0Gt1ubdMfArJQIDht0SR2yMnHrWuXBlNgcmrWzajlVUls3Liow4ODnJfX382nOiKJ1rL+jMlI
8gzLh7dhQZfWZUQ8jFqxZrQEW7lE2e3wGtW4tMk4WgVJM98Yg8r/YOuLv0srsJ4bw2d6HI9V/tPN
6gF1wpxE0QadvMDCjNgmJJ7dQi4TagZtZijAcUQN4xCAFaF5PvaEq2MKMvNrV5Wtj7AZG+5a1J7+
ugTTfMPXQ74YDYPxe58WI3nhDW/MASrvlGzxrWPlBmEh3U1TTml6GOWs6fQgdehWFCvzM8unvPJi
n95A1bhDAOuGaThp7GYLI6cUKJEHAm8hVFUYF1aiYEzLdK9ISqasQZko5uNWN1yEoW7I1sU4h2ux
0IzxGexl4MN1SpRrnidP+Tw7A29cCrpwPY2zEW96WVvTPoLYaF4WOSTUrVlbCzQiyIMLy5s8dp+0
RVPijSA7doXo+nZtlRKsz0R+0hlfjwZ97en+JinsboeOV39jhGh8nQs5t8c5zXD4jw37YKhCsRgW
u67bwyDbktxjXPwTLG75SQX+qv4KTxJOCY4rZp9Vc5l5efMnS9Pyu6yGLzWJbytONGfMXzDtfnwY
f6dEoEZeDn00XwU4wJMyeYlAztIRuzOmlgbArokbaso8b9OVsv0tnOrWimxEwKFM6iPNHoFixhrv
InOkidsLIDmf/UXibcVMo8CifgdTrZaT8+vTaBtymM8TRKaJzgJvX7JRXdteoL9xjNftgXwGGqJe
GXnoxRRiS0e4WHzKOqlcAnSi+FsmTASPgyv7G/LvOJYMgaCZybegSd5J6IeCIJPhH1vpMNt4aQvG
yINvTyBKrHpIoR4f4sYxjPD30GoE32DZ4JupTsE0C8wyfaxqJsJnc+6REQ5x3Th0guPuqpcG1sm+
n/zbLpPoHodiCu58XpkHOMmjiTu3M59poYqf6RyQxZx4VUe8M/4jNMZ4MsdNOFttuLYIMU0YlnJg
PyCikdG5DjJ9n0Yj0tjQN+ufyIKsW5BGGTiYvK9qWsZRvke4qjghtS36XovGt3FuFjGsbOLXJNEv
FnowDm5gjYgBNL94nKE4HbclY0rLJKceIbDQmOxY4lUs+6fWC4JwW6OcLFZO45HZngc2kOhsMHr8
TCk6Z9w4UdsvOr5iZ+eQOjC3Fv42Dbrqe+cBRt50tlOa66ylYbrOGy/9FeDH4EBlFyk6RruXe6KK
k2foDr6FdKK3dm1RDHzNgDgglnHtch2RBe+vEQ601968iLZp36QX7AKocitRlkAZE5SwK8rN8pIT
ni2R3hmJsRq8sPD+dTdjmQRp5vsQ0503vcauMPAW+AWJfrJJt4FkI21JX6Wsd4xzmrL5VrXo4JI4
Flc6b9UnDaV36meTJgIpOhYzPss0X38eEuQXZjYDVtc8TVeYf6s9bAFrI81c7EKdpYePl4ilc3RS
WpkU7JSHjgn80zn5HIkRYnus2MXyNi3vIdAUW29M9EUlS5Pjcqa3bRw3PBHUix9f+aSr+1I0s+Jo
mloKrqz10gL9qy61cNgPzNOadRCWyVnqAQuLG9GfTR728bHmNDz4yF9A4/r32MyGjZ1U5GmpsPwk
z+ZtA8deJLvAn5iweKxNr++5gSWMij2E6FegCG4wsGy9YegBKaJecUJZrgXcq+PHP39BsZ7eefq7
6qVR4sJkPVmbEyIP4XD0DeFuTf8755Ug8r2vWZyHCCzWrjUQyuG0q/GM5XqEegM1eXoIW4g064qT
B9bBUtU5iuI5oK9TjcNqzKzxl3JqzsIWGIJ2B43b+CnMhoOYwtU2TyUKgjC2ECQl0zYhH/LSs4Gt
IP1EBMkIrMCCHpQ1ejQzd8dyhSyG9KJc5cHGjcsajHY1+Zq0rlQ0e+Q6DRMlYZBlJSJwhEXr+OYn
H+TbDcN2TCUI9tAky9AMf/10SIEOBYfYYd3Vuf+dJkMCaSzN4ct9/EDeeR4OLUTAinT4SWw7aTIY
XBn8s98BJJDInzg+cXCVWm6hdNz41sBCxbmxjgiLGz77jW+/es2n4Oqlse1q7Zy8C3PgodMd4SVq
Fcq9Z4/DNrBid116iwkk9oZPWirvXM9CRWDRsLWUIETn9T0VfV3M0PNa+J7efMWmV6GbyUf/upXd
SDQkEwbjk9v79jEyy4I7rE2mOOS3Ll2qv752pwNE55Rk9AwapWTYukzWeZPxw//bx0ibwFnOGHJR
Lbx0w/66Th+Bvuk067cxyRHHJeJIVvHa+NFl1NS2DbuWJh56WDfPbj6+9DKTeb2WUrTRiKQjyzGF
IuT1TxTCD2fRIyTox9bddeRPf5EdCZyZEMWPjy/1zgOEPOQxEmCvIqJl+e9//UqioAMieQfkoM48
3YZdoHwCJxz8lR4HbBBQzbd/f0H8rMuDY+6CzuT1BdPWEEZdLAgaVH47l1b/Acxedlc5Gu2aHuJP
rqeWjef0ZqI/YcDCwINv7+RzLPJJN1rwvtRZTmM3qXKTAViGQrOCcL2XDVjofTJ0012JdQtda+VZ
3wyYZrjpQMqTnJnEYbnz7b670jOGEcR1Zsjfb4/d17g17HgjSpg8q6nwSrEZgkZ+1qF/p/Fqk1tm
0bRExeOevvIkmzZyMmllBHQbz+puTICdRUsEoY3h1rGD4GwcDJP0jtjEyo3M7pNv4e3GxoJGig9w
STrkdMpfP7SA5k2XQzdZO40PMcjNzP0opvK59RNNrRqMMJvQE3z8przzobOKKmGjLGA8d7pelx6l
a1PDXR0RApN+kdDcIe748t9fBc0QY0e+86XxfvLTCsQxKC3btcaGelOHfoku3vnsZLD8KycvobYs
DQqCs7jNROP1VYhgdzvR+CRp1m6xky+exNiktiYkZlXm9b/LXVqORJz9mHMr3heleGteX4+dKRgl
YdEcOKL40oeDdQe1J9tNg5s8f3wD5XKSPPltjmc6DhNFk91HnaxWLBkOzQmMnrQBftGRrc9RBNJL
puA4RmWLShRr2hfaqNkqayusv1GornoSQnY+E/cQV62LbfaTP+qdr96VmoWNsg7hka1e34B+rr0q
Skb8AIHhXwMnLw/uFBffWllO3VqLQW/d0s8E8SlR/JP3e8n+gan1yZ+xXObk3jDPWZLReLN4/Cf7
I3kbZgj+oVt7XWU5gEEsdd8kmbqtIMeTl1o3xk8ngUW1Ekvkl1v3HpTFKJRPFAfcm4K07OCT8/I7
H7PL/Fcu0z4S27yTW9P0jZuRI4FIw/AfciuYjmajzTPRj/PWiygPB7QJn9yIt2eiRQ3CxIU+GAM2
66QacVPDTccgREucz/Ex8IN0Iy3wCjRaCWZnm9vOyMcvQhAjTx8/gnd+rUdcIfs4tQl/wcmXF4xs
N7GHy3ggN+hLKGxmIGrKVsGgg0NcWN2jy8zt4eOLqrdXRQnoSH4p/2+XefLr16+IsmDpNbGq6IJk
GsPuVHvFcQ3zWsPRAZtf0nYzel2PuQfp8WMHuQYR/gUu2PZ7jFkKNnOFQHw9iVCBow0I1kBh1aUY
VJJ8iGkLlvKKcILppktc60/Y2qzMpvRpzwT2aO+cEPzagjGk+A75V0uAwc10mc1+88kR4u1pBTUC
5xViIU0+9dNGjJHCuCxcenDQ7uF4WVBZOC82qOGj4vjxfX1zqZd6GjEhKajIUhc569+nlcSPob0U
BCVmqr2bK2Pcw3yz12UY2v/2heWAwjKKFEEwg3BPP5LIzeDkDTS8aI9Hm0FW/hELWb4WhoTS0Ugf
t2jZfDVV3uw+/o1vNRq8rO6SBeiQmGfxN7z+kT6actv3seh5OhW3oHMpoSb6ysRfFod5mvWXNO86
kgqYiDGVYEAfN8WNRPu96trAwb1cNVdNsSwfH/9lbzZkzV9GD5pveFEH65OXWniZCYtPzmscYP5l
6Hb63A4S8+zjq5DwebpoUrigWV5Eww59dOtk87ITssWrQsHOKFDl7SLyb8J16xCAtHWYcv5onbT4
IUaU7OvGHsEp+3k8MHEkxnPJRdAwOAamfSkEJbbkFcbA+he9CPexgDoht2E+5O6l8mc4oUMixK1h
VD0Z401bIdwXcbDi8EeDwFdYaugdCnx3EtZjeLSGSsHIKoIWcJjDVGXT0n4Kt2TEVfVO9p17CY7W
J+PAATOxEklIV3GyIkFwyFBTbSdzQ8cQZ/zPRkokmSqrkR5ZTgbbXXd0IoFils5dEaZAhesQWOdZ
UC3A8KHumn6hrYnmOCQa2qgmUGQCuGD4zL9Y641NSfJAc+iYMTpfM3eCNz0HvBDPZjXY91419r9t
t5jzQ5hlMe4bxyxRAtY1qeWsP6W5ox5n+jRo7ZfkVUTRgw+m5xcTGYijvREgpsy6kQY3JpkKchHm
egAemY8k2TGCP7YTQAxuBMCLlSzT+KEOGLaM8Qtiu/CtZ+a26nweFXpOo05Kb6thD+cgOtL8kkEK
+c5znODd1AilkNuYQXvLFA3ns6B4RVYwvVBjEAt3K6Gn1ETI2VD0OZHWxmYcTHy4jVXWt7mN1RXI
Ecrgjd3TtdwNbT5/y8tc3Bet5VLKjcvMHm4VMLxWCxzQ6EArf9OhdLkGnjg8YUMaBebUevpF4PXC
OKjKjHDnClR0mLQueQY6MQEmUalmQBGV8FGsDQAMBtS38C5nmUCcUUF+EKiF6gM9EUhFSVUCr7Ji
AcfKMUaQtwi4metXyTQWHKtb9YyxtG7WPh2KjuqPJQ4CkeFiuBWyBlxjJ+HKI8X7EgUduBX8rEwP
sywZAoJS8kVyQWxfeazaEhYoarNhQtTTddbGD3OBd98PyP0Euj0+loxOzQtAW95OkD9gbbuprkit
NzQk1ziy6h81q9yXQoduAQm86i5RB+VsTZBrOkbdxbZJR7/bdHi38J2p2vvqwXe9i72ReAPiMPxH
wVjusZn7AUcYSuAfGWc1TbqInJG3I/9EURPhKoJrX9kLOhC86Qq6o7GpJb1ftKCGujdt5pd1PVdP
1DbdMUtME+ZIhk92E+IMe+IkDRWo6YEV5tZM07mFHMr72mBdwb3muNUuZLTKI56MIl3nHM4RjbsI
luG88UmuwqzyftuFrn6k80jN14amhSBEyfJcYi39Mw19wFqgw54PutFhAtQAO+mK6E1MiZz5ISeZ
yJeg4Lh2L3bwzOzoPOXweUVl48NINwpUdNQEgfpkj3q7Hi8HffKbPI2mBdjp640iavEyRQOHfAsM
H9x/y90jzJg/24/enN3oJuET8WgoochEIPb6Mq3vFwBV8RjX3cD4seZ1+ZVK2OShb7hnvEvNF5W6
/XlpldM+DYvqJ4N73hnY11gRUXDNcCIO44TuRKFi2TOR/Yll37gveAz1J3vU22qEzYN4KjwnLrOh
N/2FKpg8MTVsDcyDhnzfcXD6lmuXqUWMVOmcCVoML1CP41cWHv8ryerhEcxNdDPkQdKdG5PnXZJK
X8hPbuM7Rxcqd+GQzY6Aih3+9V3k9JnmmDag2Wex+dgy3AblnTc/iyL85PD5cuB6VXTwwDjqoiwG
yrxItl5fCjFCkcI4wBTOwJTwGgT1nDfd+A+tHn3djV61L7rJXTMsCi7DaCxwuFrdJ73wt5u4Qz+Q
dstyiJGIxl7/EXaJmRoH3bDOMmXshwnim1uNP027ta76rpSfFDXvXo6ClzmL5F09/c1jT1vVdWju
9mFvXgUiyx5Ha07wDi7OIy/yP3mcb1oy3GOqa+1R3jn4ck7GHQn7iwGBhRwEA264m2RlvTKyfLok
FyvY+p7vHKB4ul8bBlHbGsJd8smL/qbCWP4AmnYIRhWIxtNZg0fMB6U2XieCDKdt1GUOpNLZebDj
+A/qbBtA1Jh++/ho9t5KgAjPoqlgKUQqJz/aleRpJpwB1yq3m2PZmf6Gb+Z32M13IwILlKMBs/4p
vP34skui3OsqmsoIrIyLMpMyTjnLt/VXk9L3JiO0mL+uh9qNonWEFGRcdbUFpWvwnA7Let/8pPuQ
BnsrtmlBQxCPLmbfZ4Pn+7a+EhjSfY+MWN22IITbFS7OucNqW8p7bUi/AlVhXy3Y4BuBZhE4oxjT
FATtAJ3QmEvxiB/fitYawd4+pZd4n5de+ABTMkDwRLV8PvS5dzlHvRvulNUvWMw2zr5A2Z76lSZd
C6Qg8H4OV3YWbeIUguq2quP8YXJkGKEdM8tHG1oukJNxsEjgstCbtAZO21UETU4RymHASHbMoH+m
sQ5iXjU4OtftQGLrJUbYsbrps9DN1rThHG+ndR+xr+L7+6x58N6j4I3TFLeKh3FanDBXabVtVrx2
YwoNTquLMePXGf2Augm9RP7Ja/7O9Vg/6NxS7jFbM0/Kd5ILI7JsyOVEoEhu+EQMNFonBys1sRfp
Bqim+Gz5fLtSY9dhYuryAz34CycrF84q25AD6L60nOerkW1tFZRmcYXupHko2jDZhUUjge/JaUdj
rN5KKmvMRfpHydZzQArmbvuYCJcYNulnw853/zi2e0kNzH1xT+6HUQ1Q+i1qo0qO0XczZP4ft71D
H0vr+ZNq+50lBgkr3zmyD0bIp2aBtsuG0DAdruWBqoiqqroou1mcI9kkBgQY1N4npvWThVy998Sp
t01GmZw2HPdkkemKOIwMm19I8BDWJdAG2j/PEx1au9JScAG7hnSKnUNs8Xcy9LA6Ah0UK9miLdyE
UABAHud4J0AL0NZa1QEE0dL1zZT5Zlx9R/DU3kKatuZ1DVB23Ckjy47hWCLPpTvXbXtyqKDHEwb7
jM6WAWhn9K37ydHtraBmOaUoCRyEI6LJo3y9pPV8uCMhAeTd6a7+FtGX2tGhJiOrlLm3DXyCm9AU
GMD30YGFqUmbODFaCzeMbi7qyqsPH6+x75wl+XtIg/eovIU49Z/UsvQ9lMgS7wG1H2dZBlAr5mLB
J9U93uHTtXxxXnEOYqyFLfl0Qkm8G3ibZhjWIpiiQydFAUcb7enN5OQDmI0cXSSjvTh8mOkDgUDV
4wCgsMuCB+IOrIL0QzM8gnexCVYpdPZVcM5wziqLQzileSMhSDnTeEP/aPyuKiIASTnEEbiyECNG
SNdDkAk+E9RzMm5nC2yyLn5T/8o/iRodSnJh51+x28YXzuSFX5IUdS4EMxJzETcZSbE3G8v5LuYM
rWNuu3BMUBTp59SvUvI9AfvzaajY/mzq+dJFf3WoQyPHnJX9nq6+han79QsTtI4LUw7ZNQJhkNLa
wL5qzL45oI6Ze3R8jvxOi059xa/vtZuFA5adke+ln+NUgUHqrTy44RjSWDtoiEV3Yfhj9pBPuJap
9h3aFR5/fbd1msorbh1ys50tO2pU/2Nx+FcO/v/qy8cq9FQQbRP9D3Nnths3sm7pV9k414cFzkEC
Z++LZGZKqVmyZEu6ISRL5jwEyQgOT38+2vugLdltdTXQQF9UoTyomEkGY/j/tb6VpMO//ujz///Q
wU+H8ad3bvs0PP3jtUa3OV88Va///I8jNT/VrEU/fu/w8s//+P4DPyz8huf/xfKGeZpny44Zk8L/
ePgN3/qLtUjQd2OeoMeyNo/qhqrVP/8j+IvOFaU4WmQm/dRwtQz1jVr/yCKl16KESflydf2xe/pb
Jv7vpdX/Nf5YcEyHZhIdHjrhzDzf3+uf9mAeJV0QFetkNGl4fRkdIQouReOSK045MNzUSb48EiDn
3i1tutpDgjDnfVskfsNxGvSnkWQu3mSrcB77NMiuTLsjfkKmNYGnxeK8jEtL6Fef1Cfg/9obIjBy
juPGNOoNmIzp1GFqNBHW6eSGepItvhPPr5UavDPLXUmW1HW8zxNZr/GmJUgLs0LZUh0W7oz4tUSG
xQdeEvMTOr+wRTOQJ/c9CviLjFWDLPUxtoY9Jke+kSBc9h6RUzyimnaIPUXRL546VyXXEgYVKb/K
KV4hsCyrej1B5TFORUcNf0RdQ1Onf+qwNZQg2apEbzzU7O6RUdfiFBKxl2w5EQ1EN5YVIK3O5WI7
y24Ca+uPVvIwoC4/10NCdiHyvhlSSFLN1yl+AxcL8difgCkDF1SRv3DZYeAmjEwQEkUzOMR7Xghl
4T1XiHEg3VChWZ9L5R3axbSPk8QHgT4mwMrXJoFAHD0wGyIBp4gR90WYHgzYUhWsV5173HvOxJsE
ur+HWqfr06OBQ+dx64vCA0LlfSoaHd8YuZsoekaOQjVZDhaTZ0p7R4pAnBON4ibbcRCeonctlruk
i4VLszgNDqZfYbnIhaQilxrxPBO1kZLzyj2E11NWRvjsd5OTRrTlh2dr8iZo2YXV6mPbrLxP3pBR
xAuMUt+OAKzgX7orUAxBYbyZ4POjw/TI2yqWHVy1eIbpjOZPVyOVpnIYGcfoG61vBAhAOYpnQTCK
klYPeTApAZyS4WgQglbaOAeGHOP/VmjttGAnDfMyV+78AneuedWLb36bmsW89Ilyl0dxbWOuH8xY
V1E7UjXbQaQNp43tGgOPTM7Zc+qPLEmdTSEfElyvH/UUt4+ibsg0nJXH8lGTKHNckr2IHd8bzxdz
IlfB7OvOQKyaB6s9qese8zGgmOaTaGU3NuA72mmDu5MoWk5IHSzDrSBNFLZaktpgVoEbEDJgN233
PBtxeUHAYqnIjxP9QWXgSTdgmSp3N7Pp5Jhh63KhyKrshWOLd2rlThXvkrZtb12zcgLoQOmqL7d9
otemTNMtnJOiWo6aLtfXHcTd/IArHcamXxNdEQXGEjy39UKkXedmgJVCjQT7YjJouG6yfBkvLQvI
JqRAVb4MVtB3p8SzpmeYHokFdM1pMo8gIYPkIZrFdMnF41msSWvtN5rMKQt3Gd9nfbM8GQ2PniO5
7z/UpTJ5dqa7BqoYLdy/hLjrrTnOJkal3Ksouy5hVkVznE63gc22j6qlrS803aQMJb+lHrGpO09j
QekQfkSaUwAnO+ISobjxJJTnObhzgvBFkOIo0CfE/S3OAjEQoW2BSU7pJ3yqZWVdM8YclI92y+qN
ZQMjK3JELaNgDo02mhw/+wwpEOvbALw+2HSSc+Ue3mcF3qqxW7BTbhtaJ4iHx+lCu+AjNgOVTfIK
JgxRJ9TRuR2u7GQZQVxL00jZ4EAio1w6/xZ8wxpYCnEFlya155xJrsoVxEW8rePpyF6guMBRllGm
SNf8UDw2Yj7PiY12L60qMZ+NHJEGCVdpHByV5eLb0ZKZYNQ8f5imS2y6TX5MM8wszhqva2owaq13
pUpjHq6bpTeXyCXOOd7GMzXMG9ciLuikS2dSog2J1A85C1Ff6Dsy34Ih7Go2/Lg7iJ1GVt9ZWb/r
Z2Xe4bb1IbQtswHMyBUjDnHuOvHsqVOrCztI5u4zatihfC3KAsLtyrYZ9z7PtSVSGv/bUZGollli
Lt0vQVoFVz1jkSalzc9vK6z+z4nXGM8w+qECdjHParOm6ZlQHKvhduTe4D9zaevsaa+JaW+4mT9t
ewJYLzyzGEnWjJd7Mj6o22Mvy88XCyTPURzA26bYHRgyGilRfU2GZPnq9cDqGlnkj62cxCneBOtL
zAv91WrJOAAfF04cXPxZdFvykcSLGEdFJTyBYcXrhtrOoT1AvLSOU9QjZh6QI9bHtFztwg2+OHoK
m1O/M0QfDVgBp52kp7CzA0ndHfCeflRkpDpwGxtmm1U7vGyBbDfs/UNzWlgv/fwsE5n6BGbDnSG5
t97nZhyp5eWTmu/QfzL2CBgkyK2XCTl8zohLfgPt07YBg3cVXhkz4AbicUzkiZUl0Lr9JS5SemQw
jkmNnAQyzFiqz6Y/uUQ6c0qKNx4mX9LNlwA2gyK64y4TY4+VQoRSbgZ6+0D5Rc5V8zAuzpaw4vsw
H/s7w0sWhlnW2I82HnZSI5hQMMqQjqT3eRV6j37iVd9EEtKba0q/7fakf+QPRDlPnz126wqmm+k/
D0E73FJHwheG/rWEoGajRMcMMvRfBXruA/a5/iXI5uIKRX7DhOFqgjc6SjfVbo2AuZ6JpWmweC5m
SFWortr4s8rxwUR9MtA0WAYj/EY/b/4Ghi38ZrmtyexE3kbmLD7B4kXXX3q1UR1T02vO+2oa7utA
lunWsYbmNus9WQBpoH+0US72TJxGrTgOMCjiyo6D7gy7FJp50jSdYSdAqpCWuZTDcRwLR+2sxa6A
6INVrdcuh/nij9Myb6c2dZvjGVNct3XypDyYk6aq4OS2fRs4yr2t8fiFexv1DJBbM49BnCUte64p
D25JNSDcOguLztkI8o0IhR4r896sfX1PT2RwdgnBFIRm9w7GIcvxlguLurXa9kr1h8xfmTMZ3cIL
5SalvqAzORKvk1fJHSuKiZc5LKzPQkgbdRGtoX0KP6Ukwdsc3O2cBoQEOULNzt6Gb2nsaoRUd4NT
oygmv9S9pxVXTlvHSSHkkqVwlftjlkTaNBBJTElRnjGpp09YIjVMyyJ5YTc7P5cqbx6DpVgNfMP6
6IipsfmUgkcNKmgSRL9gJeA19+PhKhNxeteD74yjRLEd24BANoFtGEVBvrGKCwK9Lf9hVjnc7gRx
9d5zxjA8aZGdERk5xoN16MlsbViTEuuzrHRzlYRzUx03bTm9WDY+oi3lKrpRGLXSLd5uUtg7+MaY
bcj4OQxEDdjEG5BvPy4L2CKHkGo8Jwk8PpU5jiYSpgeHwxguWDRtbWIxTtr4KAB02EYL4t7dQqU5
2SctcRubhBb5PXuEao17YpO4DWTYf0kH38AzFSvqKm3SFWSQwZNCi5JRVT0O4z5DYY4TGCZRt4Q3
c73MyYay3njr5jL90pCpBXe5qukZN7WdfqmNeXwNRF7CUi7YOhET6KkwKhojOy3cKr1WIDZIHx1H
cVsR5bqaWOPkIuuCbg2Bauc8CutpsjdGOfHTxKOGFwvyGuiEvGa1o4x7pzaEc5xDoISBp8b6xBgL
rIram70DJ3b3Lie/lAm2wz64abw+vtSOzWcALYu1Us9WAgHSIUUS7VaKi+n72e//xTFYv3aD6l7/
cf7U9v/Yq/rlaSAV57/enID/9faX/Y9fQ8VZj6FvfkE8A0fSa/XazTevvSqHf/3XD0DH+jf/T//w
34fY27nlYPu1UfWw/t8SPtbP51uf/sH/Hml36F7Lp/rl/Q/8z3n4r7XTSL8R3ZiPtcGlEPqDaWdY
5l/wISkMWs7a3HLWuuS/z8Oetx6VPaRea48Cwgk/9e/zsGf9hUJ9RdGt8nh+3vs75+G3RUqPns8q
Qrct/HBo0Ok1vq3GWIkgqgjyQSRt+8G3vGUfto29y5fKOPJqUW1/ujNXP47Z/6hVRSpCPfQc3t+W
Yn9cj0++cuWwVdFxenu9wg4Wgmy4HhZ0FkAo7hww7MTe69Cu94OvhyOsZtivHIDV7Ce8e/ogMI4H
tzm0fT2fDOMEmB17TFYqa2soG+JxiV74g3L92/L098/pIbRGKOyEkBa+d3J+qhKEACCXOi+xYonu
UZKcepI6MoyyWcoPCom/PgFaqTS+TR40AKXvZeSfrmTBwDCXnvKsDlN5NE6Tf0SsJIm3edA8igkT
8J8fwa9PQKDfZODQWl4hg++eeGaXGWKdBvBngZ4BbK0bISzIQOEX8znTSwd43gg+eO6/+ZIo3rga
lSG01++7H2VeVjh3sy6qHWGwoa9WcltRbDs1y2OnMb79+TuuzMefGm3r42NsOVwIxTA9zfdNRdA/
CSW/AgrRUnMI6jPIO1g6cZ02qG3ucxqitKiUZXxyRGuFhNV1/idZBt6LMCERM1+2dArYixOc5rMh
ErvUUG0e8R0WgBS569+Wlna+pmNtPsrMq+H82UvwCRa3JY///GV+d+8YIA4aCTwUP1ggPw2QLpMW
udGtjPAoQ7vtuuKo6qflrEqKZlcr2/+gcfGbAcLYwHNHaZsq7XvMoU+BJF7GBp5eAaZq1IpoZMNh
p5OL4gKPZfyJCPj+g1H5zvv2/Ynh93E9k0eGOE+sd+Gnb0lWWkK9CKBTqUcHW8pssSvNyw4dpsx3
plHGB8vGzV6SnLHN6gkecknwA1AK94Ox+uurL4BX0Tug4O6Fjv+uQG14QQ9vH4rAQojZSSYVCa2k
OnzyzWH5QYH9sQ79Zjp0fx2mAa0vNooCpQOdqbdf2ladT3wi5Rh3cYJTt2AvJFPVftD++u1VVtcF
vU7mmPc+rt7DdSEFpj0nWdPuhoYw06boPpjHfr1KgFeQ2ireg3WGWW/rTw/Q9XSeV2iEIuLxmn3t
oImPKOb39t9+PAG1Yu6Yw/mNkvD66v90nTqlbzKmIHgm/tKxXL9Ik9AEq4Y5+/uX8nks4TpV8ny+
975+upSXNy0oK8SynpnJU6OJxcEuc3PXAbP8oI/2m7uHDAJclofGekWMvv1WILGnAOhRC4Yox7kc
hvkxgvn6g6v8+pax2UAGTP9vBenhMn17GRTbhl12XAZu07TL6RWS1xYHz5N2LMyP0GU8IJLbOvWW
nVc2w5FqSSXFYOl/MPJ/mWRwLjLJIn1mvKyo2bcfJBEc60H8sJfWaNcCzVQNHss7LacOZXmGd9xJ
QuuDF2Fd2n4q/VMp+S76Bfy9qi+AJ769qBg7eBjrEKWal3McqrpNLA07cuHfb3obwLg2h2BbZu2H
3IG33UKmNy5NzRFvL5104Gzvvi9GmTVVlu+busC0gSSRvZSngLONyj7rDPqVI/6Xi9zv7FOlMcYH
uUgIlLQ/wpH97sYzxkz2NLyriBHe3gNLxbhom7yNioooB2Irzyp8LJuU/KooSUKD4Nfgo55s+L7p
sq7HdHAAKENdWNeVd5uOhRKbQ5Ru8X1GOImTfE3LRIN8lWUmZA5aGhlSLpNwi15NycEHaXSvqQee
NuRxgDp1Kye/cGeI3oS15gD73KAmwoICaYYbFN/0LhM+Cz2tg/mVPod3L5VrVIfETdLztK8SzsmF
7faEqXfFCdybnGTI2ao/q86mip16QTodQfsPCIZEjHfOWa7pdwI3+0nrdMk1mH/UpD1rDyE5QUo+
KQAhYgqCuclvJkXcdNtr80kGs8tOwCo7pC9hl5EEOPfhDazF2t6BQoG5DlUL+aYmQynYTO4gP4fs
pLtd0xYoOa0mg7bPyE03ftfCul+ouXjHrmqNr3E2eZ/ZJXPCZvsikUUt/VWheq+JpMjEMRY/95rq
wJjvNI2h454ZzTvLpqpEmgeElmQKUz7HZRfcuVSlF0hECc5qx5mMTSVi6hCTwgm4HcfY/Do60iYo
npDTK2mnK/tr7ifU2w0JgBwsJyTfVbyQy5JUJDRvUr8zvUgjMaONZHnWuGtkTvKy1aYSwDrFwHNR
C/uuAzpHeyTTCH+IirFoq9UOtusZTi8F7NILzg07R/a+aGLK11CogNa6bg1BYBj9sJ2bo0TahL1Q
d6PdsiFPge9TZBsy94H8U8KMdYtqMpr7VhP7SBb0Y2VSeYiypOk5MkyII1ItGtC9FPYp9ZGClkZL
KtuLtg7g0IGbxwsu5EhQYFIvrrvvnWEY9/kAbxa9rUjKnd06qLkNy6foLtkhfh4ztLW8sSyAW58A
opj6euPw3yR+f6FgsIzbLuyMh5LgMqoRUwKui2otgj5yYZyzoVL0DwIzn75AL1xTogKqcnglzPFh
1AujqAvz6Um0kCU2Yz3Iq9TrKU5j5W0D8LsBvZG968rlYk6R2O7MAeXONldTeZQqXw6RjFWjIz00
vdr6cxIf+9Sf/b3Kx76PWk8KYC9Zb6F+DZNsV+gBWX0cp3OyU8gFzrOxLL6BMSWG2rF0+YUYr/HK
X0xVsSVl4xJhMU0ubMwcuHwY1+M+AWGDnJzE3Mu2sp07E/2N2oGMag9p5YCKTuhXbirEI3ofoovI
19aa/4x4ZLktWrYSmwSfQA8gq85ehF47gYnVDw8FYaH9llpYM+ydzsmwh4Nv9DGzyBAuNLrMg0oW
cONkKHs1OUABRnzits1v3HIm9WFoobEt82h9m0GGm1HnEP6+G2CGhttFLF2z8wrHx+XmWcYplmyr
3o5uTJzqVJtUZoGwe4QW65q3PPUy98z3Ck0ELEGl/dZwfTqlQ0VxPVKJaQzbigQg4F2eMdIAMUqP
BMWhnZ9zx8Mv39E1uBqMANDVoHoCHrO+MseNHzT+vQ1vpIOcXnb1ls7JuBOlJI6FCNTwRVmKDxuj
LbpdAyyvq5FNypFuyRyKxpaKK67rm/V9pstKGLcfMTPpB4POy5d+4SXaWJQ/CPac6zGjPxzqGnx5
Fb6GCAwXDmSka0HJ8ZINBVbKhWkq4Y+Mo81BvU+S5lNG+AIiKhgABkPU7s9QlnhE3CqzRBPvd/51
X4/MBgQdk7dOs7W5s4elQClvmt4LmXnD48D5s+Fk0XtETPNKb63ExPg0OJr9yIDohcRYcLY3fp3V
bZQM9QQKSee1TaNRaFCN42TqQ9rL+LJwM5deZ0uoCDi0lIIyGXNMz1ZKWDgJfA4KkjJxvtgoLm/b
OTZJv5pt9YiaVRJANIwEg1qj4ZLr1dj+hmQhr9tVNmmoG1x+8nyYO5qK9dIX5Pml4TlvYvuY6rn5
6gN5hcDRNzhpWgsVFw4bgpkR8BrzKQtiemlS8S52JkogG65d4r3Ag+5yckVb+1EVHX3StA/by3yQ
DjL8erWdkBJpnlsKqsom5chc7LXv9Q5SVHcKvvE4x/qGrF4PeCzwzYEMEJd2cz8k9kuOFRGoHuNm
C0hQ3PWGUT7SFzUXgjgsiI9TOSrzpKHiNETlsOrtBorU9+wyi5gVZPEI+uzoptStqJrjeMUGbDLw
tGXE7xKsgVRrOmtJnKoiNFbeV40sotzFMy/DhjIkXLastXVAa3fiNFzpCgdXUDWdxyJm4KzAZ20c
pG7AVIxyWsBgWQ3MepKp8HfF+VKfUdUm+J6SFNQ0KVKXyVwsRGX3pO8ZR7bbFJeymOJ5K+Gq0VSb
4/hu5iTSR1MtqemjRym/sGgNzLyj1+4ox8PEgmCxPKP46NMdI3T+VNFO5W5UHcv3bGnyiOhY0J6V
DUzFLcmsYcef+rRxdVVIrE5D5Uv8zSI7VDgh0dxXhXgOEDsQiWeNLeoGd2Rat9JuIfezte0zvCZ2
R5by+hWoQ3SfpYvIkGAkQUxORnZDE4XGzEuZIMjbDDR87x1/obXruID0cXgI51ulY6JhQLtA9YHp
xHSqANA9QAUx8qgoG3psYUKQN7ik9lFbSla4pGb3xgWlX26GzKH1lZngSexYW1+FFOarb9SEEphs
oDCA6PhbooH0b4aA7vWurJr4S8eePd2A4Gm97VgV8VkWKOfFWcZhV8Kpf6yA/13SZQ7JXSqc7qos
DPucVnXesdSVD6Q4T1dBZqQcmAhZQj8GPnLHBFPQqO1YWEwn3aOQaw5ZQwR0KBpcBNKp9cAx3lCv
TZstD56XurdG446ntsCCRV2y74jqJeT0Yexn8E+kTdPnjPHTnLtO7fbHOeKCL+NisaflxplEbwt7
jqw8UJDa2uVpUmFvHVKyHW9javbMqzbqa5TI5byLUWPLM+mJ/N71Ys5FocQHacsCT89QFyX9c80J
g0ZDxotlFqU66VoBLbZR1Hu2wfp3Ihbd+Vus8AdsKgtxD/EVktyEIdfWp6WZY2crq3n5IhsflGo/
efNF3kjw3B2sUNIjGUIhBc4p7G4mlzzdjY4bcSvHlpkZppoP+0ekCPei3kp6urZ1PExb6lDxk7Id
IpiJCLr1Q3oJa7CkTU5h3vR3VboeIeO+8+4ZtOI2BYt8wjoHih545WRsrSmAHMF2UIZb18x8sZFl
k8mtGAMSnExbDuk+zts23uVAwz2AYbi5T8wyaA6SzKnsyKAjAfqltO17YxYsiH4FJzOSQN8EK4qd
nkGCc1aqQ2E/cxRpAeGZhNvusrDKn2Uw9VilutlhD+V7FCeySman7oxgfUfwWXhjKumH8PXsBkmQ
6fWfhpgfBFaWjncW4EYYZBpMZe/m1cNMxt3NKjJ+aStzvrXEMGMpzTNzgoibFWy/WrHQuzTM+CEu
NeElLASE2zqlYSfHWTjW133WoBkoRQWsMTdT51KmvQtWC+k7VPkxYX4PdDLeZbUPHm5KZ/ZpQ64k
H46NABxyLzSuOlD/K6zLrg+6SZiSHMMoXtzCZMO3DHN7PVu0lnhOtj5pu3Y2N0LpAOWz42Xh0URk
O9u0aoyR2zhuQNpm2C5XuRF3JbsD0b5AA8ZES6RXjGYi6xcQjIm2DkHi+8d+U/ZHmEPtHU74uoi0
NfvHzaBAb/tK6atpTtmdky6BKAn3q1tsTbufLw1/1DqabY5+18AlUIDFSzpC1kUB9+qyRXxFbtrh
+Kf6A8g3kVSqpyqu6k3mjvA1vbFJx+OmGKdd7w7ZtPPLkvK+UFI9dJ0g7dzUJvc0ZjJ9lUEisPoq
S4IrKBaCokRFSltTWZm/97VKxTapY/oCXgGSjgjEomYskWv/pNkMxcgZCtATocPMHNWdNXYRXkpx
jpChcPZCTxPzADvCTSdMQskNq5sKSrvrYd+gmXntop/yMFrKxomWQNE0KOdhdrejlMO5cOYFcVfY
sYwWeFQLh/WeXTl/m7R6b4w5qzv61U9cByoe+pSa3XDFI5y6pTuG4Yl/NyW+Mdt4Gm/5Rvt6ul1z
w8+CrqFjiUuyOCD7wpqnOSgfZK0ZcHHZujdKT+MJ7VXri7ZM0JyKV5OEoUFOj7Fto3WoAxNYKR54
/JN5a+/pnw8dBziW6l1ruNN1LLDx4gEtxC0yc0NvJmR4DcF4aiE5jPYFsFj8gX5ksC+AvZfr6cad
a2Y2hG3WVQJF/3WwBrb1cpVidE5VfQsd1AJg5oLpIu+X9oFsGsV+EOFCSgAd9k4YmU1bXau+cu4V
TlQRBW6K6SPA4UCHuQtpDKdmz5uD4EMVu5Q1N0XMR9sfkV67fOmHzp1O7W6i/9Pnk3NhlbVXRqZD
4S0qBZFiC01NlneGvQ/DXRCD1rPntVjfqmo/Bp1NU3Na8mljTOhmjNkO9ZaHb10CEZ0LHL6d3pYK
x8q2NXvvhBab7wL21ilfvA7Ts7AHy0kwsI/vlP9dwd7Eaurbwkv9YIvipPgqSys8n/J6OCNnBwWn
lJ2/RBRQygcsstP1mMTGax5IUN8zScTFiaPJxovGStsNLeJJnS/JOqeM6GKsHfuk9aAC6IAIWNkG
R7YU/UMo6rI/xr+bHQann15CwmHnI5zPioigwMiS7dJalBRCpDPPrnJMHliD5dhnd+REkwxKCEul
NRYEDy/cUAmnhKPyyvxBTFcDLtEFrF1WxNDcUh008j0CyOA4JUSpYcPsFk8Lb7G3nQ1VnZVGwt1O
iXq7wALkfsu72X0ldbw7xa8i9DGbN05wE160z/YiPDLoEuYLkubjGIAB6Zf4EZcQQnpP2nkt6/TQ
0QdG4kc80jdZEMizdcUwJQ8wY1wKXbZlu1vdd+YJtQkP2ViTLDiyrYqt44SD/dDIqXA5MqL72utc
IqtvMqinR6yspOwMeDmRECww7neF6IzTCesx3wqoG3NPpjknG3CzF7Zw7dfBTnO59fDXXxROsTxO
wzCc9dlsPMqpMh5LPPywIafGZlWfw9rBtY4iLApZOeFnjW0nT4pczajayrl96uohJrq8A/4btUOT
lJFqqyS4cNH3fkJAI+adDkaojlQazZdhCtxqM4TrMblx0piQwr5JotIqBTTkzsrvvGF073te4ukA
YMZ9nbNxuZFo6JMoLAnp5TSVwABucuSudPrjgPqL5ASCJpio2oJJmN8umuAOK0wVHmWui8DeaQAb
c5pQPdoli4sh9sF1fBgdHZyFgMC54+SqH5zO9i0SoFPJlrRWzrPwqeevkOu+PpC1gA5XtF1+0he1
apl9kQlu6qYUtI5jRMXw8giI2YuRktumz3NKx2XoV5HC515tu8qUF5TZoUuXRKh6R3JY+s+x6LtL
mTl4D8yiTWMqQAi19jgSBDXayu5espmN5mZhs5dvqslU19WSGOnWT4rintoyJ9MMkZlz6HiZWWMa
qHk7U7WFPCHSmK3kxu04X2683iLkcWaxGbf8aTBckoHoPWcWBeFNO8wGi2Gt8i821PCQ5rdLehmq
3nIkVx67NUMSlvSRRaHvG/X54Gxha98TjJVVzyxx01lvVX66XUuSBOiaI3nrtcxjYgn51y4hqKPe
ukODnZtpKRaIb9z4SnbwFyhOIGc7oX6Sn3KgmPuNoThQRrJ3/eXMyJbRiWZNTWFT6LYfwMBCtkY3
pEOr+DTx3er9qIwVkyh6+BAO+l7QuYooTEen485HJvPM+quGPT779Hwq4sQ7wDoX9SFvCGjYOMJv
QAEk66AEIZxclk0+3f8nKHoL1ROqTkkV8arVcrkZg2S4+M86LiB3VCOtVXjY0NNZtI87NC3V/s9t
z1+L9Sv4jxeO1riJNuJdG85nzXNqyQZZwB0/mrUt0ZyaHhh9Qj5j8T321YE8o5P6gzbBb7okuABW
MYRH1R5zw7suyRAbFABTH8S3L9hxVl17yj6KVQ/h0+dpAMsOJg3tmVGku8zvul2iXGKEOjs5+vM9
+KUVSasLOwRqD4QiaEfefRCEaasKEW7Bao/c4AOfWNJ4W5BYVh80YH9pQHEpx/JNruLwMr/3HZej
1Pbg8d4VdVAcy7KMd55jfmSK+/UqtB7QHUIPA7NFM/Jt9wEycOpi+6wZVmZ3hIQyu5kM6W//7m0j
ZsKiwYXmE2XNe1HLYI0ToUe4JNqW6VynVXGUugVtBE0Z/s+X+rWd4tsuXWLsbzYJae9dYHEudaoc
LmV0KWE6JMwY+yEL/F2Vw+YOF8V+tSQV4gPY2y+XXfspqAx5NcjE4vT07j4WMYUQuTbNTD85WRY8
8kZS5qeWqCixLkO4U/A7Puge/vJGclGHmjXWuvXZvQ8WcnBRthbrA0VvznVKs2cfc+kfdV79LGNr
3va8qlFciPKDm/zrC7lemX98B+8YRKF3vWXTiNdKI4FCjrbx1iUllgQqpS2S/tZ0zozJpmrmYzLu
2k6dNr3wzUguQbtdUHh+cBe+53y+6SLyQYLQQd7JiwIH7F0vywOH23DskJEpivamQDO5RYy4bBGh
vhJDq89wQUPOBQJDVMegD9rtyuPQxeFepOuZTmct9o7W3opGyCukMPYhTiwaIg5Jt38enb88MbDs
AnmBa4E75Pz7TlSRyY6sEBswdy9IuZ/XODoi0OozbY2YSwfU8BUmrI2PdvPPF/7Ne86FV5gejCU0
Te/ukUWwRhwMqomEPU23OEcgBDpmcfz3r7IaT+mnfnfzv2uqejGRN35bNWQI2MF53Yj7ibj66/+L
iwhr/RYItWzxbh3SCpmBqUoOU07hHgPQKq8IBQk+GuLrEH4zqnhUAVolIGtrwN37l0s5U6eRleLs
Esq9cEZN7df2wzO2+8ampyuxscLO3Pu9i6bUxF609ERPUHzIbTwdeX1ceXZ2GvQTOBJPB09/vgnv
WF5r/9pHdOABshKw6u33/D+b1AfYtHkTtZX3zcwS+UB4/Y0/Ls2pE7IrLPu5iRZPUZERo1DnYHbJ
sBBqvPATwEyNO1HBJfH1y58/1+8GOOFv4LxA7sCQedfR70I1u5T9m6hqrWqfNBkFNg2EPaz84mSR
GlJIXe2tOXz583V/87TcdUisGk1KrsG7CYnDEKZ7i0FBmAvtByTrlzKm/DuaJHP/+VLvKCjfbz3X
WqWeHuhSGnhv53oKzdpYZEabt6jo7baw1qtydnZVSRN7gMMd6SQjBQU4w4UXYiUow+WjVD97HeXv
hufKLoW6jHSQ+e/dglOGM7v+gQ6Fdu0YX05h70pEDRthAgIreewHa57CE8pL01NrDPajE07fusG3
EDdQvZK2kV4WATHgqZTiCs0pqnTgaP6ndKachjvdsOg9tSQdyDn3KKdkZkAhzfxIgPqbAUMenQ28
JjDZ6bx/cNR1Z7O1FBsQy1WvHmEwN3ASqp034JZeRGx8sej1nONl+mjdWB/Tuzvorc7Xdfli1Lzf
VMJ3GFqTwk5UceXnEaPUEfYo+4bdpnkj5/CjV+M3U7CP4ITdD6kjLJzvJseaxi+ZRDbRIAgIb1Dw
qMu5xqLy59H5mxcBtJ0Nyc/D1W29nxdYYbLcIosnqnmwn8jHkMxYSXZJvJZ1+edLvSMifX8RWE/w
DrPdgkrvvRuDE0QsZhiAAt1gpZHlVIDxgKCeWkDd4GeThzCMpkVzweRdyez2CCbzZyuLz9gexae2
lh9MPr/eYWguqFps67sO7T0LtC0l0BhdkTlmWPmR23MaIfEo+WAN/3XcsLVEOEMji2mAXe3b1z+0
ExhxvENRUgLKqOEFbGHij8c1Mt2LpqaA8+fb/OsT5Xrglpho8EjjiHt7PdcoTA4lXM+162zfg3ba
0xHAsdL0H8FUf3spAmxZ72DhcNZ7e6mM0mwpp7aMhCLbx1u30UsBjpzEkvyDcfqbZ7WepJDT8yaw
YL8bO2FBZ02UjBhdZiR3VL57lBJf8sFVfvuswD0yTDkL0IJ9+4XIWTOLaeQLxTQ6eUxed1pTl4qG
yaVN6Bf6gw3Qb2/gT9db//wngaKYJEEAq11Sd2r5JP0Ak4xl5vt0qj4SKP43c+e1I7lypesnokBv
bpmZZJmu6mq/d98Qbem959PPF6V9MJVMKnmqBwOMAAkbKkGRwYhYsWKt32wNpXHXcdHC6kfS/Xyo
xmmDEclQtmHV2K6Oosah7bLmHoE7fSd53BqKi84Aheugl7OW5wzVsZoUaHm0bjsdqloauNqUK4+l
3EnH65t9JdEpYgoYeJ4yGPJS3kLG43xa+HDRwYZciDGnqnyvYRL6Az4DTxVq9olXlo156HO9/5Sq
C+32tplRN0mqJwzrg0NiVHXuFnVgHzsA5vRoIKfCpGyUnSN5uXnFj2RTKYDo0EgQl/OLZZY78saq
J8iaU4poqxIEXkipeyfQXH52ZN1gPCDDQFKNB/b5KDQPgKViwYFCZZX7UZBnt3VtLkc9hex1/bNf
PF9toUhEvss9LFC8q81Uxr2ZQT/I6BMvRXqktWN9nmzaoDO+b4UrZ+i1HAZ73stiL8+ncHdgikhG
U9hZi+Giv7XMOsn0YZhHqLpFGLb0GZTuZlCCez58+Z7Fb+/Y6sujOujDPYIupR9FbXiq0GrtDok1
xJ8mJX2SafJ8VOpxT+/7chGEzLnJrxRqOsr6y4RON1VyBwCiUe3+gySH5UMv07GBJLwHBr78GELN
mz0FwplFsFbrXecpjpFTnB4yyXG+qmpqQxaztOnYdHP5VM/RvHPYLrcxmjyAqQ3kPISm3upmSVB6
zuuKilpZ6+0ne9Tm93azmM1OEBa/+zzRIrHTnjV52GQXSluVgdWSnU4AfCn73i1TDpSup/oKxg3r
IjBzdDMHvGBuccs2XSejVX99d2/Mk5IQmbJOHY0HsPj7i+OKOZ3iqAjvHEijnZNT9skJonD44foo
GzuFTBJTJvEGEXY556MQIxuwEV1C+V0b3nfz8A7Ud/6XkXHVXB9paz4O5BMF3g6XtLmKkXMdIm8q
DcBOZCfwgiofvlsIj3y8PoqyNSFHdVCAIV9FHG+1PRZ4or0CafUwSUKBRO3o4qSdPR0RgEiOceqE
Jziz81FXO5pe2dyfJnP80RktaqEgrTxa9cAWk7k7KGDo/2BTsa3EAwy1eR4P518bUE1A0tUK+6Go
fQvtnRJ/SndlaSfafJxmnuJmUHhIPYD+Awa+M/7FGvBd2DVEZXhNrMQqYhIcm6BHhtVNkiH9FElO
+oCFRb4zyuUzn9Sa/IgqhECpk3CeTzOVxqzlQsb4EETFTGEoivxkDMALFhkdBqzT7RtHSHeEClC5
Ux4t33QlGvwUVOBJivvu1EiZ9SmiF3R83h7/GzzT6lfxoWt+/eogmp7TSf9PsksFt/A/s0sP/Xdu
uV/PZFehtST+1/9QSy39Xwole6gFyITSJBD8lH+opbb+LyCq1N5UQcZBQIkg+Q+1VNX+hRq52EmE
YRIsleP8D7VUcf4FioM8WTMtWCg8aP4fp/bp3wEWOu7/L7cJDzNsh2C0UIhXGWZtxl7WXZe2XTf4
bWvPXqNRlcEvY/n3tviPo6yCxvMokI50jf8gbqzfhJVUWtVoZoMvVWiHTNCBDjDNCReS5pxefPd/
JviSu7o31OoIJphOyZaSDz4FvB9GJ1iDdkCnrUnlHSrV6gYTkzKgyFLcf5bZXZNjbHvE5VRVex+M
bXhUSkN6A1a6RaYbK1Z/cJwKBqDcehSpQcU5jbaTJ62Czb/HFxeXhjsBT/tVwFfQs3Iyaex9lHNM
V5ZA5YKkLV+/dLgCsIEpKdJoW+ebbQUtDUfQ3lcqSbpfkjq+C3NVoo05mztxbWtCPDHZhwiIwbNa
RW9lzJHuocPrt9Ng+5YWWHhcOnueZRujUIhkM/JwplS6Dp6Q9asQXGjno6LuvM30zvrAM3Evbdsa
xeJ+1AnVKBCuc9geb9cY0FDHpdfp93M5Be9mh+bC9c2+qpOJLSA4O9CVxPfiIJ9fBGUHjL8c1c4P
1aK5pVjWuVUt27dZl1l3IVn9AV0fzHpjAO7XR96aHykNrV8EenmTrUaWE8nKu6IDP9BjcAMStDqN
MQSf66NcHmbqDqS/dJb5saq52hHWIgN2zKkRFbDNDzgiS+iAwCRQ0CLeqVttDYVxC09iyLt0P1dD
BY4xy201VX6toG28qL1FB95sHmvL2Otcbw3F+xyvCRuTKzb7+aoJr2V9yeOKLS4QGS21shJCjSct
6l6p43KZMCF7MZR4XbxIclHOnXVwCQzVtdpNySPxfgrzvQntjbKKRMMA65racOnnXFeu0NZ9iMtw
r4+0+dkU8S5EHlblMX0+lzhP5rwOQ+YChPrGiNTRdSQDfWMZkePr+25zQv891DoSIXTUBchslT5S
bfatFRqLb8bqr+uD7MxnfSmavVZD23RKv0pym5d8b7kRxZtj2wK1vj7U6hFJnGAbCAYz2akMp1TE
kRfbgFw+gFRhlz5wm8YPu9y4iWX8uWI7/0E03DNn3fx8pMLEBVOHnq2dD8creEk6mzd5ZsWSJ3VA
zVPJSl+9SDaSATQHSKDoxK2Fk+tBsrD2tQps7rvPWIWkp8rRR+/6l7tYJDrIJG9AO6DA0lJfpdpl
l6iA5OXMx90MHpMSdT9x46t5XzXmK8EdkOrFWDy9adzhJrDuYXJbAY2yGasazOlbEAZIXeEpu1c6
Xqt7PI/DWwfxT0OlX6ivjmtJJyKP8M31ZTuNHiXTid8UczviTmPkb5am6N+iuzA9SNoI6D7D0zyl
e/Gl7/HSgvoCnK3VouXB6tEPt4IpuecGaD8U2vw6FztQE3wPgUGh/AGUQZFX2yhQe2hjVFlwVeid
r00XGI+KWWIsHOr4vSXDq/MP2j1CYZ+PIiOJug4wuoq2YBtaGS1Q6TO0Pu1INXqP2XtxNhjEprDC
SDr/WrPVgVMHRirXmZ+C6vcsUHQn4fW4Y4fwfF29KK+IbyeuTBmVV1HcWLcjsxr8qdRLqd+yTN+q
LNLmoylpkLMK3RayHgnE3GpscL9e8ukvRKscv6b4/5FIrmIP31YfbCSJ3oxzbb3JNT6EW6O6nkIZ
apcTrZbSG6sSCRjku17Zy+e3I/lOqZceHPWni+6fCsS75BJJ/TSbbTenKnTTSDgzXT/ZF7kTo4AW
QJkPuxTxMjsPUlLoyL1d9ymeXlXw94zq06EcwYzOiFzcN0PTvAnG+RfUpu7D9YHXJZTn+WnYqHDS
IfBT/TofWausQrLNLvGtKAIUPSH7+MFYZuMbepkzlJce/K5Ls3B6h/ZaWh7raoYLhRJLuLypbCHb
H3St8zWd7PorIOAZyIrRyuGe/9bFpcEHYgXAs/GVkINeXRrw/kFowajxF4Qxj2OWfDUiAO9Fl8+H
eYEMd/2zbK0HzQQAAtRQaMuIg/PijoLUWgKdWBI/7bGuygujO1EZDNKD2cWBb0I4hY6Xmn41m8Wn
60NfnkmqubQq8fNwIGc4q0ADDSyZ26hP/AmRwlOH+thB1dl/10d5PtrnZ1Jg6mjLk63jEvkcl1/M
sABePcZNlvh10qCPmsnAicwhn9637aTfWXGj3c1g7z4tESDbcqFjA9wvAHVddNMtHWvn5voP2pg2
bVredPQrieDruy0uF0UpKzP2obQCdh4lPHdiOHKvH4WWFL5BQEQBwa12O7DraekzI/b7SJpOoZpX
JyVBTvJ/NspqCekfz33FdYH1C2wLWCEmfIx0D2CxdXQ5ufgFIHONYpiQCXu5SYNSr23ALBFI1/yt
XcjahygOG0jUkVHDFbDqHqp2PeumWyF68DGDUXHQS7WMPDsx5dvYMcuCf3TUnyqH6nc1WfGeiNPW
qtI4EeV7heRrrWHRlbGkhIFNRbAf55t8sZcnHW7N6fr3vsyLhGoTBW1wleLJvlpVHO2VMImX2I/T
fLwzHCQzJWjzJzL3YWdpRTqyPjb0hEUTHzkydtL5N48odtL16CKf6srvKbHetrEOJ6izPsF7gy6h
fr8+tTWOkfgsei0COcgcUQ1cRaLIVoalQf/Ml7oaFac+nkM3DsLuCP6jRTx4GX2pMbv7KZFLNJND
6skwBZ5YSuPL9Z9y+ZU5ORwcWhxgV0F3nU8dmW55dtI4IiPMlo+mncCCsYUwdWzmO8HgMtqfD7VO
Cheti5KBoVTSas9y8vQGgdTZn2InfGP2tf4/HE9cBy+CIfLZg1xjSeFDqEk9s6y0n3GaYkMqo8cr
sCw71/1FtQ41GYAFFEzQp+drrgJEQq7TOTImInA6ECRKZbg9qM5Cx6e1rDxIRZMeRjRFj0HQ2X9j
Y6r8vr6WW9uKTwy+k7sGLNxaEinSUqluFfZxWKv1u2bsy89Il8QI0wba/cgqn2orz/xs1tM7J6yD
U28L/nc13F7/IVubSkPl5bl/A5Rx9Y6OptJysOaK/GlUqONx7A790DduiP/n8Q+GwiaLI0WhlILb
+SIjGN0oYQkTrWlo5y5znLrpjBVYplbzTpTY2r8QTOiLCKgfBcTzoToIEdjVWqFfy1GEc/c0nqAm
wYudUXaeoyzZ2U+XYZaSK48oOLuEpgvH1nRoJCyftdBPl6i8L5pB+S1bRbFTlbqMfYxCzkCVGTcO
DFzOZ1VPgCvaWg59uQyGLxVEWEjOmuKplpCU5112hOyzV/LdnJpAa/IZsdhddxJDao2kmkXoZ5pc
wY3uR/wAtHEnAGykQ8jXQRpB2xIOifZ8Xl5EAEmypylDFshfIBu9S5d0/hESFu5oCwaP6lhbd+1s
RSe9QKKslBJAjYU1PdF3A89Y4n15fauucWsi6iNsSyGB80kpdZ1/wjwngCAF7FOMLN+mZHCfi2iR
uEGREXOSVHsv24WB9Nas1b8gd2knOZ/1G0yCkwe0McNbrUijvbtvaylAHPNUF6QP6q3n648qzijF
Uh366Axpv2S5GA65OYzZ3uTFY+f8jmXyKJqhccnLl+vmfJyZLj/20VHo9+yH76jAO6esgVCD6LVx
X/VmeYtQUnTrhK10qvKqerdMM7LnO0uw+SuA5MIjwrqQesv5r2AvoMpjSZKnIXj5VzE2+gEJqv7Y
RXAU6x5bpHJyUlxwk+Rxia3CzWOn/Ov6j9j44pQc0HqlMALZZv1wHixCVqXbkpdDHHgn2bJxstGb
3tn8G9GKBh6hFbwwk10DMsWxi8xilLxw6T5L3dQ+xFHuFbUxEb+cnQfn1mAcL7BQvKzpi6+udi2u
tCUdOsmbkrT3eJJaJ/IJ48nICvueqJ++f/0npOsBs89CKdJaA6EiWs9Gn/VMTnMgXCjYJEqxtUeu
2VooYiNrJL4hZYLzzdIXI4lT30ie1ZeZW5kJuWAw7ZVrNgIwTCuev5hRcz7WcAeaHNHSQNDwgAkm
T+Fs5yd0Kjj7MqCkvqzHeyTI4h3ekPjpq9N4NujqHIQZnGLEeCT0rBb9oavG7r7uZscf2lL/bmlj
cNPa9uAHVWB5r1464d4j8Gv4oQExOP+oaSFRz4lDyUO1RPflgai/DNXiXx9lIwNhM8KYY5asoCb+
/iLyx6mpjEYzOR6EzOwAMzc8GCWM6zIGjnN9qI1dIhBaok1Gy4DYfj7UEDSwXKLG8WBK26CZ6uW+
qbpxJ6V6hoWvVkzYHpGri7cQ/3g+jNqVcrM0GVaIjTZ5k1lG+UkJElTVUFf5oSlj4SH6Fv80Eztb
DpMxhD9KBBYe1UVOfQvI6XHmzn1qoZHgZ71YjeJWBMJDi6DXQ4Tx13Hu+/Hf3lj/sSu/hlWKKw/A
MqwjSJTiJbf6ODKPmsAKYscz0qx61LOxDfxF0dBdce0cpRTkzHs4+FQz5/dxtmC9gBdf/COFZvte
TY3gKZotNXY7pJEbN2PJUdXQIUgd5jHsw6frK7mxaUTqLKpRlPvpZZx/4jp1eswze9uThkI5CYqt
O6N8d7KQ2t25iHaGWrcd5dEJzQYiuGejcfmWa6K9VdVpfIBTH+yswd5Qq6M+DyNuCWVnYxtttx8R
NJRvLHonbxCYHf9kVoDFISOC6ISXeP4B+xL6skN32OvlpumPaCdH/QGBIOd9YOd78sQb584maWWl
CM/kVautJVHxGRB7sL0OLTHMM+3l5IwYqFzfE9ujAIBCohThjTWFNGP4OWnYE1Tue9cpkAZE22AX
b7WRlzCZ/x5mtfVS28AVKattTxvq+nM91bS9A0l/A63xd9KFyjctMHpqAhhXyb0JktE0EQX7g6mS
AwpZbuLyOi8ZrUwJdLll+zc5jkKGNuMjhd3YH4wCXwJBXSw/LWN1qS4LBhhxWrHzlVjB1UL4vxd5
uJP9bC4buQGYeBhm5poXa8/JjGVVYXsUyX9HUx16SlEPOy2QzZPFQ1t0QHio6WJRX1wyPUUc3pts
d7Sh9ccokrLPo2QbfluBBL/+1faGWh3iEvJ3E5oc4hoZsnuk1R2/08cF/5pqjxm1NRSQMHF58nTi
bJ3PSjWFTak02h6OLtiodOCgJxRJjg7SjKfrs9paJboT5AHA+3mmrT4gOt8OtU2OcCnLSNLEZXMi
61B3jvBGggWZHdImCGf6VWsd76BAKqYYEpZpHIw7LMviuwy02g2UcQ3hT7u5H4qo+nJ9apuDkuED
a5IFw11kzC/2xtArUjGkpuUlw1idRAfs5KAPd1923fKWsnFHq0GLd0L9RhouuOeg9gwedIx7PmjV
OBZgeXY9okrmYz6O+MjYUoWCc289WJGWvT5iCO4cqRzVfV53Yn1fTjI1FkDqnOWuRKCyR24FSZWx
fv36UQeHZQl6EHDB+iyjViDP8sAoipwOJyRt7SMuoNlRqXBra9Ku/lQ7/d4FvVU7oF9D5dmgToHK
+GpvJiUG6ANf2iNhSDDQltT2nRrGRemZfWH/3ePn5+qVVjyFcI+9SijiuCPMEpx9Q/VWIm/Z+Qwb
5xIwGTR/UJnkzuvAqcmY9M0QxDynDOJjPvfNAYXP2tMd50/W1RBEcQ3UH4Lx6vm66oA0Gxw6LK9K
m/jdgI4Jgl+DvZPSbpx+6nbk5rQ7FFJocYRe7B5E8Ea5JQB5ncUe7WVEc+MeFd7rB3FzFPBrPBcZ
B3Do+Shhv7RoBTNKBaXQS6z+29IMhf/6QdBr13nS0NWn43U+SGoNMuaXiuWhR7SctDlDS8fQXw21
EouhAhwDiSLe0KsPZjuLGmfZaHkwrZuDg8OmO9pRv7MsW/sMNAq2MzrMffrW53PRFClrTByWvLad
7ZsRSfK7QIryd9iVNcfrn21rKN6AgINE944jfj7UEqK/Ps6R5TVWYSLmY8YniVeIV0SyvrNCW0Mh
4qLB9QHwwUY4HyqNUMZZptDyQCwgB5F1COQiknEMJXRMr89qqwxPG4lsjq4nOJt1oVhREnDWwDw8
pTFu41RKEU9C3C6M/rKwSXWl0PpUODbiPrh6u2Orfh27+vv137A5XVAmbBSY4nScz6cb4BCapvQC
iV594ZWGTVUvhYnf1M64s4giNV09TEUOJJjphGgIROdDGZPdpYgtml5bqdI9PhzqsQrV6FAGivJg
xGqBRFhRn7D/Hd7hLr1Hi90639yvQpFBwNifWfMvoghEqRQbGcX0MjvTXUsvkEAjVu4E38s1xUSc
YrW4CBAEhwB/Pku88ooZ2WXTk0pHR3w7DoREfWb9lJRavTdwCT5WbWCemjIpP/XY6HkxWtBPerKo
085vuZgxP4WgCVQG9BLNO/H3FzNeakWd0qk3vc6WcxSG4+zOHOQv1zeQerGDhFgI2pKIy4hyw7ox
CK0IlUNw7Z5ulv18WuoescaxyYFfykM/eXahzD8DLSWbqmWEhakmjNHj7CyV5VpalDXuiDXqhCxb
mU/+0MnO4A9GW/wuR9x2XQeRS8Qlg2q4R1QDF8ARH+UBKStV/mQh6ByfBmUsdRzJFeRPJVAqO2FO
BMuX21anqyIqsHxHB9ziOs0NIdrDFhoG37JrnAmFwW0BR1dnty7yTTWQVsiJKv26/lnXX/V5VIpE
sFnBu9CqO1+7ysBWVlUgQ5hN3Z7QsgyPZjfIbtG07en6UOL/ajVBohCXEVX952vjfCgYF4Fhc9eB
Bckdb9DV6GlZdOuAyKL0FFW67KWhbn/rFjvdoS2sPy1VUXImSG2gi4k9a/SfE0mRoRbLAD5An39T
l/25yFV1zJuwvklNO7yZYEt9uz7b9Yd9HpPKMymiGHhNYoysGXXtgeXUs0ZFAXlC2zgqbbR5EAC9
PtQ6y6YCBz8YUCPBlQC/9rAy7EQKkejBHJlr1MsUptajGX2kLtC5klk4O59zHWDFeJTy2arQGWHF
ic/94ryrcTnnw9DX/lRorV9O6nI7hEk9uX2cTichcI6JqmPeTtzb97TYI31nwuuA8/wDeAgKjRNC
wrrCWaPvbQfw2fy5a63UNbjg3Fye8ngnsF3uG24PIaZC9iE62KvDYfcwdYm8le/YMZY3FYpFPyZz
EJSDEklMW+m1Yw6O1L++npdbh2Gpuws2FNf2mmWDySOvR1oyPtTtr5mN5EBT1R8XBWuM6wNtfEfK
RRCuKJFRHVsvpFbZo1Qrc+mjDY/6HiRzdw6l+eb6KBvTwRdJlF25/nm6rBLeJRxlsxqa0rdNefwy
aoF0S+5dIGwoIch8fazLGUErw0aH+UCjAN12vjUXJW2cYE4KP5Ly1tWtVnEpxmQ73+3ywAmjHMrr
ZNdU2NdNO7mc5ZgiQu7jAZMcHaXTDzTX/FGHHN4iivzq7c5wopvFUrHn19sdFfMqReCv8KVycA6A
hkIPB+Y9KPDGpHi4oqKDOJYg6K2XSUnxVkTO2+/N9IuZo9+aICvVosXvjpI67HzCjYVikXUFPjlA
Aghd5wuFg6ZlkJmVfjPJyzutK2dvdOTXwmrFAwtJFqBNuCVS8Re/4kWk0gPJGBTk/P26yvQ3Y6ZM
n7VSfqUChXgu8hCi3KZwwRgXEh7ZjCR0hg+knyxy4MGAokyvDLo/5dqeG93WZ6PJCACNl5BmrVOt
RMafOJXkEluNpndl8H/06fvFe/UpEgJpAFhw9BECT+efDUOQwcimDJrGOCoHtVo6CAfSXuNta8Oh
5wDYljTZAaR0PoqDmK1VVE7h4xpr/4WPj3LCQMQ8pc6QHhqrDnYSrK1v98xL49YQxqarawsON0rf
6lL4fULXyrakCNsU6Q8OKxsBbAd7mjLicxr7YstNfTWqxZgVfgm26FSgDX2UzXJP8fAypoLWgNcC
QI5TRBJ3/u1QQgtxbteQgBiH/IZHRn5a+GwATjtnJ/qsZb7E9ubhiK0r9Uc0EtYA0CpD01pKuCWo
0HaundiAlLUv9Gq/N1H2O8+G+6gvPpSzc1/FzU5beGPNxNUBYpfBBSHzfJ5jg9QtxYXSd/pwPiTK
UIE4LfamuPU1qYTBRuZxbFxIyKiExTbQcX5xSvQqm44Am7TZOxRs9sLeZepE8R9hTN5LlgLsWj2f
j7PUpgQZovSBoWNjUPeGa7da7wdZmzxqS6iiIO2UN8A+w/d1hofEqw82mQVDg5ymlPbMsn+xOYXo
SVX3celbpTMfGkk1PJqh3c6O2TjYdCC4gsHiIgu1vq9INHKhQsIljAbCU7JIgLzjBSGCaUw1dGlS
edgZ8TJRs2lJwiIyBe2LZ9T5Z02VvJAQUCt81P7qe96HvP7CUn9Au3qJ3AW2MIL6YBp2so3No4F4
NDk324bH02p7GlPYFlIQEcLweXeDPpY+hU2R3qH/rv+YSj12+z7Snrq4aO5UMsXP6NHtNQQ35m6A
kuM6IFmk/yhW48WaxvjKKL3s5L7SYZKXTEn2oMvUvPEwgj+aqMMDiIDXYgyICWD0xO2ARhbhe5Vn
QXjvmhGRf78BOXaDZZXjWlLYvX67CkU6QU7iqHAfraZGtLaNXM19uZ7Dd0tUdUeJysLp+qEQ98zL
d6mYC4uIAhcblnUUZ/bFB4wsq+iLbMz9oO7it+VSqW/hqxbHqe2iY1DBucRgHa+bug+P10feiDtI
PD3L3KBuYayxotirqYnW1LmP1GqNPUqEYZE2l96iyuPOm+0C6/c8Sx5OnH74JiRD57PkvwU8hA2X
L5nmD6Uq3hhS99DFzhEr2ye1G27MERlw+EG39VwfUyk51Vp401Tll+tz3ojolKXJmSlEgm1Yl7/V
og6LjksLFnVDBMwLlOfTdNnZORtfFg4wr33xkgL+vIqzqYHkuRIumS+NZnMTjETSYhy+SFK+px20
Eez4oLw6BM6ZIvjqu3ZzJhVpAYh5KhT8nK3ePoJiced48vLi1S1xVlEQ6disJBjkMaskXQsmpe8q
K/XjppKPWV00f+sDmlDX12gjpIhHFMQVLl30gsQavjgRuRWOsaakqW846fQ1mtT2NC9DgztL4txl
9aDcJUOo7HFB1xovItEQOTpe0ughkBiuIlm0OAkmulriA0ktRwTn08zPYezcWJnZ+UkSjqcgn9V3
i5IrRzgJtJyRH/RGJOkPmCMLBbhF842gtnaykIveG7+M24yer3h5i1bH+QeZMXk2QLqmPsZgg4vv
jeWmUREC/XHe2HryGARx7Kly+NaK8jdJMT7mta26iTH9vL4wG4cHzAd1QhJMEuc15ippCn0wavhp
EsrId33r1N4898NOQNwcBeAtrT32ANfp+WwpNWK4WUgoR9ZjCyLabO6CzvhxfSobJxRCo1hq0NBC
LOZ8kLbI7EqfzcQPQNsdpyhaDk4LR6p3+p2RNk4oLR02Ml1KDs8adK1NwG+XZE58c1rSQxgT4lor
ZPVI/pcvS4hY+fWpXdTm2S7QpRQgGAJRyCzXcxvTbIhhvdlLHN4Z2oR3Vo5W1YexCw2/chDmlqa4
ObaZ7bjTPEf3DXatBxyC8p2du7WUqOYIPrEhelri7y9OskiWUOXLE1+Rh+a0lDke94ArdyD7W2tJ
Zd4G/UrjHazO+Si2FYVZVMoJzNsSB5J8qI8OiJrjrBfyTmi6nNBzAZfKAdqIlCBXAVCeI320gjz3
4WBJt3owfW9HXb69voDPOgTnKQGj4AZM4YBa0sWEUE7UnL6Icr8qUPg4jHMV1+90crn5BM8swD1m
LLtAiKfZoTsOVVu7XKnqW4GoByOLSt93yr/ZcGhBjqvC3suExqRPzTu5RZed4FFW343SCn+mEZRi
sP550N0vZtvPR4d01TxghaH8nDot/jjmzXQ7lzmWLbLavE2TsdFcSdFa3aOpUeT+aM1LCD8qG8ob
iQj4We7asfRbA6MqBnaOc6BoX2sNwAmKBBrGTGYtf4uDMfslzbo8H61uxNjSbhz5e1RLs3Lqsj64
0SVjqU9qVSJDN2CO96NU9bB09QLfyZ2As5FH8715ehEKBBR3XWid5RpfFlWDIZ5Uy5ehccy/68SQ
DrYiNe+qPFIelFy3PSCK6p1VyPhy2ulrG7JksvwG6oZA90im128InqCZisIzV465hN6kDos7VUbr
drq191zZ2sRiY9HQYsAL5fZ+THu5dVA9UGszOmHEh8uL/QePPYdCPX1zxA0ggT0rZ784+06lGQXe
mHjtpoF2Y+Tj8IibbLpz9rfmQj4JzVcoMtGkPz/7epjySZcREldVfpQH+BRBkEs72etlgEE45sUg
q/ddpM5xlM4MksYJbU7cR/wqRgyO3vkeyWlzKB6SdIyo7l7wD4tw6UurGTJ/COUWgliNsCCAVbef
5m5nVpcXE7MCrfNc06VJsQqbC2idWcaVzo+aqrhrq06FT1vm8iHrG7yZsmLaI71cJnaMyJ1OQUc8
qdbpYxJgc9gkjGjUrfZgUfU/GPNoHRu7VA9CnAUbK+31tSoGpf4qeE/AXdZpXZom1DJxafTNIR7v
hhJzRguCBpfwvNew2diMEEzY8Lzn6BCvC/P2hCt1UTipP8f5+JDlqvktrS3p9VVYutCiCUbblMKl
trqErDYHH9hoDGOo46Palu3fXRHmO7fQxmJxosgieFtAnVzDkdo8J/+HSuJjiISMeFUrt3UsKxN2
SLLyMOJychway96B7G2OanCZ82gC2L/O/WFF9uZcz6kfwk7zal2rD0jfJo9mkMpeGerJZ3NxDP/6
hbu1bsyRBhCmGZQ1V+VM04TZTWEq9btKGbC97AIX6/jXCpQR4RXaUBRNgYVwqa+iCJ9SV9qyS/1x
qcM3UxVkOWZlQ7kTEcWxXSUPZ8OIyb6Iu3MXmfqE+J5vdHZya5LnYsXW5Rj2pannxK3pZ4kD0WHO
I/tO6wJ9pyq1sYIaNyk6OSR+YH5EvePF+PiqzAEq0Im/FHr3OCDydZiwx8QSvVexs9ObWynPw8/X
V3DjiUQXkdoprzjUxEjoz0eNscBNqrpGy8IY4vrEReM8xijaelHQar9H225+DI1s3ZNWDdimJtNN
JEmqb8JyfJCx9N3ZURthnCYg4BjTRhiVdT//OTmxU52kCqttWxkREsYRupgV+VhHWrRzTjc2r4as
OphrNi8Q3VU0yO1gVlHAT32yis5NIoy7MaTcy5G2JmSJ+pROQspDRvz9xarqsdygisyqBinSp9qy
VF4hJ/YDlu17ncDNCYmGLfkvj5f108wq5UCpDYaKaudraNrFnRxHe4SvrV0KMAJCMXcgWK3VAvVT
BOnFVhNfs/GMTaZ6OlXFHL7Ro1lCVNo0b4F87r3MtmYmNGpJipgXzaDzj5gEuAo5fDbEBYLRVWx1
fD8NZf3p+lnYuNdpB3LJPhdJsfpajcKOQPCYB6dlxOPbNAybpyLBg7LsC6c7dDhE70ScrWk5MFnp
psGbBk24GnCuq24IGwonSmn7hqS3Hraye8qEW1k6L0nEzfh0oHHX1YdMkvNBT4fEd7JhvJOjcbod
Mch9o1V9+hSGULZJZLJbEOXxN3xUDC+M8qU8XP+4G+eAT4vGGgpZlEHWQmtt0oJ2XkLijL3onx0J
e9NaRriiCYY9OsXGZ+WwIcUvxBPwZ1gduX7sR7yo59gvSrn45sQ6u7N1iuP1CW2NQjZG8wwvDdSA
Vndfoo5guOcUsRhJ+VrnADO1GqWC64NsfTWgHoKWxMVAqXK1Q1BfDNMiivFhDqUDZb0BXwFzdnNV
63bmszkU+R667RQDLvg0+TIWZlNZka9E0t91OAXHeFSfJCkJ/mAngPDgnc5HE5WW8zlx+1XIwiNM
U1omvudzK5+0KcbvPng1L4TMAerOc+mNfviFHgu+CyrCCioaOHpN/a8BwqpL4Z7V1kbigPgU5VbM
2xwBXz2fUNIYQ46jcuzTB0Q2AvZEEHtWlZrtiTWdTuNsWvMhAACDn1MGyYPHuGTscIgughdvHyof
orMjOLFrRT4BIe3ClvOFiGb5Nh6S9jAA3nXJFK1jjhHYTqX+YvuL8QDbi9Kq4GCtQrLTKQ2SV0Xi
D5aVe4489q6td3t+lRuj0A9gKPpkosq82v+6iaouD+7YV5zxRy31w1FWmmAn8Xpm+J1lfqSp1Px4
F1BnBH20yrzkqaGEHNdY0FNLqOgBtGBCJOTusqjV3tuxkz6aYxIcVb2RfCtR+tjNGzV/sFRkBsO2
TfODowy9t7Rh62Y1qq+Nhn35BJjQywxJOjZxZByiul+kg6XV85M0x+ZOIndxfMUcHFGGIYsTnmrn
mzBHWbJRO76UHnVte6zrAm/g0jaz2J1IaI/X49KzJ+H5J4OqzIGiJW7RNF6zWvRYT5NQGlFmUVU0
HsK5Tk52QIn0TqZ2Ety1lgDdZs0EtSCY6p/NMoePTjniPGrNJZbegWLfQdoufkamJvnlrE6524ZG
+RAX1vAYpXp46vsgfiiX0QLV2hfugHjgodAW/bbrEtvH7by5yUddu60D6Ruo6j0+/eXeY4pIO0Cn
hHpFlD//ojF+tQrICMScMLZ9nPGZdlO9infO0TPraP0l0cUGC2JByIAzeT6MmWihkiV95Adq7Lj9
onpypb6P6g7gu/O57dV73QqeUOLLXD3XPV7Ft46eDW5QNIeomJ+mYvgYDHQ2RnmU3WZsvDrrNXdG
rqfUpp3Sx+U3ERUpwU0hwQR4uDopsL8dSafZ6OnFMA/YNet57cK02LPRuYxmjCMeAABIYHeuU5Yw
RTIDAQPby4NF+xBbSfG9pOyf06vP8vcLVdydDb01MUHroLkJGox/n69C2lpT03M1eIEzSLdOwrtL
m6LstQkfuDmBdhDcOiHctdpShhPDSqTZAcWhGW/1vouPQmnvT+YinMRokFANWHPCTa3slgrbcDQZ
5ughlOvRrfI03nk+XQYckizwxOLZSMa9JiZGtlpiTA8zpKsxKTKxBB/s8lcBQGVnOht7QWRzAPQQ
OaNcuTognRZ2ZdTapoe7znw/1hlPcM3i7TEY46d6NvfO/fZ43DUCfwgCfHWzxbrR5TVZlvdflJ1Z
c9w4lrb/SkddN3u4LxFTfUEyM7VZlmx5vWHIskyCK7iA26+fh+76vqlMKZzji6oKl6xEEgQODs55
lwp2z9dpM2d3K0SgBoQ3d1NjOGci9ytLbyPiAUjl3IaDfrKn1qIeDHS93L1vDuZ1kjn5jprRvP91
xH71dZEKgROFvIZ0+PECh7wfIF+2PZUFeigDk3LRW8uMRpB7jlD/2gRyFhE4N6QbcKXjoazFR3rQ
WqG4UP3FS7i13o4z/Y71xulyeWYZvpy9TT4QGSA66wTRU2TWIJymsRJh7TtzccOs63hRk2btfnf2
tjYcLVWKoRx2pxa9Te6sM8OYe78Nvq1uYUQOddp9B+XkTB3vtefZtNfIjrkUgpI/nryhHUsigmnu
u0ArAco7Kq7SMvntQMTzAH6lJ81r4ng7HmWxUn1KU8ukDZ3noSiU8UHrDfXw27MGHhmEOrVBjCdO
YWsBEpRZk0zmXi7IH6JFI/a5dPT3vekkZ4Z6Zdo4OzeSLfgDA2u14wdabcSQG382ybvby360nWtV
eeeEAF8dhJcDyB/DuhduX3Ob6EgUM4hb1gvVfs+/2nyMztyPXpbktqyDFU3qscEqTquq9Vii8VpV
xn716+6hy4YSoRUdWcl7zSaxvzOSqe/DQpcFPLWklnoo4Vanl83arwhNrch+7lbXGc8FxpePTxb0
Ex4IoHPjHxzPsZ5WwyTgVuzt1C2eS0CX9P/19kyn+GX0oGyuU8ne6K+0/U+KIkG1VH3p1DgTl/TX
fH9BZj4tb8aslZFTld2Znf3qcNA56UxvWuanStpQs2C6VKm+Z8Osl7W0zb1w0WZKxyoLZ706p8v6
YhI3Dg4JALkN5yd4/eNJHBNhd3ZtO3t7dIMQSH+901f7nJrhi6diFGCinMpczWAbnkQRqa8I0Cnf
2feL+G6Pgxd1/WIjHzA8aZpTnbl7vvZMFCm4CrjWVnY52XyzFHnfdrqzn6WN259I5C4NrPJMpH/t
mcCdkXQCnaZAsX2Lv1VSW5iKQmq2vQ8yNz3M+KyF9rhOl730gI3a2TkZzhfi8z+Jt5hAsxd/ikqc
rEShaNso9FL3eZvQSZTrOCT4h/RlF62tDRzAtqXMKE2b6Lv3a2k6Ydul00fMOJw8RnqukZE1mqaK
/GwajF3ZGJrFwdE2Q6imAVB2OcnlXJNrC91H9wlaB1xcwLJDCKE5f7JLVU4mlRutve/wd/1UA7rY
LbXmxpaEyoZukn8zAxs4c4V+GbN+jorKMBWQjUx6cqCo2V91L+V+kq5ZedssY3CNwzP+4aU/XuDk
K7Fec5spdlKJ7+BGwttTCGxu7SZPvo2Wqy5+ffS8siQpbIBHgzi9iTmfbLMUnQecFyHqB3Vm3y6o
CGECufS/e4zy1EhTIXJCXXXzLjlekpTLBuxlBtQxBnu5sSfpUsXyzN/fXkAsOA+MTYmbKu7JKJYp
EP8o7P2CCUfkjChgK5sV9usZe23doKIASBFHW8hRJzNm1nrhWZNv7TF2aJKo8ss5NgKIUmHnLt0F
VyL7koreb7d+t9I3BDNIMViEgq0/fri58BajtMjfNBqJIWAECLtD0J2ZwlcezjfpYRPhiYYE3uNR
ptpWeqt0c29vyt6BwTg7xNaMOJk4z0NBUAxBJgwffz2nW5g92YuoH7BCQCWRUZ8K/7lLaaO3uZAw
GHMaqmUuH/Jp9naGXHxKWonaNdh23yf+8uPXA28v6+XAW7ME9semynn8vK3hoVtO7CErVv1uGCt1
W6BNf7ko1ziz006d3EFek6OwbPgvMQf1iuOxik4JvGQXY18LHZ51l+HpiwJbz1PPUivihJLbU2bn
Tgxi29/RpFY7N/dyO7LXZtghKdddcWR4UT5Q9Olz27juKKVflWmG94s3IPer0TULVCOuW3ZJmC2Y
kCthyP5M5vVK0KDxCkqXwEEH/5R2FqDQpfN+jH3gdO6FNhd5lNA4ObPRXh0FGRGTETYyycl89ZWt
U0UZjL3mdm+7PvHuhiQ3zqy87UNOFgBH5Bb+GYGz4CQBwFrbRc5PGXuhrURdMX4LZGUiOTZeLj13
9V8vt1cfiZzQoytINeAUHI5zeKaSXhr7ASOUUB8s77JYMaj69Sg/beJOH4oSOycysZB6/slD1XgD
dSV2tnu9dmongiHdfcFYjLIg1RD/m1ZU2ccmM3MRzRZabtQT56nflyOFyjDNlQ410jf6H601JzLs
kP18trx+fZySbixCHDGFvYMS0YlI62xnc8w1cRxAzI/Dq7TVKhHcDtxHp5JBENvWgq4Z/4J821jG
KEjCE6sORW7XX6sp8b8HdPaeDe7AD6PtTx/mQRM2sB3L/oJ1QzGHsLydT3baQyGABjMYoQ5rD3Sr
6QNhK+1Un6MKqdt3fjHqfoSlCe0R+J3N+1JMxZe0a+c0suzKHKNRb9YuMqSP1TEoxHII+eKLs/un
33he5ve1sR+TMndDNwUkHOqNX38782peLDewswRYik4ctrCrj2NA4JdyBfyk77maeTtzLmU4a0Ji
EDWfU3F6yYjgJkmtFNT+pjaM/cbxWLqjOhxx23WfcRlqI+596yXX9pqzt6pEdzl3+aihFpjlKi5V
6mIE3cpvZjNV10rUiYqWcqJKahd18/Tbs7CJPNGAQeqIhXqyPue5lXkDdQm8ZmtGAaTImAaiEZqy
PVeAfxngOas3IxAwNgT5U8UsYl8adE627rvEmHao5dp7TfcnMIPjuQl/eXYy1HaB5yTbAMknabDC
JH3wG2dBejPh3mm0ibw3VnsBU2qn2t1YONjwpIuFjtWvp/NlVKEygXIczUJ0JwBsHb9oZ3DKLLHn
Zb9MwXpVNMmPwJn0M5kBq+bl2uXQ2nLWjZoB4/h4GLnWQzcbQb9PmqkILtpgWLRdZRtrsbOSZf5q
Oy34Yb1JrSZ0h8D9OAo/15mHyQV92/ZJEmfNXBrx6FS5GSJ8q9k4t1utCA1jMrLdHEjH3HH4z/Yu
c+b2YQ7WJoumROApPS3oMlxgHUjNqq2Cud2nOOaiMosO8a4uk8W6WKdMFtHcU24NCfgoouAZkKeR
SCh83cqqwghlWUt8sCvHTD+3y+hrkfTHzI+DWvo3wNBS+8JNW9CkXtcEoSwm80FXqk3Dcao0spAk
T8fd6HZVsUvSSty7oIgrOi6pP0Q/hd3jROnp9tDdVESb/OrW5zSSMraMxZWhmeAULZYheQ9Wv7wf
/dT93iZKew8qTS8QPZPGe681jE/KUr4Wzp1fKuycGu7Ybd84LsBgc3pjl4YJYtiZg7e16pokDAov
d6Jlabx532dtiZixp63NTYVSEH3VtYHMMgpNpXTdfC5krfQDccv9q9L362gMd9Suezgfa6Z/aEe/
FFEhrbFA9mKtqnAVTpWEwkJq49C6MqtgcZk4Q9MPNN7ZUyes3VSavbyosk59tJzMeqQZOiDQsaG+
ReeOt66mZWXop+yaD4mQ/bXIVnPdtXYwZRsxrLEOQyPrOvL1wo1zf6780HZS+0fQJa6DAI6zgC2z
s9TCJWwx3o4TITYsxKR/xIvF7vbkIGmwY6l092WjjQ2a+gb2ScZqDtRF3CwYQm/JtYu+pQMZIuqo
JUT5dflS9EXLpPka+zRT2oKbluy5j42BZA8LQTspSCz15CeO/U1T7oA4RuWJq5Xf/jamuLVzmfVJ
2qa16G+okKzWXvaj9TCOQanIwfQM0+YlnYLINWfTxWhLZT9qq7FvTGcSd/QOUXLQSl/claSj7/y0
LckLA68e46H1qdrruSGfunXCx0h55cSjaX3SRAS7CWlxZY1XTVY43wpgATS3KP7xZFWw2rs0T5cf
siuc9+Y0uh7S6qZBF2pwlymePDL9CNNUqo5Y4GQEqcZX6wU4m76KkiHV70ZXg6fu0rLn7JhSsWug
tF9Wvj+DfMmF/GE2TvIVtZ/2S+3DMAx7bkX3PQVvKzIDrpIA+o3uTe++9cb0phUyeZhkq/3gwtQX
UTuqvo4QXvWeJ4gDX/JcmcahC0p72ZujVVXXpWsz2ZPIuyfYSU6NUV3mZ3tTZYUIO3/Mb2sQtpi9
24v/KNt2fBZUWO6ZnAS6AGtojnS0T5+bIFNeBMlcq8MJ98xHtOfVw7JMujw0CCbzf71gHGKrMqwm
Uig5J+Eqi/yB8qEoI53+Fi7cEOu/9QG1jt2CT6UTqyVhgRSlk3zm1wS4LjW5YZFOeRYJp/V2AP9c
UnJH894N2oJqnJMXfmgZ/XBXWhKBLpw1PVZln23i7SLgFfS1l8nQAo56HUxm0l4myJGPe3ZU8NZN
bR+XsHmhN24bTZeGvWvSVBSI33khpbHpgVRo7ULe4JSTPxnWtd+4yzuryvVoyi2IuZO+2FftGhis
WSPzp6venCTMVq5AQ4SwalqFPOCEWZzn9tea44r7xB3mOi7q0sFQZdTt90mWVPdu1vYur7Ax8PJy
B+PCoeh/1wQuzB+PRgnpFdI17a638RrQgqEGAKfEzYoI6kNrm8a6dz3ptFc1dnMtSB0NXkg3EUoj
MRbZzWbfwtqwJ3feN+y2cb/OQ1MfRpXLmmJW7dcXhexGYCOiAvM5N/3nkip+H2V0FQ9+ktoEXFmj
5171k3Pjqw5Kdmm2xq0OysmNpipXb4y2R9OrwvjwgJUlUbTGUU9c4YmcDhiNZJNxcNyRmNnCFHno
irx8ykxtSg+O8Od0P4x5LQ4l4lXcg8hrrYNwpoAcVWaEpjwV8isDzJQtM9IT6KeB8R4HjIKOdKeR
CXRkYjXIVW0pIvTYzU9rhV/ooVOjp19g8GpmocNbLHgxAo7NHFSzE1oq8ZsQbuPwufKFjlRBrkOO
qT17/YxFNS5nazWY975ZlJeWouEfiqlt5tCyYODvci8V/UVCMNZjM1WehqJa471PUQB3w4Az603H
pvOuPE9qOhrhdlmGZl6Xz6VQHUJdqAR9oePdXTfotyZgrYyOMqb0yMOXVS53SbBqI3YwdUUM7xJn
Dr08hzqda3bdRj2a1JflnDhhw23goFpPj9Z0uIF21N+NvH3OInK5PDQx/Or3jpQjU4DiA75f6eZR
SVNY3dliTvMQtFf6pXe0SkVONwKApyWVX+nKkd8bSmxc4Bzl5GFu62TY5MGajMu8JgtOlqU1wlS6
jYiXxdNuVIW8J0UVJ/ti2YP7Zl3aSRwIlNYcS83kPMuMXAu9IMckUVV2S7xs8/nOUXn/pWqSsoms
xhMLsdQpIEtNhkziFZxGETbT5IwxG6YMdmk1Do8r7YcDktKLfzVlorhoO46OOPdIUh8Lp3DXnSim
1LjMai376umjLWM5jYaKaEyJi8bN1W6YRbPvhYR7ZVtFa0T1Iqsb5jLnHiaavonEqqUyMtGqu11L
6Kbf7GWmwKqKwX2QnWM9Z4ELw9Xty0nflYOPJnzNw6owNziuQ93vCA9D4/Zvi65rn4eWg+6AmCCI
LatPFi53hN3+OZ2Uz6mkU5etE335ZFhz9Tyuhkl20HaL/VCM2vQ0dN+zcm/k1fodI2b/y1yuNRmd
pPo7JwPoDBMYgR9qo+e2Me/Nof2JMeR9q/zhaVDl+KlB07oMWzi7H8Xsjd+5n5DeSdeQU7iYPemd
jUpg+X5LT+4ztWjZYSwzJCAD3K/GEEQ/fIzOGdQUIYIxZ9E6r3Bs9ECMD11nep+k7wyfC1/06haK
f/0E87dwI783vC6sEq279eZe/HCG2vxsWrbsotROkh8ENo7m3rQpu+CiWqUhn1O/U3ZtfCj0yns/
tosOEKbSUGSn81+28SxIwWJ2YxlckkW5865ojPnSXVlOoGi31VNAE0BtJIMx6qeDd497VlGGcyYz
2JOIZN3rTWml8aQN9ReZFM5zAR+PJDofgw+aY2YWLH6neu6TQHtbd0v9Jp+MeSdGo1h2tdFVm3mB
UI9V1bRPSztAyaqSRK4PE4w0loSYs/fNFJC0e2lheBgWQhQMxwRBQZ6hWCAE103xgQkrxqsRZZSP
WaOJEkJDo8nbte0MLR51CpSxR7yXIXUrDqS8EI53kIZB3RJdhdSJy3QwBReVvsrf6pO7NB96QdCI
+s6y17iYdaCORILhHiHxTkZ14C1DWLFUb+uu0++hpLs4S+gT4Y3Mq15CSSW0Co0Mj9TQV3mwhEWA
8F9IE85JL8wAWzfs3uZOhDR0pdoVg59+xDA2+N7QYwI1583ZGg5g394XrYsLzuDq2tcKB5KVTLrM
3k0mp2goBJWoubOTNTQzUDLh3KRNE2oJr5PtWKf1lTMYc4ZPxGjdVgjkmofeVeLHPNSKm7VZJHGQ
z5UHxWve7h65ZQwRLhFSRR2amtrVhP+UQJTBzx5yrxxt4t+izR9x8F3Gi8Bfh2VXcQvEDlF3WxrS
eIxyzASm5lDBdJXcu8kq6osWPP+N2Q3DEhdWTrl4LYNinwiz6RGSs5wfm8syqehU+85lo5r5O0BL
T15VtpV2Ya95CaUZM62iAprBZ8tq2EnF4HGQNJ2a+7cmnr3VRdqpMoi6yRFFbMzr/LG2BvWYAEFM
o0KNWR+Z0yAfRSC6NAKh6D3V+Yrtqarr1Q39kvcXCWysndDWhu7ToNMcAypV+Y9lo5Dbg0tKvamq
nPQG2fVW2+mDa+Q7q5cZxm6czFY4AwtP49LN9TTW1nRkelax6fOlxVodRrOCsWB6Yy7wJUHK4+B6
JXIUk6uouqZ5Y0236EbU093Ye+4HzUM6JjKmgait68K7GAdL9aGe+FSt0I5FsA5+yAJelDpY5KRj
q1+0fWmZX0rMQtSt1vfSj5Apqt9kS9o2l0GxZLcVeYIbqqK265B76PAF2Z3hrjOwIA/ntXHyKNBI
RiN2NnS11TFVEtVcMxoSFhrJod8uOVl7XhbvUVwqrVCNdYApZq/6KXQRWq7pQQT9dBh43f5BBDhd
RH6ajdm1WVvBck1mhJOCJw3/smylDhqtRlM1KnOve18ahfpRF0TEeCqW9t1Eh+i+UgU5f55yPbzO
k74kdsAqwKJLNkN2o0mtm0N/6eSIP2RVoIotZnbcnE1NF6K+Yz9CBe+zuHAdeTfPeIxcaKQBh6Kg
g7hrRj35uhTMdNyR2hWRP7T6vVQtSaM16U2+G9WoddvUeOqe+nMTxEOhhj7016C1wry2mLjBMlNJ
Pqk3ihxmZiFR46ENDvjNMa4LQeC5ysZuaMhAUvnJ0/RBXBYQd774OioD8bqm3RpXQY0hdzkt6ByS
QQ2HQVH9RDg4wVxzWLz5uUKr4KofHS6v44pnVgg3DPEdXbZVQrjyqzGE2p6+6eFs3vmZdO9NzSdk
G21a6bvFbxMzHF2yZ8qoeeFRKBFZwFiqkFGQ+QEVgXXSn/yxQ17NlPPwvc3pO13AEEv2zbwGSezW
ff2keqvT439a2dhI7MOmfbFdiJvCJHlstVl3on9Klyt7W9GIpzzvkbIPk/XgSSpPqYOoWoSSLPZa
yCkEWUgROrV5b1b5nu8cnNOvfFl0Q7ATTCjS/6hqQYI5rhS5+EmPvllSkEpp4hI5OAvcxu8BiTnn
tK1eFr/oLcI1prQHRelF00+BNJmMXC570YyczcoO3mZTVn7/3RIb9S5a6T7oaoqpp30xQ4xLYy31
vO9G+w16mi75RU/F+LcreZ4HoA69YxdWPiXS44nLF6WN0tCnvQ6nFAQw1KdaX85J7b/seWBYjLEi
HDr6pWyh41E4RfosRQweRyiVv6nyrLrrqqC8MhLH2reNb50RaXil6b0h/gHEbgIKiKydVEZX0Vqr
46TTfrJx+nOITFU3cl5b80cNAZTQr1s7ahFyDp2V60iV3+cu94Lud10QHchD1sbfs7buFRC/4wfv
hpEcJTUHBIjy6WKS+DbVKB389ktkFBRzwCrzxMapWkRhQqxJrWnYQ9SEV915PQkPDjK/XpEv9hiK
mTStwOLrG4rhFLxKpa8UTTqiNZ5M45u8xEaG+rJz4IJQRr8e6sUWw9kaRCm9oU2ek7r98bQN8yDT
dSyrfTt4fdRltbjrZzGd2WJb0f+4aQWjBrAUSnjUmBFJOB6FL29XPe+Fl1PS1xlJXt38aU5GKoja
Fxhn4LvPgcpfTCLaXrq/seVgDVESPtlvpcLvcdAdXlWdF5FR5VrsgYeL0On/bWoeXAPWBckVW4AU
7WQSzbV31sQZlr2NW00ouHwdViS6z6yKF6/q5yhQPSBo0NA+9Wgq86qelN3Sg5DauuNGsIar0fy2
rtc2Cv9s5urE3lMcU1p5k2cM9UIrZXZDh7rcXgx4PK699pf2838dOZr1//5v/vzUyKXDnXc4+eO/
34gnHPeaH8N/b7/2///a8S/9++343A2qe/7Hm0fZ/2Ov6u+Pg2jq0985+ghG+uubxI/D49Efdvj0
Dsu9eu6Wd8+wgoafw6XPzfY3/68//Mfzz095WOTzn388wX8ctk9L+Vp//PWjy+9//rGRQv7r7x//
189uHyt+bddT2hKPp7/w/NgPf/5h+v9i829Mpp+NmZ+in9Pzz58Y/6JAgyYQP+aeAUbyj3/UDff0
P/9wgn/R8N7OSwQhkcDaMM59o37+yPsXQFSsO2hS0t8HXvvH//tid//ZrP95OczDX3/+R62qu0bU
Q//nHyeKV3CEAEJyZEK2QuMOxauTRb+a0hw6gcV1Dabk2lv7zzJ1+4NmrM7NsC7BlUDZ8Bqad3Dw
jdI7WN1SFRSeyFPDbPUC3G0SdVXXaf7hb1P4yjc7PgJ/fjFoTBsLjL4/J+3JF/OSXMunEjhhy8Xi
uh4UF3izn/iiRZfQU/LPKVMcb8xtQMQMQDHoNGU3JMgWif4GykOxsBM9l6nYk3RW9c7vrjpL+z0c
DQwwjBIYazOr8dA+euEjoxLoDJKakrCUfjPDCQE7BzpPhJplfqhNM/2Qqta8k8t0zvblpN28jQ3h
Bek7MgoAjjBXj58w8S3qwd6c7kC0F19TyECb2W8TpuPs9qS/Vn2oBpekw8WHQOt9tNvXTJkHYB7u
benRJhgsfH5+/Z5f/VbEKIwyACjSbT7JdTxpg7DEEzFOZkvbQ6DxLtBL7geqGoF4wEesv5YLGuul
6SWHalXjp6IuWHdGcK+pKsnizvKqs7qabLC/nXX/mSuYxrjiskEAYW8//9tq8FcPim9XJ/GcBpg5
FcHW1rK7xxllz4tK2toXbB3UD1c0+mEc9ft89tzrBA/Ka0qFw5nO7nHf+ueXQUGHQMEGhZF+mg66
qzsvWd9l1JJ9dh/poNrJLvN3fdqUN55TLmEQzObFmTdzuiNYLw6dZNJBtCpcEJHHc2B6bZmLrBU7
EAJOlJejFa8KCmFYNJ3+Hn7CBG1LZFFaT9MPrltZmOX9cLtIp9g1piGvECbVPugok545Q09jA1+M
lQyVEqD8llydfLEVw85alVjjJH7qXXRDMu86HYFwO014OXMtf4srxvyDiGS7Ql9GJxxNupPFYCpp
KZiw+a7xkvTgW/14WJ3ynGrHi+lGvmGLeAbYQ/B9zkmqU7taF4giKXZz0TOX7pC7IPOt6t2vX+uL
xUSGuOnGexY5EjTLkxS7hhXkFHnucvtfyjeNmdmXtZvQCOUKjxOpEi6M0cq9+/WoPwGk/5s8bnNo
Esm5m0GDg69xqkg32HXgtPR2YtS8tOQCPwzth00ljvR4abM9ErJ9ChuqdHSKp93S7RLqTOSy62RO
ke9rXDU0TsUxNIJueF9oLRoUVIe8yEe4zol6dHCysLMX+Q7nJK8NqRbM7/KcyhSryHqbT7lx3zpW
7+zkgJxm2C5Jf0MreFOzUc6CmXGlJ28yP2nmg+JhDj2A+uaWaXSccByzeTfUltxjejbOYTebTR6m
yAVWoZsZw8dMzu6trlVYzo6Z2VyxTvI0nL1g6qMCQHcbFaJAUdKkP/y+90Wphz4VCDMmGZTjZWlS
grifxzq9oO9R+gewCA4tfnL6r4NDWroLaCJ+nAMQ6ZFfaNoYG3lmUIcEoVZFljZ53zQz77pYq6hp
uwrmiAyS99Cm24+lnXuRqLq6j3/9Tl9bScQklFbYHQYR6jg+IBi9molLp9UzKy1uRJkcwFa5O7dV
VWytJeTX0q93vx5029sv1hHa1FwR+SykpI4HRQgrVVYqnbiyOne3mlWwa2v8RkyNGt6vh3rl+cgG
UM+wYH5xhTvZkH2fFiRNAUOxK66NpdP3SUZhU1rSvmKdL3vX1c5d5V4bFHg00CsCPr6xp5OapmMC
8gQcSRMMb4plfktZtoxtAIOx7pGZuEN3Tn/4lTmFogPiHYAtsoanMhONbWVautg8qBCQEnjhkRR+
vbdawuuv5/RF6AY1Z3JRZSRGJAU6fn1gYqvGUI0TO72/RO6Y53ASVjBs/thegnqbz4x3Qn34GXco
B6Ekw3hk1KeYqNJz2kYVGcoB7kBqQyH2h49Y3DfgLeJBYT302fZrNR30pjOoN3bt+k5PPBCfekG9
KVql3xzcqRibmP2l37WpAVHCrvvlEuFt/xx595U3wVUeoxeaJ8zSqXBL0gcUD4fGi+u2Dui7iipq
ZaJHruzPcaBeG4pMFGUiMLWcoierG2MgxFvr1IuNrAJg4WviMtc0P8II9NxLeGVNU1badqwHrwZr
gOOXvmRm7+cjJU8kWZIbtSZ9uJKtSpTnaWtPQ5lfgwMbz7z6Vx4Qf0MIez8LFvzreNQmCOiWaasX
K6+oUcq0BTjYfgF3NJuH313V3B0oWW1uSyhv+SfsiWxePSgZoxvXVBji3E6GXQuK9GDnpR4bxVCe
qde9TBUQz7M90P8bf52SxfGjJZlVVIFLD79xW5hR2jLcBJywZ+L7y73KJ8OMZiSiO05Ax6O0VAxk
YPdOjAJpEGmGUAerytQt7BHATVhmnBmPuxafeBzciS3gQGFJb66mp7q/ZUEaW8LfiAd31Kw4FzPe
dUCG0OmGAQoOSLMRud6BwEd3OOkhG4e+L/N3XuIH3Q5mtV7Gs+tWDw2A2jpeNCuhD1U6bdT0M7mD
Xq3JBY7c40cgp22NmbMsn0TSLIdMWNOPvhLN21QNpblvPcVxXVrZpPYN3SjU7H0nTXde0Yrbea26
r3QsyVU0z+byjVAKEA+nLxENnSm4YI4BKiXXO/WcEGM+I2ehO+FkmdO3pCHlioKkAVmUrXl7zZVM
f7I7CRiK11196JVqPxS84R9F1ie3iTljuj6O9E5C2lI6eKJWoxNbtB6QQ5rgdh46+twg5moPyVXg
lc42cclyt+Eu68hG3hHGaiEoUqP31t3aNIdKAB/KM9A9X+GeaYPwri1VNJTM53R+NofWA1VelMMj
Uol+uaNTbD5wQRg/lcWy0DosgXffqNKCChIsy/wtGTsXdJn07SZs3RU25zjVw6cMCwa5H1aL6xte
K1W5L0Tbr5GRLSsC4rPnkC7N1mDRXuwIQjMt1qd16bV3sgjyPG7ahC8yOYWghd8trr1PypT/Qxro
PFVdkv1wTehEIdpFqdp3AsuKcikTsBXtJN92riY/kq4BUdMS+rChQJrRD/uqNVfgCloPFqTQrDQU
jZnPgAaMkXlZ+0EL0Z8GAO9ate7dlOucqEvl+sOHsqmQ/MyUW48h4if11UD/DgjB6gfvAgup00M7
u9O1bpQ17FUDIbEIgD0AUzT3egEIoE6ueYOzEZFxUtVe1qqg4ZNqHk3EbuAv0gMUWFgDZ7xVfjMo
Oo+d95BjVCXRVyh8/83kV82l5tQZOAsz2KQZreRyHejR74q8rS+FVYPkGS09vR/d1XxgIL0Ects1
H6e5Xt+xrEUTJpkcn9umC9ShaGa+rVlxsIWOn7Rv3Q5I5e7XAXILFS82NnQHaKmbHt5pgBSzY5TI
ipucAMSTJkEPmmPXfKNcbdqRalShBWcgFqhXnCmNv6wvkLxtbCmDGlyw8VSOo1htGm1rVg0WnGB2
apD1axt3pbnG8HFlVA2O3CtbpkBQtRrDyi54G9iN99bkZce+o6YbaWjLmczylfgN2J0bLFkJmdcp
AXTQKnzPcOiMfdAAd3IcyqjFYvz+15P+orhH1kqGtT331koB9X786EHRWMr2Bise4XNcKxuF83po
B9Cb3fx+cef+MaPjGI85MAajE9qOu0YTLWBO2cVJFnkKL5PRt+v9r7/Ydhwer4YNCf/zpgso/kUN
XJTu1Bt5jS9R1ww3upqCKbRcqe0bXxIVi5obl0iMSLSlgVr4OJ1ZjSftri0phHdDdwYVN+gNVBeP
J2bNpS6cbHLjKhnTWykI+FT95GWNjknoJi4CSBZnC/Ba787DKOyyXFWPZIsu+q8IXFeffz0f/6nH
H83ITzYwpUe+GiXf00u50c2bt6iVkjaM6srOSrTrCpe7YNhaCRZb+rwI89B5St2mac4dxJSsoTAh
jbpKWcjfx4USaRRAlr4E9KezsMsMeA1dvf+h7jx6I0nC7fqL4iG92aYpXyyy6XuTaLLZkSbS+/z1
OvUeJEAP0EILLbQczEyzWZUZ8Zl7z7W0uEW5iXy0d9v2iEyMlrfyk+Uk0ZiPUae3qgkbadpvQKG1
g+GgqUfx2U5+UPZ6dzDyVDaIc2qFsDnXuUYTdiUDen/beU9tWTmhtq56H9mFYWK3HMbsQRlG2geT
wWYjKL1C60OrFM53Uy2cMkBJAPeZDuGMgWt38ytozhrOjzWsRBxaszzqfA8fZmOqITRniTufiBJv
5T/OeiimsrZUTNq35p0UXgQutkzghlpCd9FVbe3MzDVuttn0r842b8NO38z2NnLwmsimHV3urHzV
tihbnO6ld5kfxCPMJv0we4bYosHWrmXdOdXjxMEyBMvimvDRU029kb9ihulCfgRLPJBKp7Tp+ypq
BWuloM6GVoaw9Es7RNiJhngSSfFQN25m/y2nVRteso1H83XzU9s4tGuNTF+uXQ40rmrc8cSl3R+3
OWkflr5xpguKQfb+hZlsRbQqsnyO+Ty03X5NhwIqmz11+pNReONOpDByo7HztITYSw/Xlz02MAZq
1afw01rfQX6Vzy+aXGyPeQWrBb5IiZ6PxHQx8Ddv9DYytARXaWdq/XeaJPMTl7T8dnl+smBDH/ZF
keuYzBkrBPgYQ5oPEru4JAmm7j/pHyHGKxSleZjWGcFp3jpnQ+D088RY7g5Xtf0hu/M5emHFc5sO
L33v3I/9ZVX7YUV6EM9V6b7U7exitsIcR4B8RiRB7Zojjuee8OZ4EMuIBLXiCQ2yHgNEkFqTe8vX
zDPCws7LlfjcIZ3Rgg/9GxVDr2ENWPU6yP3Cu+IoWNeQQB9X33UqK18HE+x9nCACpbxjr/8zr36d
HhqrQYtYVjp+98wpkNiCw1bdvlWpfck3FPCBlmGUuPjV/Ye5qyDbZUFeHtioSlG2zSn6YLfq/w0b
Iih8B8PSXJY+0V5TveL5Y+shvuCw4Qao/LKHfs2tWBxqq0g/pL3MB1H6noyzxF+0yMVU/LFVq/M5
DkjNgmFMHCtEqLaZ0dp3lIUslDOEuo0nWhwm2tryWFXL71kwPIxMzDofm9iMNpRI/hkOaQhZ2m65
VzbS+xA1QRDB2BdgJTEGIM+bml57HXsYfGHGg3VCH5T/2G4vnmSvTUj5FB5M3Uk7ROuu0j6L1hcv
05K52b2qFE/lYM5mkDGaeeZNT4Zodib1WeSe8zEZ/viCqb/4h91hunaywWYk+gZ6T2n12ytJp/JL
4ZIQAbKRsSQAcrAWBMSpcRd5e+OdADDXKsaI4XFTNEu7hjTTSDw9UBd1mCSrS6HN6t0P7mulmMSA
ooiMROkZb6XSb4DwEm7brK3LPThK8zd0jMINVdGuJ2+akX2PtsyNo4CaV8XjUCH6NLzM++4X9BHx
XAzFcnaVS5z1Rjf5CBJu/ljKyrECw6m812KU9qlvW92MDDUBKmjTTV71KcnNQC9cfQ1bNXsK2TDS
1FAvSrc99dVq2gfulQ7lbU163xHggZYdm9FFU1dMJU6gqmvvwXB0faEJikCPO1S/ZQQHKXlqmrp+
09NUc4LMt7ItNoyp/2sKwXHmyVzcJg5JGdPuj1M48MEStN7lcEsxBmtv8yB8bA+8md3e3xhqhplh
pW9aQhwCN0pH2F29NOu+zrS6jWatYFklvboobq41EFLv+cOy7jdUbf/MtS2cw1yP4p1vumtZA5hl
w0cwU2bbUjlTmE56VgDY0v2PkR4haFqZF3Hu5YwDVJmTRuAXo/M6JRhJEQvV6m+mb1rFjNMtECDK
9qnV2CtEOhrFS0uqmxk2yWbZiMysJQkHy0qzSLMG0cWzWd3VX169fEkHxleACLP6SPR2IzdQJNAc
6opLdJjMAr2Z0Y+XxWoRs6EPYD471GJ144S1wux2KJS9wWuh2tWj/lF2Q9Md0sp0ZIQ5aEqiPMlm
KxRKYGxZShYG/1XF/r9Ysjc/1fPQ/fwMbNn/f1itM7b5P6/Ww+3nO/1vq3X+h/9arevef6AIMeAN
gmViXnAnRf7Xal03/uM/Y7bx8LMyQwzGgOR/rtb1/2CDw/b1ThSxLUZf/2u1bnn/AfyCIK17OOJ9
32X+36zWmWvyN/vf6lwYQ2CPbP4gfg4r5f8+9yKZgqwzvwqzrvae6yq/9QgGD+BOXvMK+mG74ka5
O/WDjvIq7Eb3D6+L95iVmhsr4efEInxpVvEE0TOWC01/Y/WXCZALPbt1RZpaPSAAObtlXiEERlXr
VO6DO6ZaYPf1kUhxpPdmE8h+OauuP+B7sdFHxrmd45mrOX/rq6gwYaT11bfL35gNv+uZ4JWh+9cL
/+r25klr3F9gYXYjjk/1lvo/9XKe/LeBRHg7Ocn5VOXZRefca82HPtfWoAWco6H4Tta9jxeoNe1v
v/nibxdO8qo5NLyJvsVlVj4OPtY5o4g9TqKMPcVUHVfiu6lo2Aefe7u/G8fCfHve1NVgBDAUILNt
8Z0X2uvmbEe8tA93geaC0ln4xNSwNDPsW959bnjqG97hhrtw4wyQ6Uku9XW1cMtle9f5slJqnzdZ
4i8zgxnXqZ9dF/PBGE6ttoWDR1xSb/8IKV4quJVh6QOcsR5XQe6L6F86+cezaZmSUKrnBAOsMvKD
jklxpcNlmfY4p0h7UiPyOu2aWs1h06QVlJiMri6DD2Hjl1vkqTexz0yLHa3LfHG1+ZauqGrX9DBl
2Vdxd0z+qZvChI9V4vRWQSWyyDD2mWye4N8d8GVwKt6sIW9COZfDkd1l/iT5sZgwqRtP5vTYGW85
4yPGDWEzP6rhlOdNUE3Tjuq5ClTqp8d0rC9ToVNACby6SfdLYi519ceksuPUNSPVdY/SmZ47rxiD
1l73vUl/1uT8k1jLz7vAPnCd9UnW3tmcNBW4mRcAyN5pw+aHi2btmln71WMToo4sPij4htCgzbQ2
/Z+u/Vj64EYcztc1f9P6ci8nFfZuGXbTe8M87DhgGM5t4mlyir52NV6xiCANYGys4RJeXYYoR3+Y
Auwf58xq83Dq65uzXgHx/Mvd5aH3VVR1duQN9Z54zMAuPsumi6ZxjnqvPGfIx63qvKbP3K9RawzR
aP9ZR/XaSf8g84TSr4xsbXrs86aBQnvpabMQ/sVOn4UMYVKccpau3sFFPCdZdeTOR4dM8NQ6PPjr
S00op5XZT73bQDVQR2WJw2zO17XWvn1lf6ar/p13H/526JnwJJAe/LI7WvWb27knEiC9srp1tvs8
mszpFnTBpcZj6EwHr0iekqn8l0qbb2VYs9CadZ2nfOQmsx/GDTOTa3TfJNee0v/8MoYdpXrHEKwG
aABRF4fgyVvzT27Cd/8ukxa2+Y9MoB+gGNPdyeXHSr9ba7OYOeXZECoeUfLnsnz0tzTWFu9pGUW7
K+2tCbdCq3b6vDwj5v707WKLZFu4N7Ga1Hebd0xrawtXua7R6gmyjeCRshytI33qXlfeo27hbNDU
QWMqVlWfWxNntv1RJBglErYFLeTU4RsjAhaQckNwfU9GSr90r31I3RU72jQyltsy3J4u/irBVk5L
rO2mRnv5xTk6R7q7XvSK15o1398ZW55Xo2EEcGQot31GlH7JLM2iKfWtfbu+jlURbpYxse9xqRhw
cU619Vy4RuBuWRZbQ8/kWXUt1oP+eUV7Xjqr8VT21a1tCmSDWMKdxTvhoBh3oCq2Q9K5ZQw1y9lt
Ka+mO84QOIvsd2H059rz47FObt4ETlgUF6+21he71N47tT6yqj/nrv2gVz0IlzNk1y1qpuxnSMUv
mkWsRb7z0yVGHmKw9qJ+zdODvxo0WcrLT51VLhE29MdptMWnOfiMOJ3UK8IVF0PQryMymy5vd07r
YAvlbbJEciE8rHvIWvwdJV5jgGR3jUnSHpJhnT3O1Gp4GForu2Yl2nmgIrGXmU6gmWI6Alyq0d6b
r8jay2OeaM7Ro2Z9Fh30R7fDt2ML7ZqsSfIxjFXPAnXJ3qim5p29ps0TD0iO2k5mF7fMlrNE3BjJ
3qoPjsI3V3lNGyspcHBywEYAUxNuRWShrb5d3c7fsUjkyxNeJIAQSxN0hm5829qMqymHpjlmWvEs
GXHGHc1yLAk+O+pbg4Oy/tsM8lkX4mC2ot6txq8+q81LAgY8MjrsSB0n1iOxY7w2k+9UD9ighp2Z
DtNXink22PBE68fVpcq9S3g4b43qwZ29jd5vam+9uY3x6rwIe2mOS+5yPtJ5hwsF8/36k8ZvYuq0
CBBt5M9meSqaYdkrL+JDbmiM2iRYl6I40lJasTNS9adr8TlALNzZMwMz10/flVTBqpkXuTTj0Vrd
5wyT59Vy8+J7YHocNGLOTwmT6qAubRgs2HWiVadhtlqK/zFT+h4bqrPjc6cscIyvMsfTYkkwq5vT
qh2wuEfbElNsQ3IIrUYMsd2Uw65s738aWraAHUB5qyrjj6mrZY9YGP9zmh7IoXxh8XGzYXrgw7Tb
y6hRKLhvqON8OPOrGXb5skGjW7+MHJvVKhfM/fachBor4kNJ3bXv+apD0V7XZa9tFEvbPzlkesRw
nKgqp3sncunv5MinAolJnHp4TlNDXfU1fzWz/tjL9ZqW+tNGgDxOmwMk0hejKyPd4kZJtu/FLX7X
LVWaaPYdH3uWEU9lenvHGwNCVBPrwk6Hffy9ZrJPWW/vfTw1d7tlrs/oWZJw7tPTht33br7aq+Su
LmmvtV2c/KW8SX8M1Xxre/uAr4eBULNPTCcWEyb5hMKtt/RYFLwalt488NlTQTwLi5zTRlXuZ530
03mbNimxo/D8p9pEEyvEGPbljGO8dBmuFSXReeGmWckRDqW3L6SBEaKCmzng/zPhyFpVFg/tppXR
Nvsqtra+aQOETPZBwrIKRVbj07c73T+1jemeKZKdr0JQQKZaUp9Z7xREogzavm629AnBKjcjOhe1
6yekH2JLtL0jybQ3SovbeRpsPGCGDkqQi6ny2+08pZb4pad+vh/nzT5ACNAvU1fnv+ng2l814uKY
XS1VUp9tyXOb1BUj4ZXuDDeQaYVVu0w323CLY9vY2iFXS/veWQjLrPnu9NCmbApXUVWHRmvWl3xb
9WuHD+jUW4P9r9RTcqiHeXjyNfHHniu0O6rNhwdvQCi0yJp6pqSrfMgZBexGr8pAisza0eRXD6ZU
c5+Q5roRibP2Ueluc1j8ltZW4GbZEtiHmpmaEagHO5z1uTx1mcHt4bYmSvJBmuaBQeZhUY48TX72
YfT9Yu10NO3vujKyELhHGvXumD/izWfWwDzIHDmj3TTIGy95dabRP1qiwgJPNxzILqFMYQiCFr4X
56qY12DLffPdzMvkozR7dTLNecZxVm6Uiign/2x3/qdodXk/nPpxP7vleF1IV/1gkuUdF50Qca5Q
/CVBpZrp76Ya67BMgn42HaBHDBoHoonuXow4a2rvV0b6lr2AfpQyizr4h21nRKMmTi1uh9DOICTz
SQqcnOKKiuvB65Y3q1iieSWqjDkmj9K0LGfKd+j+U8W+axUb/rvkt2nNO8XamGlEdck0/eKn3ICr
p47aWL94c/lqqg0YeMOlBI7Jql+4V09m78VaBR9iYbMZM735FKOuM73Xd0ylmrgFKhXPef9ojMSY
tSO0DNvO2FxqmNXy5KqM+tro6dFnHwKThVnQ3MS+I9/ubCsIKbce1RcFoNYf6zpNT4T/+RiB8ccM
AndzKa13LGJGPE4GH77bhYXhffmLM3EPsHFy1iw75avVvBhGC3iGedrLhl8/JH/DD5yZzs/KdWNX
53oXNXn3uqnN/1UUxRCQBeiFg3JOJUrrMXPlLsHOfmu7kTFcwYPvySIJkAU1MYC6k3StndH4v1b9
d50xhW4GGIvdPmF8wo0Su+jprKrik8kXBqPkQ4xi2S8Y1NC3DNFkjDu7hlXQIr6Vldjj9pAPvj79
HXuc+kzZqihVWrdTrPNC3dYElsgh6/gN+YXpAebirKHPjQg0Yi7iFmM0UodyT4gSAbc8QX54kKJH
Lq6Njw30hiCDgrxXPhpo7Ih7bIvIgqwk6hkDbcQC9EusJhI/AoWmb8ft4F6Lyaa+MmR2sDPTfNc6
joQ+ddg+60Xv7KxSsx8UU6kY9G57S81sinVdZSx6pHemleMl0CH87Ayp8l2tKetAkEx6wiNdvS5C
+DFmufRRGSoPh9R03001rntH67r9wB4G3s+2+O+tJ7dHhwnma46G8tm1R+Og2dOwGxk/Z6GnfPvd
sFF9pFObX1Ul/OdKiRQDlbLAKnks/qDzoXfSsvJ9xnPxIlVV/llcNXwBpXFOwzaKk4aysN+NrT68
+pM73jCo5icAK+q3I3H9hlMxTXvCUBnJ4jf2H/zZGT4G20ieiy6Xv8j24CKamHbihU6y8mUE8fZ7
c6wUFjFYaNbtRptEpt8shzEvktAwKvfF7sAneFWxPADD0s6bntGCuTyYjlvqz4nR3oV+nbhWllyP
Zee2DwnLAQOZQcNRnytzQLyxtc6FQ387b5ZF1+bZXfUO5yjhoWEAP2md9QyEMf1YfBfJopmu/fvo
2wNMy20x3hggLMdO5laM2LmOhZ2z30adtMisGwJ/6Ixfiy62gj52tCOjWgs+momL2ev9kFFt+qZy
y4qxq8pH35jSf6M1+ToIPasogqTeRh4tN0XqardTCO4JOvWIrzhwRbOecaVzJ7AtOPULlJmlruKq
7c04n6tLylOb+ctRB3Zl9hsra5ZexcJQAizFSym6R+7ZPpgnqoPEToJ8tJ61MqWFwVWukjk76Itg
fNuKNDCrTf/rl5MTmF0StYWZhQyLy591zEjMU/kxS8oprmjQ49EGh5EILy784qNODEJb3XQ3+1ac
m5zZbpE95XbvB+BiKLuKz6oGQwIm6aMrywcYLhWvuSZfPKtjb2GjLJ4IIaFuQFfbVNt0hh4alOk/
sBrcD2xeR+19TJOjP6p4tvQxMPqJKaqxIXkEEDYo87RULTu3eeP/U/OlNtSOeN4u8GnAzKaM6Ebv
/eOT5xZAS1iBHJxkJAR4enK2V/jzwaqYNjBP8iz8wGP6omUDwwGzriMq1KPm1ge76/RgRGVCw6c3
V6P5GYzbBsx1Zj0SYKJ6YOrhMj53SKNZtDokwOWYui0uVlBh/jlrd6bRKt4htlC9Jn9yvdrlpfvT
YL57rUpx7Ze5i90W0bFfJtZBN3qqbIN+igBgIo69Ix/lX0EG2J3oImLZD7tCLn8cw3nkkOOMHza2
V83flS2B1nwkYkPOyLgkT6Y5rGo6gaG9N2X55HEgFPbe2TT++oytuZjEG9uVGCUKPanfnMduG89g
tfTdXdXcJ44fd55coq0opwilVxvYCd9dx+bSu5gKX3z+2Tr6TRbNt0h9dBOwyWCLFqDcReJFJWkm
e24dD1NHVcRdXY67NGWI0q6NGZd12R4QoYiwhDbwJDedJUXvcbSUQaP3LwhCLsnoUVUW9VsnSdJu
vD/AmVgdVPB0dK24TsXBH5lKsJALjGK76p0WpGUZprl/lQl0yhGu2aHNWYg2CZLr3mwYt/jrV6K0
C1J654Eze45l1Z/hwG+ID2o/rnwjD5j0hspOLxpzoBiiUv5HbsQUBU5bv2/18u/u/d/B4TH4OFQe
s4UDB2udfOmj58j/KDZhF/hBl7EXFYMzXb+NleNfl9mE4NF37n6u0Qqn67luknjMRoNbyf6nOUhg
lOtfHZ4D3E3PftfUb+a8ubGlmN+yPp/5GNQMziDvAi1tWBuoxb4IJk7PpslnI1sMOwP2h67Y9k4m
nwiA5DWfjLeVXpu9vv+AI57Pqyo3jZEMgK0eYUUJp6Cq5StSDbX3q9E5OwZEj6FKj/1W77yEp7RL
l0ddlfZLyXgx83DJyHLbYNel7r6uW3dn1ET9oadQAXW89yTS4rud5aOxWRBD5Bt34vWudipd74+v
KuZasG9oXrgbE5kdbWCeuNNAjTYVVA9RP7aJz3jRRtMGSXTP8gzVMcKReLW8M/TksK2W9TeXFWwb
H8gxo6DLWMCk8UnVZEG0do8TTNsbpcFVH/ozIQRIUGbLjLw5fyp84Z76RP7oU1pA6tu+HTszAvby
3jPwGV77on4SZsch2S0jDMGufkJsWFB71KMKan3ykLNtxqmxG/uyKl/eamFkh173s102o9QjHaSG
TWWGXFyPykEPljXOGwK3/byi2DXcpnnk4tlXreYfdPbBt8HO0qDiDHbt/KY75bNnsxyfzL937NP9
VuIbSdY24hEtQkVpE0EqerXdpTjAmoFZOOzAMgRAE6NhbN9M53dGJsBNLpp5gysmkzpyjacpZXGp
/RHM4Z692ib+0fHak95BYKHzsp7ZHRd7b9imlyrpARl4y3gDpiBivS6OHVqPqw0+J85y73P0WgrD
rHtrGYkxZufgZR9GyzSTsKB89Bxg7/hN2Tvn2lJEfsK/HI20OIOFiirtRnjPcspF3aLzcwPPnWJj
EgxK21hzagu1LC9E7pg+Je6qKFQYymIqKPzkqOniCmsumIBIwmkFkv9K0WuEU4eooRN5bNtDnG80
xIxd39Hw99e0TyGIlC42jXYECoh/puPMLcDmBYnltaFBt2+Wh25gKAJ5XPYfRTtUAdJt+1zV/Rgl
2WgdKstPmRhQdtVD31+5Lu3AmwgDYKj9LxXwe+qiRU2mpSxKtnznGCNJV6CG7BNLSzYStqvtenJw
Demei7a6LI40j8VYfHRgEM7T6HSnopiPZNM2hxxEEBSGbYJv0qiInQV0trHXf0hpH/azMV7U/WNn
Uw/Krm9PU6aGWF/XeDJMPsvuC70qdnmRsJSs7PkyezzkWeKeWNN0u9KzpsjsDHkq9f6bxLv+JU+c
n7Syo0lap5EJ8gxjajeNKTeS9OcQ7gWXZDVoerQUZf/Vevafomn9sPAn86Xx5hceg8exdLKoMeUP
1Y9xafzhZM6OfV5scZZTXoaQL7mn0WbEmFkkJUcSa6pAo5xbd7bifJSNWYUGCYphXZrXAowWGVqg
7eQ7BDhGDla5t+/Zl21unEqZVUHXUguoMr1gDD9ZpTOHwvAr2nZmZUw6x2DJTY4qOy7L/FT0sw/4
75qOJ7c8uMVLVVxZpd5oUyOyEnZs7x3ufkftXFLDMACFlSvcoO2Q75V0v8wMd7gnr5aW3iZLfwLG
QGB5hzKk2wTFjX8zXWcJtnlZdr76EV5gY7cGRFQLdthlEdbQ1UxteFyG/JlwJHlE4HfTu/bUzfUa
Wsb6MBasjVrtb+KANYQnZO/RQcsw5z+4uaOcgf8PJRAYi/fMXCPl/tY67R+l9sEV3l1yjB5n9Z79
Nr9Ua3YbkvEv/CLz4vWWj9K0bGJD2vNtFfKMohX2qLu9Q1zCD9TUXNwPpVBPvhwCRoWAwvyTMNdD
NVh5tPn93ln80+z3fsTHn4XAgYK+XWGUajdcu5dZeyWzmvIuDfNy3pdF70W2kpDy+me+1oBCCXDk
RJEEfupxLe4vML7GSeeNK7viZtXbeVwxwPJtSslArCIGkFwWpKYpEgZclwEZWgyAVX2Utv8OXaQK
BnaQLuQTTz469/m8Lt5HO3Nibc1vU50jQDB5+ce83m6Zzis1m3USFaNrH5mpfPht/VRP/C7L4qO+
Yxkl9+0m8BYvYl/a/qfJH0laRjSbBTvP8S/MosBttaizd8p58P1yJ510h4nz2iZtSHbXTtE1NrD+
lf6pDKRupfM1p8lvyd3mNHO8Vagj9Je1uzqVuFrLeGIfDNRUHMD63bIsOdeJ13IV5zklYBaWmobW
glnbM8asYQ/L1IvStmX85tAqK2179lnsvrTIQ54bAKYhimL9xayhTLJClNBrGFjVZ5rlk1V5Ba1a
UqJroL/DcDNH+HGecvoPJtRWHxkt4mN9E0dZC4kN1vvxK45GneUtmqZNRQqQaJBP6xzkbYcGv9RD
w1qR7OReWN2boAbM57Et88ifxhu6aSoqbfWpA1VP7yOeirE7CSWfOiCYlWfdUqGKU5eWe1FoQ2D5
w9kwvPTkW2LeLZ58L5r0tnbFUZcdmhUF8Z/xnRtIBklh3sO4K7XlXDJDfM3r9p+mMVJdUeOjo+YH
iNl/djkBkS4PDLkqZe3x8DVnYQyHHABkPW2/SsNA+1yWT+SC50/pkLJAI5mP+UZGMWX44tKk/a4s
htvWgr1cc2qcDcXY94BUWbN/VXVyGMvpHqhDH9exEVb1zuiNvbVWv7wOfM/g08/97Yd0R1l/GLyC
k4Wj65jhPUIQsycsa5cxbmtly5bb2fkodWodzlWDFRHBlz6Fbn0eqiZKrRen6G8EXl9k2j5khoiW
gQ7MnJv7t2Z9IgLvY7RUVjhAaHoTA7GwiEToZWaMa7iJ4OUBtrsH87ykcg2L7s0CwgM89SG15E52
x3yK1HKxCa+15LdPGz6udthSDQgwflyxga3+4dnntl34rfwYbfyHMyw7cyCYYKeZzQcqvD/JKh61
+a4tMIn/gaiXMgEqyrgbLqowwAr9qVIVNrSbOccwiuCchNch56pjKKOcz7JUHBdTFlHQ4zfMTihi
osbFXdHaWfLSYKlii8/kjjx7N4TTrh03j1Y7SBpH+5UrVz53sm8f0d/wg7d2Ovad8PdIOYzQMLvs
S/MTa1+NPNFi5BwKu37WYzb1WBCI+5TsH0FnngtirO9aAn7VNV2vTTP2J5TMgLQmu4nrsrLeqsyg
eVt6jvocVWrkdxYG2rS5WXmlf0JMQwzZkD12VEr+6y1XHrWCIxrsZP0+6sO0Uq/i7exyr/m1qAQ6
p8pvSuoe6OL87rW2vPW0uBjic6N/xJBZvCwU9Xie78DonkWe/dH6ycEt6+e8E6/ugAKIUeon1pK4
gTkWuYpDtDZGuLuWx2X1difSEROKVSKZqyQoaROqTISO52BI4HE+gWNvoyJR30buPLKsezMm62ik
6T+cELQYDfA7qJ6DopMfnV+D5538hLlus9g3H3s/O0nzpmW8LT2aLIzivEvJB6d8FhX1yEzYjBCZ
BJPNGhC68BK0Gm/LjO6RLYZl1DMoguFpnfGxeDXgoXk4bL75IJV1a233tzDsX+YsThBpLxuqyNye
O2YEc8FXuYmDLPJHct9c6kL5vGj5qYSEanG7Bmu3cYNbRGE0SuyYj84BvOjndjEfSy2NPMFUujbN
cF7YN46safTimiQ1UD93/LKLf50+ilCjuA/pUlGSMOI1iwWw6Oj+GxBW8nFytUlEa64OnZHYpnBd
KE7VZAepSB8sc3zySAZHNZ3szaX4PfpFHjSy+RmT9MvUasprJzvh7a32ZiUOibSBG6fLoRL63rTa
nbvJk++w9knsmo22BL3mv1EYPpi6yKkQssdF86k31wfyQIP1TlfNyvKSm1yntenx9t0pe+79TNbL
CIE9mS3rGlSIZA91yy+K+fuj2dy9l04n3VruC0XCmio/0upG7RubliUZ/gdz57FcOXZt2y/aCnjT
PTje0yRNdhBkJgnvNrDhvu313o+9gdKNG6pS3FLc3uupJBXJYwCsPdecY/6c6uIG9I1nvxc/abEj
gqbB1tuHj8qcA3p/f5bWdLA6devKdBuhVZD2+DYsoW0jw3+mpnM1tM22E+6SmtfWlmp2XumZe3cC
GNMVo7mZU8MPYvKbtDxb15FJsSvMe1+0ByctZMBh8oPUoLfSHPFTVxNxn1b/TnVSYmX6x9YbEdlT
93jUb3hYr4YW3cQAKK3t3gzR3speUiwwPbr+p6+2hKGvrAvrwO2yDUyshAOMv85B7XWcfTKt34Mh
+LJZh2LkbXSuSa2PAoMkuNAvOQtqq0ViKYwDsfUAB/jjpJ4894Bhfk+w5GEsnoxMrLvOWawAdsSa
zIaIN0mObWF2iPzx1MCX2MQDrVdjbLN3oe0JEkq+afTwloKKYc+HajXPFWskTrYoygy3WtfiUW7c
Xer6MsD3eHL8PA60FDd9VDi/xVycsX482SrZiBm8e6V6c6Wh1nWtyUImnbYU9nAd8kwL9Kh7y+vp
iK/0dyS7IyyIR1ZrUDq9CxrHkePqxD6MvSbny1XlyCqI+gIcSzOt3bLawVzYKb/12AVJfZ12UDuw
LyOw42rmK8cGkjEMSGvVn5Wn/bbSpePa/NHUxWfoFqfJ779U3vwWItxpKozWDjaCwFDyV+elD8K2
0KKUfPRspu3eOSSQXR0jOkPcZQ1FukilbPS+NaIaG8v9ajPvhxyzK/m8RfEqjKvMmzPwQ7hvsxZA
FsPB4NM0XXEfVXN1quDBraCuoj+l+RtD7kFr5Eeu4rehDU32EO5pHPSXqW++Sxa5KwMBD/lbPEOd
X+kIULt5+prtFoZBxV0yMrxAec4H8jEcgMRSGygWd57FR8Ob7p5H/E5Yu8WV4eb6lqX+gEU9nniJ
GaQzPlF7Ms5pWdyQ7NwgzuB++0N9FpCo+CdRBbE+fSeKvRWYaHarHu0cGpvZvK3XkYjOkh63dYli
tmqNbmK1QYrXVSh41SQOXtNrKweHDF/l8ZhAYQl6SlV2eFP0LaS/G0wx7RxmcRzwHhEHdPKgMsTn
3HUYouJnJdwdsDt+Yp/GGzPzYkj9E29fzVYsMkz6vl39VLJ4CCRJiaCTNXo31yqPB7Gr8fbspNNb
AR3N33bqP02WQpxODXS7YudH/c/OUWvPOpc1K5hJ8kbHabJ2e/mzlOPZ4pwQb2trCldWjSXDsV/w
9a9ZktqoHG2/mXqRrKYy/hAy/WFjij+VUAvWmZHbn6bQvp1Sck/VP4aBcxbFcu9Gkp4TUhxsI6Jl
IfXZtcZ7pTWBzeY07exAcC3gJmq4w73NlHush5whyjSKM9ZrjAzJwfKMOx8XGHOsaKyU7mlOs4HG
t8lgJ5HjeSATuJrim2ovfnwduxdqmK115ziH1KiP0Sz3TdM/enleH7SaS8vWw2e7czBHKEwwk46p
0R+Ojjm+2WkD52E0SE132tNcT0AgipM+9lcylM/kzHY+VaRuTKAdRWw1FI7YdYIpJzLfw+pBCrxu
tU+tikmou1Hss4r4sUGbRpJbWbH/oONr7KLxNXLyn80cU7owpE+tyH71GA5D98tkbGhZ8g62yf7D
PhrdTgy7OjtMdo1bga1rll+WyyKttjl5L7hMir2erx4T9IBhk1lruP+rRGPJUUPpRhExJ6yGE5pR
R/3AsbSVdvSG7By7WMI8bfMj9gP9Zi8bdsxoUfbQxE4MlycOH6XGC8WSqh2NqUu+iFnP+0KZ4itz
84zK+b58mrE/fpuxxxMGqp+e8SQqhiS+JoU9TGuDplVWrVP3St5zuOKixZTvaROOApWeJtpaDhOl
u1svLtvzxAh0Luws/gzLWPJI59xqhmSIdNaZ1GtToi5cD/c/O9G3wYk+4AddpJ1+uA27JKODrGtK
wkkr4Rob7IA1TZyzvOTEqa6uWWgHve1f2pK3UQtRQTdAZl7cOrNZjhvKPOq5F7HQzH7LSAbcczcQ
Grezbq1H5azjUr9Vbfw6eT0mNuelTXCY6knZLIeouwvXaS1K7m9QMernJnXEg/IRPk0CtlYDbIFm
D6Vd0jq7N5m9ihSAFASIPTqS2LFRLjaNNZv7pO/uTeI+ythLHgcH9niFBt4a5XiUGKXXI4GflZur
a+Xob0nSnSrjF7hUkP2cQNjMEMgZOvbxabbLJozq7KiItL152oVOZSK7Z92Jti47l8i5V26/Zym+
ahjsXP1LDOwWY7FPKUifzOanmX7i+EdDfuG6DdCDfcxC808BhnOrqKCzolbgEGmx0HjT/GG6S/IV
y6ntVE4QsmBnWnSPmbukEtJrRJkydAosTBGGQSN5lT6gc04vDXeVaD2n7cYiSkFmEDuWuFceJwZu
fEaytoxDVRT3ZsljeInamLkWvmX4G7dmxWAtMDsOebyGVfsaU09QJ6cqmR7SRUwaieNuBuG19Ij5
nHBHDcW5f8qVfw57z19FHZGY2UvGgzGnEV0dA35sQnVBiW/2HmrCe0EZjLfm7DP3L8Rjf9C2fbns
AfCtZXWGFRTQ5Zp06kbPlplFJnQyeDxa89FxV3lOosOOL5CQiUHrr3MnT22HN7e0d8kE/lWm/m/f
4BaJvCLeXZ3g8ETgDuwifTeemE8gQmGpT7QjODPnYtorknTsmbMMMlDklrGGhb9jgw1gh89V+P2l
UfHZ7b6SVsOYYzEiWfY0B2rMP3jkcukMuN+q8Y1Cm01VYnH1eKSzKs9Wg1/VK7JkayjYv9z0l6xb
XOiGf4GBSjqbf7CxjK5shuy8ll1Qa6AWwjxPuZEM3iYx6/iKk27FvZlcIcknQXUG5arR89RF1cbz
TPerkDUhJPS2NWHkI+v/i0y0FzbccaBo6sFxbRfEnPO24K9gTftHsuB/lbG4/V164k9ow/8Refj/
Ib7QWIgu/3PI4vn//h9J/v/rXwGGf/wr/4xZWNY/lnYy8guu9gdPhR/2XwRD+x+sbtylTdxfCJ0L
Dfe/YhaW8Q8dnJXNDZc+G4uK6f+OWZg2P48MjQtoz3JgZlj/m5jFXyAVQEUARpjLb9cYBLS/ZiwY
bVuntrCIZXX6ruLh3Of+qeAgWIwDyMb/flfu/4zj/iss8Z9srH+J6f7xy5iLl4ZgQp//VouWKQa6
srHZhBIcnJ+KtOZ7Sikd2yPVYSGkH2009Ets++k3a53S2xWxOWBBaZW3x90u0MQplbGAPym6x4TX
KPuQkejFm4SRstyXi1K2teesFIemLZzxhEeja/aOO7gXM8mb6pbFnXG2W0Tpa8lohoDhy7E5xTZA
8y2eZe52feFFPFw7RuKtLrRCcueU8yYDfFBiksqXf8k2iP1Z8IQzmNpdd086h1jkEoUyj6ougMDn
JazqvTVY5OVqo79NkeInEXzt08Cpi/odl4TDYYSGA46ghIstbp/x8lYklXs3lnUuotPAgcqRMzGN
hh8QDBjko61f0clCEQEnuRU1GDEbpXHUDoBxKgLJ3TAwMeNmzJpd6dCMReQlsUuLDjwqlZEWnZCw
AwotYeNJ2f5qqBMFppwNoNzFM0HclT4APg3aiA9xcRD6LoEYFb3AEZ/Lw1z11it4SYuimkh8RmnB
iU481D3tXTYRRG6dAuMjC7ENAC2OG3T0Ef8QzA/D8pOwpa9rdKug99wdG8cN9jw9yPWW8ECM/uJ0
9tWv3UeU6Xqth92LL1CvJy2q1jMOFhEbb/QdPXPGehQlZ14pjBvfcePS1pwH6d94UDi9+tDirKTh
aeGrT1SIHgC/4InNkYGw2+yD4eBv4AncHBNHHXGzLRYSYwvuM1vpZrdjzV8EAoxY6pIAJFUKRASr
wGDt87aUazZdD4bJ6cEgMBenYut1PI+ajtOQT7/4uuHDLpLwdzigC0uOa7reHAethyMftvtiLoyL
MdqPVkmPymREH3FrHCc3utQ0KK7xYvXrZuZIgW99azX2ncFovVROrFNdXGlM2c6exKgWXbNZCqSn
7tjjQwg9uCka4jI2DHkReB1Hw760gljAWE47d5j281Te9Jm/oK6cc+X0dxi6XzrCYhRL+SxV/4Qb
GZvydIUmh0NFhT/Mrj/hjd3jqqUhxu8G3r/wMDpzyL6me/NynvyGm5CcIEuuOfPytyWLYzQJlgOc
E40kMt3RY/22tFMS6lpZWVEGkutknZfxqyUjnPu+uvWkydExBEs2Tip+jLQn/N+68HFuIoS4SZPu
Yrv9akcjJ6WLWc4L6UtgPJQYG8NZx3CYtbgRC5TmCrd8458GYz6Xc3KvjAgNAL21n7XrGJbojBNL
ZF+jMbEoMRKHdYVb2ayKFQzJF84ZOW6BDvF0bne01DF7dW/8oWfD46X4HQkUkWGOjKv7nMTfMm8f
OSeywfE5IjbOqczVG2eefWcmOIOAZ1Bm0X7GErODCk2FVo5xYKpCBkJpXoQPPnbiRRt54a/CpuW4
h6jehvMhtZL23NXNvJ6c9G7WmFN8VvD4bnBLwIVirJj3SlSEUGP3CzjQtmDCO01Z9FjrHVciUuHG
AIOHWZ0CAyWlF1TljM/DlIuHZQ5MaDlRgmGyJZo2Y4Pp9Lk8uap+D/0+BCVo095Rf1UJPrDIYKPo
U8dhIwzYYwrthazBSnqMNkmcrFrgAf1s8t90yamNtXqXkNowC0CXk+vFBIL8m9Xqx3gyGU6xPEJ0
JgXRbbQ+fGgzZa3mhivUcIuHNGSFKCmdCnoblEEGYiHyELDou4iDWvRqhZ0rZtfp/NTt/mTYmXen
dNvddHVpbNLKfR4bxz2kzbBvbHyOYBOCLmr2aSw3Hv7Baea3gcGbiIPj3xCEkR4zHtPk8wscvk24
yxQyQJW5SOTpwSnc34OMK6CDE4sY3K/UImYbN1ZmYILqXHOz+DVT/1iXHqdRnw1kCRRyE2EJRM0Y
z9R/2NS09emh7MVx9MjHdjGreMwv5IhjCKB7nHTbMKo3lsnwaKXhA7uAq1PIX43N97tiXVslsb1B
4cahiQnXpTUaMS55LjR/jYrsLkeUmLGYjZeB/bRt6Fme5NIXi0zPQ4INaZlWGx1cr37BL8LhdGjF
TTMLxH8Vs4zPCS6YdcPn2mcsCdHofZqyZUitVer3pwpbGB530JK++22S58aHkREAHiMjxzygd956
1pqDV+JnTkvtZHNUXCVWmO0VJ4q9USYPeFLeAdleqkJ/hr9orIrK3UmopUMwz+4rhnfzq00LcQU+
47ONzi9Uu17KmJKFCiIHBqdp67XNp1/Hz8ZQWV9TASfMdpqb66jpgSh6vhvNZMvD73N2q/euxqfh
F82ExKntcQCOazus97EqDcTKGmV5qIB40ggWuuHnNEb7obG/+yqm5q+vPXZtcY16mw4nnQqKTaZ7
OG71sniOQp6YyrWsQOX4+oiuzNtSG3+UbooPpyeL3bIfyJ360aDud20lOqHT/LtgMYykQCBunMxr
QjfbEt/H0MyBN0D3xM5b2jxmJaZVv42WTlUaPaKifC2Z1YK6bj0u/Ix5wVcvId4UNpmYl8rYFtij
wgm5E1MctbAHjcEVg15yYvvCkSbS8Jm56XvZsSuuNfvNm2qfQtP5Z1QX6JTtZwgubTVIX14MKkTX
ZpJZZ83M5sCg3o7jGP7Vwkr3hLCOXpU82JW8eG75ZBNhwr1B+IJn37Ahu2k9zj4qF7pAHkSzlj95
zvxuj8pYTb21A4aCoGtqyZ6MaEOMrVAPTVunJ8sQlxr2JhZb7T1amLiJrqmz46dodBi+Nz41pb8H
M/+l4BVc9TF5tJOOlQIyJCQDob8QXd6Wg53srHpxLcwOadaiXvxF7rYjc7HSCz72hmjdDTlj11K8
x8CSDfiwwkPWmbhm44NlqJvu+x8UN16iapBHt+I+m0vLC/rEPWOy+ZZGcTGZsVAlMQxwawMB3eU7
latbaztfQsvfuqG9ljQUSWP89GTGQj5+Ab5MhEyaX9Qw3WFh3OIuecas5aP4e28ZXkUy8DzbKkdb
J4SEvQ6jJxc4ElojMAATxSBI761GnFCdB4qqUvYLL7BCeR0/+8H4oS1F6Yk7nAqpP/t89wpDk0dL
AQ8gTycAnUTJrSgKvn2+7CG7Ne91irEOrqBxrfgLxkMqI+YwC6eC2pE+qOMHim6pyIo94Y5B7wzl
VzIsaZI4bljmZVNePEZEkcdLwbMG8FBmF4ClqcQ41YSxHXjo8AhWVWq67t5yXK38yOScvQ6pqmgp
njBK0fYGx/oChUBjCsQajDrc8kMstyzbmyZNFJa/P478harIYcS32M/w20hKef9Gd4pKvM5VHms4
dSBJ4gowqnXF9+xc9nEISxdVVRKdDdvb3/9efSFm/fkU5NMas3QkgOizqFLhf/8XNnYm5o6SrgEq
ZdpjrbfK2vxhNrrVbsEY0UMrjZ41fWUnM7lI1pv1eiT1aS9f/xy7EriQ//BO/DVoz1sBud5ful+A
mNJm8xceInpDr1wSv4GlU3fGKUxArRlSWt2C3POIUIvGp1Q4nfB3BqlTMNpS9mRofPJ+uzYx9D3Z
ptXvRANrJVueyTifS0rWCgKAc9bB6/AmsWzoUuoyY+qUVoVJoy9b+RLBSpO29kwZCq1+kejH/4BO
/vfPeSHBmoAJbNPXPNv489vdUDnq5gQA0Gdl/tJSm/xCzBpGjMEoICbhvjlNhlD795/yX4htf3y7
jOWMTssAsCz9Lx9yH/l2LwzydYpv86lwS+80ggi5pJw576KuxaWBht3j8RDpf/g4/+1I/4fOgHig
m3DykQr+/IL1GNCLv4RXcneIaPD12FaDrmN5ahp0RQXSnXF5//3LRcP403caIoSNNG8jIvj0K7h/
+Z2DMUrXDS0U3nwmbbOnXZ1M7n/gfP3xl//rlbM0+oDe9nwbdrlJsuTPr8wezLktXMBy+pO/zdfz
4QbDc9euPn/2R0DYbyhcDzwnoDFpRhB4e+7z279/nQbC2V9fKv0wYC98z3cdZJ6//hFZyqnOjfDS
d3FzghH3HMNM4qTOYcSkZPWJmjC5zjFNjnF2qwv7UEPjDEg3tvspZ5nEZLc8ikk2NbgRATT5LQ4J
WIxCHYAz5xkIsJSZqTKzB0PO6OBtnjKmxq9dDQjSa6x6B5VyTWw1mMnswIYN7Kl6qnL76CbOvSau
7SyJE1FdCXvsu5waX0fIQ9UsjrW0C8KS4GrXezyiTdbFyP/l2SOEtOHcHrN0Ge7KDN+kBjbbLp7I
Fv6azYLCaA/qQxVewc+9Suyvds67bE/9a6iGd6Md37W+fg1NA2tDiUfJS1ikphsXjXc16s2BpCNp
QUAT0YAbEV88wCyAls6uYlWv6c3N7y331Hrer9RgM7B4NIYIIQpWGpNHnj6xMr/WGIymZNjBHcMZ
4a2dkeO2r/0E+/VEj+oH7KzzkEX7aTAfEzrgVA/4wnYoMtWZB035yrvyXPUgsejn2UJc30G/OhbC
fmMo46AcXeOCkL3B/5mS3BWK6ysQTu5b+CM4gm0jS+zsWPzKeL4ayxrbqvuviiAdd0VCbd28G5Lh
GPr0lXF1rkUV/ii9yMSd2G1m+gIz1g+xabyxhgkGVbzMfnWkc5WRAIvtqh7brYufN8bEm7JcrwgG
9rX/Xo6sB2duI2lzNab0Ff/wMg7vs37YJmH/UQxQ5ZRZPZrJ8JSTLW0Kc6O1+k/huHtiPYysfLB9
Pt/YfeGc0ulBbPJ117ek9PuBmzG58200lxxf0vLdSdBvohSxwWEyC1wtfmKG/DF0bbNGhGuwcPMt
cmxNx0GKiDB0S7PFc6SmYUvsvcWnK/NfhDjcrSSEiI+XyFl5cqhdoNMStKdJjjYUVErP+Hn9GSJe
wWcM1Z/CdKSJmX0XDHtQBlm3o8PqDMydTITZPoDk6q7lKBh2u/Rqeu2Js+9NNC1fedKuC8rtmDr1
idPokTgNnu3JTbe1T2JV73GGwCEzNyLC7h4X2XTLliUW25wwVPQ1WmlPGHVI93nPoVIBLBTmjBME
W5KFIHYA7iUe0GO+qXKYg74Tr13e/QQbizFNsAXQCiAiiqttQxr4vfO7Z6fArDhOS48q74Xmzjvu
B91SY4+lhptGWVRnuOtBF2Y33td1SZB3FTs6TerzCG9pArpEnaoDAAdwqmZMGiqgJFORwJYJ93k1
E4+g7ZWfqPAvMzWA5YdX0FevHtQQTPyiPMvBD4OKMXFl1x0WSBbuoLQ6dWrH5js07GOpogadpYox
bBALc6XFmtd/HFr1KtrhcYhpnWvZhbqUBgauiSpWc7Vz9rbeLKk1R7oE9rO3uOdjOzAK/1Kn00Y3
vWeYzxs8pO7arej0Dvnrnd6+aU5/JTL73mawwvRmx3S81wt7V4fuqmttLO3Ii3M1XRO12F/srcE3
RVYJMJfumEuxMYRa90gSAmJM7S0FwSTYpuQT4twmrrR9AmpmdDRWXPOpnSIsDnm+1XyobZ7+rmas
N/qrmuv06KedJbFHkC18bSWb/W5wsceanAgG+hLaUokNw39NHADL+6pLmo1y/Z1eOF9wV8mOWX6t
EbidXPZGyXwI7dJsIQzU4oOVJWqcjIbAkWn5lAMxfIRZIVGBedN97o2RUZ900ZcPTZfUdB8k427y
Z2AMbfZicRzkyz9lL74LIa9ugRuzA02fdT9r7ujGvzuhH2YAiSgn+toexDcAQRv5b8HhYAHqhsOc
haznZHd368oL9NHUvscZXeSIBQZNMwQEQd+1dqkyTgpLIpfI6wIZ6zF9x/N8qRPth230+qOmpWS7
isT9oRKhNmlrtQGrN+NepjrtqAYv8gSAkuHRdLvPKLOahZIzoT7S6bzK2SbjQscWHXndbZjyEg4g
Pig/wWShkZHu2FRWHnmcmYTIahqcS9L3DfgNcfYGj0ggmLeQM9EaNDr15yHPd0r9jmWkgwRyK9K4
A4NkjBUUX9BbM2KF6CTxHIh7BriiRhxNMCfE1R6mvjvjahVUhbpd9Yud+2+T/tGdHjp60DcC3Rfe
HoKWnoTdu6/1VTC6BE8/83hp9Zs6ZM5+hjEzVc27NtQ1oQWLwE3scSJ/LPSZhXNZ5MkNecr6Ylff
bVu9beJN2lh6T5s93gDU75g4P6xOrKXE+1W1ZgLJX4wkvElGdHHg1koXrVn7eNzafLEM9WU4JkEU
WuPPJLZ+qUizi73vDvq180mmjWz3CZcX4TYSaBTk7Fscv4k2tu0qw398QTJxMNvPsKsS82GqB0ml
Hj72lRzqqt1wLSeUls7IpblnVLdpbtVb1OTNtVA6vUKNJ9p1anga8njlfbaqcGHq5fg9yXYfIvwn
c1LclC0J/I9XvHeJOPS22TdQaUb/sWfEeO5EJI+S2jsYq11SYKOe+C5TmzWiVq09mp7PfB+h2clx
a7XxfepHbHyieiEudhk9kxpkujJgbIJhSEcsvf1UY/MTSyJBDK+xLR91X+EsGrgHJv3gPDQNxqq2
d/03QRAZWSsJre8SuP4zmEBr2kx4/diJ3wojDPyUnFoN+kKmcBqqxntpqloHvBNOgSvLGtrfmO59
8r2CM36VPzGNYFtuFjDPYOePflHGP7RJTdOzXy3uW68nGeFq42VIGuu1VHETcBYNF7wDC3v0rV0J
UXNtm5JuFiMc74Aw7F02+8Pe8ukx39vWZO44QeBC4qnEPZ18WYJdMwz3vQ/FIuxQRseoP5feOLyx
DXNY0asnOtDmk+yI7lVkTVFFMt975tZ/k+7QHD1bw/taMeMFMmsGa8uUne4gEW5zUzuRV/7grXkf
Y/+aKmPLxusg53qXzuNOj1p33bhDum1UFoEX0KVLJ7bpfVEcW57DCKgAqHK0dFsje0yMe4evRy0P
0H62tp2dn3tvfuwc/TqU4ElyrfwSMp73om4Ojeu/WmLyMfkoMPme2ntczVuOwhMDJAyOwqpxq7Eq
KWy5xkSNENSPF9dn64ab4QtfNTijZFKrrurjayainxoAswdAGRcuHQCXupIb0QzI2zL7YCwo9kob
NlPcYFyvso+OzpBV5+f2ujGGe1tgVPf0ZTuAT39QX5FjPzrYLjnTyKNRpufBGKhat9Q98/xftNnO
a4EfcJoTwkd2R8f5jNkwifR92uB4MJGBSZZy1o2Gi1YSIk4Hn+hYHbHJ6i6oPvcooyZ6brM9Qesm
GHugAsQ6N2PEeo+9Bo/JRO6jMqlXWITnH54e/iCjaQSs8NRKlsNzHpbNxrQrHshlDqAA7m4c6Bz4
8Top4+fAdJatllHTBHmyr1jIaIc00YdNjS+GC8a3k7sa2L+2s5kzJgz5KrO9u8xD8+IqzH6it7U3
pMvuSFsyEITCxRwGB6VrFuJ0WkXoFU1OCTNScRO4s7TdA+9CiUMZwmhbuvth9OYgV7P2S8o47qMV
e6TfCRGInUA1wGprPuS5RWweJ+2TNlBv34zevW4p5bQLq/zpDO2lH8FsTYTYBlPMD03JCEup/I/G
T19IIBLjD1OFfmrdXMxMC4KZtJE5HSPwk9tokD89p2s3hdZBdBs9t71Vaurphm5A+fTje5r2LmwK
2PRgWt/KLOQUAbn3XERcXaHWTHsb8WXbyKkOwpZZdojYebUY8NZWWHnbwiQZX/TRfQr9OUApu5Kb
yn+3dTE+GEaG5Q2WBjXKPdnn7JxxF2T0Zh0NBahMxQvoaaI8kre63i7IGyea8J+WeHPTQa8fE7j/
ZZdvWm3sIGmHcbcbhfI+l4ZI1MwQyGi1TCrR5BzIgOA5tHkUYt9zrOjJNPscp6I9vDg9QYxdhB6v
7r1TkReou/KPGEZItIcZX00IiABy86V5IwrZl/IEJV941SFuqd7fMXQD5DOTB9aYq7hqcXk2VMan
m0zUj8piZ42yQh0MGy4J145ogv8tMw/rSkelgTWIPhhGlyhcrJ0kvdZA/5I6SKtaBGqKIOJgKwqM
CvRhPBubOhpg2oEv2NNUTwV2+dHrhBIzzaB6yzpRhXNE3KF2ndAlt8hNAsNj4zk8xAcUy5Xj1rjw
hmYmECXvpmGeVMunj5j7lJfV2WTjWXjUGfgVNQjSJrpXo/O6kbw2nSHvI3BIGAvZo5W3YK5KBorQ
zQ99AwvQwTm9nMcaVhINodtRBUWtvSZTx32TXOTYawaBjlJH/jU+mtz4MU9F8gQwHiHY5fOxQpFi
DcO46CakURZSLh918RoWBia8qXuvgFXACs+tQ5LMz9whK5JtsCmJ5nqbwfZIA0xluOX6OdgtlSIJ
DtCtmSIW4I1vWMRCP0bv068u9/wgjeM3rWKQ9HtylwR1z+YUFtARmL4HdeF5aKxAOuA2KEPnZDi9
uTVYjK/8xABc7D+Ggve+cdG9dcCSqf/gEv/cJA0oQkr9osASHN4Jsy2Aa+Bb7OVzbQiAnd3j2T/h
WysOCVPPKvY5KqVmNB/zOpk2aR+lRy5eYv2y87/MRNwLZnQ1YzKHRMXxP8njh2wJMPbuS8djmZOG
CdGiIglqym04sEQzFdso77uqUC2Ad4Ey0g8aRKZVqw/6HephzSMrUneiWevMVmc1TtG9jwoP0Xmo
YKSr8wCibGf+Ya9F5OSDVrN55Dy+EwW5Rz2eiZAiomFJnsinFlNLOXqZ7yNlTHsg+DjmEbitBevJ
2LIlx9NFWy0VD4kkqSf64o2mzmjVp9UCWjJ5K+hGlDEbz3pIVp3WP3WNxIMRtVeiZt5zb6csz7M5
WuPfSDbAOHWeGwRAGqt9GVsFc8RTztHPYg5i7VTupd2DcijDvVEln9Zcjr+rAa/rUNr+cczmT00a
5FwIaeYx8IPGQjty63dKwO6zVpebLnLEwS2GfAN9u10XWf2MO+crTDLIEtx/N2VhfthJRnjEI7c+
skJvY956Lx1Z/bVNMNfJMW4JzRhjdM+TMiX3JAO7ozTXsZyrO43c95ArDKt/WoLZvEP4np0CUpLa
09lCi7ymxZuxa0OYWQWo/Miq1lAq4s3QqHTdCXUVMjoo37BWk9K/2Uqq1SwL+u/0/GCGzVc71VuD
PNc0TKzAoXetXJ3MrtVEYlOYLH1GPJK7YcjvjhzIkYFZN9MiXVlkl9IMucEDSxhMmJJWptZ81i1i
d9dlAj+2uLaWxdOIiDtBl3MaM/YPcX/IXKasGMi00RVnzi3TjQRCfICuSsq/rh+7jr0cS+KLixyw
6j1SJ3bLHq+yYvHBSc/dE+g59E76pkD/MW64Z9rEvEtej09ZjEzeeEgAqq0BP1n8NXMyrmOj/tE0
2o/Jd+9RMTL6wGBNLWNcY7uVgWkZz7qd3FTNPYAt1ANr85+4sQn62Omphh8aDMQeVnLpZBspagE/
lMtTU1CrYxM4WbgdvPWQEmyxJoFc861i2ATwhXkpMVGsex9Tt1zOTJ4tgmnADc+NfDPNPIkm6Xdr
i/8Oz/h05hP5ETf50+xir2hS8dz2+fLaof2YNnlj/sOU3+EmvDFGH/yG4zIHGbRJ4g/rCRsI3x0g
t40JyhxNjvVEJzZ2Uz/1g/x/zJ3JctxKmqVfpa32uOYOOBzAojYRgQgG51mUNjCJkjDPM56+P0ht
WSLFIju7N5WWlnbzSiQQCIcP/3/Odx4yNNMbo61vEuBD6PebM3gZtORGcDxDcxJk2Mcj0V8HgTwj
wuLC9drbAnfJpmntR9Xm3Za2G4h0kX8qhE3ZNrvCdv/gKHphVTzsVTkfpyD7qtzpIUkAtHmIumIr
f9KQMx6F0viABrGPeDDntHNa6oMMW81Kj/Q1OZ96IL6SmiWeNZUcha2eieKF798luA2L67h3uO7w
ZGd62yYph5U8AUKSlluz1gBZTEVBjvLUZB9ou1/pkCZjjzvSA8HERukr9LeT2QAt0yZVuR8zb+D/
UuktK3E3VNEj3PQfvPTqTCFyxmEQZH4IujFtS1TLuXuTZsOdY9j47BPGsiPR/w7dieyTKwwktKHt
JsBEDSvDoEHBng09AFWCfYRNi1NmzNkKdLhruNezynEOL9hG6bj6eafTJy9BQFtbWQmzrDhRM/3K
jDhO39I5FAzDZTgVwEbC9hzx33DgzLyvTDxsmM2jXTEN17Wu803W2pfUI25Hd/UIogXM6LbyZu06
LF2LzvfZRLEQrHq0SzzqfaZrsd3W3kmZ8WKNqmm+2FPzjNoYE/riLsyWkwE3N6S+k1mQi5Cd293p
yBS9MzG0cTwQ19HKcyQcYQ09Cq5mTi6LNd61qrkAOtgzMPBVzfQHQ/z+zV0p7IfE4bHCufo8zeIb
e/B+J8fx1G4deWLayUNrcbwmMutiduVPWgW8LG3+s8L0uR3QPvl03tpdlGff63lykTPNdDYiKnYx
OB7ceBiKO0PtQG/eD3V5PyfDzw7z2jbIc8ppYXGS5brZ9Ulgb2nnUmcdL0JRX1aje1kF1hnOfQvy
R5wh7Bueu5ZpIOqzu6gQhwwzymZZ8Tqu6o4sP0cDzjYvj5duQ1GdZSXZHIiU7kTRxwfgmpAygS/S
nYBzmXk903DNqY0Mgp6MKbQSip7xRLVHeO3JtJIFaifs1zrn8FVYxd1c479E2O6ehKuR3YpZTcVi
2qTQTrxO2dZ11Fdy8LonUVOAUyWoJ2Vdhx4Ih7ktYCArFj/AcbFxOk/Bd7T9zsasl/wb4SMGM2yV
bXvh+XIMzhDxEW6hi/lW4lakd96flQ05HjzCijAn4Z1FZWYdisqotuRWXwGno8wW2NQvY6aY2env
24B6RJah15dBJfdGA+/HgcoSMFBhEmtNeoQzsEt1EQO2kVE9IrJt73VQttczKvrr0ZAl7tGiBwek
UV9ImfYY2HQPBadz0ugshFLuMmmCRiMFy0qHfQyCRaHjCsr6m617tbXoG55bkeftG5wOGxql0Esx
EzXn+O9u4wnYdp2rr1kC6XNY3OCEDSK1AvFUTMFza5T6WNv2w1KjVUXIVW+km31PMW9vo4YVLNXj
5yVFNLJE+jqd8I0Q2fGIIuITUNxhk7Cn2Px+W6oq9mm9fYfsgX2vr68qzf5EqMQ8obEfHqQxObuu
nSgpzuYX/L8GLyofX3fdCRbQ28aILcBUgHy0Zf7wUgln2pQcyKPszBgWpm78Lb5AZMKaXX+qMQOg
FSh9AXUOBvJyWhnhg3KDeI9a0a/TlUIwoQVVLPBwWSaAGr/UMdTX2gDtcuCARaXbWizZCIAVJrYa
kNVknjzmEd9U6jAvWkkMwihQK2OroVQo3F0vFJJDx/4GwetSEaWzpbCLA8Gt7ctOdtUFjAzYAQ2g
8daOeGbytHLr6JI0hHpnhQ2VcoKP1kS1Ap/4Gs6D6NVwtgS8t2onq/qqHosHDbyGOTfLOABwb1m6
b5a6pW4b1ljCdEyfSHYSMxSuobyAnoDEGavRgI5Q2CuBfFG2Pm1tR25DWSMYWyvhwO444KbVSW1W
l8XCvsYOdOkvdYPuL6N/0mnruq7ofEnbPg6Fs68ituvWECx7r3DJZhhiG9tHxdEe9MpmkJyEHc6Q
u96Y2fGOp7QxPw2G/paveAi+HYw3pfdg1i3DyrszqMJn4QPliiuvz7PLGX3urofQf8L0DnzCA4pZ
SIGcy2BnGyn4lyTdYUQyF3aGiSQqfDFM5Lv1sfPgMYb5ZzvwDpTUqVnZ2UVhY6fNsKdtHKM75gsC
N0KY0IqPB+hX943FqQas0WdjHB69sbgYNEcQzaGK+sbcB9uZ5wWXcQ4/BdHwNIwLJz9K+FPuChKO
vAfHau9Gxq1T9fOOEj5VYM8n2u0AAvYowvZLHg0wYhUMYc4cxa5DC5Tgbt8CW31E9OJ3K38fHGY/
iOfJMm+bSZ5XVmBSkWiDHSatcJtZw2WBNMlzIBsry+9xy23sMr3N8rbx0w5hJnf8E53tpUiiFhTu
cJOOI3FSGsjMkkMthPvg1551AtnyLGjQtdnEJFLnHb5a+bJCBySRNcUxqMk1dggNsKvh2oq+5Fa9
5pEZp0bh+S6OOu7sE33r+6D9MRLVZSTNdYT/VzXPYdI5GyALM1Tb6KR01NNYRrelA7JVhIBa6/ws
pALbmu0px8+Tfmq+APfxy3bxqwUoNqS3pXNv+xqCh9ORwQtbrXWiq4liAqPmyCkGzl78BYswdAkU
IEewGECFJQLP6RhJdcwdMG5e5Nwtk82LZkKPCOZiX6Pc4qy5cHSOkx9ZEP6s7PynUS/Xga2uQBJ8
SuPsTFbhWg63HkORIUkl8hcBmqrSq8VAauKkcjx3YW2yG2afp8zxgdijG7Ze3caM5N4Ebebl5AXX
lEqFU7LUJSO2Opobq0dCLFeminuwXDPVuHwYPtfkfV1xfqlv7bAK7pij6HKnYwwiXElI1A0d/g5l
NgaefKcSg3bB5Da7wnDgA2ZGp3+2mRk+eCF0unSpqeeZHYCNXuTjcQWPLnbJeXMuHswYgtKQQ202
aRs3PfqKUZD1ZOUwLwryYHYm1KnDoMFurGf92I0C8nyc5yAcIbQXCeD6PoIDbWX2SH1KOr0/LLaP
5YCPm1TWFmjosWsGtOK27cQFlmdNJlhIDScbqwELv/iiMgTERiXvKjPtLngmp0JSk2Y398yRKv+i
rNm9mFuqqI41HOeSLj9kAV5Mz004DmtoGjkA3JDQa2vWNA70NWoKf6Z71CkHeXbVVOQAUGMcEbMN
lE5Flx9zWxiYEahdNEl2Obk9+BN8t5fzAgqpcYACaDphnTctvhXYzw0npMshVPegd24CJ70Im+WZ
aqcNCIyj2qIimBsRLsRiPfNYTvi9R/u+M1roFnOElyAJH51ZHeGA3bWVfTpC1U7tcp0gRf61yDk6
p+2ZOYnskDEzcQhFM1WpZtl5mffMrgTXSBtTWRLu9xCg4LdkYRb3CrPG727BsKlrfH5bV+ftZraK
yqekdgPHhFsISWEY0+gkE0a6o9V1jmOi3pA7vR/akIY9rg0/6rCllJwAt1Wz0MmNvW9idsbtZNIk
zPuJ3iVUR7ucJAdex3cW+rfgsAHRjymAWJMzxeLdsDngTM3+LI6suzyDkDXgfAuN4hNUwec6zdml
lXQWnfN8wTkb2pjsU15V1V2T4WP6RDgZ+zbrfZBzyTbVWA7CRJMjZdMpZdd5llT4QqyQaoxJ5KYv
VHO6EFYZLQQddAFx8CYd42rBzNvW/XF2rdyP1Ajot66PTUkZPQmMy2YA2aqsT3mBtJRIFbGP2/B6
sfrhwiB7oYm7h3J05mPXugGVCdh6EVkdIIO6W9y0MKyQS2LqnLYEEvCCEKbRVKnj29RNaBmS4rAE
yBX6oT4Tsn9aErhh6IE5OAZ8vJ0LOGg7qnzZFEHinCWdsYcPhGF2DoM76TpgFZvlCS0OgPI4wzYt
92OqA0RBavouCHGaW/LW4t5GdEqLBl6C5XAajKMDTwOMhesmT5MSP6LG6u7UAHWP0DPm4tQk7GFG
XDJP7OQLnq+o8jM7QQxt5Ya3ndPlOiak5NbENdDBgwMga9D93lLD4hjQxN6mC6tHtOrn9rJuPlq2
26X72OaAS6sVWAcKlSZ8zYKI85MY3GHudxRGj/CRKJMU9ak2Fg0Cgg0Klt17ZzRv0lznu9jLzANR
gIhhxpTyCNKkVSEPNInjfBsFDSXiSqBsNKQCO98TAbHBezyEZ3z3i7ePSfOTF65sWufKimqsL+Mc
hsFmrEG/nQ3wZajDupZln2XRWvcSPRRkC408rJ80b8wrkyDg9GLWJZfCoYnPxgjVsK3qXsT3E7W5
xZ9S/CqniAU8x5c2AcjxIDyLN8aixZ5ioIp27IJm4j0cogu7UlbaJ44ti317HBJGw6x7f3HDMr2C
kZD/GHq2NEZdMWvXHb/0PLadufUJ3w1Xa07K2wias4X8GiTJDx3ji30sJl5xqLBIk3adjPv+R54R
IQtsgaCyWaql+dRQk81oJj5SQeXph323/m/YoZIsrDmdqVTbbJeKWhrWyZR7cBOoAn5XPWBW30rY
kJct3eNgwL97PkXu0JzSPuKLkeHsfQ6bgvua9LDwS1HHfwODnMzPozkM7vOEduUxGvEu+4o3gdtS
Qp8sIXvT22GUpdqZJOteWHJw5q1MsvIwYc6YL0TvQQZw2aUXBz2GVu0jKAaMhpgLxYfLMYlKaQMP
786WQwf40umbPQg+Nzlh0Zx47osYg33a6Nm5JvkJ0Gy6CJeTc0hy9JYcbj5kkDFvbkbPHY2npI0r
scFoxEk1SjstKC9EFW1F2J4Wm2b6ybtYauwSyM5SBB9VwKassZZDOJNkfAjAIt0rByO7jyVELph9
iUUjjKTt44tKO0Z0BADDKGzqptUEI2XRdIioxiBSSnTPzjYa+8qiLpsWQ3BKZz4FSZuNdXNl47TK
71ryqdhT0WuebsqcrjbEfHT6u6xWpjqFbRmbGHxx1lENoTUSVAmlkLSxDLE1ZjHZ/iTH4Zm6VTGy
03Ir4o4Gh828EGkSHDORmuJW6tl+6sJmnH2r7hE8WC1H9Btan1mBFi8Z926om3oTRS00s6YGctqv
0tNT0bcRAK8gmwNOdn1VrtCSwXRwhnDEMK8kGvjhVmcwrU/aMOabodWM/riv3NI5dzjFHReks82W
R2liOJ6qedgZCOhcOmFZYlzFBVv289R0NL+rcYDCimIxj7ahS+dy0RmLCNM62mpPlsN4koLDY0Ef
WkqqRoSYAJ5fwPSBCjG6U+kiqQekunoomjCyaaxlS3lRi8o9S5AHfTfmivQ9lpfyhO7DeI7G/yIx
aVNuyOlDtDIYQ3eTV3kbbUlkrug62nP3sBiluoxgd4GgXiICLAAHL5g3qGKfDlU+YKULwmRP8kxG
s3RtbrpTzKKYBWAZp6ijg4u8omAfBBc/HhiLMv+G4ER+i5OVFmANLSozpj+E9Q3DdHzAN7GEBw5o
XnVhpkSwY88ZsmYTQrMqrnOmsrXwCNShaJfiUIDbJAcSxmgHeCQYrKPbavOTYeN9IAPSwRUSjRO7
mxAUQHJElMq5PSEKHGEgzXFYUG6MF6LXxnRrw5VI4wlt72SOxjyCLR/hcxQ6H8n7aOf0sqBaQoEt
In/cb1Q5BJyGaWzh51T3LWUOMi7bFPyoWZEogJ0ibihY2Cp6dqba1RuiykjwK6T7NU+z6noavPba
VgbFnAi4vLHFpUNFaQrnByeZeJU9ymjm1ZRwO1taYtnRTkZX75JEdc8luHSxEmoz82JAKXiishxr
zwLsFsucnXfAZvKUBk0rmDzFFKanfdSkZKA4Fvov9sxGu0XUTpcWGz7PF/EJU6dEltXw7q4SdR2j
5Z9zicahLQK6IM2qQJ8DMp6oRdWXuKGZImmyPHQdAe+oo1vtt2Wd1ifxLPlaQLuvX67bGff2iLBj
l1hAVQILvmNHmfe6FJimVugGJG01DjChgLzfm7PXD9wsCLGdNLJjC6Xqro9KeU0lgxI59Dc0vo0o
yMfO4io8ltLi1RyyugMEVQ9jfNB9wcxW5+Fwha6rfEKryxRCQYmIc29R7QyEc4k6skhC5keOTzB6
83y2fuBXsaIdhDgIenEqB3Das+FRmUAN3sf0/Cj3FDBHgNSeEwPjwoP35vKYS+AwGmgDp15bsg41
E+XksixZcEuX72kq9fil0SXtFK1yt+QQYttw21tIYtGsxTdkUkjBKmJueBRReIU2hx9TzBIlyXqC
VKOCzTE4jGAQP3Nky1svxoy+DUaJt5cEO1dtQrIBEGqU7tTs4wLD2WbGiIntpvcG7UOLNZJT4eYE
Y6BHYRqNWuNrtiTD5zahcqrdcSIzOHTdHdv87JG+Yjb7o2wRi5J4yXI8uqG6XCtRxD8vGdUeCDzu
T9FWEOM9TGZsgCskVQTn7S05w88dk9z9PBDeeY+Cqr8gP8L41tQMhC12AsZSbmYrnyhs9V1baPSi
6Acx/qnZ/RossXpCoMffLUx2ENcuxyy+GUca1RnOv+GW0y9QN8rE2X0Qteeqy9qODJec3XrbTff4
hqInr60pcgknV+hR0igrvrbCLG4mQ1BpztAmZEOff4s1YdObxMbobaQEdW26hZPBmrx2S78EsZ4w
YNahihLlJq0UMMG+0T/jqmIjNQt2JXiWzT3Ft+wRZWt0JlM7CvlmFmQ9uRiEtRsldE4AV61xomiu
XFJ8GXxzrOpoR3jLeMsx977LiMQCejaig+7sOQERGhQ/+iH72jsUeTUFuMVfhlu2/eG1yWp049JB
TAnnatCWTzEcYKKVse42GhwYPVJ0KKu316mj6zoq+3P49t6OgLLEQYRldJc0hsnEA4YUPcehF6Au
UW35EGcx58plpJ5Mtw8yTYzyaCPk0pCOJd3vfOzwRlkB4iS4Gca5XbXioemd+LlEl2JgxOvhWYKU
oisChKFTOxzB/TF2S55xRO1qH4WUdFEjCoY2NA6WNBMmq0HQ30y4bIvR4jLhWNH4CzJqcqioavBC
/fJcLG4/9AfLWmkvMpfXpl4Yl+z2GPdymond6Mmi3FpulofUvL3QPDW6wv6pbNO4knBEKOGLgar3
r58bCKuNVrwU4dU4s4mVrLwvfdzJZ7FgYttRlatuo6j3mAo7q6F2gjLpmBqCOYOQGWaYrLAYxgEi
04MVWIhyOLbj4E1qFp+SFRplks1fI7c2e8zCokTOac720RRIAMZ2oGaIXNK+CWoOM2FAHIUftWHP
by9RagATA/sG0S5JvzVIb3a2TOwzUWtm3QEs/LyJqIedFjXc301XO/bzBDK83Xe9nZG/g+XgB8eL
4KLEq7xz4mneixByeAL0Ycu2geafs1Bp3EwidTFKGdN6CmfPTGSlKpJDTnZFuwFZqQsfJ2f2bSw4
uu9oJ2ACmoPW2Ut4Yp3vUev+ic7ZhIZEXNfjyIvMVCazGqiYdNCecVCIpruWIC2adlYBD5A0ILD+
oxjM792vh9V1S7Q8UkTJHnmB4R6CzkJ0CON9ouYa4KAir6Jn7WT/rBu3wNaY8UQ6SU2Lf3SDC6Tm
xk5AuYYJ703XjYjnBL4USZrelnsDTJDmJba0PAkL70G7YXjAl67uzJJW6dRP9mOkLTaXObsusUk4
0T0pORVYIWlvYxzvopuI9NRLdFjmzbjosNmJjtAfWjBo7280MluYZLaole+RkYf1YY6iG6f3JEGY
hAbu+7oBjpq2a4ipgyshbh7AStMadOv0u1yIKvCwKX6jsKsvKP2z/sYCySsWL7Iv9r3G3FvjwM/2
BRQGSmRiYLgUc8b7swSc7TZlSQ9wUy5lf0uwWnNaNSq+pK/5LGGF9KC3pUfo3ACn47E001n7eD74
QrM8ZR1Jmw6QqfAicot/r/5j3CPVxsTJqxWjj99Vap6ulz6Kqq0bNIzwgSLLcEZGG854D5gTeRa/
TGorD57WQWu01j5npDQb+nQUsX79AgrgvBElfl7kB0nZTtfAhNhyWd56ctO9zSI1miX/Rk0TL34K
rx9QCCQNsZ00QYndFgWX+JauYwWRPg5JW4h532mgkRfa8VR60c3uFKxsLPvM7on/w2kz8IDSoOaX
RCJhgRo7Iu1OLMCAHhC7wkagsfScjM2O+BSCaif+/u9ZgF5MoE/d2Caqo3HTGqIzjFfEDr8mMGQJ
zmxThhpidxt0I7o6kOkBJZIsNrkY8lr0MWXJJbUDdY+49oXODTzEoi+VOEH/iRwfhYLRIVcbKaul
p4udcpYYEOGRLkeVa1YAdFOK+ltSG9gQtkw+4iHvlrQiUkhZ+TVKNo/AoB7d4nZ2+Xb3oe0o78SL
dNccJKqcjBNhTN5dAFUYqSXvBULpLH008rhut5R8QYG3VsgZXaDm/AHGFrDwhIIDpsjQgVPtOzZS
dCyJASB3lHMV0fQx3+QsiIk7J0FdwmDMuPamMdIi2hlG2XxyxtbNn1wUJlBeFqo3+yZoCDWzNKUk
yNFeeNcRIc9mpiOfqYqLmHqcbgXO7DjFDFKb5pzRKUJWDf6yACAYyRj3+gb5oNk92JxAXJ9tEb7O
vtbIqRxj3b4nzpA9/v4OG+rvLUzuMO1PhiIVNmHgbLO3gG68Z5qTg3WgEkQHWFhte23GdtYzq7id
uxWREEhXeiLKYaoGtrsn7sbeEftaVDeVntPppknniE4OMm4kcfZI6iY0NUpgPVvk+7BoVH03DXhY
TjnUM/JUM9F5GbVMH1vLY7THFF2KXe6kxOahCeCbzbsAWJ+OoHhQV8xaeoIk8xF2MhGb0U5yDVDS
2JzrgMhyA2yXtO+WIls4sqmDPYbFYxibEytHdkngBfYQi9MOFQgAxnl4GyYmDY8x75ArdT/NxvuM
6ZCJ0LZZo/edmD79Mvv9W0Sr+zLnv6+DwP/vUFYv/tbhR3n5Nf/Rvv5V/wN5Vx4W2X+BnXZfu6//
60fRxd283v9//seh/9EU7Y/5T9zV+hO/aVeG+Q+ETZt5VQqXcpbjQK76jbvij7Sm885/pFRK0UP6
L96V949jSa14q5nWbDhE/+JdKe8fJVxh8lOeDXDI/ndwV6/M1/QIlQOPAUM3TC1XyzW+/E/zNWkM
3bQ44bSRTeSd0TdgDkFftmoko7Peyq1dR31vC4Oju/BE255CBhxWM7bzgZNUvvQl/74TFxCWwyNZ
tSk8jD/vpAvomriwB6FqpCVauPhLgHMHVaYYfmIUJWvXNaMv7mxHVyolPBKDn2MfGt6Sz11r0HcI
4XLfkESpTroBBsuGSKP4lhCu5QPD+hs3itUWt6vCDeuw5Xl5o4NurWC0eGT10Cd7IzEs+DanDpsR
IsPrbU7h7+yPAXX929H7JylMvrQT/3o2LjZbYVoc5wWUj5eXpKDmDoGpiJ6It32+RCeOKKM7QzKj
CT1jVdTgNCDgPcWpRiJp4rC0Vilb69JqpikLCZV04MOY4hj49+eE/5Zd9+KFf5eF9z/wrV892//9
W8+JO/tafP/zpV9/4PdLb8l/bFcDsmOQSE+b7r/eeVP8Y9t8i7y8jsAzrRg8/wdx54h/GPd4mpSJ
GRA6Gj+EQaWL/vM/bGYDbUNlcJWwLFNY8t95518OJodRtFL2UAq6jlihD6+s+BY6j8gr7MgnLLnH
DZy5q5YhjB680uqOfzyUN0buK9s/13K0i+efSUzxHOQrh3pih1kKI53OheOqb32ft1ivcq12Yy4d
4iQNmjwwbkh6Iwg4vfh/uDg4P5vHLDUN6ZdvjVDoDvHFIZBRBvY6IyWPF5bOTg0EKDWkmoEOCfJT
PSbT5v0rS8Gv/sOZ//tzu5yEmCNQPtrrHPIH02Ia+6SoNdqcXmT53dzMxgFJ/3g5jZUzbHLPQsEy
55zXw9Qxj2aZ6u3Yqzb+6D5esTV+34cnHClMngI39PI+pKMrp86cyO/aOH7MVEmOUmJ3nAw4hARL
Xf7kXNissbh9SxJjmu6VDsdzWr7e6QePZH3arx6Jg5QGY9wKgzBfEyCWQDY5yHNaD7ORXCQFOWps
imrvqAUSvE2P+PTaYIMZ7Wc3JAuCdHNq5wUGSupIiB+AsMpHMiwBO7FCcEb+4P7e+MogKSgBRJJl
UIn1z//8yjxLkgtNYHjtjvGtEsNEgsSawte4tt8Uq/yknZszK2sKWrRGvAOH3V5+cBNvfF+OJzmG
KeW66xzx8iZcA2B8ELgJvd9muqrjSu2spcnw/rbo0bPa2c12iHBvDhs8M1EKhGjSxfDV0QRNv38v
f08T7FUsm42BJRg56tWaQ6uu9wo22n7RJub3BrHpnqzx7kDrJTi8f6lXhI51lP55KfvVp64CBKQ1
anrfFDUN35lo4FM8PMEX+KzzdU9I8gebjTc+2/p0maG1oz1Hvtr1dI1nUbGGxmCiYtu6JVyfULfk
4zUwet//bOub/mrYu0Irwb7GInNj3cj9OawKOzcN0QmG1UhUWrcKyJeFI49CGb/xSN1yUuV8cM1X
+4V1ine4KNJ/NlIMZ+vVA03oHMYTWfa+zjGM9Xj7r5OWiRBrd/cF3z5M0IpiCG8BSAh3IdVkDHmj
gKg719RVzAPdUeJDzN5DLTlM5MW8/1D+fv7MAmydwM9IIDT61UNZWlNM1Aszv2LwIggzop3DQnJa
kzN28v6l/h5brlDskl2LRcAUK1P2z+dfMtthXldUTiNAq0aFbzTgxu5x9A67hfPSB7vDtz4au2pl
QX3hM9rrn/8xjeQIslqaXfi/FOhVFgH7EPS4QHWFFvf9j/bWpeCtKD4biyybhpeX6inyUKAJMx9S
Mo7dhlw5K4my/bQayt6/1K/Z+eUwhhfk4rVgc8LBxH21oKWqdRCW17yiKbWhba6M+ZQm5mRvPALq
MWpVGE7pAVuXsmzm89ImfRSJMfHFeTk7R/L2vOs6nsenrDXJ2jG6SfsKuPsHq8zfbxvjXkibgoMw
EQ+8Wu8QZkhvtfr6NN9xAVDp2MgeFx3zm7UTa/Z4V9B9e//hvPU9cHpC3gXrh6/91UxJrGogS6gL
ftyWhPMwXWJDIIMO861lGd/+vy7mvnq1a+x59OJ6Aka8Tp2tubhZlOkTYwHC+f6V/l6weZYmX5SF
Wo7P9mp4udREQAHwsawyUSx+nrpIFDLL968iP7rMq6c3on1spEvoHvW87BTz0CrzJ5BbhiSl4fKh
X8U+izSKyg6oTMbTlKOK5gh4KqK0vjEmnGMlsoRze0RG8f7NvTV5cMxjcYJwZENZe/mGDU5Mayoq
yRVlH3ti9RP5R52raV965adxNIMPJqu3H4atbY6urgXp4NX4LUVF4bOQqY/10PnWCU/8mAdnDeia
Ops9YuuNdD+j4pp2v3sDDK9fJaKxmtFypws5d2Ygvo7DgsZUx8puP1hY3noe2NhhTq0zAXuUl89j
DD2GWTTkPnXY8W5Gu2yg161Rz9hDelZwFP3g/PDG+8zWFbAUMymVktdb+B6rtjM6U+4n4epdy2Vn
HmJIe586h3/qEm9l0g2Fd/P+976OuVeznZTCMqWSfEwaQy8/ZxpJOc55l/spgw40/hz49WSWe9G4
5ZUtSUJe6IiANKIKUIY4W96//BsTCpfn2PBrJlOv9wxmPdd5S66yb9Ia2WlPNERsVSC0rXn69+cu
aj+CESeho7GQvPykdsleGAQORmoqPru2HFp0fejj8mpEc/j+x3rry7SoNWnGtYKPts4EfyyNZNbo
ssdd53sBBl8X4cQ+zZRNFKUpSbcIpkPfYyd6/6JvPEuKNazIVNFWlcmri9JBWwK6M6EfNX1020I0
hVm9ICdLRbN//1Lr6H81arQE+WZ7jqJco17NFiliHDmaYejTjsPwjAYCsZHZ7+wowmvByWYXY1ZH
RJT+/PcvbK8XZJtjIjX4e7iOMFssY2eCMnjKZNQ+FZFJE3PNylzNpFSX3fQBFFPy0bHpjRmBjQFW
FYuDHTXMV483UwrhDKoN3yBN9yqrw59LG+s91nUkY6U1+u9/0rcux9WoXzAbsH1/9YjL1fsjAmns
QtoEFyGooU/pslS4+4oMb1NgfvBk37yeR7FVShYZlveXQ7bWRm2ZMAl3FU7c84KFihYqm8lwWCJf
5N0H57+/RxAoP14PwcXW73O9nT/ekARV1RCtoNwFIuzGEXN32tFi9JFn9Acjaq5Tsp7h2tYfPFbz
7wmPCxOg4HimqUxPWC8vHOdpMfUehuNWsnvZ6Swn7nOq9HRAuuTdlHgoCjwovNWodEkFRzFC7s+2
b/uEZ+Po6egk7PsQmQlyVJAnIdyPRPM9Q5iK69FKvEeHfstVVOZgNXSQY7wrS7nQ9K5xm+KTs8X1
TBbthKkVUeIuDi3xRaJ4cLd1NBN4Unmh+mA+euOYROq4FhYTrW06QEhffupG9bZZLKQXQx7MtpiM
K3/tcBOZOSW7FK4IbHQCSwpBUiUMUot/R+QCErpsb2a1hGOSz2drcJBvmFiN3x/qr0rz6yGOe2Ok
gyQgXZDG/Mu7M+MxiUcvwu2+RHid7cW8LWVPb9eU9omQEcJrUyebLvPovY1jf6C5ZYDY1t4HdbS/
p1BPU8CjjAR41jNfnyZz1D8qgoblazk623DCdtKVS3jMh0p9sPK99ZVoUJack9ly2lRjXn7o1oMh
JwcZ+i3RXzipZqs5HTBh7eI0tiWR8B05YO1EMGJdh8OzYUSwpyOrWo61WLpzXXfg+Jac4BwHwHFC
HtpHNbW/VzEqupRPHcJGsJQ5r16VYQHgWHVh5JP0ZEJHMlPcxHFzXtmQs00jjDZ07z/aEbx50fWp
sB93qJ+9uij6rkGoMQj9niZuQrGsik5S4VHdb5YifUInQR01dz765tfZ++WKtlav/+uyr2Z3EOCI
LaOUqY60omPmWisun1TH90f6Wx/OItnVpv3j6r+6GyEhoRGyowhOoKWPpJUwsaTEnLhBBGg/KZAF
T6L66OVfp+7Xn82C0QqclTOO+/rlN1GoZGi7I18WNJAzCo1bC9zoTtvGcuuRv7531w1+WhCWnZao
cyljOB8N9/V7+/smqMevfR0B0v3lcPeqgOPLehNlnFtXCsvwiQMO/lJnXXfDVzt8cpoxOrWZaY4d
UR1HqKYlRE9o8jhHzQvbnov2gyfzxlrA0iPoxHH6s2B+vrwnqTljNg7VIrbjEHqmBnqp50DWBBIE
L7Xqzrskzw9dTA5TT0F29/5okOYbz0Sh/2DOYymkav3y+r0E5GUEXL/VNdIoTtb7HMruuddEAPEN
czorSZMVeD2z5Fvragtba+s0uyWIFJWFyvpgUX5r+gMezG7Dok9LLf3l/SDCqIcaxz9d9ng+kUNP
lHXoProheQPvf/Q3nzxs5l81SYt16eWVOOfltDsnXoQ0xRfRKPXZlVG1ZxEDXtcZq5m8H60TWcjo
Mhgm8/P7139j+0FbyKNP7fGBTfP1J7XiCuMH249VOriKQ35YRdHfT/+bs/NYkttouvYVIQLebLvR
Zgw5lGjE4QZBUhS897j6/ym+Ef83wFQ0YriQQhtNdhWqstKcPKcZ+yuKZMmdjoo9A+JN+P22YdkW
W2BEBJmxq5H4rBfOyCgVfaDqp86Flm+CDPjcD8VfwBKL021LsiXSgHPx37TmXF0cvhcRll3So3I1
LPUVCu6xWozHqKUr2oqeKbw7GoRaA2J9DQKQty3LPq4l7hUFdfivVeEFX1hm6lXobGJ5ifX5XhsZ
a2wHE/6eEtZ1JqpqFaKiTtM+NN1iXNQ8Abh9+xfIdtlmdw1bteCy2+6y1yOkTCaUnFyns/yIiYsn
e4z/Awe2F8fKPDqvBmTu1AyxJ/bixVoZLAjckESAWW3mjTN3MNHp6ewD0J70AclmwNyqnj3eXp40
YLKp6//PKo3XtdUA6HTaREwCtabFJJDLBGI3J/XZNSbmW9F2OsFhYl1gAAuviZGqRwcq2HtAVXvV
UulGi0ie2iy03NsQIXbcInW8NIYOCFR7n5eGDxtZdDWAs+04J7Gm7QMCc/7/N7V5oYsigwSuZzRM
cSGDc+0GLkgDwtwuLwTdpmPveGfplyXHgsWdIMhRNze1W+wIsoYmPgWN+ljpY3ZfBTpkxFPNYFmq
BocW1emdoq5sO7FEn4ZgmMO7eRDMtm3HQGeNi4nIfQJkHVoB1zhTOxh3rojYru124ujx8gbIG9fa
bCf6NqlHIEeTktLfWQ/pks4VN2bnpMq8kINqHYEk7pb6xPqkQnjHcAOMPCcnj5v7WW/gwnQ1mnlK
XFdXlEEfETNrnjVGoP52TJR8vbrq/uvqpb/obV1fCUtH3xiE+Iqi0SvTA4bAjXw8AS2vdh4F2Ren
JwlYwNHFPN4m9HQYfUu7rE6YAUQSTKkLy68ayzgByUX9oyqXi5nbxsedHZJEZ6ATdJQKXE3jGm0S
73lyyiJtOGc5M76Put7/Y3Tx8mUOGMRRZg44rBvZtdFgxnCXDsoofdxxJ5J10zYHt2AyyW3QlF1/
I6XtMsaPjeikxwWeQ50WIKxNfPUM+GfAMcUXdSmnnc2W+TCKRwgH0IbWYVYTv+qF52yN0mL4mvyn
t6ruHzUISfMGFBtgFCo6FFnRIAIImzNx3w3vFQ3ppcNSx8k5pm1s7FwGyb3jt6BjQLUXV7bNxZhW
zac8hKK1sEP1bIIPh8oXygMA+8NO10wc+M29o1Vm2hTo6Fa+UkIMwwz6TBS6TlqXauY90Pr5H7bX
o+5Ku+eCPED6S4my5L4CeQyZYdE0d7dPnOxzU5rkwxF0gsbbOLbJrMJu6iH9pgNmPoDmNYB29owA
h9p/tWIhbhUN/fm2TYnzFoNBvJCkWforlIgGTl1BLpjGkRanFyMJBziHevcObcrs2ldp9OW2PYnb
8YhAVJf2sMAXbK/yZAYV2GjsoVd/Csu4OBNxIMnttz/7ypweGT/d639LDhFPBReIcp0N8GNzoAWt
BJx4tHcIByAHMUfrAr1ufDYmK/3r9vJebScplMrjT6PdcnQSu/XdqWn5LdQV0lOioMVGztheGNWo
r4WpIEYGZenOW/j6snJUeZg0QlbPNDC5NqipmZ7XWQovnNnD4a1BqRAoHuxrlZrWHxk4YxJfdbxT
qxbFFUa26J8o8fITOpjZzv2RLJ1+ug5PHO0qAQ1d/5J2tOqB+QXFL9WlOppqW5zq7MxYo1tCCXh7
m1+9kWLVuuV4PMYUp9zNTUmYqHVCFVu5yvQaAO98to9zhZr8jv+RGwJ5IgwZsJCsFwV1WmNlI4xT
Lm7nLtDQAy5glz/eXs5vsMfK95BpcUA5mh6YEIqfazOlCvn/TNPYN/umulhMTfsNJFjvgORFv+qW
FnKiJ+bDpE7TM4C17smMJvM5VyvrHLYD8uwFBIBVGIfXunaLZwR2mse0VMpfw9D0O0f8lZcSv5Uw
iF48fSl966W8cMq8oIoVP4in4l5XjOjHMqj9swYl0nKsrKZ5NvXO3tmiV3dYWDVUWqC4Z/K0zTm3
cqYwC5fOidp1892Q1PonyCesc+Mlew+g5JuDcCQE0z3aUdSe1h9jWjxYuExFtHTn8L7PkulIuT/+
cvuby6zQVvvdVHREurC2sgSMrxYGpWs30Ms7b6n7h76q9nABEit0u+gE6QxAcLDEo/fiLYfDySjD
DrbyKTeNh7ouvIM+WHs1JJmV34UzCgcqT/VmLQwKunybEUqlsHOvjI8lMBcWzU6eITkCZHOk6B4F
ApazsaL06Ksj+CmaZ3F+F0adcR4sdKxQhNF2rv0rU1TkwUyKdouQTtpC0u3KcXPKUpYfojgGAsCI
/0mhSaESmIc/b5+DVw+iTZmLq6RSyDXo3W1WNZqV2mbhiKkm0e4bzQxODdOeROAaLJRRGz3NgfUp
Hzvdv21YskYkoshoqDZwn83NU9V0sNonMDv7Y+rGT1mBnoNZ9S5D+bq7E9hITNlEVBYlB24Wgfz6
FFYhpHFhCx+SpU4AdbqhrOhIzs4DM0bpfLq9LsmG0mikAwlu0LXwGmtjg830lxWN6BVORQf7G9Xj
B2hQ0C1U2tb5DutS/nXsDcbmzSzM3uqmEKKicsUcA6MRRByblaYB5EG5lkIk3Lnf4oC6aR5Cmu8i
A7LjhmXLRFeb2iKvrv0qWFyMxBxxUCBRJx0WTAaUYZSAZP5vs19CFx4TzX0Yoyr65ilN+en2Fr+6
76xSqIoBMDM0shPxvV94FWMeLSYdHM/PG8c5weth+srsdG995LECfs3DFEEF+J+1lQDAq1Fkgee3
IySBECsywq/Y7fPttQhvvnp6RYMLuCskvOQYlr2xwrzU7DBpC2sNLFEP0DDQFYS4AvRrpv81GkhQ
3LYnuQsMvLA0jSoR886b18UC1dAgIuX6eQyfmQO1yYmOvXL1ysraeWJkSwPgDzCPTvVrcJ5toFlA
2gr5RDwt7zqoAq4JDWPYJXTiczqssTFfbq/uNeqc7fSICvhsvJ789/qjwcVEHodL9Z2Oyg9DdyNU
SxVtX5RcNHtEsDabUU2uDRhn5zoLv3o2bGoM6MWfb/8S2T57HBqVy2HQXN3cxEFpjJYVu7ziUfFN
5T2HSysc5guTnMuHN9sCeSB2mtq1js31oq3SDOapCD1ocHMTlSAG9nJUX2kK5vr5tinJtf8NLyTy
A7qqM4axunpNxJAPI32uz7x/fo4SRphx2Fp5dNUiPUZGM3xx++Wv1svLX7ctSzYUyzxROjdeONa1
ZZgH845JBs83mzF4WvLcPoSK3golIfMPTpGrEm3z6UiH3e0q08Rlvl7M8Ho5SM7abLW7xsxHuKJM
7c526/zMeGxwqU0Qn7qTzMgzmMXbHy2XpFggL/BD7hZFmywac8l4UR/eL7hs4C+4R8gDaadiML/e
3lrZRwW0QxWOLE6Uj9dbG47eCHth7fq6KYTt49k99nS7z4GZhL6aJBaZq16ghpYyJXzbtOyrQlrF
fJAmrsl2EqeB2pCScOP6QV79yhdnvIQGlmnsLDvFLKklwhwwyYAdKHCuF1mbXj1DqcUUNjLuh8Wm
sTmk5Q97HL2dL/fa74E60EStFgcLbHITAeBx6onGHFO7ObDFMoYa1Bob8+DSfHjsoP7Zsfd6Zdgz
HRA6ZL4eFdH1yphiTucKkkG/G9tfTeBm16GPn6banHbuhcwQZROg/LTbGGDZONeSvM7qKsv2NfA3
VzXEkxYgQ9AB2ns6pJZItH5fdpXa/npJxezRsMg0m0dC0w+cResa1vl0pOql/MGieKVI6B1iQ4ZU
16YSDW06WP1sPxoyMjsmBQBVonEYd0iuvPWw01YkG+Kk8wJTolmbYupLVD0r2zeCBNmJFq6OSUFK
a4h0+/RmU0wukHrpRL403DZnolJQttOWzPatmm7Boe8D7VrpRfnUz9b447YtyXkXJTUQBGJZAOHW
y+rVwGqZRrL9anC+AtidnoZQ6/0FKTsa6NDb3Tb3OvoDkwrCkHWJVqm1ORuZU4R1oY0Ii6N4eEpg
jTglDhprt61IF0WD8DcejJu1WZRHvjpTYEbnJ6ZBmreBwLg07V2AEOsVECKditsGHXZpHQgKqO3/
GdwsyzQLWAJMzqHGDP5BMxX3RDEDwYZuMd/Ho0FPzyuqnb0UN3ZrFMiFwxwQbyuzl+tPt8DAOzUe
e9kXuf0OmhHl1JlzdnWnKD5nlEqPNZSKd8w7wcFbzOOX22uWbTKToBQ5CCUY7d34ZHI+OIFj0/aV
aQmOo4bmAeKZ+Rny3eEK0lh7K4yL19xwGQqiSkDKa288s1ePTtksi+0j3BY+2hCwwRyk5tqD3TAx
uvNBpYvz+P9shjCYH9ucoEY3KnfuWZyhoMuL0I127WIzvypwEB41FB93vIvsAHExHNpkNmtUN965
cHqGr5fa9kc17phzgtuYqKH11cxt/uYVTz5kdbn31olFbA8Qgz7i9eHxoSK6PkCKy5CVOnBNbDUx
mREEOtjNI9SxOmpBtw+L1BQWLNqF1GC2Ua7p4pv1mPVVXV6dB9upwVoij+gxCL6T3MquBXUrh2NC
oAlmer0qExagAP11zgm0Ek/VCGHSMbLt7ilE5Py9FubWNZ8C9LbA5ZNEFYbyfHutMh/HiYGWAIQd
E/abYDdIIAlOI85OhxLrWbf68pTWavPxthXZibG4CAJcSa4iyBde5tGI5EbW0gyW72Q2tM95FqIl
bfW0shF7sQNr8Nu4cHbeW/HybE8MxRFqE4TYFOs3J8as3YaJAhu652rKL+gFAIYfJ/u8JLRhOrQo
/TAdhjsvSvc8rOxCivTBAc4H9HHbxoX3b8maGg1my43yp5TxZNj15hhJUhrH8B7Z1BHTHScg+5Bk
ovRxSdBs3M96i0uOUt4as+UDawrPs14KTsROfSs8gD/80srG1eDbwylMFuQKoWVETqVFvXBAcg4E
aXi6fWZkt5DaO9gAogudlt16QaIi4S6xZlEINwCcqbCsRRT+T0VlxTumZLeQeWkyTdyZq23hQlrZ
VvSKIAav0GuDZXVKdfcQWgFsMUiFJHdJGumXHIqg7DiDLETQwhi73L+9XtkHpK3FAL9gHuCFXq8X
CXs9dmlr+XY7FLS/W1Qpuyh8KzKKDyhCQlqhwLAJRddW4J4KQk8NCdcCL5oPQPvtf8KszP5LmG/0
DgqCvc+QMMOCBpEc4vAQUpU7AY/MGRAGCJIARva97fC3Uo9ZlS6p7WeeUvgFnCjwOw0I14Pkqi6t
rsX/WXZh5DsXRHYpwfz8jyIBuPNmf43EgtnbpdQ9oSB2rFS46owWjVlnMNBy1gMo+W9/UJlBQG+g
lmGjwR1sXGutTe08Jgg4Gu6SXKnyGZc57oBUtKAaITdkfPG2QdkJEqBlJtVgySfZXX9bqGiDHlpy
2yepRZfbDMv3ozcF325bkd1L+JGhSIHigHdj42goZcGWb/A6Apk0ID4M3dOQ5TmT3an36bYp2Q4y
AucBiWcsiah1vSAoS3NjGPHgdgQdI2oxOqO9SEK5FfMBDSKtO4HNazgst+OlQX1tsESGYWbCzfK7
Gno2za3hL+1NiEd7NzvWde0dTW9Mz6rWuu/qKv3mwnd/siGCPdooW++8X5ISo6g5U2MHFUO10d7c
VbtRmsKzSa0W9Ea/oeoKH7LS4KOOsWLlv7pCVZgrr+bCRRVAyxUEGMHtfJqXrn0zPIWGDfAcAncR
ZkKgvtmY1ug15H4RHmJmEqW84e+8a+zHeSqdHV8sOcQrS9tbg5pcYDdY0hTtHwjjiwtEz/ZONiI5
wxghIBGdXRa0eVu0GSo2I5vIueh6X81m7tBPCEYfKuq90RKpKUCDOgPLJMr65rosVlEOfa/yEYsE
vny6JvdVWn9a0ObdqTtJbgs+nVaJI7JxMoH1NxoTr2QCn6TfgYHujEq6c1bBrV1dF90YA/GeHXsS
Pw6ehr4Fzo0uubn5UkwjuZUBcMAfHYLxuEX3aNYK9RpBkxkdszJNPztqBJj/zU4B7yaqpjxiPNYb
s7Asd85UzLxg5YJAlWHPH6hAkD+mC7pJqFTtXENJcED7kFa8KNow8rf5gEk9k2yEpHLQ9KF0oZTL
yWp6yHy4EQiVFH1+aUKkR8YYcfrIg97i9nql2/zCvjhgL3pQydB31YIXRLXHXK56qqQnZFvc+65h
TsAAnn6E8XZvLkESO9OmZVCDgITOwjZMcNVwKswpc3xoJqtr5Dj6MS1V8AG1F10FV/mdoaXVseyR
znr7cgmDiNpxNXh9sR0vlosEZpM5uBWfqfPowvODck+PhFQ8l837Je3ra89Ym3/bqOySEpJQE6Of
ycfeuDcAGWnpNlzSxKX2R2qQ+12G3DaO9M10KHhSqiACZEM5gox9vT7YRWGenSltwoPKaDOq3ccZ
MqDzAA/dzlbKHMJLUxsvNw+2NliZY/vlwla6NXWBTAtA3Vcm+Hs6HOfbu/h6ol609dms328ohc6N
B3LCSGkpz5E4B4Hyqx5t896tA6/3gyXKod9vWqc/JvMwPJSGAm12OschXPIjzNux2aD8NqXv0Uew
3xuj4ny9/eMk7wonSjWo9FKOcbZoY9egCQedg4MkRdA/Egf/HEPkXm4bkew4LwpP9u8aExX59cdt
7Mo1o7THSPMLKiNkmpbBvmfEvXkPQmHHEcq2e2Vtk+Ai9zx5fQBPkT03DpT3zeJoMGAW80898tpf
cT112pMSa05+AiCfPqNjDid4FdZovqeRrbgHh/aBc8qn3kVBVLGbNz+zgtGIZg91aF6/rRdBJlft
AyAuPqLYiF0qDbIjTaydorF2dxLT15+XdILniBEqqjYE+eudR5w+Vd0ks/xBsfT3Y2Ivd5UHlfDt
7/vaLVJFJmQQib2IUjYBqWJ3RrQoCTkpYdnZnaryLrJDbzqm2TQzRlkVn9pxNHydjsJbQUHkS2Rs
Iv8WPJVbLpKmY9KFTp3lI+O5XGGXpf4Fo+557rL0zd4QUzTD8P2kaaQT670M6iBDyrumWuMV2bs0
StTrAmk5tP7Kl9v7+drvYokcQoxACWmdzVsu0NQTRC58NQ867MLuBWtTi9QRdK3H26ZeP6P8fYIj
AgbClVdjAMgAAALPAtN3giK5hm38jDPrzs6UJMT46XjI6nRv9uC1O1jZNDf+ECZ5mEJabI6WMviq
i/gl4Pn6GE9VdI7TMd9Zo+wSvFjj9niiYdCN9GqwVyvILzqofoWR4e3caumqeKJFJZ1Mc8tzt8An
bxTI3vnaMKZHRMIA4VSDfSjTZboq0IPvBEBSe9RlmJUjqGVib30cEc22B7idTB/6aYgH5tY9uzpk
SHVuUcKz0D64fVKkl5y2IzUYAkyw1Gt7fYdo5DAYnBTm5M6qBVNgEM3TEzPr0VHATI6KYmcXvTGS
Nz8fhKuiw4WDIUjYpiV20yYjAjumb6VdeG2SicwTEv5rM6nNnTbv1X4lCSazsLTEea/xKGRC65XW
zaDXAMSRII6U4E7p3fI+sLrlkCQj9FbwOZ+CNqwPvN7KD9covmqpau74GtnHBYEqxl1sQaG28du8
pXOjORMZd+Wkp9pKnPAQu4qFUMSMJJ6SxjunV+ZyKHMThNExZ7s3a+4rD1HYGiaUvuXmo7UVHTq7
mk9wa3+/fY6kS2ODqf8IUqNtflSjBtHXFdUL2MmqkzrEBdMlsIX19pQ9lJoe7pye1xB51sOzBJeR
cN2waKw/p6E30whnt/DbAmwVohAOeAXZ7xCJe92Lq7tMCe2jNo/mE6xpLToFkXo0bOTpbq9cPBDr
yjs/hIqXKBGpDBcLP/UihtdBeqKSQZU4AchM/hnyr04lNmnN+S/wrBpy14v6oVZ7644hHKXbsS8/
2KKi64LRIiTdnKos7bM01Hs+ctN5FI+bVv97tFAB6vQ4/2n0ivKvNUPgkDmx+UFHp/MyjQoaFLe3
QXrUgDGICTeoHLYjvnaM/vYSVlQcPSjU8zKNnoOs/xgiW3j+A0uiyAAhm8tQwubLM+xKTSAgLsk7
1/g7mHvvsTeV9m6hzLGzt7JFEdqLq0qlkbb4+tvWdABmBR0AX5/N+Yp+hIG2a9Kc5zjbe7KlpoQb
BvpJzL4d2A8rxWzHGPeUkIsdI0a2vy5pmviBPcQ/b2+gOJHbEyuQJgQhIFwgDV6vKss6JlgtzUSj
w2u+633MQ2NGewOdEo8Aaw8YVpCekAhu4U/oXndaT/PdT8aoOdl94zwjODQ8Krb+N/23eWdRkv2D
bUrgc5kro1i7+VR6Nk6Dppimn80Vc12p7TDdEbjflbIf91peUltMdQDTxeQrvinmRkczL2KOBYMd
iJ3qzn1nmT8Mb0k/3/5UkueZh5lMjjRdQBA3n6orCljaHIKqDHk889xbRviXrYWpUB1aGgSDcjeG
wcRT7pnQHXdOv8yzmICuRUGWz0jbdn1QWivVq3YmOEAANzmPidm8a2OUemCKrT46k96fOydpkaTB
L90Dwa5OXgmF2u0tkG22uBScImiZ6Kmuf8RUBrPbTITNnWJ2KtomcXWfuIyO+IZatTu+RXZoBX3r
/2p8VEvXxhyn1kc1yMl5Uo94K6GtcBitsTs3/TCkvrXUyvx2x0mO9X8mxRF48X5M0Ty4HbKWvmcO
3V2r5dOp0yL3KdDivfFx6WliUA/2XYckdQvANBBui7KavHEqC6hZybvqy8Tg0clKXQcNi85OPweT
03xR7FF7vv0ZZbahR0AKAIfDy71ZJs2NsaxxGH6Zx9qj50HDEupafvTsxkCexh5P6Dx+j8Mq2/mk
svPD4eFpordKjU283y/3d+mWgSqt6ReNo16cOMqQgDPMSznNy+n2GmWmmA9n1uv3ZLG98UGFCZ3K
YlOUtsvu38JJrQ+5nbUXxlmsnUXJzqmpUWInZvegod0kWwoVbgj2StvPca7+0A7mh2FqGEacVUHl
4/y4vTBZtAXLLc19xrXp2W5rPROYmwTFeNunxBV9z3B7d1GNytQU6MUPj5Ltp5lhO19BxsaPldH6
K5/DCXabuN3pp0rqQAzR4g5F4V8sfuMOYm/Qe7sh0HRJGw5Ko8yPVQkyfWm056paKgr0dvxQm014
VwSgNz01R2DQtisqnSkEZCEiwppl7IEQhWPYvKm4SAYNGC0CRbcdLwtKy+qDkec7VWh4AgxxfBUV
90MbEjMMEyNnMFzusXpLHvKV0Y23qrJygHcQo0zgDMfS0dtLAMR85xmQnTWB10EShK9PaWt9gfLA
C+JxjG0/rvQvCLhZl6UDHGCpyaOGcvpft4+aJJwWtSZRD8cgdZ61tVnRRwbfAAmpARKsKhLmhya3
x/exNiCVrVbTKUxG9WBEFAHHII8/3DYvu8KWxQEAJ8QYxxb1a3nJ4ICZsf06hiEzaGN0ihs9PFox
mu9/Ygr8A9hw4pZt4rBAIdaaAo1bldF0hZ+9OJH610+JZu4F59JPyMAIpSfv97TlelOtIK1yKE1p
Y48xbZ0i1J/qftR8eADhparKPXyOdBdf2NscTNghq3aE9N73KiU7LwyWHMnlFhTP3L3mjXRpNM0F
nxN9x23247pzPLVU9vwQLo8HChYZQi91BegqK+rhnWUiDPv270ZVjfk63BDTMGLxLx4UO6dyF3UU
/hnRdo55H+uobdpImyXBmyeiYUd4aUos/oWpGqnwniUBclhG+xBrPerhdTHslJNlV45KE413ysmU
RzYXvG0HrUm4UAJS2UJn7rk9Gmiad4/4q3qxIgLArPKChzJequ+6N7XLTggk/QF4dcDOLJcxgvUy
2yCY2wg2dx8+EHc8JClYC2MYvF95aSqnpOC+28agnBUlzHwN6ZkdnyM7Q4h50BLjKYVZZ/OmlCa0
ywR4wsP1BcyRhbkcQyfX4VCKXOPjtMRJsHOIpEsWc0VsOcwUWywkU6FZYQWY1FttOjjB2D8t0Hf6
UQcllh3HOUSQSvjoVBoqf9a017uRRWP0DSh808KiPLQ5WHQGtaK38OmaF+XJQR2L515NlI+aFXRn
feQLpwNStk3etjteT5pUCAUB6mBkUKDN1x97ctpeRY4Y36D1y89kSbtzMGflFQbf3GfysP4VOmV3
FvUOkKgMeFBbqfZ6G7KXE2486o882sDDN3fYUFrG3Wf6zFS0nuosgH0zRD643jnYsoNF9xNeWUFQ
weToeq1ZAu9HooI+t9T2PzNrtXNUVclhyszuRLlC2TlU0lX9fk3ARdK52Z5jtLXjoAMW2ZoNct+o
yN3by7xXf5EdXREGUHljZpuIcL0oJWy9dELk2EdmcjKOStfM79reNYYT5K75R2AY6nDkskPpSpqs
hX7vZNMeilF6jCjNwNoECwi1mc1a4R1GTUWj7BZoS/hV5bU5DONY3Culk/llODnol/TVWXVL42Dm
nC+j6oMd4Lvs8778DVvHqSZ1nLagNmM0PC/KEjWPWpvr17RnMBIFZfd6++WRfV+8lMP8mph/3M4h
2/1k2kiqWb5ZlujYW51+9ZA++HjbiriA21CWcgN0wczUYGdzQbUizl0rIpp3oHS5U9s++xR0tZkf
3DwbgIMqbeXzknR7l0V2rlxTlOgZroGqaLObCOqmjROym3WYtrwClqcj9Thm0dGNDOSdOi0u4bOz
uwQFY7VuULChA7TjnmSRCyI9WKdLIDRc1ofbbMYhU9qGaoM1umdU7ucrgpLJPVCJcSeVke4zIxqs
FgIMoGZrU+k428VCX8dfLBUZYi3tvKOjzIXfAew8xbDA+ukMEP4Pvu7vrrFO7+XVGaoL6Ihy0dVN
7ay8K+30U8nE2cXqs+7BjJvqoQi5uLdtyu4JdTlqwwIOgjdcr9SLlxZBLDyGbczFJUuc/LM2xN3V
S8fhZ1zXOzG87JqIMJeqvIFG4lZgiIrnNIYcXpSik/JcwpnzbtTKcOcyyp5QkceBkxJctttFDVlj
9vAXw3dY6sZ/VtEWo9/AeA/utTB9xgrj+w5iNaBE2biDa5YdUnwvcHv+AQiweb3NPtQji7k3f+oj
VMajTD8E7MZ92IR7VCNyUwwzEBdBoLXVG/O0GkwfXGE+RHH5aXa67+0UDCdIELqdx0tiiSwTfSoE
A3iat26nGSfEq1IAoE4fm0d4YYL7YXSRXzTt3nj7LYfsneY4g8CUFLeupg21YUJ8hEGQOYz9ztQU
OGHd+V2ElPbbzz6mwD9xRGjDbUdxbTMJOiOhchKWvfIrQWLiAL9u9K1vageUbb4HXpU9jLTDhCOF
Y5dAa/M8OxqCjKqNW9FKt1CexlxRP9WEHV/TKDd/x/D2XRJXmXue3MZkcnFxsoMyjfPX25decgt/
azBRJAdBQnK2vvRuFhpVlfOMMKyVfB68fjm1jGr+um1Fdmqo+TPiSc2FbsMmDGgWEltYDi1/zmfv
kekM71uWJD8rJR937rvMElNDVCTIonFlm33NSq9F4HAyfdeLmqvh1vaHImxinqJd+japKR4Gl8Yi
/a1tjWtm6IvIilqpM1TLKfSC6C7tmebunTDeCWEkX0l0MDxY6rkMwLnWX8m2m56JUjSMBiOezlGc
OZfYod5x+ytJnnZCNF4AeluC5WeT4JlEh30qHh2S5+40MndxmseZvGdKUUEZxvxnqWjTCc1xFMyt
YA+GKFskDSjeAuj4WeTm09WxVUwDBNd+t4T9A5AOZNELLf90e5GSr2ZDOSL6Xch0aVvQUs1QWxZH
QEUyUx1PVmENJ8i0Qt8Y052pBOl6AO8DRyZSIXFdfzSi2TEOF6ATrZN5ZwIV/XFGf+TtTlKA3wXB
HmMJpIprK6nXIfJW03gJEXc7K/GwUAYY1HeDk3x/+84xG4Pf58WGnn+znkJtyi7L6XIVrWm+V4tZ
v05zFB9Tm1bobVOykwiBH0wFcLMTimxM5UVB06elZFpomXYwwgoh8UCJrkrkfDWULDIP6Lqo16af
4stgtcS7t+3LDglsgrDr4J1FD3u9qURejGUVhPBMBqsXVIY+l2ZJjTMylvnLbVOyU4INVF+ZJaLM
uKmkqkGR5jkkAr5ZN62gu58hm6g9PdtZkmxLX9rR10tKIeut48Xics9t/+x0Rny3zG7tZ06SnWtn
6S5DXlmnSCmDwzS2exIj0h0VCRGAZgrUW9/SJZU9di0vwDIW2aOOksZHR0X/wwq0P7jgyHeKyJL5
lFdsddOy0F6JmZzz+jS9or7r/R21ZPKQ5No7eyru1iYHYz0QhxBeCrCg+LYvCn+TN6Ed2dIUhIMi
+9frTfXe6tT0ewjy4R5ys/y9NRnD2184jIKBhCAFZN22U4aovJsl0Gf6c5Iah6ijezIUAWE6kAT/
9tkUHne7PgF4p/oC0SNHdLM+Q6uaxYC9u+7ErG8a9N0lhq/8ITKc4Nx0VvUBznrlP09N90o/kmTE
5rGjgwQMi2nkjelG16tBiSKaoKnOoCPM5ZDdLOkhC6AsglCz2XGjsqUS+VHwEINqzCOul6rEdjcj
2Ms1THXrboDr56BPQeMXRtiKJqR+KLuiOcVR159ub7LMATD+SLtE0LTBt7u2PDC+UC9cPR979dGb
pig/qF5R73hvmRnCW1HPoyj3itGrzs0kzivRoE9z83uJwsOlgk1zJ1CR3QgiCMHBShuDFa0XU6pN
RqQEvXwNmKrMU+tStblyqUdSnrHjAg6pV+9cCOnKeI44p9D3vJL46iqj1c2YldE+zPxRb7rTsHj/
3v5KsoXxGEH3BqU7NbvtVyqVyKPlBM+MrtKbKcfuAD1ne4S2uD3EWY7Eehn3O/5FsjLx+Al8MLP4
rwh7IbpWS3VWmJaw+n44OIlaPTQQiu3guOVmBACZBAAM4mZtcRQqtZJR2EcZQflVzVb2Waucvba7
1ArtZZDiuBPADeujEeUG3YvUIHOsbOVqh8qcHOq+N3dOoOSdg7dbqAZSegN3tlmMmQ+lmvT06ywn
Md8XmvIjgLv3XRUY9xnQraeuGb6pk5c96IO7V7WRPHJQOtJ0EjT1MBFulqhVoCfyIBQEbKH3ULQ1
XLJmak+HRpvMPYoNqTHod8UYGG/QtgVbw07dmLHoB5FTfVCDzjnpVk5fWe2rcjrdPv5SY+wmX49p
XiLA9cdjMDicQWU6fllXv3CO9UdkT9E2WOI/yAIcgmbWQ0ALomhjyWyVAt6EgJ5HXjfnoFPG5TAv
1bzX/PxdZt88bnhCuDREgVzQMayXlI0qFb2aj6U2EFZWsx49DlXRnuAkHK7NXISqnxQQO9Z2jNbj
NIT6hwFC/nNM/T48NmNWMztpw9rt395q6QEGfUxtBbEZqgzr36XB8K8sPVNBOk/rNxQt+vuiG6v+
UE99cGY/XA+yGtjpDrWhpvHRTvOq3om/ZZ+bwiNwHFHkZSJ+/RvKpGYinjqvT2nNeGeMVv+YNPZ0
bkZ9N9aWeFaQ+5CoAOCkVLaNtbXYCnqD8ga13Mi9K7tSucxW3xxtjtw/8AdORz2M2z84zzxEAq1G
JP+KiENN7NZRctCHaWvPX/QR9VxPy/pvOQnNjhOX7SVVaopyLupxYKrWe9kAi87gjcYp6LBxHwI9
cP6jGhKYl9ELjT24gszLws/L/KuQ8AG1sLY2IJGRhCGnJwLOnX7I3AqearN25j8Y7CDhhK0BpBEH
ZOsR+mZYFDIox7cqdXjHpNOvUInmnZdJ/NrtHYUeQYxD/65Kb1YTdrbXBAE+TqU8/AB1vfYhYHrw
GMV6j175FO9lSbKPZVJqFOUHSjdb5iuko0MPdKHtF15jn40cvF2Sdv25L4L0D+4YnWW+Ohw7oj6w
/lL0sAcN5QwGvhVkz9rOSK/NUA+n0o32YE8yl/LS1OY6G40J9VPtQfNmMNHQ2XQv7Kl77lD1hNB5
8g7joi2wrjbdIU+caqeDIjuSoPpgRwM4iMPdJNNll1i6RU/MN1vT+itlRuWcj3m3EwXKvhy5GKES
hUw+oXAzL3OxjBx6TABhpHPYXOdgRu0dLOMjbOLj+baHfq2Gjg1mkMXY3e+UdvPpkrAEXF+Htt+q
5Rwe9RpSztGEaw5Whm7UjlBrdeOdrg4N9CXuHBL21iEOG56a2n5vLyHSKWhrlPXBnm3tmVmA6aIX
9fjv2JlKufNrZdvPTDwIAkajSKk2H79lDirTDNEbMPPq81yCDgEe/AdwGxQ8qKsBkhIJo7He/jCq
AjfVmLzvGy04OWb7vVRr5Rpqy5/4UzFVSSQJdokK+toSIfpkjTqgSkiJ0bKw8waChEzVUExN4Yfe
YRSQHitqd5oG9xZp2sZ7u05YelMONgBV7vyZzEa7Jpmqf8oLN9kB+MgeQsGRQikBAgPYV9cLU5nI
iLpc4GsYRj3ppMC+i8zA35Xz0NF+A5IfKZ9vn2TxJ7f+lXeJ4WOSC4FwW5vU5iIymcThajZd9DhZ
lXPA01bFofZa1a9g/bn8gUGCE/Ko36iSzXYGKC24eTkJwsncOJpxv/yoHSaDhtZAHaM09lpI0j39
TYbMuRB2/x9n59UjN7JE6V9EgN680lR1tVqm5UbSCzEa6dJ7z1+/X2qxiy4WUURr7mDugwYTlcnM
yDAnzrleYDu2krPI9OAiFBXf5VpvfFGkYjiNq5ZDk9IksteHiIEdvPm7d+6F2Y2DMBiN7ZFsYpmT
rHptkte0yuqjqcDdr0eox1ERLY9tV6DQTEmNBQ1ESd5BAmooCwW1GMAKIzHJ6JEqwoZ+/wPu3QdB
oK38SeHwJ9cbmrVZNwIMoqkJQ9u7bim0IJp0621m28nBA7m3iWBIGScgbqJ7uzEVyeiLzPSmfGNI
stgtZPBfLkwLh2nb3iGhzIXmEuEsQ0QbQ0szSPQZGJHvxgomxMrs11OoTE0dzGpJ5yN37MAZmv7b
/a3ce5UtsLMoyYKxImG93soBGFCUkWr5MSMw59Tu+3/XNgW6ESfaG0OTzJOZoucGw3zL4KzuHLib
HWYhYFOEVYK6lPLJTUJe5cq0gtqhBdlEEJWPSvXBiFd0CBF/V1pgAIP5GXiRtLr6MAHYjGhjXpgg
jL7Wg61DNGI31VEne+9b8LbikkTch9Dc9aZAp80HzkUAVuXaE1jw6EQWnflOL5epu1qN4muJVB3s
xa5VQB78hRcEoHptlVH9cRp64sxUk0WRsdJ+p9mcvpHGbn1Xwb7tMqN5xD+6B9fH7yJUyCEX05Gb
A0CDCmEpOPj8GKDYCVq3zuvKNv4Af4zlxeCOvztA+55KnjuUIWSTaCFM/rE7Sf4LdyVGlzgNQLX0
bYigWrE5yj11pnKMwzPpA5R2snaUVO7dZ6C4jNYy4kFyu93kOQf2O5DZm9OaXjTEA5/M1JAOHJRw
rdsnTVDicIY4jiA/rj/lnEqahuAEqeuUdxRiTPOcztl8nlJ1vfSDVblVmCuBmdZHoKTdC0XCzK2i
lkuxZPOaWoMCXW2d2f4UL/InpL3Sjw3StaciTocJFoyxHM5Zpqm1Oxr29ITcagbzm/jgxWx80Bsl
PYLs7p1rsicyayIXSnubkKIKG7ghOsvyQYwuP7VZVhPwYTaaLWoN/+0jcIj5YW6VI4KivZeJrJBC
KTVt+v6bW4xysaJFK+oHUlgM6Tup7nI/LlXpfaRnzfhdjiP9b5YqcgxVpp4jxCKvvzuBVWJ0E0ud
wtAx3qq9ZT2rqBXKz+rcqB+ypW+Dzmi0g+RmZ6XMBeCrgOmKuV5x6F+kHXrdLimjaDCrW0r6Ple5
uQr8/L+6VvpnNcbywNwebgS5A7JTJDMUQR18bW/JqqyhHmWDv9HMD/nSIi/EQOoPbY4HUJ5VpfiR
kqjv4B2pnoqIlwtunyOusr1FU675M6XAOf8z/fNi0Uveoj6Q67Zoz4a1K42QH7hOM+Y/kry1RVxl
r7/uP5a7CxfZHcGxYBLbXq62WKBtaXvLn7s6/to1o3q2piz6wOiO+SvJhsJdzL6u3MSQfmqL1vsQ
+KsHfnLHt1AVALID2y+o8G0HvDPTBWaVhSqoVa5nqHVgKGCY7SFcrcI1Teb2mGm3ilPWFumBW9uJ
u8jg6PMLBgimfjfHeygME4A1ppciWT42fW1/ZezVviirY//vYKvFmd24UDQQsUE0RA9ni6EpNMog
MRQp/ujU6TtiAed32AohBm20kieRDam+PmTtO2uKpNpd5FJWT0nEz3NLOe2qIKHPBA9jV8S4ulat
j77D/g/kIFBN4OHcNpNNaYiLIUtsuOStJXeLti+eKChrD/c3Ys8MFTQBFOFvBA2u71pjVIVcJRw5
JYzjyl+SCkxdk6/5p/t29q4Tmw0MDMABiebmYYTgOO0dDWYzMGFZ5ClD2nyWOzV0exIWyGGij/ft
7a6LsRhoINDaxmlerwud5HKxbQLrxF7KbwAQ5F+WOejefSu7qxLQKEDKrGnLjt3VpS4vFlRQxbpO
7/QqpQ0CRbffSFb/DOfF0Q3ZtQc5hyMKHSApNjdEssFmJCFRPNo6axroObXjk5GbaezF61BE50rp
utdTw9ENpGpNOmuJf2weOrO2jcXpMGpLWfp50cPoM28FZ1KtzSGQCoX6YSUt/v2t3fNDdH0E9Qxd
wZvSYTNXuZ7g+BgKM5v5HNnzkpyoDnS+kmpSc0oSLf4dtwnU62UIE8KBG9zzRZS/qHHB2AvubbPT
5qqUViNRPNc7paHrJJfRd6fMnMXV5+ZoBGfvs1K+AgsEihZ9hc3l6BxjIHQjqOrzODshtJm5obk0
T2UU/lxJ5Q+2didiwqvQ6BUBE22ozftqa9Ok0t21mYrVntZQax/KQX5vLGVzdhaA7e3QHGFB902S
5UIgQBawnXLR+U9m4YgCTWwm6+iSeDI/39sL7I7gJO3eKX9GEf2D+2doz6ogFAJbwbZyQ6+dgJrb
yL/FMm0mjcJEIcVSIBlRf4nW1PlpInTiIRR1yAez9zVfWN2+4qY6J/Cg0Z6Qlk7+4EAedpoLefmx
QJ4vewQ9k+oOg0oFw0zMd5I66KcGvkdf6afVhNMJ9KMZy9oXtrH7FKXV8q7M1/7D/a3Z84/QcgkR
JGQBeeivt0aTlqirSGT8eI7Wc+WU4btumOvzfSt7twh6b3GPbR6YbTrULqGcGTSD/CmaQTcXpe7J
mSn7dqkcqbntmWJig8oifTYK5OKrvIjXgBgXlr4QpGZrn5+rNYLbMYMQFRnyo/Rrb+/AKgjII0So
N6IahUlkVmY2w01pnp2aMZROIELG10Preb0EBzF+FyiB+BUvFjSnGUrYmqivFctvkHnRg9quP6gB
VwchwN7OkUQSSqlCW3irtlfLylDnDbA1qaWDFmba5OklVFBZRKD/6vOAfhHLoXdHxrRtqJVrluaj
wDxWjJG+gTc/C1Qw6R5zjX/hwAnsCGrYQpKWLQOCrmY6U+8A69ckCWGvH7JTRUn95wrN/OvfCkpq
NuA4mg+0BzZfKhrhGZgY/SW2seozBf04sBJ4ELpUOar17nX0Sf3EmI4AsUCdc30qQtTalSytLT9P
5eqsqI3kJchMBggBDG5JddmbM6sJOntc3HCJmL0rlOYcr3PpxvKwXLrSyF/fwKTzhZqp4AunC7x5
Tha7zFu1ZPnykDR+b46GP1UKUbFqJp4xDUfxyI5/pbiCmBhflXHqbcjKk412WgNOI54kCSCpYqzB
0s7a1wWdxYcwbtVPrz+1DpUF3YCrkI+8WeDQaTAmjgRA0lRPv9O0ii4TkUAwFU5zgOz509nZ5CWU
jnRRDlZEDryxlU15CHqPJ0tSqtH0qp6tfScpbVd5DU325zSTzP8latcOvoQ7Dd2VeBp+GFiuGqYL
03l0F4Ms0UdKhWHlqbPqj0TAihXEa1vIbmc464d6Auzo1as6fkkZjijdNcqZiWeWJ27dnAg+9gpd
KkmwBUeJLA+96kYRYiK/KmWWDeQLYL44xYTyEdO5zUglr2na53yth9/q3OaS29cmDGjLUsqNJ7d9
tXha3GTP01oN9RkWPk0O0rpTJd9si/ZTmqrGf2tTmR9j0vmPLXKqq99BUHbUTRC343p3Re8OkS4k
GGiAbyel9AG6EkMZwSnYav2taxZ0dBKjPzeGUZ4dC0rP2iGw7dNQ4TmUP98/R7cHV1jndSIEEtQs
mydqQA0prDNxd7sweovGQ9+55KDGW9MYO92bYtX+9RcWgRihDwbrMS/wtbfIFs6NYjHhbOOQ35nA
QbzF1KoPihXXQVf39oEnvA24qK6SnkA8y0qpZFzbqxwjVpeR9l6P9BusJ3F/0lS79yqEBMibleWU
MlN1sK237xdG6Q3BTM4sMHiNa6NOlkaFhtfzzc7Mv/ZrolKBHI13IRDigzdZePLt+RGK2pQbKSED
Ab02FaWDNC0hWWXMZfSKRArfR6lsHFTq987JSyviV7x4+ZNFm5PSpGZer5L1mDfl8GRlWu7Fo2yk
rgZj0t98NrpP4PoYwOHZvDYY2kouTXh48ta+Dyp1zT0Q5jPzkS3Az3KVLykila+OBQSJPWhMgYIT
3aFrowx3agajPnSk+rj7aOpJ6A7hWHyYmuz1aTrU0DyXKJpCNXcTC7RrBi5T59rLWmoFoTT2p0LL
lwDsKZ7OSMPT/Wu3dw2QTRZ8KhAw8V5fL430QvBlAPeKegSUy9FwPAKI8Av87vVbc50M17SLo2H4
vVMDVwxdFiB/FD42HzFZG61dVfYzAUo4nWclaZ/H3FYD5IAXO5iBEBwUaneXKbhHeBnh8bLFn784
pzIsIH1ngy5smkS9IBA7+swyNk/FMuQPGoodZ4gMqvNf7C1tjz8zvBRJN1dQ7+0E5iQwMF0uV28Z
c/0xOMTesST1nrRkk8c8lX5wP7YehsFoMSVDeMdEOK57Uwxoc6gTIItfgzGMZE+R5O7BstLarwbt
COj9pyH20sX8sUXQykwA/pPY9XpTw6xz5GVM1mDK+vYZpEl8icEv/cr6Eh55OW6+hkkXf49CVXer
QVYviOk0/bnuluYT1LWl36aG7ZpRlT9TIraenKYKPVVpoA+6/yG25038UP7mGRVkPjdu16oHuh3m
vAaZFf+w0nZ+ThhPd019uhRaPP3+C2u0cRmSZaCNUPt6Wwq7ksa2G9cgh+oYQgkj8/W4z9+ag6K4
0jJEBz5455NztgRKFxZZMJubR2Wm3N+xvpUam7P4EyADLzXS3EsZ6AnuL23XFJtIDA16iYL29dLW
KSrUim5CIFXt8E6Pc/mExkz9ZZzLIxGPHVMcKQ4xORi92C30T19sK+8GpDQWaZ2+ZHL7K65V62I0
5mufFE4HVQV4nvC3oG62qqtjlEqAGyI5UHMz9iV5hVVvXqSfEaHvuxQCR80t9aJ7/VfjmaJ98afN
zdNyvZVazSBNWbCVVidbXgitixvSH7w0qX0kMHPTrBErFEh4G2wBA3zbFYY9SzQUCafgiNGI2ZoX
kufUfChoCXxftCz/b7UXC4pbQz0pa23LJ4gu5COuiq0T5mcIllEx0gqC5GawwbCVwW57SQ76bPoq
Rbr0aAiRxnQql1O8jrQuegacDu7+zjkixhOFFugFGd4Qf/7C86+FkatyHikBIbxyVqJIOsXGnHyc
yQ4P/P02ZBfrg1oORRKuBmo3m2CoKClMK2amBKHS2IHNP862AqdzUqhL0ECl8uTYEA+idFHij1Gy
eO3lFNwUjNghCC78wOZyalI1y5JRKkGLbog/F1H8LXLy1l+idb3cN3XrUMVkMImJEG0gt98+4EWb
toh0KEEBWMezinx4xL+vj3Xt1K7Wdv2X+/Zud1aR4f8HQI0/EAMd1x/RtltG7+AhD2aGptxWnsaH
zur/04Y6+2AoVf1G6hzlUYhXwoCSx/5967dH6A9pJBEZc+yUhDdvqhrmYVTp4xRAvF6+Qf39f4XR
RB+sLpNP9y3trJPXG3onKgHIaW1pnhZzWOzFxhXNrToHlaNmH+G2Xy6RUVIUXvruTRWhESmpaeXr
6eQcpPR/IpLrFx275CbIfRJe36B2h8YMoeQYl8DM1Fg7R3IT/0aLKv6XufvOcBUzit92JO2OhwyW
+p9dK910Eg2z1EvkPn3OSTGK9y3alqkbqxDeer2RoJcjxjOWN/2gl/UbGKt6aj0wQCWXvEvD1m0a
m4pQZg3hOS+msj74fLduhyI+7VM6PbS+qOpfHx5ax40S9RUeILSrs97ac6DUsthA6gt5VCd4xLAy
f9//lPtWuYWqICq8EQwq2hy2aBmrSTGoZ8bSpnO/DPM7Zyn7/7Uz6W0xlvG/943unFSwuLZg04Sj
mgT+eqlQHCd5T5wQFDWfREsc82Ixxg/H1PjaOUm2km4TLScbQj+ZCt+1KRBwWmv2lhyYVZWdSDTh
UVXno8nzbWtNWCHAJGTHBMiVjRXYi4uyijMWZNoZC0qXsxnaiStLtvneCR0pMJP2DSXuNnj9TiKY
DHIaABrB4yaomhAoW2oAcYE8M3rXlPH8RjNHqLEUIzq4dTvPM5eN91m8ULQ4tgoHNQ4dZElKANLK
+gXc2fdlddoTmOaEirqSPkx50jzOGoBxt2zTxgOM2B+sd8ejc+FJcIGLkzZsPWxiRSYjh60cGHK+
eulQDI/JmMb/tf00PFUN1CgH7/KOQcE/IthxQc+AH78+P5odRarWNEsw6HP1OapSisD01S4JImuB
RIZ2YO/2PoopQHouBC60E7dKFplJyYrJVDmYlLi8EBVM36ZQntAOi83uVOXz+HnpLPXz/WN0e36J
dYQOnUXYQ3NPOPwX0Yc+9JodV2zrMDimJ2o/6LdL5de4bMs3DGD8LCsByzKkg57ZrSPADdCIYXP5
nGRo13a1jJhuaXkwVaNznrM+o4eZJfljkh2+jjsbe2Vqc0WjedDTrMIROHZaAPeC9TGPDPu93GrT
aQ3r2lO0tT8IQHbXB/xGZrJZUHJtMBPMeWjQ8/A1lUpPvwFLLn5ZBk/JFBfOwc24NUUmh38T9GrM
/W6D56k2I6PvljYYCPs80hL17arGH/Xakg5e/z1LBKp/FLAFmGxzWCCbSExkLwDGhW1OsSccT1Vn
666VSNLH++fyNtAQQAV8DXdeUEBsHooa8XdI7GRMWepwqaexdyWrLU7KDD6j5jy6S4nuHCQzpZct
x8Kl4vxdBxpcB9Cn4J3BhzC5dn0+p6FYK7Shu0Bek+bSl7P5NR4tzaWWoryr1L70iJG6hzKvh2fe
z/XUM3Toj2iF5V400xQ48A57Ww/wWxFhrcA7b7yRDVtyG0I7zsO5TpCbFPIX+gc0hhT7SPLs9r7Y
Ck8mGS1Ogari5uiaoxkW2hqWQWRopQcx5K/JrJ3HdOy7oBq19WO89Ecw7ls3JGwSWIrwVYSX19st
51bY5MR2QSaFkVBVVl1TGpe3S5YPfiKU9pplUU9OFx+Jtd66eTgj4K7nazMGRo/z2vJKYScqSrUK
qjw2CFwV5VKn9nyWBmQGV2Kk5/sHe293yS7x9YQMAgV6bS9Py7DqFb0KjGKyg0S2Mg8SrSSw105/
SNvsH4p9R13pvTVSc2MQW3BM4nivbWbE7ER7chWE1ax6qdXEQHFiLpNMPBRVtvlq58fNeWFv4ycm
w+qcKlGqYNbrxFWb2npbLX15lu3aPIhNdpdG6QzhAx5OUoPrpVVS1tVhN1WB3uijC4smNYSylt5n
CJq6Tu2oP+5/vl17ZD+Q3BKIMEtzbW+pujwmRWEr5yx6sLPq95hVCPy2kDu2g+Ec7OTevfjTeEdf
gZB563E71Wy1zB7KAI4w42tEU9xzrCTxK8qTftco1lujazMvS7UiuL9QsZCNA1Qo/5DlEfahSLj5
hjozwXnOPEsQh3H3njnu5cksxuygyHTTg4cO7YUZQBPX+xnVtbYoi1EGdL4T2JF7mLX0tnuyw+g5
RPX3MbaKOIgBD3ttxNBSnLLb+jRMT6i09Z6jz/rBBN/eF6aFQujHiA189Zsv3No1LFO9BW37ukxB
k/ZNsHaIg8vNOp3suD8qWe7acwgRGCKmQLPtg3WDiVQo0ypBq9rZL0TVrW+1qk6yNy5dkblxUo3/
3f+0+xZJWnjBRV1x44LMtOvJ0vm0c9PpbktpLxiSsDkp+hIB0baPRr933i4IeQxRVYNigwz3+hv3
iw4w1tTLQCls1Udf2Pbs1Skvdd30B+dpz7uKKimPCb0UhpGuTdlDNUPaYfPx7Nh5q0/L5DdlZX0K
u2J6gioLn7cM4MPub+iOVTiq6NpATCqIjzYbOlKLtOZRqwJ4ZrtLNY/SQzH2kVcR8HtDZSpeSjPn
wOiOaxCcD1D8/WngbDkS03oa0tXJm6BXrJFihh6+zUr9F33AwUebZHrMDGX92E1KfnBBdlYL3xGl
Jh4S8vgtBWTXxu06aTB+KVM4eGUDlB5mArjF1TH7bJmt4iW6eqSgeDP8xAMNWQ/ZtibYX2/2uCyp
qZlabfsgaGszoH2xwqnbjMZPMfxwiXotXIICKbb3xQyg9s2S9uE3p4qS2p9NSTp4drZ7IH6NcIyw
MAGQU7XNkV70ZWqKTLWFeONySbthCNa2SQOjbzu6TfB/hlXxWqwcRsl+kRqlXkPDfMuyAY+qZMRZ
HvpWHJdf2e3yn6U9nJcWjv2l4/9jBXgOeFaKpzcQNiUEL2SNRQhPTKE9aX03/4DUXvP1OlqZ/Rnz
U6fVhtsnSfWmHO0D37T1FcI6JPKiOqyL8Xyx8S/yUW0YDATXdcePhnp9ikvtUYvk8bGeKFPfv7R7
lgiGKNnQphczIteW5rbSJrgbbL8m4Zlco6QQ5TKi2HyXy7U8ADvsGgOpIoaK/0z/bIw1jjGtqwru
21izztNDs/Um2oHUwNR1+Xx/ZeKF2n5BMZb6/4xtnu5Cc8ZS78Fbz2Fm/ci6WH3ol8U8/4UV4IAM
MYkS2LaZUJqLpoSjwKMybHJSk854iO3e+njfyu7G0Yeif8sTwfm/3jhrqhEupc7nwwZYPIdT9AW0
2HBakLo9WM9NlUscPcEhCfKF3POmCQUhhKWmtcZQJxhOyqBa/qPRS8fj/Rje1G2seE0I3zTkrd1Z
a0f7AzHSa7Hdf37DH6ADyB8qpZtwdqqbIrE70OvQKiaPs5oprqw05gVK6MVXIml9lHp9Ong0t/EA
Rgm8GIIA3i1AD5s715upHstJijMz68Ev5LabvLTEk4ah2p4lstmDj7pnkOiZ6VmYYJjXFgf4xSVn
1CNMMsiRfKkOmQFqGLdku6EvWE3pUUkPxTx3DhHWABnBl0mUtaUtGKO8TgfdgWq3V6oHqy7Gx1hf
zJNFwH6wl7umeKEo/OBaULK8XloZjrlTTrbth+pU+opWy25DEfrU6Ay+vfpqUAoVVNdi9Aog47Wp
bjZJAPKRVaXNdInr6GcNVP5Z6ciB7lvaeRJAwsA9A+kSqiLb+KZPpVFBS4XJ+jY3n5dRbf+hE5x4
TmyUn8lgzTdluEaeHE0h5e4pOjC/48+QahZchwD+wDpvfIA6RklSKkCAmiVMP2vZ0r2Z7OwoiNuz
QnedsgevK6XWjZUYnR9rnvFnTsG8b6NLznc1c+qDh2Dv6APS4r4x50qxQ73+aLVZmkbLiJDft1Px
qW+L+JJEKcoaaG08KDTsvNd/OvCRojnBnDGMFtf2BsQ6rdWg3Zp343Be6kj6VSxm/iwrpZ4ihBN3
Z3O0y7ehOTT/lFYXHamX3GR4wrsICkkx/snlu6kwJ5NjUt91fEbS5eg0GW3ohc2Q/wQHJH9p47o8
pUo0dX5fm/qMLkzXBwgHOp+Soi0gk3YS62viROPBodq7qBYZNXT7Ig26IQ4Iaen15epAi7pqJyZL
FtfWQuPS0AM8uKh73xzeKybNBFP2DbpHj2Q7hanB8deGWXw/01Y9dwdga8yu6GbyCccVHsDJdnfd
FlQN4uPDcLQ5Z/hXze6YQvbzKk6+pI0aP8DpVL9v4sg8kwxVk6vNqhAfr+XIjWSj/JL0yJ+DhR9X
KrryUP2UjSI8Qs2It2QTm3DJqGOCCOLV2RY08kjPhyFsHN9ulcqlFag9rB0G44XaZq30VeK2qKOe
7t+CnY+NT0Y8RtQ0ReHm+hYYdZNFpEO2z4ThSpagQVduGCOCvPPq3ze14yupl4DnMNFa4eyLn/Li
bZsMMNxKwds2JVIboFsN0sHsauaMs97rSQ8uZl5+0ZsiD4oVqsf71necGEeMuUJ8GLnotmlVRV2f
mk7s+ED4tIcWUXTSwyk+cCp724kYJsQXgm2FfOB6jfporlqY8Z4ySv4vcjLRl4gz+Aa50eRgN3eu
DhArgYkTFLEEaNeWmqSJ5rJgD0fmkbyqgdGlgnzUs9ZOaGI36cP9/duzx8w4DzcpJvOZmzdVTpqi
lbXOAZ3SF4xtZ5875OPPUlOVXp3nxcHybpjBOCDIpoqmHyT21Jo26+vGKOMjtY4/lEyfJnEywlhs
dV6jqvXj0knrQ9zYo9siy+gKuVyXUVXrba5xbJ2pMx8Gw/wF/5zqzSZ1czTsXquP8H9/IJgoStWI
422DDHVAbsJxcsdvh0TjOEfmc1vgvkAJhsH9vd87VXiq/29qsxc5L2ZXlJiacrm4pIpV0KfTkg8G
3AwH+75zTYjxBb6XGQVYKzcZUhzFQzrBguE3ehad9bWky7tK1cE12TlM5EYQKzKJD3vVlmIiAgTb
1whtQoIq8V3L1Y5cK+qUoNYnpnl62/zf/R3cloSEuwHt8KfGJgN82CyLZusamiYcTiGKtV8UmxKU
FeZvpTpZvi1U/N7BO9C7JRiMg5XufDqiMyp7fzA5DNtcX1PY1QrVmQxWCh8mwk5q4Tr0z9/pUVMc
VJ921yj4hzAoNPbEpr/wr/GyUC1Vo9AfIaD5zVgC7GOxJJcNJMtN+m0xIvWd1UrhpW369nR/f3eX
iTCvGBgDU7IdARFyMJq1jA7Bfap+bcroa1K12Xct4tq+3hJeT6AtgOxZW2XeKrW0xZxN/IKIEtAT
tR/TLHu0V0Z+/sKSSHvx5GIsa3NmUC2YyTDrEFKwpJECLRqAIg5jUQ1enI3JkS72XpYNygHcMcBS
Zty2yDzZSJDztePQn8ZKjVynMPrvppoOiGTZsisJ4UAtNL+ufZMjXFLoXll29cFx3bn+/AaBsWBs
W1TeN2cojHSGo0rWrECQBC1y86Xp2qOW7U6oQzmffjAluz/zbtdWeDalyqwsynVjIaeBXcQV02ZM
nTSD4uvQ7BgnSemU16qL4gQolXBCKWQQa24ZCGW1yrJEl0N/VVrjuyFP5ud0ij6/+tRcGdncQieN
y7VWMDJrXcgEBldNreLoVDTTdODU9kJZbIm5U2jNoQHcOJesKyhjaUMIQ/dSPGbR7LTuYPX5F1XN
1n8VyUweF2nOzs2kpV8jNZ094HR1/NjZbVW4vYzYzjgu1dEhEkvcRLKECdRMKP+CAd92NaQp1gZ9
VUJ/iJX0TOF2PqErV7lhEzZu3hyRi+ydJsG1RXYqWvPbfMVelNGAfx9zahSHmdv2nTS4FMfW8WL2
Wv8LNpkwfAIz0R1FKTtuD7AeYTv3hXrNTfu41GeHoQTJt0MdJBK88J+SBsV5V8oW/SAA27MlGuPw
awugybbeJ0lWPk0aY+ZSrlRelzUyReCkARRVJJf7Z3jvA740tfECCgPndtVNEkxThebnszOcoOoc
T4409F452MqBvf2l4ct5OESst4maFacJp8ZYJIhhmioYW0P7DXVD7KVRqB8grXfvjKigQznLq38D
Kh+tOOoVlU+2ONXy76pBl+lqcvvv0EDcO6um+klk7DDe5rFrFpF1gQhEdxsZKGxHAYnyo974r99u
gW6lBKcxu7nV4NagZs8tSZb8znKYaWIcb3zfQDXglpAeXJhlHV4rcS48oSVQPCSbpPpbaMeS140k
L5Xkt33WE0hb3U99GOugVKd3q2O8Vinqjzna5SiJgWClL3Tt75MhpI+gpOy5XRYPaTGgtmIz8JII
Gen7e7l3lCwTrncmXMCAbtucRORZNqW4RCapwy95Wn0DsuKcFIQ2/+LQgrpkGoLmG+HWxvkqTroW
iTlL/jqr1rdljJ9bvZ38JFGPJnrFf2nrT8FTAIEHBwTaVKz5RWC3WHFWLw7nI5vVzq8zvXNDaT7a
ub1LTwWYWSQ2zr5hVyfDXCnwcAl1c2nPdjdN/wAIDF0p77NTlDFFfP9L7a6KUjAzF8CEUYy5XpUk
W8MyCdbCIatkf7bS5nlYUtDn983cHgjyGPADgJignbgpq8grxH2llEaBEZvVP4JUTffqcqmes3it
u4PwaccYYROTT7xG/N/2TMy9OqNTWUXBqhSrp/WOc5aRd/NGS50Oon0RfV4fCti60CYAjiGIz7fw
kJoZfEYudO7UpFk/l2KKzmU9yZ2L0OJwiUHuPiiNMRjuaujO7IbaMn2+v7O3H5BfIKZlGFqBwXvL
CIwgiBpPjSP5yjzlb+a+UB7TEkr5+1Zuj6WwIkZOxcD3zbC3NvZLl7Z5BNomKpiKTIrvMGzmaRA3
tfRZQr1X9e9b3P2IBKawAQsUyLZOFS41okVZH1GFap1LuiYhBAmNHsS0Nl79prO4F6bE4l/c7GGJ
psrR24jp2Sz3e6Psn+owhPMqMsOP91e1+7VMCN05NCpB8KaGAAG/aqfxEAXdbKPdrHTdJzlyir9Y
EA0l4etFTWQ7yDQ0ulOaMaynVdI659io/4uKaDwlFnLK99ez95Vou9BdFcHvDdaiDbVV0+YQftXQ
iUt3qYePEUNIpSsnVHBfbwtsvxg/5dXkDbv+TIqdpPLcS5LfmPIA4XZZP3RLNwcmWL5Xd8mgG6HJ
L/ONmJHfEiPqhVbHi9THohJSPKyRFj20SoMYkzEfwWT2TgQPMjDeP/WJrTyKbE6RUg1qHDCD2geg
GRRB7Nac7u/drhWq2qLEDw57O3da2X1iW3EbB6Fj9oisTc3brLXXAys7XkJgRikuU10GK7a5SOPs
xFPb10mwcqeebKNp/Iho9dQURX4GgmR+ePWqmPqghkXbj8GLLSo3DcfSDGMz5ghk5oNapsOneCiP
PNFtZiNmkNB6YGxOoLY2NVddkqJGa50kqJRQ84ZWGz0ThDDD56n0QU2jJEgInQ8elp2tvDK6cRRR
VjTRGFsJJwIh6XVep4ey64ZLl2hN5Nr13B+E5DsnBJphpix4yuhAb1UthkntVDXCoxddp3l8SucC
x+GRGNBOeUXQ0AlRC2jaOPKbI5JWoYOwwpwGq7xKnEa782arDYMKT+KZqaRexrKMzj2joI98cSSm
1WwK7h+bHafFpDd5hwUrqFD+vHYkzv8VjouyYDHq2M/XajzbvRTSaCydb683RWqNH+ZtBsGw+Yx5
R9eNaYA0COWivdSzlLirUq9e19r2wRNt34YiQsyKMicjpTQMxZ+/eMWY3lOLKs5RkBjt5dHi2XxG
kSM797yk7xtZ1B1Qo02I8QpYAu4vc+e0Yhs8EP9DEmj7VaGQtZTIKLJAiiQz0Na5cmFYVzwNedpA
racjbsy9L/jS3iZqbaKwWAwde0wHd15tm6XnSG33CEPAEYxo5/ZT2hHIE4CMhHLq9bbaKLvIueak
gbrG8r9zQV9/1vP0uUl0q3RzyoA/yOyK8/0N3V0gySEdQbzOzcTs0FaVkdrIgTTMWT3y7+UPYESU
R6cZ4ldnUAaBuSFIfGg0k0JdL1DuRCLSOHy7KZn8MEqTr6rUNucWEuIDU3t7SdzDiDV1caBZwge9
OKJVW+RtR6MxQPOgdFXo9k+RjDZIvIz6+3XKqrPJaMJByLV3Nl8aFVv9wqjVG5qEOAb3wpLrR7OP
0LNJ8uqxGobk0R57+yB22F0kDpRciml55vSv7ekxHDdZGOcBY3lvi2LiPR/iM6GXeQ4ZSPYqxz6K
IfZM8j7RSRdvBpnctclRXWSzcaYEeesENQk42lUkTo3QZ+jaiN0KF3ROWvv1bVb4ipn4AT8hxGu2
t97M5Ehy1IU3quwGCkZoG0iO1T/1g/Hr9dcB3KWYBBTUxVv9ZCmtgCKGchIwI288pNA5e8msDQgT
Sd35L0wBtyR+IaO6gV2qQ9iOVtMlQd4m0XsaNwkvojO9WWflaK769skldwRJ+n84O4/myJE0Tf+V
trqjB1qMTfUBiAhGUDPJSnWBJTNZUA7p7lC/fp/I6dkpBmkZW3voNitjkg44XHziFcRjR9iSf/LZ
dBnSDl+DcgsGrbkH7dpeu6o/Z3r7dv0zaw4lPfBzSCOd1rUQkxhTfaRLObjBwvzXOz/U8M9b87lf
Cmfz6+l7mxDTK0ZPnPSDujNy1q+XorTWJio6wNdBk9cX/SrCHZieO09XfRzk47SXkRKIyqn0wnHn
c92btxsBEBgVeGTzjpTK01J8rqdaWzM8sCpNPdTtxuUSS4b20Y20Qma3l4Alo+Hh16/89qxGpNGm
3AUkGRWo0x55WJWB24SR3PrgTZOqkvICA2EjwWdN7P/2UFA/SIAYDzT/qdjUTJI1GtFYb6FAYqBa
6gxV7Uw2URvbflCeAZG/jSiiY+OA/tOR+s95ffItIw4yf6gQnEyd/nICbbZZEXJI7ACsUB02H+rU
cQ5gVM685XvjsvGO2vhQ3jCqej1uM8DcVDYAFKesg5vRFOXd5GMLlE3GY17b6qIpbV54YSn//ekN
aTXiW0wGg4jD64ELc1hHJlZss2GYDtZYrQc70BocWijMcyYl775lSFEF2iSy5aeaaMqZe1/LWWwl
LAlaFdqScSBrc1fp5a7qp/6pieolqUb/HOTtnQULnONYV6E4xkV18l3debQpvRvVtvNM4sF6dC76
dJ0PzWDWZ5bQu0PBxYAGwvnFFnk9o1jlcYoW8jijoUMbDKaYZwzZndt3zZlt+N58giuC9gs6EojB
6cnTl5EojVZsqxBmJKRBedEZYwsX2LY+jk5nXyy2pzewQM45mL89YakUHE9YBib7PdW7T81+6GH4
s161W+y8KDd3nSkt5Fhz76nM5PzHr5cp+cPbY5ag7Ui3pSpH7HYqGCzHSWZVOuMYgKXP6MTkOlYW
T11F2UrmVo1SWmqmeZI688Khx+rrNzrrW3djzKW9ybChmmNHrbMf96XRP1r0PtK49J2+jadpcg+1
of0etfVedHEAT+jPweC+3zaLmz0vAQymJIjmqI5lG5Hliwh/kLhzA4UhKN6SU7IUCzeZXecF4xT5
PO3hSzQd8axyvo6i6uvDPKbhtLGVdlSiO/4lA1WIvOY1YOh4Grpqb3pVLZO6y+zPBbrZw0YpPDlL
y2jLi8iX1Tdv8aJ942eVjK25KEIUV1JKKbqAj6faWdsJla9cbt3jWbaJ8L7cdEYpoV7KwQKdxBQe
TNlmdYyECqqEU4QYSyzH1L2RRe7+WSJ7OiSqxDEBat/Y9WwS28rjsDeMMhaFuV6NRW44SPiUpXkw
RVu8UEgnEkqXUDyOmTX2SW325bKRYRf9cG1DfgfDVR2LjUpc6lIF7lXXh0UeT7Y/TknqGuOh6pze
ug0X37yufHNyrvJ5BcxBDfNhXIvpW1MX4ovyXfF1ldEwxYYMzSj2ZzmYm6zM3S+yGIIpTj3D/2YF
JC7JEIRTtjMHchhpmcsdV9nQXRAAFA+mhNOcHCXb9y7CVihCY2wuktEe634z9shDxyYiC3m81oPx
vTcos1BB6lIbCOG0HvrOEUPMJ3WNhBp/eKMcoEv7dU3FlCihnWA7O0FDhwE7S+wD3BlUoUSMKIyR
5lEfrVymt9ZSqWIzdK76XObGfITVVkGWhPMobnpyoRe7JNKMiw7ywX4EPfps6imvkr6dHefG1lmJ
y1UmUMv0wqrRG6to60/YVaZtskTreDnITHUbVA7aw+g0vhsbZgr1t1t184cYkemJZZ/OKklVz5fI
RG9PEBtM98XNGgEkCXbyEOMUNn/yU9TtL2sG+w49x6kTrBjAMZGPE3EA7FmeJ/Sirqqm93+g18VN
WUXp2m3ruqSQUSHDVG2dQLf3MnKMIJZmNJhx5qt8JymjB3GZevpPm6rqj9yMpsvJSytxYRqr/aSC
OrOxxGl8yZykJtEvrmU7Fm6qmNasWJKgE1GG4LxRyF2Wj/OwmeraKnaLOTYtOr92VSdoprXLw1qU
q78VU+bX6Ie1/vUgJh3GFLvMb9lkNjTwQe8eJseuuGq7qvo+9hhixktdG1e5M2bPaMcsj56yqdu4
5bxYiaB1cC0lGIMETnDhfjeDIgrulwolv44a/7hxg14hDuB2c5+s6eqUzWau2i7fLSVyxHwN0vqk
yUYwNlr7ODWDxIm+uJ1huQ+pPTs4bkgFCDFWwTSJw2hbXf6ITUSfqxgSjPet1tgk7brAF+2fYJJA
Dg9IZ5jbjvzhTlulNpvEFXnqJjxE2l5mqC1XcRGofLrNKmsdY2A303UwVIaLrnELgnEyhqH87Bku
CI7ZapqJrWQEh6yuhzHWlillEog0lU/j7DrLRTtkuoonY/VeMNfMbpD483MHRWVruc8qwqykn6Rx
rOBNc0ZILOrqWwRXbYgRcdblncJ9Ihzitg9y60MVUm5IVr8s/ui0ZURx4BZjhaGeNQKtCAHZYk1j
TOAv5azaTZ4Jx4nDJV+Ki8gZ9SfPy1I/DqostPfzahAlElcE+a5eitnarSt6HbsFkXn7ekEZqH4Z
VytLH50hb+SHNm3dxxXkO24KkavaW6+07eJGhdWkfwgjtZorJBOi/DYwZ2F/RiHPDm/CsausDVU8
40PX5Z1IDJ25PrhRiaSt4882HplLVRYX0vSrl0gE+tqbqknte4vjZhd03hjso6DtSR0KnffoXvXt
mjR+6fMRC0M6SGhN6sLJ06nceVWHpkWdBvoltwrTuZn8uv5zLlpvhbnjq55DrdH2TVmv4o/OmFV6
6WewpzedX4QfAm1a9ZZeXT3sFle3f/o6aHwQXvnyh6H0KBJNwFlc56qY/V3E8zibVUdYvbmL1WWX
pp+OYTyL3ij2wnDRuNchGkDJmkl55biFl31b1NiWm6Hx1nXjCtF1salkZX+QfdHk9yzAvkrAxgjj
eEew3G4Doj2U3osABotYhB1d+F3l93E5uI6CCZ0FwQdwE4bZJ77UdborgNUuG0KF0EfT6bgcd4KX
6W86pEKzjVnoStUJyhiTExeD9q8oyY71PhrXINoVZo0NvTBmTaUuxczO3YZZX6gfhbNmX5TjlTLJ
mj4M6Np6Fla7vi+vy8wOCxFHeCU9giD3y00DRwD4RtFoB2pEaOd6nRFAiuRKRBLm3KA3Y9DVBiwG
HK+j7Kg9Pkd/WsMQrXdCWOb4yUqNLN+WYoXlPdPO9Jyd39RruBukP4kj9tUfts4SIrshVQZ4YzfV
1tJ/NrN1Wo04B+tU7QxpjOiDNS5m7xeqLKsudoHzly8EpgioUvVdp+e+pvdxQbN7Uk++YQ5LIrs+
51R0u9XaTEHTAsLP14o7z1l0xJa3WmdXhjrowQIOQxe3AL6mOFiDzvwaFWHZxkcFLAdJ77mLkrCE
uJ5wejVTnIXO3CUzJgQUubF2ChLTrjgBlIn71bFMo5ZrGDaI/ixjmt/p0a+Xba7TJb+x5669Ggwh
yk0x9OLaiiqj3tcIaqNJO4nseSz5hmjGhZUAug/iKimL3qYUI5SOYvCl3rLJdR3Nl8rlkItXO5vW
ZBaz/LwgknI3NksEIHsI5jTRTaHNOIUedZizbHI3sioUh9toq096zCONh4efoQw4q+WuGZVnkOCa
dpYsHKkfo2nACgkzG3GH1DhHbg0AK99YHAVV7GnXLu4LU5E+WW5V13GVqSLawMDQXs8Zpmw3GVx7
rXc0Otpqo4ypsXdLKkjYK1TJxMZxluVOzs3gJBYluyJuc392URhXYkyoa/s2i3Eds9sMFk7+Q9al
mkXSjmkFJJ7KX5N4IiQItkrEOmM2RFjuRDt7yzVmR9I9SDd37L1o5mLee9JS3UVmpIpnB7pSL/hV
DHXkP/Xd4vcVIZCWaQQGvg+y2C29Jrrp3Vaom46oS/NsHazZ2A7WxQ3jxQ2M/jMhat99CvquTe/S
Oso4A01i9ymLDa/S3dU42SvlcntWam+lfn2LyZ2dbYK+ytXBTUOZDRv+zyhelObTbVAaa7ytVuNa
b1M3X52YTxTlx0YJCoOeSIHdDRghd3E6EKTFXTl00y5YxXg/ZIXZw9VE/eTRyKX/UBthOh+4eThp
0lrpaVdCYfgGIIRIJLInqZIs8IxqZwJiwmmiRZn4wlvQLI6RFsG7NExhkm1IcVcde5m2lruWq8WM
0YBPg/gIBFz41iZBSQenp01WJ2iz22laQlIH79gH6oiAPnv5grV4EzTNB7gwXzgFHXdrmJNnskTD
cGeEFKcv+TW/2BTmkmeE5Et3a+l2wRsBxZPnFuC5GUM8WZ5wge2LC4EC3W1l5ZM4YjOcH6kNRTaG
3lx+IoTvPxI2T3eThqkQj7KYx6uJb9IlDpp/TqxLLsQD6ErgPusU1ndlEGZzsh7tCjd+BK04YYuY
VlwNLbcqwBZX7ZoZfCNcf2tMmsjol2SFHvAQVr5sYqc0pw9zVwZ5HE1wKXZrYAzN3tJD+G1elH1b
ZQFS1iEAEjeeEUTktEdSptoMfr98R9h//liysp6DzjCmC3N215mL3pza25IKTYtZoUwbjJmd/Kly
LFVwzY4Tu6BdIGYINc+PmlLOsvGstHnCESkvkJEs0BoNZ93djfSNh6QZx4YbvOxDTN7R3/lAfNUQ
KXtixdjB0O4S26KczQMSCsGNP3RjGbfl1D+rFN2vi0kYKFTPa8vtkAG/QZJu1n1iCS99mPECNWJb
FnCMxnQ2gsSNSu+lNAKK0tVk52scdPPwcZpN7ew8qwtvARFZ80YPdfjVxia232mAzJ/nqSSJNOpx
ChOA2nieVFXUR3HhcqpbuRZmjNeheYicnt0qMD56mKvcSMn3iIGTZRrNCjvD0rjrXD4HNcGQjWKl
Oqsf3BxZk00ZqVDsxkWHzY7V5X6viPeDZB2HuiBvXkXFrdJxb6xOE8lboi/dxFkjPWsnOfWh69Pc
eFFLO2PkNyKndFF5VfqsVl2SH+jS8bZQAHw/bm3gTw75bAZ5KLeHOFoMf3l0ZGgRYyLZcdXZkr8N
ks4UceM2jZ9U6yIuVp1Oc9wUtVN+0KNlfsfy0NdJ1gdVs6u9GSnQgZS5jJVT+JK7wLe+V0Eksk3r
WQT2Veo3Fom7B0KjpR46J8oXttiUmFZXsQUfb4rzuRndRLSAlylKYa4U+9ME6t1oXJg9vfS/jbke
5i1XdSa5jEVvxVZk9u5FW3p2tW3mvhy32gtQUSlaFSVGM6bLDdCsMNznpd+WMfe/DhPfzfLhdk5F
d1ujsqViFHei8CYlwd2PonY+AfRKddxOspVYl0TOY5kDmaaKVKybXBzvA0fbzpKY5kAob5fU25JZ
B/qD70o7h8aYu+Vl09O4jOGRu0+YHsplL7sy+rQSM16XQ2Z9NaVoxPVaoGHGPbr2XTI1wnmwGyzJ
78vG776VriGa3Uok+0IvXmSJ4BH/bOHoIE+8rMHNVNPJiokMVbFf7FYzn45RtDFIaVshBNIWJOir
csIdsWFz4A+jle1Ma17t/Sl0xwTWnkf/zfVqjt5uljXlXUHWzTcU0a1upiWgYkNF5Q7p10rHUBfk
g53V6bqbzLl9qat5GZPQmyOCpzn1KPtYbv58TEC4yzIeb0d2O/4YcgxVUUxsCjTqhGYu/HCmbNXP
+HWT/q+bOmuN6MpVuX0HmNp6bLoIGLDJnjjQJM1JklDEf2hcbxnjzkYHLfbRneb08oT8w0rd4tl2
BvdFzSqi3Z127cWsEDFLyNDIvF2SXS8uZdRfVuE6ylg1IZKcRdsJtqltLS9muYRtUg16+uq0piGY
dp3RR1ZVeFcfxSlBZuX199ad1HTh1pHsN02z4jriZ779IV1b24rneXXq2GiX3rxwBFd/zBwP3zqz
bHRcjr6eY6Ae7VMQturag4DQxg2L4G5oS/GpQMvtpci9dE/gakyo29YloYb0DxV3y+dphHgSd31E
TaBx+poSPBajNIMDZdTEh5V1qQpRFBdObWeUzwaq5jHeiTM6XFFmzCTcw1QcfHzBu4RWU59vW2US
+Jt1a9+qOlgw1cn1OPDirrVnMpoMixzH7bb8jfERxzi6emXt9NUmW6aWBR/lw5zMnuqeqa8EJqFH
Nn8oidUbrHuQN4rLyTd/eHTLszjvShHCfxLyuYZf5sfdMJCizsMc3g7D0HpJVJfWo2OY1tdI5JOV
zGqwvysRtQ8la31NvN4eL8Ml64LEUIOVHXyNmjHlR6+9xAcuChOjVO4uX0hjsVM1KUVVVjj726BL
J4N4bKoXzqWu+OwBOfnUR1b1WZYm95g0l8zbqbSbnuWYtx+isqVEKan12Ruv8/wvaT4LJo3a0kqv
2jGfC7dyridQdVNi5gZWVGswZj/CqSX806RKHAFcCF98J++oYGVjRqQ09fLaR//NIC+v1mtMjtc8
GaMVmJcdtf6TJUv3YFdj9bnxUPXa5tLzX4LaXdiNRu8/ygBpw01uLtUnUq/ymTuOOKQlOvtmwZm1
qSKsBPg+Tu85BA8NaAyP8PZ5sQB8x0pF80fwoLVKHLjnrFK8euxt1rWWiTtqTarWyXm8qFO7BnQk
PHffB0VmxqJqF0ogoTbyTZUOx8Mal9q7XlhzRmnMC7/PeS9fRnhmMm7CEG8VR1F/TwL0jj5AiQ1E
ssi+/25KDtwty8p7IfYIP4I6bz8WnrQpNhRefQQ2t5ydQvTdkARFZUzblaiCtR2UPHU1SDOk5kAD
EEHCaDQ2c+T3x1sw7A7dOHEUEFgVd5FBLTLxAzVtqhHpyWTk5KM4Qv7zYinlkrhOjXeodY2jLlmN
+1GVYIFuvYo8ENvpAGzH0NMnSdAMdJ8WlYsZCVh0Lg9mUcz2feMGLKR1xNkxyafJu6OdiqKVo/Mi
3A9UdcnoWt/NLx0Ki2Kr8lJcds48jrvaNBRpEueKc0jDAJKFZ2jKnQR/Au0gbdgyDqOOlImabFke
otKanCSjS4IST5VXVwL/MePGKcnnN6MTGURSyqFCk4+17C+wuJ+KeBnDloq3LPvHY9xRbHTrzipW
daTzOyrz2VdlI/INGadS96r2LMUN0fh3ddOJ7CC42z+0bT7Ce8irwdnCkW91LCHESWjxc4bbjNW6
Q4LzgHWhpC7Ftl/G+nFQAUmpngP8vFJijQHcjx/dtAhno0Wq1HTbLyUVoQji8hrb2uc2cyxXDknE
KvuOaVh64wR1OJNM6OFxmse83FLStvdcpSG7Ufh2d4UkQlDG2sQGzFKzVT6VIcuFAodjXmeAAFHe
Uplr7pthWasdHpCzQ4awECeMyyj7/YyA/weoxMZ9M5kLJ2PthfOhpS73BSsi9yEzgqpIeu75KEYE
wBMbc7IsHbs61TeZMwdIaFFqsWKES6inNaFnfJmtIb3LV0899eNS3bdVR1jVhG34xK7iQ3VhWl21
U0ouD+EqtD+YkWEUh8rOHNC+qmuMC1wER/6NMV7JjI7KYgk0H6RyyQDd+YsqR+K3xSOH3KThCAjQ
NYuuTOg8eRduNtr4KDWV23JD+u0Dh0dz3zZiJk5mD+WbIfWsreP1jUPVarRuCNxGdhL8LC+8Jllb
nethEQ6aguiC7T1m/sGbrOWrbrQqLiMlOQUzLe29rP08SCbaFF3Spl74YvSedZdx0rCDu0xVWxHM
0R+o9VhUXYsm+LKkPbjFieCWRYar8GMlh6bExMKH8NfUQxfERYToDXldF+QXxWRri6yP1JLLrc8C
FLxFnZJWeFkVO0Og5TGADS9ES7FuM5e99aRdV/xBEujeQhtaMK8aTLZum83LBUgHl06T05QdaqJG
xBaL8vzzoHQq96BrM/xkIvF9KSo8t/sVpCoF+sCsd+GQChTSm8i7a5Rmg+RzSZvGz9yZMiZRprkZ
/bx7CGh8/enaPSkJdRjikiyjqhqHWQ3UQayZ9yxcVT7jFQd6ckVtZ59hk1hdtw2pXmxzAwx3pR/M
lxTaUOoeskAWD41z5Mt5zdCewa2+g4KkY+j+tH5HNhNBsddtUYnGvIdOgsA7sllunVTOSSU5xDKJ
h1RqVRSzCO8PtZDTJjfGaKfr8pxY8juKdTwE6McjHP2opnYCP2HxKcj7eb3VSzpcrXyzRx2p6kex
doHaopNOYJdnqF7H45pzHcDm6jMyyCm9RCqF+uivu5pv0TC0NI+gUCxDaaSeKqsp22rrvMfeEvJ0
c20It33qnbo4g6t9pyENORtlySNDJALRdzLziyvpSlA6MTP04egTTmxI37vKmjU/gyR6+0Jge6Dw
u8BvCEpP28I57cheZFGzjcQYxTrvpit6DOaZDvs7kJcj6RTxAeA2uA0em9N/gbe1tVqdcK55ITmw
J+tAvLRrPzx5qQ/RFAvxZDD6+fHX3+q9WaS94FnAeI/eAsef/2VQ7TmTx21fb9e8n5I2nJ29G7Xp
TuZtcwYz+O5e+QlUiJhIlunJCxr4f63g45utm2cfOw1Y1xlHmdBHa66V7ad7GxXEHSKW8mPrrEMi
hN2eUwh971P+9RlOtkpmG5kzqYj3nVEFIroRzXVuCPvvQxhYJmAGj8R6FFJOoZgBLsCLYHEyFgUC
aZbPVGn7DXyx8HlqHbxvymrMv4CaOSeJ/B6GgQk+yvLhdYyw7OsvCuVx5Twqm20jXH1dBD0oySUf
6ON33Vdl0L799Qp6dzzoSkcBAbRT7COa4y8rqOig3htiQFXWxJyPOvmUUGf0d6NHK0wfZXZ/Pd47
jFPOFQRnjnagAUfv8RP/ZUD4l5m5eKLZprXo8kO1MFLS2l56vUx+eYunrPogJc2xBqsarIonerZO
Zax+bLtjuM3a2rusdWV/+vVzvbuykCyzMMbhi9snK0ujXFmkiEduZxlUXw0NY9xAujn+9Sjvzja+
0uCzgcaQIr9++VzPioTMBje2kpIXkdHeVdZEX5ik62bglj9zlr9zKFGj5KBFwQlj5lPYe+73vTcS
nG/xAY0OttZqR1PRo34FqstMlfewBkN7TpTizVsCVYPcwhL20EW2T/VH176yXKLIZiubLn0JvLL6
COVpue2seT0sLnTbM6/59mz6OSKU6Qj4NErRJ+dgXsP1L5a83QaeKhHW9dwnV0QUscI1SApQ3Ekj
jt6Ti6KAZgUAGGoQKL/+tm9wT8dnQAbVBx8L8vEUVK2G0S3LxWBhm4GPTtUaXlbukcc22gXAhcze
hWYXJmUv9N/VimNkOBhMOTIOPMDJqqKJ5ai0lGiNYzS916rPthEutHG3TFg9je45ye/3vi9C30cn
ds6pN1ETN+iSLWvd4mVjl9/C3O/EJiC1eV4RUe0Tex3OuWS8Wce84ZFYfLQ8AUF1qqEw1xEtOHDc
EFVG7OUCX96NOdCQAludK4AFwS3oheDMkfDmcj0OCtA9QHQJJO2pBXWhxyZE5a3d6i5s4oh0jHOq
ovg7inMhynvvd7y+GeWIFngrom7YLtCSZlsEpuhjz6j7eo8mmBXGzmqqCwL56mvD5F78es3+3Biv
eLO8IzrBgOTZqLRmTpZOOwLjAIxDKR9W2AeVUseM6Wj6iSgnBwU0RGg/Unort32XhZ9AHDd2rHDk
vM5BQtHpHkd3axuG95TnVhrGwqbd+HfPTB4RMtQxRgQJDqT49ZlJ7OmMuZ+227Brm71BbWsLshjP
94hSTL4u4xlJvPdWN+VN0PSEc8dr+PV4WdSrmi5Gt+0mekfeIvLdbOTuFYJ0FcJW5TnW68/Fe/oN
uA2PnDYTJeVTCb7Or+lD1qrbppNLFdhM13uCi2y+Sj3XuwsWqtXbYcmdL8qwg9vSbOp73x6HNK6H
1X3oJLD2vz/lyGcetdSOrEvs8V5Pwai6fpRN2m0xfa23kWy7PbWQfIvqlrULwBqcOb/f2WkWQh6Y
TmDwA2/pJN6ieuA0EFCY8tIp9npQz97iZ9sQQZzdrxf8m2uecA7WO2kWqm2A/U9GWt00dzObvkVJ
sCxj3yycF2TwzqkXvr0LjusHiS0+6RHAfLJmswkfFry8+m3VdOYOfA2K0Y5jXIarQE/RAx3Rp4Fz
IGM4Jz31Nps8EkGA33KSQABDz/P1t6PhG7XB5PRbRw4L+NcKREQQ5BuFWNW47bTrH1Q76a2dE+e4
Kuru8l7Lz2RI5+xj335VvA4pWCEwaLGTToWzq4k00gQNAf0/TPfGPM1/RnBy7ifl9frMin13LOJK
kngPdvypySrdvxCEM2OFvaliMTso6VrlGs/LUm1/vYTeGwraZIR/tgXo91Q8rdFe165warfmIt0N
S0wc7LT+o7L68szp/HaxHnch5EqT7wiI6+RT0rlwQJlGfMq5WiUNa0qOcS6zLjsze29QzKwZhOKR
csGb4HgfvF4z8MH6ydUlzlDD8lEq/8mA37BZx1JuPb+bN6tDOSigHRT3Rl+d2ZLvzSevSOnjqObD
hft6cNkC8MlX3nIyRLQbaJgcgAIV+2pYuzNDvb1mfxr84dPN/ieWOHlPeAVWBzZl2Aalp3aiM/37
hchpawZpB6qFHMmj8xUNZ2od7+7JgDbW/4x7AvS3/T43KxxTty30G3q1Y3ao69Da2U0ndw3GkhtU
DIdDXUYRN4waHlcXPELjAxg+86XfWVIkelSIiAkphpxyZFY3Q0m4agYsPbSfgAE3L+uyC87M87uj
EBkCleCV38xzjdkBEABGWWhvbig0qau2zvqvf3sjHmUVjqxQBqLk8nrh+LRCuBr7YYv9VnPRjUu+
xYTOjufGms9cUD5/6vUVDXOYZIbEDXoYp+vroVo08bKwt9kgvRi2ocBpM5NO8zKzn4BuIH1z5ju9
OyBmzibvYMMmPrmB83C2tKyCgX4PMo0TVOmNqLwftPR/4nXEmQ/2zh48npvohaELA5745FrEVznH
zqWViB9kTlI0nhl7FHyThUk9sxneWxsehqzQCLkY0PZ9PZXglINZRLhfDMz2gzVh5rWJfCQEznyy
98YhoCZlQI7FRyXs9ThYvXV5VWVI66ow3EapuoV1cc4C7b15+2l4yY4KYA+eDKLJZY0snYbtlEfI
wFK332WBXjdewxb/9Wp/5+zClevoQXHU3SB8ef0+0vLUOMwdxm6uczTwRUQPU3qAJmMx36Al7ye6
GP+26CPLHtIQpcVj8TU4NSHDNSsHXTTJrVWTtAPVGvZwQu67RVpn7rp3ZpJzgECfLU3odKoFAGRo
aqaokduwxMZjqnCrK+EEJ6DHziUU76wMphHJn+AoPABb8GQmj3xuQie5FZiz3NMQCmJXeeOZdf7O
DuZGs4hJEOaMvFObTr9BzWteXda5qJZtmbf5vqENhneCUSRUkf8/IiDYnlSCUYvlMDyll9qpdCyx
aLVtc+jcGrfXuKfntytrHF9/LsX/+D7/Z/bS3v/3wSf/9V/89/e2W+hM5+rkP/91U3wfWtn+qf7r
+Gv/95+9/qV/3XUvzaMaXl7Uzbfu9F+++kX+/r/H33xT3179x7ZRhVoe9MuwfHiR1Bx/DsKTHv/l
/+sP//Hy8688Ld3L7799b3Wjjn+N3kLz279/dPjx+28hu+o//vrn//2z2281v7b7NrQv/zhI8a35
IU9/7eWbVL//Zvj/RNsWfZcIhjSa8cdmw/Ty8yfBPznPjxsY5jSUxmPhs2kHlf/+m2//k5YB7H5E
IzisfkreyVb//JHFj+B2c++QjhJN27/9z+O9+k7/+93+0ej6vi0aJX//7YSuRrqIyDBlXkroR/Iq
98rrpY8nGlJYunGTIijkgywj64De0hPw32I7jkt6oIzGJaDXtYqRy7gAzlHclqmwL4sSUJuFohvW
fPljZlYwi4r8NpzgmdPDrx5mK7j/y+T+++n/+rQ/JbP+99b976dlXtimEK+P7//6aaewS8vWaJxk
TmkqpCSfAVybIXzqnNYHM+fiaEq14oAG9kQzALj9hxx4IN4AQWkdIHNgy4nOQr0rcyfcO1CdgEcL
BUoz0mUeewU0gpiS3Qv4V3VrAkm/LXvod93iVjnl5nJ9yH0bwlS7eo/0rGGgBWFhr3E2TAEd1dpc
wxiAs/ojR1ushPprVPfA5MykEEFnJw1N069RVaNV/+uZsV7nl8eZ4X8I+1DV5Sp4U9dVk1jBp/Ww
6lpAakD8/w9757EcN9Jt63c5c/wBb6YACuVZLHppgqBpwXuPp78f2B3niiVeMvqM7uB0dHQoWhIB
JBKZO9de5hAmRX/oJTSem3CAJRaWkaGgvhwUciPkTLSbOhwQgxj0ZII8gq3AH1ilcHilFbw6+RxV
yFwhmWqw4FXlO49b7eNy+H7HbMbcrEZWE4jCxfZFE7YhZ0CTnFoJhNs299OtWGgLm8nMawggWrgT
5dK/h0OvISLqwPv1Oag9A201IgtIlYI9KOL0IFZK++BnZRk5nZ8M0Nb8hSILU+c89l1HRPs8QTuj
cikduhCIwQZljH/C0MYOtsRmf5VnAhRqa85VlmUlfONaSe+Ak5LrJA656XRTO6VuM47leR7aduUL
JQRaQ5iSEWVCeGfkg//UKVLs0PPObtrIKJ87kduOYTXL7myV3SYfgxAmWGYKP0K5qzeTZDZvDeWC
DSse7+uuyKAB9zOEEIBB4RoNW3kqsimNbKuVovPXE+YdcPj4KS0234rOSZLehnS5OwhIHWtfFCQH
ZCBa14ZPTJYBZdlWUtOPnDGoMeYYZNSVQq4zRFJgkXrTqTfAgKnmCAKvoyFqUK3768iIDRQqiihB
7wjgbaemUp3QNll0AyHSajYSx/hoTSUIbTX7uF0NUjkdO7/YlGFeD3aN0bhkiypF39h0gTNI/WHy
G9wkYLqo/CUB5nQ14d0RImd4znOhe0j7Ym69JMEItGiC8JiTVIpCUE/i25aABRRA/lQ7iogpBbrR
oEh4qAm5gToI0wESvy2VKkRj058KHBgIlFbEhkDMRs72QpA1R6SAmk6wpFxezcIoAtsP4a4YBkgj
0dimiTunanUIs4UrCGVbuY5k/YTec3RzaCHhpkrOcleJiLTm0BNByD2aH8ajPmVa4+mFFt7W5oiM
woiEvSD7JONWQePWmWQ+0CvoXqeRP/9NDfzJMrH08i3Keg7X+mUjJpVnVKtSKztdyryKphoZK/Xe
VYUsfT0Pik7MGOzDgnPmN93w927H5YQDywa1oI9JltnFAQbinQnXJ5adRi7JsBXK8UcMYLWvNXnf
mH26VduuWpOtkfHNhQ5JvqWL8C48ChbmglbJLBka8bt4tXcXt4vbwkx8CannYMqR7qJgl0a1GM0U
kSQuLcQUqEa/jssGsXRkdPYcD7OnlAoHYwQvttYLCV99kN4Hhd86BeI5W1d6cd1ht0fqXRBvIbyh
we2RVNVwhVwI4mOGgb/yShlQOVWjfZfb8Q7fXT4Atw+kuIR3cPz9uCdChEe0HFqS4wtqfNDzeBpX
viRP+cZPYAj7VHJOHNfWk5hmQuvESX1KyvIXWm4kKIkWAs8bQwdjLIUPzX+zTDypC3YFV7mE2xvV
owenE6aUBBvTGQZ2FNvPMQdCh9qtpmhurhDuVhCkJ9jfDOZjqhmTI2FpuxpwZuNzKcVyX9TT9CaL
SH+hCqHJa2rhFPvDadZrAYaobkR3cqvTbRATqz5lfNc/BkmaYyeKy/HYzSkbetaNeyVW/RuNhNmr
LI+YviI5YG2W2lKiTKwBtY5IYrDMPciyGjtUApHXkKKzqRNWKhXi0JPcmuFt6sfSUxZJ8mhHctj3
jgB8cKMmTeEYtTZu03nSD2Ib3Vd61j4bE+kS0tTorh8j14CkFobzN9/mZ3s4hBGWY7xglirn4hjS
xWqeSPwD+TTy76B5qYifkEwnEssUwjyokHND7DLM6T3qmGgjicBBSTBX66jrCi/NRISNUuyFVUg6
a6ai207hI5fl9F1rU1nu5WLW4RPH9rz0KUQsVj/OuiboJ8icIttHnyWPVaWYewGKtRKokpfHuu4x
m5Q11GkiAUI9gC1a/aj6ZNhZ5hCvZUBM5puqOK0AETXH/XnrJ5FCjHV0nFMr9opANu6radYQMiXN
CWFO5pVhLKzYszVkSEUMHVsP15nRZRt4NN85cVz0YKhKlrYpbAswPmpj+BAfH1CIIt8EBOUBpUS+
Dmo12Ymd2jkiKgUUEoBzJGoYT3Jv91UyrwCBEYt3+pvIdvbdN34BF/59Mxwg2EDxiCQr4qJKL83M
z0U9k5wle+sae7N+JUx150gGjgSmlG6iOrfs1nzSYa5R0O/GbrD+FSL0fg8w4xYLH4xnFv7AxwGJ
ItR72Jcibi+HVy1S9U1v9ZIHkX7+pnv9Hpj2YXKpTCgDug3bBMemyyXNLGu9Nidc6vI4bq77zLAe
eLDKEVA3rPGBEn5G5P0lDl6E5XUj583PwlCCB9rFKPJ8TKDtXtOEPW7iUWujr5FekqLbWHMbRHaV
qr1uzxNNASgP8zrGQiOnZleSeK2T0Hg2izS+CyMlu61SY35Livo5Rz+QIiqU8t08TYqFraT0zdFG
Wz6Yi2em2UrLlV6FAkZ1Md+AE2tDa0rR8eVIW0JS1d5VgrGHFBkHcWtbgnRu4ceiBtP6HglrFV1l
tKg1NzfziXsVosDWJ0l4CYaowTak3IvQHO6yGndKOy37QsMiwKyfK3U2HygQNK8XgqK1pTShntbQ
rQ80bKUVegQV1VrUuSrYuBMjOjop2Vy+DTjTvIlWFv0ICt18SoFk9goNyJehVdGxlnB8Dkkl66ju
CvTMaEoKzBvCZCvNLS3sLDcwD5HNH5ncp08liv10pfcPcq/XulfTvrquEv3cQ1iGxJiM/zQV/hei
+K+lOfP/hijW0Uv9nLbP9e/wxPJX/oEntP8ADb3Dr6IBmvD+sf2DT/Bb1MnQvWgN0I+BAPrfAIWi
/4eQMBYkhS4lhIEFJvkHoFh+a3FHBOqCEgiqJv0rgOLvxIHfvgzs8JcgggUgXuzLMGb7uPCQDxnG
dNh+SZIdbudteZfdSE/Lmb3FhcQuXX31luyyXejMB4xjKrtYD+tkY+yt/fSXdujf2i2LxFV+l26F
U/oWv0mutknv5nBlvA4PrW9Xz81KdPLt5FQrayM75TbYUHDu523/FqInl+3KCXapW52rnf4cXqu/
ok1x1A7yM2JqjMSk3pYf6rv20OwED3zh1Lqpl7uUsNvkQT6Xh2Hln+Ot4hU3siOv0utpVZ1RvBao
t++yVbRRA8fy8lNxHu4HTquh3Zzng7keD91Du61uhJPyKu9UJ/QQzx/0dXKledXad9tNshJ3hoeQ
41d8Xey4yytlb2z8h+wGvYP1av4SCghPGDI7wabTCQOyK91OG9fcVTuMZaBD1SfL0zbifTCeql1p
Xb90x2gHY3UXXIXX0846TQ8M4YFn+CWvcs/fzna00x1xpe3zk2Ebdumlt9Qq22LNDTqNc4eYbJWt
yoO4Uw6h2zuiByZ05+9yL1kVjuq2drYe/sp9r+5W4ZO2KXaSZ3mEzW26o3+u0UcIe/+nsUnWmFyk
7nhGK4EqDUMFvHScsnUi3V3sjvjz4ZEkkeAllfZK7gx7bds5upN7lIjc1wh70Mkc80d7O9FxUp1B
t7Wn+ZBtonO5r9a0TeJttdFc3Yl5LlrEDEu8DbeGl22KdbCXd/ld81O4yo7mNVd4JCTBt8VVuKXg
NBn2ZB2tdde4UTZVY8dvAUrKx2Tfn4a1+Ws61q3dP1o3gT0+Kvv2tj4hz5DC9dzbKC8sblSzhY14
FXnSSnTLNVu51z2bu2nX5g7dj1W2l07CLfOzd6IwP0XZxvAkuzjy993Ike3A0/cptTLycRtJtVv+
oCqxqzOH8QoPIFu5YtCy3NHdcRMiOxVd6W70PaLihMwTI6c89N6AQ46dvWju6FZr+ACUlsfrzLFV
p7iJPU7xnrFJ37z2LmBneZBzDIyOAzHqu5+c31BsrzAocAAHVwIG/txF9TM7zvvca08FwZAYCvAj
3mKmkeiMW9BnVTrpkPxhBy9HcbvuPEl/6gz0te0v9hF7sn6l/l7LbF3DlWEzKsfWvn5tPFR04yrd
ky3p2D5pn+iI7vvzdKvdZxzfcwTse/6ftqiKnSJ1mlc8yO3xHh2V5CA2ghrsTDJyIUdMDyiJcrY6
xD65BiqArdQOZXI7bcTXUW0cLCVX4spfq7U9PVe7+TEXwRN3wapyJU5RO/+1uOuuYYHCekaO4ow7
fKdWifGc7qKTdlcR06RvJuPWvzJYl1pv2uUHdU0wlfiXdl/RTHOpZW9LNzccSfHgrB0nG9+Y+ag9
qJ7kRE7q4sFElisSZwppVLdxbacqIZD4g6mJHaM0DbdB6gwtD3zU5zu1NFyI13f1jk/Y1u9FGTMG
uy/Ofe8aeEWkqW3iXXQsrtU3E6XtavQwxpF3VeSF49ZIj+lzdCts9bUle7ktVOvxF5kJjlitHnEF
sGyOb8lZWPFRbzEC0ppVqzwzvuITMYqy+qi7lu9kf5X1o7BKVDdZlxiXDLE9b1R9he+Mkq7yl0FA
K7sx0HugEKn3nIibH0BhNnTqm8ohPVpy9XCvSJRoKxFZcw1e6+o90sRHwBInKX6GoDVIpAY39V/9
KPUUT7nt5k0WXo8S9LOdvEoeENNKP9S9IR/ze0zMssfuMZo1ED7b3EBiRhKKPh9Ore78NPS1EdnN
QxJ6uv5AfoclPqK/LDZDiE7Kwc60QdWUu/NTZ3HoWhdw/LaT9cxYT7dKwg8cbodb44E55eTM7qv2
Bg17U9qgYvWuPSfuLcE4mgOCkEPC96bhLTQPgYV2yh0em0fxLGp274nyqhM85ODrTnA2Sufm98K1
edNs3sgXzO1MdPGMK4+C+mwckfk73VN1wiDFbjzNH45ScJN7ygm0bNTs/KfR3XcZBMjKWMvwsYpe
cMbX2JnWOaIn29jSL3ZaN7oZVtNK93GkOsYuIFh4x895Sp3wHBoaam6Pj0NyhXBHa7s8ytZRf8ls
fqwbr3rcEMMt64YdEHOkPyqLxHtd6f0KB4piwnTNNlFbqy7rW4aDUu8KD6luZz8sFR2yLWfH6EnM
n6RT3f5EmmpgLhccml9KO9pV+arV99ZJS/bdLrMOqrh2q1Vn81F1bj869/1qNbxmOHnG2JU4sT1W
tvoYzG/9UcIFrCyRX7FQrspjj4/TOkFrYI8GC2vCb5w7r41lRH8oaqNIvGbHym39tTHt2cwf1Ej1
9CR7JM1pOC6n7Vs/dlANWv0qXyMxjnfddnBRtr6YN+YVOEnktkfsgfCOkF/4T3tMd9PBP2lO5lYv
iBC3XIqXWjq4eB1MsEckU5tyq7O7qD/DbfdSVjaWRC/K9bBR9xqSzN5GSosq7mBWLiJm7Vra6G7n
yh7POqAA9IxxzS841IvAGER3MdEKLw83zFVQ76gDwdlo5sogyqzcxtHOn2lRbFrtcaAh8NZt/dod
Z5ArkO4d7nDJ6BXGehfumGTM5v5I+gRis24Tuc/mJhyxGvB00xv0nd9ei8UOu7ixdd/E2hHVv7u8
/6osvysy/r1sBn5oIq7/KpaOW3P5h/4/7BhSqn5Vjzt18dxGz79X4+9/4+9yXLL+o+IVuGR8wX3k
F3RN/q7GJeU/iECwAddpvRNCtLT7/+kWqvp/6KTg5KEYoPn8krbYP8W4Kv9nYYzgFasj0Vls+f9N
MX7ZJ5cVnNn4QctxgAbkpS6NI7g1Cnm09JIQAOvNFLuB3PTub+PxWZfvY2cI1jqXWbBYhgBuzR/U
vXSQlb7wqYqNSMItQm7Ehwq/F5FNsKpvfPSp93Lc8wlpRSkC/uX9aPcIRmubLKtJcKLZEB/DZkIP
OeW9yUc01ZxKdTkV9lquZ3chWp5sj+MfhE8LCu6VNaCkRU/IIZqyfIxpCMi9OdgcTIQfmS9Jt0Ma
xQ99koxEodPqi90wawmzK7AuxzcBNxw/zeM9OgfshdUGOwSzU1gGvx6ZTwYGM2+oyIuYABbuBVY9
YZykpQVdJiz6HBCfK2M2b9X8PtCYb/99RPzkFVzS/3gDHy50gTdhfYEIpeFCVdA9TtifVfgS6Ng2
WIOyQr0Hwwn7qvo7oeEFo4XnWmgRTHKN4BCIUhcnvSCCYa/kom83E6VrX1jDKohT6Pa+4Xtqn5W2
rLWG/fWzXoBrzGSuuqRsQilHcUkz/uP5soIU51vD6NuzgiS1sPpolcDPdYYpWzCJjDW+MfTEGxIZ
Y5OqxTRjUks3ZRZ/A3y9E03+71GXW9FojvDpI4wD0efM+/FWCDHWhiAbaQnSHyrdvgu1I3z0BaNG
bI9RHAamZPk0qnVFSO4wumqTZscqirVoE/SpRWnfduIB+i3nWsWvp0fCfvwbtUq6s9ChM9+VgPaD
0yc0MLCUnIRprcbdVHpVrePKF8+Tcmz4/0cN3HxvhL5+PQoKcBOWNmzhUmVoL8tqI3piJnHwVWrS
0DBMjaebMugp0WB44QtraBNbTKE1GCP2qTiuLK2Jf1ZTIlbfLBYXLKH3EQOfWKiUCxyx4BC/i8c0
3QhmzIAEOyvNDqm/Xj1MPlaf5ShP33x90h/Tk7cD42kRuVh0jMSLa0HIb3RCGAS706XUKVFs647Z
dO1BwTDjOm7ZjUcDT+gGMOVKSASsRdOqPmtxQfehR25OaqKAr6ISFrtJrONVocQxPpvon7+Z0xcL
xfuoEBkBGYBpJOOA/nFUTAP8bKIp6kw5plSwSGlnN7MQuSyY5Q3niaFYffMVfTI46LsAh2HX6X8S
BruwLqt26gOn4hujP2OYf+GSkfc/p7IOqGVjgZKN0Mp0k4GgotNQM5puSt6A5aSKFji94E/bao44
mA95gs3foGX9fWTIXe6Qbt7If1ceHyhLv5NJLjazZYxAs5EYIEFSWHaWDsdvskNkIm2MI45g83Hc
VErD8UHRcj72rwfmk3Eh6g48F4ItNNv31ee3y0x9kegprU97VtXp1KL3Q4ol31bC3F6nkCupXbH3
+fqal+q35dn4JhCbIqiEQf3OvfjtolpgAMx2mWCL4iSBdvvTHK81q9IKJyYvE+NWzGJopxqBgnPp
mPZrTLha9hRdie++vpdPhpmoVBUOOVogCRv+j8OM2xlkfxFDFyUoaO7jKEI48xx5X1/lorv8vnLS
M6D0QdcNjfnSsz3TUtoxGmSKZO7FLcZKxQp7ro5SBXMVjGQDVf3ZD2O6xW1O5UiLMJtVMAtfy6KM
roqUrAC7w3LPDoxQ/ncBTu9vg0Ra0uJ5/bTdL3bTCY43/IKWmZaGrat1orClxAn+/VV0CXmaRoTL
QmW82DzLoBaKysLsO4il9toohsyWS1l5/HqgPxII3seZr1vmq0FjrhPl8PF1GmarS/PIOEsKHTkB
p+911UrZBhOL+WrUk2CjqHh7z5nhb7++8kVNsowidSeqBBT1C+x88b3KOAFqcctEUuPGNNkK8S/F
w0sXzrGKN4PQEuoi6rrwZCByjOwBn7Xz13dwqY17vwUVV3fow8iUuY+PD98EFS1ATH7sDK6AEwl5
6taxivVQosc3ArlKm7Jug3XTKT1+XGW9T2Kp2ySSjmCCFtJOSgd21mDyndZsgAK/vr1PFn2+MIaJ
NiFKlMtcxk4qIvxCzYA2WS2dEl3vzgFeciVUirk/mKlUfict+mwysA8uCxtF1B/bzIgzp5IrEkiy
CWpXZc28h1xTvOSBlToQiRs3Qtp1nBpzevr6WT9ZVZfWBJsb8i2kIheTwQo6MdMKBXucrqIUqxUm
ZDn0rhWodWQnje6viDrxv1nLPrkqE9BkryDjgwL1YvKPclD36QjgAqsHqeNQBT9of1fSqlYGbMs0
KepgTmH/uf76ad8Dni/qQtwpIf7TAcGPW7lYQWqcTocO7NTB5Es1sXHmS9joel7tghyXmVWgiyUQ
OhXYrsTIsN8pWSf8grQmwJHL1DnYVL0oAk76cbDJcJ2WnCDJZCzStSAu8Vaa5hdsTWashzr8KrED
6kuAfPhN6Yqj2Dx4Umqad3jFZL1NQGbTbWCNatMWstSELWY2N7nTKHpd7JtkajRvKkCsWfEJMa7o
Et3LGFF0jrzIFU28Aa215BeQTTqoAh1gX5dP9oijGVSUEfaHPY2dNq6As5rvWEiffCQchOle8x3T
4bcutiP8oFI69TOfMOZ/ez9Y9NBSuuQ01EW47oK8c+IsEd2oT4eDoKnF3ppG8cqyYnUzJVWxNacO
iCVUrKuqFeVTrwwcML953Swjl2+b/reBBQPf1R+OD5OMc2OO3tPBcVx/i1nOnEmo+m/EMp+spzCS
2SnQqOsI5S+qWdWqRyyDYgqvsOSokeE348oDvEr8sggfMf1iOuCTs1DCWnN0osQQvymoPykNTLI8
F70OjX4S3D4up+2QdPj56QL2j4L0BGUJopIlB9/Q7j8r2zlKQaLGTI21Srt4UA5wmci5GTihhM+n
pjCDJbFD1+WrmTdp+CjTGC+tbYGcY63JdeSZ1Rhdy6S/YJGZyImdTXX+EBas2LE4i44lIRm1pxiC
wtcv/s/1lI8cgQqKdoj7VE0fB4QMa7xrEzZXeuXsEbmCfglfxMeyGIKreYKbPQXx44gj4Td76wXb
ZdnWUXQg+VsQIlmGo/fxyrlYWxZ0NsHO44ruqIx5Xd5bBb2uQAOVx8bLiHr9lw73Ggu9oNnFYjxc
1UVXoGwJq+/Ca/+cGdwOObLsYkt5/n67v9WvkzThXpxVFI2CVrsZHqNONsnfCSQuCFd/PzUMZHJr
GfRF/vvxqUOYiIMx0J0YQ7nFU2Ro3KqexpBzbi+vMymfrwcO/D9miUwKp47pawRlRmBIJBYqDCcF
6xsJRoTTxFoGRhqHLxhMG+ucCEK7y1Tzm0/2z8OuCkVkOXqiJIYHdLHrDUmUFW0LPDAMxYsaFzQc
Uqj2TqSNSfvNIvTnXofsWhaXw5ysK1D/Po5NkKmFIE2MDfad5qmb6zRy4lSBkyXq92R4UFYgyX75
+gP4dB5idUNoNsY5MOAuKyy4IWY9isxDK7w3VEznRV9jdZYT8iHSKaFrL2Sh5AgcqeDqzioANuRR
rIpHGGUR2tRvMgM/G3JO0ICdwAt8HRc7b65glTxwmrJHTH+8oBoBoYRyqCEjRvRTv3n8TxYAFewH
2c7iFwXO+nHQlVAHF7AYdDkXlJtuGCc6LPFYUW1g9Golm0IWFNJyOIYPG1JxtNzJsjyme5OaLei8
rI20sWU1WhtIRccnrIXLxiHnoo1PFnT+yGvnLIucCZd7afP1zX9678wUDjooYnmMj/eeCYFkJB33
bvTScO7jON4U5mTZRdrXhG+o6RG7YFrMYHHNN3P1z62MtQKY4x0yZ+AuLh1Lcw0qYQHMmAqcdJkS
DMPKjIa2KPSRcG6ttDnUcaBpf4kY+96NvRTX7teP/8kJlJtAPAZdkPMRe83H58d60B/LXuIm1Dy6
G6pYA20JDLsetXsTB7BNPy+ewaLSLqkJ/VOZVhBpE2mK76sBm7lYsyjO/PJb5vUnowNNEwUdRiIA
u9rFpIqmUkz1IAgcfBPnH93QxrrX4MR7jHqhmddDaRGwPkZVv/WtxVy95HBR3n89Op8s6LzXBbmG
3obd9MVnNAl+Y2HvFoBcq1g8SgP5MhNijq+v8snHijZ24WtKCDmYhh9fQW5i52MWrB6DYWHvq1Vw
SykzjcVuGM+1/8HF2DhBHBabAfWikswz3WpVvC05ifYFER6x+dzm2dMgj9LD11f6ZPAAOBk1mFbs
0Zd2dQl2mxqmnnxZpH5tw7zrV4mYRt+AzxdSsPfdEAMMBIPAhrheXZ5ujDTqCShZljoLb/G6nIcH
rI4b5EJR0fzUMxxRt0YiWy7MzNSdAylG8ywEb/LQdTCi2/TZ7CTwNGwlfmVRADdH1KPO4YcpAYQE
GVOvCTOb238/OOAdC1MNxijSgo/vHFRRMyelF7B4gLwYtdaEr3GpfrO4LS/zY0mOUG/BC4nP1EEA
llf0W0GSZhWwR8BVhByVPD6rGHHKjXSvFKFxoI5tvpnJ8rKVX14Q0IzXQAsMpvrFVo+vrIAYTxaI
kAA9JZZJeJTlsHKVuenWQb3YCmf+eKAfmDhBmvRum4xw9CNiodwyieZtNyBewg412+iNGXiViQ20
xfF4WwjKgdC1nMCYtvnO2OCzqYryWWb+iCLq3Yu1hryMUSoNX7ALDkscS+toI0zitPr375wuKXsM
3SID+djHtxG2tdBpKWfbYm60XT1DRjKkuv3mKp+tJqhnAdRMsNs/NrQ5SPCgJBIBQ37fcutRL7F/
tpTYTSWSu/4Hq4lJDcr8osNH6s3HRxpnjRjydCKqL8zCQzRE9bYgUGetFoG1/fejt8gEFSIucZZ6
Bxt+m8uNQtQUtvtUdhqWs7lUN9sUg6Pz11f5pH7EYs7EMpHz5dKc+fhASYhxaz+ymvQRRA9K/dpD
rgXXv7kZm9yNe6xZvr7in3OP3gyfi4lricxJ72JWaCTrlUSEBk7AgdZOSJE4aa0wfnOc/HNWaBqC
e01GgbocWi/WG0nKJRAOdrK+E1NPFAwUctksGSsidoL1v38ii84kqz7rAEehj2PYxVIdCotNOKc3
0a1MoYL23czfrG2fHINA8PB6AF9lssuXmv5kiSUr/Dxw/L4RXusUBtooZcFu1ivCIWMVplSc1jdi
EsRXi4XPXounDtFFsUQGLIS+GPWPVHevyZBbt6R85Udyg+IH1Fok8nw9JJ8MP6o1mvLkzCwNjotS
D82fEmXk8+H8HAKoCwWdFaMdLNqxvvzj62v9OYVBC2T8ZzBK5FB8uQarmg8mIoGQNKJR2gpWzweC
QEikUrBdYOurydkyh1b75hE/qSQ/XvfiGa3Wx5e+YCILATimVivPcVmmHrcyu4aZaXeEyenrWJ2F
rTG1+snqk+csscgqmoSk8Po2g/iQDMXz18PBPsd8+7gpcWNLa4kTCtSHSxOrTMeOmNDGyNHFsCrP
zTQLwr1I8kq6q4NMi2/nvJdTRyZT75fZ8D2Se+OTQ2bUbVyetbLPLaeuBfEKfXGqIcLuCIgBxTVv
afPpKhb/GGOtoyCQH2KNpCSQwbGmW91jkUBlbGnIAOMCkqc4SzJUriIkVA9JuOBgqY+4luiKOtkR
F4BsiHaWDAfNVEaMoudZit12TBQOB4Mu/tVohXbTWZyrnHkYujMgFQSxPKjz176Qombf4ukEm00r
4Vz6ozJqDnc5aU41ML0PWHhn0G6HpXHbFjKBYjBCpkdFj9MQgZJkRIshfVEzTvixgx1iG4c7l5C7
yZwMr6OMaZJtQjSp+YuWdoDc0uqukiIytkVhSM+wVIa/8F+FV9KMbTUdtEjsGqJ6CbyBx+bH3Urs
OsoqsWimR41i4caXSKQZRgNHQCVUW8K+ZuTwTtso8oQMsbfOA1pw1EGEdipO01PzS2j1NccsOUzD
euxnxS1yWflhVLn61jRlKrsjXqG7wO/h86aoTtY5RuwuKVKlQXhCVFN64I1qQMpt51eEj+Wj3kKx
iwkE08Il4YoUZY6CMhWrXQ9KYzlShn+9p+VxSHcqrlsVYkGtWraE9ORmCOn9cF7Cj3kdmSHJK0IU
hso6rKP0Buno+ETC1/A0TtlZqbp4W5MKI61QldZ/VY1MlE5fFY+EX87Xcxoj953iViNvYhwVsoiM
uLoq6Shkbo4IUXRUEoibnY8vselksp7RIA+C9o78Rki3qdFID3la4+Rf5wZzx4hL0ngKPymlYxsN
yd7Xew2mz1SbqV0T9jBskmyYzgSNC89irU9wNSRTeGyjyXyNy1qdcbsPwlslX7re09jUsyPi7qc7
ajIYP6fcNGqXGMj52tBzAr9QlkPxJXMAPmyUPVVVSh584sd5j+FA0BISxKFNR+ak+7fTkMqyTVaq
dBh0vUhJgxPbq36K0pckzoarVDXal6SeinhrDBKk95RScM5HnfkpSc1tEcch1PE6ijQUwdPEgq6M
0n4qipp8Qb2TU7tUlixQXRpFfRVaYhyvdJggeKj6vjDC2+7CHMeUSAzdoSr9Z5VIS7jCVttNTjD7
tGmYf5kdZmW4HoURGia5cNotclqIpHNu1KCpBtE9rjqadbqOu7h/y5sYxkjVSOisS5RMTiGRrWsD
dJUPaRbnhZtWTV/hRi9qL52RCIFT4mLQOWWgmrPTZIqqr8n3I8WjxEYGfys9mrJ9JBL3ZpNrMmcb
odeS5TuclMekbvBkILlQ2U8+nfWFLNb/SiQjv5M6zptLVMnQOUbbDDuUvIbhzjLZhnY8ZNFfhUVE
Bm5ogv+k41F8yCcyT6BK+dZPscj7J7UwMfkzZgBvG3RrcZcpcE0jIxAxjCNaXXYSiOVSHQEY8g7t
HbTjBaboal1qIEqQBOWQBpKGbtjOLX4Hg5JzLtCa0ywtST/+rMk/jD70ryNW7c4Jm6i7ARCYz9ZE
8i4zT+VUFFWzMq2hKLBj+8qk9rvKVLGtQgQuIRmQcuuUN0X62jYSVm9DPA8rrYxVwt0jYTjPGDK8
VH3anIg2Q6JSqr34MlRdajBthwSWvIi1H0BoWTpmHSW/uloTH3Exxp4+UZvgDJsrglcbaY3u8BVr
DHFpirNdFLOuujJ9mZvBVIAVpbEfY7KeGmM3lnNbu2qldkdSB33d1dS+Gvbk6GWji5FgehcoQ0XU
QVCqd5LcsuoRBRjfiGYVkqCjA6L7vmo+w2VKiA7q2ltV7sd5IxqKXAISLMlEMKraRzHM/fflJ2NV
Z6GoDXJzCMkTZ+aHIvi/llTCxxa6RHKrK3P6xOJtmQdR5aiMtq4sXlvdT8KN0eHobvfDlE5QuNJ7
gjfIT/T5TMdrPYi0lmDGXpFPUp/njSfIAxlwlYhw3I6VIJyceKQLYsMmyQ7/h7vz2o6a6db1DW39
QzmcqtXB2RgbAyc1AINylkolXf16xLf2XnQ3yz2+032KjZWqZs3wBgR8u9uWtXw7xUrryAVatEU6
A88ItsxY6VdamWGhCERrVS9G5uwb/eAKnh2WSTeiwwsTD2ssRmKhuS7maalxPyDrPcGmsXrjYM4u
juSZJfIH5tUAhEESgQkL0MTCy4HeJNBx1AWtaEwd727U8tQNh1ZXTFc1XLSw3DR7WBZMkD6WbSue
mIMKi4fO+2SX+IOB8nJnJS+Tv3TmXoDe6TKIswWPeR1P7LVZ65hnEtIwtRn9tDEZm2uaEdWsvvmA
TLN237tBkmzisXK/t4lXDvzMbB+MhtvfGmOSHJwhoaXms2Li0FZGC6Uz6RZQ/lnSPuWV4ac7wkBK
BuFVK56+tWSBH7YnfsQE2E8LhfubjZuJfqihZTN2dCfzcXDNOtvY+M6aW44lGFMV06UU58ACUF0/
OBowlsVZ/H052f5n01ufBic3OeJJMnuP+JIyi1W6AA6vVW1ihrXwdExEVK1FjY7AdzzbAahtTKH0
vTl3E+QsQwafpemP6VXWduoOUUQff5SkqIP7ojLKqDTxpomQmgAw1DuV/aCmeobgE2DqE8bg3+qN
2ehIpOT5MvoYVTh+GWK00Ypda2tpFnoJTc9t3PvFeIu0QfDmdN70hS4mpLAZR8iPgb9ksEW6rLBD
q23Lb+SBBX5JU9CzoqWty9BwJuvbrArOyoQ8T9sAVYSu4XrKMcJM8wm1YgxMGHlBZt5jgxs84DY1
PDUiSe7dpY0f0AT2oMT0bFdztip8+CxDPXVVhw2lkpmdb3wJjnGTzf38lYTPb8LGyU0sXfSJQ0I3
0FMLm1bNcC4c2X+IceL9kiOFTJTCAhL+yeh690WfVJvAHiem2YkejfiB/cp6V/s2msw09WVGkMTW
WivdGByakLqquNqZKUnSzrJm4+Bk3TRsE1MD3NKZqQn8PijaJ+ROVBY5gynjJ/ZHgoHsEGNjXjtE
Imj4mv9lmvMEI6Msq4qbwrYlpi3pOGc3Xpl04FQKveiiPimy/Cp3dPturMoaNX+vHRFUIYloQxN0
QXfnjK1oOd/KvNy2ThFYUTu21bA3NcwP99jYps218rMc1ouedfFOE7qT7QPZ2YCe0KqBLDzCf+q0
7GOdmoHadswTCph/mo3TYVx1L3ptQTKyF0caJCo5PKp2COJ8q5Bmn6NRBvkriCjbDEVQ658wvouf
nVqV5rXpKURQlGcgaZc3eMPmASjwgaXy2Hl5gnyM8LMDGktTdu3LEUYFbTLGVAooQQhiY6yiaZEp
7Dh8gsZt7/aIEnl2G4CYSRd1qHKfFM0KFOt6djTvNlerGbRX9KV3W9RWQAy0l5F8JdECdGKmPngy
Sm/ysYSU4k3KIfZ2i8IEfoP2gVkdzNEBx4x5cPJLepng3shO7opq1u8dgZs7FwfIAPfDN39wXKpP
bCZH4ZM+Fx9qa3LojTTlY2MkibhqTNF90ZugegCbnYttqeNtWWM6B27BLJlP9o0BWSUmm992Y8wU
nXlAf0ssgcbnNPpc3nbLqMXbRRdGt20G1RywI8r6yJ7IAkJsEMxlV/Sz1+86t4S7UoNJc9hhY05I
ymNjjDKcb8dtIyqYonTh4BHmCGvChpmS5RNY+fbeAbluHdDBhsQyBH1efsinJG+2vl4ICddKttj7
Gm0JATKx0Jd2rJn//3/ipcstBMZjFjTZVEhWCKN0kFhgM3HpzQsdzr+M+mhpeD7yslAXHETVj5sb
eVEEszQnzoDZaUAhD29jYlPbzQlAKd8QvAffoeE86d/7buyuE13210WjxE/XVZc0KP/WVmDgjkIb
SoqA2066VTPIrqorO8wjHTPZN1re/8SzUyB8iQvmhfr+vJdMFe2jhMwgBBXKU6CeYyEtW1sDD04p
hlZM0EdTn/W/Ks10Qsbe5oW6/S+wNQcnXzBhAKVWiO7Jm8aM0MwbmzaS7TImptKrOCi1JRhCv1Bv
IimnZ2TcCYFG2b7kmt88tHNgb0cHcYtWLFlJkhFAWsKPXO3zxWO4/X5n4W+NFsTF13YucBQI58dL
AYimXrt9A1w55i6VTChIA4Uj1SJ97XFowFyMVT1fWIHrNz3pZtBVAMeFlBxTqVOJfS/mdGRHcVWr
Hm80ZUx+mA9ZEGV1sOx6Dym51LfGZdPWKr/Qczu/Not/xanim2PBkT/tk8eByP2Ka3dLNl/X+eQf
eln2XxCz+EYaLB5VSXOg17R/TbFwUG0B38GEbBWH+D0E+qP5q1ItsOrJIZHRpvGaeqe8tnSBIjdN
zySs5uIzw/Dswps+X/FAX0HgMJoFmGoEJw0trTOCYll+Y4Az6xoSC5XBQvJTO2lyyw+K/fvr6S8r
nsCyKiKtcilonK2NrD+eUtPTUbUNUMheq+tdPWDAF9ui2CyKHJMzzRVG5Cmbk9Kn/rYpSFpqGqCc
yVOgt7jJAtK9NtQINslOg2QzmTZZ8fs3+ZeXwjFIBAR8Qtf/FNM3ZRIPSlPFJCGNG05I++70+jbJ
rJ3eGm/vX2ttSh8vdeDXCD0CHQRHeKZKO2loP6nKAwIl6/oWOfhOO2S2Bs/cgvVpbobAjl/HRWkx
zSMd+0oEHir/Qn/+nGhD+wb+BwNMA9w9TJvjrwK2DqufFVJiinkor2tzcX3kDlL7Y2l005PWtsZX
JSSs/4pjx45myySxglvhv2maflGS/y99VqTNgTvpyIwBZj416EotX2t+UxZk1pnbFgVFKEAkGM2S
+x/KpKapXSaYztf4bmcYdkXFaLW7dhTy0GWZ/CLp/0GS7UX0/tc6XxnrfTFyAgQFo+UUY92ZGAXP
AysjK0oUEBYgDV46w4WKfe2A5fclvOF5MALSypwBxgjwVoapx99l0KTeshCZlVeT/zozngrTAftM
soe1JIhnsussp71oYVUxXdgG6x8/Xpo8IYGIqQohkUHb8cXdMcusRsxAW6e523ctTO2BEu3C2vvL
K2XlsQkgxaw67yePOLtuthgr1DCxFxsjdkt/7MwFY/Bq6a/8wsUU8f1veJ5QcKIwAGOjgFDm0D1+
rJy+BCYoHGlj28UPTqn7UZXB+rcHQGb/+lIeMzYYniuHDZe+40vJ0uyMwYZ5A7B2iZahz7YKtEy4
tEJdCqzngYQrsFjIb1d5/t+B94/AGntwzWSic0irpLxxx6p5hchT4O3rVP5dgvjjhEXt1N/iz6Mf
psX8Zcq0jgBVohs10DAevbq+tjtAle2oLVtaNGLnjqsOIy3a6boA93rhnv/yJVZKKVaKHLSQI9bV
/8cty0CB/YzZTTSrsp9MjOSNUU/GLtWX5er9L3EeURhG861xFyTUeWSSJ9eCH5cjX4r0CwGrfOjG
vPejoW7VW5agwwQ9TRZfUDvLuutM4WsAoTFN5Df8Y3McXZauRbAEG11mAYwszA9NEsTBhczjNyDi
aMMBk/AJwtTv8EVA3x7fozXoPULuC3I5jAPn1zhVMSJn0DeQZ6BdraJYk3jZu0aVoDejzGB+AUDU
AxHOPREpjBXVBhAEcojgYuxd27Q1LL+mHSfSyRrwOJMf7T4uBrPbYU8/IN5pi9TEyhPuT6hGpAOv
S8fq7sYy7fPtUMRq28c6YhTaKHRmDhp26fe9Mkfzwkb5PUQ/eXTIQevMmzewOhwdP7oQJeVqjfJN
R1q3n1CNU1Gh+/lXeg9WHS0+Zp5bGoZeHuWrK9mOM3WqI1CB8x3EHjXftikGtKgkuN7HHs1E62vB
fOGjlWbzD7TJ6BZmgb3UG3fg04dkX+PXDOdwWgzSnottpnCpZ5qYJv8WBEPDkpICSUOoELZ3mk62
sShy8s1ko+kUekHnIIvczdMFLOR5WrVqRKMShdCwTxZ5Kr/Mm/JTQ6DEmo2iuc1wcFX7vpr7JCpK
u9uni68tL3MnKnrbaYUun5/1I/IETR3JhonmBqc5VAxj1FO1GzodwtxKX2WX9OPOjpSV9AZAljml
iejYKVjHpbdtKMZ4GyY3ah+PPeMtCrwLR8rfroKHOJ5nHF7spJPFRE/EydisNJESL6YJDmBgI5cs
bS6s2rOQC0jf9OAoE8G8tWA5XrQa/27iKpxupqZJIid1DbRJF7Wdy6Gq91ms3BvZoWm96RGwue6c
NHd274e1s/yAO+B9QskG/PSPDNifEXTSK2m1C3dgmzUKVzY+mx5Ms1ums7GkhTeora0ZwR4XJe/x
/UufndtcOgAGRZ0EIpYZ/PHDK0bto56ijx9PLdqjME/u0rYWTwQd44MS+b+0EzWBq6xVKA5vqGlT
np+8bMEuB05Ls2Vocv1KFfYbmqf+hS/6G0l3HIdW0jaV0MrNXDPy46cSVMJDMUukTd3SecXZAHZ5
Eqyd/Y6sIdlmfR7nUa8lsG0Y/KL2uEAdnRuQYBO9JQAYtSUf6rQff2j2qn9iM0BEcM9G5ZDJQvEK
mkR9F1oyrvLoPV31HtfMJ/Br5n3heYO3M6fUQ+hlqS20ErnTr6oxAm075rm0o4U95bJ5tEnAdOpL
um2OV48P9dygsVAAiGTGX2naxxQMoPjpF1YrD7Bm3HhXTgp5ROawAhYvKOEiwqizAp1m44a7pfG8
qsPkcWzvOOgRYQJ65b7iVODGUYeIywdqkql+rmn/zDfKzBdQ5koO7RbYtaJM6VVhhFUzlFWYy7j/
vADHMqIkbhwVZUkCwTR16dvvh3wJyCgWq37QNOENkZx7JlU9m+VDDNDKCqFtNz8C6C/ikODvo740
jJqvHK/Bm5oycOn+iRb/Sufk/0+HhIA98v+0JVYDhiOHhD1WDz9+/ql2sv7+P2InZvAfMv51l1GD
AQ1ed/d/i50E/wHNSYOEkIMsIfrM/yN2YvyHLh2lCq7KOkFxhRj+X+VB+z90j9AyDOivIaJLy/Hf
WCOsKfrRLvXJqCmKiLlQ/ciYjnfpVMi00lwAvjCh6muh3OWB5kCCb1kwbM2lG+9tb5IfmtjS9sM4
podU1s7hj5f1+M/V/iSp85xn9+BRuaCLQc/mTIWWmfVkleugDJln41AvenvPvuxumhka4PuXWkPp
6ePyXnlaYh++qWuT7o88WZVa76wqKqjY1mXk5tXEBKrt4UVfuM7Ze4WNBWH0d6sPA61Tddd8ED6c
OZ6pVlAXRyCjB4BeiNAXg3TvJ6/MbLyG2szCriT1UeOaS1e7ar1x/uE4c3ZHYuM8i7hq5wjGYYOA
GJr5z/lsKOMwyQpHgXYaLDwZGCWuZgCyR6reQ7tlq2stte08rcJViI02X1RqOtu68ap0S2SxQNiQ
r755lettQa4QbmW2CkInvpfqoTkzBN6SJApGYbHb3HTVYC+7jjksQnhT4iXbTl8a+9pLtf6Sb+/Z
1wFuiOyE461OIjriuCdfxzIL4WkUXthA/nBbhdcPYuT/NsFjH7IbSWjomdF6sNe7+GMNtCTxZqrl
9IliRsRabE/AIZSNfJ7hvwTS6raG5qxdM61mkBIbxsPkl5TuXYmUuDGMEfM8A3JzY4STZDFdWDqn
2QBtMsx8rd9denr1p+UVVeNQFA23t/SmH6HGAe6g0RjbtW2HMmORac/vr9UzGDZXtF2W6vpCaE44
J2U8XVgntQSwXLOW6YtR5n62ARVQHuK6aH/Eud0A7EGZ5tUzE3AlFiOv79Aw3HRrZKkDWGfCxsIc
AlFSC5XoGhadrYFuKJr5my/AkOwbM0cxT+/7JAj1pqHV9P4j/OWd2e5KfgS+zkH+21Llj086LlXG
aQi4M9HLF1hcwz614zQaB/uuMYO39y92Gq54XQEdTXoRsKUogU/Wj4YMdbFYHl3T3BJ3gl7LHofQ
+aHShHUBh/s7SfozXq3XAgpqY59jmWBuzOO1CmIj19xRE2EloeMhtdJAb5Js8K2TG9p8aH1XjPR6
jT5jkmjHPxenCx6xgPC9Dd6lhhPqRay3O+VqmX/FfC9/6QPlPbqZlziIK7aWuc5KcqCEdmElkR7M
xX1MI2fcDE4ayA0u2qnaTKmUj7DsOzuUlsKgQprmoG0wr9DnzVRKSIx1XJmPg+2K4IEfuh+mZXa+
K4dqGdCU1lzXVQcesIx7AhXCP0jex2mi3+MNMicHiZj7dKElYq4J5um7Q74dvQwLrMvZd8r9oKX5
ilaEndSi3RhmU3ahb6oENAUyCy9VXXSfQXQGRrj0g7tfpIHZawsD66Fj3vumCkAIYTpa3feuDsRn
hIvcR7fNXOBrEk6ekyGWhAPCEHzq8EAbwrb180tjrfVAOn0IVgANdOxbmXCti/GPlQ2YBd/llddb
V3UGqBCtL/SoRR3FQY+hVpV4TJzBcu1xFx2i3jYUIEat23ZuK5gskeeHbSzda0YI44sFuj+aNI6d
iCaBcWnmty78s3uFkvSPeBoCEsf3KnyAOyiW09KlMxiRNRcbp/ey7fvbb61Ojq+CUz3+bNRLGH5B
tDq+SpMqNxZtzUgBoxGEKT11a7QpINkSkyTUASewcFZs8SPf7S5UameaM2sjnS4ueRee1XSuT/KH
vpslgzs6nkOZzN9b10ojQKDzve0k8UsdM6RGbtYyOH4LhZS7pak0AsU/XriP83jHHdDdIWLTT4aY
dfwOvFY42miTxmjJMu6SPmtv0SFv1hIpx82nMtzN+y/9bxcEm08/aW33kpUeX1BR3kicY2DrM7mO
qrl2D5RoXVirHtehwSsvnEnnSwlOLlGPuRYDZIZ4x9cbWDYJGA+wD0UrIwAHKC+Qzl04Nv56FdJA
Kj2mRiQcx1cpVBB0xcRTJV1gH/pJByCGt92F9PavV4FO+FvTkJV7smAnv/KgiPIsmKPgrK3lbQSe
s4ve/0J/uwrzFNwKsbxhX5w8SykI0XKdf+eoLgEnXADVD3FxYfP99SooKhDB137/KWfdgTGt+4BY
kRkYCxk6g1UcJvSent5/mPM9DmmHesRkmMoZ+zu0/xH1dFOljlvyYaZ8mna1paxdw6/uc3xJrtjW
8yekKpCTzivrwgOeITZgJVOEACmBeb4iGE4KokZNVtsJgtjc8scB2NfPQ6uNuyKZq229BIA3ckSk
lmGsdqP9oy+CZ5KgFYOZ1hc23RovjyMd6pC/iT6UjbiHrT//4y04eDykiY3aCi+7+Ra3NbB4y24A
98z/7W34v+qE/V7qx9eiWKES5V0bJFCnLBw3jWGk26UI63QJPrHbgx6ZhFF6GyoH2964VTp5O+Bj
+rXT5alHGzwTt6VVg4c04jH51AyTJx5K/sqTsoGuhqtKhbYrR6ysorEbF4Likg7lJrD6DCC1nCWS
sUYOXrIfFYg/o9MlYrl2zXssssDd93pnHWxfTpd8n8/fK5JOqOwDElmLNG9d5H+8V9U1yYT2QhDG
krS6ii2o9vEwHhbLLS/syvO4SfoA5cgEm4KOz5m/5zACClt1CrWy0X8CZxxutYG212AGv+oV7fb+
vjl/Mof2uAk5mCyFtXOyYgKnRN9m4nLzDI42w34KesmQGaHWYxF9IXqejboJAuv8x+QMRqeBEeDx
eyylJ7ASykRYmN0SNrpXXSP51FwvTSF2Yqn03VRY3qey8M2nESz/lQ4eD6MfJ796/7HPw8VvuS4w
F2QEJhKxxzdiST+Vdsvi9bC/ezXjqd+nqvOBwHcQNkKQv8tVUejO1khL50KKfv7K17huEzIoWs9r
VkYoRlmC2w5pptpoS1LXwwlqN4mmLr3w0+C7spFWgaTVIAJ9jLMqR+Bh3WsZutPZ+MOobC0SnnmJ
jvf7KP8zElBo4INDcKcIpel/Ov3Mcqc2y1pvNs1SohqjYSa4n4VFi0jOismna+WOdZDFrKdXmltN
ZDxWpc0RiHbDYYbuA/u1h8TtN4rPDVWhq9rblplUEyaTkt4HggF614jVODryL1r6iqZnhQMMoOb6
MR7bHLsFpDcuuUeefiieixLXgwFIS40tebJIcEZrjHaU6H96S34fAwTeoYKi3UrLqS9sw/MPhZcH
XG2KdxBwSCUcr8fMtpu4XLRmo/XlcFCaFkS1NIoL+++swGGx26tHqM1RvNYIJ7t9TujhjEWHSH4l
2y/4K2ZZSNtJyyj3nOlBotfiw7yQ48ehr2riudQIBUmR9J/LfmCUCUBvoeXjpqYelrJeAfhJOhSb
1p5KJ9KqskITfBR0kifLAk/nVTHk1nHJxKX88iyx5lloPNA0gG2KesMpTAVfumFpcXDbDBgTGUHZ
feun1c1jTr1ru7c5epVjPqmmTJ9FIttb12ysh/ejyPlXY4NxzELnpQtJ4Xj81cayQMZVWM1mErLY
pUI0xIslvnAi/OUqSFvzhHy29UIneVqMIGc21dWwMVpqlgam6pUU8uLc7m+XgY9M6xjhq3UOfvww
yVCjM1wVw6b0lOgwSJl62Bpe3n20pa2+eFMvHzpf9U+Nl6r7KsvVS6Nca9p3TdDkIYmZDzVQIxFi
fKFPAPf8ptnLotF/tXLp7sQiCneXF4se77pMll9FJ/F1SQoznUFmO06+Yd7lvdC/lkM0N6K512Md
/y7ZteIuTYzhtS4qrKomMRc9FDul7pa8s30oAzNWav0EiCDr8aC8cpSOjqWoWvm9bKzlR1FDTwyN
0XaTsJNB9VLEeRUZcenVF3bY2QmH0gnce/y+GEra4EFOlgQymxQ+huo2pGLTa+uVwa8x9XAia4X/
PKao1HRmX6P8C37uuwDUEFUcES3etMt4yb/7tzzVcWBecwgGoRy5fNRTvF9ilMGSVSts23zKRbgZ
lhA8DLn4fOmx14P7+Ep00miQO+wDysxTj75m9mQZawWdvaB2xtvFdhb8SkA08l1wfIS1BwiGOZ5n
V/O2MUfYr+5YeuajPsbm8/u78vyxVxI05BOSUh6aGfTxSlZ9IsQMHQBSK6iKDUpJjBDjfgqCELbR
+Kv3nF7tOaAKNP701LxhfGHQ8QKQ6HME6ekn5h82rJ0GWeIL97YG8qMXxb0xx6R2JFx4CIYe31tp
tJPRQkfexMpWOL3MqdiqzB9/OU1eF1dpG8AuqXO9DnZ4qpVYxEp/GLc2BMobCHsokLx/Q/9keEd3
hKsip5y1LlsUKk4lYkfmmEMcl6BAzaxnggNtjuYhyFRjp4rJSbdUEP4HqxJZF9ocFl+yoRryFZeE
Bnw66y8Do8VXu3JhPOUzhMKgKl6K0QSvCN9iejX0Xj3TpxLPwrHLPLK62biDtWfVIRk1D6RsS3u2
Ra/FjzUyiQXSjJpbc6RYmX/tTMq5Q+PI+pqnhvYLWiyGd9J0xmIb+EJ8GmZQyCi6Vt5VbwzBD7Jn
2DElEQvXUh9VSBx3asva+EHi2WFCvsTUIyiz76Q0/rVgOIIwiokdZ+jRBfuZmu30cckGW2xtPV7M
cEIcGJI7UeXzFEzxgvlMUn1tHaINfWkjmUL0Duh2m27nyZ3Rzs6PFms9ApgPxyXKaCe6u8qZdSYB
dVBg9FT7St/0TjlMt0qiV3Pll7Pz1UkmyJLoT+G8wQSDOBW7urwOEDFBGMhcpVszOYhmb8oEJknW
BnoFNyjvAmi69AsiAczvpa+qWdunWdY8jVbdvQg8obHRYT7HgDqZSShqMeb3qIINnywOEdBLfp//
bMxp+Oonc3aLi2MybWJ99JPILZfqh67caouaZTlf2TGaCwQqMOnou7bdTWBVsH9B62s/2wGGH7T2
avmkZRpL2JKxZl71jsn0I68KKUKzLyCeDbgTI1BgT9732lnUhxk66AfHGxGc9GciPx3icfw2GKyf
EEn/BSlTBPW/lU7VzHAvluWuQrlw2SMzMdzTUKo+J5ObvcJezUcsQDuj2zQoPPc7gHom9b6r1eC3
LdrKN3XSAmDwLFHe1V0ZqEgp0x1pYAt4cvNYlvdB2fb+dqkssge9qMfuHjY5wnZFXmBprs0QjSPH
w+8RR4W2HTad6HlU3V0CY2vWLaQqmDicLCUgqJ94oUOJs2tzKmnF5p0KhTu6sDyR1TcePGv2GNFB
fPb20q9cFyduyISIM3U5dEimA7jQZPBcB+mkBizawbbDvMgtuTMLbEFLFXTry6uWbT0Ygx5lyHd6
UGVgYUc23oY3Wh3Y7U4rc0/tVCmG5ybVUOoxyyz5XHfN4G2mZZFfS1FA9XY91SY7WGLibhJUTLfw
G5IXaQ5J92mUOu4RjtVM2TbI7bHfwMDC+8pKgOpvMXCH1Vs51N+bJDfodkjlBh1iGFPzAnca+I8h
TYs9uZjNhwLt/H7N0eafSvreTd70ZrHHJ1w+52XV9TjMkOpzO2X1ZZBGEoeD8vrb2Pcb0gNZaldG
6nhfijgZP6vGtzBLIgfTmWRkUOxdY3Dw9FmC/HnUZ9e+yWd3MMNm8KtbiaBXsi9yclGsc4m94Wzb
M0OLXsd+ClC7+oL39DyD2ZPzY6psvQHJ1432NSITpn5tghUfbvQ4dpi5ZiO2dcq3AFPIvHpKTWRB
r6ZGUy6OTVVg3QRV4NUbSmBJgt1Rf0dtPwT7QcvlEpaqaKZd76oCUjLkyy5ijFDfzYViQqKmDFay
1o+lEaWZ0PdYYBq42WXNNKPnMCdvCsprvK18AVUWvvm1WwXarWnRMEQPVTTfqa2w4wGvZz8WsWyC
iIkPaTKaR+aPOMFnZWM1mgbwtiMzCQ2mM3dTgZf5nCNMsyFMZMHWwn9cMemsMrEbfS9prvRkEHhK
+dhNHHR0fl+GwbQBXlUlIx5PWLm1IYRD5bagV0InDRS0y7lMcWObExANkT3kVbtDXxXPEWFCM9yq
Zuzf0kCPYWmakwWxo3QH/aDaHJut1nKqJ29p559F5WFt5Q2D9dkeZthXY2xxeEx9GsCsBolZbnP4
tVFRd4uMynKudSKjV6Ggu6Qyj8Y+t5fHyu8SCPEAE28dSGXjYfD1HvrZMDHjSQNK1zCjShZRNuo1
Vnocu2EypsuvpXanj8rUKGTR/4wDTImYUBnzAiLU38tsbD8ueubgLmzc0YnCTlTIGw/ifNiW+n2p
0q3mxd+1xvteOtq+ipkYZUJFJdsdfqzaNjbCpvn4XKWQZIfq2ZesGeaTaBE8pG3zpbDzK6rG7ZTn
P/U028FmunJQavAZM+PEfi9cuJxI+UX+b0IsNoZOPYauCvZe4n7M2vK153C3m/5mxnQaWYP0fprl
jeMW3zMPCFNX3y3Gl3p8zuNy61s/jAEvQsO7gsS97+d0VwzJFhHkHSert/NSP49SuzN4qwglLFbn
YKvHY4RxJayvccLJBRAJ0QGhP4xaoSNvYCTjk6hghoa0KNSBWcMNnVR+10KIBDl1RDR6vXyMhQd7
vcW02eufR4lnB661xljWd2IqCLuIBCIw8AFZ/qtBQzjCVeXHoeteyTeeew25DX9Ipq86sgkHffb2
9bx8dRNn2/bBXWziy+h3T5ZZvjhafXCQdIPTZD75Tfwhc70rJ3/x4zvLKbtoBOYdlpx0N6yyYdtM
v/I2vvbI3kUZAOuLhxejie/sBKp8pqZlby3JVa8sn+nk9LHsjf0kNQMhAO+q060X0WffjK7atAOW
tIVs9tVk7lCHwFCnqHYInX1WmvloJPTeEqYzeq1/NNMhCgJRbRrfoX+tRR6P6YbaAoCrRisD38Ik
861Ik3EWlsmybbUCgsryCGruMxqCr1r72cKhOdayH9lQvPWCARfiUndmpm5hLGwDfOT9oHwQiHYD
yTaustiwvvqQGziEqo2lTeraSPA1BG024RKYLFk0mfpbzQJa+SBvqfV1YkY/OfPDFDuvBfspHN00
Wlz9EI9O+zQBnIQNTRqHqII5bXW/frON/DAreU9LYO+0rYPzQUazYOi+wCiuI+ahj0XaHWqHVZHF
+kZfxu9s/AfUMoureq7wu/EIcbDOnsZugqtpDT/yMYdfnmoZs1Sj7EiSlNfhkFPdTUMDuVwXYPrg
qbwmLB37Sp+cO2AUB3/uDzr6NQcslW9z1DJKz79tUbVGtgagW2Fp926GTaNw0eioU3UQ5DH7pM/f
KHtBiKOskpnl8+QbX7wOgZ2+/yalC6+0bxpPv0KZgGrLGWxdwLCtxW1eOuqTW1naVxN0yFtpQh7Z
ALqcx1AnB0GUps9ABxQGVniQu1EAdygVySFJsIJo6Of2SQVJG1yh7mTWG9wrZg85C9PAbaqr+zRM
eoRQNrk5LJ+zpTTEZtWuqiIJV7yHSiTze89Hqm87tzTPCms9W3oTr5tNhbvsTyQ5XD+yMii7m6Cr
9f2QxTYDiwaEpN0b6YMIMLZGUrVLkzABb+NtkCYAghQQDb4rZtrfdb1u7XCw+sXe+qWcadTXGVj4
ujGw/Z6rxNBgi1mtpLIoW2xefDFv9aVDsoW270SM9PPaCnlq41up29UHsP/qyXYnme3yOKHxP1QZ
mke4Mgtg4/2C4Wbb+f5bMmbJV2gegrVr1e0HT7K5orYAkr3p/HwifA2aA0jYmv1Q0hfCSVThTIrC
DTYFzQyBZ5MnQ4dGILoXNflxXrcoGRa0QOwOwv8GXZb8yceAdeEcTJBODfrtkqcTiMsch5tobF0J
9GcaEUMwbEUa4iij+9H0SC+EVem7T4HTVmUI0sHFWZbjBHfeuc6RRpGNMe+SqZnQ+4Gd+GsWtlWy
1TrpoGhWSBsYT+CNkTVZTsYxMpHdTmZezsTcIpM3rbcAB5sNaT1ZBWiP+5YAm+NGN/belrFUfBPg
HG9Elj71ZShRB/yVVS2fr27H+NWWvmMBYS2S74BcjWYLDbb7pA2GvK3nPl7RCePM+FGMLY8N3WoI
e7PP7tDa4mj/L87OYzluLcuiX4QIeDOFyWTSO5GiJghJpODthf/6XlD3QERmMOP1oFQv4lUJSODi
mnP2XttMO1SvWWRhmahS0oa8kZCmZrXtF4wdpxb3C03MJkgmZfmWowmHY2Nq4YvViPKXISVYcSSj
VH6qYezwj71c3+mUxW+yWVOIqSQugG2ZliMOSohQoONa9jgw2WwO0WXVFCD07T5yiOMWDboECrjy
NbWQzr6g5JHB9zCd5DEbleJKavLq1crq4RbjKT9+ljqeMn1Iaa0mj9hbRSXDK7JVaRXJLbSmjKpk
d95nofqDyVt1vFBZWNntfmD7phu943h6bhOX2IR1dEiLIfkeIcom2TFNrAGziomUblK1/pesR9U9
oUYaHzbWCQA6afEyZnmVumm+dnfR2hgoMMI1eSqPSvt76iDUcZfZJusrL+vxIDQlX3dIMpiezsQx
pFHIIq05DZMHKRJEcVIRo2+Lxje9C83RWchGn03twlja4bbVCjtyRwgnvzhnJOhZtKXrdvWQVTeK
1cSNqxVS/Kvm//DdzMBQsQbbKoGLtNopxReVzR4Cv6hr8bS7e4VAt5+Lk9PsG3oJuIoZVjfIkHrF
cwaJeprExvs3URv9Q6IUCycDq1BggggdHHMb2lTG2HbWvR+mKrwJG2oOtATIBRCBdTnXdjhTW0gN
SGtEUC+DYVxENfLFe02v29q3xqX/TXFG7nxMBs6TGY3lPX/t8JYrFUf5DDnSE/agmIM2B0nAQqLp
/igNHJsGoMBb15pKFMxinZtSigYcgmo9Nl0qRc5wk45dfNG2AEZ2EYj3mgQvnR0tDBvaGo4DhJ42
mZhrf0x0AE+puuB0hOOfvCpRnMPYQv7q6hYsJ3eus5Y+lonbScrBHHWMlw7TZoRhvKRUQBRzsbSz
q3XFeJ20UpwFw4ws3oPUAAOJiHu+l4FtwAGulYH/Sa4JLKVJL7+PlpwQbmvI7WtV61VHzS0nhMA0
+/hyycJS9yZp7GzgXAwAeHwTwaWZWph7rBlXqSion7QDCOARHe+VzCmV/oZh3+RyD5aWo2z/m0yZ
Ej4SshboGCU7RyETreHmvdRHDPmUD7zVVsdP2abTb7ucmfvtcgzZ2ZIE+MKOVhKBoofssqLFmFhV
YoPc7LmMniPZFN8g8sQsYBGkmICKBWOiSTsWbmei3uF30mx1uxg0veaNyuQcGHPZ5JrFVBvw0sBM
upVhxMreqGzsyB3KUH8SFvltqRnbUAMWJ7qPrbkizzddoz6GLgO4LQaDs4hwqoGAU13qrpA9aHqQ
FxxG/DoeyJLVUyAUCm61t6Y0SyxbWCZ/zsxn6m6oW/kNe9fyoc5D/SuMQl0clqmxbrrRjIkfHqPw
YY4TR93nc9s9SewkGi8XCUMsbOH6+aluRc2eQ/Ra4dLk9EPJewhTxAQkkOgE1ScXF13/K2figjuS
V3MC+KtxEvT5vZDZT/TdXoMaLnujWMDe2Wa/kFmLfazFXGgC3IRWmT5QDtDly5mlq+VTjhaxx323
+JnQo7uOmncV2HLI5iaOBk0KKkr+YF8a1i+oGlF0b7Q1g8EU1ETdzEkw8qTz0sOsk3Cku3Gr5N+L
rjfeFch7DGKpV9kzazUruEQZe1KXZNnri1n9SDOn0AJrGgpvzqWlueiLOftN/dG80cCV3VbCZExl
7IlNCo3t+NMes+ZmiByKTMgJ/+oBdKn4j9IalhhaRmRIIBZae9CbRpuK37UK0yTzHEEw5YQx44bD
8Rlm9FErhYuQEgAOkmaFRff1c5EXahFd5JLTKUfPJGhzHlRWVPGZHvaR70znCwAebtBowBMAXv3z
ZWDexy2lnjWCIapvSDSzWAmE/lpOVKLUmAD4OnW0O62krE2tvQzAqT2rRK2BTavlywaZmD8LwVFP
Z1P1dV35qHf6997Aa6DPxhe7rSpPkGXKgu0wTH3KV2rZxjsDg1Jpp1Pw9ZWOOK3rYyDeDLuEjW8C
+uznx4BCIlXbMKqZPsYObJNorT9OBTPFKCBWOYSmQidig1cR1bgzLc3xuj6LSK+AqhihmCZy2urk
axFpc9BPWXlJ0Av1LuhFu6pVw29nbneVA32qt3O7HGtRkmvIymnCfr7diV44oPCh8iQ9Li6SFDyX
ZTliN7VCPfRJ3O5i8lb9lAnn0uTmAzYT/WUih69OAXgxY/vySIkq4mCjyTe2iFTNXQo9RrBP/lc+
Kc0ZUdGJ0YyqnNHzfzTcTdOYXWEpKZAJPFxIzYcoc+dXXCvdf78KgRq2RlfXUREwbwazrLVFDd2O
MO4uTK4p7HY+FoVh9/XTP+6A08an3LYaV+iKHRNtIBdXFihez85UAOK26uzQE7fvRqESz6bGzk0J
EcJbWphNYV2ZN8201t4JhQJ5ilZW2pnTEBEVrVR7sgEtG3S/tFxR9Isvc/iYezHZxhPpn3AJ2Lz6
X9/+8VfF3WMzRcqB7YGm3uexk1SqsEtIHKzd7B14X8Dva9SBwiC1++tLbXVI61fF4Q8GhIzoSd56
Z+sxV0ZM+RWijsraVdBnvcip+J5V83eF+fDcV3zcGMOli8YKZxFqUfypn39aL0sc5vGneqYRDrcp
i3NQ6XoToCtoD0hzjF3TL/LjaKm1R6ms8jWLAA161MX9f/7hyCNwlFi2g1h/q5mRlbmYLGrVnqH0
3YeUihBzy1juTGpslN1L84z04/idQrBGXvKXak+Y32ZFmoCUxe3M+cnp2/LO1EX5vTAH8Pl6lp5Z
l05ditVinZrXV7tVmdhSTF1hpDBNGRtKNSKODtQgdXC3TBznzKd2PG1woOUxwrHSTZyjGz0Bp6RJ
01iYsMFglrJbLI5xwTLw9dv6q67cTKc42xihLAFwXLYNdxhBqZ1qCcqZqQsNcIRG+GojMwsDdSgX
jFSZBvsTyf8k7pWlT0hxNxCGuDld2NwnEVZiD1gPza26UCt3W+wod+psm88D8CkyuMJi6aEpZ9EL
CZrmeGbWO/FGsH3hgeZjw0ezVUkDcUkoXsDMUyC/+uo0SbdJqZTXYIvNl6+f1PEHzV9vo3djx4A3
YIvSb4awVWZ7Kbx6zIaLuM2Wg6QU9aHR6EdmWp2ematOXe/vbutvTpJpbib0NKzCuucM6PXhbOzH
PlqNtWYbEAxl3yULpqEzM9bxwrqym+ius+lCGKRvZpChU0ZLEaxTOdpsTgFq+JSqdnNjtYq1zwS8
RLePuqdZAelIlFiWn+vtHwvhTIQ66PpAATAYMSh+nsN0TuAdYtgC0EFZvMep4lylVelQGm7IzPMj
6OPkgORTq7qizOR3+I46TBCITJMLelaPPQMkxxwUUm2/gsMoJzorraDoWVi0RMiLJUKCpC2Fqjqc
85LWUh7/tpIYnYCAyVYHla0L80C7U7ZdY26yN43NBGDdJJunmywJKVPTrdcpsSZ1O3lWSIadazmp
bPk9CWsJWvCpu4k7q9GDIRutJ6Vf0wlQwUGxBIinylfsfdcDKoolw+1UmRohYofopQdx+WcZQwrq
aay/iqRJQPD2ANxWmMyvgov0F8hCpskvM3yNXtEW5gfOTSUlbN6eGl/nEOy8Dm0H8jdVO2ANjlwZ
kC/KPmxojY/JW6eWzRvVj+4eQGUu+6zy3UvcdxRl4TiTzehQ8lN3lUAcdr1oM7s+NdLxLbHhUmI/
LI0OnEeu599h8SJDrUBCkIa0cOS+IBynIyeXboXkJcvQHURtO++61VaP0YwELKgJPnubUvT+rtQt
pbKT55GCqGqRqIkvckgomHOadGeb1rc7Y8F8lRV9/Kbq1QATu0rpOTaDqTS+hZRhcEeUMhFcb8ku
YciJnNdRQqPV8xJNyFwuU+QjGc9Tj7zz8imjHkbdjyLlNb8u/ZPUA3XAbi4GKRC9nvyR+qI5IKxv
qZVGU/ycRtqiuCDUoitSG4lUqlvaqW2o03DpnEZviZm08l+KsBYv6Yzh+evp5nj6J62DBXTN3pXx
HW++xmZSE6dIYgw9xiQCWvtqYI54x76+yt/p/fP0z16RbRwiKS4EfOPzJxc5Q4Gag55uMTdARCUz
+znzfFq3oLF44DieBN2S18EkhfBZmqT1B4S/KCxrMN1Za12ltphuOrZaXk0jNXEVoCvXWOCQRrRO
7XdF211yUK99EDmNXwyUS77+CSfmSU5xTFkrFUlhyfz8C0BW1jpfWeEVSWncAgiNQLE37WWkybRg
NIbO19c78itgysFvxRUZqVx2y7Uao0qObZ2tnOJLj8uF8Z0MhX14sfzJL8eOlu2ZV3RiheZ6DADc
OcDu+KfPP7CCzt6TVl57/o/D48fj4bB3A+9idP2H0T2zwTkedJ8vtdlz0D0r5HbgUpN4neAPUwk8
92tOvK5Pv2a9hX+sADPxNyHsidq72j3v+Cn7/f7P09XDmR9yYlyvvwRtK2Z+kv/0dbH75zLVKEcI
brlME4hv03XjzffDhXGV7yYPOYkn/GmP2uRAoz/yl3tp57x9PUqONyZcG385ZzFu4cgzR2mmxdxd
I8ymEOmCn7MPfEv1ru0W+8xvPX5p/3sJjQHC6WxrfK9DwrXaBnzO3KjRq0CMzabf+a9GBzajMv9Z
yRmr3XBrNVSbgh7t3CbsEwGkN1FpPM56Sj8TNPG5MbIewzaTEvA8mfGOgYOKwuo++OflLeYIRNFo
CD2ezf5yQi3jtWAs/QYJSk7rSY5+5IU0Qh9XtF1aqnHvJ2ptngn1PfUKscbDNiUriwP89i5qiZ4B
L5KCu9IFNBvHg56WL04by2eOMKfeIO0ARglFNcA7m8GKaSytzISVNJWS8YBMeTnU06Kdm7jWysjm
sSqMSeoQDkWlI20tQh9bHSyxBlwWQ7+3FnKXEZc4HVoeTeqDSnKU56qDB8zpvpDfklq2nwrSFZ7i
SFev6fcslBcMC9R+nK/CFMDdRufW4ejsoBl2/72kATNCQbPNtEcReosNECntM3RIaxlQUFde/Z1W
VTdnHv6pp4Iy1QL+y1yBWeHzYOtlR4DwUzHgL0NxHZql9RBrgwjg1aXfWsanhtRhOpcYfeKVY0/k
dXB64eSytSjajSU5uUaJ04h74+A0Vu3PVngu4ftY5M8XS7EGEi14TJykm7UjUXIadFqUeWmppyqi
2SwFJK03KWeywiQ5ZVahhQZkaRS4yqoFjbGd5sOVU8/yuTjNE9+TiokYrRJBS7CtNvciJZkgeAot
M4fllDhRishIVOe9rbax/59nX4qDWAnZV1LU/Ksy/2cC0RCZTkoMqksVlrUrWxSHKKOu6Pb9d+U2
rhMwFQZVHtyZ8D4/Dx8suoPBfp+5Sls4rC8Dwixs0vWdRM3nIR306KASH/CQtYt5QGdOn1Eqnduv
f+8Rgo6ZeS38cQhec/0QbX++i9qcUNzYnD+mLjOFOyOpvTGqWUc+HsLYk8CUE4CjwfrM5D0BEckD
n5b+PtkTOShUofmjcXxRFVh/q1w/tAveTwXpSbMPhzVIAk3INGBNorWc5nkSDPKq7yua9GWalfLM
AnDik9RsHBRrvhtrm7X5NVDE8QQrZNXolTa/0Oewn+hZDmRl2WmgyKPzDQBCfOYZnhieuJIVGzU2
C9yRAzavOiTHI4sO4A10G72SXou+QUhnx/KZky6H6uOpmCYKrQcb9gjf6Hoz/wxQWs8ZgXwpoZgN
+hrXUAZpdOOY88yw0lk9eSDcxYWJhrgN0Xf2nICeCuRIax7KWDgIBDSffBzpuu3LhM17UsihXypL
+ryYqyrR6HJUnRDysj5o0jEXe2y/ik44UKUZl5HiWD/VrFJ+1uai/apw6RSB1M3q7YDKnSim0jCx
God0HDGTiQKuh1LJKNWmqfg2J2vUr15XmuniJwakHStj6im9k9/iZzW/S1lpXVUZCQuEPMvTbdYs
6PUHu1FukYdHna8PqhR7VtfUHz1crcolAaBCYD1bokXeK9UkA/Wp+dx3hvIK+7P+riEXb1ZfbD0/
SpZdhjuV6az3LcK8L7uxpiVJxyC9dBzyAaFfGMVjLkcmQXKOpIUoeMYW5ni/SMZdlQERAdvcwQod
jAihCc6dS7pzyDCbaG5uYmpKBGKKpQ79eYY6yYF0HB2M/zJ3vRZebKwwmmTtCsCPBHMVKKc8ll2k
e6ZT0rIx1CiVXRnVdwgSxEru7MgwCNiYhVS4jhjn296cM203S4AsXRCLDTnMeZS+tGERzcT76u1P
syqgZrRM3SkpBZjEXDMv+VudclpUH1t6e41gypb8fGllogLDsqu9XurUZCflOidbRleN0VevSQ6w
JwJ+9ksbISxE3L7AnqRbcDk6RTj7dW0P3+CvILaS6JM1/jil9SE3Qqu4LqYBRFVBX9gFBCneqREs
gMtBTUJg68z4ZugTswpQ8xOl0zgzaStIs5DATTKiaCSp9kdMpYV3y0+7tmpZrQM97x3GKhlKBsLF
YUA0OTVy7k6jVCFl0OtJD2Y5s9+pFE3ZZUuUieoZOTIco69nyUdLPhmBLY3LWz1F/eR18jAmfkJb
CPFAyZbRjcsECa06oddEZGBTxRgNJ7qTu1ljEOshOUeMiBmxjUoXM6hkM//NjEKFramykgTLcX3U
FeEr3V5Koq4IlEyd6t2CnbJZ0cxNcxFiKbNRYguRenSZm2VXmKNeUxSoBvNiwZVFuUaQKsPIjxGv
MxALmmtxpV0tg6R3PvEi84+2VcLh0lDrrvekzARQ3P/tDZUh8T8rNjrGyExwGkWmFkKe18RRtuzn
YWpNDKFKVd/afYlm0kFXnZIVFo7IW2rJUv2sTazysNQkZAXEL1RzkLb2+BRZVaRfsErpFuHCyXhd
oal/HViwfsbYatqAjAYwJzifGtlHEForAXGBvXbn9BksrWRSI8wTSfSedHL5PFYZ23BLKEZ1rYuR
ibKVewZLalLmCeyBtBtim8Lwl06E8guhbkRg8TFZHw37Dtxug8jGoESbej0qSSW/ge2MZVeRae3h
KAidN4SMIYqeIb0nFV77JmmT+kiwACduecwIqom6svQkO18QWhidcpn2UPiILzGj9xkz/Td0EdXL
12vtiZ0bW3XsUfh1V7D15lhg4LQ1ioWTHSp928vZPt0W8FHfv76KdnwZ/m4cRZQDOXlhP/u8Qph2
hKO84zLgfoLF73yYhTfaARSIr/nlrrlxbpW99JhdTBfxDjDQztlXuzxQgmpnBBhM3PJmvrADNAxn
1skTbfPPd7be+T9rV1tbfRsp3FnmWm7uf4BECz7QsrhP2S7xMfSc2Q0cewJZKv99FJvFsqLhMCbr
BQv316N7ePOCh4evn/bx2v/5CpsNRzJHaAYnriCR0qc21xFgq+ZcXMGpN0orRzNX8B/rweZnKB3Z
W7POal3TggysZmBC0ZxzDrkTP4WzEvtsKlQO3c7NT0kFMrkYJpCXSXl7MDpD3pnpVNwLSLn+10/t
uGFgsXvB+QZ4CArC9tiaGWB3FXguCGcrpEVRS127Hszq1xgu5mUxTJhJgCOI54ZM05H8o0g6NzTW
M8PnIy0ewBUIvdrzKRZsxiI6Q/pkYsy9YWhT+RE3IlFvolcUksToZGH5kaL4fkRo8ibFmnkpDVjw
9w75skGNV4ujZbQk5z6QEy+a7qBlsaHi6eCj/PyBVLHdt7CIyZsyhQ64WC+RWfEMr8yqbNgHFLr+
e+xzcp/zfmCbZkZK7oDsHhFy9bJGRlYsz991As5nb57j8ufXr+1EmwX25VpQ5AS6Vh02Mxj+5NlS
BkT1Smak5TU9D7SZQii4x8oZnTQK2sRAvW2HVus2s+jejSm086CsJaLmhBDZz6awk/thEKCpUcbM
JVvGrsYnrizLPlczsMEwDzCtWU0jNXvJibODaYc2gYB1g6Wk6Zv6HK9eOT41QGYy6AQa1ElNLNif
H3u5LFGPVxLbagYfnUN7pt2UoRjeW8LQ7tlW16EH1d7pOXbO9e9SMLtCFqz1JymezA6FlzYF2kig
6sFQsv4xNqkou3YDD9ArMUjowdfv4cTh3OIuaShC9YHrvtJI/51IqZw1/eTQ4ctX1Qw4v+WJqMLe
a6wyexJDPyOplZXfS7YkP2KOyjscRmqx++93sYJ3HE6xGooFY9N062vwOxH8GEoEoyNdsXlH7jQO
S/KSa+y9vMzJ5x9TVxGvmdTLNAYFNZifYimzX2fuZB13m48ZDRIeWg6cLHxblsqQw/PLaPh5BsG+
N1jsKiI9JvMqUvXpkjgH66DY8LazMpnvuzSeviG5wZmjZNKdRWSoP1IBCWjfzhecpLKdo4Tmnqa2
TrSqKp+Z+9ZpdHuv8AjRZjHRwlDYfOMyMDBqZnxDKAKiHcFqBcgdSduBACDwem7FmYdzYk5xQK5Q
KCJtgG7K5i0N/ZhaRTjlnklb6BbBbn3RdPN0ceYVHFde0XivJTcoJIgzt01uwvQKJyXPF9B6TsMn
nARoAiUyCO5qJmkhD5HPoXQts8NHlstDObsGLfi3aJHNM9Po8RMm1oXhgMYQRATdls9fx2Ll0+zY
1OW63um/J0plB4Io4xdjMbRLRJrJt69/+wlpExM2ojKF2gMmsC2U0+lLWokarbCytUW442hLd7LL
JPlPao9LHBStY/42tbpUOTh27b2BZeGPmRUtji6zp0tsaZV+A/BhbGkMa+A/FpSizKzVar5CuNP8
jMj+fdCX2frVjqY8BT0u37PV8+MdAL8DDMoKWINbs/2gm7CtNFIhMs8aHOkjF3AUWKaVhyalRtDE
uX7DprPB5aAD0E6N9BDa1khMNP5WV5ql4n5R8vkCSBOloSW0zlTVT8x6LD1UzHitDGRoW5/f65y2
jhrFNDZFViFP1cJYGm7mCno/K46l/UlmSTyKfoxeWsqRCOBbSb1x5raazmweTjwnleLrqsqDYMQm
5vONCFUW6TQTLN5NjnFB7ruJCavTr6i8n1NznlibUOahmoWDjDjrSJ2lagTtKC14RrGk5k6e7O6y
XMz8ybCy5EkBKtO7fP7RntWgdzNbEXe5ZkRXQjGJ8itbUgxls7zNnM5xM0j1B0lKlwuFc1d2pklw
PAdTAKMmTftFZpOw7Qd3MeqEDvwl6WWj/KZNosNHKHdXVQpIy4Idj6l2qA8oVvVzlODj9ZtLr6oP
m70B3Z/NtqSXQ60FrY7AxmqHmYkcMs4uQ++JB27KKzrIdjLddXKUXIUpCb5ubzXOryEdxm8OIX5y
MKCmtnGzleK6TOKy9BdRWATpDjPiCzNqFe3MInA8KSNvI44F1ZRsWCSYfR5BlhiWJWamJNbRzq+p
YkS+qbTz/+OV2CaqRarDQBW2nTeic6mSDfiS7KganrLCwnvLwvQ+sWu570QzcRgmKt0t2Y6fAfSc
QIHYrMQmfS7GApPE9hSK4D2XRjsjygxcmwEI6EqY6eB1+LD+IC1cM4GqcNphR57vcgcxnJuGWvMN
C4O5TwoRPjTZ0p6rD5+6Lfrums5wcfiCtyePCLQ+3TmSP2qlS3UCbMPoqVqor1gZqaZqrKa/9JYg
cbVQmcTaUnnuMzmbAvBM1iFsiho3XiTOaeNPTCjU/8FBwvVDmLzd90sT2sosxqezpP3yVFB/CagT
GofMps/29WJ14lIcIuluQMoBrr5tWpmzooFmCYVXOUAoWpANvpok2Q0RMuf0DtY6IX/e6qwSOxNY
1DohIDH+PMrjsBdhE+udN9W5Pt9hEywCh1ZieoiVqL7FDU7gYBbXGLekqkPz0ZohBlLhkH+ettRn
qmKJnxsEhITCyn18r9lVhLzK4l/6uiWt7j8ybi5JuplfF1UDeO2w1zHw5RSydWsPnWbuOqQpP9Cz
Kq9QVsRrjj3zRZGU36pTyy9Y7uQfrSku6fDlu2VoMqItnCEBXlIS8ijCrBld4qPaaF+llpB3YdJp
D8IRsoGcS0ZL1DX8dLfTEqxH+I/ArEg5am1Pqgc6c4NUxIM71U74oYwYJPdZ7kzKLkaj05NHb8C6
qcrCyd1oBLlBXS2P6KxZmfHhIH99ScJWJUnViqZfo8nTI9596iY0o8PyaswTFASlwKLlVkSSsF2A
yoHUb9SmP7nKdLLXkbTMGEvN/FmLTPPcKf542qVLBndoxZiu88umYIDbHXuWTjGUxxkeODvrvt46
467ODPUCbkmEpXESZ+a0v22xzaDi4E6DZ6W2ra3Jz4MqG6d+ES3bEGfGTWcg/7o2cMnfL6lsUped
LNMXGDkR4UnDxUhvy6eX2e9zrVAfWnkN0mxC/RDh0eI4JzfONfFXxpkd6F+p8uYm16QGGsOrBoCt
4eYm61EmSGvV2hlppfjU+obStxnqH/1Y15yNG90g0XmStccZK8zzbJOLjEDTIdzWliejdaHvTBD9
+Aoct3IarMa6s6y7QSGPpduTUsBGbFDEjaYMqYVivpUkXzFAWcCTttlT4sxPyMFp+sS5wJwWPVpp
Vr7jAZ0Tz04c7T1ZOKu5S5aldy3Z679FV/b9LnLM+Q6CS3PJShjrnKM06aPr8LOcW7XXr3/zjNYS
5Ur6W7cN2+2cZoSF1NNq8AipzwOLlEefcm0alAg7fiSRNdyiFraRZNKY0di631XsMa/zwZz2S6HG
XqZUtE++nh1PDGlKhsjPV0YUyuDNFhNBY2SHZiNIopZ6vwG6904ZSPHbIgrdlGYbXa34nF73aEom
+xTWIRo6UHYcJDYnwlAkeFHgkBAQLRWH0ErFJT49djO1dW7neryd5Fq2CrNPRrVAqWMzMFlhaasY
Cs36Eo5UEE5S807jQnlOwjj9Iek9+0kjAgxPj3V8QjVLzgTlauMmJp3wvVWVP2bbQyCcteXZaKz5
A3hk95C29vL69Zs4iq7T0VUghCKNFnY2e7vNU+EQ0FmibmpPk4gR2C9R14ykWpC1sdOVZk5ulBRD
iV8rdQnRoF1Cgv7UaaTNafcxpVJQjotXUeGf3T5N+uquGGrtzJHkL+rw0xjmJune0793TIox25jm
kg+Dt6dhep717OdEuerPbBToc51CDV8tYwHKa03m/Dsig/1lWGSAR1i52eyUqOd1L1Kw7Xm5lTdI
YpWxiA7yUOOAGHvAiQc4lOzknb9HSEKHqz2/D3ZJpNeohiHMZIMPB8muA1XPaSDZEurFPXG6i35m
u3pcSLdIxaFWuyLm8PhuTWW61ZXWmCGjEUOhH4ZUoe+iNfrOjq2Bektu+wABh6CnUOTFPbVLBxst
/juazWeGxdGeYr2TlaZJ9Ah7y62Jq2MR1QhLB9raF282zVBXNcQ+VqVLopqVvTpMO7QqB2uGh9ks
BPz1+bmZ6+/svXnra2on6iJD1/nvzfkvZPqshLXegyrG2zFCMQgYWTXfzEi3STKOCsVDPsImwpJp
OEUgYkZZISEF1cP9Ki/xRVwuh7EMrQsRxfKNo9OHDHs5vm5Ho98lZdgA1SHcOm80wk5CSns01GRs
/FkemJXe7vi6o6BoWkz1omt2dgkPoZI7cOWVrV7Zbdu9fP3gjycpFUkk6CIOvUj85c2JJU0BVArH
YGMjnPB5kach6Kre2sGWbR7/+6V4sKuvEFEiCpnPiyckm6ztEtx0vb6GHebmtKs7fOBI2KszZau/
aqnPr5IDGPJHPmHL5FiwHtT+aUl1lkTUepOylpbk6U7NOLNnw8KSU4fwlSyGBls5JfV2cEvuwDnH
x8A9Ec5DWWdUVmCYNM2ubDVyysJt/pDrvD8QII2FfKyaV1VD65/YvE47UvT7Ii6kO4rfyn1EZCfo
7KS+0Jsh2k1Z0ZMs3JfyQTPn5lCSJnLdzFV9Tj9yVKaj8QI5ldhEGjxr4+Pz71Xmeianmip7Zs3m
hxyXeelDX5LusxA9yY61epD2+SR6HMcU0ZILDshgKyP6wyCkpih6Z2PS6B7PVLmYup4weqU0jNqf
Rl2+qBUbl0EzWnEBgCQ3XtSu1n5/PTqOlmh+AXlArGF8flRENks0W8J2iZcMsE86JLdKH053dW+N
B2dRM7SWDkWSJTk37Zy8KLVTPoDVX7IFEpPD0SU6wUroSsfunmNcCU4QiBjsP/P7kk3Ls97Z9Rl5
7rFenJ/KPhfJGx4rMKKbukZSwT2kzofpUMuqC+IPlIu6ZU/volhxLsNMr7yFPzhgSHAI55VnM8ox
gIteaTEvpNK5kv9R2YIbYnRQUEL0zyZpMwloOgDKMYfvSeojdV1a/ftVNHrmozyxSVEBvq8/m5Xm
mNNtREldOjoUjgmw/xNI0SJ15TC1TT+l33U5xyOShWIS87CLqyWGQzvEI+qdvpm+saEQZQDvpo8D
qa8RyCyRPYcu5UQEhJxGUVTEcU3B5etheeplrU4C08EMYXL/m3FJrSHL6FyiEZ9b+1okRfRtVpvc
w8wZHzpHGD7pkPptBVjtftYRTcKRma7NdhA7UFPz29e3c2K6puxD2Z8i5d/4o8/feb8k4wjIrfCU
pE/fzLQADB6Z4Q85cthSfX2t48IsFSxWQ94U/TO6AOtO/59JdAYlwLfBpBI54RTEiXmJt25HtZqo
3VCU1IaTN4YlaCcbgkSR789cf520NpO4aiKV15nW1hy+zaPX8gx5KPAZr5nT4ik1mjjQodAg/WZV
rJd0fJ1pbt+RANMHiqj1/ZKULZCsQn0WozGf2RSe+Eg4OyA74A8+k22FRWqHRim1uOSAgionMiXj
woCufu4jWR/q9kev9RuFHQgi0i0C29KXWI0Hh14xR14Cj2zxqM5q+11xIpqPitQV1k7uJPAulA4s
6IayiF2hZTn/M53FLCvlKKWgXORN8PX7OPEAWLcJ3SHbHL3LtuMU97aMjpbXERkUFzvgq1dm1hiH
r69yYoRzDZ4vAALUwVu3MP6c2dITQnxmG/LTMiRE4eUpYmygCGe+7VM/CNEOJzOd3ADUwZ/Ht105
dIgdpj1yEpwrTuDIWm3MdU9f/6JTl7FxYpBXylA+6tSRPwG1rcOPVC3oZG2hO1eQac5lbZ14bhQ/
KZQzaFap7OZcVcWVancJJc5UiUoIcLIINEkvGiS6i3LmUzhW/KAn5ITPWsGFEHpsdsqtAfAnpn+O
2mnkeCBBWy1apbwrCzCmeaVABly0xbfLyrpRNbIUs6qUvDDSnTs6ipLfywPb4dbpHiaEX+cqECce
BQp3bpAuNq277XKm1GgW8GmVsEDbsHfpWckf6hKZv1aFhn0zh+wZDynW5ds61fSKaPByeORvor9p
MeBCAE5yQYi6NUFO0VRWLLdFgHxOq3JiXGBUXhXpaC9WqPjn4VdFCTVDZIceNYv20Kt48Rft3NJ+
XBmnwUSNlvlbp2TPX/X5KmS5OEhE+5aYrha0/zABxq2X3ldJCERVmyS+BcrrNq1EfFvBys19GOfx
G6jc10WRNN+khn1ujls/rM0cR7iktoIJTDYS24Cfcqha1Kw63KTKGh9qvVsRdE32B4bzstPHub9A
RBRIafFBOMLwP+yd13Ld2pmtX8W176FGDl1tXyCsxBxF8QZFidREzvnpzwftbVvkUpHW3emqtl12
bVMU1gIm5vzD+L8R6JNTbUfKQh9saMeDdMwekP2uqwTt6FGaL3ehhCZUprw4MtlJM+m7M9blFlwV
HupQUC4bqsPXhVg6qLywSZNhntHEj8+prV6pI4weuxn0741cwxhBGxOYdbnspy4ClVJZ1gfn4fqk
Xt81DfaLvjaW+Dev+OsnCerWMaqChyhJyGC7trTP4Kk6J5k24YPEbNlWykb7g4bPLy4KeJ83nbEJ
PFb0N4t0qYqhNXrIS224sOmDwTqDxtNt66mcvTqUCr+kQ+i9v2MeF4Mx5WWBYPXG68vI65sIeYjM
VNX7tvamJm+/RCyimxKR3INdjfo5tEewaBDgnCfTjADMUm1RFa8wAF8xnRxm92bURV9bCC/nqAjU
VXNmzV96tTA/f/A5f3F3VnUKqhv0OgRJ689/ipBqZBB1YlS1pw9on9nosfXLFH15sNVG5JxZav61
0pP5UpHE9HkGRLeOnuu57YdVZwQxUn11V5Z5ngQN0euhCZP0BSJjDt8omQA7v/9519v2ZgWx2lH0
EDpS33r7ca1yrqux4OPGmdb4icxAdMY41wYDcO1uLFrt0epiaNIRSrT3r3y8JcPjMBUFJQ9Rgmy9
uVEZI2TrUOTaU5BHQkgRnYuOKkePqvaDU/1XlwLlsjbCSIQZ1nv9TKB7UxfUqOIMjLkHgBQdt7KT
wZ3h237wrX7x+DlkQKwQpa5KkTc9iwijQyHJ9CysEjwo4vXS/rpoqjhIjjxDAoaEjRZcazCy/+3b
yWuxTsARuFBDfXM7QXplAA9lwC1KUweiHRy/0IvUdfRBfBCPHYsDLURgiFGQ0SHsJFR6fT/tIkHh
A7zbwwi1sL0KRfZL0TCot3qeQrhNJ40EWmU+0dlMVmiMgcXetOyqzISoL0mAMF0iOmxnmSiS4Nvm
dCnN3I6EBxWvUfcCa0Nw26KvA0eodejjzR4+VmZSNO6AtN7BJYHo+4M95hfPjlbxOre9eq2xXl5/
rap2UFHkYeWlkxHdE5H2J+sA6qmBGeE16hLZz5ckuXr/uR0f+YRLaH1J+slp0Mq+vqgtqOzh1wLC
Bef6oKIa6WrJKP9+eMZl6AggKWYIDOTQ68tMSj8yWucwtR3PKiMMs3llTgvT6Qyr0I2kSbsHrsmU
oV7Vh0o2ahZsgpXwWgSGKAmiiNDKneM23CqjSgn6/buwvhavtyEdSRWFKmQvK8/gzRtqZzrpSyUz
2oO/waOZRQwkgCbyZxOuq9tlZrR9/4K/iFcZo5VXghw5EU/8TYFDwoFjxuWg8dTIlgfI0Kbj4+lg
OCB7lMXxkmhkwCDCXVZ2daFZm17p6wWWXp1lEEZDS7hFm1mPkZynF3HY9gAr++yDUuwvQjWW2SoE
B/OwcgTe3Be2fTF0EraqeVlrAZQ5c6PKaCsSiCOPRMtRwmhtY2P5rNcHI5vGTdNiwQhkXlwjdDVP
aE1/JII7hsHRL+NJ8ZSI9Eh/32w1uVQo8IdVwD2Y+1TMT9rWt7SKki+RUS0vZUpDeONQogmDtGII
JRjKvr+hcJWXmzC0cVDIaKVAj4Bb+VlqOu0ZyXur+3a7KLI3LWiJFRoQ3z544McRJnEldQPWGX5t
SBVevwFjjchNbmQJYMqA28jQZjSZZmPaq/WcBsh9dcYao2mjNOZ4XjtWZ/iDXGnPIJHNzfufZb3U
69W+7pvoyX5ECDToXn+UCiQvMTgwylZUTwz5KidOr30bp7r7oK54vLlwoRV5QfGU3pq9/vynYESK
rDjHNpQLNWPoKUqa0PWlb/H+1/nVVVA4sUoh86w98NdXadUwieqOZChtIxbFUNjBVMJ/fv8qxzcN
lyGaBcwdsvY4yV9fRR1KmBCmknpxVDbeKpjcQMIUh1Y1nt+/0vH3oT9gamwOq205UdHrK9XkzSt6
HmvYtChOHN2gpo8TQvD+VX6xAyGo1qkjrlEQYe2bnb/DjkpT6pB53DF1zuJqGl8EQhG/acE2jSzN
zyLrEpeZXFyT+2XwMqUffOirtSeKho4ndJ2TTMRw4dPe+uCMP77biLoUIlkYJhBf3jaB6CsoYZhl
DJ/q9XOYZioAzFa7Tuy0e/zgPhy/mDAwVvodjT60y29fTA36D1tIKrmgCTtev0VJ3URR2wPizyQY
kwl3eokzzUMNq/qhGbW3PTKde0Jn9bcpC3T6GD5HdKLAyUM39vrRJwWJ4UijiOMuxudOXqa9qYr0
o2z3uDdDdOiQhiPtX/2U36xlIfUzeiNAjIXapHcOQYAb2/RnQC8jYtHlhAoFyPy0G/pnjezSB4Mx
fH3/vh8/YZTRDN/QCaOvDeHn9VdljJl5R44s5h3MeBPNJIsUN3oY/fVHd/UXxxjfkYyIk4yxCy76
+lo4+LHn5ngY2lGJHZBRZmu1Ps465WQojQJYb2QY37NysWJ3DWLO5pnj2QtlHfGUjjMtfl3yQDtk
ae3E+iDs+9Wn4zasUfMPpf7bh17MWjgqbZ5TdekJvwaIjFuV2d/bDrXlLVj35pDIgxx7QmN6yc5i
sYXTfW0XNiMkM4nEXmhACz74WMe7EBpgNPY0GAiJeDNe3zOMJ7JI6tIc+5U+Q9um53sTHPfvHkVo
rJE1o2Tnv9cF8foqypR0Mu2twqMvJX2tsrg8oZW+0O435A+KcEdfiEutM5HrJk7J/O0Xgn+lV4WN
IMUZseQbEk1sydp/u4JLcwIdrLliJCA+vkU9FaGEVeEIzJ0JhWqH4gp2d2Nb/vsvz/pyvDrBiddX
sguLhjf4qPAdZ9YyhbBvvcwuprs6jbU7DSbZvaW18h4dtOkKU252E3h2GJdL+ftPTddMdHjsHT+y
zddPLQ4HpyxMcizEKmux1Sm2ld1jEFNi5PT+Nz1KihCDkMny2FZrTCKn15eiYpBHUguHQ1VLwFW5
W6gKFlWHiEhZ6z4ioiJMOr6zJF8MJvIvQqS3YiB7ZJO3azxByM3xjRh7oHse1TQZCUqhjo5npBMe
ElOuiQuzzzGxm1F3P2UNFTLXLjX9ORaIAreRIcanpdPmE3rI/bYGh6p6uWKqaOfzgiNGVMbM8D/9
7wWJjrN0bMYZos5FKP010gezY4Kklo0bLCV63WX4AKEWdVHctyJlbm6jUO0MTxcj0ImwGyHdWc04
5wfdUtFpFmx4HtPY0NhkIWHE3I2Dwhxzp6exH5mlet5KTpjAAhnakx5eEgj8IrJf8mgedmY1ZRJm
R8kCDB9dKcPSg9mcr1ynBKrhiOGi0/Ra5NHJl54SKx5PnAhHHAbhY431IASW2f1oSY8llMTPwgpV
mtjN/NBbrfYsklJ6rOTYKED6GFHp9mpqOey7vXSOQ66Ev7o+VhADiUjq02Gl3fjV0EH4JJ4ByZfK
CxgftC6JtF/kKN5OOgCebS7MaHFrtYIBaZcVw/54yMm+1KrOY47fAF+QYbGHCtNb3ZV7GTMraWaK
66KLdDYFBU4iYrx8whapz2bTDHqjxmsqSxY4zpBreUwTTunJhm5q9WXIy1wFet4uYLq6ZLrtslrV
fQuowB0+DHnh906HYQnq28ZyS7Totc/QCy0HQ5mBF7WMbVfuOFf9/YK94S00dLrLSVV3xSZjlQiE
gNVUBg4eiuVhqUAXQektcvoBPXxZPAoorvsD5O3BZZWZhg9Xme4ULkK4XE1FBViO5FGdfHMdV/NT
a8mek6WdeIng2quumGzli6YgOXGFY+AyhISqv++dfJFhCw5EdZR+Uxsjs7F8Rh7RTzeO3Nf3qW7o
aPqQQbFCyPpOKdDLitcpLarqmIAlQhGlDZdyB3LRKyKrWYflbUAc+RxVq+V5CkSC9ylyRThadxA+
ktLTIsc+r5ZmONW4m/x1llhN5bRBX4KFGUc8cetlREqerSYFLERr1dqlGJqVJdYa1GXZ8t7feI63
WA4mRVmj8LV09/Zk0hEBLH1GsKvUDMR49HGjjYNM8LSOY/1qmYz5bswqQCW4Dbo5lZUPIuBjWeLK
XVrHy6gGKWt683rna0E9OdVAuS6HaME4m1P4vLf5vjZHGx3GYvpqmgxbYL+ap9m4hjG8TPHGRpql
IFFxiePjgC1quH7/xvziHKUEqjH/+Ccv/E1ggJBpoUuvg12XK/uiLLLppm1l54PbfxwV8fXJASgb
rYMlCDNff30KMWouR0nuSSOtj3HZhLqDKbJ8awhjYxXGPVqi08ReoEJi+jrryDJqIV80+fBB7eoo
UEVbzeg4UnCU5wpB8+sPoqiV3Y0qU0yhNodfHUwh/KJc2pPaxN/od28trwL9BVwFCNCpC72+1KjX
Y0b8uToXVNa20rLwe9Vav21dQHtvbS5RQ2VAhdX1+iq6MxtWS0cJ58wu3Yy60G/juBUf5P6/uG1I
a1aGm0WJi27im6uYEzluRX2mCYcUr45m2WBvtlJPrQ8yuOMFiUhr7dyh5PmFHqbR6JBbGHN7hs1L
kcbWvAkrJLnvP5tj2Q1PBFtMmoPQBVe5/esv1Btt1CYx/u0ODBLckgrqNt4ip4sd9GERVm5ZT30N
mAVfAldK5vFzrZlj6U3GmKyg+brf91qfDR+8KL/49rwl6AGp6LBPve2gtFGd6c0wghhpCjNgKNEO
UgXyzwff/jgu4tQhKqI6SpH0aNGoNA9jtVzNn8YYS4MpSm/gyjBq31X1hkaucU6x0LlSJg0b7sJg
RE6Vugjvicq4tJQsuePe4J5Gvd651TLHdCm0j79/K0zyWQVlDjwSwv3XTyhcpqRJUppJjsDqRJY7
onCHaZn3b8Uvbjh/+4/SLXEpSdLrq6Rq3WLOSeXWyhQs5Zx+PJezTPlguf3i9UFihKsS/1qLr29e
UqNPzWFMlGo1vGmg46C1M/K43mWhXnz0bI8qIOuM/vpwEU4gdDzyAQjLkvO8JpuwBvkywjnmPlmc
+a6PjWin4ul+2fdKeiVCEWNhoZqf9SE1buuBbPn9W/sj1X2d1/BJqHqhC1jdW94+waiC+h3G6PFM
2GLxYQ4X+SFK++4ruUiM6ouZ+dYd67GwT6CCaffKWCfRYTDjOfNyu9NvQjo1d0paYgBYpL3sZmrZ
7+fOmqIgg9b5DSArmlKVIu9J5sxVu1mWUX5OuxFbVOJWqupJleff7XBsVL8UJQXFWF/Mu/e/5/HD
pdGCuJFOg7KOcb9ZQl1iTpWC2NADNZv4HO063OJEfVCYGPngUsf5E3PpsFBJnlAvQSB5vVoNSsiM
tHRcStNi9dDI6mK7VVLq57ZG42xn8T9ow0ej/shT5BdXZtKExipVHuoHbwXAZlPP4IEwF5rUsbsv
EuDXmGu0G82qtUc1SqeNHtbp/ft39nibonyGowPPkf1K/tE6/KniDA67ZQUBRLWXFuFoOBrGZ4he
xlkbxguhRPrRMPIxJm9FzcL/pIBB15PH+voGp+Q8cqYzSZGmSn2T2wsmyQpzntqmFnav7WehiQaf
Nk26jlSHkUE7rbIbyyl6LMm6LLqMx5Bsp6wkqF4KOtKbFKy3r2Em2iI2gCS7p/NTfyvbormOOF1o
AxpR/AXHJgfsJ25cly3jz/g8FjSSsMOSelfrpSQLKlGm6ekUpqbkYgdZM7vVVw0jYbaUK76pI6bx
ScP075I1t8UuwQ9ad4l2YcjWDUal8ZLOD43UWNEqbQz73SQIE9yCZL3/3d0OTQWv/Vo4Wd2h3gZ7
jYEpKQaGeJMtbXtKob9nXAEDZZ1JBf/9FXKkOKBkYa9qVR4a/AFn3d5/WiGCUStbjoeemraVnaUq
g2Ero6vZ4U1S78i4BSMUlnoelil0wPevfXR0cG12c6IH6n30rd+sFea9JMFEJfgUJsIOKBCYwVMd
7c/M4b++Tf8tXsrLP/fL9h//wz9/KzGuiUXUvfnHf5zF33AFLb93/7P+2r/+2Otf+sdF9VLcdM3L
S3f2VL39k69+kb//r+v7T93Tq3+gaBB381X/0szXL22fdT8uwidd/+R/+sO/vfz4W27n6uXvf2Au
U3Tr3yZw6fnjrx/tn//+ByLMn274+vf/9cPzp5zfOyuL7qV4EU159EsvT23H78ufNA44JFbMY1Ns
Xc+f8WX9iWJ/YtSHug8sD/YOBEZ//K2gKhD9/Q9d+8SEJScxHWZAOARbf/ytLfsfP1I+rYUp3v4V
s8Ke7vzxzy//6jH9+7H9rejzyzIuupZPcyRvXrECNg1NhXyHzpn5piUjGZJq9IiMvUyj3guVo8G9
pR86vUVJPkGInbpqetR5HipcjplKh0iGDPkcIzNih2d8YgbVDIsfB29VDgphm6cEae0SJPHcYd7L
DM2tri6YT+ZmYz2njN45HqVnJzs11G70x8zIc79WM/RDnd68WPqkTltMoSBJznQkcV1pmJYJo4xS
ixiHCx1mb4WlcIgiUVeS+S6bDNkN43oJXXatJdravW5vymFpF4+yjnaX5xKthSLuJwNXBgQN7jw1
jzNv7JmuCRuHu9Zq7zQdVzxP5w5IgEp0bMmheUqJl+Vg9BgCB0EhKUZVuRVyl12iSdoVtTf9xcRU
T/IUvSkPei0BMpOiMs79BS/bLx2EoAIjCmz73DCxGJouRvSogBeN6hR1YHqw5arqz7O5U+2tVZfR
TmsyTOqchebCTp9VccucmcCoq18mFwNZdP4WIKnz1MT1BLND2/wiZZ3xuW01Fcx+P5cnFGqxSKxA
iEKBdCjwoLEoAzQMFWK1ZK4o68hrFVEfVYomdoVpcsmgzl0tmZmKgd88C1cY4WS5DiwwAVDC5ktU
+px+T3s6FQzvphdi0LWvRkF6sc1z22BYvewdE7O/3GnOZobEDmpMJYHH2ys7YKCY4tjOdFViD9sH
uFDke3UVttN6AMsGnaJpL4sSYoLTOwrPOUpPbUmPP9dK5dybaidjuRPK2sHqe/ilWexIfJcMT0c3
N5xrC6rbPQs8i9x+MJHp21I6oJ0MC4eRxNDArb5r0qY5T6eiuQSSsZyo1WJPvhOXA16vLD57L1mV
co+sTmH5Yx8eZONoikAQpSSBCDkbsL4WT7KJ+wglvlG5001peIrJERe/nSiHbrJaUOxibLwzMagT
luEiwpUS6F5W80UGE65TOOunM5FKbURHk2EfNy3T7joVXXiGhSOaGOHoVH8LG5yjp5Yx3lCFmTUe
GHQMxKN+odQm2X162TqFVXmocws0unKFuYm9RHD7O7XRJw83Bmx0qWJzBUNiK6FcZJrnTNJZoIJr
vbvQk6GUAuqdQ+PXkxy/MAMblVQ3q+HMkVpxQMCj7CyVU901S4xnfFQOTX6Ailvt2xLE7MbI8ZLx
HJA41DLpVRnu0msIi0cQmcBBrrB/kXWXMnEDST3Wc8PLo1a+ymNZLvaVJk2nObofFnEhY3Ks1nSs
bhH2gzBhFx3+Kq793xH1B7y6d4+op6x7+vl0+vHn/zydFP0TQ1ycNPSnZJXckvDhr9NJ/8TRsBof
0rZd4U//Pp008xNlQmqx1NyYGMAz7l+nk2Z84jBbe6zUZ4mv8Cj4ndPpx/DBz8mZSoOOM1L/AYak
JLYG/D9FTjI6OYm3pXMNLaZfbAXqqPu9QeRp9ldFNXjx/NRp2qWSPS3Rpd3f9eW244wy5+hK7pOt
liD/Sk7zLg3a9mYMU7b6XSPfExnuGFtx41wJCM/o9Gd+uOxs5WpRO880HpbqzGQrXy89VrccSB0y
jOFEqr6Vke9IgTLvxJ05XcnZ1mpuyxwLF6xnp2KPz66rUZih6YJVFQOWu6XOtma1NUPhZVFzKPm/
LEyGzHhvc/A1qnDlGp/w5iXLE78hAJTby0qkePu+6OWlmUduXDc3Q5H4aYUVkoHi8GGucugY9Vcy
OtA/856xYVdnXHgUu8bQzlI537Cl0jJ6wEqdlq4XI6iyYpMpTNU1Y9PHzL0cnaCZNU9Ov6lVdVoa
N3KobqPhCZTJvWGLYArHjTEvrauN5S4P752h2CiV2OA5eiIYQ7I0sVEmZS+VAzex24zKsCmFFnT4
TKZWtRvL2Vem79OYbxlwrayrOX7UGfyOJlcvv/TiBI9aeCeSK2OsPTfn1Bo8zRFBGHbeGH7LVer3
kwtuI5NflOWbvdxKzpNi9l4HzJbj2IvmrwZV507El04Y3fZ2FKTWzmhE0KTpVm5nb7Ie5HjZz5An
+moMJLjhvdGdYQGJtGQbllHANH2Lk7FTZJ5Y0u0g+oup4Jajy1fbaYPNm9dHGmxhylBmHzTVgPls
dY6LjtuqvqKWgZyNQRRRI5BUDxJfENVPBVOlUsLSwd9ePhmH6BBH7ZZeCBDOhBZKfALz2VvKG434
KnkmveFgpnUBcEzv9hMd+aZ5lKfYX2E+hTEzTofgvTB5vtp2alnfBtxJi46hFrkFf5Um2r3ZbiUy
tYnOKJXpUzMfTiyhuUWog1aNt4t9gdra05jaisGHqdlBmPfD8KVaSEays6wN+aJ8Bt6E9YrCeFT6
3isLmgHFl3SmfzSxUrV9En+zwB1WDcPEGvOwa+8LnLOoF3+QG3eJaOCFoKl1CRiJttHjZVdEnZs7
I59eeIsy+XGHW5f2LU/jXZGP+MAUs58BCGRkYFNPimuOk09PkdrQpbkq/eXTQbmp0ukiDz/IzH4M
kh1tMNiqqerKIZPf0mc1BlKcqENyoWbf45XZnN+lI88yzDfm6C/qpdA0INU4ATD3iEHEfrbAXg8R
JuLTRgrHbZmFm8msNoOmbAZBE5xB6DDaoOfi1yxITF+L6ZoAEpVLxxlLV4ffIQlT6ILpc+bL5Wbk
iG1SUKfDSRldL/WmtCRvhYDMNjEoTuGW9oiwWtUmTvp7RyoDqqKeOUQwtHnHa9deTk0dY7jYTfDe
NukT5KWftfsketJwqJ6JstKtNBJJ2j4KDg/BimuaF210nXcMaUzbn46Xv5KMn5OKoz7Kj137p5u6
Vkx+2rV7a84ph3FTl+xO7tJLTMr8CGLiMqU45D3OFXMK8oNpcVO29JUDvLA/eK5Ho+/rR2DMjOFB
FG0IXd6kNcUgSQjYUjrfihVoJhE/TJXJF+1lFvmJiUDdzVuPiCkwmkC2PUO91s19IT3U1n5CxVle
sFXI6r2MaWwfSPN+Mk6Evc1wyjVjVzZ3lUw60H8wZ/K2lMSnZiSYEpK1fnKKBq9vnMKKiRUn693G
+dp3md/LprdYpzNG2+8/orcViT8vRPLJ4BZxsfP2CYk+6+WRjIa3TM18TBVyAQ9/G9s7UX90Levo
a62VR7RGpLOgaMk0X3+t0ZYnSQ0jOPLSqV2Y11ao7ON23OEavhvMAdX+4uN06yqJ9jBWwDwNbasA
CAOhn8t4zZ1lluV2Bc6E6Zzc2biWK2m2EQnd/Cz/jNjAF5zzkAo5O/NdVpQ3icj9UbuPeHnx7Hum
TwGfHglBVu/jQYYtxG7er5nc+dh+U/R42xkzgEe/tcezyWwO04UuX9VkKpqK1/181UTKqtLyHfP7
bGjY1Due4MWUrBRIFwL9GdcPFNROWD0OubYv5el0yjrSU7aScQqg1O9UcZ+Z+CRG9b5qhC9F0k7Q
ZVy+59KlSNtDQ97aWjSUVFhxk98N58rgquAyRa5CeQISxoFo10yvhbdyto/tyjU6KIgkoTO7erUZ
GVpRrNZtuA3Wl0E0m7H6LBn36zFsNenWmD9HuulqNSqzfNk5UeMN+k1lzVBNJ3eWz4BPkVZjwX6a
2rVvLlhvSLdzEpNoPc92fpDzwEyMw9wPWLh/t5VnqCm07AMJd5CxeOrT2IusC0u5TvKLodv18p7U
ZuDkMEEx1dJnAdJFrn+cAHn5uesdv7ZJyBV8NGhxtSq0e19LUjQSrZuXkpvZPSq5eYvjom9iZmry
tuoEbZ1NHWtiBG1i96TvhX0qfpe1LvPVHbcjT64XkPBLfmtn3ZYUmfMzNvDXGP3M0neTHvtth6tU
uZv58lpauQ5H27LyoZJvas17j8f5AjJe0TwnxtN0KxCDJqGyteZv6H79hIBH4z0pVfZ7zj7mCg1x
Ct3MLzHM1onNuFwRmYHT6PsE3rPT3KOGOIzmQW23hbZtI8MtytQNzXslFMHQ1zvLvFw1N2jFd+uR
imEfOojErwhkpKLZyYASssz0HPPciJ/DPrya0iDMDN6ZbsvS28jpJlcfbCYbVINf68VOm/StMGxv
ME4Gm+Bxjg5G4uwNxqpG23SBXLvREmPdiHSnvV5U4ybT7gZjONN0FIiWeVCqbSju7KigfKsh3Na8
NgoSG48LFevq8Drlm9gSzRsFm5OrukfOrRF9jd6AmlOXD8NMSBDG7mhtRhttq4OVBlGsmn/vR5N4
xAzsUr0u9AanXPy98pD5me+lvDO76wpjkkTzf3QxNcUddSwnUYY44iEeRtYqA2ZUi8tS3UfOJeHf
aL+g2UAjQlznML/KEanc1/ZFb+CPsew0Iq5c4xDPHQ5q6daIP/fTLSNaewlpuDNGN8h9GbMWnlJ0
XqNehLIUWFWz69tvUsnz0h/GXvcih+7iOB4iuIprSDkmbdA7RZC3A+Ni8BpWfPbnKq12KrHmnF4w
CLbp+i9yHN3pq6VQK3tmLQLiO63dSeFZ6wTCvh8sTkrau7H4rlaEmsbsybHlSfiN2SVNy81MQDp3
WG8Y5Ba56Y2TxVK9hAzgaxNrZb5eCEft/rOlntGvctvhc0jKr8esS9xtOhQtTPNTVJjgaDyU8qEl
80fDMlP7IOcvCuRcUrfR1Etll+Iap+uBGt3XUnQQAA7mMr13GHAe4bTaMfN6BB+9kl1YlmDUc95o
xbKtUckZRRfg5eoOPejJKAMVGLsTgCoonBe1glutOe0SJ3cznGRpCUwrfdTkNW4eRcP0BDajPC13
Gu/75E4pvhfEStIPHEjmQ7jZhzOxU4JbhhwsSCiTm2x6xtyEwR66BHnFpa8l6JrdvByi3MSmp/Jk
DKag5sLa3OPZ5GJ/5ZqNDit6Bx7Op7rqih69FLTmBca5XdxwNLRK5GZddiuPJ1HDKs32g31SS08K
YDrDzBCVdb4CUWakoEW+IsQcmA2fFIG+bTA1aHwbRxouCq+t3Pgaq7WTvXkCY8XlGJXcsJA2EVGt
QAHWcw6lZLY2g74CsJZqQT68yXVweiil8Qc6JBi+dEjp7EMfKick5FsBfhmrDZd5u6/2chic3agb
Xmqc6ap6EnZ3wBj6MXNxMcePeZC/jD3HZoeEqCEFK/aGfiEZ20n10vGqkfx42Al5W4UHvUMHdTOn
QC12GVGBrZxaTeWrtPEc2dm1+J600ks7PYTkXsQ+jpH5mB+zF5yARMTaZDvWj0txX63XybPzvIG4
hsHuYNSPVMa9EMFtcl+XLaTAhe1F3bTTbWOJ05hp4oFF68iTKyeqWwjZ66eL1Jj9cew9i6GEubLO
JfLvDkwP0ka3GcpH6D3poPrSVJ9QegsyRqbJYdNAyNOtUu5L83xIvwzWo6Jmd8y30Af8TrXJnZcN
nUh/jkCUTKzTZRPhJbPIJCaR6i+P0wDaHeFP4YUkRFG81/rFlcLABu7RN36o5/4sG+5Mba9I2Ykq
qrtXCw8sAXVGk8mf0EaqLNWpB3RN6lqZKBn9ifE/GAs86G5Th6VnDcKPEC+ymRrVNu+03aDcLY5+
pZZGMNkUB810mzbDZrIZ3HSkzzVb/VgOm5n0Kqpupva0R/hhOYObhdWpkt20nModbln2iPeS9UBy
f84sPz3eu3B6kaT5vNXyvaRTVFR1d27T77Th3LrDTSfaF05AVYIH80XSerdznKBg5p/ZKg83mzPs
kCANIydJkbGHpPO3o4YYEnPoKe+DViNfYVlXWGM11NfX72/P5EeRcBW9cE3aCWWNfLxIbmM8vWak
kPaSHpaG17ob3XxgPHWSAmbOpEL1YZB7eBXk3B95CYOGxZ7k7CPcXY1vaIQYVi3FmYpjkhnRYOeI
yQbDlQbOcwyySif3C3kX5cmho/aYVrOfRnEwZ0Ry5clQcPgiOUh1gpPRm2Mqkjhxofbyoe64Xfi9
nnK/VbMdhCrfsC4n51CZjWtrqRunfBfNy/VlK3TJtyj5pKqxBfhA5ZvKZ76camT8Upi8DPBTB7y3
0rzaNhoQrHY15rHPozVK0dqLJJ7uNIBnsb5T5nwzt7jLZaweuTrTRemXoU7SXvppfz+F+Jy3SWCG
6xymO6wkgmQ6z1LCzjQ/q7qLHE0p5j7BtGatU/GkJvU5PjR7hiyQCEbYNwwEEv1zy5Y5mNmhH5S9
MMXG1kfS1cab6stljoM2TzaJuewdAlFmVO1KBJaZP2tWtBnY9usCfWTz2E7TRp3wfOY5lhnMH4vT
ARxcqhJ9co9skDyDtGEz7mTmSBd/QgkjpHijm19y+6bvdG8QHH/FA6tZZzprlrc6jIkE1U4qoaMS
kZ+Fjy3e3fBr6H6QKpeLP5b3jbpswM4EWXm3FHckBSo6CnmBlpgt7GGbpgIib22L4SxfpAfRpIde
V07q5EHYD/jE0YUftuN8pq3uvU6bXUhjcz5q7X7p6m2sjluKcIaeHQZCp7yIr38kW79VeaYEyH/e
9jtf9Un/s/7p9qVcO4/t27/q/8PWqbJKIf7rn/Xfo9bp4aVpX+ZXhen1F/4sTEvqJ1kF77TCS1YR
GPMa/6xM8yNA6LBkKA1DS0Mf9+++qfMJ9i+jf8hnsUcAOfqvyrTufKLuTT3bYrgU/gwVg39+sv+k
b8o1qn/XjZgpZvzoh3iJj7AO879JoJEmpDEWNux5Mh/QXaSyVbFbL6ugH40OKzpkFydtOyPjnTvF
7txaIZaRSQafMfeqv0xNEq0NmvQ2HHl/6dYlxedGptyXlJnzRU8d6zImq76RwZmj2iYC0SMr/Pb7
K/M/W3b/29r2qKjfW3v7by/ZU/H8avGtv/HX4lO0T6sCGyYknQ/matbJyz/bIpJKx4Tlg+QPehtt
85XH/1fX3rQ+reuUdoXMb7H8+NFfXXtT+8TkG7wSfgecGFSe31l9a9fj58WHHzIFS2o4gEFoLxrr
4vypvjY3M4KjniQU4sJFU5YimJN6+n/cndeS3Di3pZ+IJ+jNbWYyTflSqeRuGCpJDYAWoAHN08+X
Hf/MtNQ96jjncm46FJKqqUySwMbea33rZNJlOGQracS1S8jhX76f/7wBf23q/dzDiRBeMyZCLANT
CEoegNqfrznFkSwKqYe8Twb11c7QVrzZg0eb2ic7UxL9/nJXOdrPHzGmf0f3jh7eVVT1i65yhErT
VYEZ6HJnIecvxu7sAbRLSx3/S3/qHy8F3/aqWUNre9V7/PXbLIicctEaDrkAywHnPONwHuJWxIPZ
hVX++8911b797XMBjMIECwOYFeTni2Gs67zG64a8C/rqQQb9dFJVHXwxZdW8UL/Fh7729bzz46m/
ZzX7t3Slf7qNiMYQk14B43zen69vXbeIcdog74zT5lZPw0Yl0fd348ZgglXm35An/3g9gBku8vKr
ifmXz5sVs/b9JujzrSjMu3Qz5j5eAnvrzml6m2G2/f3X+8+XY1CM8fK6NfzSQDXNlM2RoKOgEydh
Tlebw6g7fz/wqJ3nLK3P//3rXSMAEFaibUc+8/PXOawaes18bWGnCzR+EXtP7lxn940vzOPsMwj8
/fV+fVaZUDAFRaVzXYFQHP5y++oonbawWvq8LbfwCfN5eaRcpWpiwvP595f6BYuMY/GXa7E3//W9
yPwZ+Ehg+nxq2+FSxRzgRI0G2a1A8DlCTA9C+E+IxO1z2GXubdbN4bnCbuX/Dz40DyyoLDrjKK1/
WQvQRVjCf/mHrBkmpzVxZqIQpLqlbTa//f5DX5+Pv76efGba4YA5WfRRnf+pvPzLyppGzDejTZo8
ktm6UyoDtc/E6mVc2ZURns/fBD/Y5FKY4vj7S/+6MkAdjthysAsHCL+wWf78dWuvysxK0FTefFC5
8xD6++mTc5rWw7+R+P72GVnp2Nz4LFeTLZP/ny+0ydWb8fnQymsGJoxKRY/aC0u5SxKMcE0mkgsw
/wAfj6S7+vsP+Q/X5sFCDudfQRpIBH6+tlVgKmmVCOJurboNJHjVLZqWOzg48EuF932WDEDF1ib/
zXUXLTIbJWEHPEcpG/H1xfrLjZ3qsEVmKuucOLX+zEUQmWRpebOalYMYbg4obI49GdvGh0AU5l/W
ib+/TEw94KhTEvusu9QOP1/fZFXmlQX902GLtqMvgm0XFMjCA01oTe7XMc2+YI06AtnH9AxXdLgr
Me3tPNn9G8z17/eA5m1wtVWg+UDX8cs9GOpWuXI0Ol+wlu1xl39XBIrvTSzbk0dr5QAUKGOY7/b/
8oT/84XhHiBDRSXyq4tBq0l4cac5uZdec8yyLiNWt25PG0TNB1FO4euy2nepdNV/c4fHc3QVSzPh
pS4DdPDLSuauhecpUijyBEYrLaNVH92U8d+o+n/LMP+Hz4h1mPcXGzsb3p+Clr88Z+TMlKPt1y5v
zSLuZplFxyH27WUIaTYQIRU/0wpPX9os+je4xt+vTO2ZUhkiy0mhR//yhAXkBy8DM708aGidFV3Z
fQYg/0GvYXAOOkfQ4eMpl0WbPf/+nf51z8UnB5D9T4yRm2CG+uV5mpmYIIDkXB/BddqXc+rlnMyD
23QNnj3MMJffX+7P0u+nNfq608KOvu4GV8z3L9dTneNnphwcZkXe9tUqIrATX9LJwhTsntOl6O+K
2alfU2+ZcPGW8i5d63EvUkbs5GXV+57i4xQ0zbjrJ9izu3FK+9yomuTzcA0vetbDeweD01n52fwv
6xBF5d8WelRTwGP/LIooA7NfblQCMH0UGG5pnyxtA4XA9tsXL+iC+o+wGhvzkOB0Rxu3KMe9FaMq
g7wk2Ss+2UgG9Ulvs1+elnlZaPqpbutpPgn4rgd3Knz1ZYK07z5AYQm9F0auTbYP+0Ev+8B0BASi
f5TDuQhNG32x/tq1Z5fk7ArP1NojdSo7ZP15k9TFdpNKkrnPU+BdO2W0W8YjUsC6eQjmIP2KHamJ
P2JfluJeh5ZGccEYkuxjtOagLcZ4estwaPo3jhQWu/Hgu3vt9GQYtTyPau/6ZnsngmWqEE0FgnES
6aRhvgTYGnbF0BVPJpCIaAjV7Pxjm9EpQt4zhz8q3S3nK+Tw0yrQcu7TtW9JK7KZeOUEA7Aiacb0
0Fk9p7gAM6d92mQwTxdHmsylzdYADxg27dwZ3lRxBCQ8fM1CG+ijZHJ1YlvM1osRJaOCdrPDdCKW
BhN5wzi4Nwl6pR6K1heGQMbeiN4BpkfoePKwpIuDiJ/DSgMeA8HpqWIW3LPWyESTrR449PXAnWCN
t/zdfFF+der9VTFTU/7wte1pJOZh4owfSMkdrugZUkj2ztiL5VISyPd1SVv7MHVJPB9nZywspP0F
NIeatAQii46NsGtPTzMUBpJaayC4d95mxt01dRcpEwyRhxaB5x9B5I7tye+h517W2CFgnc+t9H6b
5SbOpD/4FwTXsOjwncj1MEkXOpoUzMOgfmXOqY+iEdnX5qwlIiLVQMsf1zg89IWIH5I64zfifjTq
oGnUlDkQlx6Cz+wnAKylTP3jHC9JdaPCEku6ZNR7ZGcO6AFTdYnrW7kwmSEPvsrRb823SyiurHPU
USMCp6a1jJ5MCGVw8XBZZV4HyMVfdfGDdKH5IR5w4O3LrOrnPA0c4qYYu9r3ge6BpCutqZSb2ZdX
zIxDNGkR2+4j3WBf5WE/etjXWXHaoz9v85N2mr7Y9/2IbG8dCqZjmxq7d3g3nPrgjb4on106iDku
3aW5dddNNafGL8f0cey21F7wuQ8P81wE4taAd3lZ4sBxdrIj1iV3V7dIX/TY9nfIiKCcZTLpuEI/
r6iESjsxUCVhirmsVEF/6inYTm47ld0J+XXxFNY9IW1s7mUHV4ygAGARg6FSbbRL4Dh7E9BNKCfs
ArVbvmKTLz6w6VxZMtJl3pnKcfoAYydB2TvG5JY2dU20Sax93GuEanVvsRjYSCghnXCXzNmqsFuW
xj5JryjdZx/oscnpQtTPoQ8C/BR0rj76qHqbvFZ9N/J1uFP2tOrYZE+cTDLUFoMK9P2cJMtLp32v
uiHEbLpTvYfT0F+r9ttSqWomc3KydN7Trri0avE2jFyggZjCw0o4AD+iT2trl/5wFZkJlnJBRxfp
SDOt5O/WESnrZrbOrrUk3Zej72652FL/3qk5oRzUlsmzXWmpIBJI3ceRuV1RDupJyt4Ee1VE8sBq
wulGNoTC7N2a6EC666XXf6SLHRN7CsrBHm2lR4kUIxnl46Q9BTOwl1reVM2sx0vXzbzmsoNNyODW
dsNe+EjJUVJqz4U0mkUPE+yy9bWyVWipE4BTnMoR/Oy7MDKRPYS1izoBHBBoDNeCblYxZ9hcxaYI
mF8uLpJBkmr2Y6C3F4JY0ytHw1uOWzU4LfPTZPKPpp9dBhC4yJApthnOCJ2QC3Dxy7J8bJla1Ye6
zkTwOLnh9CFx+8RlDjjNz1km5PsiXeNPDdFtK9NnlvEdx5biDPEdUWtMRg0DyKXSKMuo2Yi2Rwds
8hhRIMq/hfzOg20cj5RcSzAy+848N/uYYLrXShTRmquiLZH1ldfoLyPXaZc2I9BgbdLmZenSlQV0
jb2XpG3Ft4EYPw3lH3/JIe4x8qBDDBOGe0O3Xirec3FsRbZWp20a7XAJoUcc504io4wHNbEdpUr8
aESFaqZLXSBGMNuS12xRDEZ8Ek4CFsYV7DK5ehZXf4QGZKfrFYnl2N7EWKw3ekDF+AIWA3EdqLf5
dhsw3u3WsqgHloFFbCfUjnWzB/LtfOqHbfujbRjKgyekU32etiLdD8TnRNAcpBYoWvvFYXoxN+rI
I8WyJPytvN+ynvmNPxfOD09G43Ojm1VfVlvoPIIWUUMHw7OxC8uSCHfpsLGGW0BQraqGoj4EARni
xwKFSrmbhyCC2IGrCEha260WtYCHnS6d+8juZBy0xS5sLI49oSg6eD9W/22W9XDnyiF7i2RUGSL8
2izdFbY2R994GJuzJcI1U2VqexOEqOh9pwmOPIh43hhUOUn8aHyzbrusi22UJ26VSv7wajUZi3kr
rsL/G9l134kQ4mQZJF0C2iUZ3o8Qb75OopY3Q4QN4HB1sgvGTVH7Ftka+oxjQ3HPLsiMrIKJ/4ZR
hUZ7hi0kZcTqK0SjWR1uO8CWZAcuW1q5d2o00QC6uh/uQ09t70WymM84bJhaS2ha/cuazEUGPigF
xZsIT3x3Jnw0J2JSPfna9Fv12JFyg1wM39KwcyKi25m91dU3hpfrpY/FFOdFXATomjuRvV95rEOo
LUC2d+Nw7Y6QO9cf+thW34qiNM1Oe0hrd0MaV/NNB6nybcQ3g5EnjA3cO0q42xVjC16PcGFWOG/A
htzRWz7PevXPOiX5dleGC8VCzQ1vDnptWye3XipexZLYox+yuOQzQpwfxejO675zRj0jwGD5XTjf
y/OWWI8uUe2mmIgc6SJMbRPUp1RM6Q2IGDQKW+8KKOQ1d2tIPZJ9Em/rvXtMaMNwrCed8rHQvYkc
rl857cPaa8XJiwEuMvMOAn3reEOrWGSt/7WLgIbum2Vh9arjvg3RNDEMzjNeaGZ3m13l0Z+EXm+M
qDMUakzHi/SNajIMyPyL8PNvMvN3wcjEU0HcQaSqP1pvUR9aBMXYk/pOVLT2ErTQeNWWV8edujwk
2/J9u5WmP2SmWBHqUH9/n5d4pWMTS/9961jxfoXx3J2dBekgkJtZf3fp1J6ycNwCaCvL0ty3RYwk
1xJQo/Zb7aPcKcAQjHfDJsu7aRwi/Wij3tyU18DxI6oKzSrm6GC+bCmB5OSjrc15c5qYgXRFU4es
XRgzuzWycXtDRGwn93GiOf07sxkICV1UfUWnj07z0FvXymOKP2jbz/Fgp7OezaJ3kPMqeV5FOQco
fkPIaLVOSVMQzYxhiQ7Z/LnGs5XsFklO9y0l76jOZZ9tzMyxGm77jWCEr9naJLz+hSUigzjO+pZB
mzucKtE3VDZpIc6YEIMEoRJWMTkvMjg78zXYtP6PltYb3pAIeN80vB7qIlGgT1VRj1JratE/Whmi
I70yrt67pVLrLt5AH+9reEeEMbowd5EcCnQFSzI1xyQy84NjcJ/slj7lgU0yM2cMYoEO7aQvM/6H
7jaUh6Wiyt37Y5XaHN9fOtHv1OVzaUbWRBao9uwPbIxnvUhtdxwPuWa7+un3UYUJwVfhunxzZDgN
1LqGlS8JZ5yJUq/lsmvKGdigJ5VR51EAId8Z6yAdCOtkHg8wSwmv08XQvAVgyr/aiobNaVgHNe5q
pF/35MFnTN91ogg7tUH9saT5QX5S1fOGqnRKKrQftfls0HUO+Tp4odnRN0DpN/YNCYhhakx2dNCd
tvioK6Kl2mwxLSVw25eXdPMSfAxZCXgsrKLxcU23tNyHerxma4WDQ/0xz9TX18iiAxMHvebr6rjR
wYxd9dGyay0H2ROTMoULjj8o1DVyezDHiMQqKsybhbR61F4UefMOR5zd2aAyT7KZkvdicYebZFx6
51jNBUc8YJTzsQsjx80nXuqeIYWaXMoyZwwPTrSQTERiwbmFf2V3kzNNHypaFgTAJ3pCP6md2CJ9
DyNuZVIGPJLJ2tF1XDaNhVT49ns50xy8CUmqdm9LZQB3pem4nkPQb1Ne1qp9S01NMB+xWA1CzHnh
HSHUkV2iTQJ9qGamcjsiloOWdEsPEvgQJnjuqmDcTkk24mDF+iIcog2ER9pVu5TH1p9q56DnkfDw
Na63s00aBwmXRbIaJS3aXgIAa+5Kbclm6pb1HefXia2bRNYdoHfeL4/4hPLRIVn30vtNRjyNEdst
NxzN/mQCZz47NtnmvC6X7l1l9cipdY6QO0fTlQreoITuDwnCkseur0ISQzlxv9qSCoEfX7OSf5Kd
njxKjg8YNCNUu0xxEAN6fvE8hW4BKtWwV+ZqM6SNkNNA0StRjtxNtA2CPR54kFcN/vMDyysLH+3X
accJRvmYHmrOZQsvbH/O6mBEsjSPFHNStwQeWbelVvFS6yMEWuL0OIxsNj2HuemQ1D6SlT5S8iVq
DMVCqpT7WqcN2XBGdPBpkLVsp7AYQn5pHOSfCpT7JVUsjV3auEjnokUtx1HL/jhBmkN2uwAgyL1g
AfnWgykY9k4aB59TK3S662il3ZRNPBj6syGZjDJrvbd4WuR8NNJPXtLBtncqHNfm2W0k0ieyQBdK
u27NCERgBO8fgkSx3QX0Q8Qjk6L4fTgR4wTFRgT3UPES0giFT5Y81UCT5LFDx+LWaeq1Q92J+3Sn
akfOebeOqFPBw+kHmSXTetHan8WRERjfnBpgx+2S1k/FrW9kMqFgkYBs23bpwlMDWYUmFDG0OV9o
UbykUYlOR+kOA+RUNuFwhCet+8cpBkD4o1alwA+GP9sd8AI0xC4xfuCUNTVkhyGCH6rsYspErLve
lOUK8mHs1Z7sb9dcQ/4itEoddTVNMZ2+j/tu2kCoFJ6iGp7WD6lbzf4x8or5UnQtyD1noZKDzauW
L5uvHViOkgUpFiWbkav09COshu0OlOvGKhJGar5TWyxxBkm/bXd11Q3eQVFvLHedf/Vn0cafxtz1
BkbSXcr6exhEVzgXTUo2gqzKmufCJY5v37FtDI+tw9a9i4IpUA+jk8jsiLYema8u/USc20kwrDQV
+dPHmqLYgibLEgzmTr+6qPWqhpoMbPnRwhEmKjJYmj9CmOH3OvM3/xiI6y1x+1Cw1VsTH2LOVlgO
4Jy72KfoIO54DIbPCX2wNE8r8nP2vJkWiS0yNf/KhTFfUGdTmi2hdOLXZWumiDO3790sEzFs+5Lp
8TMgOiFfFhmSdx9NmUoOMM3GetemHf3gLF78bwT7hsWOlRhPF10CTBjsEIir+Zl+uRsjBYxu6djF
ESY7mX9kmyKSyY5kxF3RR+IVeTpQv7C1vTzg+ofkEVXpyHhsm1N5AmGOGU2BpgGzZxA67bfGdfrD
thbo56uawyNnCmyHZ8gkuPw8as5LFfCjwODn6Z4mQrLRPyhI7WzhyCwHQmh7vAwpsfF7dwLRgfzR
UV8Xf5geJNVste+6IMYJTB9N7GhrKPRbDXC/nbdu4oPXKA7phbcsdySAVzHuc5ncbSGkV0hDuvhD
sfC+NWOcvvbOsJBBDyGaTxBaxiFbqvsXLhmtN1tmug9BJ8m4C2JZfJdrfw1YyFbHP0uOkGwoQ4RY
jWiP5JHScFvPMVBBWCX9JhaCzhk9HEpiR9Z9VbQ9S8+W9gnL8jg8lIOQ876Zuv4t8VSi9g0l2Q9n
rZM3ckcxA23DRLtiSVPK+DYeG2pp2i23HR0bmQcyiu5KEJTeeYzJvL0Yo90PBDuNH0PbzFfx9ly9
Dolyv5vEW/wHjaCuzK0kb/3ghvzgZatnUti1EfFR1qY8h5EAfD/SJBsJbgm/Mcw7aXYbHwVdEIt9
WRp1moaAw2vXU9FD5/O2p3guw8tartV3opC9jI3B8d5YPibzjuJZxmfCeZN0FyfUDwcaDBXPO+cw
iaI3ohiZFgICgI2P5rsYHIKgOC6TRUlrzM2jIaBVMyQbNxo6kYMYsGs4KWcp/02QQnW3aqsNyQGu
nYJDNlM9aTolw4F9HLfVPAxOeF5d6eZ6Uro8uEENeX4L0H4TcU6TgaajHXLd4P3ez9VmodiqZPzU
BJVj907AZny0nnXfJqK4EPJivu+oPQLzUsZhld4W/QKk0A9H3WOKqGee2IwT5G0MfuMozNQyJhhF
wYleJKM99MH1nV2J1LhhX2qqI89CSgqNrpdd0QbVYx2AUdhNcDQ7mmIQ309+6rQBBMpsAtwdxhyf
CCeXX1jqqvb6PIiHqsrEj+Qaqk21O5Q6pwFdcstMMs0nzTSIcGnB67Cfwg1DmmNWp2Oy3vDCWAqM
CfQ3o6OK27jvJqcxZ88EHKQC3RR1buyIqbDq0d5ztjbG0rdLMM4a230GOxFux7iw87s2aeyKbGZD
uDqIK3w4kcty8Ub6mSwIcdOcq4EGHlcYWIeqttIfhDsAk8wsi/4LnZo+y5stRJ/f0r8Mj9Bj4AL1
YpS0qLOu6o6VR9LLiRYIR3ZWCq+nPO26ZFf6o8A+XUyGE0urRbArHWvrEw/d+Oh2nIS9qM44EyrP
HLNkgwsVFtoOh3WTAy3bdOuyvXIEoxk6u82D1JOkByWj7QNNHEZbqdvVHOILGhpuUs6fhhBI6ejH
8uOUQW3YR+XVFjlyADE7ETh/OsRI0jz0tItpfNo/bbxYdr6XLFh0k5JwPcEgCrpdEqXmNFe9eeXb
gYEWOLW81Q5Q0F1it/E26aiAsPy20YkFgSOMnbdl2iN1T1FOd5tT7zjqaSSqyLXZStENFwxa/KQ7
U1m4lBabmbwjQnBa7i3VM0eZtEwXEB4bs37wTV6yZyppp7sRaeGjo4oiO661Fw1HFnrb3blQRdIT
vMEsOy/WBRLiizHlfBEpVOW+p81nGrkVR58NuuVB2NZgcOJx2cfpMkZUWjNm+XKVzTkCTnGWCHNw
tXHu+1zRxg33BXF5z3HQR91tWbvinu8eo26ZFs5jEZEWj02qIFNBV9KlfsF+R+N5KEIU/IXAVR4p
jl1+aFSV095Cpj8mAbcBMSauLOM3RXis3Q6ErxKiepeJ5upUqdP5q1QdYnJyobGC13NgPywqdbYD
XKaNXZYx0EGPaf/JESB2gQMjg8wFQ0lMEknUDgewh5JMECzR03mkxP2ipuvWQlLnfErt0Lb3Y7nx
KBJ06H/z7TWLfvXb9Buxjf77EHYWrkE6vfj1fSLWeNf96igwCPxIhr62+7WdzMcY4uMpNlf7XVY4
+Nt10iDyR5tZqKPCZujmDJmDBaHR/An5gX1b5pkuSaEQcgMLAQHQmG1lNqILluiCBkhABnHN6X/K
8HXlXdvJCuc8861T5zTqpoqTKtpnYjPpuRnW6F3G6ahkMZ3i4UlyTmZ60nfhI0fMjBCdEObMaYUD
5d9T/XFgqenEFbdh0NniHc7BcsBhLd35D0OAWt1zK5MheWXOQvoChJ6Ik5nhfb111qWUz36TNMHD
tMCReUyJiMnedQjKk7sQ8+v4JaoyxN6VV9JWZjw5PIEPbYIdE0eNVPX3096/DZeDKwM1iYGHpjAq
fpU6ho1eY86MyyEo1EyoXBA/QsvOcha54OhvPJS/v951ePzTcBlxRog6GP0wV0bo+bNOo1pVL0vi
mw6xlizQzBEOYQb+IA7rkp6RtHtUJOPpz4v+twTi/7/KcJEp/L8l4Jfxa73+LMLl7/8HTQIeC559
eFWA8wBcJbP/0eDG/4WOB25WgmSKuuRPdNv/Bmcl/4WMykfFBWY2iojs+T8SXNAkSKsY7sRITwJy
w8L/uQQ3ATIbkAJO+4J/HzKm8BdNWsehdxtBr+2o4ebbMnG/xtns0enyg/PG27aXkSf/hQrMI3j9
3/7fxxNEi58kaHGR/MLi9+i0/vx4ksJZ9ZwnXFpSILZemXKX7aVxUo3YsaAwOcBWL+O7rlg1aZZl
2iWP21x40a4Kw9bcggeI+puAgUV/DGyfBnkxUJBe22xQMkIIlDnVv//dE75XHEr6ghzcepl1x7JO
VvdzWnduQMndG33jkgJNARaUus0TY5dDVVVFgBkMVRlES19/RCK4fseZQzQczkd1EJWbmV2RDPaT
rUr8kjO9XPznGfGfT1f40Utcchw+2FlvuE/B0WMqHOoiuNRYoz5FnDvFiZYAY2kQhPMEr52WV5AP
sEwXwBXKw2EHw7Tc83o7kDGYDFFJLbzUgEi2XiW30toY49GY1H218/s+nC9j0SzNuyFTEOM7YbNT
A/fiuZSe9+gL4GD7KzT0c9O4j45ZJPKhTcz3Wg0tLr4YSlEczMl1WDaEu6gbILaAGO+aI9F0i/My
BMEKEGUGwnuHn8nFwY2Bpzx50qs+z14bf1xc3GVkorD/RrrRn1Od9o9um85vlGccgyLOdsUBkiQf
tJsVcWZeshKo6HZDM+ehwW6/qwN6HXSg6XLsaSL73tmtHH6/D2SGt7rR7K7GreAtrGIW+8IPXmxR
JRHWzTrQ+yIWYy50OOYbzkGQJGwRZnrCmGftC9nLXLOIG/PZja6NaxCb7T4Y6EcCdMfUXDIWf6iu
1f1N2jXqfRJ2njpSMc8t/c6i/OY2o4EergySJ/RefnxaAor0vdm20GWU1rRVf+JkU29yv6VbUDz2
VI3z9zSgagtuMsQ+zOFCAZrqhrkykVrA6Wj6Tea69zRupz8Dn+KXlRNy721oaKOMqmY4tIMX23WP
XHo15bEvirbKHfbLHumsF1SITKaxOkFFXTTtV7Qx5WkcA54vD/DAQCxv7whYPuhkJkB1METmJ5eT
RPkK607Cr+Ox5ymMq+vfJq5loFGz+89v0rrFW7lkNHUP0iW1jDpzIWT20FdpPDDJ0SLdOCHPRWSx
MEHRmi5RVSTxlxDM2HoAoRYPzBZi6XzsaXBhRZXQefeB2ogCUDYOUEXMOEfWeeJTt8HAHwqtU7BI
La65yQ5m+LxGC97EIlYdQJWgiw5zSkeXjpzIgIzZkJ93pn50T12yeNWrrXteFVcv1Dbh1NXlB2bc
ffU0x5ja34/Uaej/G8W6MQ7I7PIyy4jOLeNyeA8wx+Hgu9KGOpgV2eE3yr4yOcQYId1Tm5j2xzg4
6o+697J3o9/p6LNs021XTp030oTyboCZ9keHef2HoMT/cpyjIXwvjEoeuslz782KLU/QnodSuLBQ
XnONMZNbEi1KuuRqSLDa++OXicMoc6npuInoNVgxwUaCWzVicg4MkiIChpKnTHT1kyH/hfF+qlzm
FGq5DSqv+GA3BDN55TsqeY799j2N0D+IKeQ42aklOrkE+FymzTK9hifIt68CTikFOT8mC+eX1mMh
rKFWf6fe5bC2uPFz3XHiWlR/TET00ZaZ2rWthGK1eR902v1ouM/3iQGhTygEJcY8nAgoLS5JO721
Y/OIOSXNASVy4imcF6fMrjNephrwG6qnjOHS6KTmpl+hKTjLK7SLkx5deRykkti15+Teol7hcbCn
iQMgafVkmQye2sVT98CQnYWVNADN4V+oh6yUH9ImyOEPb/ta+CMOEwQjVan0J0+AQ6gqBnDrLXSw
GHCDuJkguMSuNDdjfB14VnQfru25vrhj3sThLmQvwEF7K7qrBzLCwzgVmTq6BhKMCcbbYASeFE7l
O3aw+dB3vLIibG58zTJabumRpSr6yJwAfjenr7G5ejsHsmwLf+svsNkvYqxpFXXbXVHYLxob1h4F
h9gZE2LsjuOOJilKsCzDcC6m4DSBwNqy9BB004FW6nfUexfHY2ahfPIehmb9XFQQOveF5C7JmTY7
TfCj9pw7vxTvg6zE69pgQM5QP21LP667Im0MoY2qlNV+3tBiuTZIn42bORHjS4OjM74RVZs9TEX0
7Go77yH7AYPMpo/WJs9uCe6ZwJe7MYvONgXmh6jhwVcFC/eSMd8LyxNz0pJuqb9e1rV+isipPXgD
swzk6+Imc5DCsE2yUTlVqy6Ozt5KOyzzDmYneL7Qxi49D9ZHNPsbAo90QVXM2pNHc/1M9JhTHsTo
Gjruw2j3S7q2X+dxY2lyOOMwGlkAKSpEb2gQjAUlGdfzyXotdoo2Ll9RMs0ErywCUoGHkEztwlh8
woQkeDVomoHMpNuDsGqqyPVd9Pt2TLyvmWnEl8zRmoSzpM8qcGr6jpVjfaQ3T5gyPodPSdp6qByq
9qssht47EhOzHRDjVGO+MiyYFiAqIBarM1bpotmRhKzLfDJ++n7QsIh3spyl3hX0GfNhhn9JU0Ld
IzO/MiLFhr14scPnRY4ePDiZfNGxb3BB1+qZ003ANlFZe4yXNX6cvOyrG5k6T4UTBjujuro6eZ7o
4jdOQqN3l438GPgFIWjvUCy4uyS1mnadhV8yTjFgMUeCQBAkaxvlH7KOqfC+Wx31MUqRyFSkCcZ7
03eVOEyc90HeFOaqSSsC4DhDXNCa992aSQW3Mf3olvUIK01gjm99BF1osyr3mZ4JyjnHRWXyp44E
JM7gPDSbjCm5dJ+cJtsC8aCV8Ig6ZzgBREjeMtdW582d3Zu0qpJ9Bi8s74dxPNRClnB4lmZlWyyZ
P9eqNiy9HIERXETPiY6uZIhpw5A8OJW5x3KgwNvZxDDyHvQx6ivzYpCEnLGn2GWfFp13cRVpdtob
IK6sQthvCMzWUzCU3iejvQDc0VbX274NFxR6bT3Js+jK8BMnXptXzTT6R2GdDDaMUe4HJpYnk8Ew
UY0ZabT0zcXFzM3kiMkJlL//xd2ZLceNa2v6hQ4rOAAEeZujMlOjLUu2bxiyXeY8gTOf/nyUq2NL
6dpSOPqmo28cFS5L4AACC//6B1yviUMSV1ZSq2No5+VHb1SPoLr4GDS9haNr3+C/XBXXMVF967Zw
9w3r4h7cFVcD7RjWvW4Ce8sWC3MxKGBI1uOwX+IK7uJMxBeCBfSixavlEDtltgso3FkOEdWT2duc
VG3oPe6oPsVO1h9ajQuDE6fuXU+tfddpiJoFYNypJQRuNMfsUGXLIlx7C+Er63SJOkOVPoSa0LpK
sJU/uk03X0d2nOWbJafWxJM0z7/XXtPkW/hgxcHDn+96Hv0dKHawV3SgAUFmcmqoA9tUfWjJZFqM
BRLybI25BbRKjG9AENFnUyPrId2qyg6KY3FwoXrL34xVRguC/hfUELc8NSonqhQQ82/21AbVe9sO
ezWM+jhBnT16ruuvIaELKE5yuGPp6RbGVCz3MEgn6t5IdxezBRjYG3NHgnIT6w1cA1hFTTweA4Cr
XWLP7afWccB708SYLpLGTE4ATS3WNoPzxeegU+KJGLgmZADX7069O7c3aeMPDxX212JX5S6oJ8m6
0AAm0pU+en3tXTlaWZQzWf+BEyUhQLOh4FMGeABG3hiWgFAdi/UkZlxuMxNbisG0elwM8BP86eYm
Uxoyrv01RHG2bmD/pGtz8hFMCI1deGdk9NNQQEIowvwYghxNAnqgOXoWp5++VYNdJTs/jcAltWuP
N+5geBCxQy/WON3IbIDOR4jZCWHIXdbOiA/H1C9hffZaHSPLye9JkcR7hmypY5c647HIMyKxSg/T
C5V8r8Do683cWv2lLBfiA0PVdwaBcMdEwvXytZNt7ZhmUGqmIQBbOFi7WTRBunaQ9q9Ko4ZSZsd0
DTBZ7kOx7Sl3wpuI1x/ifYll1ZRwTMeHEesJmH55vLc7RSolM/PCUfKp6cvpAxzFjGAXHHGWWCjI
k+Dw2dUQFMYBBkF42UVdBE07fiDMMj6xqlsnL5/ldQ8FdKVZNfe+V9v07mRwJVjFbyRk6q3txQY1
QBh/kkMNkI25M+1XO7rCWZhmYuKI7wjiqkes15vLEbTuzgjMdF+U3qcE4PxgTk56KWVefNJjTfBC
NcZYE4QYJYqivAhs8ul3rEFQBwD58EAzwa9oTg5XaWuzUUMVLbdlHFPoz8zmTg0sTjV2fv3o7iWu
tSGlRx3pTZSRhnySHCi3EXj8xkGOVK1itnycVur+YBa900KwC4zdgnYcMUEDoeSTMS7qfChh/hZ4
+zkMz6AxFWLlV+XieFHKB7fxgGYLzt2kuLeYn7Y2m/jcLKdKMt2g+OIU0lrhbTC67i5HOXyV1YV6
CINp/pngKKdXLd7DN7mpbzhANj52XkGz9bMeb8o+w2QsBRNcj63R+Sc4hHhYuG1pnjwyz9lwPMHb
qmj1x3r+AGNWbloimf19NhjpravK3l8ZgkiJtdlWLGAhCZvOCuA3OnbZgAG1ht+xtetksfTM4h91
OUPV7US1m6JYYFGWG1G7K2rX6deltJcJyTHzNKgBMLjiaHlptIU6TA0mJLULHFuVfPIgeOKbO3Xy
4zTg95M1zQLidk2w6uNOTFtzSmzMfThgxKtIQyDYomwAKSdf/dGhk/BFZmG7KrRwPlg0x7YSJtMB
nkR8JMXMYULSILnvhoYWmltAH1qsePyfEN+Te9NUMEpHdt2lEbeO7KZ3cA/Uvlw1QAiPU+hpvBqT
yvmuzVZtnJYNjjIg4/w5wspe921anaLZTg+NxrnC0BFtkTSjE1sTBLCmk4M9Z9i05Y6RMS2MrXxj
w0JfCU1fzZBd88jmlh9gjQDRzmN7oclRwWaJOYN3ylBkH/0kTK8yJ4vvc3dKr6E/4cNTtTNP3zsp
XssxSHS6q51ptGiap13DAUhTKGgzTX5kTUbLIeti5/vUOelTlhv0GkLIl3jyj8cKC/R9UhTlwdQ+
dlDK14kFm4imBXtxONy1OlDgz5HKx0PXW/LjrAa7v6hscvnanpdO5yl1LofUNOIVp+mYQyDF1Cmd
ajPbzVmLUAN3hXQPfwJnuYl2yF1icybaBqntfs2sMOvWYDZ5tLHnqiFHbkra7ELZ6WztsrZR34aK
qNfLVA6zQiAyj84haqLiKSum+sk08vnTiJt6uhpLA+5WO1CX8vQiQ18NoiAIt0/TXJzSdBp2eeJF
j5FbUfywh5rzhabi/Elx1jBRVUQ+pBEb8ZXdmGG3QVqhb0Ynt76ATpnhqpVDeIIYFjzWubpn/zbZ
OUha/THQEIpgYPq1ZGZNzVNKLu9xiAqO48EzviWznv/Ozar4zr7QR4fBMNSd51h9RUqfqz/FKVl0
KztykmhdA7lcIJ+Y8QaMq/5oILPeRrCI7mNoFNs4l1C1iBSgSVZ52THJUKAjjpHh06KNZiUzcAsr
ofviSfg4YpifkRrlFY+9a+dyF80W6JrRKpABPORGGAOqaWgGtQ5yClo1/Il2MAamwF4Qt7Hcir+O
ImOD0V25mFVB1GH/zyNoRLZGYXsMGr+FQjxE+js/TdEP19dbPB2rL21kBKeiqXDFINAqrdItZzd+
SSXZojZGWJv9LquUoLKfmmwrmlx88iCYrNmZ+Gd8kw6T1+8xLwydPCFS8PnvEW0sN7pgJ3aMQSN9
/GMYFhBn/MS1cVMMpJnTwRs0u/XKDfIOK/Yc3GG+yBoIoDBmwr4qb/Iw4WHYtD7MiT4kwYdk+vQD
OZzVNAA7OYoUsJ3KyxR3uhFSy60LLww2vz9WX2BT8KwqOhAYtHsQItZWktv5CczaLD85dtHYHsdf
J/uk8QWCedYSA0dLq2MXQns1cYHEUzrpVYNrd/0tLxQQTB4s3ke/oBzwKx6S3SZAQZiKxNlllBiL
FWGtAnIdc0wFL8wBmsralV0y3o1BXX0xpMMvwDSQx/cL23Eg4+Unw4hoPQ6NyTtwq5Cbcx2I81Sk
Q42btkTLiVUdnDNzNWifB9WlmltqG4ff3/KeQF6rqihvDItEohVAm5Wfal3nzZcMZwSW5yqYy08m
BLzxjuUyTPZE+on0Cukd7yriuJ5eYQAtErkmcbhLry2WnvyyJ/r7kcK/IeDHReyHvsWc8R8qFR74
Zh8G7b6DdVivoZTy20jk5EL1UMrsmmxSrgpJXucegAFx8CsWA1y29Ka4ThDVkNHLNYwnb6QxBq7l
ANtBQcNBeTCqokODUXKLYya4fNvuhpECSYf7uIOpohuRXxruhKpQj+IBrojNKdVLLnJJgCj9+Pwe
4u3grv7HtKMCuE0Qu9AGUmHgDLmIzS5pqhsxFLiXeWUjv7xorNz+6hH8d/8ORb63b2Pv7vGh2y7f
4ZnqOxlC2zdjh1lrO/VNQWaaBZ7Su+MKyxId7xyry9v122Par7t3DMrP+jZ+J7Tv6Mq4Z+0Kimn4
xBRPME6M6gvoHQZ7AbPhb83xbmN3szyKqalpEvdGEXLuKYj4nIBaVhBm6rtsIIdyDWVcbhO76FbF
iK/55NTyaz14RIfIaOBoXM9YTECxcYqCg0vrfVpyGT6q2iI806qtY1saFoRwN9H5O83C5fJfdGOW
28ODyIVEvmhR6QW97sbMhl1ZbB/QnEE2mdulPhBcUW8WCcatHsRw5Sh4vQnk8fu3n+zvD9aip4y/
BXCCs7SiXo9c86n1cYHgoodycWmmeCqCGkd/R7LiAEGjO0neeZe/mTrz7VmYLygU9KjHSRB7PaQu
4qbrc2AknWfB9SygF6yk4R/HZJawPQLfu8xTmFeG7Ktj4Wkoy3qkv212XmMgtCwHi0QZx/7THCde
wZJOQM+PbqFnq7NHUdTaTgmw4NRM//7WQ0B4i7US5aI2E2qDt5/78kZfv3EPbxFMwR2P5hvf0+uH
4E+BW8Jy7BAH5ByuoqxyujXuseLw9jjLw3w5jkXskMLCBJDUxP3qWUP8/elDXISE+Fj/M/WE1PBN
4XNhNqDtJlhRttVlRIYUUAZ7w9vDnU9khqPn7doOHVL6AOeS6mKy4oL1qFxVzxtPPMb0HoiBWZa/
IGXRzzARB4RiYwBZnqmxNm9fwLNt0us7Zk7R1LWFpKXq/vr/L+44Hux4hKhNtwVPtu4xarLZ2CZC
EKVCIE94Q82BWo5gkopuQdSkX4J5id2RMLsA9JTGba4zQxCTlqbiNXQ++D5BoTy86OyUWDZypGPk
fi1EpbUYA2Qoacv6genEEHPGmO35YiSNhOBkI5pKAOACeeRklqTwVGFlRBvZociBIAxcv5N9y0ZL
I2GpQeFYlDc22LSmJSDQFObG2Hz1wknEp4JC1r6mE+FWyHHcabrQGd5Gt9kw8hJRm1gY2mGnB2Wm
Yias6mRk021h96DYKvCNXTWo0PLdaMbL1jsE/Fn2BurYtMRgrFaOukMAx9/WUkm50oOjMO9lxbP2
gymXnRiePNt7n3PxhE/hdO20vErWtfAprMYq2ME39Y45JMJkI1rVEXCLu7PpRGyVPOOYGiCgzXDs
WgjLj4UfwB7RURQ9zLqd75QxtWymtuASZBbQlYIhRb8l1hUbOuGOFCGtZ4zzRSSnqftbZoIquvSj
zvg4Jk7QHqayZ7tvOgnTl88psTboZ+N8Vzoev8eJQZK29lxj0gr3bCRUUEdUUcRI8aDAaeK9MSY8
y4BuzoxxRmi0h5ZI7SU8Qsf0857rEVmjXTtCwTbGXey0QKlNMY7mRWsNZn4a1YBjbIsEhEM+EY31
tn/+DV0sGITEdTQoJSQe1DUhnjAX9PaeH4LipnHDYvTSKLnYmRo/WQ95HzW3LVyiL6Q4Qya2qzEA
aR78HRR49Wg78HbtxKTPMSEAug5a0nW2QQURvAoM7ylIx6smKegtuEUyXVuu4ACZNclkHH9VaeNA
dg8vthcro+7zjQDZ/GmVqX1HtqMlVqGnBOaMeTFn+JtUiGne/lhfc2SgViyWfJRQPsuudF3LPlsE
3TStHAuRa4x2fcQI3VN33CPrlCfgkK2tOrpOvI5X8Pa454sv2c+CbVYxvk05cV5N2APnw8Ab6Hcj
M4fLaCzORyjyxtu3x4Ej8nopQiG9bHa+RB9rwrh4fX/gqqJvk1KvkO2rh8i38r8T09H1BdRPjHft
AvbzKpsxmjkFs1V+bvkofr59Cb89YkIC8T1TtHCwObSfN+MXqyFJqLZR5C6Nm8Ebb8uJMh6oSd1Z
NjzOlSOnH3k48QzeHvW8quCOYceg/Icw4arfnGHowSG6AzZdFTBsT47F+YZVa2l3Y5qDo3wMG/7t
EX/b57hP+BP4N8PagZ5wRqMZ+HZRgNIGnqPYv0HbNVSbcHT+9ifNUvL2WOfTxzYlewzOM7B18B44
r5kKSCt+O6IwCH2OIkhhq9S4K1si7r+9PdC/vTz8V0hwsOCfWOd2M1EX4mku1IwctUy/SUk0HQKS
jL/we5SOSnvjj1+EjrfH5cs/m7kY5QnoUNITDrWpcM5nblQWbhNYA7VPm92YZtMcJ2FCYE6nrMCC
WpTuj1il408UltYPabR9hurMa56ayInbreFN9Q+7TLSNXZspTykdxGlTBX52p+DbfUIzml/6I+jm
ws5PHtClJU95bJsI5QLPw6oXdI+ttp8AMuMYRZ8d9v1TFnsLZSf2x6Nk8pUbe/CnJ0f2JN0bCd4O
l6zOtJhqt/w2tIFR72fLHnFebgvvdhEvQ6CPdRh/LiGbty1Cidojh9Q1ICnu1fP5uqMwMNYVjbSc
xg4ixwMkXbYb325ZhprAm6vjUM5C0U4jG+QCwg2rdiSSlqyNzkBviniH1dzXFX9fPINLhsO54oqM
s9m7FXjZV8cww+7t2mxLvO/RDdPGRS5l5sfORZuxbby2gj3U5TlnXrvJ+Z1FVNpsnP58G0KCh1bi
Ccgqc8VIGf3Fq7rXubeLZ8FCVgyJcdPAD0A9sgBBUUh2W0bPFiODYkHYYt+8aWTeciPQdMCcJ4oE
HwrxHrUtcUVOAa/HKvqfuDlIzIrTPmTjnzyT1CEMz8zLRiYg1jIVMPN11YmLsiomEE5DBo9xVBT4
FaCKuhghy35uqnh4WCRs1CGGK6sjNvjyVOgQefYUJV68RSHe7HWyrEwtbLwL2tWeS84U8Xh0DIhy
JE+EcLlTk86Q06pBnn7tCYhUuTsTqTsRf8+gUELiXfOlioblVfkeNUEVxtRjv/49naBFuBNL5aHs
1p64VECWn0cYyRvlkWp8geU7yYNp1hhfCLxD1QXNBvRImMH8FVpMeioso8SopTLwk2wpc/dywpdp
mPyh3WWQmjHhQfkfXCUFAPRO521Tb2GB5PlVPMAeX2ejK8gRgOCD7MaRTOZf9JcZZw4My4s2JN4r
9xb68sTWCfxdRegZ+EYw4nh+uYmOETzCCS/9UzmN/yTu/BGB9P/GYfj/RfNgAfX2vzNHL5+Aip9e
UUeXH/hFHbW9v2wcGUlbZfM0BeGq/4c6ShqrT5sOL7h/4u5YQf+hjkqPVDs2BuAR+hdsFZQ1CzxB
HKuUf1F6cM7nyOezxf5Z5ios1dfLNECBwykHciIejoqRzna9dFQTJxPIUVBYi59hVgdfYqMv5g0k
vD2pI/JHWvQI/JBFess5J+229jj1VzTaGnc3wke9B1qx65XbWw1qw9pok+2EHcheeG0Nwd4p6eal
c+6ZWxt0HmeJTho4mw+u/oKuSHbbzKOyO45GDI9cdz3ch1yl6J5SGWDJ0XHw2VlSBfYpZPXOEIpa
1t8zUPYpIqxtCS7Jhu9aJXa37WlQ3QCs4VlS0KU7oMnDFscgC53J7yKNoUxE9oN2Q1JBVYSVrpJm
wM89oI/52ck8QWvDBbIlqKrW5Dg4kcNBJnLlE8lxVbpusigRa6vHjmIX4Xi/t6aLyjXSz7YMIEMF
tDGPuvGrzZjRfKJLlGzjutDudtboczd9FQVfg5BW5KL2acodQhHAf69H/4cyh5ySoPEC0rCbqfhY
oprjUvsquJgsRJjbKe4BlFiz5nXfoKDakf6uQKnDKto0flo/zTar7UrTY8QSxuNssYElmgQrJplL
HgwmAp/weqbLi1If9ijJLVNI0YpgZJXGY3iRBlneb0XkqYVpCm2RUxqzclUwga+Mmor/WMXW+KQd
bZnALHb4aKua44cnwMnWgK0Nirk25phct2TjdSS2PcxzWGOjUXM02YegQTVY9UAww5B5ZnuMkY3R
oJ2lIK83i1IcV1ILvDuY6bTZliT2DT9c80dH2vfRqYzcWw2Wpu3d92l33WRVZO9ru6ApiJUloIEY
glHuqrnvjlNudxW9hY5+VQpjn/dm4/DPeqlkuEFGSKZKD6z+2W+92l+NSpN+Ydj9piuNSW0xsMLb
fRI16KtpN91lhxy92MRlwTXALQmHi85V0zfHkMVnjtolkwZh5TdRmRlCbAHFYdsJEcUbsnTGYN12
wfJyYCLh9IKN6aWGbRttorip7wThTY84yJnFGr5R+mPpVVNbxMr9lC863W3qJdBTa/x50m0/FKT5
kZT5ue1pTcFGzVykIcrAkKjESaJaOX6n6+2IbOtRTLCQL+ighT9NLx2mfTFwhtwMThOnNyNkHfgp
vl3Um2Kspj1aDkzaLJhuEG5sHT0Ec+g360SQm7oPdYW2Ommd+aFir+UQMNn0xNqpQaJkaD1E0Mls
XPqNFIID6QQWioguGfCqYM6RXxkO2lhhw9R+HbvaeQw8rYMNlT2dxarSQXPleEtCAGRYle9xgktI
eM1VIQ5hWHb6AAxGMkCTJSQU5vYo2z1yyTi5mQajMy8GLEJQ/zYz79wyIrtZCx3AENIZ8cXEK6gQ
Tl8tFmsVL0OnXvk+2Q613czjEW1xcI8BAIi0OdMK2sRV3N952iutY2yITF6MwOjDxxGjGetrXDgi
3yqMBhf43RqrTa3n5jM0HSnwWhp6jBy0w3ZL9AZ2Z/gyTqhlYeKkGmkQ3dzqJk4jGdyFg63oCQcG
hjJ2q/3hsoPCae3zvhDRder48c/WReaxilKf1nYxZhCAIe44zR6yCcGhLnjk1k+r5HvajIrQS3yz
7Q3cWif8JnCr+YooNfzRd63zo2bnCbdD2XvyMmbRwc7CNc2HorXFpiQfo9pq1yKMxbNF+mghoSXm
FNTFX2nPDR9Vbjf1JczXWG2LSraPBSLAadNxtKDROo6ko+GAh7+TlCA2a1Hij7GF2u+GdzZ+J7Qt
IObnGPV983uLHAagIeg/ozt0uCJ6S24mjhbO/Yxmull3ptURGWgqo16VSa9pvmZmAHRuQRpj2Oax
FlnzzRnSllCOsmbXaYPSoAtnibJYN61BB1rLDupLgOmLtVWRW8a7DuuWje4yKzkYpqF+Vk09UiMm
AT32pLec6QAdxHegIlpjiAEXrllMpxRwzhO12sJowivQq6qc5TMa4UXIyB1oeHM+/RzLZrD2hmNb
37RZBZrFI3HNjbaNHq+hOWiBnOJU+wfOXO33RtcdNiNtTYioFQT3jSLR5SL3vC+GAikUuUjmfRZB
1pwDPXyTXRmeOteHFZqAwGGiYuM8V47lvWaLvRogXf1czBm8vRkV00ULiYH1kyG+V4msfo7GCCE8
w2g4OvhDhmrXcqGPsf4mtNJhIY9f4wwvv5Viin6WrbCGewMY7sPsue2jV1tNue7jsbtVQmBll87B
8JjijQEiJ5YuMi9I7hXOBIS0x1N2QNtd4/+HYV+507ULblCoZETRlk42IaUoYnALaPu90Jn8WNJw
Czd5D4K4jSSSPKSaGEvQIjb9L32VLylrxKk+pRDO8F2oEpP0SihJzc4LQMfXfcUJcMVyNP/kfqjw
Aa18fz8lPbU5RJWk3hBYhfzXQ2R9E+lowho0tcYlLAmK2crUBVyo0grwgEBGkVprKK0R2XFDMLm/
uhZ/VBj//6msWqzG/3t5vP3ePf0o9cv6ePmBX+WxoeRfVMC+i++gWmyg/yOtwk/gL16zpcBKSBj4
pbr6p0C2/mLZBI4CGhNUsEuT4J/62JB/4awrqWiXYlvJPxFWWa97EUAmOPBzVT4er7ikAlq/Rt8M
ttAotQH/wcV3+OfcO+2w1vnPQoqLbPQPZbHvyHYoHjJ16al+a8H4a8fyUBvdfqwJMLYJ9Byndxoy
r6Gx5apQAzqOtRTtoJDnwiv2HSzWfMPfdqZXrfsRWfzQtP4W4GRpC4Ndv3hdt79aPS/btcsR5QUI
yYD4JDvL+YUn4fIqzs4I8JaTHiqSC/eagy1VbSHz69adXThOEfgr9Ab8IlYDie7N2jU7/LuhmaM4
WrgJxDvDCAWtrjMoQoAnyM4BdKBIyYWMxDn2DpC2faxTGujbImUDwVPBhLNWj8L+XI0zLdiwj+bH
KGnlV6NTY7inCwBTrvewuPpYND4BibktZw3oE2OGvtyJu4VKCTUUnrSM9u5g6myFWGzxXKmXt5kl
RcpSOtvth6CxIGWWE7ld1Wj1ch/PHuIud4JglhnYde8yGzJ9lIemyxrkuEdE18WwR8pTw5BEg/MY
ypx4T1tEWOkWCYb42GwN3Zea9m/Iql1HO7S2PfUZEWANbk/KLfHLgyi8KiQWSCvXB3lHYYuz1yqy
8tlcA6sX7U5AY5FrAX3uO1a9I6BQ0NQ+jE3oB+s4V8onmrApU6x2humGZIEOR2sbDS14cVIt9FK0
t6veUzmqKiqMACWBgelRZxjk7ppmJj91c40/CG6H7sNo1AX0gmywWhwYq+Taohye35lNrw+cz5MJ
23wPebwPiZAu29k31SVxNmIouxWczQ6umfnXLl4NNNsMS2CjmY3VoUVaAm0r62yC83qoXu9cw+8T
mvaxBdS7rBCYcJ8paxs7hHzE+XtbakUEaRa3S8RdjxXMcVZFykwxBmTgwWiyUY7K85vd25/UWQdb
SpqLwrN4P5KeqrDk2RXMDec/eF/mdogH575L64ZOcTNsJrgynDS64uBnYbHDH8dfz0HsXRoDMgpF
IwUXuIjAtr5V73TVXwO2XJK0WE24IsgZcF7OMWlluFVMmqVFGFyQXflQ/G58Cb3r7Tv/11EI34Cu
QE/5N+5HOIbwATp8sm1nLE4YPGRbHJ7fw9eXvJyXSxY34wCf8JJR/yC0Pce962QJbQm4mapMvVuf
svcD2jLxtyXQNcyeuPYn/zNLs9hUS83Z1mn0zip9Nsd+u4LlQbxom3hWac7JSCzmMFo/lSgq2naI
WhIohqVbq/UAKRYZy1S8k9t89n39Nu7ZnkU0JXHXcU7EWtQNxxl04pjU4iv8xQ4qS1VjEoiv7o+p
cBFloVicbt9+wWe70/P4C1UATaxjEZHhvL5vozASGFrGwpuswx0hhYv7laR8xE7yiCWR++3t8Z4R
qv/wE5Z5yyvGap6uDdwBdsfXA+LBniPBoty2fY1WxsMEEqKY/SnKFm6+GpODzFL/Dsi1v54tOf49
ubn6COsWG8S3L+X3ue0QK20RJkFRwu0vj+bFKy9JF60nQcxrkGCmyjdmfxD1lN69Pcrrls7z/fKF
EpuB/oHQnkVW/nKUgVOpU1a0vzBXSO5b9E2HAhjvXkazv5owKGC7hAT+juD793sTFFRwM/A+gO1z
7hTfGQiYs4rpLCvyKpKoS7cz0s931qBlcr5+lwKLBTBRkM0FGV0+qpdPsAzlxOs0UYg20W7Mx3pf
wj69pPORfXn7Mf4+T+n2+cR/sBGR6aTOiprZwynDIdNqs2hZrwqMFR6MEWJXWhliW8IYuHx7vH+7
NZgtwpZ8HDB2zl6bMY6ScFvPxMexrPcSD1eqyiFBr5ZH7wxlnd0byzKLHhw64N6lsF7Q6JePMVKu
BqoIcUapcb4jTKpwu5WsZPnN4XQGu921U5yJvLrvyTUWw4UNO444m7CupstcVWaLp0o93g5hG3Tb
FBGnuBpjtN6rcIBo9mcvnaulsqaPDuFHkRjhnFUEXdgKpcvE3mJgibkG+TabtE3GHVEc4TtfqH22
L/way1OOSfOVI8Jzxf9igllzN3cFJ1FcIzvz6zCPCYF2gWw+6aLz9RrcFR+FOY0yZw+u4WCIGnri
aOHvM609+sf4GLUpbsMuBt5PecLmshNp4JFBykH0vmkywo9d8vfEZlaSNOvAwjbn8EczabmHhZzk
mhAPaCuYZyssxk6jJcFLUCo63iWYr3ecbT2dFJDoh7eHOltrlqFYzajtrYXjAK/t9UQqathN2mV7
Fhgu0QoV852ciY5ZzVBUt1ZhBveyTrp3Vjh7eeMvloHnYR1J9tDSHye16ezbLDvPZCoi/iUAs/mQ
1Gje1iSDGTtLB+W8bWEcRmulxHho09HCqh2fgZpU9AjfZeCxwr1o8QtWxNpg3hC7yYxbfRfHe0kf
rQM89+PiaA12Jk8jUZ3F3sNwKdl4bU97AS8Zb9i8/RjPFs/n+6EXTmOT9dMhmOTsMUIQbQaTUwoi
n/bK7yp/gxQlemeUZQU5f2qu7fGiYDGwoJ199QHQVA71xdpmbZFdun3n/ijdxA23cetFOG3k9W7R
IVwWnfDvQYzSd7aIfxkfSib8WsxIyMT0zioPFAJ2UyaS1TME3db4b9jiGKn6unbjv9HZQJr11INw
qu9vP93fVzvOpi5cQZOMPhjTZ98DiJEdFzDMtnnloM6cdXMwKyyz3b5GYmWo9wiCv98nPlEC5vIS
nULA59nszEXt+qFR2tt07PSlT1jKR4Ef5iHlGI0vehwRomDYxl74cLtULDDrf/uGz0se5hNHf74N
TF8otZR9dsdBHIuYzgt3DFD1Uancw3ttgP3GEbedgPQt1YNCuBbh22XqOiiiyrjz8Qfpi0917Mph
/fYV/T7BwW4UUw4UgIfjLI/sxbKqI0o0QztiuwQ3rr26+OnMXvbOIM+39Z8JTpFHkiZIjELYin+5
lGe3rSCJNEXlm1ukQbDUMQqT36smssaNB71S7HIW91vYoxCjslYBhTcpfVTIhwXiSTSEX5Tll9lK
ddj8rowc2gwKL9WcIn+GWugkcWED4RCKuBbRnD2iI5rzi5DeS7wKyxS1ZqwsSOFvPzrr9bN7vitI
8LxGuNMsduf2PX4YwH2IhU0cWL5rQptCNnGHFRx49/s8zqO5guJnfCV4APmc0dfdvi2T0V9Z+EQs
+TH2Gs6CvBOekX56+9JelyxcmQPE5AO2LBcHB+xsQfENXvaUaoW5WVxvoLM7+LwB4dx5oSUf/nAs
seRwkZgAzqaoks4+qq4bAPKxHNooduaN9kKU/O1cr0dlju98Pr/d1nJYILaQQ7ha2Npnq7EfYcw7
T523AU9yLtFHIe4UUb+XKlO3b9/V2TmfR7iMBYKJ7IA+vlqAz5cfRuaEHhwbxjKL6hpqiMmC1AHf
47D33XcAvDwkBNBoZ8waOoRXEW0iIgVSE6uKpNrVaSjeOR/+fveU72zq7KzLqekZ7HvxqdJoKhw6
9dy9IaZdY7VEr7uDe/D01P/xg3491NmqoIQ27SJjqDgqsYQF1VgrIt8OaTuH76wNrwuV5TkDUJJh
iuSRrcc8D9skBiD3g85zN3NhEgJr6umhVKHxYR4n765vQgtOTuG8s+H9/ukuo7LjMnPRdLP9vH67
eiqmCEmVonIe1MfUTAzM7ERy8OfGvgghiK4rVTYrXHxK7L6b6JI1vbyN3Fj/6C1tS6j7sv+AVan9
5y+ZY83iugFMLGAavr4w3EsTzDSRfELZ9HdV3ZJ/js5/p+PA3L49xf9lPgHF8+Axf1GKPOvXQw1l
WAooy4pU+NK8cMLGvbJ9O702yfT59PZQv62UwmGoBe9f9plflMMXU3fGVrJc4u42eeOqNe2iCAPV
6b3l4TVw8zyV/uHecEpjnOUqXowCBU1XwgkUbqIKpaydWPKL04TFacwTicrF9rsbtyzmE/4IzTvT
+Gxn/zU4pB4eJgmRuOmcDd6QgCaQmxF74DrdESS926ERFjduHlQE9kT+PvSkfADWwMMG7sWByj9+
CtWAcOnth/26yvnnSlBiOJzKgFjOex9mEQYVLXIFTj1lV80cpN8btx6v85FmpYNObKdKu/qkBrO7
r5quOL09/L980Chb+KZY85+3/NdvISVpIyFQyN340hhPuWE6D6Pogl3StfdU/t1Opl30+e0x//WW
MSlz4Qja1m87sVu4k+GNOSEiJd4fqW+D2XH4PVSRZ3xje51Os7Dyh6GZxj327+P928P/25cEdOQu
ae6AsOec8i61iBEaa7WhtUnujed0txCSg6sWed+Pt4d65sW/KqX4lF6OdbY0m4SNaC+DDdlLGJAc
weWxTBpnHxpdfZrcSF9AwXJA4+f+ThJRc/2/7J1Zb9zYlqX/ykW90+B0OABV9UAyBs2DNdh+ISRb
5jwfjr++P0bm7bTCKqnzFgroBjqBNNJQ2ozgcHj23mt9S42m7GtpVNZFj/P2X1hD6IvwbKP4Rst/
tNGYzTnqk5F7TZ2bMZAN6yj+mZ9shqb/5pGOF0YlKsuMiIagzN3ZD2m0bUoN+2E+qE3wwTle/67f
z/Ff3+pon0E2GDKxHH+SVlvj1WIVEYkhhX4VkxlHHFm6cZBg+jmG2JzkPWO4aInmAsD6UV345n21
Vgz0Junr6+vPf1nQehqVJq8DJH7DDHtdhIuvj9KA/5s4H3zntw5lGPT1MU3RXTmOloWONGt5x/Jl
xJO5y1tQv3ozGUFOe2f//ul9XfX9sT5xv+BSQWaO1+7oDoanjRh4YnM6lowXzdgqv7lq258BKCm2
C7Tu0/ePZ75xNXn3sCCimLSgbr4+ixH8AaJKKq5mAx0ZfIj0Kx3LyftHeWsJwvbGIkDvTrAhfn0U
ojcKQmQ4yrJo3WkzLsqlEdOrU9TW8KDoRL4rE+OiMImpNUZyut4//Fur7q+HP7plJ6Oz7XZYF31B
3x4ej7PNYYLv4lGocHCk8GkUpbv3D/rmmRV0Yeka0HM9bmiLIVIr8qHWK2mmAenI+QkpfNkHR3nz
1hQmRaTBxp+O7+szi2mxqE2brwZPGnR1uQL0IvJ37FB8cBLfXFx5pmgQ0C2nuXl0qKxlf5JR5wTg
jblDUE6ap1Yipz3q2aAMk3kz6UO1Xcy9hPr0pRH28sQwXZ03Nf3cD+6oN58TG08LX5pvffz012Zr
y7bj7OLR0jfq2MKBKwwXW5fRBD1MsJN/4Wr+cryjigfdD262iONlMbBO4mVNT+d4H5zjt+4ZWoMW
TWN0arzwX1/NkNS4iiQSRj25UtxqbRoFyhir/8J3+fUoRyunLEcAEgtAWyRT8a4HjbTt6uWjtOS3
nnk26sY6jAao+9ueb6J7WSo88wnB8qezHSXocZt0/DrMjM+8ykgaunfUzNh1GsyUuT70m/cv2hsP
B8MWzAhoy/mP46Iwd7E/DkXpBNMY9WcAkpZt2EARLJmiP7x/qDeWGBLf0fPgrqX/fjx7t9SwVSel
4lB6VH6F8jl5Cz2jrqvqby2vsG1eher2/WO+cbdwTGHDR6ZMo+Z/fbd006woROc4QZQ0SxDjZz6F
pPzR8OrNo+jcjkzIBML39Tr/8p61EWUuc0scUA/oPXB0Am6JTPjgxn/z9CEZ4B8EFLxjXx8k74x+
tjSuVGKs+WkKql5k6sL+upC1eUV/ObsZsWt/cNQ3vxqtN4eTB4hcHJ1AduLEnAwctaE3cUG/FSZN
/OEkV+ezH22YXCHw9NOb0amsj5aOjriSHiAgS8c4AZLCSf0op6TaOnGxnNeKlHfpYiy7plRbX1FH
fZfVgCg7Pc8E7tPmo5bUm6daAOjWWTlZY45ONWA+tRI2RTTNXeJHx6SctsaoN7u8nmGhELF6QQAX
Ap/3b9Y3lgPOwl+HXc/SL7cRrFSk3M1kB2IeyfSth/BlgX+5yaTbBEXUpDOmHpAGoyNmX05gpd4/
/hs9K4O3xaoBWQekPKmvP0DSTZBMq8ghgHbKHnjBATjWWiENL3c6+8kZxPhj6axl9iKpaneVXppP
CsTkwZPFUlSbehGRSovLZhrzwUd789zQ2aDFo7FFOn6ZSUvGxoRfNGD/inCkt1TAQzJXLqmWnUsy
sbQvU2/u0g4IbqqHy6YRPWLg3prvltE0X7o2/GoTKY7XLzFPGjdKt6ROpleJlYxIsZ1w+KBF9NaD
w4iOuQRL1ypReH0uZ5ErTmEKKK9TSaxxhAhXDUkqfP+8vHWnYs11mfkKyijn6Io1cQn6Bj5aAHYO
dmyCl5Vkv3DcakY07VzyByM/qhSE8O8f9/fXBpBCYA1IqGgksjN+/e2IxU3h8VFFOFodkR4CkKm1
43ybEg0VvH+o37syHMpgsIQwiQrj+MqPaQ0TDsFboI5lcd2NuEK8FK09mYJoUIpNZqhrHqZqF9/s
bJg+Uowd0e7XcoNbDtQGXmTQVr8t7mPdz0XhRGGQkWpvgkJrspdM6dlDoTY0L9Ncx+9DBKF1LtIS
zJwlx8+KWjAq7QwMjKv/crE2LsxwJzDbJR09XVlDFzurnls/FMQr7dRmMJ+SZaph3y4hOd+8IfVL
Byd96mEVQH0d2Wp7y9Zcv1kbk08dENKFvJa8qrZF2bWmVxXNdFXKtKs+2CH8fiObcGXov6EqwBn7
2yyAKbNOBCFrM1lrm66y01tcD3+/b8lRVl0GzwovreN9SN2LRGCJpvfW9kx1yPHcimV4yfRi+kAj
8db9pPNtWN7Wuexx69ZBZuh2PUdCs1qfkAGp3wNiM7ZG3dLkU3Co/NRnuRlBUn00E3jzVDq01BxL
cEcfusq/LPB4I8yiEHSNKergXY5T3W14ryY7Q53tL+EYNTvbquuVnQA/DBQJyCg9P2NR0yCxIhpT
svBGgCW7ef8Re6NuWctbqoRVucV/rOfslw8mO8E7Lh9oQM2dMBg7dfpnCznoHXMg83ISNcjzhejt
7zN5RgNMMAfx5OLwEPrTBA/NL6x+/tt9QD6TSe2yFvnrbPn1Z0pWU4blznbAXVld4vgJvR7/yg+8
HlUwwe3PPQDOHylo3lrYLMSpDDUZgLHxeX3UVgc5OpiCLflSjAQdinJLHfVDm0g1+OCkr1/g1aZH
sLXAgLe6PHVUoUdfsA21znXpdAaNChBv5Tp7tTFFtyw3pLw5SYp9OB71b9AEi22fClIcS4eI56JJ
b/WlqL87jRn/qCddvbaUqanAcxCE/v6H/O21u35GbgzkUDwr2nF/LowiJa4R0AWNyKfrXrTK95AE
g6cusxZJCF0Sq7vaiqefPR/ty0xS9e79D/DbI3P0AY62Yu1YOrEwSyUgmRq5eezeL0P8URfytyVh
PciaaILpQHfQa7y+6Km0RSp5zxAzpZwzyjvNcqP0J8U4Bwp4Jk1xK7r2g/3Bm1cfFSw1F30lpqyv
jzk2Zh1bcBsDx2KX6Y0RoaUQWVuq2WYHgkn58v6JPBLG8h5bv6TjrLtsqjBw0q8PCCULlY9ih4Gt
9mEQ9ZEI0s6d4AulZvtzGormuSSICXFfAbcYPOuFVXxUvP/2dK2fgQ3DqteAK3Jcw0zcZ3EkKiVI
UMl6MQseE1BVXPZ1X39+//u+eeP8cqij/RczzgjBDDcOoafmKRF5t4Sb5fv3D/LWRXSY8fLvQeB3
dBCS24Ypgh4R6FBgSFBZSC/2nMZRdyFhgo8TSvef7x/xtw0f1SxnyeVqIpfEzvD6KirdPKPCaly6
SWF3pjn5fEGGVn6Dmwpu0NKn+bZcRPHBMvDRUY+WqiwkaTufWzcYXGJ4BAKjn3oTRduGKPWA2KT6
XCFl5YPX5e9XkLcLosDVIETA0rE6sMmWBROkHgZmSmiOqZbWOcD7/OT9E/r7s89R0KawxXHZXB6T
20gcFc6i4w7OXQ0QZzygu49NJrbJuIBjIqw82hXZPI9YEvPkg/vn94pLrEfH6Y8HX1PZYr6+nBnh
gFNeiTCYyWjB1UyZ5Q+lbO4sozvXGxCpZd7UkIdjG5hg5j5Roqlbi1n+6ex0xgkQkvyD/d5bJ4St
HiYr3ACrWPL1R6oTkvzA1JC81GIy1coq20+2YT2ErSZD39QrcdGUFnkLpU6SxvsXA2EEf/vxSxGX
iGCVQMr6myR01IoZiwas5NiQzlm0qtr8aKoWorftWlWp/tn9VJD/r0glneAACjlhFUnGHLtmo1sp
mycsyR55FJaAfV8TiZ4aav7I2z5+ZAB7XYW4pL2a4Y+5gcjbCly2UBuJ1IOi7dGQnpNNmFTmlxjr
eQw5v7IRZlRde92oIZ7DUtHGG1MM6lVvtBkpU2rR9n5G+wJQXqfkWdB0DpFMjM3QS/eFgSiphidF
LEM7GD9wW0w/S9T35+4CNH6T2W36SDLiCm5jykuffVrMz0Y9Vw8tEhi+Tz03DyKz1YtwsKcS46ZL
7ksDXQVncAikiXBAOydxFsH790VOZAgLSyoktqa1lWB0qczp1FaHQeKWbQn81KqxJlER78veLXLo
v/biFNTAVt1H54rQZ2Tsats8wxaKosBqFvUEqUr/OCGSTjeyNhLyFgiNiW+UEbd14aSZc5cZc5sN
m2ZsSCqgl+QMgy8cZa82kYsGo+xbbQnqpWht/V5jVkRhZPP9ioYEADtvRl8UdXifQM69INpHre60
OHIcbdfbkqwB2Yzwg0ojhithhsWYbzSs0YZP7nhmBcLqCf+M8phJidKo9pOc4uxbOzD88lPSvnLf
yM1pwUTjAAoY+wxmTiFImGajm2QdWVbJ9DIIQ72pGUi/xGNmS0+1CjX3Qd9EXeDgYFgeOnLFx61V
NmG27yyT6NNlgTfuTRODoYB4FgtAOazV3muIHf+sAXejf5zTzArqTlC1goiE0ZsbIOs2Nh61BfRF
5EgmEaB3vNqZscm6sREpmyTSUAPJZVJ+wqNOvUkMGu0VM2qv6bS0NE0zO+y8ka0DgQV5KLnVjcG6
xFG9mH7eqy3JRMBmvbZmhlPlFqRo2NLzD8YBdhrMhh3dNgZrj4cB3r4mQKrtPFlN4ADC2UB3pYgi
+zKXEduDodXzK7aXzo2E4/YZUUJNInJT1bQ79VK7hlSXIo7Wp3Zc78pxOG/CCkII7HSNvx8xAXwE
gsLgFYQFRANXTOpXnYftnk7PMG6ETkfHXyKrPUlaVR28VFRmG7A/mp4ZOA9PBokYa1fDxGOoFBkx
vpggls8ijNTPDD71b4K+INgnvMTzmgbS3pV5J6YNTVTgdJkRWhaU1wQWdl8T8UoMjZO8SCOcT9OB
VjfJC0l8TUjqJE8NrShOM6Xuyl3HWx/jsYinNlBjZUQ3CHWDMXmECLxhShidO5053SqtYn9bhkxc
CxIH4r2Vkn3C7ikTQRE6euZBVo8uTCVdJi8Hlvx97F3g9AUnSj1RFJKaPbSBaRE4M2Yl4AkxxunF
iM3K61Wj67ExG+ZLI7Mlvx4UI0p8gJjKuLfUWXNIiqB292x9qpITopjKr41el1+1MDIeyGOeI09t
2iGDDyjcb04ajZU362FN66KOSI8tihFXuUyyUvp0GiPecRKWpUdk225MjfHOmjJ934lYwcbpGuCB
F9If8uR5mhGTrazs9EssVJjrcZ21LMBCtM/FENV3EVJ5zZeOJb8QPE4ktSXsmWhZfIqWn/VZfK9G
lnVPAnvWbeG8TaTvjsRkf6VrZkzBMJkiA3sS6zdTEg7Tjoci5FMnhtp/T9om133AihGPcUrOw1kS
zQAXQxNmH7FPdKY8rZsYdruEThErMYc2WC4FgdJmjvIs2WKQqnKyAiYCTdil5nBS2kih75yp32oz
W/r9bFbE0g65IhNaXFQ5Hpm+6hzYnUni8tTXleZZiY6LggCGzPKcWtrfBkizD2RmI/xaujgkpHYg
Lt6fJ1Xpgiy1cvWkignaBhGGpGqfFSSAOOSWOT52kKzfa7llPEAO6MNdXVlkyXT20Nfkwqqx6yEc
Cvl1jCJ726thkZzp1qTs4rhTf+rtaig0oXr05ySCj3BZUnbUft9BRbnPpNKV14bOHGQn80UO3C8R
bLQejylcioHBXZCDCPnSw3QjT0ckGSgQo+m0PSnmXCoDE2zxQ2bpOAJtmJLSA0ZZn2m9O+4iK7Hu
1cZdvpjsQI0NK6i5eDB6kkdCfHH0piPWiMtMYl3aZGZZps8haS6NpwE/+4kigbjIUu1zerWGNsND
Xere9W07Vp4GpXML+jC0JoI8S9spWPQ4+Ybeb7pcinTMbrm1xyqAYaHtUy1Rvrem2fcg28LqSWVW
kvk4jZfSgxkasXa4INCM06TPeQlUYFaIHbbd0dyOCHzEBhEmagK8BgAsxGzNj0khtQeFbPPaj8B2
ZCRXTdWTk7jRuQnSAeRWVvBqV4GM3UVWqHxpYMNSshsT9QBkD7IkiGogcoKUg/jRKG0t8kklKu8L
ZER60FSD9lNpBvkyAmX7il965MFrzPTMDluiC6Ci2QMQZdPm6VLU+mxp6SRvy7CaI5CmSX4iRGfN
3lSW5jWNlPwbBBb9shWlPgXzXFXy3mjT5EKWiwF4ulqay47/C1ywW9fWBvx39hyTkAGoKS0LQCkr
7teznHR40bWRl3WkhtZ5Wqv1t76CTkfcnUbq1TBLDMjgbsQZxMlOniTJ0sidCcbQ8bUcpF2w9OiV
fXOIWT/dZRHtFuONeWPG5fQ5LB2C8ew6cerLYTFHJ7BG2qArtcO1mSpwX3tYQCrA6T2ydo8qqIyD
GctYCCJumJ8yWZawUNJC6fyB83IBOQNJtF3hGcdqnldk46Yk+ejt6I9G8WIM8ZT4dWMqZFHExCAu
jG3EaOFuTriFeNvQQxp2sayys9ypG2erumP6teJ5lP7QK3kCMKjuCaKTpvLF6TQeQiHj7qmd50n4
AxW82FhK7ZyWlVGBXVfg5bKHK+2ncgLMYUCaigY+r1cUur4D6Kl2z8VkRyqRCKRD+qZDJvUOWffq
SKVAEH7RdCE4u4VYS1jAlRqkizKetUofX6IdK7OARA/zNgcARJtxqcDom3zrIkvZHptEQRUBaT85
jsABKJBXwbeXaGCVkZg4EiabjVFFwOVTRw13qYJwYGOPkdZ7rPxTFmjgSDdNAcbJJ06h+WEWU//T
URt2RGVkFRcwOdANR+2ADD+fYZ1gi3KUAlAIGT9+SyJeyIYIA7YXhjTqPK0RUQ+Qj0xpn50vyxkw
aYg1JtCxbgOuw0jXIkv/qGt9GAu8LiQwwjCA4de1iXisTi1a1Jz5HCvEqZYxFiHqGEAxbVWfQZR2
YYfNYKWGMGVSYmRXji3Ha7E4DfyuJPwMYl85UTp72bt9ZN8WCwHVMRJa2IOD8MQwGDsAJnKXpqSm
jyCS2URAtGmXEU5S1i0wrJv790ujN/o3+EsxNeOvUYFTHNvnm4U4iVCqYbDq9nea1Zsnpgb5qK5N
cUEOVernWphessGOTQg7i3FJZln8gRbq9wYO5nkKeuqz9eQeN4rtyR3bYcrdwNRzwnTUtL9lrWE7
TqrJ3y/MXx3qqA5VFNk0VUqnoyuVeB9nWvdZiXKN9gY8sXzGKLHUzZ3J9vjx/TP9Rt8Bgw9eKuEY
IPoOJeovzXCrgHbD3NulroBBmmdZs1FAbXxQZr95JpEzU2GjfiRW6XWZDfErc/I0dQMcYsVjYdhO
R/gSG0+6bh+6dN4+GOU0HUAb9sFR/8bljW6SncRlS6eKhEuGpOw8b92Zuun9k/d7/c4NQjPjn0da
f/7LyYMKH6M+56oxEJv2MZEfe2eeFsSHNsrdqB59wCrx3fsH/b0NR1NsVQ/gIeVhP4w3fjmo6Mcw
rvPeDWbMf8GsE3CbqCSingNZ+siCtd52R+sKLx2GrbTtLUzER1+wLaNKkkLnBqQjmi+j2xHTbgBP
+lxNUg1yAhHu4tLIv5Aroe0m0qQe3v+ub9ydtE7hFJv0qxmIHt03oxWy7dbpGxv6aD80ObZG20iG
P2wE/xPIouGllX378o+Lp7r7B6/yH09E8Jb/vh7qe8W7O4li+Z+vf9v98fvopQqe5NOr32xKCdXj
pn9p59uXjjX0P/+dv+jP//P/9If/eDn8LXdz/fIf//a96ku5/m0RH+tXFtFB5v1f04vguMb9U3nM
92QA8Sff0/pE2xDbEs0v5kQHfd340sn/+LeV78kCqSPZW5UU3C1/8T2tTwACTF5KCM0Zc6636p/8
ImF8YroKUgQhzPqDvwUwOoga/7pNKT9d3N9gXjXMW6tH5aixaIYiBxon6gCZI6ZT2l0UlGpp6k+A
bGUWVMUwPwJRHO7aafoGyDMEPwuVGQHtkmubWYttahYhizOy3It6s3S4wz2jUhxlow+RLDd90gzu
NUKAuTujBaLMQdtZ0wd3u3HQ8/36RbjNYVQylVndswIh0usFxelwKSxKO7BRXGJ3D1My7nfOEpsL
ItnWiDybgvRHQvbZGdmQzUsCq5Cw02Yk9QOaX0QPBBYoozWxNCTrkB5xL0klurZQ2Bn+wmv8bAJ9
ngYS8cutGknCM1nirORkErOz5pMVOqm2jpNHe8W2pmbf6TRCvFFVV8IP9RhgaLBAX8KeBFOw+wSv
OcRgxx7b71En5HksHsw5mWy6g2pOxOVC/hC2Qpl/r9E3DZsxwtOxkpSpGEe1wjTaJnIg73HSHWax
ZGWKTTk6BC8l85CB7lAMjSg1Rrm2b2YKaGC41PU1DdMx9906o5NI4ejUWApDaoqMi3wOJNC5sZw8
ARFhG+OwoV5yR3+oMK4j3rG0br9aW0mSdMYWn3AzO6fs0MJ6xygYSp9l5/UPJ7Gb04a90FnaOgWq
4LRsT3IxtF9TO0WCkKSRwUlCkEUBGmslWa6Gu+ybto++imWU10MsjX6bT3oyBFDvhksH7ZoGEKoE
vagri2JttNymUVMXIf06BXNARA6Wll4VyWAA33TL5UcoqdE8/K/GTxJogFQO1TqozvtB8dni6y8R
QX8QKbMWD/CswDKKZapf0dzSz5vRWrNB84onYOQTF0bUqli16OFSaowLbczIGG9tsuipD0hiRivf
iO5KLRJXehpRbiRfGINuBEaTCBpARIb7cVg5VeDA3I6wqZvioax053tyAMlZB6hcegDMwQ9VG187
gOfiA4TOOgDpkgOczl05dcsBWacc8HVLOoCyUw5Yu+mAuCNqHNrdAXznHiB46gGIx51ICwPxPbMn
cxjjp/GAz2Oq636dLQlULydJm/bpAbYXafUYwX4Q5mcdGB+qRrB8OFzoPdrTOPZY5/O1A3XA+JEJ
BdIvWel+3H+A/saV+acc8H/5AQWYr1RAHAhIVKCI99fuARuoDFI+AuFxbjVjWsY7Q+/SL+kBNpgA
5P5G8zSfKGsVwhrrsu11H0SGFZ/MB2ShW9U1pTEcw/6ANFxWumFRV46zI5g9B8I2ywtIwdWdhZQz
O6ARB9YQZGo8xGfoTMfnYqUoigNQkVRo6FdAFnEG42Ba4jm8m1cGYxYr3H3jSmbMqXPdE7efu4Xn
e4U3EsEGWQaeDFZN2y6157kHFrlTusb54iJEkPv4AIOkmgYM6R4gkV002Rt5QEeCJAAjqQlEHTC3
QjLSsmFFTc5tbWhec0BQRho0St6BgCmHlVHp/IGrVGzkHt0BY6m2LT1N8FjgLWOVzh2Rqw3Yy8WN
OhCYKw1TF1n3KMoIRKax0jIjIpGyHYGxQDR7w5RVMOT0sP017exOKhkPM3tnipVyiUBxEl6FZIyt
xPychXpVbsIp36SMhqKbyiAkeaNxvMxXxhXymRD6UW2GA/wzVbhpgsVp5WPG0uoSIJ0Qdx6HPXRV
SGM2DJJkGI0zhFnFhnRd95ToBjhksRVmj8k8KvPWmlbV2jQ1ILfqPo9uY1emg09YNyBOrXPKklg6
+steLCRwZLNxKYxpCBKrXBlGr3utNaGzsiyMPNcRFNAIVhvYZQ87TFFtLQCpC6OHwbS3a/BbsnWF
jC7JEG3kXmnNkDNkjxDdCzdLcs9t8/FJB357xz7cLJi8ZdYPvXfNaUNE6TCcWyzoxQ/oSYsf84zT
9QPwqXMwA/JO3urucqrgNkD4lVJEBLVezmfRqDsU5I46PWVOpl0kk6x7n4XZ/C5MXcex7zABmGFI
Q6NMrE4l+0Xqn12ibM/GJp/v49lguJN1XXlTdZVzZcMlvNHDqfsJpVZ/HodyardZBlTD4+nNpB92
zINB2Ge6yxNm8PjLUFrtJmfh7nlhxdEVqc68KqpRlKZncXchOg8j7ZwmZvcEpjiD9dq7XUU9ApbW
b+uafLpE2vI+MW3IsBNpkInfDbaY96GiwKwj0rVvts48SHBTFIXeDBYZ6VoMXXoTjiL7HrOlngIw
OH3qNQRjA91ocvMugVpFaFYBgONU9jPYFZPn49oyCtzvIlJIVG3G2Zl9RZc9+o+aGEov4hYLbDww
klFH0uHMZFSeneuYqq7HFrHwVKixDEo5htczwnnSnY2YlrEGkNv5o4z7n9go1y/lZ9m+vEh2yq/3
w/+Xbo/Ztr63PX75HsuXspMvydG2mj/3xxbZ/cTOmAkyqD0LZhUSyn8i8N1PWA4Q4WFNQ2fFjIIy
50/Cp2l/wp2PRYBNFgoNmh7/e4vMj9hMw2Qh7mfdV5v234F8Hoysv24tVyfxqtlHJYIpAYXp661l
r45ontoGdoZetAFS4e5skeZVldEmpNWCAVfkxmUsWppjxDNueJXhbytnOnBqb93ZJIUFcBP7i6Xq
TLjVg6/L6Fkxky9MCltf5/WDME5cuVY2BhmLN12F84EJlEL/+DGzRiDLuaOfZDVbazr29DuZXoyb
2sAk6jVJ2HQA26uf8HHrgB5fF0yk3vmJ0i/3SlGViZfp9kmd5gX7M2HRoHPKLRtV82puIGw6Q9EF
qRpfKwqIckcdeQ60cfAM7Gw72qhrMmEZ70JY8tDKejM43A5/68n478RBvKofdy/V5VPx0v0/8dxw
l7/z3PTTS/EMtjx6XYvyh/54aKxPVDkwntS1PuRBMHic/qgrxSfaG4L2CnJvgzaOyk/+mRuhfsI+
RLeKChI2FHSovx4anjVYoRSW5Em5PI7O33lojAMN8tVTw5PCs7LWvDZZFepRA2KuRRwZ/Wru6iQi
g36aN7KISiQSefu9qWuXxNWxIKaq0G5ml+mJaBRjk6r0pQGcEj0NW2XThZRJSQujBZij8+Dq+TOj
GgloihkT0a+G50byKSmsp9oOH6rW/LqQuhY3hr11RPLT0K07dS5Hz4pz5pBxLT29NWpflucyFi60
wejWVpwfppn0XmfWzcm0NDYjcBCBlgP9G72Wcoa3o/WaOHxuaGt+ldpKQyUC6jPKgNmHA9dTfKn2
hdRCcn6suYS1Sp0wkC5Ao6Iirbzuam8uu2ULFkUN4qowr9RQdfehNU7nbjt2zGpJbetkubON+d4p
w29RMcjTTM9u4tAg2p5tmuODgmh2qZizU2B7RBZA//eLXvtGi+FGj9Npx5buux1P+alLgrdXIPGe
tPDMYTTtMeklBbwqnhFnQy6T1EPk4zTbVHdDb8SrsVUXA8BsxcitqYeOipd+fFUIla/kPI3S0r1h
TCQ5s7E8naYiOqOh/63u2ggCS6s/VyrhWAEjKbE3WSbP4nQBKk4kIUQ4+75cIw9KpZgv8lmu2Ucq
kgtDzyDxI8IBrHtSIKkk8J1QbMrey7FCXSKZRPsJkqqAAILb2JxILV/cjiaFRbBZQnQ8gGA+aEsG
ehJbHsm4hS/q9sGgtUfG3uzwi+y9xG3ujXTOCUKYZx+s8IPVV3ckaji+I+g55vHwwN5FbjNtvhBj
p/kUT/2lvkZhtXJm7Jqw8JL9TJKUMu8T1K6rRiHyYm14lCOuMVNvPndaE3oIOi6kSSJGReb4RiWi
2EvqeVuXxlasnyB18qewDtlqaeeikaaXst30GzLoliHMgy7Un9UZLF/fkF2a19W2NtWv+LMXlnDF
04q4oIlonOWM+b0o4kVQuhDlB8r1vFyu8K7fA2XfZmtzQJ/Q9nTiMW+UcCtDa9rOQMw2ckCLU9VT
yxAGmlFh9O3dWKt7x4htrw3NH9Eo2POV46PVmSZxsKpCIPmEKMFJu43b9l9pptzV8RR+Fowl90mU
Ghsjjnc0ya1gNvVTvXP2vOSpFsPaOqnQsiDvKBJtm1S0g9zcpO9QTyC4Ss31nKT9yj7UxKzkaGwH
7XCf9sSat3I4VYd+2g/SOEGJ4ezd2djVokx3uFSLR1W2zxJzT4DwrA+q9SJEsYHsRmnmLTEo39Q+
+u4Mzf1AX8abrGgOHNB7fsdn8gp3cXdkCFh+bPM58yG/hGQR+4vJia4QCmS9Bopfr5fzianxaYeE
LShRmQdoToiKXSMXKoLDWROojByua4y6Gg9o9tg6bb5NTDCYdjd+NkT6NcENIRF84vdjHKQYbR7Q
hc68AfDfCWujvjMxS/gV8kLfLZqYDhZawK2jyEvRLpuZwAVfwpv2nLI29iLpk21T8yrH6cFW3snM
2xnZxp1dYr4jQSOHXptraI5Y/QNNm88KQ550qd7yqCHzSvMYLhbj5Q0G9Rs2XGd6iZCYYCwkhE8m
vMPbBu1kaECNUnIkSWGxRIxnVdsbdXnpRvNzG47ZjhBSy/FFGP6IGeezZPBvYt+7bkrV0ozcfmRb
Y3dZ7vvSfh7C4jwf0D80VQRSK22MbRg2j/noAqYe432ZudGmaNTnJeIq57bVEKSThtuQugxGwORV
Cr6B1FZEMI4kXciQz6NRxO/DxH7J2l5F/ZCRzAwjYdKnHxUNAg+MtGeQYH+CGMbeYHZy/phh/P+d
y0cNccFW+7/euVxU+Y9qeHq1bVn/xB/bFoMdCD1abAKgGUBbs5n+sxtufVqJPSv0m1BANv38kX9u
9Z1P8AqB6a3OfMAra3P3z264KT6Z1AxsWvAk4+MS7t/ZtaAH4Ci/zG0AcaEpxT7GB8HDBW10nav8
MiOaXHR3DQCOQLWGs2FUinFjdrO8SbMGR8s4aI2yY+NxTYqsg0TM1jZJBq/LHi15lZlqke4pz9Vu
2/aJU/mZE0t9L+ZwuoUdc0qVnW4VZ/hhIGTwpEybrdohGXFtzJRRN4kHVWNlrtr6TK9n5QsxTGRV
uGF6uxD5EhB1cyEsxd3lWdSdErZMHmCh/NTrcbrQrPkzapsfoW4OxjZR2VzxcpAjnLiuHzTehM0C
bJHl2otNvb9fqiK6JCuqC2xameo1IYuEF2nRkGQUA6HOCtSMivxeDYka32UQ5uLt2APOzOBC+sKY
ijucL9909H2TJ3U2Oqgkda0I3Cac7a02uOqeJXaqvXJWCIJGzk+CxkKEX2tV88WgNw9yLpR2p6O7
uq2rLlo2wyTC3o8VG/Ussc4nmtKbhFOlVkcmR0M/opP3Oil8j07Um+eT1SEuG12NH0ZI2CKjdHO+
bVP6vUHOcrnG6YwkOmZIlby2Ugdeq6V9lQ8FiVT2FFob1GfhVRcX9bOTIUtc2RreVFtgF4QSXtEr
i4fTNnLFvSioQenrN4WyYVg53YG+EzedmUvaJhAvv6M/SQNr5uJ4Jsl9p6E0DXZYmZ5uctUdbDxJ
Y/8kCvt/kXcezY0j65r+Q4MT8GYLgF4UKV+qDUIqA+8SQAKJX38fVseZ6a57pzvOdmbXHSWJJAhk
fvna6i4bNOco7dTWQqd3RFgFdrHp/U4CfojyUExsMbkQzdcycdggacltQ0fcZj2Sp05yLB2GK6Fd
xrJzp8McJPJEJbAjYk4FL8ntzU+ui6Zo4Dw6KFhpgcXtUQVXgrhSBY4qA+JzneKrKYYsuhUvVUNp
nm+eSCf0uj6njinI9wu9LVHB6TNSq803ri15bFPzinA6pTCKx5ESlopsuIH+woTCx+0oEFrbU0to
XD2dKAx4S11wxQp4PqSjDZVOM2+RaUHwCjtOe3V2S2UxntnuBrtgPHezswu0BAslaY3h6HuIleFl
3GJrKwTJ/mBSga25Dwn2RndJvTtur9gSN0C39AqCPcnpaf1GYnpfk9hp1vd0WU0aubgbslWpHbFd
DopRuV1dWA0WB3eLQKUmS8WxY8qbcsociztqPY8BLvmqcQ4A22i3xhW8e3Ac3BTjeMRPlW7wE2vH
0ZzLENL8iZpFQZ+d3ofjVJl4BJZx7yzVKz02kT2i3cRRVBEabdsI1QQ5kbWmQjkOuGAX14DIqFLk
dnwIvmR10vz2Mqj8opbkjpB65KVynLeEOUepFBGy1zDQqpdAb/KXua3yw0wqCrDxi6dK907SvgGM
3fJACFOGledQFGblP9dirSPhz5/EVbjbSooXUxhAo733oLzsSxrI6oychzukXjtBwCI9YdOyPGTd
ml2bXqlDWpcMUUrf5jjjPkdJCVFq1ZxENAHGgP1+32u+/krRKU9g0zgvwjfwCKWdF5kFRWDEZVLm
SulOijDQgJuZ5GLuKc1o59gtC0pKnEpuu6EFCE3y+3XlUY94eBPEscViZxuAw+pFEWiJRnoaOgfo
ohwvjW/Fo1HeoelK7lx1k6oOtbNJ7QpRfl1GAMAPKzbYB4gjP8rn9Mc0d+2xypx5rxm5u6t0V6PI
zXQ72tM9SqxzAF4rMdxT3/b7qqsyUuI7fzOZ7dTSsrlaethww786nbtWxCRW5dOINrwPNVwaFguP
lW7BTvvQ6m0ifZ2yeOBGMbtwHc13W1f+oeXm3iyYux7qYaDqvR5Rho2V6F7pHExYKDPdcrYOq6hP
aG0xhr7Jwcwku34ICZ0zqIUQYtnNa4Vgm2dj27aZcag4xjIrLkDLmbqN+VhG2nAc3A/Yx2S7dpW9
MbPG2Xt0mof0zJJkTaEU4Uga5CVcgjHpUQVixIAV1DtddsDBcknY/CDYZOmZ910fYOKplyHKOIM8
Yi+27yZyKjEus8h1ck7v6PYWcSpshKVUmFuPxBWAEXNYpud7lF7+1VWrd+mXKdjqyMfPqVMmEbxh
OPEYnomT/jKrg7ypLxHW7Onu3mStm5871722U99uhM7PJpVcTyWl2hefUCDuwESIyGpRplUUUEW9
a6OUnlyTUt/CHbcUruxGm7K/ftTemiTVjpk+tNcqNZytQRb/dR1Yz3Kr2ZBPG5sTJzPLbe8ocOFe
rZtLjZgJHoVmtqkjJFkiq5BzrFcV252mxY5jphs06NZG0VJzl8AsbpsJ4kGn2iXSjPGIsj59TFz2
Hc95grb4zH1lRbmk3nfwArFzFugaY3VkHQpVBNWG3sJrYHHrqay7x/90tfSgO2JQGA/TotlPRdX/
HErjpzSMlugL2X5TBJfHntHX0VTce/6S7TBI2PsOBuOx1/jQoaOtT420wCuWMbsj6EzbeoNp7gO3
qO9ohdOvnKyLI4fi6VBVXHiTNIkLss/uqlU6732ojU9C4Rnhm0RudXR7fVDY59wLnskQaN8J2UbZ
Ptjcj5P5KrR1De22Y/+imtkEYHF4JLJkj5h7ZW3p+oce/OuposDnVcFUTBycSB6bR9pmSJTLu5KU
OzAfDLzTjDzXfZRLd/uTU7Y3PT3fuSMR4H4hqk9pATB0iyaO/TjrUW8Pw7lxsjurnn0osU5FnFE/
Mk10T7oui6eynLuTS48dz32zEgfNoNQYxXy2nKnecD2o3A3c9yrnOeBLAk1tFL4vFiz/LrHxXnf6
ciQbuLjTdTbynMPhwS1reWjVWn0bZhOnfalQNxrzS9d6rwVdLZWw5qM0xI21C5qrJ5OF5G2v3YxZ
473MczBfGgbjC1jVi+FzekE9FSNgGDhJu/ajppJ8o6ey3bd60J4Ey8qT76PRXDtO5jlqzTYyfWjo
EP45f+8tWwND4emgr0jl3UkLEoiHUdPQLZdOE9XIQk6dkddtPIpyPvEggR+7blt9lI5OLWUrgo9V
BO0XY9bzs2+u/nwYAUs2mlWtHzNtl36oeUZWxfCp7SuWdfuqJiog3cwZkAV4L2A9DlGQXoUDkeVQ
LJn+APMLbtENWfY8qSx9n8mN+VkuabOBVlrjWtSoFrpAK+/Xqe73Kzzwz46m6EeJUuBE7FG+S+ia
2GT88/fam/ojWaDZT/QPP4p6SqJmdqe9IBt5m6pyvNPT2X0cUV7R8odezva6VsVypibHVLaeRlWr
mcj4JazRihHpPEKuarFbOd5zUd2+52Jm7UOfiyXCbpxYYsbeNoNpOZvR4aQQJlpRHBLHX064s6wj
tRT3Sz6JveuzIGqB1rAsjRRHydK6X0VvfivdzuEdtfVzM67DTx4N6jptiN1t3nvoQUZKto6uWN4W
YIFCFOWP0WFJbivLfR0p4T5x23XX2R8/C0+mhyVlSii8FtOLSWlUT+54yIw4vXSAeXgm8ncPKHNj
GsG0xW0FTOK/pFJtW1s/NE5/rtxFR6jtJbvMHLpdN98o3/KunsyeK6gPz82UPvUj+uE2O7PNhWNR
XHWSEYgZWKNpHe79ykfAm43eLiUWI1yTzN0tzXBtfH3a90SXtb5G9MqAc20kz7AzZ5YiUWPYZJRE
yqKDgCEv1uyBsdr0NgOd35SK75g88kMDoiYKqyOyRQ43X0R55PatL81szfseXTUEsD2etJGHLRXo
PjVlNPGke/5DllbNBspU29ZrkZ3brAagy6lqUmsT7HNXFjGaCnoaF+SN4Kavztw0IRNOGi6lvKMG
1Iyz1fhWLsRrJNJ8oO+LlspeTRuaH+LKraB65k2vO2qrM2Q0+Co2tCiWx3JIfhpFd+zRbxxwM/mR
pqz6qWom/yJZZi3c+CixZXUcSwxPEJDBcUJvsS0LFHttRt7jujZdtJhJsqm8Od87hnYkcyKJLAii
vXTW5o68FnBIx0HaoItPI1N2aBQLlek0GiPvpzJ0ncu7froZDATCcsVTPDAtIHtS4/wB912ca02z
Lqy/b3hJxVNTOMnOHE3mK7pcQMftPYKQJeaH2MarkYhvhuK7jgNeKIKxPqbpTYYPPi08XP+DH+zb
2X6uMtPghg72IvDi1pqi2V8OsFQZ8DCtHdhTX0dWkcDScOrSd8u5Cx+ko7juIk2nDcyBdRDWMmxJ
N2TZbKcixlu07rug+dR6d+QiazkylMa/w8GeXHxfvftuVu91FmWAHjTY1oaNHlHN2VFi2FMiTPlp
7VCqhE9zl9huRHxutnE0Y90KW+/3C4M+dZyB2FeqewEHnNDXY5/CurDFjJ69VFpZfQ3Sc+5DAITk
dfq8kpQnukIIJHUHM0qKDKI5SB7Z2eVW2f2dMfOHhw6bvJnsg5SvxJBtKD1t008tX2nz4pDiFo4g
aEwm/R6Ho73R52m7iGA7u/wcB+pdZZVqK0rrFRmwwdM3lwcQtumkTePMOdOhT6SEHxmZKzxBKbYx
HBePWOLSyzbeWjTbNCODoQ6qZ9ICNlhEbqBeshdyoEo0GeEdKIXfGOCc+VwM5Ar4FX3GAn+qMqut
hp9gtxbTGi42b35InYOJ0M1qxuZYKJeEatru92sz9OFCcXxIUt1VVZ3YY4/y9lk9tntVDAnGrmBk
4abz2FQtU6bHhLxuSE1WB0qwbj2r5GXmWvF9yazrQFT/4BbX1NGL/dzX2b4cxi8C72Rk1dbXns8W
VwaWTtxn3V1QXyb5Y+aEiqvGmbnaxiEo9Lg3Evbc7kvpyiVy669l0bX71Wz3JJaA30j8wA0NGGP9
VfNMya9w/jXr6aVsexPqo0RNYcfKOePEu899981a/M8kDfKNQg0XV457wusEkFss5xmEJwooGghd
hQPILBCqNGI94M9lOO0K5Hw8EHGW6cupMJZxK6veCnXT7yIF6BtqE5zBmtqSB7rFqStFF60TWitO
szU15ljKJmd8QKQ1RcUo7411fPdMlUdBPz8tSWNv2LskZ0kbMCkvwkbv57Bs8yFypP/AtzNsuQpp
qEBLEFanVKqvh9V1sFoF9t4zRuLKJrqIKSK0GSIyY5+1bZ2FnkLgBhL2hSfi/iaSbJdpP5rEEs3I
WJgjO4viYt8DpBn7TSIb+svqAX7i1Q/KMpZymK+kr7GgBquIbaM9VYnjRn0WFLHeU0yl2pq+SLNu
T0a9BLGWaQwxg+B44hbDrbUwsB8UC3WjD0ej732sIKWI6SFEJDhc6m6+pNXEWY9t0+9vKhnSWJLE
m4+sNynij+UXSHeSNz4smCioTHFDEq32nFvmOQOlCV0nm2INpC9cFWk1I2lR9Oa09t6vcTCZsn5s
ajvkOWmjAdOq3c3lHr3WJQg6Cm0Hv/vsTIytluzy+6UrMoSNxc8cjxUoVNcd6JLMiKheQSbg16OF
1IbQUiyZDWKIsF6arzKbOWAUXLoc79DR0HT3WKMsAlnRvhmYX+ElWlzJLaxD09nIO1sTs66hzCh3
cLlmqDI3lDzWyCiH+SK11IuDmRp1jhrlmeH9dg61nrhzH3x/2ipSGs7eumoAHqncJFrPpVmKLiJ+
5tnrkvNcuZukdb4hK9g5hYarheevH/NHqDEAR716FOgzT2aFSq1OH/y20eF36iNeT5QQ6StSwe96
PZZbo2otvC4tJq+a3qzaxFiA71RyePfLg5s8CK+qmU1prUzq+sFsBO+GVcIJepOvWMe0iDPMGoub
FfdMZThdiHjs1655LMz6ORUuUWY+b2WGjIkrTgYl0W6BXN5k0Osoxdw8XojaikQK9u/1fZx51SXI
cjeWPe6w3J7QdCz2BcPX0RvTF2+Wu/UmgnCb9FohlD3YKxVx6FN+YnGmL49u9TIjFFWX72C0e5iQ
y6pL1MAaWU3tDwL/PgZvUmBScCJ6qiOnkMWjn2dPxep/2oOn7+qWqCIyFOERYcy2k0w/KqvazhlX
wbT7oxDQXAXMqLSlCWpXcnzJoHtqPX2gkp3t09feqSH6ihr6CiRtx1zFPJbptK0NLVaottFT1eTX
jQ/aKF8BI2aavTqBAzCnfMZFh+whag5Npdiu1jLZlVQMjtKBx33DD/iTVnTWIo9gyiSrr4HbYCU2
veqKjl3bWkbV7zIbjGU10xhseAp1NezaLq+37pAGW1cZnCwY8DJB/J8mTno+nqeKhhSj7H8s5via
imG7FOaHqsshNBOfQ5JtAg7m3l6AwcQW8BemMiz/VKGvkVT+pcqXr0D/n1m71KFVMjCi1f0mvc7j
1l27eE7lyKzNhAllVdJtjdi5Mcdt6lY+uTX+YV48yZY/PVQp1GhG2sCmtbjxiYt6Iva3iIIGa5lS
LsZMpIUgm/0ULQZwcGIVRiQSrQ0pIX3RZv1raTNMJUtuPVdW98phDdn85NIlVRb3fas9tav9dRyb
b16zxKkRUPBu0fhuqFyGJTAMMmJThNLyvuPemkN/7GqG52Ir5vriqhHXMF5Z9EJeHuVG86Dxi5Fy
Zh0hsnlI9ObYOBJg1FU0+/JyEVZZoidtkvV0pYwNWRMOo3qpRxYWxnhVxD8OWsJ902vf7aT1YM4d
RIv+cjOENHwsYt3JEgFEyUw0muSdG6nFcTxJI7MDY3B5NS1nV6sqf5/y0IXwgmaUzuqhEnCMmOp3
AEtYNkURd3h+tlmRjNFQqCJUikTKudN+eoU8oA9/krV+GEb5tkh7L7zpI/VpQDJX6zX3zDayreyi
igZzZLaflvFE3B55YjPEaDVyHYG0p0vZtsneQSfJ5l3o21pOdezVmdpmxOFsAnCryKObCWKdzdRb
ykeQCtI6sg3Rj/tCCfe1yKqT6vRPztRU9Op3csHXGYhrntovS6nsk5TpDTRObrELGPZ+KCP/Rl/7
MXPkl4mEM6P/yM3gDSX3V2kn7ms9ihb/xOodDZ29qLWTw9hnRWQPEM6ZmkgqRZ0a9mRPx4PX7A1/
3S2j++qY9ueIebgshmwPs0S4S+/vVwS5rCU+c1aXVbAaJIWYQn0dsU3gY6fwWJY1n8x0Yq1Hyg20
VcZj2oiIWz+eXetIYuC3jq0x1r1yOlaWxxvAR3Kw+9mkyy5w9q4xX2bgvY/iBvX2tXhQkwYqXz37
s/Xgd9oXEln8ELNuuzH1EXqiYxxynPV7po89ASMa38P01W8xlPryxr76SRt5WVJustzBmKApd7tg
kwx9zRYnQPUTZsATvR13Da23Ue6t7+2qEXHY4rFsPXbH2qtLDONa/8NbZ9IZE5FtBaI4fFxFOCTl
wzKNMDK2Qe9R+twm9pXCsOtSsFAb5bKRg06OyLzu8ShfxhYev3GQb6DLJudC4n/O57HeE0eHXaAY
coYkZjVnNh7kRN9qjV7fmjO6FvMhdhLGJv0W6Fp08NPZ4KE9JuUu0v0heMyAK0C35/ZS9cPnL570
PyKU/98sgKeF9O8o4/sfY/ZDUIT+ffgLbXz7rT9oY8SeYAdISHRaTela1/mXP3hj61/gVLdQYBMP
8i9b1P/mjbFKIRcmmTdAD4cc4kb2/ttFpf/Lc4guglL+gza2/xPe2PydNdZRqDLmErF681ABxf6V
NeaJJkK6JHN36HrtWQ2OeaN3dVbNmTEq9soRUqa0h3EzeGhlbsWs9UYj2YZ7EPrK1Jdpk2EDOvpu
ErxTC9y89ctCRZ0zAkNs8Xsgnki7IHm2Eewcgk5ng1Oe2v7pql//UOf9ucj9r6ZFD6eHjZnVoTIB
H9Ut1fivH0O3ld9bviCbjBzlbWdJ1FN6alNQhOX+th33jy1EzH7WgvKgrxjJ//71f7kS/ywa/PUG
fN3EOWxahCr/xr5zaMYZipCbJ74q7kShl+dxzlF3jz1jYJLceF0yTZNjVxIa5NE0QqyD9lS56XBo
OrWRq/Cim5mIdzlciFvpL2awDLtZ9MGu8wdxIMfVoIBwaODBm06DRbNwrlC38F6QtGOfbWEUACRe
uW6dX0Tgr0tdI9r9+4/6Kyzwt49686uh0Lx1Dpg2Is0/Cw0a9DvSQ1AfTnnZPZZwrvfDojvDdl27
wN1m7brcz35QuGG54IGKpm4ZMVPZiRVVIBJvAVjMhydunIK+kH1TM13MFXI7Z3I0DsYFd9w/vOWb
cPQv4ghUG4SQEazs+KhOjV+azz+JI2bLlpUxYiEZp766N4zlByT0CnJHsR+VTvJUg9sfx2B5Mhd7
3Xv1rINujM6nqmV9kQRTVHGLCjE2lqzfIRasunvoUzo5UBy/oKn0v6UD+uZNuwq0lUrU/Yu9Nhpz
WjAfMRlMW8tt9Kuv2m3BqXfH19hvtXp046ajnGbJy/6zXEZxNgIL6bRpqZ+tFWiPvVGDZ+VAoOR0
wGJpgxbZsFMbTy6IEEU5nJCkeRefetdNO83Nk+fI4DuhCC+i9NdXiKfmrc2a5lXzKjeeDKsM3bTq
iZQhmyvBB3cdsqbC/oC5dAjLejmCObr3neqGc7s2zUWYZFKJRFpvENbJnWOsAAZB+ehJENRkzGe8
ll7dbUvcJU+WpaEtz7Tk0C9O3YQrfyz0pJrPnqfdoQgbD+mwct4shousAvAiB/EY7pJgIjOp6zPm
H/wicbFoCydNTBEbuwr0BwM/DRE9jQSgXZw0pqqpOKdI3GKXUZ62m5Zn28WtG/aiJTei7N58pQVb
6crx2nvYfEp9OvZlb2zFQpD3P9xfvy8/hs7TQAIlPrCb5t/9bfnp3DTHCY36j2A0wmloZAxguwdU
ryYHmJ8TIru9GjnlEM6tGGBKcVau9zbSpVnHxIpx4ljQBxgxsx9qDCttcOu0+V7enn7TQ+auAs/4
h5zg3xq5PJ137VouMb0uIUBk0SKp/suD7DPLey19s3VHqXnRYUAM0NGxqKtgT7zQi4cr8QdVP/MO
vtGCwlFDHBAf8f73l+/2On9eUG7vA8G179A4enMs/LZ2LpbWZiupDhEDbf8ckJMcF16fx9mkjK2J
f+HZ7ozxn76z//6qbBYkj6GXwq5s/jIY/2lJAJ5ITW0CPamVCaibybn/Qltz+m0qsV6FdBo1MzDC
2ryUZRvskhvlSxbaNCXvki70cMwC+72fhuFOC3yO4xTGn9x+iUu9Rqn491cIQ9fv1wgF2W17c8nh
DCgPZor483clcHE1ucYZJifFJ3Im78Kb/8xUZ1khJolkF2R+bIgeWQoBh+QgSfckMzMFuKn8jA4K
ZJJaY34g5GiRTFXivjSVtyEAIt9pTmXEs52Iz8bS9rge8yNheiKqnObNIp4tssl/g0cckifXNeuD
29f6DsT3RWjpbMSrn6gd6ZWk6qWd/ySSLEDXmhrhYEBLcOD1pntf538iDuImOicNrCOtUKhyeNbs
2gtpMlQkrsnpDXoKZMfOgqtjoLYQU6InYZogK131NfuaB546tuSWkTNTiM1Aw+i2TEuxRnggHSQ6
vfs0gNLuNRSuu7IeOM7nWMNQnLAzAxG+O/T9oJet+ONrYbhfFrLjoWnbAvedKue7RtNsLfLc4Ugy
tbg6Tj88jFojv9spQmCWM+r/OiSicWLL9VhnFK4ybVPuCamxgOz31jlzTJxsxbzrTKv74iZ9ix0u
de6dYcqvGuLxY5o0CXGPgXVYyLbbLK2swqW9iUPKOuMUJNajqFy5o1wmBSqUMC2unnLcTkjLQTfh
Oe3e9Sz7c+hdYzOmLqcpbUqtjVNYtO8A3+U7NLdzKEi2j5StDaD5vtr4eZkn5MWK7sNI2y4eEc5T
4lkc6jSf7lU+u7GfJ8tdMfoHn1qfbZ04X0xCIU9Wn726KeVlQGHw4RJWVTEp9vVNITQ3w32lOe0d
jO+4wywZfNbsNrvG7eHXJGbkGzbQtUgPqCxYndY/j754WRURvAOCkosv1wDbRFOdPdmAghidswNy
uuqD9jXDWfmoAONux59kDjspIbd6oD48doJbnswhAyRlKJIvaWm1D/Psgru4Nwc7s9ALkIrxevMb
HVoE3yc9LQ8WDb47Q0F6ZH6pnuu+0qIUyvRxVEt5gpzBHFG4b43G0cnV7PkqSLK/ykDLjxop0PuV
Qs7nqvV3aDnmqJuQxMT4/hBDcaY3wkz6DXcYen9qd+ebOnL8ync4P1XO+DXpqhyXw2JepcRg7eB1
OLLNeV/60kFUDxG6dWlEpA1DK2Jr4gyvKQ3sbVowmy8WzGzRVOZx7WEDa7TskVtgGYXO/dEi12pC
1Dv5dikdbMfSeE4aMJg8XfvzpDOdboXZag8jD8wDAVglccjpGdfNgkBEtN+YxcCnZHC7g3zXP1qI
Ch9tpH0EoYvptenNp6JL7WNtDsjFKovsVhMH/WbNqcYOOfOPcT3hmKz4Au6JtLE/DBb9Nw2tw75l
7Xmhla+7dIPZfmFUzTYr1oa7wUpLJuNS84qdWxDnhMd/bjaolLJ560ArpxBHBrhTGWTJFw0pBVRj
kf8QnrCIzczq5pwTBAi0bM+HKjXNHfdY/0lc+Devb/BJCBMO08M+UZG2vjMQXJ68NB1PeZWvl8EU
zskjrzH0vfXNyt2fLU/8Ft3mjq0x2Ka6SUEItLFZ0RRCLhupKJXh7sjysj9k7u5barAiHVPCnmmm
9F69IAPMx8YfMKCt+fzqmVNvxUvgVLFjV5Qf5hrKrxk5+TcFErGxbBiDbphLVKiNXHdTSuymcDA/
B90I91YoeF5Ggfssc3WevHLW7udeNk9Z0WgsC92Q7ypmB+ZrHVE50gL0P8B80hiJsSOZBlt36p+I
tGzOWu4QUuXjh8BMsVTfc7cro0Gs9ZsPSoz13bU/p0RNT9mksfAre5MMmv8RSHs+F24v9jzQxn0Z
dMFm9gK+Gel41FjCJDTuUS6NHaWlR0xT2lAACki9iGSHDxcShf2/fYekmKwYb7Y4GqxjNHfbpsYT
cHv2uw5OwgQt3eMvqi95ddOfdoSiBRuZWKba5KQbLC/0e3O605t6jBdnAkob0WR/n6e1NS4SdKT7
45WKuXDPqWXh4SKc03hWqE2O0N+6g5oVMxWyZTWbDwI5YPt9CiCtW97xvSQ5t0b6dVPkpK6+3jGo
Q1/xrG0GPEOxTtSbGxaFzHddMy3XuVGDj2KrzYk3Ww2kS0SGrkK3DoXD4ouSo67hbY3l2lAoykIM
NORsui4V3XYQi21tZ5nTCqlXzCgnaswr7tex5urqZb4jFTDfLaRI3LGPB6+8eNU/6iUVT5/J0qTW
1XZ7cyKGDlkzU7DRYd8QiY4ly/C7KUQ0MH6XnY6FrB6M+67Ixf7XW8WxYB86MeY7Zc7Gc6fXYu80
lXFfT9zGhkiNe/IWcPwbbMYc3oQfq5GtKmGXuTPo4riJqPj0eOWDTW2X6lEQ7cbMbbbtSws9A5Wa
KkYgq5XLdXS4WtroufJx0WrjPlspxAsZJ+2Pom+5NYyFWjB0fE5ibAsOlIiAyjnfDcntD+lNJfYD
pPIdWYBgwpZVvXdJwPuQ1KiGni6692ASI2l6rd89ml3gEUBRpSOeM1lwwyK7OEz5xAcZiNWqo6Er
vDE2yTmZ+W9SOPg6gaJJv1muleBENJEjd1PEzWIvBtO5tMyJDcFjQZ2xcaJeqhZySWMK24PXIG25
dGgsyA0V5vDdbr3gVa2KNDZ99Q2XiWJxPqrE0N+MQA4K682ydNuuteUVhC75ufpacbaD1t8iw/PC
tgu4QTPaQcz62MFmCLKkHCJoglXbILDCQ+LZMymT7lhtg1xD+CjVDT9uHnSx2h8VuuCbbOAwaw1S
rXVo0Cwt2THV1vk+mzKA2kESqFYtXvIMOiuWjV0439qM7Ery+bMUlV6l9sQElBePcOUHFMH2eQ30
MW6rht8bLXGcKyPfzEFwO6mhKIIaTamx8hLvEwE7dI/Vze2+HyriM0dSIL0kr74PhPKzfezKTA+K
O0v5TCrdVO8Nw2t+Ir9bzjXBb3izsqkkPubmGnNHYeTbpu+m93VE3TVanZERZWGwgyRl7iBE7hEB
r7iVd6K39qAqdI+idh1E1LRrtadPKYHPmixyRHu2aW9sjUNR2QGqg84QXG2DQBv0EEay10kzPJWD
tvwgqXWI7QoeXlhIMoxCGo+0B5huRERvtm/tlajbkicbbFa9Yll4Y8Z88rL0QWRkHWp9J06D0mmy
m8ZHWhFk6FhqC/gjPlPiEyNEc8Rxc8dfuoVBSjm1Rsi0YkrHT7ZTq/aQzXoAIc9ZUnMdtRksjAU3
KWs0ms5ySUc5ndq2QGZdr8seFMH/amWNea3HoI30ubSIDfebjY0YbWM4eR7NxMieh6pM7gknHB6I
CixeiNl961okltZA84jVTB+aTIjjdrrcjejDQMZf5BCTasz3QTK8ElfpviPeDKKBhObvIsdlsq7+
wH0wEvWzoilhMPTtnal129XPbfbMEdI/g/zGv+ADERqWR6KgafPtW99zJNaBqc7rmJFUWonN/0IE
2M6Fb5M9OPj3HF6guWaboI7Rf2kYO3OlX3SE/mGzcGKzDPE5uOOjPznfzNJ4a+QtkljvHkUyPRE5
/5xlUHhl/mFm+suvk9h/hHT/f2n6DjiR/t+tU0C0YOB/gcBvv/AHBG7a/zJsRyceQSdt8Oar/jcE
bvAv5i0IgWIv/N7gif8HArdJH2PdvSVBglJ4BpjLv61Twb8AzYlYZx+iXYQf+k8g8N9yJ4FBPMeE
seYvutimoNj+erTWIXEE6lSi9zE7rhtrLfRxKxjMNCDAAoGXqaXMUmVn+9e29JyNRRrJsjMnbvn4
Txftf4Cxf4cpeSsW5jKLcIibBf13mFJCdPUDuUbRVAm1SSsv2UxCPMKNm/+AKPzTK/2G/RAna6oJ
N3NUL1gOsAqhv8J2dCHzWf8npOWGfv0F3+FTGRjmfAN4jATX23v5E9KC06oa/ou881iuHEmz9Ku0
9R5pgMOhFr25+lJrMriBUURAO4RDP/18YFbnMBg1GZOLWczMJq3KIjOuAuDu5z/nO6xI5lrNAJmy
MuvXIRNgaNdw7lXcgwCXTO5dgY0pZIYGkiwXxPT+uhz/N7/Zz+/hi34yyw5mDYoYwdk4ubRtAI4h
gsrNaMW/U5uXv+qXjwuQwLWQfCzroxLj08ctR92EDq0va6zA/lmJPd1auz6W/43iRjAwo8eN8Zv5
x797TUzVDreDxRTC//Lx8Mdn0on5eCm/Iry2RHT7ZcV7MjJODWGczIe//z6X2++XT+nDo2STTqfZ
L33YU1RPKutQlQoKfx/D2g7uOt8xGrYYIBx3pT2i9zeeEtbG8RcwJ9ts89hMjd8/T7NZuAcnQprc
Fqbb1GjrapYr3MK+2hT0H5nnVZPRPWFMcdlfeRiavd+MMf7dDUAZkucvqq0Fgf7nizLPVEkUzAYv
+8GhpiOoPKLtDuMK9a/8jcLJQO3Xr4v5DF8VfnqeWl/LvkiiBQgLfrBGb5rJ+bgCehFn9eSa3Bdu
oYGBcLhBp805MuBaOfOcmhBUC+GQ8r05xKYRGWWI3AAQKsN30QL/NOTSF+mBI111jrLbA4KurTZ1
08p4nc7teDfFjQVkwO/L+370xuJ+Zu2O10HUkd5PnRZZzMO81x+YLlALx0EOV7HlqysVF9QA4PTs
sY57WL3pVPCNipgdE5YD2wWcA35a99XG7DioXDUlW9NDVftDTHqwtuCvqmx+VgTd8l2RSuGcN37X
xOzDGHs1Ts9Rs3Diahfa1PlsdBay9bBr4BhmWOEDZMvrv1mRia9Z1lZjrLRfA1sb/X6P/YI4Rmvp
mDF5DCdhA4Su7bZCDEYGut7KnlqzDq46m10l0CtZ3TuELrzzoe/La/KYTrGfCERhwclnkt80Oo5r
JFFx6TW6/sbXRHbGH0T37rNrmXYd0l+zKeYQtrj2Iuf7gD6ZrwarDzE75bl+c+XkgVPv3CeQqqPF
Rj51Tyqnnd+0SOdplRPXeHIyNV9Av4m+Y4AbrvsSkDGiZ5g9Z7YPBaBRbKmYERLZbTNKTjZFWTkP
k6a2ZdWXhGTTBmLAuppL83Y2qO3YYl3obxl1+DczutmCAxC0+IypjzmQ6lhsxw77do7VRdeBc/Rn
kNk+B9mVagDYYjvyItpC+t57c9UYpvs5M5IfbSrxpKXSyM7ghxXtigM8HUjzZHr9pRNpcUKQYahW
4OryG5ZKL9+6IC08TpzgWeYH7Ddmv6evTbonQMSkPEn8XtDlQei2R+Ox/fRehY3w1j7z2Q4XyAIp
L0uvudcCUZMwYSCrwwIZxfjBTrvceb3G+yT9GCximNATR1KNKhuEk1TqRFxQm0nUX1rgIFeycVwb
Ul89XkemqQTnvhjUJAdD017DOXFHZkdl/mZ/kLvmD4pX80H0Cha4V/XB+TI+mF/tB/8LYB4ssPSD
C0aPWntvzxzlcCwu5DDWsyU+/EEUY4ejX/IPzlgt0fIGQJVyBXMeFbEPhHERFXHoHERcM8lq3Mgd
zukCaBgACoIFe4Ic87gju8hIsLZDLoXWn0zTWqVgb9SpMzhOeg+TAu9lS4OC3CgXYWI/MWOdzkP0
DONcNN00PY7sdfotxQYIWZVqx/F7qEkhHqMBFN6w8gh8d2s4I2P+KrjJ5DoYcn1RkpDtHrQbxv0l
RvosvkQwREXEwq1PmzCv2g34kM68xiZgPzpmS7hzdqey2RuYCNdjkcBbWpdcrN66JftB8tAMmvaC
SyB4NJkmukc5GbDlQ6NqkIh0QlOK33oKCFVr27eUxMMItb1Y3ioLwPdKDIkNlrQKTCLXGj9TnJmA
79pkgvxU1oHRHZhjckLqLZMnyDp1pzx4xFXuUwxCuGiTVEQnL8OiSkC7Z7SJ1c+li7TeAnPrMmWe
x6KvhUaAsOLkzJvsLjsQ13NxjTH9cDGYVYReKgsRgirFy4JK1MnZBCZ5OBJ1ON85JNL0YPabJErc
u7xzOuoMIGilW60cCUs2dsVwLrqsKPaDrLgKO+EY5SZMo85fD5ip72q8GfGhwFgNpsX0+3bd8ZfZ
K4n/63FyCANjv6OJaG20RKN3JOCifRmOWXEudbU0l0ytLm8RXQvol6lyH7LO7e/cXgVnhtXE58yT
CACPmRWCVHRkdErRwbjDkhFv3MgG8GMyIYnnvrrXpR3eynjEKY8CidIwA2Bf5WOhXsI4D3dEPqGc
oHjd6LjS94zmyrM+mFqotX7/EBpTx/28jEXAIqKFLPWi43ke1+NFmuYvOMvIe9aM/LdqgCii22Ym
3pknWx0H/U6KgcRRiHktbg2shVFT5Hc66XsQeZ1lArSnRhS64NbEEjzTXkA0Mtqg02HB7OLWOZQF
cBGjCYKnrGPbPnucx/vWSQ5J5QA/DMJzumfDLTHJHXy9iNXWdE+NBjYJzVv9jidQduJ2GAfnab4l
JIJ73SMpqpg6o86aLsDIgjJy2W97T8M18BZDau9wbfhYy2Xc612SwRlozeoQevVjPccgOSn48V90
of2dV+bFAYpzd8y4l74FoD4OAzLQvmh5cjHR9peJGI8Vz5qnbSXHN6SmxywL80ODA3Cya9YAgVqb
0eNc7VCs03OsNjiBPVujXFQ281srfJaDtBgWDATxOzSZV/YzR2Z64SFT4s0fKgfQZWE90zxnrFui
dexF02zfFQ31QmWK56EK2cuNg/sY6rm6s3nskZ+f/Wtjmu1tAU13ZXvdDxqA3K0RxKda12+ISQ22
5Py6JHWOJJbuSRE8epZ3NQSgnfKCZTpbvqssz9ttlEmBRkrabh2aTbOiUaM/hnFDNtth9JVYdyK3
JRKOVWFtresdyQ7vkIJ7Ppkymr9UUpM+NUgEdGwOlnYSaT6Fid2SDWmiaW8pYV+kvgIGjWUuJRkz
ZHi/e7KYeGqeparjWyXwzhH/aWtn04SjL7YeeGFGRu6OmFp4jLv5Dp6HdTEkDkuOqNWl71onTRIc
ikqgoOvyNR7ERRqEJzTTcExMLX3023I+KSPvMpHlsA46fRbDYl6HXmAAf10eK0McTemGve9Z1av4
B1tF//XDzw7WJ1zHboA11JDzaTq72uVvEDCfep/BpOeBjQRCtZrKgQWZ9fQsnnoyYbkMkXriY5XM
9EUN9mWXet/Njv+mpRn74ECZIrX1Y1Dujl1ae8mcn9IP5e8h/Goag4q3kBDqRi6GR068lzF+5KfR
0Qb+8fg6m5f2qDplsgXI09iYlVFezyZMT6sBUEmEfGdrr6Gf2dt0vlRcTfW2c6FdKfpExkELsFPt
dunaOybYxVAR/X5LHvWa/itIphRaR7r3b21lnWQ+5HzD7PZFvLTRhf45gO9V61UvMug5wRj61ujT
I00aax3FT7Rb3U0AG3AS49IsTbGp4uilSFng0CEIG9XhRZEbWzepaoZJdUxeFCxhyLana603XbMH
r2Evrb3awq6fsV8GC+xvKrBRnEsZAQda8C/3kQz3lNxg553AozzhgW832JV/mDkCGdjeje6weifN
a0UPHqZwoTaamjQAv8QdvOlZmjHql9ttZwICZ7ZPVCyeynPJjpgJQRLRcDVHwz2lQwk82QmsiGrs
fgTiMtDvgu4GSHpsqKfqIqaGa7JI2bxp2Tw+kVjArR7LeHplxjRjTWgnHnt1SN0SUJDkUHSgAxKq
gW6Bc6vHeHBFuPIwl/KtFRHVp8Jm/rnqB2F+p9jLYpDtwjxfW1xz9TpPXOZLMCZa+HNOx1ev8sGB
Al256mjFWviksp25ewoISiZ7slR1cKxmr71I+ymUO4t2lCvyfRWZ9jCwD4Wp4xPBCizJWbo5M8tG
jEczy4ODMRI9JDdIBTB4ApV5K4Zi9mtkuYBhHTPX0J9su/nB15iTK24V2OJ4Ct6bybcYllFaTmSo
9oj0EUQa4p0e6KoKuhEztVaT0x8r3JQXGo2Hr5F+xbvUpMNrk8eeIPKW5OXaNqz0wmwngjuNZ/sv
GBcsFgI0KMFF7WhabGBk0ayWOGm4Reyvqb1HFx8W8wNbX0FNzbykASy96fE4PnDuvcXJHDGHQLxh
kAHqlvG+irHoM8nnf/eyDyyGtEb8owotZv8d2uq4qbRRtXsEV0asbmeAkmGi/8wsa9oOTigeWgi/
Ypd2hn4cAq8hUTQpviVPNAocHiPIeV35kXuW5DZtDbPoqasZYrCwa4+ly+Nw1xUPrjclD0lUcKFa
Qnl3lj+yjPlthuU+dmlC3dDR3jzrSqd8V1MBKjw0unpdTZ66iqc6kNuoC2PWBrrieHGvzZ+9tMYF
0yurOlgkbLpjK2T9PaTc/bkYVH+NQXbAdy3rY95VEASGUtX21ssD57FtsJGtc1XP+0xbJYVScvbG
dTUgla1EGrjk6+bOeu3jJHiUYcDzKHcWMwLd0tG8oZjRvdeVQTVmw4UJOcTOhxvp1eV71sNA4IRb
M+Lrxno660pOBWs5Nz3nlY5Y/zZLoMXvTLsD29D4k3w2MT3c2W7BJKqko6KEdUAj+SrzQchtvI7x
0C4eCQpyL6rh3e2UzYBcafgWLVO4G5l77XUUOkVyonmVm3xgd7Cih87o99JpM9bLwc1Ja2mmD4nt
z69h4ZTXk4G/Yw21IX8IS1G/9bk5X2Y2wbPlNqscLoaovsNF33L0JaY+bOoWZtnGwaQgKDvW+OzG
Elo0GI05sjdB6MhnV4V4GXCfJW+GxlPEkhsSCeMDwXWk5yj5Aa3IvsYvAstYtp7WZB6c+cmfS8is
g+8pTthtP1EWSOHS/ahDC9aDKtQ7sT+6J3XU1DeAzjmhmrMqYbzyqCWilyvzvQ4rOa/DyRy8taaO
DX5MUpbzdpzAPVAsORDimYnOniV2b1C75ozGt7z3G2zys1GV6yYPaWDqaabM8DMYY7kqMtpjMSdP
HKucsDGw7A+MLNdt7tOK1wvWi3hII2y0IndubJyHuGLY4t/nk7e476FOcVZrq9iiosku4Ju7Jm1R
hmiqY9/1U7Sb2sgaVmnrWscCN5+1Y9rajjB32hRfSy8CKIsMduIVPqb0wSgDvEteKuNrj32rRack
JZ5bZx50tSHx12Sg9AuFtxEmEkeZJpu/+xQexvsAdAmbfPAMNz7BSpJ+kARJUeErzXZO1Qz3LlYv
cgkBH5MdtqqvrTmJIPYMU6YPYEs9ICcELK5BzAVyPY/ahJae0e3LhUXmgrQXjK6VN2ie51Boag5s
sIMwMBBbJ/b4GOIRg/1VskTtojwU3Y7ir+w3muviUv9ZIwSJRpWzh+sWJRTxlz//pIS6pXQrRurx
JlejeTM7FasIRQrluuORvzVtMrKRbOpim4mCCgQmNzvLrYw7obP6HK5WbP1TmZQ3hNVdOEDZMJ+4
i0r36Q0lgQPKhyzTBn/ttz5JO3bmJeHLLkpIHM/m1d+LpL+osot9XyADC5qGERm/CN9ZVDduNxKK
CvAObkTI4JgoXnIA1fLDdwJ7//cvt3ydPwnPvJyLOgc2VXqYKr/4KKVQkUhMJ9m0cxzql7oMG/8B
G2O5lTHdqM/eYFjZS92P5XZ2Wvc3GudXQVWQH1iyCi5RApvv+cuHZTafWOGcEvSv4lcHpxBjud7b
JHKxHP/9B/36UoxJkH/YgqPlSE+CzvvpZ1RmUaJlMryYWChWPmvVamrpDDMUfqu/f6lffkKPHIYQ
LhejLWgj/zIn6d2UOPjyUmMzzbu6sLONnWJjsVoXioPKo+3fv96/+WjLh4L+jcEIX+6Xb9HrdG46
FcMDQSR+ZYbxeMqzhae9YYy/uVx+eSniHiiYtkWahMHX1x/MtgevIaHJS0WQFTyTnZNyOIPYs+Wc
fnyqfzQ1/X8zH8Sz5NMPvLQ9/aubaaF5/9d/3jWI3+8v7//BdPQ/7srXl6j8PCT9+K//HJIarvkH
QHhY7RaxH9LRy/Dvz6AQxu8/uKE45llS2NS4+9zZ/yJMWtYfS/DDXYzTDBfEpzGpZf5hMnbFO2Sb
rkUs5R8lhZaHx/98uGA9FsvluPxF8Lkd+tN/vueY0kZjHTl0xw9Dtycfb2+HcWx/c7v5DHw/vwz3
Ga0+DIqFY3PHMeb9+WWaIbFoUYSrZYRpSNYdO8w21z20QXp74m9ZLA2D8RYwDY5h6WhtZ7iPxLjR
OS8nB8FmN4dOAvu5Mnu9defShZqSdEtbkcsmU8emGM8qW3aQseop386+P75KBgUng2Eb2T4ai/Zh
BgTl7YTiIYeyIQis6tzS31jAmqtmouD2FO40klroTPZ1jr0IaS/HhrQmgwJxG+TJYjUyo9Q5hnnr
d0fs7Fh+bI0I1vTVeNH7deBuA4Aixn7EqtpwRpLqjM0CLNhUqQ5ewUKjWQWSj4evI6AXxxtqkq1p
VF5mRsz+HV97CnLA7R5qkcth3UiVNDipFNvc3Evt46QbeRQ8wE6oHvbw1DCqm7fV7IBYwPRKbbKf
mPRxlmwcOFrSLi2puQT+1VtS3RWzT9S+dKR7EdM4qzkvO/F1JQ3IgXQ1hzs65euIPLEERy3ZhHFK
qAFJrRkdiAujz8RrFvmIjIU7+u+fbqKrPy+7z3GvLxfj4iNwBLkFj0yPMBmU/3yVkFIB5TA1QDVm
HWAQgwcX2HH3m93CF2cAlr/lZXCTO7SWgQAVXx7+E9vnFiHHWE9aDUdg2je6t5AxWqlPfbvSa5pa
wlMrZSzDbZueMURJfvMefl5//nwLPJ8hcSLb2/zz508apVU4BuQz1p4T6/N8bGyYMAmDIxlXNJTB
ifv7b/bnReHP1+MhwwfnVuSh8uX1WmmPOElTSOfFWHFQcloYWTojrO1Zv1l/PvYjnx4py9frSSj/
tnC4zOga/Pmz1VVMYNVnxzC1jOL3tUj0E21fZASoNV3Q+7ZyZvAEqYPR1dFgQE3z+1AWSbaz89Q+
GyFU+OuRQe5lTUQr21O23IIxtZdt8NCCjwztiBxJxe3jryd6qCEXzuVpxf7yOlaBh6u1bC7+jy11
/9cWCwb8Un+ZL35Z8/bdS/u9eMk5LXz/qCk8vv/Xfy7/yb8WOt//Q1hLJwntCqx4JCf/WugCQVqW
Kw9TD+3zuPL5o/9e6Lw/sEya7NxJfH+4fv7yA1k2vRH+R4KWUb5Jluif+IGcpX/l8xrEYkoTH7NG
3hv1Ldz+P1+X2QDgyp5VtqcTJWGSBtat5OS+KVR7ZSZ+sW0tQARZGv3wU0vdmR52jrY3rscQpZqk
/kYwItlJTLoIoWKCsZZFR8g/DDl87W3DLN5zpEO8m6IBv7FlM4hDT50WOl83Dc8lPliqomMc4U53
hp2OmbzhOVAGzOvM759UUTAgD4cXC4kEn1sf/fAYjG9BnTJ2G+ofZPTyLTMS2DI2EBavyvZ9ld8q
z3B2DFZtDPfdhOsfIZv5SUdsAMwUp21QydVB6S7atYN5F1mptbKZMKCU+f4jIAOMoHnEKrOnxSVh
EmBlb1NbtWcABu0df+yeC1i81xWbf+y/Os2hnNt642cF3KohRCLrkuTCq6wL5krtuT9otZNJddLX
XrK3feApadgQuYA+Rqq90qcEQhNvhWex3Md24zzXIVvvxmzN89Rq8DRb9ybleSgDmbsnbRn9CHCg
gFMMgosSP+u6myoZbYJUfPOzXG8sYjlEHIlxJcjphyGrqyV7Cq06YaDWzDtZSOd+KqZ7omriUA9m
dK7ijp565YuXsmG7D1uqlZtkdOLnfIAth07I6s8ACW7gmH8zB3d6d7xanyUyd4/acqensjb0qyjr
F3NepAt8ZHG78mzO5JgmQThk89QxaKWqfV4NBXJJOjagcXEYXwawXDi8l/UJtFODBVzVd60AHVe5
emE3UgtQifxpptThSPlWt+np3z6lndF9j7BbMOh3s/ek6TBUMNnoxHXsMg4imVyncJNgmqwGvAbF
WTi0Rrp1HAhwc++k1H6PIcDesVk4oY4ZoiFFtTr0Jc0Ij6FPWf2hAz95E0c5fCIxtsjuA9Jj6Xjt
2Rw59lmnuhv2pOOWLmkcIQonbDPztDYb/xEkwUXgj6vJsCeyh/mjoItiU0zVgw5JzdjNdGvUUt5m
AMROoQcx57LYWZibTk+4Yc2YOMdjZdqyfuqNvDx3ats/tAz8to7q9OMIqXmXWIn35o9pWm3YZM23
Lg6TkyLhB4wid3o0wwGWy1C0t+lApwoEyPDOLIuAPgFP6XXDRO6UbAi3R+r3zNtqcZOVTX456qR4
sidu2bwrzTOP8JS9TboJQy7eCzBJqrCxLQ++8Viy77nqFJZYuF51y72f0l3Ib2jQBGGYJe4Mfd00
4w8z5Lg3YW3GGxMApPI79Fd8ZZuZ7S/uCcq347i4RA97ykyYdr1Hvm24rEuvIwUhARI1bnKom+J7
Nw7wwgKmnHUPYSSVWIxU3lHphJSvbCtgiiRHqiSnlQqR7zzqnxWljl0aGTdhEl2IVL+Hpt1CPSCj
0CUBjMyVlBni5am0EBHuM83EOjlrIgPjy0UlsWJjVByQH/Eqc1SHpu2iUwflRg9V90Bt+Slyv/0G
3SV7b2lefMLk5V5hSZAnNSPltmmvyAw46y7CmBK0Lig0H/t2XcviUM0Nczsb3+Z1mjhvSH+a0tCA
dht6O/F1BNuchnAqYuL+QdM3Q+roxq31hNDpejRK8Xw872qkw1yl6VngZ/G3NGjDS5vxz3mYFNF5
16m83gpbhbu4MVwyEBocmDZoPSnp0BiSszb0TjEuwQEe1auY7GNgYjzpNX6bjqI7seDeESBuUdCx
1xNVdubxNKwYiQ1VO69tpyZjk47jzsjq7KSsv+HIXye2s+Cl8/aUWnH/Cq0zgW5W9ZdBWkBhK+z0
ofAgFFU0f2hUAGidlZWaKN5t4+zMzEJaNDEqrUIPJRCQbplsw4JpRDO/5Y68HisNesBE2T4yhcB4
mMT2D+wsWyOHHGUgdl4vz0w2le75LL3+AObrlN/LXqOElEfOtPAd6ho8+hhTQgnN1ktc69LPDXVA
yhvfQUODftLapf51sk7GNrnVktmc10wl4vmSqOmg4VYo+Bu6Uaj8Ek10KEB8bbl+q7WVCAsWdWve
5o1R3vR6JNk61k8m0IjTlsIuRrLRO8+p3biggmrOuK/lCBbf64ICtnZcz7etFTw4UentlqYvdgfZ
Zu7zx6hKhlUpyRBz4KPvyJyaq0hQCk4VDNgo8opNQ4o9iQDTzEWywbXgL5Wg5s6dhz2Ye7Wh6HoP
/jbfxgVk29aCPi6ye5n30b5W/ZK2q3HqyMzfadbKOxxt96HkDKdT7W9wCN/2w/w090N2S7VwTVIU
+lreO8VB9nDrAdHFu84M1YY9yLTGlbGmSHdvJaq8iGjv0YEotlYt/NOAkMhKJuPELIWmxdgX1iHv
hmYdStYxM/T5oAOBX3ay6RZSLu40hhu8RcJXtXENxBS0DnL52k7DyywkusUECEiA7negoEIybzBZ
BcYbTMA8mBpmiFObhXdkWpkwySc45ms76am7vYnJDiQsQERiUnli97HsOVHHjo/xf7KqeOkWML0H
I49oWLEZUG+wEPnti9aVupyC8hJTz06wxchy9cCj24HnRV4C+5S1HRNDbdsGkpQMxaFVvXy0WuHs
B+BCYxCcC6/GW5AODCanc5vR8dqOYlZA97zMeNok04ZCKKofCtogk2PUUA9cJkQwfUvtUrxWUfLI
svoCHGmbihGPTgCSZOKyANC7bjh8s9dyt5PZXuiZDjsVxqcc448qTkjmuoRdm7euiuLzqAcPYQzx
FVvRm6S3YibYlnswMkbGnCjw3BFr6d1NPjJc4prnyeWH2VsN4Py2girn5cs+LU4ZFw4hzQxDFYPs
qSeiw11wO4iC73IIvjtBp8473I2rfpRvVFEWu5Kiqmuj6Uh/+mFLAiZLz9wAA0O36iTzWzh905Sk
hJfYeG8rfLgORU4lrt/zpolERyHVWGYXUtu2c551uqBr1MZD4h0ZSsOPjmmpZOQ/MZ18zIIhCd6m
SYP+/FO2/Ucq4P+f2QlUrv/1eemqbNoOWN7n4xKUj7/OSy7Nd6gQgYv+RhMDRJe/zku2RZWkhYM5
cGw0fxOB4r+bZ8SSuUBEJvMlzAUh9NdxiSIblDUIQg6BCyL3/6wvbzmkfz7E2xbvzmSmAiANveBr
Wx5j3HxGMPCw9GXeBeVpyTV8VrpS+yg5KVRSkleXlKHUKkvOzc6Nbz99V/9GChI/pwsWsdxakiCB
65geb+Or3X6oCGfE+G7BQFrGvaFbVskOinkl1XjscYKuAGfjE5CtTi7IW3k4JbCKofz1jLthW86n
o+NWD8XkfguTisloPdrDHfh94rhGlTv9rlEUxo6Egv/+rf+iL/HDWZKQAN8bEw3LWsSfT+OoGv8k
AhQuFtedxuIwmYnl7kix4meYJjLhEwFPkn6jQWqA85lIjtjqrex0GgV19r95M4uY9dMPKX2GAAFA
EOQmKODLn39+M9zyRUQTGXIgKsk26DumrRIInLnDIZm+pn7r7FCoU38TZsVcwhLve2i8QdGa+7Eq
kviE0gb43IIsJ3Frw0zzbT5EmFQlkpU+FeYw1L+Rq34eefHju8KzOaojzwHHQKH++U0bWaDzWowj
eFIHf1SkOp7IgOABV1dlhgksYyaWrq2IMvgN8UMGy7/52lAkfv7ayDMF3Jao8B8yIfft568Nf2/m
WrCN17UThyxB/awi1tNgpJM3Z78DW4Lq4xMzlL1xVcgpgIPaUy8UtSt63MKbTOSD3rYypxseRiWG
HIPKkfbhn79N7hQXEZNZLKya5WN8+nV9+pYTk3j4mjspI0bHMPzWBJWzqzoTmLzJCQVapOhKcUhn
Q8QX1cxStQfbgPdBmDPtsHpuLHvjqpo+Z7jUg/hzSETNafS9/Dd3sv3LnUz+ymWo50sEIH7TL9oj
l7mYmhKcYlA6UQOmzq6aNWzqxc04De68cSrwSUUfSKa1U+EDqPTpXZGGL7yD6iqW3YgQ4clcht2r
jtk84sCkH6B28te0ThcS5pg1N2g5tQ/b0qEMQzFXA0RqDKG5nRqS0fjX0qK/xPscOvuGHVp4z9Zn
uPewozkrs1s8Em5X+NFvLuQvs/LlSW1BFOAiXkxFnvg6X/HmnD1e5+EVR/MFweiLCPKsaTK9H8yC
8qsyrGENDFTmbIdJmI+x39tnTdtguiUeoLBZiRQOyd9fN2SIvlzfS+EZoxguHshmDJi//Cg1GwS8
ffDgQETk3tEqh/o4tNOYguota/Wa0pmJrSxMVHdKzfVRJV2ZbtPBxp7Y+leBMuFTWP04HL0qH7FW
GzudNs1DZ3bD3WQHT4Fy7CMHoAGVi1LQeN0WFSh9TsZnQUsDaqJGdqpCXSaW7PQqEfC76fhp97bZ
pFuSE+Zd2at3pUI2ul5+n0ezezE1FGuuMOqlWyMsFxcZSltYD2zzaCy0ZHtbeZQuNvn0o69dxjeV
eh7NhiQ9ROfqlKojCAxFJc0Dden5hmFscUpDIu/EME1iye2crblc4vfsoyukr3m/XKqev9XmGOM0
pIDlPJjyBdlPlJd4RHcyjePNbAYO3UNEb+dqrG5hEN1itLXoRIQQlY/pfC7HvIY+GapsR4cJtQYj
LaZGnVvrNLLj85A+SqiaofvMs/xE2/RRoWMGB6A3ETF+oU44MGl8i97Crm4tj9i2E/UFwp1wHmuX
qEvmGbdzirlRp6065tYU7a3WLHYFFHbkLUDdHptCms3EfRDW2aWoyBdZCc6cycA72BR4/hN1NsEO
fmqK0Xhu6ASLuVbTpZg+bWfzxBncwTkJ3Kz7PnZ1/V4AgKMoZov9JdvrfMyvDL8d6Q4Li1u4Ic9Q
Sced2anv9ihqyjrrkVq5MdOcEybTnWHJNumr2VgVtlIyFw7esDD9oVvtvdf4BK4C2bmPzRj636tm
Vu3adAdYyG1sXMjUhdagz9l3CFl0R9eb1YIIBy1sqlPT0ZgW8cDhheF32CIH2xh0PZvCzJFa0QKw
1/XQtsMxmpvwSPVFUe4HNLaLvsddBDyywc4YkHfpB+oate9ujKlSe9G7MWWuWEfVbJ+S7Bq2QTDI
E1gnBlmvIpf7ro/Vse2j/DBPgFExD5HRqur+rc+ihsi3o5oX33KaVzHYy3xxkLTwJkLdOi22rxaL
k0vEpKTSbman/xIozM9dvJBQWtQ+X1fto+GBu2VZZByKeYN1xxfoTms8DcOVD3CtXRNe9Fd1l4MW
cjPZpdxJmYK4Prpes5SnJvsulRKSRfIUGY5962PV4wA/1a88WLPDIEX9HNPkdUXCfgAlhBHDmtKe
rt0EDEpBpCvjAXtXp+RX4Ty4WLZ8GQPSWMDjhsjEvZP0nD8o9GUPNHLLBmQVjkXdZWcUwM3nEY4+
sm0m7TpxQm2u0a2CWAaHhTByCg1HrZPRlPt66F4rc+7uLcEVu4q0GE8GwE+73scCXRQyP8nD4YoE
0reWE9NuNH1YlJMfO4sE4mxnYQ1wXbPkOujDkERMZl37xLxu8CcbR9EPqPP0I++bwmPcOMTN3Yh8
qzeFl8kDu6or/l/ykAL2PWRej7ajesM7kuSI7nLPG197zIlPLbwjsVYa8b6gzOVi6q35YGUt/xjj
hslwODXvVpkBefXSVH1rs6k/TDRFwbDqp0PYjDjK2hz678pWTX6fzeM1c7DicjTc6TWYo3aNOP2K
hP09qGumtJVtxKc23PPboqmzi06k/Y8xqU32vnZanhkyAmuWgizW/uwexGzz89nZ4A8bIgAKDa0r
7gs9k/dPuidptOVNYRXDSua2fwKLbATVsHwJ0LvityId/gd7Z7obN5Zu2VfpF6BBHpKHJHBxfwRj
VIQUoVnyH0KW5MN5np/+Ljqzqm13ZXYX0Gg0Gg0UDBTsdIQVwXO+Ye+154OTZaGf6LQrayc3ss0Y
I/JTRDUut4c17ZQRqg2rIXNvMMQeV+zuB6ZtVZs/icQ1z4kNNsR2svFkFo3cGzrzaEZ9b0Yb9LdY
meIrhIvjDuuLw5SRoJ16lPqmHMi17vK6eQryMjilA7jpyY0nrGgL/I+MwHPT8moDf1ptepNUeSym
LOIJ9nbwpexUg12RCmx4jpK8vUnqrLd3EriHvQ3SJWF6SqLqTAuNpLse2nqV2Up96lHZsmrQOfeT
LLphID8fB9l6G3JsoE8QtjPO6Sd26P46c/N8Q9Z3feninpRvjKc+KRExVpvpCY9WvraLNiDAd5Tk
FfBfInJleQRjs1l1AdAvxASxqa2IlDOWKJxbxUDqGidLeGcMoj7ERQA/CFIkmkHk8tEBC6P+VNGY
kcJHVglqYscn8hflPi8tdilexU29cMuNYtTea6f/jLwCSHck3Ctq52lcyZ5fnIATbUmCqtdeHsXY
jaioa1hCmwQHD/BGVzyUo6HBLO6sD62BkuyGGaRTq+36M0oCpBclaTtl99hkubGze10+lIUttu1Y
doc5KcRXx8u2jesgfg3b2fi0S4+vP7uFSwBqYkcROr6OXTnfIJLubkAD4qZUUXOQJT6iVVWCCyf8
aTya0TydW6Y5+76tFnMccBBOAPMYIfXG+1o+97PnXWmmYh4/OLiXysBiwhoSwIgMIoEHRdc18z3Z
4dHMr6zc7PfZ2GvgyNKipuwQn6W0BlwIA+FEy9ni9oS9u9XoPtiGKUl+7lO5G0ZhbDPXKu55stPj
XNUt64Q6Ub5LBU5siQmiUputzVTY2lNrT/oN+aXOK4F/zh6dMnAVMwg8WEEjmtU+oROrjN590IOi
fqqUbr5ow8gpD59l+DRoTC8yn/F7EFypNtbYFguDcn4TvXWfueCgSy6hkb3CfZCM9deuT9V9j1rx
O3vw5FN5ZXgbRUGyla0m9y7sWpdEzBDaVskMz0d0Oh6kbNmXleFHK+fwkCR2zTvU41UUeSVJWyGg
2+UzE5ZakiFz7qokKqN9LB1nlcQ8IuakV/dFVDR0FhbVxWi55g9gko/RwcAnRwr4rRB1QdaLnUQf
BrOLoxAN4uMy1+x30i3R4pt9a23IG5qehr4Ek1JS4K+1ORsQ0XuT/YItzPYz0Pz3PTP356qIoAk0
mfsRCtQHa2zgnACwdbHD5fp0sQtWtCxzSvNqwkd21vBvYbnMQxSyPFisvTye+m03TuEp65PirsNJ
b2D/mz66Ap3RasymWmxxUzivQiGvWekGatoV5Z/7aOG3YwZrenGw5stKBKddx+3WI35wvEKjHLtP
bEFyciY6jxsTCSJP+4Dk0ePQrjOLsNHEgxvPcJDfqEfsjrc9cezMeudWluG+Uj3XeYA9Ue4xU0wX
vh2JOnkRG+VtXKEUWw/61NtbgZ8xIwXBLfZsNrxHg23mhzBbkpho9r6rSlKsduzBrsduVpdsZrPg
9l2HHQjjcse54xHdFDqw9lckY16HTleAdDS8j1xv3X4Vmww8ye2oXrl5w1OJLHWvR7GnWGJG+Ns6
3YLCozct9wZiekmQDuF4rKXL8BR7Btyymkmzn7TUN2tunuI1q5QzbgADBY+SBXW3xbc8l4QipIRt
Qi8CeO5oshLbJfeTDYHpPsIz127GoeYv7hbHDH9nob0FXFupT4kJDzZ2HfWQoFRiB+uyNplMLdvh
xCN4LsVX/jhEyZDv0F46r4TvJo0/ambb7gxv8up1RFle+zppkG9ejM8MbyIVofwqsaHhg3ZaPfT1
okluCBxalvqaneNjwcHtbmGdFXcjxTY1iYunYKVr0JrWQ4U2Ak6nCJfsTw3wmB2m/nJdpywCo2G4
IkfWfTQqc7RxZXu2cURwjwgo6RIv/pqjijvxKOfala4TprSjPOjmHSlAhdgwMsnI0gzrOj0O4dzG
PqZ6CKAdbLAnt0kwR2EIwNeSqmW3LnIICdTuLJl9Q2d7vrLyEuGASd0SHU09c55wwpG1pI18ohvI
YvawdSqX4jgfspBdRNF6VOV66txCaY1upoHFifRiPq001WMPFr89rWxMdNdaN7qvYQ3adx10MKBy
mcs7aNFXSobyUpHdfEUijQa1x8gQ+hNhkq3iNEZ/hWZdg2g2hLsex8k96n+uBqJYwYfVlvdcLs4h
t5AoyYtxqo8dLMy3kcP7pkjL/rvHLNLiMdIK3NdWy5EX1qDB4yyj5+xqMZQ7kFpdS2LljKtkdjH6
bnnrJlEAVl/mPtDlXMNhBq1x8/f99TKG/WV8BBqFYHC0vra7KMWtZbz601ymQnrX9IHRrJyK6EB/
Dul+IoXrMIm9cudlMe6AFO8YW54ulm9E15o64ibwMFzRwmvJH4VTfYb3rJF/4dqkPJikceK/tQVm
uDlqu9dOjClcJ3QtR31SkDQIMRtwt/D1J0UIxrLwe71KQXullrbjaCGk0IU9SXpgiKJqVbXY6ZZ6
gYCOKEvZPf39D8H4fYbmAOd2EINJvnfowOTyQ/r5h5BHDiHXWE7mIlbvJK0TctgHTfE5DTh5eSuD
r8P/ulVhR8HPhY4CUc5G67d2YpADOMVnI42IUjKBDv6h5/rLqdT/MKTlzbmIcpmmu4aH2vG3N6dX
7tCWFVVfk4HOUuhNXLKEZg9eQlZl/WlQbrxLrVGPNu0cg9510qon09Ba4sb//gf1uxjQcZGis8lE
3Y+dwF12BD//nFRJgFnc9wR5TBMWE7Z3REONGyUJiZuT2P6ffDl/1wIuLweVmakhUlwDkuKvL2fl
XjNEEXu1YLLeWm0sn1rZIPJopff29/+wf/lKqJeRFyNupi399ZUyVWgxEd8ZcxOP7fjk6VdVFg5+
C3vy8OOl/o8toZYXegckXkcqbJv//I8/X3hRwf3yfzY/pG+33Wc93X02Xdr+53/88Z1b/uT/6m/+
KaB7mEq05O9Fl1PB3n0qUOw/L4vsH5Asb9HLIRxH/uYwxPvrfRPWzbL8rNsi/2+H5nds17/8u/4U
7lF4ffmB6LYtB1g3T+o/F1HLb6EaZUpIe4LXReer+w/hnv4FZQljRMfhKhE/b6JQqAtGdxYybxdX
7jJc/MdP6c95MT/gv35SneUL+dMK4/cfg/vbCsODKgHs0YoPHdFzFmIB4xN8PzfatNLAPBkTG/C1
GNZTRTT8Y6W2er7hgufB4YK0gyuiUgHS4Xmn1CySvUPi6YqwUU/eVdVFBjezt2MabqV7YLFuR3bp
R9Qj+ZkMhi7vRGIb9FvqYXGQIzNyfANAv/1Ghpa71Abo3q4qcUQyUbgnK770GPf59agFxzk6N+PO
ZWedIic2alQlN8gi6INmECM3jrVTlPx68o0MniC4G9A9ROdC+0xqRCjWTQ1ipqGQzMkgT6+z+GL1
B2kQEH+0i43MHzBkJyg7qrUWM848hAPtAQVeEa6MoPHj7i6b7kPzYdYPWvJszF/75OAwaWz2jHPl
dFTDDlubHLbEjMcpIWcnaQSrOX3ybLb8fjsSGHwep52MtpZ9Dj3SIzdxemzKPexJc7ie+sukk4tB
iCDqslet2KYNg8J+a8YXRyOnao8ApZ5f1rbCCkxY6BV/ZLaew/G2Sx4WiaMWH7OMVOSb2rqvmvsg
vV7S6mB+LPMkDOUrWoXFFh3vJnlVE68BBza5LoHHl7sqPP/vOkD+LzwaxLKP/euj4K7I3vKIw/rz
n0LdH//Fn9w+7wu+oEV3LixqTGM5lv9wpAgeXHZJ3IyuJRyH3dc/H3cLda/klsTDsthR3MXB9A9u
n/kFQbmruw4HBTFMMLd+e7z/7nFnV/3L4865wXtYNkaIdR3dMn5PXXALUMqzowu/DNRcHbGhd8W6
LDGc7aWmyfnSk49BF8hoV2V3Jc9qepOOViwE3c2A5nE9d0VifIRJUmUERAdevG+NHplcVRhZtvFU
FLTrQcVhsE5r0Aybwm1s7w33LxkfEohtdXZmMzROkz7O2r6NsxE5ZKdqFT4kadBp14BJLA8xa5YW
xclOGGkAFXGMfY9EVjKmLwrDOYghbO70qpiOoDLzW5Msp/kQdYn1jHJAK9djVtqYUxU5a0xksJ53
tEgVc4TcKLJvYKaMDjCOmQ/BKXCSmsQ19uGj/qjT2QY3lUuG1w4pU47IJZqAMlRBwN3qYmy3aGjD
/NUiYFhuRdr34x6lK7LBliT3YDPR+uPS7UzEz/NYwWwhOXmRlRq5THxXczW1zeSgtK1SDjx50joH
dU3kmXedmSOjfSC9bM+rZjjp6UC8cxL1YQeI340ImpvbO2DQBL9MUTOSTtDn5naqY+luMvYv1taK
kyhc05wTX66bqofZAcGvT68tUQwvILZKScFXO9EmVXVkgIrRzGalcCZ/RlM7PSFAWqvAm0jYiBqL
l1XyFgNFcaKvcOgHWqlYmkWG+iAnMwFbEhAZiftuWqeEsL+B+0rZRCrSKXkKTiH9yPMEcMapKobG
EEOu2JjZJI8uCAoSiuGaRGIOHluklYeydNNrzFrdrZOJcSt7/cGtpP6Mcjb7psx5AjKBc77PzPRd
t3MamSrLM3YzlP1nJ7HJ+AqmIWnXhtHZRz0e469pU/PtceIRvVaZzSX/rGF0v5t5iTOfUbLz0IUT
E+I8AttUBTncv6R2RrFmb1fcw24J9U3t9SUHuDXEqyoxkRaSkz1ez9rYs4KaQ0IRgGUB4ittnVi1
ipURw2cBjxl1h5o2M5YNAXKl1SqEz0m7r2FxsasQWXvH6InhvBG5xXPXVjNEhiiZHy06ld7H1BXZ
XKp9YqxGR+Y3RaQJstdGt2OpEfb1Q15F0YdLwF/rJyYqpCGMiKtsS3N66Brp4Oxm5WWshqpqtf0U
tXbGhVKrDzjE4WPNPx5LbzAKEpLHkNDlcZjK71WjIHpkRDff5jRQLYLLRrutcht1YcwsYFHjy5QQ
x6lPX4e+T5oVbSsfhdAK45i1hNutCB6OPjDkt9OpDZMBm1FkylsjTtQjPQNSNJYpwU6zQ/fNhgDv
reumcZ+idkkVrqcovAMQpPUbnazSc6og5ax6zODfslBTLEA6fo+cPmfkJ+70w0k5FvmuaVzc1Z3T
ka3uNOKQ5Ej9mUlZzbNGV9CenKqbkGJbloYXP/Cuaclo3tOmisGGZF2tb6wKoJFvZVI/w+wLvG3c
JkDWUCiX3ZWorDFBR6k1H+WgDZ+FWc/pIW/hgl/sskJ/Ohv6BH8eM3z1DTedQNloi/yr4j0w6ZWd
OZ8YvGmBP8IrMfzQzJJ3V2XWuGVDV0oYVprz2I595viC+UK3iuGVZJuqN5JHQ2pTsG6zLnsePbNH
c4BN/73Op/ziDila/tSuQNvpoGJZ9XchS12NMREvjuhxNXlpid6SwTd6c/K7t1ogwu+CQG1ADhDp
XiRo/+aKyRQLR6YnwSlXxehuIcnPgDEks80NGnLd3bbgPJpV05hIAdx4mIIV+yf30RSa561UOmXN
1jb6DOtb0ntbAhTFPiD701opY4wvFdvjicMnDW6DVMvIiTXz6lK1lXqRoi2YB1mep/a8KMa6iRlY
cGhCE56PzcfWrnvTm6JNJcwiXFuwKd4yfTAdvx4499YkFs6WX4ZunG6dgRQ2X+rQEdZYmZpbut6F
ux8UEvJHiEvBt2JsVivo79pVaRUl9t28md+dQLmPhejazzlz52tyL9l/E5eSfG3iHj+JUcgi8PmB
897loM1qXWcquW8A9XbrWliEK86egd7QTMrpHl6aHe9wJCTpKoYBQsmsw9oBaUCGxUp4eZBtTRKM
YyQ2Xv7Ep4Z5AGlu8EGKLKdRas8983GTw9Z3eJePCAeY0kQuem5iUOn72sGNQ/a0iX6nZiI+N25m
1jkxHFZ3YAggirUUU38305GSBxvEzbya6l49p3qnzjgBYeyVk1i2OkSl4TIA63W2msHTGfwqFLO5
McwfqVLEKzvsI9CTwPP2Yc+3sPBg3NxSL0B24s51Xqp8NF8N2SqTEDuvmaBKADBdgU+0nrt0Mu40
PR85JYBV0WL0pbMfjJylRwn1v1rrolCEoGmErvqDB5ScREZTf9MdiwV6Yw3kCbt5Ji9QR7mE5q6y
GlbpaWmy1LOmi5bwdvwazV23LpRonjorFLcob1xty62GF2DCZ//I1VUkVzaWDu69GldnFEamRjOT
LArWrOkouLmRy22h6ilcQ0Po+IPCc16QvXXZhlWGduPBncrYRrt8a7KqHCbySKX7nZ0063E8N5Ct
zLljMWVrTffO3xGkC7RBvCorjC4IhyITgVcpeL7C2bjKRmTZvlsiBV4Hrh3de/C9gyUHq3Y3FkUE
xihAKccgmKTJjtZjEhUC7UPdY9DbzAhSb6pRCFCORWUx3LH4FCEy5e2tAc9rusoSo9/FKSRQfxpl
Za0Kd5JcyIGIC9wVYtlIqiB5MUxCbteaYVentIM0hkqexY6f4aNfkOue82wX3UyoLSqmRzTExrwz
HTEztG21GRLGgO+F0xuLwsYiw4NsrpJXQnQes6LorCmf90VeOpkveWiaNcWU/SCjucCqE/Lz98eY
/CLGh1G/ccousk6jQHexsZl/dRu71lxibyU1M3SlXnyDhQFb33MDWHGJUl/bsTOqq8RGq809n7bE
47mNdgdDlJTU0A2lglCCpXlrJLGFZBhfzy3OjFoRCoO68ZChhehP9ewujxLa7HXJlRCfjMliA9JF
va37hVtPEFVZQN8NLBXusIwkXweHUfZKYJHa2V2Xxdsyc1MsriVGlktKIjcFB26EHJ2IG1LmDks+
3jUVq2ttTYRV8jRHfT6dTWtZWmlxKpxvyJ0jLpvZ0JCbzR71UYHM39Cdk2KzHj5RMNNRQqXJh5MA
MeddWcRYF3dNTSTKNur0wThUgxs0RPMaRvBuR0BOtvbYue6DOeVedbJNhlN3SC1M4bcGwoI/ur2/
HCr8Opqkx7BQzPHB2PRABiOP5fd/Gk0GsdBkGaMvz/htMhYTYB7E3b3/1HX9C+nbb0PGHy/DRMXR
SffiuGYO+uvLeHWZN1pbJevSAuhElZGO94bTcnZScsYmBFlRniSYntifTEpEvUZKGThR/fDvN7f/
j4IaFsXdX3fC9yxaPn9vhZf/5I9W2JBfGNBznzoEuLKIW0bYf7TCmE8RWS9cc4b3AjXvf598WfKL
u0ATXItf0Fn/3ArbX4CBgRZx+B9fLSH+nVaYaduvE1SaXM5dtOG8/sKQICbu1y/Q2JAVPHaQahE0
J0/4/4P3Ti/wIMTY/UEDm1ZE4klle9GW7CWCZMJ6Jt5uNACve8bYU/lrA7s1qwvDfeja+DIUi+Bz
DaWvJYkvl98alYfc+c6s3QDTQ5Gipwuysysboj2Y/LGzIXC6BlXYgi4hSh2eY7woGIS5s0qvEVi2
kuhRua1RbKgC2nA7ZFVgroiIce+IXIvvRRkv5qraZBLXVfrIXwM+h/Roci6u53wczXUEFCBmM1pY
LaWzifYQA+PQrBMzSM6dakiXaWyzMfah5FQhNioyboqSwJe16CTrKlwT2ZUIbXUcLIe5ER+feCPn
g0NZ5XFKuQl6Uz9UhhUhgVHV7CKmQzAOa4bRltUG9cmUbnZKRkNMzNVUSHamyNnTBmJgLT7OTYG1
sOtNcbbV0tCkWqq5vGOydJFM5O1LrBSCbsgDvdpX3IL9uiI490XMVnVn5nyUSLJ0nUd/SvoXHK9W
tmmgj71kyrZeHUPZT7A4hq9J5VXnQEY9XeIoqe/s2gw14mVwTPoVl6lZesDL0EyKol8FZMuWLI1Z
1sOTbQuX+JrmWIQ4QTTohjlpK56mo6jQGDK8ZOOltlJ8bAKEl1oTdbjnXeSV9CsrOiDgjDaetQYz
v+WkenNDEmiMU8FUsXfn5xnA7F4UTC7nmONSVSthwxsV2cJ8yr4hL350kZr4yD39khkK+FqUS921
Ybc7mc1nMhbRO3hXoWY8pc1nXA6XSj2lMvq0KuBwSn+JOjybOLGQPpy7dvkRc8tEwcHAWOkPlrkL
woZENXKccmqKgYgYC4SWgKI2IGo3vXxXZZNviIIgq6tiBLqhupGsbLHNaiCjbhDuyIc9zS5aRwHy
x8D8vIkDD+yrasUDzgrzXqZz8R7rzcEc+c65wFDWoZNqCHVNgtd6JwX3b2z6QXfuExsYsV+ylCXE
m4XLpjcm7UVaDoKQqvsukvpauvEFN1V5zH9AO4dmeGgm11+AYF3QXYWqr2+cHheDAgTfV4fWOxHd
uKYcvgMmBNl2Xs9sQj3jTZ9uJsv1E29tWKU/6M+YNjZGMDF7sDZZzQfpLKDKy4SwjBxETEoe5aNo
78mJ8rUuW3k6mh29WLXzV2n1t8Hc3psOkgTShYmu4htirhEyENR7k0p766JT0Mmzadheck6u4dxv
k5acM1cegZthsm3VMsAlYRA/O0OF2D4hylt7WOFwN+5tM+k2Fu+FnmNftNCMtccwfRddcDQdQNHT
i5AELHnkudFx6NExCtItkzzS8PbMbt5DSZmkQgThLZTMqOlfQws1I6MdJ7wfPOOhAhCxQzP4TdO8
N75qxz6beCJConkqka215HZAPgrCs3pwgKL4OhIedn2mT5zXbTY620Dm4aqSAwdV/iLb9tQvaVeT
9PxkjLdZW4oDoox1n887RHLjeowId2zsM23wTgbDp90RYsDBKsRtVAPuE2Rq+oVKLpHlboIhxRsY
Xs+6GewABRAzDN55y7yEJMK0G+9G/uqh6l8dhhKLhfh6Ip3XnJNnBqO7omf84ght1yTdwZ7d+2wG
7knpRM4JjL2zHhE2mM7bgoTDwuLb2zfpDejSb6SFrhoDEB8jOhsrf5XiZ+VM97aVI6+SvpZwdHhc
mxd69K9VNu6dPIvv86HaYWFYW5l5WzrRGZQtsJ2TStxd2acPY+Hc0B1a7BsmGiO/rOp7J+7vhDYc
LLfdGM1Fg6dOIuHdsNSoGGLzFmNezh3UdPV96qD45NAHbv80mfWdGK68ARFnzTihpDbKxlUWIAVp
d+OQmIiShvGo5pODOKXWMsQAcXRGbHECS38CDQ5EnqcRo/dUoRdiTSF/xM1tPMbAYk+DeRpC1/ET
iCJg4heis3LWTsyEK27xSWLuTkBeex5zIdQy6GqIdzPLiUMFobuP83vbieB7M9qH2E320eAERyLC
6rfMlskaci97CAbEPU7cmXwOP+l75mFwV8OKVR48bpWwZZL05cNujBE0EOnQogy20e9yr87tmTnX
qQne61Rnp1L7bl7AmYCWl3DWx/AbyCSMQoFCpPtWESapT/JClwDXdd5axKjYMGiF/W0WB2/Oz87I
MIjU0+aiZwJ50NFCvyPBM2Df3HtFhtFAalb4Zs4twDYN5QrtcINvlK4hZfA46cMb9qgTQLaXuUEn
MncviNGP3cSWzLRmFLIWkv9oi1yAs3Wst05G8Z5vOiUfyHISz+5gLFL4k5anPklvZ2ZVHLYwEh+7
2n5155rRtHyvHI3xQvttrjscxlrxDeXounGeeuxDOxs1MjZYhn8uUvuJziNlvE4YxQsd0LBuIv0y
zUqup/niAXGk90M5yUNWgJHBWaAjQXeyPWxITsHoDRXfm4DaCn/xPLviWrTjvuIwx1DNNklaDHrV
SXkaA/fB25N7jvaZYGc9eqk1h88rOamhMm5hECD7ftL1FqnKiMnjhlwBws0rG/dBu7VroFmetYzW
bZ5UYDY9BvfJfGkY0hzrGYndYF9j8fxuc60lBHOux0qgf4l8exr2xXKXJjQZ7tmon60sW3E/PpFt
fKWKDLHK5N22wcVVzvMYJ4cK9WgWECc7fnONCANXMR5JxtqQmuBrKtxVZnSFPOsh7soF3ND7YDK3
nUV7TOFXraZ82BBe/4zZ771moh/F5b6umxugybCceZKK9pBMmJRm096aXvehJFYr246uMRRdEXlw
kWYoK4bQLE4m48GWFc9mMEwHs7VIDGnskzIR0jvcB/TPc72n3AoBdp9Z76yZQe46o9cvCGD82OxW
EXyvmDBz5Ctkq6zVom+NcSq041smJYEXi0PtPo3VlvhUv0q+mrHLq+SvJYJz8PR3rqx8c/pqthEh
Kqha5/42arCngHXNk1c776nXCLIbI9YkaE7QYzEQikj80929tI2PTqq94IBPegOpFgVtpviZxNx0
tu8KoLoNpIAIqvwSt8Y+ItbGi9fZm5bpqAkwuMURMFvFkyyIZo1e5/I5jBuiaeuIkEuNaRjz9EFa
W0VAKTHTK/L3UMFoxc2QdY7r91Yr+MjklRvisLCyRu0jUR1igau+5x86HSMXE0Zl3w9CD57hxDJO
j/dUJYzmDSpS3B9S24RA5RUNgdVMQGzYEquPXlhrBH6ooOFZ0+Yvl+tIVB3zACwWxSYPABVLydez
5a7T50fWg8jGlbV169uBuvuWTBi57iM42jN4WrixJLVW5jWxBE999Ym4nJCVc68fs7LdeLjdvRSk
bGxt0/KbO44bGZ6c/g0U5eRhKGwI9NNA1+OByz8DkM1Jdm7K8Mpui2Ojp+oFYPqugYudTkx6Ufqg
9Aw49AXOOes+9Si2WnWQbbMz0qH7RMvDudOikQE5X9g00Gix7ZUq1MZUdBgJ/Qzr8kWvmb6YFZgb
Lb9E8cAiWbRPiNKrA6JR3xMA5HkLILt1NMUG/FinNe8Z31E5rfOk2g9Oi9lP88OK9weo6o14AMAt
5Of5+UhKyOB8NIxqJ01/sBnoe3NJy1GFLbc4BGHhtMwcGdeRWNB8i5jmjsL8QDs93ObM4U1kgwtK
e1LBleV8Wu70taqvzImaHORd1h9jN7yeDHsfTZ19m4+Y++Yjm5XPzKGCKbT1WKOnDyiFco8WAnC7
3/EEwdXdC9i8jl5tKixUS70jkPwtSvcuFFvgMA/RyAdlZ4dw/Dak4x7aFiv3eueUHvYde9fXn9D3
N3aEHzB4ZwB2bnFTKcyjcWqhKEh9VeRH5aRbyeQ0DpG69ndw/LPsjvfqrSiT/Sy0nySXDr3qrfAy
2jPDL0R+HWdiCS/YWyrZzv13M6KpENND3cjrXuknl8PyBifPjonNGhjCBfyaH2cxnikz3sDLMdeN
od1OMnwzOo1UwMFc27WRiEVn3DKExsbkIXOcA+3eZOZXOvYJufzXceqzvYqd/ViVwSGRql2bs3b2
nI7ShyGjEb+kzh0Ae2hIOtIOUpE0rVrpdlq/sYNbVY57yRVTxoTUyPoSgEPY9LNj6qsUBOsVQaag
JvJrLI0IGTvlG3KiE6+/zwpwMBNwjEcwh+Ml5uQmoPzJYTFH1PVpyb40vlYkNrBS3cBFaXY9gTUo
0h3CYbrha+hynou83s+UihltsdLf2CNyDJgpKz8hOzZNlD9m/iB40jP6j6k2UAgbuov1v79KUZWt
6G5OouYZbCNiM+yu2QPLXaKIcY9McVBtpMYD7NKk+tYImyar0y0+Osbb3vThJFg8ijKor5izt0fs
bqafIur61Dy33oB0PLFif6+aYMeCxebjH3feYIYb6YYTqGR1jM3AAjTDaNTH3IE3uxpPmlttnDrN
dz2zzsXQ1Y3m0UalYnXeOmnc686qn/Np2mdJzpgMji95BcRmEkcjvOYtU/3OqYS2ngwCfNlx+VPM
MDqvCUyPk0tlxiT7Car1JRNnjwUKjITcTS7EF6tfOYTkCOpUK9flISpvywZ3FakXrF6IY0YW032f
gU3w2XUkXpb8JbEVUcCIOp7AXCk5PoXkjoDjBlr9GlUYpFZRF7TfA7FQLlDJLonznl4HW8+wXYSu
cGZdlpilDqBl7EAJdRjLMIIPBRKGhPHtuSsyeqlUEBG8TvDXrLMwLbwbvWsR/3CKjdedcLvokFGz
vgSBMaq9ssdA38lCGsA2qqo892D9oDrOqUG6ccXt0/K0RoRZGaW2GY3JuXieS19AdAU/UFFl3ssw
01ns6tbWUFYXLvsA+Oyg40O8L0vl16E6Js+sQGkMooS0Wl3ydjQn0flnJt3H/59QttOCyBPG38r2
7su36BfZ348//8d40vpC2hCCUMQ1+Igx8TM//pMda7hfmCsDA7FsBpRQLBHN/YMRATcP7Q7jds9Z
EvAsfutPqY5wvgC/05eZJeMBuJPy35lP/s6IcJiIMR+VwPskkIZlRPrzEN2VfVNRUr+5RZNfR57Z
7YAGkYTSk90WGVW3L8y0u9OCxMq4PDR9+9Mk919O1+UyP/9JGSj5Z5qkNCGcXQS0TEt/fQflpDcY
PPrvnW24/W3oIOtmHToQkTCy4uMEwPkAAgc2/cbQ2G/DR593ZMBZn4EnUvUa5Mzhdux76LcLd56S
ZzwPM8AnkYM3Z2eH1K8nOPCtw8RBVVURF8FdMxXSt0uHxVSf2p2krZ9FfV8uOVixlZrFRXOUYe5I
z5L9hsAKu9nN/ZIzN86VzsJeVnpKaiZB4r6XggDcxDIjbwo0a+VHRlldNBF6rh8KDbS4XsWw77ga
xnYFh7uz1jD4GabIqcp9EHdBvWtdO0cxwi56iduMqxuEGdWrK0AYHNtxwg6IPL9hI0zBQKmTMmbp
g7jEItKRwLCJGkek67LQdLhhTXhCgWGJTZoP092glxRk5lhOr5rAi7wem77DZ1wpGAOx3XsS//Mw
TJv/Iu88liNH0i39KtdmPWiDcIcDi9lEIBSDmkm5gTGTTAiH1sDTzwdWt3Vn3nurrG02YzOrKssq
MkMAjl+c8x0UMMk3OBfVLiIFZDzEGFcdNnkNnyNM/yIO2m6qpzd+mgBwnlvD+C32ad3XLOuq35Ot
afLQiUvzPiUCWl7hHsrnvdO1o8Yf4q/EhTasXzvTIh3dANQVUr4NzQeC4lA9xEXBtNOUslqOXm+y
nk/HaaQTSLJsH3szHWo1RfFy2zsw5/ZejWyeQZEV0TlToBEE0lmUpSOXLoYYpa6xZNXOvVrqISHZ
K+FddKldvZY9AXUnPYb23Ygsv2TgE3cXEMEWbFog8ab9DCpYbHHyTPV1FzuwH8OxpdX1Ih8fA3QC
k6gMAurLDS6M5ULZdbIaNTLvpW/BugTDQKhW4Mg+fo4L8rc3maiY8MlwLNqTEbXTuBnSIq9fxyRP
f5ZVjJ6/LERkfZSymW5Vh9lh24P0Y+BiF+LdquGUXCDQH8N9iGHH23aEo0B1a3sgVg33VLwzSxnF
j8RIjd8573ubhAyTErbNFnMJEnafHTLasLdvWFjzy6LJ4pcJrF9IZBu8TMR4YRzNe/p8l+vCG4h9
O5dT3YKtEqNn7Qvfn3iC1FitajUOxkMmOk+cPMPiZussj60tHmx+aT8DqwysZppuJ9vUkIv/uBUB
pA3YiNN04FdUsmint6kkC+MIAH/hkVvGzoRHrkN6kX8IEB0olWD8MuDfGJqAihTtEw/uJ7hn7gTo
0Z34ixd/ql7xznT2TYZ3lHTTr8sV8mMoX3oSVQhrNDRHwx8XXTOittt71UA2nN0uRXGJdAgeguNm
mr629d6ViMhYE2CsueiHSL7YDfaVU4Ewy0aTpZxtJdP2js8Et2oSz+LV6EJ9KckWuXGtkbozS2Px
fTJGyr0iLD9SnZlH27HTMxvwZjfA6Tr1LCK2blF1WRB59nCM8uInY26UHQX76L1r5PpasaUFNqFx
N+2xtfc4+MIOFd1iynFXpKH5jDSs38hM27sUxt/rVHnqmtFY8egPpAwhkIrKtzEz/XM2JyQizkaB
trDXvU1jE7IyLsvsiUhP/1TLEVQjCYXAp6MqvXWwVSC+SD3nGFGJqtUgHj9mk3zw4gmtBPiqhF2S
OZAk7tlj30OiHOFxNREjOj6fVq2u3zWBFiswH3TJJChoQztZmH1HIJJnWddBZal5RTcacYCARN66
Vl5eWl7Fd+AY/bd+Ynzd0n5ezGrCzQk0k9y/jqCjSDbJ/VzFGqJi4c03S9HXjHtKvWORS2eXdY9a
den1bBMGlY7NsweFDye5DOltXM5Z4zTkZfg86fShX5ro1NV9c8m7z4LB6/vXidhFklhYWkDc0tsK
nuSBYSzbL1RvbUDkanGxCG5oJJPdSEno0R5VfkWKJQVauk2tAZwFBORs7UHin4Rh5Q+c2IxBUXy5
jBuqtj6YSH74A5XHN6Nf+3pHa9vsifFkDJkJEiRx3XrS3qZ1nl4icAGs5uGR/MGGnynkohKKRZ9M
tPdyWV3beWG/9XmDclwYqv6eJAb+a1qd+aEea5cQqKg2UPvYsPiYx3d00Khtdwhi3Osly/TJxJB5
4CTpL/NRq21B5NGFLbz6mBUK3fkMuiHq7T7f19TaaETMtPzOo5Fhmq7Jok9LsKXwOZpgzQZhl0XO
m32RrEkRxyxPUcwPPd/YZur08GGUk/h04+FnaC7NFZqWKOiohB5nkohfPVOrNwMAXBKQpPgdzggt
XDon4baBq8eWRw0WgZet5K/SvjrDEU39s5kN9b0QCNjIO0Fi0vhj9Qk4rgUE3Na3nPAruoN771oC
H/xhWZ166GPyrZvRYqyISUsBRhVLFTSZnZE4Znt3lT2r9xzj8l1quAl+7pBWPYmWZ22N8tx5ZKCU
XhVeAV0lTtZcrGeMmnpvt213J5Xw0T3BvMbSCkHVrSIAB6BYOD+Uz9gut+Pl24LJNaWt8jgYOpQV
w1E7UvqvYFBWsSO9eLxLtVWQKpzAOGH6DWeP/EL3VeuFm91eBn+d9zEaNFBLNGt6cPbT60ZmselY
tU9e4/Ls5zjwmOuSRMfzJEToESckVZEjPNBJdYKHMYiA1cfmFo7aj8nKxORpoJ/x3g0k7+kFxigT
ORVUpp8d2q7FlFFDUyi2ZV125t2M+vrYdbn8zIHgXywxh/tGOs7kbjOiwpZDDO0k3i72nKDdphhD
8zvxHXiPJG0xVvOKHkbJJlMlxxxsfu8F7Yy3hmBCvKX5nlxxpDuLssBAm9LuKIJ0AElyfc5YReUH
pPYYn/S2bLVGQr3w9mazP0DYwFoBG7Dbj4TfLvRFQ+LzuKs4uy1D+QzSejtntdr6/WWF9CgJdNi0
fcDe3DXuR5WQGlYOpPHumIFjBcTYmFlvJckpb72jZiiy/kxQOwIexLsJpRDPABPIYzEOdUxnO1T9
rUullFxaIXgw7v/Z7i4i2fsT3wTT/Es/9duXBMD0HU9kb7hADLCuhKk60o2RJTy55qaqPvq5k9nB
LAmYOeCW7YnenRweH5mPpB7DeR4d0qEzCbz0YXgOCyyPzThKvJmtgxgAd3vqWndZLTKmxf4w3EpE
RVgzYqs69I72mQX2vrdjzF63QV+MNIgmGeMcJol7nkNUx+wFpvTohFF6b/cTz1VRCfmT4ujaJSWV
0Vlr1+rCctoJ5pC7ML/1URZMXJKJkaMGndLzqEvnTOhmJQ4mq1PNIAI447nMJ65/w/RgrfhsN4Dq
Ume8qioiyVYsY32teYau5OPyToQxWkazX0mvDlwRpsTw5bsgNCjFNoUhyC/z9MzNntF27RCBUawT
ExO/N0XUMY9eeCyzI9FXjdW7n5GlmJwbCAVCSbW1m1LXuNZZXr35VkTrnhLCwrdR9yicfVGNOXai
IcXjOIMzZpCHshGpWOKiRGxRKB0LcqCHzTiQHgYyaVxJQQC66oOtItvZ9Is0LiGReDX2BmlYFzQ+
HatbbAVP/sBichv5hfcy5oiaEinmZoPY2nuqHTNmndBy9mwx+FWndIidC7tiJ70l54rbt3ELXmbs
lPaThyrv0i8mPn/gldWFFAasUXeQfrOLzF484hgoX0VWQbcGV/MmECdyM2Ql5NjOqu+8utQz7zgO
xak3XOdEamc7nkwWwnqL+sx8CxFvMy/+agLizJpseDD6CQSShxPVX+plPyxjCfbZG5FOChZXBq1K
ODKJtsKfjhyTs5mYE3Af5Z0sx+su/bZYRxQQcJmSxc7iBETFmhgnSHiAZMLS7Dm2muWpt+YeK63b
Lw+KzWO7i/3cOWcrmcB2cDuDB5y8W3QEHkpL+MNbcz0spNWgQCPSlcm7HTUPlN/DBm4fInMc3Ufo
FTSEcQnHiw9eX/k48pEEG82uUio+xeAVpAtnwVyJC9x0I4N7L0Ki2JhgQeVKZwDSqfcG8so7QQrh
ZyNy8bMfJJ4FP2ne/Cn2H6I5jHarViiwlZGvsaMrGsL8okRw+36GX+iIaqVIdH1UVNsyXmIHOvCY
1Ye6mdWr1ZTOELitiWNu7b9Y2ZFA6ZZePd9gNwYvH5fd3tMKkLm/cjGAnYLIcFZaBiuF4oIF4HTg
Ycngip7Sw0X+lcKA5NY1p1uTyuOQ+s1zQpzMo2XYLpRtwWFBRsRxYctM9TbfCKO2X+QX4COvx/gM
tn1x0JvAA3FXMohtOCTHcrXr6DCJqT9hyEEhOFvD45RZ6qAiCvjadPZlLoebtrMR54YrnGTJ1Ec5
WfBKdBib3KLoX8/eSjbpBsAKyH16nW6RKcK3KSf7xNPnk0jU6AMkPSie2HJ2Hocqu4yVqgL0snEC
tFgJehqZ+ta2y7r4nlMSE56HyHasEp8jgsgUwbN+Jbo4K9xlZIP/UiYwEvo2Stkow20nkM7b5jR+
2zodmts8SYodLMbhaoQhgwrZ3w/oG06N62RnkRr2cQjdLci1XOxq0mY+vbSCQ67aGmT8OsdHfA29
Jv0i2cQr1EaUbXtHCLZmhm8ZmOQiUqzJlqey7FWs2ANFpsQTU1dMGP2FQD0DhQyxL1m8ZaeWXpgr
gwcox/sSVdMF5UV31LPboLAFZYC7U9wgAMuehhwHyW7yGoA7kgf985hiDYy/GECWjVSnAUU4srZN
uJa4Pk9h1STOcSpG/zvJAuV90ZodX77D/qkCvdadrTEDfT9+cYu6FWGUrTAjZVHVcE76LNmaKtGH
cYUgKfbM7I0qbA7SlcNtqwxuotheOO6NJW0+gLOh7TW/oEt55zw33TqGbXqrOGilpu+hLgAkpFQd
3L0zE+xNbtCgcBkv1OSNiMzNOCX9g/By40QxDl0qNuWaeRYR+jvQNu0qp0A43K6YqTq0X0VdW+ci
LdkMFBbL4HpMwQoYxps5mQpQGAgrK02ncxwa0Wlaof0az9eOGoVnK9SQYQPYPzzVM46YjUWs77FR
jvU4dQq6BeeC1Du34zVPrmU9V14RIpyGPsk4yte3EeiQNxkVbkZ33pbf5ilkkQIvIPsifI0NM/09
DCvIX00x5Fjl/BULBgNxRJ0yGCGZSgNryGbwnwoza3aea46HuY30sp+iURD42ZlM8FHx3lMPLnvr
C1amLLhleiWY9V8wsxKsGTog3QR4RzChGdlhWBloVJ7g0LyVjDYNdbVrc5ANPADr771l6FtEevW2
CYeSFmwZWc/T+pcHY4bEBqpgPJU0SXf5AJ9fkT4UqGjOvgM8qIgIbrRPSG1+1iTuwogI46O10t+A
nMRHwrh5/FGs91vMLN5nM5pzu0UE7MmgU6zSMPUYDRqTlTynlqF/qcmpPJa93Xa3OKzmfRmDrHPp
twiaxqqg8+w2n+NTz7s99EbPje6t6Dsxsqu6WL6IeJHy2nGHkMZ4WxpZvwAwJL8C0nfJ7JXNq0pe
kqgw75smRdyxaBYTrZm8+hobrRGxMkuh9pUhEu6U2cN8pGYGt945BtU2fXKJYMPNL4d+0SfayeKA
MNJ9A/1mBXrFBpLiGnQlZiVkDeEwkfkuixOzHrb0LQklPbFa923Kk4iaR3IrOPeWAlnI0C/aruLy
fQMn8yoU+KCg3Bjxzl46Npl+6yi0ADj0NCvxPrk2G996DXsqu7EtYcX12ijPfjlMzOZALKrYoYYD
umjl07gntip5sjOnp7AKk6DzZXox+XFzpVeEow3LkWCAYltAd1Qr5lG2LXcQgerFTebDIRun9qkT
cLpZFRXdUyukcVEXXvfqfUEnUZaV9m1KHTG9FdKDfDio3syCLuzTPqAfchl3jUlEgkCVC94joz5c
PMmSM0wF4jDGQWzW7TeVIxvYwGgnn2NeJ0GhSMz6EDsDg0tiXKhS/a4Ezp/AvH2ca9GDZojR3hBL
IM5GYfI/0Ni7tzPqn288cZth7xYJtRRB7ZGEw4Fh9DTQjORocZq6OnddGcYBa8JUbYhoZg8oJ2uq
0PD3sP9gUXDMTELRdPGdegyfYhJrNn8xNP9PQ3uQHA5bbvJ5PKz75m8j85HQgyiuMVfLbMjXQY8x
LkdlFK6z7aucvJVIM7bzUXk0uGBYWQWTOyw9/fK8Npp9mFHZTjl/YodrXSjYg7Y7UILrRlAygt+W
3MkgpEyVV4Gfo8W6//O38F8N/eVqwnSFybLE/Q0HgEQ4HG3H/wQ+Ml94eW/KYw+bCpagP2HOYexT
8dqa+Vppo3r58797zd37deMABR7pJIrw9eGHlvPXjUNMXpcxuavgyiQ4Y5ebhWII6SfJ/CME0Td8
qzxhmTw9fL7GCaro9zRNRbvHz0pVODY9Mx76hjoNZomH4oSbeM7O5BeH9kHGdm4EQrf1dFsulueC
NoAPd/kXb2Fdy/yyNKF2EUqyVfIl/xC/XQFGjJt7ttAM22TDuoe4iZmluyWxewdbz2iHuIJIjHNd
s6Xm0lwkceHx7UaZtX73xjQ+iVbn+WFpcJgG1tdlMDo018FMkIq5+4vXu3oxfnu9IFqIg/N9vm9e
8q8fueNwdisouRu3atLhEDqGW56hxWQHRR1w18Vj8unrjtUPy1Y+76+L0y8J2d3ZeF3dXZxGJC+h
xIrx/Mxy8f/qnlq/9H99hZ7lSFwCHigZW0DoX9/Bj/f7hMn3//of1v9kTh5XACoTCOWZP9z/cQ+3
NvkgB1R4lXvNMSRbMg0Y/weqbGb3FJEAQFwOYLIJXfjcoRxvJ001ktUFV047OVw0Yc3q9pwntTOi
whk717v688/2K1Hv11cO5dqRLPFsaaIoXtnN//LK8bYtmR8jSLFFxoXs6Dnz3jIAtcPOmLnJ3gkU
tLJgNGKhryLbZjPO6Run19HslvHZxoJVHTXQMCpAUJ7Zvp08XIcJkE+Qj6tOpUrX5RKDBaCcAIbt
JylDFsl+k7kES7epFvuaMnwKiPSu1sFQ7R0Mr8yJiuZu+EkDlt7DsWF0m9SsYFAxecZ7hXdvvCNJ
wv3mTw5uZrBeVfkXN4r9+42C01dxLwAmUrB5QFj/+uEs7DlyxY4I/F08xddG4tEp9V2yhEhdpxI1
Fb5P56ptOvozsGT2fF58N8LAZxb8u6AHvGGZ0CYHv2Bbi1tRiurIgabTs+nOGKyw8kpjw5LXboNa
92yCvDziR+0J3UO9QaEC39xrSCt6r9xcLyeGOOkL+wJz/vbnV8Kv55qyTcxJnCg4TfAqcUL9dgnH
I+whAoFgmHpoOynIo63Gyn7Kzby6cBE4byOzJNekQ7q2mw0fcdOfv4DfYgN5BXzIruQyJG9AEny6
Hvv/ciku8STnIoVCtcRJW+7dyBLUpOg32b98bYj4mJU4+aGIXxKjhE+Sxc16yFqR/UPGEqBXVslE
gFE2gb3aGaPPfe6M/VuR8kylmcWuC+YRzQvAHfS4vc5QktE7YziQi5EPm9wOjZ0UzD0Pf/Hmfv94
WbYTCOCtVjMIGbDlf31zEnufGbrdB41OfcXgBqms3We8egYO/hVNaR+iilTOBaSH+L0yC6aTSmH7
3MFUD53d6BdINUvT9W9mBq3BMKfYaoi+QfmHI/LBJ6vqTGg9Z4oZyiIluh7pUGCao3WVTKihmTAz
hfdwmSG4Jom0YjQo213uVzgNeGJW2z9/x6v+4F/ORGXzjlEtuLYS/DsWh99OlswoFf51UH7OuqZz
WKLQkpTtOopDoECMC5MsAmuSqbwigQcksSwZ41Li0yUhOCQf9s9f0G9agfUFEYQgLVxZxLeAZvtN
rZALkaBhmNeDlCf7ifmW8ZCmfoHxorfCOpgcd34ccLOzGAYakuxGOXvhpQ8iFcVu37X9ZmTvnW5w
6vg/C4zc3S7NTfdaOdqx9n2l859NItl8Suz2V/1Q1NmDOXoT7dq6L+WgqV7tqpVIBhn/Q8A2GQZ+
/akxyIrZvwldeDtHiC+DyCDZbt+GBpdIif98Yw4t3aBsS41foQLIG8y51WIEYSsebcPFSZJDXk5r
RD1uTQY41Pgxv3IU8zbnFOkAsiMGR6O1LjTtXDjREQ9/fXRcAXwWFQF9qQz7EBgKDTJb07Ccdk6a
1WVQqNwXp2JO1809eOfLOausx9af+U2ypJWCatcAcxhy/yozK9dCy29l/s7pcqphmcGvBVrs4k2d
rZ7t1dcX+/8z+WuNSPjvPY2Hz7KJfqX7rD/wd8mQu8J9hK0g8bjUp2st8odkSJAPgx0dtA4GRZ5r
ijPon4qh1QbJNIoy4NcQTmH9jXBOngn8GM8GEGH/jmKIV/HbsQDgQdlSemiQwPygH/r1IIS15yvc
LQ1aQHyxh2xOIUaNqnKfEtmKbh/3odmu8gkoja5opkd7yLx3NNnTKWRehfx7WdmmOu7hZNjuYvfA
MtXKpdKEDnABJ+wPUdLBsUl8LQ9EL4MWAFQw3Ew2dfcmiuyqYFXdem9d5iJGJ9wNLuTi1+FV4flt
t2lGNBSbWJWI9XKtmEdpzEOXXYcBfeNZrMAjZQ36ZkRDc0wG07/sYLVeR3ZdvguZ1ogyyKsHwG2+
L8sMOrRJPP1a+kXmgP7KiK5SaE2vE3Yir109qEe/gFh5AOSM333AZI7PaY6SBOEIpJDNmAGO2ExR
3r6T2AbWqMgtwdgryQlYpNAHAl8ysG+p3bnNkrr4iUczv1/L5G8sffN1vNToFx5By7lItOueDNuq
D4mV3diiQXHUj36DdVLk+kAPblw3GQt51JBp+hGnGvovVcN80biVD9tl6BQF9Ti3OLXg2VhbaYOt
3IrGGIaAEh7KeRcWrMjW+A4fYJjjhLuQ501Bc+xUV2WVMLqrjN5+E20BaaF0s+ZOYTUzdk5rli+M
VdooMLVA2I1q27tptOMabHu8eNnWeTsBihA5SiUmF82zU0r/O8NqhNO1oxnjtZCD3wdjpa1Fce6F
oCvG7mKIGw+krjlDHWM5Bs6ccACkPuy0ag+VWL/ckoFmgQoY57E6eqlIgegoXYi9MRaMZadytAOG
ZJm3La3Fe8wL5DdrmLmKWIZrDnKvs+aEo3KNPEZ+gNsF3auqL+q2Qo+fwbpPIDuVjIKrElcUW42+
IhatzsjCE345bUweqANbibjTXDGNF4GtaewHb+zUfTF18YlMUu8eTBAeL5ypDqgqh4stioA/YVho
mZJrloZbpVJmjDCKcnddpqYsaDkW3jOYQMk2pPo8115PbzS7VNlbGxc+MCCK33wnmb2i/1wM70qR
sA5qZlTM2Wy2HJgOSLLxNkTNLcsxrdlIEGHXSHlEMwMkey6cAtVxrklXm4XFZIZp5Wtl2CCFkPpk
fD6taIGO+zOLOi8b5z0Jfv73ZqF2xhfLJCyeq+ZqcSiS0cCl5rHLhwxhA8RZZKfutEJ63FjFO9+Y
5p/YdJNX1S/EEaih6xyUQY2cT7HrQyTy2fWXNOh189OKvMzZwg0WuD2hikaEqqClxDhtIILrk1A+
q7xkO+UIQkVZGomaD1OI5qlFOvYzG0bjLW+pRxjaVuFnV1U8y7gVx2s52EsaZJUrGZy0ZW5tdYPc
Amdyk4GASKz42dO+PW5Hp+aJCDKBPJ6ui/uewtoiSNfPUmJL20UAuM4ocAkLtQqydPV68WzBGbXq
ohAdliHYtiLGdzLQKlYMm/RBkn16602soLbkE+V5AO4hqvA4z8lPLsC03hUxqYFMn+w6PQjqyRAp
iifUvlxKe2RrGXFEYcB0nePs6wQJGYm/xcaJRJOxem4KsU0EGZPbBZhQs0dTpoa1Hc38vTlo8YLW
rBZbD7XEk0eQD14es38BRicMLGi4NQ80NpG9L/uuo0ObkRWnBNO7x77q7GJHR99aexQ1+E/BLEYV
B4/ppD94Oax9EjdPiA1xW/E2YeFE74Zj8j4m+YR5S0UFf2zgfDiHKIMVey+amAvEMGbp3vYTnMgT
n6LxXpCMofcjhluGUDqrP8xkZAJedeE+RXcJjie5E3U2cRjXfQrtCPoDF2beHe1o9jcypFBtkAbC
rYJEh5OAnXEkSVd0ZX6gaBWXS4mpYQQdVOfhSfLNe0lx9sr51rfZakVw3BJKSSvvrxnVBi53cU4S
qKjNHy1/tykZ7TmpdaGb/gD4GZUhS5vY5QVAhw8crzi7VcIRQKyE4y9sP2qQiFF1bhv5IkzxQXb9
wwT/UYzVfrDwuke3Q1df5XTwm2Q+Om18ajuIZZG/wwLB3cBCIspuJqR/eR2/NINnBB1SqqNqxm9o
uqwEJ9NEOQjKvSjuh9zgZKsR9YceYcksQbNa7sya8wUZUY6JfsCpNJKFw7Ic/UCD/GsMvQvfSZ/l
7MT7bl1+pykhO1CEjIVUE+3gTcIJ2zozE+hKX4jWMdYB3rcIhfBGihYN6liS34wzLudGnZuTjijY
GT8dmyjf49K4b63+NLj+hW9VHD10qWL6vgwsN4pRzSd+/hn16nObQpUKCyxEOrkYVHz2tHOpBzye
Jrwfjtr5MNQTBEqTX1tF4i7Oph/SSIsdERKtvx2BRCnmFy3rEdK+cYfR5COTsffMfrlDl3NamRdZ
Qbqqhd2LFRD6QpT88chVw4Fj6uIUhe064fBqXIWIeFL9Wbr+DuXvsU/tozl7T1ULsxz6PhCC3NNP
iylIuKluWjvZWYnjMIDPrziKHPKt8mQXT2m5G6IBE2BNqpU3P6myY89trUVN1v1ISvu+qdF39tyQ
uAxMnCzZvi7rb4OdvnCibum645NR2He41xuqpJJzYLUJi1oogr5XuZcqz3WdvdtZ/DyFHQSv0rK+
4UTeok3tsZV6RA/HKAfRWF21o9kHgB22vSynO8wrzapIw/za1wC4DcMWZ6ygPzyBcq5EeHU1WiD/
uulFVBkslNT95K8L8Nhexwm77KBDZ4BeB5iaabXXrax3ThzWhzBpEUF7gpGrIYOiQh2XLSEShqZ6
aIWiPLEX5B3GBaslkY7A3Zz7FK97m/mgBUvbpSyKLTQvLNY46w8I09PzoqNA19ASs7qnrQ65v/RF
KJtto1Hm+oimNx0BtoykDk1z3UQDLjRBEPEqCM+lvxO9OJTFuiTJ2TeHPD+m6Jqt3ambXTS44Fw4
BrdTZQYkRz+wEZ238YhHnKSSWKh+F1cLGp2KOfKsPahndWcHogzxbej82IF5sg19NTfRmTjfW9vK
75ECg37SO8w7h8j0b20eOIzfcZBYLftcffRrLju/RoIPTQiTWfYWa3tvNO0j1cYLo0oSdn4UFYza
7C6ZAdc2XNjY8mfnwg25COTwTjVobBMfkkKWHJ1oGW97+AxZslVWsw+bbt/7yO/IhXfJJO3C8Cpr
gBh26d7I8pzZQrjp7c/RwiO0IhKAJtWbNp5InzU44duFjN6i6Y8W64KUMFtMhvxVbVK8hX55K5Av
WMx2F7bpJpZQ7bIbH/WNBGGY+e4+IxkxRrP2Q9czOelaLgGz2B5cGFWJuXQfCNf35VgRUrSgrhkL
cfTd/HqU7bmAzhHojIOlTV7YR6wyQwrcctT+Rsv6nWJ7wCn9PtlGtVLZZmIv3C6P37DxsbyNCI76
cLLuhia+jmkUEEDuYHS2/UEzz0Bl5JtlvWdopN9wG3g48Kapmvai6sudpStYGYiOyVFiQWXsc53y
VGjhR12LYWzz7ZAQWo9wOhc/Gpnm7yw052FHvmdY7Vy1jkpD2v0JjZFE6S2KImmCoc+so3QH0wWX
4PJs7JStNqIK23Pl5Rbd+9Q6F7Q0PT6HUg8n8u5UErhJOKZclJ57l0Z5/jMDjIOR0Gyq+8bAsMzh
WDNodha3eFI9t+xl3VhWfOOGSXeL4I19Bzwa8VAxBvbwhZF5GMRTLnDazlP1Aa/MXDZAthpCyge1
5KuOl4Q5VAMyDSpFTDg3zxjejSMyx63VdfNNZlTku+dWA3R46tgeHnkIkesxT1Ffb0aR8gLzgkrp
grmC4AHpMWXGW5rZ7kWpE+OZwBPjmhJlrs/oFvQub2f1YZFp4m6QC0DZmox0+f7vTxz+H6UpSfr1
/37y8PTeJT/ei//YJt38C1x4/bG/E5Xsv+HCBYPocyQz+nMZs/2dqMR/gWEOooLNHSwspun/GD9Y
f/NpQTyfqADkDM6KyfoHW3j9TyCQVnYW40/6/H9n/CB+jaJcJx/raER64JwYj5i/zwC5nwl1mRz0
eCb6kv4uEXdh9x6GjNq7oC3QLR7U9IBVL/WPN/u8uveTG9uJdmQs0dyuEe7V3olw8iEA8la86ZNT
Pcn5MR4fzeU6rm/7rg7Sgw+aid2PG25n784tf6Ctj6ZLFd5L6+HfvxT/T7KX/y9kW+Mgsf50/nUN
Hjn+j6v3H58f5W9or7//7B+Xou0QiEwpjLNRIW0lLvEflyKca4FUm6UiAjRfYrD757Vow/2ijMHp
b3Nw2w7zs39ci+bf0MzDyDeZrjHGkv/Opai+Uh3+uXpTwMHYMnBB002a3Cbr/fCv+w6oHrUdd9CC
DcW2n4IQ4HQ6259JdR2Dx0mZNK9Qge0ivTcmvS/oNQhtGt33hWYH5lbzQSpItcF1cMtOciXnurI8
kjeFQwJ8Vu+/EooF+UhbBy+07pBKB46sb5nwvVSyEjclY66fsmD31zT1SceEYclqb04t6So/kV9v
8oqH7g4PSPLQdaq8WYi71ad21vmDjqUmIyeVcMgYg5QUF2SJ3pd1s4tbO9Befijd9CZCXAuFrNtY
U0lomGcsV/Gc+KBtCx8yEDRRYnOIhCke0Rw+1flyBdD2yhrj6LDMLhGhxj5lVZAnVHkEFDm7WbVQ
NMrSvZEsy6+QBh2Qlp5y5Np5F5564vPge2JmFzaSdfED+xjq3AbbSUTW6k1b1p8AXAmAhFYzhA0M
2g44S41vQZUfcWJ91J5xrGQGEdvMn9Vg7kjbgjVUo5zrI5Sh1BUPjgWRqMeEPueNsc+m8bmh9pqj
5Vutq09YXcOlkRXfdKlel1xdyHyKYOLbH8WEDdJy4gC+7l2R4JAqEJFPDa1iUWXAz/LMvyZcUCBl
KaB3VEmADyFszKCtfpZms0861X7mlmHiAIyJ2Wvrq4UftrI8/sYYfzXttuZO9ZIysqkDOdkobJCl
btwxVfexnX2Lm/vM5g/wIgKCSurp4Ws5lPnIYWznvYOslYl0P5UGxmewY0Fudcvex/+2dcql2khv
rgjzaK7bxu5ulFgEm6huOCT5YO3Qwla81MhltRUdEeStm3e9c8pOkaeGuYnuAHKZmVlwfhgrThaV
g+uremeb6MWMApiGWfdAHcb4bU64oh2Dbqca1a00ot0UDd4ZNrnHeqjYRLzhnWUvNg57JJ+Dl4sg
J2YGM03+PYnL02gt7VEDnwoT75rEhZveM8TGsofDXMuQnU94HNEF0FupbZq4pLnl4JzY4mxAvX4v
VeEFAk3BhuBRlHKE4fK2UGe+2vi+1f9m7jy249bObf0q5wXggbyAbhVQkVXMQepgUJSEHBYy0D9P
dl/sfpCvt0WKmxw+t3M6tjW8t1YhrfD/c34zUnBRCzekZIQquANPfU0B4TppmkcgGiSrUKE1mg7x
O4y8vvZqVeprUyR3HCImvo9MfkuIsVuJcmavaykYwSIQY6I0/VEqtxr5W1AlCFai6IWywav0pdqo
5FdWeZlFwZcSEXXgVgen2CTzY4esDGA2OI58ryWd7jWKiM6ELl43mUnCpKMFl0m9+9V2c7t5PxWx
r7p1vqrz8ocCEA51tUJoIu0klKxfAeJA2oU+ZxG9Hcdf4PgxSYXltOKhIAenNusTXO/hm5PrxBxR
rYmp2tF0GK6M3BLbcqwAazYy2xq9dpsBqO8oHZOfuyNtXfXVWvw0ZwOxdBme02SG3hWIc1RZLqlT
ZycNzVWe8VfbYe2ZQ7gZE/cQ9BcxKvidShgnXbdcu6H2p6zGBfpblGZ60eDJhGrAJ+aO2OhDY49o
21z1Q/cis2xFt4BM7Jr8R1fCiKHXsaJk5/C/qpdJRyztkKNGJeNHX8cHkDlXET8DJWxZrvXx2W2j
JegR/IXeq5cwET1TU44Lbb+NAavhDLbKmk8mhHhlwFpQ3PGrJnEywVUY8Ro47U5WEHP0BdpASZzK
ajM8Osl8kQwUjjirQzqYxWEM5JMxRlt1pviCLe+mTycea6rs7CLROP+G8bEooTJSDl0hjqZwmCoX
TgYyEQGqp7i4rdRUObSG+Drl+XFUQxJHoCz6wsoHn13dFy0WntWOF2GG7X8yxxeXojmJ6uSuaSvH
nE9KFOWelQHxrUtrF7bNVdxxnDcaJvqq6yH44VGQC3X7a1hp0MUqaZ2EvRWz8kS2rrGOxnknFbSI
avNMCNuWFsfdYl8hfvJRKV2o6XL8MnX9KYml51A/KrGXeXOkuKdQDN05MwlAI0fYm/ES4dAoCq+l
oOBbRVG8lD1CmWBYsNM53Kp5Mba5yDkbEDg0ZXzu+k+tN9pjIAvdK4X+0kCXXNnhwxBOyclQ0/Fr
LCGx2Yn9WIACWpVjcGX3d4oVmodOzyT2hSk+BJUtgMHIFnx5dGvmkb1RkXZ7kxsWewq0PEU446VC
da0wWQptW16iN+Zv+5ZZ2N85X30RyNFgUHwpCvwSZoxP3Jn9tlVhTemN8BQ1xqddXWlKc8T98zOs
SGFWbc67hWseoNYE0PFcTEWQvcFr9y/VEn0YV4SDKWp0H4pW2+K3fZkaMjtdazJvgUvK69BkRcXs
wNYAj1S4T1tyM43FMZ61MUK9QlN8CNKWl1hELNTLm+aaUfWgaWZ7aoK0u7JU8PW0l+QZjkt9Q168
csZnbu3LvlGvw8GJoF20GV0v6O4yC4roGCkYAFy3FU+RNuI3wWVhXmhNM2/yaIoeK1i8e1cS84ws
yPjmNgF5riwjbClSSkvTyNtq0LOA980NK7rH0AnL51oq5kEaboAW3u4OlBJUf7TS9Mbpy9ZDVduO
QLizfNfo6JTTOdAhoSnxIesdLyF1fQ3DBWkgyuGNG3PIXRlR2ZAaR3VM7ZJibTpB+myb4PWljlMU
BFdz2QKKPM7G9Ky4Qfs9dZe0bfzod5hJOo+Jgml3rA+JPQ2eLJLhWsWx6A9qDoVpHIJ51aD+Q9Td
Ci9pJaVDC2n9SR2i6mikdeObllQv1TmLDiFfNfN6XbdXFgKvk9rYI5Gn2cbqni2H436I94nKY5v5
sowucfx1l2PiIAuvpS1jz6prgE2jqxwa3Oeww3Rrq80R7pSEc/LZTSq59PCbtTvH4UEJCQWmvkvB
qEyCsaQ/QYYQhBD7qR3D8ZJSzTNuBCA4Uzt8I2NOWbF3LLdtiFCcfZgx0OpYYv3spJoPOmq8G0JZ
yHsdUutLKglXxyug00iKlXkbRmV8FBHFiaI8o2c5Bk6zMQLKD0zOzXNPhsmWk/lLhvtNATY1pPZR
TPgPCYMksKBv74GPnjNuseUMX5M8OyrA0Vc20nC9HpJLKNZQelqYVV1IvmxFmZYb266CXN0GeqZ7
ba1elJEYmVR0vPk0XIc6/UWnFGNbXouy7I5VNiNdbW7gl5NXamm+0/Deoo7YzFE3EAaefbdBwa67
Eb3yFPQPTTB39GBo57ZzlCN4jXYGeNhNWbrHMtSKjaz08lJxS8JhnB1Kq3uZpp27zlx5Ow6Dn/b2
tRsdB52PEEhRsabXvmqKQj2byNhWCHHIlx2vJChUtT6RF80+dAg8SZYpdzUjK5iW1b0FCDUstbW5
qLtjOI+qIByqipcAzpshbEywY+G4CQf1ABniYZ7b0hNVq1ChsfODGDuk/V3pXlNeyX1bD7Z4xHE+
k2pu1/JCcDZeVVhwl1TQ6YlDxROL9JFIltHrWmunOz+lbbmXQk8xNZSkLgz8s89KgVQVqweSdYi9
9Th5NTbZUGrzoXPvRhJMy4HKl2E3vjs2w64FSGvElh91IzzSnH73bCSrtHkc0UOuY/aCWQOM0qXK
Oc4F4Rds2EuYuM5wEK1YuA1B/AN3AQR4NznJdllc2gctksqF4aQESsWz3w0Q85PwZDX3RkM30I37
kwrZbzLngzGTNziX8HH0LL11LSVau+1hkpwyRFkABHMPGSRXmKEt5qMfGS0obRjHr2kt460JjEvL
FOrbdMcGh9eoa93Cr0nM3QARiFajRcxwz96btUuhVoCeswXM3wAxrUcWBv4KhUbeWC86mcI+L1Yc
16TDQ7kfxR8/0203oWXGj2mcGBdUtpLqn1q7/0gyc1n9KG7b+seP9vRc/Yq7e/lX/N2v9KZ//+lv
S13/C4sHJOWZv0Qlf1/EOpZN2Ze/l6/++pf+X91A+wchVq7xF3bnLwkNdQPahgC5DY0MLAOB+b/r
BsY/Fs0NtWlSg9CK2qhr/lU30KgbCJu8LU3nsI/9+j8pHGjkBL/R0GgoJS3VUm3TonDgWm80NFkS
JPlsp8Vap8V9Yy1TsoLnbC9r+pPBzBG5pDC7mEzDqVQ3PRPzg7Cq72GZYcbH/dm1z+yjXR9s7uxX
U9Xy3vfQWhbL7wjc7HqEXkIFYVkQ9OY5jHF1TIK1A5Go54ygORU5XIZINTaoKh8GUNehzR62aPJr
RTNiSOMT6a6ceSb6j2s11C6x/V7lKqV72obDskk+4SXTb+vhUDraAU5qiHktuh/j9of+a+2K2Qqi
ooWsXPQET3SNWNl08JfTJ42oKPimucMusuW5GK2LUaRPutD47vLwGJrS8Iii2WtVTjC8m14EOpjM
zq5udFXPt+DAO090Y7bDhXfmFE1CupIdhSgvIKMcBSWlUxxb1x1bqmLGRkypplxPblmCo0wuEwT7
PhImDKtlc5Ur9DBNFuyunnZJr1hbcsqKLX1bDETo50uhrZEAI3kJOdjq9kPbqKsZdGjN+RD3D6J1
l838aBi3YTieEV4zGZQ30Nd82VU7juhLO34fj+wOKmPvqOFFr+JXjLuLgcVvRL4SwI9c58kCj63u
MsCu60IiKmpIW40D42ESLhnAiore39aInq3v9VHfcOYi2WzWixP+88xPVMVXGvDfgcGPGcKXdEnd
EPMWDIGAShbp+0jCySWhZV9EwW1OSaXIrXllprOB0ib1igYtFdpZP4k4buTEaEwdFnMn3ZOHtNML
uZOWfYozZxMTylUIdIWhSewCdpNjBSpuqAJjrSSGu4IkQxi0KJ+Al4HxLdp2pfQ4xjSyzBrxI0ax
svQ6/LlP2XBLjttdLLZB0r30JiW0Zc+mNSD3Un1J2ki3SHz45zQc8DrSGoFVLJF9slbZ5WXq9NUd
QFo6Eis3mNY5yx+UJr3K7e6SXSc8uv4OX8cqoNWRjgUVBzZbetv6TaJt4wqCdZywOA6m801m+XZ0
kLPbBf1SVSsKyAiouJKuPAxC3QWIFcZe3yPCuzBK6LALgqifOM+kncqyaxrJhvfnISjEmS0iZ6PO
vtGcggsZygsllqFf1HKXjka1DjgFA6cKF0Q9+1zAeXlrcWLEeFaZ4W2F8jmsSl9MweMAOJdb0YIS
nlbVHL2YuvIwFYU8IPYAN2q+zEI81017DPXoRajwu5XRutMRdL50dnxLLXE/Cu3CsKYLI49xr0sk
Eh1C1Ul6gxVvYQNc1vRJRTpeuwr7MNC1F4QQ30cyuQ6l7selcSv18LrSFCwTvC3sQvUlRRecyZ2e
UI0PUiSoGVGTKu4YM3ORdUmviwy2RsHzTODXejbkNSwdrwpacumr3ZyQcawmLpQGdQfmH3iza+2C
qvwO3gpu83foXjb83/KWBv2BY426YsNIHFLd9RunYJJICYa2WrvdZQOJREv7zRF1v0fOjCJgfDDU
8BiEpdfk+GUtUtiBKel3/AHgcyf8CQXXMOtfeEUDDuH6OReA9BOJYEJjwpGKcuDMsiG+JLuUiVbs
bXy7dtndybm510n861G9rIFy0UPUJIChNvcCTbW2g8sOc66ie0dBoIPyWKbuI/sAz9HLU4+A2XP6
eJeDQ/Bc+8Et7iPEaM44kx9SbshvmDxlMEiVb5n8Z/YSnNbzUX9IayhhbuA1zvSCrgIZfwj+GlPb
Jm7cZAebS/c1cLxtSIIB2FxoYzQezYItLwwHwxYnVFIrGBfW2uDTXWGa83RHv7dEcSUWviW+Jr4S
HabYFLQQGBtjj+H/SyysGzObqbPkO82glW12j53FWSowKCUFIRjRvGZay81zhDZ9Xc3996Y0qi0S
RqKTyuS6G/uvOaiZ7dBw/q5r574eimu3QvQzBaUFJSh/hnQALCCvr0tJ63GmJqTTJ0ds2T8OHX+C
R1Ou1KKM2Xq6HG8KCkKjcRjU4oqpYFxxrx9tCM23/RjhNyy+2aENB0G+TKZ+FebZE9P5nqD1fdbT
j8w6kue17kGlma13mOWCrt6zceRrjrnd1PA32aL5Y+1gr2pDGZUGebLqNB44uX1TbEJfAdhQzxGD
V2XtadKdl6zHf061inJPbTwUdi68yIZyC6btchxMViZg3WAlfoIdszeTTsZCIRFijEUc+okAu17K
8Os4qE8OzdLZzAl3BVfC4kZGvSte5rE/Inm/jA3VXID91abqac27zAwrERaPSDElnov4Kjamh1xV
fvQaFEl043tz0m5QNcSr2ha7wBXXg0hPxHxc5ZmEH8SiOmvgEJz+bCLda42489pmPDp4MPE4i105
aDTMOBn4+ejufslHkWEt4YFs0A39O9inKx7nPRNXDU8UO5HBhrwPAFTQwb0R9PR5QHSWkcuvXaIl
12U3/hhD7bYNYMS2Sn9s3erM0pFiym8dXgvwqAkk2hbBodTLTaxM11lNMWkgY2pjQt1GdX/IK+c6
LlOLV5cQLbenSjibMl7HQ/gNFxNydldZUo9eGt05RC4yRRKikhM7GsIY3QUrSOLUgOB3jWI1X0kg
eGWEIb3C7R5X+ZNmLKkWbrYDhJ+sFTet/NnGaq3153zZdrXdhZ5ldD6an8QY7soZh1tUGD9R8ftK
7RxxgM77vEL/1Q3q1jTR1xohvf1O7/B0VF8WEyK+Z7DW0pvo8beWek5bdwtWSuJcpZ0vtJnpodkM
gPQycsnAlbd7K6T8qKUzTmfn26RBvBdh56w6S72cBK3Lav5SBjwnW0v4q9GlVkPCI0mfG92MjsaE
pZ0ExbWOz83QqxnQaL41KmfRADS8zoVxETc5MFkF3bTb4TMZy7zfwiSN4Y1Yz4YBYrmNh1NWzKrf
4+ZfpUazzR0q8Agi0ILOyT3g1P0kixfZc0aq3fgksVAs2gFcZvCibKMYNhqiSGpY6Z1CUoFuBcmW
iazzg950VthJpB+WmPMRJVFlCbNkU5u0nEi+YrK1zAuZQ6ubGmYNJHhgBBGXBOHjMEqwr5M0toaF
IEfqPX6oVg0JCuTEZ4VoUMtIrlNcVFy3Q7pAeS4E2rsKzBRSiWrTTO2Zee7YG/0FMzkwFD0+Cad4
FhmPK1ZMQAPEfpGFzn6rTbxODYOV0raLMARPbpqMli+b7NKeDNPPLOe+1acbu4u/DPN00vP4ommS
Z9GR6FWLll+DitDXF/+e1TYG1cmYsrms2AoEGcXEQiS+FoofQGJsn3kx9pJ0uhxYcU2Z7DpTnoAi
o5nuh0tFNxJvkMZ1OzIxa5QlhnpctSalVAcogQ+x5TYfxu00tsdcN4DUI6sCnvm9EqZ2FONwO1fO
fUP0Ra04P4cZgpU9QlPPqg2u501kE/QwW3m50VyDT0sRfpazhBtOaaxB3WDixi/kIQBn0pmGL1ML
RsNE8xS5w8WEoQuRFTN+i74Hh36wTzLysgn4ZJOcUFWok+d07C7QQlGA15zBm/XhjI3VXTe4b9dG
tFQiw2KXqibrt+yuefs4qQf691aW90FQ7JOJom1u+BXF47U5zXdkJEPEzeRd0YSVn07GEUf9kyLQ
ZStGCv1+nO5wGV+MiXFHzO6lk843TdEdeYdzHutwR9Yf7RHN+ta4/amFJbcOlfGAo2Y3WcPRjIx9
aNMA69slcREG6JSwoTLL7qrPCGyqc5hUJXpOQKTsBzIIfuSDhRaKFrp0x6Eo8TtDT+AlzkAazZan
UHgGNh/sLIXCCWS+tgl/BkYEUlsQ6MeqkijU64OmtA4yHx5TJ0y2WZh/7RRkZbW7V8zCuVCdNt/m
bdod0sg+m26SocIDshXNmzBNThT76cFg7amip1KMzDpq1QH4QbaK3RwDvKJ29DpwQa7UyNpHFtO1
W8bdburoAlZMq4cpalUfLdBwIAryQDzgfSDN42RQu5Kx+9x3bFwbHHKofGBzCOtQdfShiqwhKbFT
MrYpUGysmFYlZAEyTFv3MFLX3zimGnvqMD01GfFGumpdRejDSIRMaHbpnEIpMOFIutDL+MGRBYEz
juEHpSEozqTPRsXXaJbA+cXScgIBt7TI2Ab24FOMot6AcatIWs9Xk6yzq36OydBbYky1QcbXdZR8
04CyHc3OOuSWEa6xseqc6pStSVTjVk26YB3YHEdFqJ6NKL+KIuu5tdB2xiI5twpubFmXG8WSq3IZ
cbCuhVjSz52zyS6WaED+ErBctSJxBJZPKF3whwBcRI5J7SyxyD5CufbV7o11nsf3fK4vSA8u6Wlz
vqhhrztT/d2tYkTic3RrFy+ESD/aRp1vaiPfoPwDTF1LSAhjOhBzkOUbKHHaV4STWPXgGPn2kos1
Vwqd7rTKLnQiibSoYg+n8W8BulWpu0S37dKRQb4x0zxxPBv0lofviwMEylcNmXVuxl5lXyAFeEqi
awItvTbTjiQlW4sS8G4m35VjCMXeWiBGF/Rrw3UT99+d0p/hfJO/tAuMPcCKqwofASE9ZN3TqIv6
9MY2Lt0ikWtJ/QaKUO3lU0Ng83QwS3mwVYreZDRtgP/NHgXXo6vSsAN791SEEVUTnVYQCYuTbyvw
9NvZvG7Vp3GQwV6vzE3BIXfOjb1dQPsHbAg+k0y2QM4P5Oqwi5lO0PnoS03nsjHQSgoDbI61Ll2B
9TenVAr5Pw0sgHnxeS7LY9yoJwzvp5YtWGQX90A17kgDv3XT8kEbtF0TRe3K0podfRQ/iqY7ygiE
CbvNlahijZ0JvgJ0/Jmf6V+CEmdo18w1h93uKUnOdF7v69xSvTBqkFLb0/d6ppECLW1jsgMLhuUY
T7E7rbpupVqRhn3QJraLuNCsxlGgGsWhd0E9zY1Lo53veGUE8aHVgQoFL4b+ODAh9rO8jvsp2uLD
fzrmNibWKj/1vXZQCUsHnhVcAsTI9pYTHArGAW5C7qod/WiEvKgIYbDVfKssrQuVPE9B5I0pUFTY
8dOcP0uaUNWz6Yo1yMcCHXO/Id9sxySq4rXArRCDzoG00pCnjFS/vBm7DnFpjBHCGqPbyRDKUR26
FoH7lG5k37PXF+p5EuZdmZIGDFMW5O6wqEdrbZfOy5bSh9v83ZqJKRXFfK5jAXGQRkBXVzvV1s4V
qnAt6Hd23dwhL6jxLTzDF3wWUoh9Ov5MsnGfUEnIC/VSVt18tmaBZkX5rvGLHk0AharqPBVyLndd
m+KX4CocBOnnaSJhwzRRF9jR4AlpOQgzoGtmi0StcgMNkE/uhfSBOWahkrBtcz2UnbLVqPMZVN3X
ZcmHgktV/4kVIuSWLdoavQ22ulkmp95ylIPVCOzBraH5+GaIKdXT1DMDZV43nfU/UKT9bcWYfM5/
15U/rED/L6wtw03RHCAUDpVfa1GGLebFv68z/5//zp6L7/+1b5b/an6vN7/7F/1Ve9Y0FSe+YzOD
Wnjh/6VZ09x/GJqhslTZOtJKRHJ/1Z5t9R8WDuvFNE9a6Sv9pOWSVYmhCTmmAS8F1dt/Unt+DUQQ
qmqBRFjGRyEngM6/IXEQkyo12LYc/cvRBXbRDVQO7MMvQHlg2uPmt/t19U8t3H8BM7sq46KFlPHe
cNS5udNY5pFuUlL/XSHX2tJ08N3MmAy0yK9KVtQeFtsKeF5AAQ7J88fjLXXz3xR5vy4PGLZrYE9d
rK5vxksbw8LxwpKFcUL1hkFrT9aUdVdqRktrapoMYQ8+qb0Lc3vjcuzdfTz+wlh4O75rwfMX/AIk
i6gSf7/eNId67FQ5SybMkL1UJTawBHLnx6O86R4sV7kQHgCVCBVh4B+j1Mg29F7jIVZDQaMc1gKx
OdU6V7EGfTzUOzeUfZbDK8MWkw3z8v//hnSoqwYMdDXNXkpM3K7FtObnliRzeyqznRaz8kBisPyW
pHIkCkP5yZW+gfX8el91+jTAOhemBD/k9fimU84FfOqZIE6JMzKxM40OtoO1JoUDb6wiK68BJHbI
uFRZJafcjGb2AuWE9rwA4n072oOBXy8103ssAxG5hX3PLjPvlPBq1s3pexx04gVGPpFDH9867b3H
hHRN1+nx0D2y3vATEL5HXV7DX0/yyvXtiER32bWh7yaOcpWjkV+NqnIiwEDzoiipV+CUrT0vd7Ej
Iii75LuJ6ddSgleCQNl//OOWF/HNiwr7BeyuTbFatew3v22MnbaoyBsijJuzwSBFtQ3RT1G06deE
CRB2HxMWXkt9PHw88DszAgNb2pKnTNfOQXb++wtF1mERgFGfvaAS3Ua007yX/TB5RT9+h5Dwz6Xs
b0Oi/3gEXBumW12jxcYKbLy5zCYvB1cBmIsSabA2hV67V5z0EHzplPM+vrA/Pv1lKFPjJbUWY/zb
j1ILbKI08IJ6ZVVui8BBrtjL/JPrWRTFrx4bgwC+oHGI8h0h/ILs+O1znIPKtGvYrDgtSHuZtJbw
U5NTAUh0BEb1vJ5nrEkfX9gfT2wZE4IObCEikUkMeT2mAvAB8iUg5r4MhquhyOSJgAPQaimcWgcX
zd3H473ljqhcHBAZpjfXFbqOzuL1gHlK3oa0GTDGCklBEG9vnYcxqakOLLop/dJAGzl2tmxv4avV
u5zGlQ+PLv1kMn//h/DyCPTkNuEoy9v1293m5JtPI5pTD7bMjOcPtW6YcRKHe0n+Mb1JmrbECIYN
ocicguW+hlPndz2L6se35M/HTk/cZul2IFRpfLOvf4gNNzOSOclWlURLYsdqsC3N1nfMDNhrjFMu
bfXws6n3jynCZlDsH4uEXhf4N94MWhh0eOhje7pCowVI+XrMUJAuYKS1TcqBbwxmsQ2V5Tc4oa/m
KE9SIFsbI5qJNwiSYtcPUiV71zgbwO2PlBQMjxDG9pMX5p27Q66ODcvN4DE54s2U0kmzIB/TVL2u
y25seOPXJBnmNxi7v5RtTD1XZk70yZh/rItYD0wW4l83B9Hnmw/RtGPo1KqmemUq5RFVncIpyI69
kln1To3Gl1LhRXEdGWxCE5P+x+/D4qZ4Mw8w/DLT8E4YGGHeLMtkOkXkkDncXJXwtn5w5D3WfxgT
MHK8BnAj6c+K5kOtcL1gseK2iVluJxW7HqcPy7fGRkeenttePbCQp2XV+bZLI4Eyfu59/GPfvVUC
RwgfkG1D/H/9Hk0TwIgMY5lHq4Be0aDUHKCpzWp9X3lpGe9lCGG3yX6wVUyPH4/97n1yeS1YbyyH
ufn12CJ2cXA3PKa2bXBxg8hZsxOsD1VDLTfUwPUTel7cjRbRyR+P/OfKwxP6beQ3X8+CjNBbSXQm
SXgkUxhsz7qiJ3aUU+fHI733+rPIISPBrWVwsHl9jbIk4lLOHYFJatmSG1ixnRiF44cY/7aWriOF
1cmG+3jQ9x7q74O+uTx3sN0W+JDqxY6RbzWzErsiKF4wQF/Z1JNpG1EKRe8vjoD1/tMtBN+eBZqK
4xWqHB0xzqtpuesEzLmA772sDMOTTC0XlqoWe1gf/aZQY+uTl+i9R2kh+rHZtTDwW7EOTRE7k7pQ
CVcuxFqkoJqhLn4TbFk/2zIuP/31+s6lLadDDcscn/eb8wtAlLmsWf7xHOctDL6w94qipzvU0A50
J/SL0i4FIoW+8EbFIh7CpZVdqKgkP36+mvneL8FzZRPwoglOb69vsmWqtIsj4kxrp4He0dORIJUT
uX2RZr4oK+dS6eA1ItIx/Rmq69KKRq0yNdEldFd1Q/liPGA9V/ef/LDlFry9RfbCPjIXgqduvHn6
0dSZcYJQy+tBlq8iZC01ceDIjHTibGfUHFM+7CM9RmBK4hGMNBxNbs0UWGjG4H/8Y9779GxhoVfT
2EyDjnx9k/SssyNtJpBkQLm+YbMdUomuiEOZFHFN1FB4GSwZoh8P+t6nx1xsmw71JqiVy5P7bVdi
d30k8OJrAAlsThQmzjM7n05K65YriwhxmIaIsLu6U9DSt+n249G15cG/vf+EY9IgA/jH+vfm/jvx
zJHE4WsgSNTe65wOLzRVscm1RvyoBBlVLjrh62I5o+EGqLEyBOOZf2xeZzksxIrMiE1fZfYePEhF
C7xKPpmb3vtehYXUgk+Jw83bG5Sndj1GEOG8pCi0dSeSeGO2ybhprNa9/PhuvHczwMkubFOO/XTH
Xz8LHTdsk8EX4eVKrR+9m6nrTGTtWiKR20wQiz554f5cz9C3WWzMBB+l5fxyJP727Admf0K9heZh
xUG1QusGqXEBWAsfEIoc7YQgZ501Wvjw8XX+ORsw7rIz4I66nNuW3/XbuARj2tQ9Oahakx7fhNjl
1z103U/erT/fbEZBtWkaOCvZCL6Zc3SpVJYZWJrXMe9fORg41q5BTkhE1tg+wBy+Qkifo6oOvjuj
43wyzf/5LJfR2euzsWNP9fZZdn2SDyCPNc9VIpddq6V7ER22+wzVnhfKRPnkO/5z8tBRoQrKIxRy
wGa++Y7RXVtuFeG1xPQW+ZJUOiBnAFRHApPI/6DTNDexufvPHySVx+UwQUEOAPDrB0mwUZ0ny6Aq
kWankF2b16TwYj4e5c8vkKlBI6aSsHONVdN4PUpH+8yhk4qnjSOCr0EY9Cc5dfR8ocH/T4YSi7d8
2Q+8XTEJz4gD1Jk8qyqZPLIH+u04q63XkRK3+Xio914QSlCWRjIn+yaxPNDfPoIm7KGxZ5j/enWe
N0OWfov6AFKu3VIAmzA0fTzcuzfRpWZBmZZ68y+27W/DEcA3t2QsIWIAqbpuJEdQ3cUeqaf8x8dD
vXPS1dEi87hsDnoGgM3Xl6bPMq0hG8O2LzqYS0EJxgzFjjfCmSboNseIgeH6Ki3KysPW0gNyJuy6
jRRSd/4/f8rbKRWCh5u3JRbIBU7TEwi3Dlm+NwZ5BmtHKUavDREGsjzGT4DiyRLMR9SxNXzbj3/J
e9+n0Cgi6lRcqB+9eYlJ+4yQfaQQ50c9ASiHQYL4xIjWJGihedWHSOs+HvG9F4yFHbYp5xWm9zeX
roRaW+Hh4ZIQj/tpYhPfazjkHVXRbZAqsf/xcO9dIG1zMOKsJDYP//VDd6YFwUYasdcRELg31DHw
8yzo1nlXXFuLt2kkfPCTx/veAsYemmIoXlUiXd/c1NjWUCIH5rKQTKGvlEp10PWo35aGWV/TnCA2
SovIRZaO88nI795c4mZZXVS2aksQ7+9fr4yMzrQIdvCSCilBidjbBzRYIFItI6BMxWff1Huf7+I/
0PAbmOzT3sy0Qzsm5qBwd40A/YKRd3SurSLaaIJ3++MHabzzJDkwsCNA2E61ZmGJ/n5tRqDqSCJj
vplGGU9VKxF1QHo16hhZsYyAqyFsyqZi72aai/4N4GWtO/eqUynsinDwcMYBc0FuyIr4VqINNHiN
MywBYyb0a9CzYKtmpe31RnyvBiEmXnrO9zo6hGNctenGakN9VajOsA0wcC/cJnoFDcUihVjFfZxE
Yp/rc320Btg6k0DhFxpa98n0/M4Nh1is2xxWVLAlb49paPT0dB55tSL4ep5d6c01VY7Sj2Q4f/Ll
aO/e8H+P9XYZTeNcrcJI5xCCp+sid6duPaPIo2Jpy/2I8tZz56bdVIZibgKEspue1KxNQhjoniqi
XCWSqOWsRXxBgktxJEMGoBRauU9uyTvvPLdkAbJwUyyhLhuu35aQYCEFVBVnpYH39IDT6a5O6/Sh
pXnG/L7kAX78Ir47nqOy6HM0wyfzZjwBAhQTNxs4t+uDa/rz7a4JXGtTd7mxMeWQfvIc3n3kVCbJ
EmQ3w47/9fWBQHTc1lZIe6618JQANUal6Qq/x5D6yTf2a/J9fe6hD4U1bimJcvyy3iyRCmAyOERU
PPI6bx/mKMBiF82GcjNaCMbWJdzMq3QU4spt1ZshJVYBoysQrkBxz3Emq6dKw1Et9R9J12inenTx
WuaNiRaARJKc16SNID5V1egCJS0JJimrFuO4WnvK6LZAKIU2dsDKRro0QVCBqRsJjIEToRRzsZay
Eg/YaQGpkd1mHQJFQkXQlNzB7DA3w9VIFtnBzYp8ps9kdHDiqJasqJgCtmFPvghksugyI/1SXWWh
bj9bmTEmgEgMrcckUJJDpomisDaRgA2BY15DcmpNIchFS6TtFzfIUnzbJeHWI6bOrTRj91GJDOcR
/OmAxUnvzqKwp6dcJxhoxTRWbyqrK3XW9FZ/zDn1ZBt3sOqOCbNqDEyESft1QI9/C9xX22BF4l9r
tMw8V4WovrhTjKi5Y68H0zvwqQchRi20cSrWrW3gK87RznwPib7J4O+ShLo2YeB264bDxxYnDzLO
j9/996YEzkYqZ0HHANL85lw8s4f4v8yd13LcSLaunwg74M1tWRaNWhRbanODkLpn4D2QmcDT7y9J
ztkqsE5V9I5zcSZiQtFqNgGkWblyrd8gxj1QaqQjg6GC/3tXTtnemToA/1C9NoLu9I1nXlr/qCGx
3QIOcB5wvv4TrZheeTzTqRZ5AseKgMiQ4gytiuHG+r/4KIdKB5hLao3W6uD2ui4ObTFSdJsIJXWL
swj8tOb3ZWFyro/khRID4DdiFjw7mk583/ln2UjKADtGX26IimDnRCMadVVq38FEexyaYILjDTMK
CFJ3iObE2vfOHG3BDuIVTIK4TbISQ6fSWU5y8UYIxVN0vP6Gl+baIynXKAOqIJGOgz/F1SUcsLae
lbmLk6oBut2XW6rf/rYZR+xV4kI+ijy4kRxeqMjZGjZiEsjJK2jJnD9UTq6tAoGSYg14FY8FYs8e
cZAenqBo/6rK/FWjPS++4qiEr56LaM1XkYfq2zxX8YvsAJdusmJqPiPnY9U33s7W878Kj7ZFqZDM
jtyKzvL521UwqrrWis1dsWRYUw0C3BeUrV5pY0oVPkzSsn4vuM27W8DH4CJg0OafUscBM0+ZL/u9
Bor4b7gW1WOS+ZBQYEKbnxaF1A03seGP1PWiZ8hPGW7sJCo/OmMIvqo2c/+eHBQEb3zOhYPMpv9o
ApChFOFoCamfJxjIWzvUlaLGZgQBupPzn0M7uVsVmtkhGjz7n68n26aV5Lr0OxGuWsUOxtmKIXIy
tYMJaDxQHZB+xIb9GHOqogi0Dzzb+voivrCjqZ7S0LWJWZqEev6N/RKKrkaCgqZillCvxZN8AWxy
GkGV33jUayF0vTq4VQI24PwkiujV89OGAQjbgLflA4HEYHo+Az/EzBkqnwT56Bh2jKcOSlWRXLhp
VuEDLJj6YHRz/mcwYDJ3/cMvlJleb3Rc6kA0QwQ+f5l8QC099koSRXxmiTGQeTBHXO7brJ5RjZI1
xA1QqID5QLp6+Xjj8R9xIT5rywxMRgIkhOfY58+XQY7iekoB14GP83dlTdnL4i7ewxDLAnan5zwX
Y0hpG9+mr2FYTC8ojdKyGluGKvUlLug1Fo6Zzy1mMOcbwffSymf7vsJtgDOsl+KiohJODrUvo+qs
Y2vmT0j4H20jTO/LJJ9vHGCXCg8g4iy2GlcyKNmrsAGX1THDmZqKGmKML3zTBtS6oG1vVsO2SDXW
mDrSJkAfHNnbHYQpF9ijndw43fR+Xq1PgDoaMEa9BfTBakpsD54xlAF7l+gdjuuqjRCCsO/+8cJz
uKFwqnn4tgGDOZ94PyiFNZTI0HslbswNBvUQW6CZlWJUBzBfaJyaoj/Vbpacpg4/+n/++FebK1IR
mH3rpjGdorQUMGZ2i6AqFy9q2dW4Ee3yuCoOrig9PJ4EUlowJto0MD5ff/qlZa8rS1zNHLp3QMrO
vz4ti8DMJip1GWBldPtL/2EyRbSbQ6s6jCKc73RXgHKkCvdhqdBRwRQCYVyulrn0UyRvSuCymfcl
bGV7Y2j0MlvPv5amBBxqImQZrQJwFokFlL9j7+YAfgqew9bnnvTkhGYSC9KBqTAvy60KwaWH0kUB
AMnypwS8CooIvgCF8tGlTOb91PfFJwf3n0MWwL4vpyV4mMdbTT39G9efSZpLzON+ZlHmPp+C3I1S
KIM8MZIOxFvA9gcbWP1OVkiHoMzv6PbihB5bijUc8hmasaJ+RQ//e6nR5IbX9jcG/kK4cfDRpBgN
uDCg6nX+RmWF0WeD7go46Kx/MQJ/Ohqi/Tq0vX+0K8zqri/CC2ce1+GI406bG1nBqihTJBS8nBL3
pczyIPu2HnekiVzSj6bwVpjXv2s92OB1KctEwG0/KJV67LcyiUpnR/t4fECZkZ5Jiq60VBbWgQKC
RSPR/8p7g2p1tYynFh7BjWh+aYmRkYHbZICBXqzO+CzBmRN7WLY8XFj2fYPF7hJ8xZSsh+2WG9s2
b35cH+KLjwSppHEpbKh13Su3MGjG+5kgt6TjpxqTYNKYHmRJAvkbUAvOFqOEF3T9qRejC5FFA0Ut
7Yq4WtpNj5cFdrwspMLBlLeEqwmfzH/o4nk5hgj5bwrRhHs0B0s8p6H+HRaAdJtkxGMLFaxob+au
v5dQo6FyMUHXX+/SMue0J/Bx8gNCd8+X+VguoYuPi7ODigsaJELyKmhjtUF50dujXxXd2un6F64X
H6A1VFAQwqNgsQpoLIXBxav2dRbCk1VQF/Bzqzhgq9Gi0d3+K/MLdV+gqflLWzTDKa4ICK0I6yfE
OORGc2XJDuXp+jBc2n60GAKLPhvw83XKiXP4VHMpBo4JaBG1L+BjQ4n/beDUNwb80iokvwNkGoCL
AQ9+PuAJLjZZBlZv1xlJ8Bi4+JCIZAmOo6twjoBo+5A42S3Mz6WHguShV6OxWe76fM+BKGeJO7o7
eHhyjwD2ccG35xBZlg2MovkViNKv/3xAwb0haEKFj7W/WlfKEmVe97lLHhGUW9lhej8NeI0VQ7bc
CJ0XMGdkLLT1kBSnJULX+3xIMydNsHKUDnUt0/nTTxAx8MzoYcqTaRu1E4ENv/t9ypXziPIENo8U
jx/rejYPoTeNmKOjyQogvj1hs9bv6wVTyhpXn83cpDdC74UEnzelqxFEEHs4zs/fNE+wwS6GEcUF
Y8ZcqUu+15PV36d938E/K4r7yVvExmpSFE9tKlDX50SPw3rrAZbVfpP6rF3XodGyrKekQZkjCWdx
KEdiLhIDAobT0B6pLsIbq5ARxfvlf7G7MGDE1pa2rVYqOv9snCsQd4hLHpyihtabYQKrFw0KLg7j
/+ZRCOGhiexADwhW685tHCh3HSt9iOt+G5rYk5SpPe/DDqWs68P52nv8MJ4RxV2+CN7DOrKnIVZ1
tqKu2Dj58MmC8gY4fVhwEbJ+pGHdPak0yu871f1FR80mg/GQ+1gidSwXG1zhtDcbwzxGwwDdtnbg
EBB3LRTu0Y0NcezpS/mQcFwcE78yIYfHEpnWzr3xFZdCA2LR3DdhA2AGujqeZvzclyQXru67q0OK
Ps7eqV28pYKu307JIEgLEOS5PnTWhRQEkKoGSVEh1Ii58xXhGPNU1INk6LopeyiIXJsqBjOigibb
9TRUd07pfsNmKjk2zVg+iAZhuuvvcCHkE5y8gEOZF0Ai/vwV8GCz4yJgpbQG+hEW+OVf2jD4I8MP
5YbZ6+Wv9ZCgN2mE6Tbf+aOo7EYqj213ZyUC7O1Ik7711L+LWoYHv2jGI4pR09bUJuL4kRlbFUX2
jX1xqdDB1Z5iCm6seLCuF6vngv5GscXdQeZAadtKnG0QN+FGeFLesfpCJJm67OC7qL42I+V7VDkj
0H5RjNpf4txI/y6/jl5zoecCG1ofuE01p0ZWcGdOMdbYOmMAu8NqDOiDI0Ys5AGYhggkwMjY9pKa
6wmzN1ioaKttZ87WGzN0IQsCY4DDqcsZwvusDuXMQjVxNE0XQdRwesAeO3lY5sZ48gyB6FRj3QBn
XVp6gFB0KwpqAASG8/XQpKXnJQmq0gadU4R8jeKENR9XSmoANwb64qNos+lum80mX33ZkARzLe3e
3aFzQBDxUkKvh/Q0UtC3lph+61U4fKUI/udRepB/KqXVspzpD7Gh8gZDK4wXzL09oBdyfdu+1vM/
PEZXZECjesBnV5spCONgQP8Ffal6Hr/7FIK2IH6KzQAk8DRgcLXFoa8+mQlSaSGaImhdU2rOJtCW
w1imx3BCYeHGO+mk9cM7sW4CmupUwtfggVT1Q6f0AYcHpg/wF+Rg6rSUDOy+O9h+1f+VxbOLume9
PEloOKe0H9JjLvE7vv4mlxYy9XzIGIQZttcqmnszfC98ldhWeQvJGkvMJ27U2JvXoESatPBupfM6
UH/4cq7tHgk9FtOvnpw/TXrreLHXKchFrfnZdUpEiWr1Z2JI7zhBKabvUC3ID3iFNhjLuyfZp9Eh
U0PxLe1lemNbXfx4mDkARl7bEauIjjgO6vrNwAJcJhRhYn85DmXX7bohaA5eGkzljXm/cHbSBqLx
oQkE+iZ9vuLbfPTKsUMRkBubib8jQkZDi42T0TR/UB3Md2MquhvPvLShXwHYFhVBltNqQxuzaFpE
KJ2d6STJfVXitQextN8GWXfrlH49l9aTC82JCM1upRS6ehYa/Ik0rB6QIVXgvQnriJbwoPbEr34j
cKjf+Q01amTkox2aLfi4TVhHAYE3Dr1h4lYyyGRvFxZGBWPbnhCGqx5DFwJkSHvoUHQ1jn7UuzfC
tes7mXr4QSYSEQi3bI6dV6XbWjnhIcXq8pcSKuUhzWobrEpwq8h2ITFGeVOzr3WX9MOdbHFRwpuQ
jQfwWGU7dNWjnZ2m/hF9tF6raFFmLtL51E/LeCOaXVqy5OJQUUOaEMTn8xUEbSkKexe1oSkMhiPy
JMPnxDe0EFMeczsxzf/FFnEpZmNeglMNgnPnz0MoOMhsF9VuLBznrZ0p5NQa5Js9fDgRS3f8u+vx
6NLI/vy81ZZ0WnPBHJYt2dQTkj+id9DwSR8B44ynwZXFp6lHnBvtz/7T9Qfrm9R66epaGv9HHhVw
1fmHplhc1kiNWTvwwcW/Q68O79HA4UawzMiBoZD9VLGatlkXJAeZR7cwXZc6xdoZxQXtozHRa1yy
0fdGVXBz2C35hClg3GR/xKTh900ZqROmg8j7D/Z4Vyk3Pkh3tO862BTfkW5q74O6f4ymxNKKx8FW
yr78JLKivjEzF99Qs2y5K1H0Z5jORyi3ctb83NmUPEAR+qL+21EdF6XAG46dBsC3QSg38Yz4J6Jo
9iEc6T1ArjYfB9vvNxJFryfZtc4nM0F8WZBov1yfwkstGDcgH6MlgamSucY5WoPRWUgu6uaKgQSK
Wkp331T23xki6gfZtwtatF34W4mh28ExKANjDVX+YsZpf+NUvbSYIHxGdP5NguE6DnrFaI1Kq3a5
Ftd25MuKbWUU7ilc4uTen3z/OAn3j4UM8pDNiu7h9YG4FPJ/fvwqsapSr5+TCBCdUoP7NaZKAbGF
IiZqMebX6496BRuu9w38oNfYgIPRmkSRidyMvLQBmFUk9k7aM3Lk0oRw7XrNaYK98iUJ7eERdbaa
PCefMQys01MbcuqpOva+cJv5u7Lzl4jr5D1YTW/nWSr4nbwQuG5teJ9oAaGAX/pA5nNMrDCLHza2
LMbHdFqsP9Dct/ZWje5U3mg1bq9ojioSoHbspH6M6Y4eEEsIDwhfO48ereh7b7K7w1Ta0962EIS6
Phyv7bX1cIRUqSH6g/v4AHxlLNzamsBKclhNz2kK2RfiXgAEOIm3iAI4j6Kdgnu7mrunXCztAT0j
+bBko7/FbGf5pQlysae91GycLgh2E+ot3zrp278kU1sfHT/H3TPL538tBZBaTwS3GiuXlg4kEEvn
RJzkazggtShp2RXKnlghZ7u5SvsjeOviSMujv3G06HjxYajoHcORBuYISfo8niAqLsJJ0EWbq6I4
0OPBpzOfqk8tlfwN6vD1boav+3R9gi5+HxHCogKID+GamIFUAYblE10aLyingyO86puUwXcLuNiN
K+KlJwG70HPqXrjDW1XABcrgSX2PcCWY9fs4EvbnInBu5QQXn0Sfm04oYDOAW+cDCdmlg6dLYJZj
2Z7sqkafSljx3g6kcWN9X3yUj+EYABnqMesq7dJRrgNIx5y5uENjNFIegoEUKEvD7sZN4cLygKND
jxU2BNQwLW/+8+2wmj2qnDFtkH5IxhNOWsnRs5p+C0QV7nVBQ3U2bra6LnyfR2+JMg+bH9rOaigj
d0jCuo2wV5dhtMeMFzd501MbdIBvlXYvVQNp7tDB00ZxFm2m8w8cEBmJ4plOioj6+jj7gCozsCN7
E7eKJyNz+r2CD34wjB7jibTu8JvUWgUh+tZQVYYjPgwUgaMEOCNSITtObe+AD1H4GIjE/NLYuQ00
2mn+1doj1QmsUY70jZJjNrR/Xt9TlzID8DC05mh/utGH2oyFI9Qb0gLWUXOXwbnYtMaQPOK+mdyL
uCU7xuNkEwxIX3bFjLayMgu8X6tmG7d5hVBePu7w0HGeBlFrQ0O/+Xb9FS+UGnzqWNxxAXVx81xl
d1SyLE20BVaONdreDbRvSmrG/3zL//SUDxsRMeRcmg27Y2pS4z5N0R5z0Re4K1JEA69/0IUMg3VD
w1krWbBiV/f2UlJtG7nPA3lAsisJCnEc0GgHA4S6XYaZBv5fdf4lqp32BB63urE5L+wTqin0nQE/
aJzBau2a08y6nhFBUH2f8blZjszv+Jch++F4/UMvPom0HM0o+m1oSp3vEmt0wJBoFE/aJM0LCony
2E8phXPHkW9j+v/OieL/Qx0wfU/5v8t+bb/X3//+/rPcl/75N3Uvw7P/C5kJkhXyFJrqHB//kfcy
tC3EfwxRQ+e/OHtBuRCqqD6yi342k2BKdN+EM4Z/8Y9MKF0dW/8nH3BZS0iGwQQ2scgETLbOB8J2
MQ1yuOSFoLks8w90B2suumLgojOiK+5NCHkGnZKFsSmbCZ3bz3mSRt24K/OkHeRBUP6bMSFHKTcf
ttVS0S84uQltU/OICa+Tfy9HOsTZEQmdsW1+iYTbJ/adY7ZWNJxkn2F5/OQkcREiM7mgu2U/Y+cd
ZsC2LZfHkJ3O7fIS15M7YEE92b31KZdRyIUU/yqLf0pEqops+/5awzxEXX5A1bd3cB8wjKjvXzCj
sG1y327qMMYgc81REO3raHC1HqoVh3mwz5dwQWKRO4zZxzcSoNd++U/DHFBCBo9swYAFwYggDNN5
fq72WVu7YfIbHO9aRpt2GYQ2wtPCKTUOB12S1BsDy5ruB9r70FCQFrXLWh3gX0zZN5H5El1cxPZD
hmSsLHjhu2m0Y7KOhMnJ55MwRi2r3zto7KKfME5h1GvVFYfB9qtiYAZc3+4C7BRLgn67TZKgMRVg
/anDWCBPZcl7JYDbeC9Kg3aKiWaSO6CCo66KbXFfKS41DVdPmmzPjqySEG8G7HGCv/umsJqvLuPI
29XUlPiFft+YPBomtahKZB1HSN84HlUJt2j8FeLgBRHdYEDgtYtH08Jya6mn4EhVqnG9A9kymLqn
pG5zbKXhwU7ysIyyUcDN3ClGyRo8ueD3d11mCPEYqrJmEApkjfgnN29yntZxLeCzwRWbvELfdco1
jqVCEBV0JrrL/Eg2TRmfnea21/34adN/fpvcn7Xrzg8LBOvIdynmR5rIQsk1WE15X4xQEnLZf1uc
XiXBCSp+vMh7ZICF7+06HMHHdG8nSwHFqZmQUV9ejLGQY35nVbHn31IjOq/x8DqcV+hdAJ5DJtAD
13G+AjMvHe1IqfjrAB6dpaFyM1HpjtvYbOAZ4Ss9VEKmVZs+GzbiN+JRZVOdZDeS2RX3Sb8I0c9H
DoNWM6OjA+DPW2GhK5BPLejroCnQHvkkemJNfgTAlvnuc8SExD7mnKxHGv5QsroG/lkn0CLYZXPo
yvmAD5f+Q8g5khiUTq03Wr9whZsd45dKYf72o3HGKSmeVBM7xRNAYct/vj655xVBPoJCB/AvtjPd
OjB4q5RV96dAgbTzV2V3OfKovgBOX+3dSTbRfEydoXPEfWTUoI+bzfVH06g5j9mEBIv4RmJFVCEf
WMdsnFfcCepQ8tXHpGSOf51EVQTdAbH7jjkEoKYfHlAkYIG7DYRte2sag4i6p3rxhtr51FI8ZUek
2C6yU5FsTRcJyKCx9LpIjLQnMUytALnpZqrQpzv6E0ypfitF2vA7MQqbA3tjW0ugy4JiEdEfYEBz
1X5payTYg6OL92uNTJo3GVrQiROATTa0eex3OBc0nt64qCnymrOaA35z5LQTcQcd9ok3qoZQ70oD
CA5/xIbymXwqTy4/2QtVjCgvB2HaoyfdTXpvw3aY+XeoROjfIjpf/2pzzDO+S7lQydE8adOKvwxx
bNOfp2r9zfjhse/xMQM5vHeRG3HTv+IMu6/5YXBULNtNg3tD94Mgil/NoR5QE4RXj0WK3e6gx0Ef
ttrMRExp00eV9h8YucO12WlOpOVjB9tmQGmOdRskENraAplF4ztwAj3sZZB0TJ7qxlK1fwhrLPlL
Z64Z79/MIhxz67HM7aYo7mhKN9qNYzHYDQTYRYz8qGxL/dahG7d8F8xuYby4YtRRDXNj/Z7U46Tx
UreDPkcb6jDIF9ozDH7rMJfSHChqTD4qAlAvYyAme45zp/vh56PBNL3/qmTEMxSz5beIqsakUV+q
yhxgyODbI7geYtU32r+CwtSTm9FFzsvfRiFBnm+KQFp5jI54rT9YjlPkTw8wXwZiTA0KmyG9vjde
wTFn56xOVqk0aDo6gA9zVd5I/dgclgUvOIhkGdUuFF0idGXeY57R9dp+1hfFwqKROKryR1N3krd7
/xEnyyBY7py8Go1nYND6sHYau2cWRxn08gWnALDlu6nscYE5RqmtdxlwU8s/ehXQoW6jCqf33Jfc
Ul6GgyOiWW3jvYyk0+PyxVT5kHyRKveU/9gFy2xay8az2y6YHpy3A9R2Bq94gkeb8IC3f6Dwpdc3
MAy92i08g3QWFOY6ZnuuMGaKcDgwsw762esG43NrUQJuffy4RDOmv72fdpaiUlhujKSl3L3tjMiU
wBXbuWY+OB5JqzAVQJls3CZunlAnrfN0soPHZAr74S/TMyQb1xo9qHSPjrVMrYHm/NgNPjVEN4mj
Pba8S62OlWfVjn8AT6m3o9cai32zmbtOXDUMgEIv8Q95LiLxaqZbSpLEJK94CXyw15i+xGImC7Tp
Jwz29j01jF23yhHzhpWA+W5o5anl4WDhSKLyglVMdkvXan26ARMALhjCc6EmZH9M9Jastb1szvqv
FKIlHw9mVv+B60Q8RBgXCa/9QvANG+L1aA5K/hWVUdDOR2XjM2v8NZtoXFdPeKZPDhBm2YgO0aS4
FJwularRodl0fZy7wZOBpIB76pOc5PqGlMl5FYhLAf1vYOyg2WET+SAqzo9oEJwG1brOfqHj0yV4
VQi1JBk2VOS25NZ1nHudc7INOcr22M8Qk+xfr2/kVbbCG7CPLRj+0Cn0Zl4nCahyo9rayRdUgorA
+02aSnnzwYisiiVPOa8QM7rpPe2ZLddlPbtBUIEj2P/T94Cq61FfCAFHUntbjUTR2S6U7K59eYuN
mArpgMzO59g/jLGpmBbYHpHeEOx60hGu/Trvvf4aq3RDF7YRm6b3iAwd3ar1Ys+LaexT3xmYkMFo
Ku3DFxkO3j/NVGPJ6Y95NRQPOHFDob5xdfkwEzyYTIfCI0uBUVjljQBs+qIplvYFJJDP7Y9gEXCc
iDgy+OM9+Dg1egjNyUmFmL8hCeGVzY0RIHU+z3qorgFdYFchZo26J1n1+aKUZdgMBSapL006gXX7
5LxtsDSvmb27chwJ58ewaHq223sSg1lXLcVj2sSUiDYF3Rgc1qwi1SG7MExyw2zKOPLS0dMHgtt6
r9/09othbYQpN9RyjrEfk6ny+hACdmuM6tfMMJop/2WMURox9mZQwPg+hXSIMbK1a6ETDYkcdvfD
M0KdOPQBOKV+V9pukvXoH4V6FbcmusPzPTekUmAaZMQknQcKZPAWNtnbdWzEo10nQr6U/OV7+M8F
q+/H0C86yRkiib7Lo/CUk8XHwjL1oWHZYMF8ZDXR0IgOthiW5mutlp4zxqqxOPrxfgI2Zo+5HyCu
rhj5dwVWyrys23hctR6WRV8TD6YVo0Lxm+F5ZfGppkNkqae49GyOozFP+MaD54zcaR77tloQyxxn
yNIZQPE4FtFGYo2N/hyte5Vj4oTg2TziUucb7VdtAMhJu2R6sg/cJwteYfFAgHQHwBM6Z5HYVnjG
JlvGIJ23BPyMf7fYoy4nyAZGPRdplCF5lQybBF6sDD1M009+2IMjefDUnPIj9ttV1WB38ZPv/4HF
tmah1Jy5XCbJ2fQAx86c8KvJ/jNyxCq1SKnE6OpCggn4UqEd1fs6s6ol6QK5KGx7/gB2oFfUUNMT
4Hau/JLztAQ7yAMsLyaE7kkI9FltKQNC6NZVqd33hyVjrNKDU9Vzgq9lXblFKX5XeOvOycNEfW+c
tnaZ47W8x2uZfMTE72QpDtRrR/nvLg5es3drnBkjI28aeqshBVcTg71ajFymEDhgjftOlocDwoOv
W2OhKEN8GpfCaUdzE6eVCJGgWJIeSD+s2bkzcdgxcjy+K+4DttjYiAxFw7Nb4igV3PdRpPO2vHaX
ILmrwhr7KtgZIiN2fMPdaBHdvYGZJ271ZW3mJNl43DkmTnhDlSwPfpMUWfupimcVzS/smAXbq10V
u3GE633pZzp9BfuwZMhWc5WtTtbbfjKDcWQ8MTypPLHLhdPwnaRpqGzs5szBwgEXs15fFN5vN+/z
bfmpTo/qt3TK9QL9W95PZeR3deSOgtlgSN5S6OuB+0P0BHEMPxY4OakK+vWroNWVnYWEVZN+eTs/
qBiQ2jl8kXr2pKIPR61apry7axQYwmyaQLC3r7/Dh8MDMADHRkRmQrHvg7oLStwNAsyGeDbtqVTP
qdn4xRNd3mL5ZtQOd51DjZ49x9r1x65aLZwaPAzMtca40Z6gcn0esHO/ol4Vjf2XNItR+D1a4Puj
nJKH3SpjL10l0+HJ6tIhMrdojXZBs2cvFrP3EBUx6NuvUWr0OIfKdmG291VXBmF7sBJJ4no32B7u
alDtYKVkuFUtcHKAFJad+JLMXk/RssvNNJdHu8W0wDokaaA5BrCUO3xAM0IXqmylgzvSLSyne148
55immEp/VYv3UBoAN3T+3ZbfSZn45UQfYPGt/nuuoMDKv7J+mJhvp7F46AaLKnxMjnU227p22biL
1e9wZ7fDX/FjxxYVqxRP31Qtc2CiWu5c/EDTKui/O3MGPF9wB5500SF/+8WukeY5comTpVwJur2n
wLrxC5P99QBj0a8gV4wJ+cvJjxHbzA+VGDoGe6wNfRpZjlFk7r+6wMC168FaMt4kaVuV9rsho8Qi
71UrZ8Q7TaPocVizJKdQvIUNaKkW87vYjKbsWbVQlts7bviRMA4Bp69lb7ohmgDrbjzOGwDlGzXP
epbbMV5ev33MLPPA3q38+katZJ3IcgFETB3YPEIWNn2/VfKSDyqj2zdFz/QzhGh/50aPR+mSQj/w
NjpnIXqnufAYDWW7uop8fQ+stx6VUDoolLrQ76fGvk4fm45YOxdV+EyBuVy+oQiu9zrGSwFLwIZO
yxNJ4IkJ//i5upmKVs2rUfS62AdRys+ki4WR6UIc+OYiiEIdV9qNjo+DciilByW8ypu1qVVpCrFz
ytyR/mIN14c0eL72S9BaqpfL8iwslj7fOHaVk23f01UCVGo3900FlshA0q9Xrfe5K7mz4S2ZpzOc
7aZz86A/NbTWLYCGA3nQ75QYQilv6dKvBDHYp8ibUMxGpEH3UQnT5+8aKRO7DddJn1UcTtwSwyLV
C8Ht/SH8kxwgT2ih5lXcf83FQM1mWyezyv/i/jeR675fRVDSiZZ2m2YjTKqd47T4Yu/6NtADfX1O
V/VkXpd7EE1yRheZQiq55687dCZiHDguf0b6TBFI/CzVq0i5zsw/ta8HRya7KN959gTU5Wj2WcJq
K2x63umNl/mwsNEsh3TLLVH/DzL6+cvoNGFsqLU/w7/N2Esm4mjsJccbAp41hOgMPQ+1zJZv1wdh
ZeihJ81FQEbT1Ty21odrf5SoZOkhaz6roDPGU90LXX6ta9XF8HNGT5cP8deaRKhzz7Qpnt9zrmRA
K4TsLBpi0gEZIvMLoNLKFl77vSJXtZ0PnT60lC6E2mJOpuyTlaTLuCDiVzUkDm4jCy/79/WPegVw
/FS1gmCj9Vj03KLQrwsH56MZuXO6eCIXz+8V2ahtIv+XyermMN1nweLjdywoZoLmqguQkskdENth
bLe+WepWXAKAn68Ze3RxjI3g3lI2rGPKVV+WFg9FY0tV1nfwpEbGnMqtgwuYjS0WiABcLQOga8V0
gmTjF87RHfFXH78KuAo4gr8lC7ZEU4Yk201156CnqPP6B5dhhFUWoMnUJhHVThR+02ZbOkffyGDq
buLaN0W9L4sUXO/91InReEG7HTnWH+/TscxCV6SWCcMVanDYaTpcX1yrwRvZT0p4VkifvdalqbAh
UrR5ryWXSvPHdhNNItgxrdFypjzi36Xfr8MJZpZH7nkhtOhNW4RubZwSJNdgJ+FRTTa8DQTmM7fY
4R9OG9qxwI4o7KIA8XFt+tA2Fhcxq2dRO3qHapR796NM44h9SilYj2FglTGg2qzwbgbfj4/Xm0Jr
CeurMnf181VErpXllPnb5/dSJnBtk/OlmEKf5+MoRqnb9QqHt0CKg0nfXF/GrwTBs2UMbQptJ0gG
6Elp5sz5C6Sjm+fW0gnA0Ym+VeUl+Rs1UieZ8mnrSSQjoh2vg8fIQ0fJgQlEWZ41sjeiruFS8X43
M2yp64YTAZm/jFtDl/GxK9A9gfd0fm4i1lI8eL0J1LNOxJQjL/D61PeVVbml7nH0yTRW3t0ciLpC
HNIcp9zfjdYcYArNHZWokW3KrE4r40aE/BCufWqBKP/QL6VNjwro+WCo0i/sgebt5/cQxXXEZcrf
m9UO19XuRwG9ajz5fu2wWpByqNUzUgo3LwDrhBQYF9wHxClghwIdWXfcYkuVXjKX6teqHo3EA+ZX
8QxZTCWhOgpZj9cXwopJ5zL9OgOARae7ZBElvPNvl4bnJ008Jb+mbpw5zhaiGxe2jTVTvSJlbNJI
fJfYrMebcRjjjiY0sa5U28KkRtFvUlgZ/HH9pT4gHWjaMQQ6H6Q38PHIGlQ5zk1Tpb8iQKsjyQzT
n+O+oIdG+vuWoEmaROq5NSbGBIclnSAtr+cMx5pbPHnpLPXJS42CYfQXj9v1kBl69t4CZZWgpPYt
yAc7b48LKm/2l07i6l5tsQ7T7da3BLQjd2YXDj4Sqs/vfa3MgXMNOLqqWBLIbJJ5bNJB4LEbVbiF
dJsWaGPw2EU1vEuMZIPW2w0opbK1uwDJLPuunjC8KbRpymudo490Pmu5lcXrhZOhL5vqrXh3fWTX
uQCbnqYyDXmLjADm4irnm0YrMyP6BC/vN8uqD0ZxaDIcIA9cTWfExhCv0Lv9+nN1OPmfcOPpNg9k
LlBKFKpR7FznIHY7Z7DMGvV5NsxItf+qY7ov5TeaI1UBPOf/AHgu9PKpt54/jDWDYjOKS+wjQIof
CtKuWuyw4Uj9nDYNMArtVCMcE/+wtu3rnZe6QjV3qJjpelXhmayfJGmt3NvG3qT/aMu44QdjYhgz
5pi9Ml7eCg7Ccmb9c68NPC8GzOFpqhy4FWYZ2Zc/fXty+LucKMNtj3Kkvj9OoxvF6QMg2Cl37kfp
KBMEnIj0r+JoXHiNkPK48WINNGbwc86nSXyTVpYvai/yBVYU6HhKW/Eme3tRI530h6FWrP/jODGD
8lNacnW3T5Xsqczu2mWhB7QpuMMoc6OUM4DZfG/81TQ2+vjg9UkUlV/rt4GQ3IrU/Buu7wBbt7Y1
TqbzC51bkc33VT74/nQYI+W53YOvBpqWzwnlTj4AZjPcBiAkRcqY4SauIQppxIWp3lgdSmDqbjZz
fZAJ8ne/usOPpnVxDmh9umtbiLXax8DxlOCtUzvupuIxocvHhC26uGeeUtKAJf5cYsRj5YdGuGW8
bEfSVkqqaSkpCj7HdEP9P+My1K+SObVH/6agTMKR9D4HxVJQ2cIS1+3q+Mv7Po7MwqcoWhdySNs9
gLnFcT5N5hhirhpVNsoSJ6ewFlACRp/o91uo0oHDsSLghTEJ7ain3FD6kynboWC5gf2/mA5koMJg
5gn1OpFovIbm7tsSMsiUmBi7tiJcG+Jxdudq19Ac67VpotsxiK4FJay5G6bSqYy7Ip4T/vK9gaF6
0zLj++y/OTuv5biNaF0/EaqQwy0mkMOkTNu6QYm2jJyBRnj68/V065RFVVF77yuVAjUYoNG91p8W
ToNgvYXIh9E5prMRjOmjKWwYc0ZjpGC+N+WWizl46sx+XbPPWWLX4/Bs+6XHp3fAtNwNxrJ5y3aB
RWRlXnLSuLnmKnTl3wmCFt3DROav9aCLFBh/SqbHdSqYK20QF5SeUtsd/fxd0Wcl10gmQceP/uZ9
vh5B/9k8aMzZsniryWLnrAKe//mI4tORqTCQ6r2gEnCH445yxnBipuamfRP3TbtSOjqTD7p+UCoB
LScIlXCIxF0igMAqkfxKmtbv0j54NpBNhOmfS8LSaWMibgwmVmjEFNUCHHFvblWdHIYIEVqLO9A0
miCu3AzRwWXtRpO7KyCkJL8x9vJA0MIsZsGC2q1ewjGUsyGz3+9KSubxX/DvMjGGvssw5Hy1+lPm
Dgby1w6mNr3BHljC4sEwMFg9pm9wwMjDZKv4sdoQEs6tplHi2ppZ7oumggWO2wFcD6w3ZypVcII9
XbrpvsLHXDOISf3gZleonw/JxIqtD30vAgb3hNOOZ+noOe7EUI/dCpbmD13GpU4n6u68Ol4t1rg1
WPUoPFSJl9mlbFgVRaEVIXaYSNWHtw/J8G7vSlRUcZiUHcqJpojIquUpKfid4dN5W98PcifOqKY2
WTzqGnLc08TIp4NRzxJTY++s2/Sd70/kx8kZu2KCPND1o1YrFB4JOP37Ak+l1d+W2yjZE7vfJENE
k+MMydETIFr5DRDBxo9r0UWiitceUyQPUTNLWvpid5RLnPsm2D12+ixBNRZPJsPq/hotEMnmZI/e
XrWXpqSAYVaQArQjltzmoBk0INR/oyn+uWkAI4I/Z8gK0a4cp/gz5OH+H2fwICvDMo32p7RqJbWp
cASzmqlMQr48y1jjZEFm/h4g+7lK5uNtQDmWawBE7hHE+eo1FMJY29oN1ye7cWUnO/cEUWSxLpbZ
zvP1Q0paNpcRNThtuZo6kKTC/wRceOUj4mroXmRmIVYL2nCSA3++GUCxQQkySK7o5M5b/VhNLFK8
8URSIZM9zPXIvIiT6NqWdyVaJqpoAkXlCqbRkcJUvVqhgJKgeA8+A80UM8Vz5HWNklJyU8WVd0yD
K6M3GyzLb3MbprX4WJaNPNI09ZdzAPv1KWXj3n5XoAOAvi5ngOc4BWWosISrX1fobjbhIkHN865J
WzjNE+VI2LRnShGW/WkEguIpQHHKk2avYLSe9BYetVlXhwS+c4LVjO/pS6+IO3Oe54cp8YzmnPhe
wc/yuqxIah2RNbGTDdn+PKINod4GhQfunKtcqiCXbZCfILnM9UPgIkdCnRPV8s8iZkTKzSAp5OPu
mMRXu4eR0SpiO4kZmBm51zzI/8SfiXHNyCzKLBpcGy/7c+0yxcc8kVoiKfkmDGQ7XgB2QGAjcZRa
QnRaDvVxvxQSsTIWE/QP6OQqhaO75hoLky3+HdsjrH/cAI5sD4QiIs+9D7GHcIBXoroK7tbUkcnQ
6Zrkc0xyN33VebYZT88kdW+k6zaXDITngwM1XH7qFqS6F1X7r3UphQS5lMvIpY1yaD/PA6nA9UkL
pcsJwVt+2GZjhMNeeQzdvWpWOteUX99bDSnKCOvBz9s7sXDetcdB1DSTrVGG2bKS2QaINd+ney07
mrFgpsNw8MlzKR9ds9v4M78iSnGDPr9CoBqgHnrCjspbQrNTP7gUfi87mGm1TUoTMmabDPsfHp3b
hhnl0XZXWMMVb1QXHOBa4rKmIZSi4BHlJp9pmuUob5w9Jgx5q5uqGuhbsnZL3IOXlbNhx22BY35+
52FYTMVNuJhFZZ/tPnNhDJbSlYRHHqwENN3iYJM3b24iQblW5uVKklSAIjI3znZebZJeaQPmBxJJ
y9/ZtyRNLVHK0PqlS4eLXbR+dsnQSVPYdfs88wEsypVbapLWzk9z4ksl5RYZMPmi411mblFuptiG
nwe/k7CrrmJCRzR9eb8FScOFWS1no32rbyYyGXcfTiHa+X06s6WHbPADE0G5EfrHbXMeB8yH/KWb
H5hamrbvkmBAaBBVtuS3cGl0XNca1pK9nFZJLDDm3Q+6j1ter75/VJ1r0CRSkcIhyRLTv2mrfeRn
wTjkU5/clS1VC4o0e1ZaRpiat5Yd7tMaz5vFuNCznM9kfupAUEtqaM/GyPsp8W2pp2iNtm+cey+1
mozJnsoOoF9GM28CEcRdn1pGR9yAKd+XVD2w1XflIlPwQ9RBBpa3w1xJsDoe1VqbCdK8LFsxEuJr
c/qIdGNEZnqtRnSVUIlF0kbWhJb1LCqTDekMup97/WHMCif5BGtlLeZdD62w+SejQzzRElZzlVB5
GJKbKV7nFS3mU9s2cksCAWAA6qH157l5qa7byMLKYj/g7O/W9T2FWCBzKTij9yS8rzqqlvUmyEjo
Qp1Atnh519mG23fHCtG7iJ4mmlDW5CQ8+byK0O9RBCwKFTS2Xoq5Io+1CBYTIt9H2MQYzf3ZnJgC
4WcEHl4JOiGw/LQXrWWzdzyAMCpwGnL7YkOBWySBWO7UG2Qiz1grosthlnuPUWLsQOHNd+Qi9N3b
J2PkK6ddb86XvRvD9+hCvPQglkZejlW4Es5frnVmnQCIA84Fy2xRYAZNb5unlgj9pEMtnAgnpQoc
8oZUF4Ibiu5TQAIFP1BSZ2zNqZznNJjvftAVQMJcd0KmGt+JUZqdfKEVI9UnmdyYHGzF25kZGGv0
zS0Hm93JLkksiyd/6xkaVIxjwF211kwQj3TQr9liLInheHG+DDsYY7wWQ25V7zv+GThEbKl3WYS5
j64ub4lzQqsFxeMFl3wN5RdEzGsiwR1sWjfzhxA02GH0baYTVNnAn3YiItH3oS1MTiISvcE40iim
/MvmS+/NaITDcpWwOIMra7aClG/LFqLgnCEXUVfe+9ThffM+iXa5YfVWl3BFKw0zf6fLcc3UGb5Z
Chz9wmbk1fPGdI7pklG/84T09dTqTLOv7PCaGG7nfNTPC5u1xHqsuXDpi4EBDLlhZ9DQ0sRB6oo7
nRcmHzfTo5auVanTy21S6dlEl8kFujQDZe7HNup7g9kzPVLa7+liUvMkRLiUj5lwqBHXK16ZDalU
LywKehpRarOm2Z6vN5mtn9+FRdqK5aGu530obruVPhelduCDAB48PIrLcsOIc/nSdSK3WQ2p9P+8
VOAB/csW7W2YoFy9vib6C04hJCOrhkQuVjtuGbktkC/EFeotBtaCF8CJCol66uMyqRb5yQiYXO6+
3rHrefH5ykogUSqkvu9C+RbZuWFy+cJH7tq8J/m44BAUbS1fO0sxbFXlyM/p1kY27bM6IIemlU8B
6dW1XFVyhXxIJAmV7pkUqWrEoC87Cex4jZDMVOpN8netT+HAa17U8vSfw1EeA5o/LtUOuF8B4+EK
IuJolZT27jJCglUXBBt68X5mlHJ4Jnx7YnPw5kWqJXU1X9jMt0BJuZLz/8FWUpR6XeWnFP0kX9Gq
ypigdyGsQfCm1q4nf9pH0rE/52syJt5lZNc01zsbzREqGv299SLSN0O/2Z7bSpnDqHjRcA2YifcD
MNGbcBTwGjpku/ISFsd0gbyhjLGQUAeHzEbWdrFFxf07L6r4awhh5ODePIDS9n6dOiOoHryhLpcZ
30GfLN+B4NksjwzvmKhp7bEP/K8uf0gtqzC0XiSOM54YaTMlQdxMnkS3Uip/fsrj8ACJInNA4hcI
Z0J+LJnlo7FTkPavo+T0esKbBo9fRBgsfAiregCscNukmaLHJe8LiV81DuHhx4GJKPwSuTmSOoBv
N1m/OQJJ7VcpdOWLOeEqX9SBQcTVE/Qklzs5Mw32EfEOE2Rjv7DL7gsBqBKnc4ZQ4nTjvsqVq2Aj
CoiR32igKFUwYDd08uCf81xik5ObSMj4bTjldTcBjw71A8lA00Q390tIXzUMTTO1zhPD9DpycSpG
EGAudkpuzQueGLlyRnvZ2xztnyic4l6tu7ev4pdeUkqOYMl98C+eyuu574GZGb5rjPYjI4VZLvrV
KTNWA23HlR8vViErkEa9sLVixjNVGb19MT+D4rSSkPRwDcyix/nMQfGqlSwQSvajl4jHzFulAHwV
VFnsMNd+YF/y66vYLNId8vYH//IsiA70SZIjNYgQTzCun3tYe5LTOyJ3JhXveuAGA3Baea8p3Nnt
0TPoWkDkc5S531NVt799Ga+/v9RWsLsH+LxA539RKzCug5FV9VI9YotRqGXm8xiAsHNOR9p+1O7k
Fl57+bc/+VUgDdSrFHSgOYeKlaE0r3vbXuQpYtPEeMjqUbaQVZDQ95yYydCRIz31bMEviBAlLcIs
b9lrzmEv92OgCLmru0mQJp+trigQWr99ba+XKI4A7oUHUEFKjcPw6Z8fjk8cPBRuQjiP6rA9pfqb
5oh6XS3RpUk5VjUbVPu+PES8/wn08ircUd4nTOTEPlkkj6BY+wX6YdZ6iNh8eChFSazWQd8TtIDC
/LilU+/Ox9maAvNbVfryZLOcobG+9TOS/PQQ9Tg0gKFTRgsVt56oMud3MXmvCB78OyQHkArlM6wW
ivAX8aTfb5ZXZAzBIoejf0G6J7GhqY3o899+Lq9sG3C0jI1FWgJfhmgKNuIVDEZoCO1Bv7sPSx2G
e/aH4w1TV16gh13jU8jJwdYZ4Gmu/2S60Ar6sxJtTzk1pevCgK41cOtlOTXAOMEcayvNUrXyCEe1
GIZfqQqd8cKAFFmy8M1Jsjy//R1ev/g+t4shDz7RHTy2X+RM7M8C3X0UMBtMedvUa90Z1BxgOSH5
yc9h7lFV4zVFAGbttcdDffsirhEI/8XVfZvQR2Z+s/HJXP7XAjDOUCGx7+2xGNqKQ030YxsOjxGz
jZPndF0NnydobLjxPuzK0Kc9yrmPBLyKS/hS92kKvK0rb7q9N9t/u2RKy2+ZYWFKcmJ/tATClHCm
tsXSvBlSP9CmIVLtxSKYjqJ8zOC9XARurE9d9vY1OB72OpOsjxxFwtUn2KarkPL3BkS8f0E1gpzu
h7pF43osiZb/cl4wXDLAIBTeUlIUtFiRj33Y29kCaY2veuftCUPKN721+hWAzacUg1KeHfDnBYMg
Ug2mOGxiCBbpsBTlJh1kpiDTOuUbZPNc35ROK4UhaTjK974i3y4zT4FHEdgdTc8Zp+lu6DO0fSfg
g8x8fvvpvcro5jXA8cMOhWUfCIjg91enFhkembvAqz5qTL1TX5+aiU7yDkDSTELsnEsVwXkOUGgy
/OmqqNbgZa+cpWUxS4DO3EspwCekQgotlZVNf+0aEq/9Yq52ai7Hvg/95HeU7WvGlpAExDDstRiJ
kFS9lvc5OMeBy83hgS6q85q/sdhnTnPGz0Nboa2U+k3dG3LJIg6KlD5OHRCZCKTe6+37+7MQA3wb
TYyPs8nHJ8Vo79cCGbGhlAog9R6C3ZgGJAgjufkpA/oAW7L4/1SHEIUWsInCWwfSsXxNkfkPvg87
09MIevWDpi512dirohArfU6F2vtIqn8XNPuaWWALYOgtaY0kEzG74HVRWIpeSkSW7iHPioCNpqbj
87/++PwqQJL6PohGyfEllsAnffv2zf7l8xGfM7PiCucT4vs6dKqptmzaQiu71+6AhQ1BNnI/GZdq
y0NiceltzLG/00P9cgE8ZqRVvFOYmUy251eHPZilj6t/vEOzd9093Gtnp4/Z1JgknMMRUfeYOId8
DP54+wa8LsFCiyJQaiQ4E6JfD4RyXVzcmOl2X7C57J/DcCaSLRuZ+lgfuOjBGM9E1pjjbxb5dVLh
f48Aak720QjNEzUoa+7V9y49Rzh73Q73mGuynrGNbtduz4xqKvaLpu0Zi9w6f0zWIPlz3hvZY+nj
nXHchQRd+2KmWxoDJIH7AbcIONN5sGsJsWhdAEzKFcdOm5o1hBfJpLQXDkcLQ/Rc6XmCv5Xai7dv
6+saDgkqCxs5Kyo/+ozXJFHiJd3a2lZxP0XCuZ5Ydl4y85ZjruxPc1MKr/hhf/I2sPmXGR+ZMGVj
h3TyNw/59ZaCdpQOww3lVUGivW56lmqKUmfaivvgKhxifgRMiqohFfb09pf/9ePYuaCM5KRvLImv
afMi9zzY0t27I5kjAJ0piDvLjm4lKJUnt/89Qej9Uppx6NJGsYmRXsHk5dcfOY7J2kdUo3daalxc
LXtrWnf78zwukuCRVnJR3WfbhJnsMDQ+wZhP9jztXXXGJ5yYw73bocgQDxoi054iL0UfT0MfDaB4
a5UAbWgNU0tMGI6zFnPTe2+fpyqJff5XWbttKEAwhyWb5E26ZZTdDae8LE0rv5aMTJZAGOBDQkAC
FHVV/ldKTObNQnIoQV5Lyn7K0oF/HiptVtssshcp0CaCB7ZJBTCTqxquKfsWAk3U0slUC5tKLpCT
iLKYBSXfiGwQ+W4eqqSHV2LuGbT4JVdsj2gYaQuJFzTyQvHQSCxswB7Gh+j2o00bDyyMjET5lWRQ
wg+X0Fj4EhXW8E3i7fKFa5NwpzgZkkriVap3qWSz+cI4V388h4PhplO8DMaw+TdjjfcnuhT9juda
IQKmuSx87wJgfnfOXorL/L26Wbot0ttxoWy2Gq3RCHW7Os3+rNlqwDTZR9pXoEEBkiA6Epy8ql3N
xjO34ibBILdZByXO0z1naEfyZga9kG5dTcC1LgF0MLBXZPO/ij5dUruMVnM/VCErCTcFsJpLVQN2
1v1LdRkW8bATgvFtcpcCa5WXVvkUp9xuLEx1xrcEkMuvy7WxbG6gwQAvilGUCENz7nitIv+utrsl
us/nYJw/F8Qk4IYD1Pb26KjKEoxHDUWMmdRjDQmHQ54JAcXguqBTPWb3b0is8uAwgfL7/Ukw+Z1j
Lc2xZj7P25RBkwK1GymyfSSgImaOPGjaqa1KzD8xfwRsNpWF6d0MTDRniTaAF1EVo1xZvT93BaVX
vjE574hzxRp71MivlgrYiq3V2GcyI4B8qStXyO4JsMN9GkymOGeHfp/L/csyMLTymWGe1vK9Ri9K
YkRW7Jn3vPL/7M8QuvP8N7CJ5T7DxIr5HQkxdWcTztcZ23Pg7qsxvcPA1rLve7srucoS1/iIcLLY
mZR3HBX5qGFpDPZS6Yl56UpxhMT4cgsBSVmsdOW+RedGCiYUQgDZtZ81A81uyF5ws9eRP4gPQVhO
BoSHgnXZeSWqM6hdQBdw0ea7+R916FrFB7WsZ3/llS2vL64wAXbT4y4IaG1PgkHrLEPFkDN0Odlv
O8M2RHkQSkOkQIESXyQLU6lHC9suPBPVJ9EOO9M3Ew9gmswqCZpr75hflEs6nMy+9ph+6FdZmuGV
HBLxFJROuiAp08rRZs04bPU3VUss3HwMZ2YFgYo7kSk8xJ8oCE+96iXDwow/hDfIIRlq69KEk+N5
jdz+rgbD6aqYNa+WQ32btG1+KCppSCk5qvhsBdWDL4KAaLS4YoiiDGC9imSJn56Bjkl0Sc1nhsJ6
DoSNNv6naT996mo7YLqf44ka3Fgh64oWYUaOxN7nZa94gOBC8g7tK44OKHHuTJQeFXWz22YLxu0q
e1bdz1IZFYGa8++lILF/0Vk30wKd6B0HFFVs8Nt1mQbgu1D8mSWR/d7KvOzRy1t/J3JFbZR5k4Rs
ovXKXAcvLtvMLItDExmkTzD1gBTJ5169bIv6/64Q++BsW/iFmCyebpwUW9J6Ma5hy2QVKLWUejQ/
1vZ11xu5C2zyASp8bpnaKbGEcHlWOEjhE4esPAWKKZNEi+KMNZOtdBluM0iAIl0lHSlm/3q4KZBK
E7zOtX/S24OCM+fCkq+gS1oCz9VXeoQB7QzrsunHpKrSQ9flPNOoN4ICa2ZDAzwfGmOQ7hsLlQH3
W23i2IFdqnTM/rL9ylQf/MPleaV8//9iu1qNlm0fee9FU8p/76imX3NBjQKM0spkbekHZJqrBAxs
ppXv+cdi3Aj5RBFxPebcYKKmWciL5pXUuAlJyVf+RumStt2RS0O4KazDo0OZAUNSqpSeSe0rnVWh
GTzPkvY0TqgfPdI5LXuSBBt1OizSn10yS61TZaOVo0xQv7OUAGpVn65qN0QssnHQAqiSbATWUcmG
ytNN5oY9EverVLEEygdEx1lbj4URbuZD71/5nW7qwq8DPq7sD+aXmU08AzEY35n2HGqzcVUJeapr
JqxD88WBqMHzxU0pJ2WiAZqBgjlDRITZjB581kavCFrIwHCG5Q9IMEmjpnTOho/asD24Siw/uqRg
AdR0izxPQKfdKjxg+knS5ugDNc7jaTZN8mhOk5LIq2UbKSu+rgT0cU9mEDvAJe/tGc0hUWl7Ex3S
vsVgDU9XO8Z+roZWPl+eEBeuN2RdOOqFDl4n2YFyk+IRTQo2Awf3B90hVl69ScJSaWEiA18/xq8O
x5WNfOJa486qqNLCIsxAUuMSLancMnE3yhUDTcN75zW2R6FFjJ3cZ51imlkw6DGy9dME6Tm1hPhe
7UGDSmVLbLq5Ni4s2DYSIpy0zo5a8IDySFaVrv4fqQ/5HznRJQpbZ5MUFmpBUtcLuo5QSUdMjgKu
aoQY5c1X51FkR6iDDNTHCNjU7qSKp0GVh0gS5G6h6cZUkbukFyG4UHSjXp6Mq5Nqyn6RKQOqIFUg
z6gqWxTOPgFyIrNqGykXMhjuJJs8mNGlqPlesP1GKINx1GomTl9244V65woppe5jSBQHFekwIlgK
LuHU9C0jds3Ed19q9bBbH1X781QQDICZP0PY9sHxTcnyOiJNR/E5SUXjtbgfpOedHEKpQaIFkCy3
kpEYxZUO8BQPCkJTV6jXuKc2ORsu1fRBE7/b6FUCwVaC0yw7zKMruSVtqymU8MmivOD592Pl9e17
c8kZ58iYJkgLZFYl2l3oxOturd8xBPr7MB/DMN8r/6LBCiNdptI6pGQzZDKDXVzBZk7JsjlMgs1o
OWwm7CHUsFLSOZXHepWfQxZCHGxpVU3sU1e2Wlev5coA1vLe4khm5eibrM2OnNA4bw9S45StT6PS
rWB9bSZGwljD2nZHN6/Ssfjr7X7yNUZB/h9xdnARpAIS6fIapNs9f23ztKkYkdIhA0fyrer5XZKU
m+LMtKHlf/XBeJJo4YFngMw9aLLXUFxVOlMftnt2V1RZH75sdAoBdoKOEBLCGHpjrZtTw1HBNv/2
B7+mXYDHaWhDF4YOfoXJva/MUYYRkgdZN9lts2xd6F4AJSc/vYuIWUEsDq8+B+HNbruDhXhjn7Ox
ag5uvjkEuvicqYP9UF63lskkfKN8hwxtXrr3b1/kayUs8lcZLE37gFyCKT2vzcYbEosg6IRzoxVq
SgO36sS0oZBwqRmuXWWcSV5h3HMRJyszHz+tk+i67qatyDlj7Hw9AIMPbW606QGlFqrmuGYZOEQl
qqi6PquriuidvDIaBh16Q7WSskOl6mSnmkQTQHv1tnhXRP3tr0mi1M86WNhqS44EsoiM51GQfP4z
RmeiJ2FtCvs8edluhJROaeMSGxfBMZHkNhGe0BO2lFP7H/YlWpP0RKxv1r6zVZSa71Bx0z8Gg2W8
WDObCtlMVzJCJ8Np5Tf4JrrPuA5QnGdHk5RdYzpk2d4OjwNa4M081EGWuQUOXVM6TBjTNQck7hL4
Qme3zFNGSh+dy8ZG2F+D2tDsSOGxKzqBlTHCK2FzuMsz4kVH47RVx0iOA8Ku3RI3HakyYw4fMnrd
Y0sZWNY3gL6j/Y2MTbTfp82rneC53BMPO2/gGvNYnhKxI0O97+2Euvpmn0lTeEICtNU0MMhDuipu
vDJvi5tqi5rk0ZJdN2JPLzKW4YgqpIu2p20YQ6fDeJ1L1MAzwj1FuynI/Nwu5ojLbj06S5Ib5UnX
Wt44hqvxx7aRoNMeRmcgnJSpWFVrfHYX02QSER3fsFXnkggYO7jJQ+ahm6dlw3aApXuftio95WIc
Ye6uGu1asREMBoiCv0mcyYqblBakB7QrG2yAx6GfFpbdrrIoNRO1IKwt8JQbG+/wUaxj0KeHydno
5A/sjEgNLzXJPfPwGbHKjgnL7CNiMz7QGRZ5T2BQG5gjibdzV36bs3UxX6h+7fAyd4NlpYeSSWQz
3BCScVgnHWCpmqY8zGYeyFAm81Y+iLCTCULKFaFTPXUtYPBIKRNU3yb2Vlqpp7KT1bTAcjSPVLGL
N9exTYUn/lEvUlo0cGVZ4C8YGvyN4K/huDgt0zuGIjSK31FKBE78/I6BAQMCs7UTeO0iTnhNKmEO
bFAsdN5FtFnuiBj5ZNoWny20fERDshMmt4yWgckBQGubKhqYe0drFdwuFWmgx9Vac/CwCR/lsSMh
6GFZpg5sbrbSz1U1EzoduXW6PNpBPY6HbHX9O5N7MPMyc16m5R0KS3C88lBF02ge54G/y25quzTa
d0VJaPWd0RH8dMMg2i4n8DwX35Kx3Iqz4+ULfjvbGj4SuJC3p76bzOow7KG3IUj37eXCXDsGzbdO
EnXHPkmD6ZBPKyrIozWVq3UfRU33ZARbIGITX1EQz3W2HBe6wT1usrA7gs600V3q4d0hsboJHogn
YJb0goQ15MuWwaeK0bOP8+CKBQ+MY3+1/Ci/q1Zv9GNQouJpqKOZUZy59bzWK4N7p+Gbn2X9s2HZ
5VPlGqsV75OL3IShXaBGgsSrjGzOB+AqeOTj6rl7Hh0KZ6hH8wG3j/FPJFLnhoi/+rihwD8hpk0P
TBsKb/mu1sk0MvagFvzjs098SzwiNSGrKtofpj1x0ziqgu2LWbn7Gf2Ay8hyqxrfibzv3jMtcnhM
cficy23yPk6h4dwkkdme2qKTYX6AB0zbLpsbk87haIHdyhCb4JFc7/S2I9Pzs9l53l+bHWZfknEa
Pmww2w8pCVyXahymMkb6xgSrvLWol5b95K+Fi2tkL9aL6UzzfYuX5F1rj9ZpX4biVBauTXKX6NIY
Y8z2Txcu5ad+dpf3tWtOd+R0ZU9LYDImyBiK/lTVw36Pdyv6RPBUdWelifc+RJLrxgWBpjES5fDe
RHH5pfLm4UtEstsN2h7jAE6S3HrD3HGaALodgIsMRgzOoXvrCr/51E1L0x6k8PvsbML4ltp5+xC1
HYgHTeMn5MBMGOkG52ZhEuqj7aQMY9vF/r0ckvYl9XNSgLbEOLaiHAClEuvFIkTsNmi38tbJve3d
bhvTo58yOtjKhLhkDH2InWTfEDHnYXHIh9Z9T1hvuJ6I+m34FEaYGPSu913nbnERhkNwDqsy+Rd5
6zMjIuYXi+PtBnFcFJdESmAn89gP89L87LIBn4y1DN95aRDcOnvektA18gWAhb3PIcU8Jv0FR++x
Ddvm21wXXs7EnaJ9YGnSJkTdwntiN9jIyOWiviith5Qom29r7hp3vT3gM6PduXhsJx/aNsesSlr9
M2k2e9zuoviWNWXOGGu7QbLtLQ1ICfPSopo0NKSpwsHxulTNCxtq7cQ2vxQxB08JtoT5L2buTf/n
ZgTz2cMdeynnbmbPyPbyAyl90wembDgw2WNzMxMiH4fA0J98FH52nNStVTJOMBcZHTL4+crY5rQe
/7KCqXnKKNZOxoIw5JiIgHE7KdDcCafp81IQibfO7R/ZbjNrpbb+FqPz7IP7E39drmdjDsrDHjE4
icanMy7WxKS7B7C6+pYvVjkHyqPuiYqCYY1Qm4mAR7c5kjMDfAeTXMf22iC8jCGrzG+oD9bDEnnL
d1AL4y8jnWzawSF3GRFi5tU/PsOqbovMcO/bfeu/YpAz7kpaGl4ud31MXWe5m/OxQC3he/WRDI3+
r4Wz497aPP8LSW39hzrpTffYZOV09rfFf7atsR6OSWIMd8HkBQTWUxB/N7I62/CUdRNJIjYx/afM
G/PHfnVm4nOSsTt2pRc0cRTgbw7/RFcTHuxx2MjH4w7fzaK2j2bLcJ9s98ePLTlmJ8bwZfkZFMP8
mMIEiLgJ64Qv1LKXoCD9iPHf+GARg/a9dTa2nyh3HrADFHnMjTfvFqYNnEJnrj9jBAVlW/fwW+K0
6ZcSOcAYt1LeEXMXuk9WVHjnYrUIJs+TobpJ2zD/6vrzeBsYW/bijkh83GQKyF5Z6A793a7iNWkS
Xk3MvWcy7vq73M6bI3FeoGBumRyLvMv/CbusP1D4hh8GkDSGL7jpbRXuKw39OOHmsNP7ehfdfZ9v
T1z438Xo13/3u9WQkUJQXls67N29M53QhOb8FBzdXelO0RNOGfe05d5wdvolrWNvybtj4Rneg9sx
VDDozK+k+Lj3a7niNqyc6WaJLKmz5t095kNX/cnYuYz4a68d0a1M0W3niuGzT9oRmW1lmT8ZqWEf
OITbj82wils/MnaGug7uzbJtya3LZxfHQLjGxywUgnw7cM/qvBZlzmCcNMyK70rSDUooZax7HpJJ
Ue6WTCfJ914Cccqn1O0UavkhJ2SbKtKO0hyTkG4XVYaFQj10wInWz42L1PZ81PLpkg2Ffk7BnuFU
ZgCHmMHICD1NBOBV0WGt0mXPnwMsutSxBWMQ+CeeSs+iuJJNqeLzmD4/zE1sdjNunRgQAX5uzae0
/yPxonplFM+V/Iv2BmkHZT9WqEvUeI37t8ZeoS5IwzyMNcGux20WYn9EmZIOt0MCvUEOVtptXcxb
5zdPRT1PYo7TyJuK08yojOxkjIMzHA2jAdAwkmYLv5ukjiZ3pLZbNc6ZkhLPIOJ/OffQ780Hd+mT
4s/JS9upIyhlbPOP5FkmlgUwW1a2eQ/pu3r+DUELaZ/HM6mq5P0uZMhvpwktZUi4Tl8y8TIngDE7
J0vBwRUT8yE9OOMK46YZziKq8IXNFpXOUSFG0TVzrd/3botQvOT19J3M3XJGiokK3vvnR9yd3YXl
4wK/nN5tps8rFgZtd5OUCSQ7uFu5+98oyIL8NBfLbNygaymb9zqYvt6hxlseRwo3qFiSCPFYSA+S
cRuDTFjjv/SsUmZjbotsF1avllAMYn9czk+qNM4ZRQmMpukFpOR4EGOsUf34QYfVaRtRlLjMxjsl
Doff8EQtBVq+aAeNIk6c2d7r4rCHBsOPbsgS6/hMRSwaO2GFF4UPShKEpKwrV6JVySgFpVKWdS7l
VWTUST+joiQy9WeajtFun3axZSx3Zi6SEFbOXdVHaA2+clcK5T7q80ZCbHRBEro2FywShBIp44Xm
kNTVlE7Is22URFqjh5rZEZZkznApJk0lN59wtS5ZIDxhXOD6nJycnYBb097QfW+D/S4R7dD+O0V+
MBT39MX4n2IBA2x2d3vKFApxsHEfdlgniGLnJVdjGxrSykfUeZky6YQttDjeOtOV1EUSoEABtE4s
g0TswRYoMgj9LvEh3mirQtuH0gLYZwtwr6ZAFV7nmyE3XfvWJrvOoORTm+5gOoU5YZHfyTBPmXIe
JGHjBaweX8KLV42uVCJk4YVmnbTNuGVoBgEI+7IT8XLDnLR5I2teIa29a68roo/AEDYBfFf0WCh7
qbDtHd210ZbAt3HjUBNhElOuCw0iO4qHadpOclA/1MLqMf2AZSGrAVDrpN2hpEQWyQeaULBU3kNR
ugzE/YE6Blc9vPZv0llI2NBfM2stbuoFky+1T1IOG9UgAZRcimtjMsIL1kAFwnOPBgQYhka5HHup
fnjZVFbivEOYtNhYliytZbRN734hdFAmVE7oZ8zskBd0DlicvDWciYi8urw0D62dZn4vBD3K6kaZ
2cUVCW7r80oC2fiivYNtlGNT1cqKEVQq5yqWsd9GolWueoQo36LtSMbktn4t2BbMzyYhtt3/o+68
euRG0nT9VwZ9zz70ZrGzF5nMzPLypW7dECV1iZ5BE7S//jyRQc3p1ixmdi8P0ECjVJVMMhjmM69h
d46yoj7DZ5ymL2Rt+UujhHZn+uWRVb43s2pEdXdxeur0Q98V7nO2pUX1kPvom5978jH/nd5LpE9n
n4bata4u0xrOtuHBVMwO9G//UUnXi25vM+5E9klzseopVyNqV5KNYmfX7sTe6YpHxwuKKdm0o+rX
IxgBkQqwRO0j/6Mxuz2r1vsyB4sVfcMhnCpP6UmV6PcaurYv2iu5XFeBhsRUqA543qoRJFuY0e/r
VST1S2sjhjYeKKgtq3lYXTSFc0yhVb9iFz3SGBtUfNXtwJqetstahyBikqBxW/LBq4JUG82APvQQ
9WXZ1qpYH64Jc4H0cflNd0atQaSMlKvl0berIKXuH+gTuwRoxcbV4LHLaW+HV1q2Q0GFf5wTU3WN
NJ5J79H7MY+vLUJNUbk6r4MHbqOGW4w4/rudMAsdReFcdBvIXgOlqV+hAWsvcQow2fuotzK0eRWd
a++G677zoAsoJkKMwAtmzRCo5aD+cLy2OhJ8a0B1aYY3dS91i9ayqpXaTujYjW92mZ++RnBAUBm9
4jsp/Ciimp4mlM3U8SO6Vj28VuNF9F8dPzs7RDT2ImiGTHa9YPqhN2IfuACrHV6qgv2A7FfKAvmE
6AcmhSCCeV16vkjddivyWYEXnLWn++pPK3Lut8tKuwvd0ZICcE08L8rCD05716tbCmgdt5NfqZ2A
0qCKeXQHdW0jpcPQAAYQ3cGqRM5OvzMUtOLjD0XXNVF93QnqJgfZrIEW+r3tIhL7y9ZsMoHeO9ft
+lRtN/6cqOM519yNQATXhsC1Awllf2THa5ATNFBkh0UZEfxe9QT6q4KAu5XT2N8keTM44wl5GlFV
d5Q/w66/WAOGT/SjI39Z0Mb0ayb/BZ2w0oQqCdYXMH9ZZ4rqNiFiCjx9BJGAcNGhdCqoozd7T2zT
CH7H7VU/B0yxikrhhTtZe6yaqpXfhsoSo/3B6d3azWPPnNZgPlvWqsTGTEQoGRndQxdTpFgnPzB0
BPCqe14RPr7zr0eOUQ3qoNVSASkJqOLhXTHKO5GOkFhdFd1DNYAw8lUE0F67YQkwRMbK1Lqc+vCi
S+bD2XUUiZNGopYHnMTWBChuoBYh2hvwHMjW3Qk0hLk1/CuZNq40N0WwrWk8V/FkkFLGwA6wIXrC
FoLUNE6dbAnKeLcG2LUwohCxBPtTgapSFQG7va7kfRrrBd1kk3SSxzQ3lg1MEOKfovsyWGCpTgI/
lGmNaZ+7PMUe6Tj6/ee1ETjyK6Yf1+l1haulqcDa/raMgBrVJz8YcsbKdHu16+7E2Z19rjVFco2A
QIhFAbL2ASz7QkHlvLlSACEx9mqFFkmmGmv5Eqhjtu2veqMD3ROGsDcKRHnQvBwK8IGoLTFdsquc
7+hGMxzfHSax96F3mBCNT9Vwt3XDf5cc2KXljAGFU4hRWlV1x+W0oO55zY5rkrq8K0vEsZwnQdCH
P1xTwCqAicoRzOdSUW8Ie+HTOlKiX5DlV6GBmaQ0/CSASYaowUGyx8NDEh2hC7fAbzWOWwmoi4oz
qMQap6VrGL1DC2EWYqhzOxlOHgzxD+08/KB4L5Z2WOoIWrgxTTHRJ+IUQfHy7g0oC9zBztT1hlo1
q1fscOhDFqtb2v1LWXpXkrsObSnCYMm+IzJFvw5Msn3O9K2tGvGAeZSwjkx6BOQvYZTQY7jkEMGu
jOSGcIyoTC0bDSILK1Mtsn1cERlXKwVwgVqGSyLV6jVnthPvEA1oR5h4a7ZzXR/12UYpXWEtVoqR
8ylwzK0RwBadAgXWfc7smQd699cEZEBv8nbf9nMtvLmDLLFWUOzOPU1aEQwerLiB0Ur/Q2ekqRgU
Pk0WmaLr6kN+X9NYoulnJyfGzVVL+61WgAMLZ1yC1MhZU9H3DdvQJGceXpHWdwOtWoMQdrROoOEN
4eqoXXfvsborzjY9XE2uiOrEVaQSYqc6cvYtGySS2ttHE7U4IJyaiVwVaGl4sVawBNDgthdAV85s
3bbX6HtHBxqtg3nQfZZb7HynEW00HkYPtJ5yEQhFxkj/k61hQVpoxNYk7x9vUyMn035QL990F+pN
BwDghFDbgFwBnO9RCflg8chRvVLFGw3/sG4RyM2DiWJc0x5SOluU8Sk5mcibaRitfg+ODNVL19im
PkyVBpJGV6c65N4P8ojcia+KNO9//4nygXpFO0YL8Kw6oK3By0JcB0I39dBT0IuiG2AdFecfYuQa
wYF6jJqujWZiZxr+26PbTgQFbtPg+36g6PQty3ahBLADLjWMMEONhVe0Y700hAehfzXV9Tng64IG
NcqrrdW2KcDS4HRq7M11URoFajAVYEVTksERqq02gubAeKe2UJnY7uM2WYGqo6AspgQdth4mP0Ku
lDcQK57GRb2MlS2aiwkq2Fxllz3fBQz2pHfzQEtwE5omP2qK94jXBtdU6Zq6l2sMs0eLUzQD1ouV
fDDAOJnM6QDkRoOsyb/AteCpojZ/DU7RRZvUCalgHj2qgwGmphw3vBuSUUV63zn1tcG0hcp/VQCd
F1sheXSwux/d2FMSZbqa+9RlWCgRhmlgKVhyovuOqgYTxr+WRjQOcVfu0FHUcEUH1zrST91WQSEL
vVOUxTi11EYJbxLjztJOVkjskf/syJj9XKDVdq2W6bm+j52ROYva267lln3F6VhzARLCc+waATsa
BMSHgq7q8ClBm6r7CsyclD9gI1OvV5e7zLy9lsm0+MTuOGC25dQQ4JWDsQ1Im2Zj+YQ+irnNx85c
IouoR6UzougVYE2H2vQUFOxmZ405W9iuSgvKRPcG6K86TZHEUmGsBbxdnUy6Puc5hYqJy8RimmuM
Igf5qhSkU2yJnndxh11KAVyo2t91KhDqXX4fangU6jjPqGLx1gP/CuYPliSzl8eQcqLvHn1t4mjZ
xPJevCuz7IjIHSK6b0CYKqi4RNe/dAJkLAAHHrF5sXAEp+E8i3A/ROrBVpznH1IIf7Z1ALR2XXQa
lAjOSA3R4JSQFxv6e8BWmxOC5Yos/oMRrIFE5GIq1t9hRYp/zZ/8wPloPCLLlCxRT4e9hImj4Yp2
EYYE8D/rK+ZtL7m0aSED+7zYi3nOfEOdhzt+T09kLVuNl5lk8FD9Ue9EM+mIEz0g844xDLuyTw+3
e3is2b7FOwgR9fqm6tCQDw8asbr1vQLP7nSf/XTUlii7FcOuFJZ3pCnWCRzj1k93VlsTq5xhu/UT
pjBGqmCf+74XzEJhDHd5pE7rYv3AtV5jtBSuIqt8r6cIkjoVVvaTWqp7quT4swobhPZC2TerXUNp
5zo0OnITXqhkqDLALQRUtimV6ALWVE44cJDCL2svQBbUHSFQpegFlhdmckG+IympMe13O0Q5rO83
O1yWzrJ6oNRfF7O/4CIQWmtMjU4peFdAiViXGtXrq+Sf4dOqTjhPMeuojfGqHfQBeSoWsXL30OB6
XRbY0Zp6EQUFpX+S0s5VYUZv+kpVBja/umpQN7R34h3m3HVsZRzUw5Vks/PWqJduPK639Woq7IHJ
pPVJNh1JAcJVIGKlSaGuaYYjHxh0WLPTLwzMMwM6YrJAHfmoaSHJhtyTfTN7MiB03HPJHVOu4wPr
muKPI3DC9JR1livLD2x3KjBH3VkNeGi66pVaK40RiqH4aIYJKI8Ahum+j2cV5Bz+UELdoyqhRRJ2
XrTrqiC6LTFiEwfgbmpz32Ho+6IIUsTjvkbUdFl9O+A50cKEg4aG9k22BqzM0hmol+8FCC3dtOPL
o2VIx1MdSjh/9J2uoehect5R94rYyivMdNQXarmUWRcPGw263LUKZtgLrnkUczOs07ORUeQlowwb
y1ruNgsDGWwt/Loat8cW2P/iPUEXQ+9M1Uq3pK2y16U3iaHOQdnYxXtZgq7xL5ntT14IxclKR/Mi
A8SbDx5V5HE8Fr5cu9fUbsW0xDAYt/KJVNuqYr/FZXf8PCD36IaxDeEF4Vpv25zg1CYUhy7bFLR+
rKpR1uNQoCV1P3WAorJLVJGJv12zaXRum7UR1XPDNPruGbR1nyt/jKYzqr4bfc2iXn3K8UCn7sTc
jb+ZbdeLJ1hxSX1JJu4PFJUDoluw7pCZ8k7ILbgXan7Z+HbpmVvn2k5W89IKc97ubaRI4lIUNoh6
YQfEBSnbL3ATNxLrQcKQHmNzXsB/OUM23/Xe5AsqNeR31kOzNc0Mwast/DOKKhGSM/Y2i/swrzaz
P7tDJCXNkhALsPzsVrOBj1wujPHRwH+gWo9gc0H0H3JagItx8JpkLh0UjMzGCejWGgjTHcetn1eg
TmExTPhyASxzl6PI8RQqDjmu7eC3M/YHPzZZBg5kdNf0HhJgxrY4GFk5BdEd8kS59A/OZJnLFk/0
rOY3lfDr/kV4DaiWaMq8+R4W6SjOSAbbDWZslXmTI3yBhjRslzctbrLtbUfF032MqkEY955AfPFb
yKbcfmtN3y+ogRrwu7/UG3in8pSNy+ROhwGYeUtlGKWAr34103NC6vwzNBTaVwdv13m6opuZIgpS
73FwZ5Jao7/lh3kMHPHF2wivFMVtodq22/PowmFgpanxADLG9t8CkmFkDr0brcLBCaOkF4WpAE2o
fK099yZVuqrroYZNivKB3pYNQCzsqzv4ew+UdYivWQg51I3pc0ilneRAh0giVZTAi5bvtLWJk1aA
12jqBYGJ8lHDifVFCt2/ZPebOJz1VSxrC3gm3Jvo6uy9jKJ25pAVxjpI1liDlPcDR5c8dYs0QW7o
ujcj6sRkDUDSm8cRMQyeJEBkBUsae9u8T8nU9Wb4ZnG3xghPpbRoXuR5oFKkzQLp9zrgRyWAEV8D
0X/kbCo4WqyO3W2AeyE+yjZMmq+5LP3kjxmTdAiS5mTW72QlXTQZru1N/bTrXne6/pNG1+frnFNh
9ipT2jSDhuo54CRbT4Lq4hiiLWikixMjgKvqE6VW48mvUUnKQ9pgOJCwyJsHbyza8LIuEmhmYtqY
zr3prDGt4PnSjcZ3Z/RIJwYceq15IKSAffvGd5pk+20k8LCBdgCknI4ww6gXnBxZwgx5sSu7sIyL
GKocSbL3wcDlg+4GqI8VTfdZP7L9GXAp10xEyG7neYpv47FrJ3Swl9r02tPYd313ADRlG1DZcOR8
apeoA/y0zmlBCOCF5Rm1pf7syTmrLpFcgSehBxBEANcz+0NpGp35NMCwiievW2gZVdXvJeTVZ2TC
yxthh+M3Dh/ZxsFmrqck8hK4O2vGl1ZBJu8pIqKt30/t/Drl1OBuyOvE+4wq5lNdTM5dWEzTaZwj
FqKkvuz+0WLg28QD3oz9JZuq5VvvAik7hJs958d5GNuvXdqiBLOCAYphdQcfesjK94hvug8IYDjN
YZuLbD3bXt09+d5SfAUu3r1hd6t4y4WbodpXO5+ytjdugoR9HsboOt3YlTXDxSbJNr8Ai2ZXq1oh
PxPLp3cDL7/qD4kYnSBOwXre2lS//4B5sdyhAJqB+ugj+Cq0IBi8sh3sr7QgSu/RJs1rkBmfC+uY
0dDuDn2fUyG3/Mm/pAGR3iGnreXfet6Wl5BcwrQADGYPX7emBoGUooKBRBf9O3AUFQIeqw0Ryy7M
7hGTBrrFTVDZZVyQING368RtUOdOXFjO/FAkqfVbaIrgC/pG+bc8K8c7kI/Om3mxmGWRn5yj1jbB
L1XunT0PZXiU1O2Xg20m/R0yFeJ3zjZOhgnS0u+G5TbnLGXdkep9GkHe/5aQD2HIPBdvGzOqz9KW
0cXzzOXsoO//xa7t7DnJPf/oRWV+no0teZ8VYHeC2a7oxI72ckQOpXtqXIctNTeyKQZhV3cXpw7y
PxZhWB+GcMiWUzmZ/Tewr0sQg2ykAOhmxtQe2jJlZ0mQTjx2PTxIXJ7QHq6Msn0K5dIPJ3O06zqe
osYBaGrm0wWa+PxSRORicZMO5tF2kwlgyOLeF6gBP3qc8fdbOoIbzFbvg9V01XksErzT8QS4RWMt
BRMp5zm5Bbs5pif2JfEhHNf0AYXRITy1RHDv5jSf/7BbmZK9TSEdeadohz7mQZwPjjL+fGsuGCDR
iS5C89giw/vI10JaTZPt3E2y/lYZ6Bp/LMIJ02s+cQ5Vf+B7zpn50hhmk9yYxuSPn6IVMJP3GM5L
AKOQ9HuL/I9eyBtayqP6kzy9INUOoBfAOg1USE7GmNkj9RqRWM5pWykFw7OU9fIGPlQpH+0ZCskt
8JzWuqWOVlpf1xXHg+IYRnPoPafwLIrxEFisNvYWm5KxjBccpOs3pmnX6DKBGMUcoI7L1fCjzYEC
iFlf8SbHegAkkSSjIR68QziH873q1zmum2QMHhezMOlEC9M0H+Y1pbXbTPBYL/aab28F0iPBwSy9
4W1eRHDcMUyws6gHoAgk7VCYNNhvVuh0AtcKekUxrioSwsyYduYt06By3hZj5W27ceL/+bb8R/oq
dpeN4b/+k5+/iZZqTZrJn378r4+i5r//VJ/5x9/89RP/9Zh/68UAXuBf/tXlVTy91K/Dz3/0lyvz
7fvdxS/y5S8/nBplbP9ufO3X96+4IsjrXfAc6i//p7/82+v1Kh/X9vXvv3zDi1mqq6W5aH7Zf3X7
x99/oSDwJ9qCuv7+S/UAf//lUTRyeO37F/lPH3p9GeTffzF8+1fLhaMRKLksE7EVENjA+PZf2Q6M
hNC3EHhHcgw1i0b0MuNr/V8RjaBpYFr4RflKqWkQEAmuv0E8xwTt69PrQxzM/uXH0//lLf6/t/q3
Zqzfipwb5dM/6aB4eIjj1eK6poMcix1GSlDjTxI0E9UAtt9yiUccrPHSa7ffs3K5jC7x7rF2Z+tu
NmbnXd354nVBzvBtbmzLXeMUxh1Jy/i7n5b2PfLO471duSkMKbt6j4xXtVvK/6/m3/9scr2ZXuGn
9q9/e3xph7+dx+aPF8lL/f9grkUYNv7D+Oafptqlf31tqpfmjz/PNPWRfaJZ1q9sBa6NcTTlbNNR
3KZ9ogX2r/Q/0OdAMiBQCikwbfaJFjq/UpUBkIOjBtBcEvB/zDQv+hXVSHyDIh/XKNhG/5uJ9rMw
ixVAYzXVdXDCsa2fuTyC1BSKTzGDJR27EWeacFEbtRxzWpT2kDqg2NaaNAzDjWEOk9uZ9nz3TKRf
t09/Grb/zi/oJ86DbeGAhRcbt2GigkbO+9c5H3heATI+sB47O/Xt4oT0Z4Z0l8xn45OsyYRR2BJD
mseQWKmcXlJEoYvPORjQj8roDENlWZdE9CEqFRfMlZ3w3WA0+Xb7r+/zn4aMrRs9KuSBEPT3oOD9
9TanxQySxXOqR8M2q/Sg7GOWx4Xjff4sXLxp49rK0+Iy93baH1DbVWawiCqIfyNi89/dBhp/vDkM
Txiwn0bLWTuxLmFVPdYUmZqvvTNN2dl26qI80CoXwRnIweL3cd+kbXRfmFMl71JU0MN/JwP4s2YY
Kkk+lEQPaXPX415+Go+kkAXlizm6q1Gly6w7X8hSQrsb68i8b7HTtD/KHD7tAWlCtOrJMsv2trD9
hF5iY64P//rt/OSj5tncDsZIOF2h4ESM/LP0zRLhaDcXTnCnNA6adyORyHoQEwBqkCMLVBH3DPak
TBd0BAJ6NTiSIICK5jWcrPKdGApn/TeiWpH1kwIQIkooOkEktyyL1fxP9MXE7hdnRtTzsrZgRaI3
Szkojlw0G6pUUrh9KozjYkTztHyB7eMG0y04pg3I/LoVzRu/m335+wzRvnwB4tgV3zO4LTI5WGOm
GtJjXoklPBrmkprFjUnUt4wX0zNHo72xSywgn5dmEcV3B0R89TGlEO/9XnTUpZMD08b/AHTax99x
wa91DY9WPRZ28gHwNCLAR11EdFa+QdC2gx1DWXIroiQ61YXo4fb4peSyx9LtC/h5GDaqivBcC7Nr
zyAruyq6QPIo+fi69qUM42Ir1VeDRMv5KWy6ZKBwFkSKAWzJEGLMKY8gH70UEJ3S9YSiS8ofLoWb
ijV2cCyjaJkWRov0MVta4y/vYQr480JxCeTIl7EeVvkZO8zVau5cX4KmAE7d8PNpAf6QQKGZDCCQ
xxThJLxGqqpx3eMMxpLHqFHph0AlM6Mc8GArE0YuxiNM/a4t/cF/6hEuUv/mQ130bsK6jobtFuT4
FqRngMTbUr0xQPhwOhu4OBJA7ijF1neBeHUHw/VaT72fvFz9+xnlkqZ/a1oT9n9P+93mHRPJOm/b
ElQB4PnR87KDLwZqfMdt9MGXJGvvucER2U3L8A4FRlts1EkvLB6ZaVRRVyPAZ77gcIkRL7A/e2jL
M6aS1CfvANs4TDzkNyKGfnFw7YhOu4EDvZ1tjKOllzzxlKEX8NxtlIheUGRri+9Rqr1FbLT0YcyJ
WZEyy6FGqSNOmq7jnew/iXVDXPMmoKRExd+3u0g842Neee/DgfLVM0oXvXwi/0u/++yVwyfQ+3P7
kk8E7w/Kyc5hcNzSeJZ9NyYmMiEAQEck66OMFzqWhvrmJUMswkH8vwle3M7r4Cxgt8WzLd2qXpny
zi5frKoxvU8+ZBjv3ObrNMcjFefxmapJwX1X+vYzt1nFS4AO9YosUVEOc/uutdGfjy7SMK0hORTj
RpAeW0sQsjSkMEfmsSvTmacOw7Tzn6IIaphza89wO40jrBXYtHem20SyerRFlDgHctF+oLYGhVfc
r5Kif35A2n4e3qKBBrvplOemDE2Q69O2PNBplVTjB8hjXQG0xzOmS9qjTiJ4ey4EwCN168D7OK/w
+p+t3sIgKpeCbegwUIdaFgh9m3C+bALNAHksWFBOHi9IrZTbEQ7ZXI93to3nSXQOuhw8UGwSME/v
zYowEvqI16kWIgICjDUoEiYD9uHqz9yOGdSeM9cTVvs2xBOYeQgoHteGs+Vij+eccp9CmPFUBRHI
+Y2KNqOUN37g3lAToPqCRmep+g+IFVz7PtPSMJyDEZXFd73UHDmpDwFJKlm89hYVU/5BYSSMCL2h
RpFEUb/nPr0sX1kw7DPqpedu0qu9TSBN9L3o0c7+zTKSvruJNtedvoDe8iACZPCYo5sCb4/kfQNg
sMfF7SodUrUox72aqNV6zKM0VYtjwY2x+J6SNVBYyUvpT9hH1yBAusOchghrYJFaOu/oQPT5c2uP
Znmxuh4/eFjGFboZQDnFWnxgG5yi9+DacEY8ICu0kTtC0rXFQ9JZ69Ad9/e0gehnee3IBrgRATW3
6wNTPwngeXm5NUePwII7oqLKbcdvAZyA8XNfpnlAL9mZCZcoljWLeQg70W7NyZrbsT25MCKMP4Dv
d8ajhQR52ZwJpsL+HXX8qrjx6XNlWDQao6DENm7GfSlH/FfjsCqc+gZpiDZ6wirD4oSnAQ63oq8M
Y6Ye3+ZJ+uymvWqqgmQteCt6STgJyCU0tlq1iTN+jW1QvLHT5RMOIVTWD1vW96KM7bVX62iWI0y7
juY2PyQiBVx3wBNDnZfhRIPvXmIkUb44sCCZhkszdt5tWg7eOp2hTdXRe9m5oEQOGcbjvNOq8Bqm
BOUS1c6vPSm86phA1KjHg+w36Z83P+jEgzNOef7AhG26236BbXywrCrYsEehKR3eAcsLWdCUf4mF
ITtAzsRcbJA2Z53DgWQYcRO5AzIt++kmcsR2p0vWOkM6xNLrrext1dFM/rptgzq0G9NWs8e1IJQ0
aJJcD/SyKhSgtwHdrhbXuqqeKWtfFcP3M7jIhIoW9pPCTjxEMY+95SoPG60lh3+KOrQgL3R8DKVZ
tZPXIxlugquRpQ7kAkoDK6qZB3WIgsbNeV2VTAo1VG6glv5+9AnHzpPxSNSb5Pbt6A8Vo+4bSASL
OPCXPjIA4s52cDQZ9W05eH0v+Z6qma9XhjDHsEfUsLlk6q1KIaAJQ4OxLCqTSEbWM8JJsddUvKdj
7xcsWboa2ZC+X81kq/pPhZF0hn+czVJ058wSJRTE3h1mVmVHTZzd1k1c/BoeyBoWHhihqagB284a
DJ27IuFncS8lBX7rvADE5AMIAaqgwJSexZeayaACi930pAxqNW8IbhSoKMfDysD80y6ZT7gYXL8B
/GvjAnZYkUEwT3VeqVPUSzGSNZFJXto0OYMPU8dT3Xm0cz+B2TPa6rnvR7VZRRD3zeJLZoN4Lg/d
FlD1oSqPlqJAEdLb1hms3ljbYc/eOEk1zanVK3OlAWk55oVwUO+0nnapDxNMMk/R5nPFQOKX5LvQ
jpETtd7aHRTc4mVrOuB/b1AsLBkKyNoenB1K7uDxJVVqaRIAUgC2putINRnCDE9jVkHC+5IbvvKH
3WMDKy9z+bXFmGr8tBqOw2KE7SNpgmBbjcOuW0u1DSPsmKubbl0VGDoqb5RHP3NBUz3lRcbZn48C
UYcbiWwar2MPQHK7F/w9LWr1kDA0CYs/zH3nT+/7sMNA4m6KKNXR+qvUBZMeBxJx742jYBGRYxkL
8RWQxMH2yTPYMIQLHdd26B2joWA2al7m1DK5tf0SQU3Ei7FUS5kxfwJipkAjazbULBGjywSXsQQ4
yTAWTtH106PQ8xkbSvXqUmrtalboNBnAls9tObVDHACh5/p15IhcsiSDQvwabZum+N4P9CTsmDAf
cSk1Q9RjFlUvhy2ei5G6DdpfQ44gqwlDuD4ZjhGkqHsj4fMcTEbf/BZlYFtfAzyOkyPyGaYrL/SL
2uY3CCzUjKFyl9Tv6eTXfTvdWCiO8MR1BZSUhUP4GRf45pafi8zsemgkdb6R+Wca5pkPkELeghLa
1s84ejr0Nkac6HoIon2J8m08dbwZ55EGA7nHoYw8QcMAGQVjGk9M6DCrPi3pSofpU7311KeOgOPo
0sVBmSxBdOggoy6nbkkR7jyspNF4XpYVE+ot1/V6+5DJym7+AGs8QXbtMntLaFbIoQysBzmF8N7f
h5QqzOocIT/vyTcuWMJwvLQT5WQ2uzz13iEVETbypowG9f1mqjTtTp0h1E9uZbXuTYKOeG2catse
6zftMOVmeLN0Mhy2uzBYZeMcCeQyB9r7AJ4mOXZQdDrrDG4vWTkjm0IUNwulYu4t6xoPVMIhWlAM
6Q+1kyHR9kNPfmZ6qx0PXYvpfaJD533LbnMbEk5MbGNU7MS7acEEVB5mZVisxcswtB5Ca3UyYAx2
kuRE9Qfa+a2JdmpZKZCYN3jRZwxO0F6i/1sFvjygKmDV66Okb+0fPAORM8Wfb73WPIbQgGT4Odws
5o0PGXewD25q5bSHvFGFq+gPq9zN0Ydcofhc1dEu1pVHcPSfNGbqIjk51IhxV0hgVOpQJwsZ2DJ0
gur1jbqWO5gQ4vvGY/UW+Hpuy9skASCPcVgScaQzUQgmt2uOUkTF9Vyo+Mw9MEZ11jtri98N/UKV
7tpIUnCMoBwxjXkcIXQhljPWBEmRP+3bBXDMhhNhhJrJRkHgl6AFdBRo2GT9Az7J1P3fkywmkwXo
HJoS8DgLFzjscoJJbe3rgN/riu0YIrXAF0OkR7+zXwXs7Nns2Yn8kqy+X8kYoN81Jk1qNSxb2qls
A/wMuZaThmrDA9kYcGYgX8wTRu2oJLPspgWccyhq3BSnczm6RV/e+H6breElotampATMpnvnSKez
edcjw8auwazBF7u0OVcxVbPKH8c4GksLeyQ08uu46DQGNFlqdfRM/aGJEZCZsmMKH4OdjaYMs+y4
ZdHGpxxBaevG1ttyTtxKgqQDZ+y5sAHvDUcd8g3MFfazWm95kH0j4pn9cN2huiWmjlV+wMJhA8a1
Sze2OvLJJdJMgg6sqUIFO0zVpip1uJ4mtcoJhWlcE4oVvcWbOnNUvcFalAjSJRzzkQMiHCwVaJlI
5PfiVOVGlN2DmU1W+8tqRMu8XTwGeJljZkgYfTDdToo0bhDaTl/RFZDJBwDLXXmz5ZmBWfVUGBNi
KhHzp3YB63UurvDUKaz+xg7DMnylVmB+7ETSLV+y2VHVIQwVzeLiQkZrb+0pTdbnNinr+bj5m7Nd
0lY620dCq60zLgPu0Ut+t1qu1eVxX4qtfF46wA+/25ip4FM7ZRAHYgQJQN4eUgv/whZaXjmK93nd
bT4YlcrJwxukkwyIxNG2ruVJisV9gV6+2LdGI7viayFtK0ZwUAQXgEtR19zBj5v8201OxvShdqwx
wX8zV+tyaKDmRReFh0+/J4g9pFGMiVtTxm4KrYCcpSpb1bZix0KBqG7B0sQck26SP6rULLmY1iKb
5t6QjBzBI5YeA1YGuWlhG5V1w/Z1z7j2KJswQEU9ulKg8xXDwfmMbW7MyCrTqCWADwCaG7TMxUhZ
8Zi1TcCkBPyiEvWU5xWxnv8g7tTVsI5Sq2pZN5ApYDGRCLnklKTLF51flMmmQs09zt2XROBNKqzu
kCxl1hoIl5m/UzagZz+tOUDm1VXv/bw5YTuvAENGNHIP9BLnCeacDR8PlV457eGICq3zAjsMEQ/l
1hcPkjpZgS4KmkMtdn6mqO+CaYN0H6/poraMnbtqkCDw9RHCASz+UtSJSmYSk1Sy7UoLrjV2qfDx
gI3xhoVq6SesmTJHp+c7+1LF1gUF3IpOZYcFJcJ1YpmrjywpyE4HCsC9iauv1wt5m7i4Xz3xAtv5
KS1FuKF1YzqbiXuV323miZr0Mrw6UTQOr8QSY/E1CxHFeqabaTINh36VxVdZgIakSx242GFxXvi9
OwKqMlU+BTylbDFuB8a1foHuoWpgi8KGvhalQzx9SQbES0nWMXrmdUFRVvu3aCfTYpZfK0iBB/8L
XYeGum9xKJEQYjiabjHZQXsiBmKjLvf4AWmf3n+C56ROgsWyG17Vvoex4kLKE4jDO0Q4OeAbOFSl
l0TFwfJ6o6rfIgzb8cJ8fQ6NJt7tFYSxazjfm47KNpI1UMRcpKeIRT3DZlHELUvC3eIfh7QqOjHs
olRzoLQ8yiD+bI9+f1k9c83hkDJ17AckEtXky/FcIc6rRyLq5GAPjipodH474Fee+BaAi+MSONNY
xABBEibmAgVMTQkqwVVEzQM7Pj8WoM2i6GCPUdlG8aprALXZUDGBtUgSbXQL6ydpLIy0jpEFROY2
lNNkft7aHBHxyLFa/ynIW5thA0yezh9T1xqnj/uZajbttYI6U/4GIQPoZP2K/hDooJOTDbMatHQd
Geu5ntWgEXKrYUqyxWBnNkxWuUC1Zx3aI0egOjV7y14lp6bjUhE+BoZdMxhm3luDPAyg9sbmtERO
Ygx8YIQodb+XAcpSmyP17JIrW6Wu5VGMJXKQMlDLfk8W0ykZSCnq0YelpdLKcMGXtZuA07BAVx9r
1M6ZQsJktDPYTvrBA051CNKBithNjjQ478WSju/JA/XRMLUP5VSo/zWh4J4o5nUA0JlDWc0L6dGl
5BFSw1cBfo1PJ8mKcNQPAEXRb37MkROrZXdcdUUtBzXoPDDuon2qJPW+V/CAqUnsZS3bk5vZM66b
OH7Ai/g3DSDVV/mzZYTnI8Ho+Ph18F7xFfhJE7FymIULbug/knKRwga9FDL10EkZ0oKgAmWDqyJ1
NHo1abXsVTHlX/dbbDqbf70NsMj0wnEtChwLvN5PfSiJgGxvm9Z2m6wRuqhfgh5WWv/gmUOEuyyy
/jlqUbYJajOH71BsIjlmbtRm7mHd18BI7PYdQpJnHinAFsV6nA1DCPs4GchYkV8tvNv7VAaG/5It
/5e988iOHMuy7VRqAogF9SC6MAAmqKXT2cGiC0JrjdHXhntkFmn0pP3o/qpsROaKSA/AgIcn7j1n
n8lqQbYIBZ7YwESWvkA3Wcsjtg0b4CUYdP769yj7/Jced5Y0AlkgHmo4dpAPqR+itSSRkMcRj4H/
N+nQxJTILgah+Po55S2ncPZYvzeEJlhZFGB93ZEe4Otxs+6J1d+1kc9v62gYkBeC3kBWSbEw6ZzS
an7fjkSqFs99qQ5+zuYl9SW1q6uDpCwhAJAoNC4BYGs5+/xIsra11RfhqYbbUXOLG7BtU4YxpZJh
sna53t8AECUwW7S1fUWqle4CGHOmOvk8ix+6OsrZRaQlbXdNLZS/jZK3e4zCdSFpC6aTfZcr/XjO
1BtXW+K5sjlxM4S3X5c2m5YTISTH3ErLgFWp6PTiSdbhk1k7qm80FaaFGLcN5o4gX8mwfKVNoTmR
kt22F0XeZXeFWQ3Tid7fh0FjGbwcS6GdDY7P+JCo02XatJrrer8vF9m6HOQlBv2UpJK4YpEdF58H
UIZ3g9Xr9Y4tU5Bd1LR2WgfGBmWtE1+rctQ11vhMidaydRs3gUCUuD6jN8+AnJgx5dTWUvWU7Sur
pJLr9aze+X7JYTRt0fIPN0aF34QNea1sDDvpb/IEkPAmsszl65ingfHTxh9yobZkw3u6QXl7o1L8
1p2I+u0Evc6EbqaFcSedmPH+cPOKKiPAsclqMwiTeX/zylzro122jQ/k0Rpu0nFKzGDTxZNGlMHU
qY/LbCzTFWKZuHwdB7ZF2A0s8fPzD+4DjJZnyNfPiCej0mKmOboNvdORovKd+zHmmsPE7uemHzWV
0m84IPt2Ymobipdx9KzOibNIwjNBh7ehpxZM0zavpUB/BbndstM7cWfHnyJ3hkuM9CpVpvunaUdz
wRphmai2QeVYFUN/QHA8mpswIxbIxXFY5a4kulnbZnVU9NjDorXRKUiL9bNEz8x72IPBFG5ytqF3
GfkW4mrCJZVeMbLz9vD5vf66lzfL1zoSmbBI2EPFYgJxP7pXGD3ZbNLt9avWzB86s0c+OGcNJZRI
oVV5yBWlJ/maVLDeWYJRbDRjVsKdWvW18sWcNTzXeaDlFOhJEfRhTEe+OSr95IWBkm90vV6KtS6J
i6ALFvOFXms8Haa8Gm4hFNbUjmOrX0vSg3GIEWmBPRxwYCYXNmyQtnGaKazvTA0VN2UHnSuYRcmf
UhJt6U6krq3j5ehJWEKY/Ie/8FGuM/ybbzJEFtFUFierSVnm+EaGe8ZOhw2ouNZ4eTWpNCI+X53Q
D5+/gz9eGJubITSGNHGO7y/cWWWYD4PW+10Bt8m1RVtznjbCyJfzou4PpO7CNctapeuuPr/yH75k
y2TjAHBICF0Y60B+85PNQu0CeD49Vd5FTHdADc0vtJzznwv7L/sr9M9QdbupShU3ZylegBbRAzzx
ufzh57NdIcrB0IjKRJ/1/iZKile6ZI2dz4G2bv26n5R+IwklQcMplHAElWJAw9LSMDyxEv3pygI5
2LoSyTz7oyVTqQEbW1bV+QrHdQO9bZAHry3f9CZuR3QATmdBgPEq8ktOrUcKP+posKEb03jorIAy
Fz/60WnaF9NsY42DcSu7odFOq6xKsamZkaVoU5JR3IXE4NIPqXZm23aQjGLDYhm0Z2hjeTifD4U/
PQsAAjZ6Lx0G5fFbgIJXgbMdW+aBshDnJKVUPzMrt89rFajbz6GZjMNiTVF/4u0f75ssw4ZnLrNr
WQ01TEHvH8RSFXJFvHTrC7xGljtPhXXfVGp7D5JJqmnd1xXyAQyhC2RJQ0q8z3+2sr7j9y/CJu2N
fQEfgMp+8uirjxclbtSlaleya4YZilPr4A2pGZuuTg9xo8ipTIpQolaY8WtLSFflRCYxqp1lPGjM
Q1dDh+nfCdK6aR2ax4Phf36LH9/M+niIG9IJW+W/ju6wb6weB3PEHcbxPLmc2az5iSgYaW/bgdI+
AfpDS2BZQ3Pi1fzp2aAAJL7WZH5AGHn0Zep5ZPb2vDR+pY31fQ8+bKbkhStgYwDbz9xCL6Yvqd1p
LWjBzDjrbaM455it3sjIpnrKOwq5MecCWNiL2g+BdWLx+sOuzl63dNwZ+11kb0eLVxUNC2bmoPY7
LLLf4a4nNO5m0tK8mbg9Y0NkbPI15sXfarOS7DP6EcNGQxxUn3hUHydSez2LkFGJsJQp/OhG1A4Y
b1XljR/aRiQxlnNobCChVWlfqBQS3XkUMiFidYKa5RCqQeQluhxqt58PFWVdKo5Gs+DwsZ5D19Fy
PK3YVTKL2pZqvzfKJafG2WuLlwwZDTmEbwMCrDYYvpX1mJuOJA/BV3zzEm1StFcXKZiYZMuYLx7G
XDH7U1Pe+gyO7s3UDZTU+Lssk5PS+y89KvO+zsVS++xGDM3DD5Gd062EQSjL4RlbC4wkXVI8SKU1
V66QOrpQIbIB4HRj/rOJ6zk+MecdZ8YC3WHuUVAmsRPXUfke3RKusBLiLY8LnbfWOGNbEjBut6CC
hKKFBlR1S9/2mRF/s+jqXuDyzRHaGfJaL4Pwb7GF63h8A5NzTWYR2XgOVC6wkyQlAcPKc9nve5WS
zInX/GH1YKE0zF9v2hBIGddJ7c26rc5Lm7AeZL4+GpUGpZRCUfzwm1zJXDqbt90Ey/dHp4VUc5sx
saJrSpJT8xXMYCeRbaCt0V3/+K7YhxscKzBwaqp2rMil2FpJmpHHfosmhASAqc1WYZak1lZ8pQaZ
ZRz6HokGq/vMvvAxKxcaK8vYB4bwzLwE/+NPuo6N5vMb+5XE8W7kodNmpZWZ3234IcclmgI50WDq
cuAJNH6UlbTfQgWN7isFpckcqGiXfyvpIGagsfstCvmt4+grwd9K5GqVQqZyesmfm8SuggfTndPu
H/UDHDod/C6wmmTa6XabyD/wJ6wtk7q11rL15z/ow4pgKRo1BhZMzTQMvqb3rx8YTEyzW7ahsvCv
99G4yCXNAWC9HhkkTYxDPsC6telNOMJnv679j5wG/xudLjhU3rykD/aDu5dvHDd+e2ZWY8yv//u/
PC7aX7wtEt+QQXNsxnvwb+uBwT8S/C0yntdaGSWtf1sPFPMvvm3VpE7AHzEUjbn+XyYX/pHCeJZZ
8kyTmF7zn3gPjmdBQUHGZpWnavRrZhbrbPNmNlES6JsLRVt36WxpCyVzp9WF7Vj9+Ior12nHe4Oq
PKD98Tudzb2txPJeWqpL5C8oMpbmPEO3d8EO28espl+I7us/H3L/v5tb1qTh/2xu8bL/unvJhhcE
gW8H2fqH/h5jFkPCpirDHGdo1JNWD8vf9hZb/gsKIf4pNveYqFanyr/sLYr+l65rFmUoSmLUjt+O
Me0vBXQ80yV1ZRIw7H8yxBhJjKE3U/C6uUaPz9ZEUBNZ97Hvx9gaeIna0gAvMwT34J+MO+gB5Yva
GMuuQ+OWkQsqOq8HpYv2tAkSbTMgMzxvlLy57kKMfsRIUrlciz6x06qr5RPx1/y1VNr5jA4+zObC
CKcrXP9BtJFb0e4Vu5vcIlaKB0Vk8XOAu/q2NWD7Y8wtlRsEPzK8UiU9q8o82plhOO7ZMMIWzyeI
iGZTl25emua3prMTVxXIc9xiHozE4xDceD0lpXITh7L2JYol4AdCpPNTkbQok9PIkC+ioF2AGyy5
dJPQ1rvJlVz8qOKi1l1ELWrl9G0dsEFoYrIn0kGtUY3oNAy81em+0zKslJuA32G6mUDOvwPePnVO
natG5cC/rb82pbmcT6qSAspW9ee4021Mu1KWjpuMGlKySWd0KdUY6i9pLuYDsWuyC2BjfFb7ObCd
qtXYkeY6WDjbBG9tVT8IMoI9IlB9cEuVLjKXF5B7VLC7q0zVGn76pF0okxwlXoHO7jBWw7YYO3LC
bcNdDOtVDkV3H7LBSBykrBrohmWGFz+pCQFBppVfKJmUXBZVfq0jl/gBLmLCt4ngcHFkuxw6eABt
mG+ElMkPYR8ZgWtWffnCoQs/uzrY0a4rpupJnrsnaF8Vro1C2mV5WmEXR5HYtaT3BIn6NYcsEbp0
YSQnEdIljl60U8Mw0IFnh7pNJcTldaI8pEpz2cqdfNEEveZ2ja0/D030nEbjsumEFJskTobtmYkO
LXTwqW7MesSfVZvxVourA4Lxgj5d0V1QZ72Yjf4ybOF/m2muG5vcmloeiglizAJ+Sos6m29IGjAu
0gInVwjS634x8/S76BD+iZlN3FZUHfGbaWRZX5ZF0dxISdCGVfP9guDUV0ku2nUapTQnLyylcDRw
JuRYtNTbmg47Nv5X+L9ZcjeYcQpVSGxCpFBrIGjm5VrxaowE90iTOnghO7GfQmll9mn9S1MggUZH
/zSq801GFudGRpjjFMrQn6/KwjKREkeN+meD2p0T8KvdQtG+1UZDkS8yVHpLtuSbrenhNMGiS6qC
tAPlOO+hjOLOijhhFzbWZ3zCu6mzb9og5f+fKMV9Wts/W4XBbpUqHO2yua7AA7tlpdQOjQIbvqcU
LtCoy+V26RDabYBoQgCg7C15la5MO/qo8TPAA/mp0dXFD9VxJP4V5dKWCJLU0TP1pkS2uqmspHSt
TonpZcnjVadPuZ/lxiPbabo0hDd+U1dtBW6xVntq5kEwgIKG0uNspdWmLujROwWYwU2uKtdNL/ia
UklnrM4abWLoS45kQSDSSD1TajEgo52HFaOuHsLGirwU8jpEgV7faIVq35pBT1hVXSpeM+v2JpYa
lHgoQnwUdESOjYj24f8Urf2oTqjuJKuamYDkZfCIX7JAUGR1cK/buQRTlypqeCmPVuvrs1gQWoDc
cnvOATqSc9eqzKC7npCKHGwAnF/mUAvupnke9evSHjoP7RbpWlL8LdWXAYXvnGJeGafrjKjNO/qr
5CBooz5dpzFsVzdUZmW30FK/Q4Qe3HeDuez0FLe/hT7Qhf9FbJFctS5pAaFvmHa8yYkTvR2HLgWG
MOWkEyt6sjINAQ9AzbG3A0E3VwMggvNyyshHIgXRBlypFFsxTpg0KvQuDgXK4EAXYLqek8QomDPK
4afo1y9savGrFDprhj0VwSt6liq9DkKr/tLkU8UXbFTGXVGbrXKeUeseTh3H1mPi+8VNU9jgcfqn
GyF/OP0bDarPMNAFh7252Np1dBjn9gIV74uFe4HQqODesEt05+3kVGq8RXKt7wXwd22qvd5It3TX
8x1FuRN5fUfnBBZd7mttj9APps1kH50TdHz3dsf50TeB+26mqnjMoBk6naCWH5qGh6/j1CH/4zpP
AYS8wbVeJMP2YtP6di+pFjgvBcpmH6j7ZRWuJyCj9+SORkKsHoyw6B0ERriRLHLOTJWULwqhftrc
U9b/khYItgwS2q/fbJauf7+JtzbuX83v4xdkKrpBt81iN/OrbPJmh6tRa0GQG/OCIA1isAu+iGx8
XEq0mRVS5P2gLPcU/ZkAi+8a36VTZyXA2Ei6J7b7knwGRAtl0m9K0ngqm5gTXeS5gz/oXstWEVrb
v+YlFcq2TQ7rd/TP97//G49civXppvgy/v7SvIT9u3PXrz/zrz3x6utmu2uCA5DZfxpU7f7eE6/b
ZWpQtC/X/iGbYj6Nf7EFxF98MBYb31+AAUjP/3Pukv9areDYuUi/pAKj/yPP94dPhQxPtJtovbg+
GtL1630zKM1MxtvMnOCDLibVvBbijm1y52tBkZ4QB3yYCFa3q6Dpbuh0mIR8dMIrDa0SCQEJPhKB
fZ13N0mVbiNLvdebACOPdGIW+Hg5Hvlqtscwb9tEcL7/ZcgKLCBKMISMXrvXA8vT2NJibEjIXJyz
iyXJQv/zL/zjs+SKvGEi+oA+0H59f8UBuVEz91wRIxzWmbb2pqH2goxj7OcXOq4lCTqENAkou1AW
X8O6jiY4/GdNQrhE49dh0O408HCEzLLVpG0ZzsDHo/RMmG13L+ak8ouC2LJ5vOPf9Dzo1RMQuG1R
Ggi+zdFeUN40VzIIZM9Qg/3q8bulGVT/Lti8I5O8nfyOi+SCu6SCYAPzYYzxhNba9Ztxlqiyip4t
zHx8wRcIpAEJtNdmaM/nuTk5QyQPkJyQDeQD4thlbEfv80d2HFT6+waocPCxUdmlmfH+BibIadDs
4UolCnZOAMEl/RM9UH0b9FFsSoUT2SFlBWkDb4yqqXmuBvZhCsWLLI9nZTghRpOX79TRT5Us15/+
bl2geoa41ZTZN9A9F0efIGGV7JeBp/kB2LPeWwKjDJ0QJdG+6wt5g5hsYddcNQFiVDHqbl7p2om1
idzeo5tYFVurloJJBakADZ73jyfBfafHsR37+diHrxIV/GckxyLa2GC3VzBahsmUEI/rIs7yrxgo
74NxQSEpFWHhFAjbPJQWPDcqTLf8seogr3wb3bKJ5TMRHQY99hSkyBuLL8S1q/K+XMr9LML0aQp8
lYTqe70NIskLjVGPPeIxhnHLIc1UPewPcQVWVFr6cwD3iu4F+iB/M6qOwi0hrso3C/nQZRGUdUbv
S7K/ohztvrT854tUBvK3mTW2ugSCupgugMAF0v9cT9ckNOUqK2kw+3AI2QD2TT5z/bZ1lVIuzlhd
i0swp/iworIdfsaL1pOoYfRBvTGxgry0Uhc8NlCg9kxDqYaRZVq2RZeBEEV1upUJTJu+tMSnJNs5
kGfjgP8BBbaepHvUtBrOgopwKvwaJb0+2ps5F7vXAEgaqy0uO0dzs25N5O5VnTlqO6liBZdZ25Xs
ndvmHMymjHC9mok6wTnD9xwPy1Bus77MzrXG7F4RHOJQkUr7S2EHQeyYVIGfCtMILovFHi+I1xMo
dDJ1nwFlwIxONpmLUDcRmy7F27ppYDgewIfhKEFKN++KLFBUv40H8ocE+laS0myqB+yu7BHo5TT0
W4wEuupZYUUmkWIa5zagLs4bGfSwCt39VdiLat6j865QioZslzyrpfro0dldlk2gATn1eZbIYUiR
TLpDXsvNHrpwxY+ECjcYLiiLet6ji1LSfcVy4gb4g8SGaFTT59yZboa6qiOWMii9VyrdSnQiM/ww
dyDs4QzHfLlsisZQGmy43QNA8UR2A62dXlQdbYxDIXKoD2kD3Mcblm4OL5Y2lBLiaBPdmdI0uQnI
BrI3/ZxL92EJIsVp6rXEU3MU9Xpyw+JvgrBNUpiMzEDSZVa0z4PGFDdIF4Nob4X9eFm2cfbamLP+
01rZ29wtJ8o0MOPdIqfFRS2s7oIHhwh6GCpPzNY1TpRpg0rhwbbsC/Sp5o/FLu4qtKwPJoqNM4m+
8Q7MSQrnj9w5jv2NfhVUU+4UGfhGoOqZP9KchHIWGDcz6Mo9m03VE6kduroeabulkqfNnOnJWWSS
AZj1uthaGg1dnPYlveck86LFLh9wIJUvQVJ8kfBDb1SsqLuMzAwOWIEJHcH8Rk4IRQI06m5mzMFm
UUqLalon3YSBxeEjscBZTlHMs571GzioB0urzLMRU9VOiujtw/RvyLAHKF2uJrBSUy5LKSQEUu2v
ZqU/BwNXHXLb9kNCcvYQ37BmRd2yWxTrDj6ohea6RcEj5T5puNIV2SIdCtww8qa2U/YYcvJ9V1oV
iWtx4WtUEVLqBv0T1EIFBbp6rY44xSlV79HJ04QLJHGP5b/aJ7Q8zojeg/W3jBfI65fXKVHih5x5
86kx82gPkBa6W1fchFEGN5R2UujkjY3rKrbAifFM3MrsmgNkFmOLv6/ZtuGAsTDW+cSKoV9uIFg2
JDjqBu1aqGRfKMBrvhHSuqIc6LZViSYcS6wVwx/L2bUBw3ObSrkd45gsJgv0yr1qUtwrxoJymELR
RIRhxqjKm8uskaLblFA1U4+/6kB62RrRmjFEahYb/EniCz6E9DLAd3gWA572IBXVB7APPamwak70
aGnutXk8p5pHcEaZxZdFHt+MMYVAx1jYQVIJaRq+aHwHA+lIr+hMtcPUxS16ztFyyBeqvvSNZiOL
D2nzGhXg2ybM9jli6Y2wCX4Mq/ZHolfQLNSmvlLSpipcgkqIqyuj/pXoqNh2MjuRsBnODTmtI9sK
h54i4VI6ZJMo9GRrWs5JNLBvityeD4rR1asdOznAsNceiY2IttD21C06K/Vc6dbcxrr4nqIMuhoV
K99yhEKr3S63thSGO0vqnaYvjR7v6LRoxInq8TlYEJ2zq6YDba3mJ2Ifi0NWTPY3o+mm5wx2hUcm
U4L6Tyq18w5FFYsnZkpqIJA3CU8V17g/bYec6+6epNnFx6gzXgHw6Ta1qSUeNjLFC/Vw3o8RWIdY
lXHgY1QadiGHXr/Dboj6DJxdoEVfGxCIZOX2C2HmBH5csiTr36fYLnEGNvW5nGdQkmMV7dqEcr8m
NH0bx3m60YmrGorlAALhJa1MgfU7gWvCTyAzK/jWMj15Vl7c2i3mJhlonQaoL4ui5gWvLQngNaDG
pCrbfdWQrj3EzfUSGVcEVtwV7aSe1ZUKg9Nq3EFdai8qEuHiXptQEimbVpoBfw5URQS2I0ppRKJl
Y3PVBFANAzlzyZZAcWZ+j5U52BZpP3qATkonMwil5XE+59DbrxfM5husdNJP6MO3OJox4S4dBbYo
89bG6EYa2/ingaVrjykTxKYd2Td9k02OHuMbJbHLtkh86XQNUzrxv3LFRJURR+oncw/SwIY2qNb9
S6RGlOZm0U6XC2YMP5oY62AwG524W9u4XPi6os2g8snsJnxUD7GE0hu8wXBfURXcNDBO7ofM6muw
hf110BmwFyIYOS4wYfuqCeMF1HGUobOMh2e7keIr6MIpRnsyeuOzpVQVIISR/RVOh6E7ChU82elw
Ez/yJcT7LNIaZB5SUf9MhcUQsiPRPS2zEt0o0jht44pgbbfMMSo7VZ8qwYbhGxQbwhSpSytLhzsM
elTNXiLW2NPFFZkFlFmRbLqcUFOSdtKwJtFljSIUBG5fg5frKUKulBFSRyfZrcSk1rsF8FXtzHUc
35dEJYFRake6Ey2JQY94h9ExR1bTvrZ9P1UOuCOCJ7TUolHciLa6z+qFvR5Rys+gK3tXLBmzUCUp
53io9cu4Xkr9kGqhGRzKPJnaLRhmcWFZcfLDyCwC60M70vat0WnneRMRth3q3a0N8ZSvkPX5S8Ic
sGn1rrgjMdjTcn06w3egN44hdwVTlhx8hbCsb/M8GM/aJBt3I5Wji3ju9G8UwtlhgvAu7OcZtd5r
ltfTllG+3IxmGOzgqCCUq9pa29K5UaCtSCUG4WCYbadJM5OoOCiTYtNnC8nFczpfJ9ADhtvYtmYy
0WI5ZwkE5Buanca/FlnFZupNu0JxnYcefh7+Z68yyZRdkp6nppVMW7kqpidlzO0Lue5FZIOC72QN
VE3EpjbSiih/yExAtQSGDT+r3pqJwh7Ac3dZ1ewtBXqMKybE967ayPK3uMVq6bBNKu+wTGXR9UD3
K9uUZAKKDfMGq/Bc2rzLYC5va/Cu4RbmmHTZ1YShbXDDZV6ijtgalQgtWKTaTy3/7sijfpG7RpcN
NwpnhENcRt0tFDZpm81Zd26O1IGxd7FZMlemjSPLw/RYzbO1sKnqg8Gh5j6JTU1TptxDTQl19p14
LTc5kXDGYxYLNmLNgmkZFhmsly4xPAu4fOrwahOfkG0luBzKaA4IoRRN9ZMZnjgmJ0Z+ZW1hEljW
PRLbKHuky5Ls5zW5jAMhEbsOEfHdY5rk4TXhs3nimMaU3tZqM4K+nZNuN+I02uQyEclz3czc6DC4
aEcCpByxGm0HVWINbCq8m1pmi7OwaH/BRof6blHG9mvSATl1lTE2X1U7HXfp3O9qeeYUMsntw5Sz
4Jh2snzpiDfeqWOW96Rsd8tWtQBzD6ENRGlsA6+aJpJLcd04bB6iC0IoB9YEGmlh0dR+UOJztQOz
/oHptOudYAgLPplepo9j9jf/VyD8f6KPrjq7/9w1v34pXvL31cH1D/xdHTTNv6hPqxYqXGoAFuaQ
/6kOan9RqaAqQG38lyaZbvXf1UH7Lww+2B5QbKylNNRO/64O8u+zzZURihsMNeAqJ/4H6FF1rcm9
rU3Qzl9rEvyFhgJT0FFZgPRWhGg2Gdik8kQ+ImblTjXncbcsRo2Pe1IvpXzo9gMnCQ2SDg0lUlSN
C4E98FyTZEA+fatvMFIPnmxynuhIeCYIG2C4azPvbbGu1uiOhbUxzanYv3nQf6i4r/XT47u3FEQw
On4bMouOxX40eQXqVFvzoOJb13kUxGe2navJ6mqI3a4QX8uE1uM8J7TzSXCIDjPMeUerFEF8nR6L
LZq1wh/k2Kc5pHuTjkugBix5aIsKb7DRP7dReYuovn7iEMuiHLNCBJkpu2hyE5zoAP42TJHTttYi
0Oi2PLsBC64LJ87wuiIqL+Uhj3dlKbWgl6SVBmCpfg2g76wBo3aiJKp8fJ1gbClP/qqGYXxfH9ib
KhwnwTy0+habz8hfIPfZDxjGZ5cY9smvqsDPzCZzMUBT8hiGR4nzLhb26vvn7+Xja0HSIVMn1U3q
2x/0oaKR87LPKJhYdMbusypucXUQ+3kW2IBOZsKWnmp5gXPQN8O3zy99XBRGQwDH0UQaiFFN/SVn
evsAyqhCJDtZncdRWHGkBg+rPGavkmk96mq+7LmB2Pn8ksdVYS5pCWRyVD6Fsdb43j/zoYqCvqtN
opFHxMCqYT3ldXOL8/7UhT4+Vi5E6RklFcJQygDvL1RUzO5iMTpPT1hdaVUu5TYoRedzptXdyWxA
dTSWekhgmf3T8u76I9eANhUzwYp/P7p2wKAKq6rvaC8TW51XdeVZBmwBqw1JRpWb+6oIAmfKWrdV
lsf1oHHiKf/px68PGv8rD+HDU26l0EiJMOm8UgRPclC+TLXxlGhslOsRWl2nUAY37j9/s6tc6P3k
yPilDo/emr4rZqv3DzyWxlEuUOB4+IrFnpiDFv6lVT18fpWP44dNNpO5QukUmfCxPaaHk9ICsWg8
k863O9t6wYTVtU6R0i///FIfqvSwW6lroWKnrUSW+69//mZ+MA3c4DVdjFUlcIa85KFWxE+8ziRb
y6RLL0njsUmhnMC5Xe3aLycu//HrxM+HDozlkPA4Sxw90FZfaJdpXL7T1B+4wc/lqXk25e5ZC/ud
ElDPocNNkqjhJpF5J0v285iQqSwWdEzxJLZ1SJ+/t8jzSM2vn9/bH97Cu1s7GuCUQKOBnCfegrAP
amFf2ySo8Wp2n1/mDzM0j4DmziqEVDSm6vdjilQ6+EQATlDmT3dm126tUnvM1gMeLFSvlQg1kqML
a0ROwyZ8dsbJsk58Sh+H9eqqRHDHwNaxqq6LyJtBAA0NTVk/rTLeuvRMip0uXs76xC/90HCg5aFi
+MP4sioGV6b126uAvaBpLQ9cJTEfwtm8JxflsWC1babW+/yh/mlY8QHRAmR6hKR91C3DzmjLtegb
T1uqZreE5hMUktZR+0jfQo0im9ZS5xMP8U8/T1t3dquljDbt0Xu0gQYawGsaT6/6+9C2iS+Jmm+d
blJP0358/vv+9NmqiLBNVO9cCQ/B+2cJEW8hl4nKG5bpzKWaQlSaVeabcKZsFFXJuK06oqbHznoq
w3ED7EQ98Tb/OG6BPvNr4YcjCT/6PvoxkGT87Y3XGCQdsbs4g8uQ+GjE3Gnuf868lnNFScCNxuWW
fettPDTSiWf+x5tAScr8T7g4i9DRi6aSXdZqVDSemMon3Ha3s6JezEp3XynVI1s71H7G4tTiVY9s
ZC/ly4n3sM5P7xcEC+Pa6ithc4Og+ug9DDkgybANGw8vBu2NQTq3U5kwLVKlvE4Ufqu3dHri1Dew
xziT3QUSR3URuXB/va6jqFjMCvBkMyFdTkKggpTbJdJDdj+/0Y+DE6mfTJYAG3oZ49nR4JQtAqsX
GvQsXPpD3GvWIbGtrUm/3FkGaTyxqnycOllK6Ppy7NQZo8fGh3ZUDSw1meLhKR1+pGl8J7RSex2k
U9vbXya098+fj5yLrbYUVRBe9f47SMjCA6KiA7ipISRl1dOipfpmLtrriahWJw7g2YTNXPh1DnUl
VG1X2PK4q/LMBRBJBZ7ULMSLk+UWqfncGdaw60Z0sVWRqwiE2UwoUXTTDLwfPcstB51u41bdTGsJ
PZ0pT99DijT/7F1hDkI5xW/h02ZUHc/GI3BiyGD14vUcoDwhcusGFhsp9YseuPFYnJqXj2f/39fD
28HJk4OkvP7zN7M/4JNkwAyJ1JGDwVmZyOKGHBjjxAg8npLXq+AQs9YcBNjs5volvblKpsdKTtlr
8VSwnsQ0Rt+WKX7u9Ao8m+zZHbaxzx/j8afJBXGjIT5gU6PRcF9v6M0F8dhGeB9I0FJJOHoCuKSS
tFa/qI3yXcmo/cL0ip0EZv+J637QHawXZk+srZtEnbT1o18qEgsUh2VNXlYXDfXXxlNL7T7oTGSI
Y6sdVPp7iUgerOU1Mqy7Qo6vDKs4D9gBLWX+BGeDQCw7Kk/MlccfJbfFQYE5CsuRWL22R8+jCDuI
YM3s2ZiDXJz++p4ysb2xq7naf/7ojx2caFUgA2ATYQwjqtRWw8DbZ0/0Tt9lUjwxBwIiaZYi3IRa
5WJWwU7LKcFbYBi4xqK8wA/BvT+3Gw6dYANL3Wd4UJMf/1az/Uc9yh+GA153VDosF+yzfrlR3gyH
vtZJ7qMb4SVUjH3KvfkGQC6dVnN5oaP5lPRIFUICkP0Tz2JdAt5OUSiEWCQ5CeJ0wNIqjpYIajbM
5wBwYQymr/SHkSXbiK9zgBAFimArWc7Hoi/PDIgx/pCkjYk4vu5+fH4bv7x5x7ehggzCdojZ/cMr
6TOql2EvDR5+Z+2HqIKv6RBfjbLab4lQ+pmOvXGP80HQmVbs8LZJqnmXkZGUq3Z0I1nNnqq2dd4P
abmbGhBqYIJXHYhUNme1PhHgKC3ljSk10RWqEAERf8GyA/PJK+Ws+CoAne5KgGTPXbWo2wAO77aP
+p4Df1HjI8jJRIZVDd4yh8c+5JfEc25rum4bdaYRQRNI3SOj+IZ+3TyscHhifpTptstLbrLH2UCA
r1+o6mM9atPtnC2FY40pcWpGKy7rUgDXG7LyKm8pqEYIXNYoVDr8Q5MFbojm+CJLaTkA3qQcYciN
dTaNSvqQmmUitvRvteXEx/hhA0dxiFrEihChUkDf8GiSkIgJS0Rvj15YaPci1B94qN9Ks3ruybSF
ck9zdGl3tAa9cJa+nxgLH0YkqzKSKARAfKF4UN9/nf/N3pnstq2t2/pVLk6fC6yLxu2QkijJtlzE
TuJ0CK8kizU5WU/y6e/H7L2BWPaxkNO8OLuzsBEkFMnJWfz/GN+g7E5aO6wNYhoG64eLnvtJ16Jq
Xy7qZ6v15IXN+BsTDveKW1C1NQzCa9DN2WwAYLZyE7sYt4LWyedBEwCCUsci9EGNvqd00dJNIRsA
SYUiH2yAQl8wdGWP8O+cqxhG+D9jNjIQM6lc9SWgWx/qpDEEGGVoo0XrbJaTwf5ALR0OFFreAGkh
/9fqyC01ao3W7pCGHz/Ct7MJGB0LIae3FgSw3r5+hAXR3F47oYEC7VIFjmjTu9ZL3VtXSMaOnUQH
d5TxttcJxrs0dHhFb18gRY/VucfZ2WDRfn31RIv6GHVPv40SJE27PEPPgCC7POi1S/9fCFs8w+Xt
bH8ESAjgOLVK3y6V8jayyuqHdNP0S1yhLp5kmh6qzpJ3S2QB+1jygRg6Uc9fXZvemi7Gf4D3aqcs
cbsrPdeKkztpnJyaqLJMNHyuR44ifPqdks71HSi1Z2J0T6pTaHsQEuaVcOuVtF8+LV75YlTVGkHc
w8wC0vwF+YTzjRaTCERdFzdAYuWhQDWzF5be3IEBdgJ2LN7DOJviNJl65wZRM+AKEqVpHBSvaPeJ
m+mPterU4M4VwuRYb/eVNQhYj6oWZmQBBwVtNd+oRDP6KcvM16SspyfqNsD90ENgLJprUk2bjBQ/
D9GBtxXGSj0p6XRep13R3a4SngIZ9lhfRdlEi9PpxuVFyQflhX229thNhvViyYZWL9EFrNpah50k
6zXxLGnW4pGY5D0x9cXOBWh4UHt6vUXkzvfaGNXBCGLBVzrdoU6e0VFMMPvTfR6QHCrGqHqx71qL
tRUk4RmbrqmaUxtTTSaxugKkNmfyxhIKaOlEBUiUiaRIg0iBaIj8rOdZ0DF6LPu+xYYfq+J5GQtQ
m01J5oRmKN5JSzVx0w0SEmGbVt9co0muLNRfu6Kmf+zFtg50HxXZaDsr6p+M+8wXVJSf2ctY9BzB
ofkJsoc97i1nW6Fz2s5G3RznPMv2OgnuP9R4HO7o7sGBzj1Y/9qUnIpSZliXMSQ4WTrRQyCb1VVx
UXRqyVCbUUMkQsPHpqLEgOqWbPrRI13a6FzlqBWJ9VP2swChaqvkGy6ceGmxgkzxwhTZFJn06EjC
fowQ2M8EL1FDskd6FXhlc/buCKoIXXBd0ktp+22zPFGCmGAJPDuRcXBLgq5NNx1OqPfSY5LF7r5o
kYaoio61Ph0JlvLjqZiPizPH947NpmWxhHedG/Tmliz9pGW5dt1YmIB60aqfW8+okNYIa1tPc7Tr
wNCXWzWthqNs82bTVLZHz5HAZtm6zjfAvzTVK1M2gbnkSSDzufySgk5kea3mm0gZEYXoZIL4aunp
x8lCmEiMwlaDoI0fxVb4yLT0IdOlOJq1432ex9HbtpElH4BjrpmktdvcwF6KdvWI8mOcHZ5Ir536
KiZ9gnrYTWTPW9l005HoRedU1y3JQLGrbWyvh0CflkPvt6gmbLR0lnLs56k5WXbWfuIzeR6c1tjY
SF7Iuc7GEJKCc/D6nAgUN1X2i9WnmwUo9SMJGs5WxpH3VWqZfJBgvr+LgpcJgt7dCSbNh5z68s2g
in5TFbl7msvCvnGcaLxph8X5mzSb6jtMPV5dVGZfhZXr6Mp5pwSI2ttCduYpSiVSLI5q9ZUmvETu
HXxAm65sOfqREdPfRCaZApvUMLVH+uRsGiq332u2jiUKINCVi676VsnLrYdS8G4odfmAUyu9imRW
70YK+zsdGjgKNVfZFpNnBxLF/1XDafiI4OplsiVUlzVSgRjM3tgXtnVvAwk8maL1tnpqZ3cpR9S7
KoasA1Cbnr2vL8py29eLcTP1ThbjgqvZLGa5hbDHJqCq9K3BuLFTayRNq5ieKqXZom1cPqUEu56c
jPHLJVrqprhUbZgBxqZtW8MIfq2CiJJod43wUDiQpHo9bSPW2ucCM9yJADXxrA9tdtUZif1jkhWi
mwa8vuGINCzRmG3LimAzP21zFY8YD+JrrZr8Rk2O1cmqh33bR+OxKdAGJW58O3puu6uE1RxNyomn
NC/cewVEN07WoXkYXHf5trRd+sWezfm+8pJP1VQrP+3FMZl70E1QQ9NOwKNL0K1jFWTzMtw5UZdo
ByXWhvlGEOHhD6JbTYpVJpxbkWUt9rCxch8opojjUub6zp5d/jLbE+dpdEaJyFj1cFFWRJrIfVW1
8X1amJLsm94bNjzhyeKIqFXahiptJgnxFIo/NbM9hoMdozXNkU/4De1dGeTNuBzEooldJKrqnsCa
Ea0PeYxBm7VP5O1OAbkm9m09RfXPTFPklyLxSAkZunHajZqMvhgKBGqiVupkN3Vj/TWjOu4ENnyN
eptIC4my1+aoj5Pewyuh/liGGpfj2O/63Fp8A8FYjn7UIhleZl+IIijCNHLwtxXQMrDjphMoXG/8
5uRK/pKrJQodIeNdWRkIZmFn6z2CTb1LmcWV5Vkxx6rZYKdzRcA/X+6teGG+UYvD5BnFPf3R+p+l
MuASWU6l+Tyv6cmWxnwnlJGqSIxSFVt0XRIKLIyjRpL9Lq6r4Wq06cnkIkRdP20lx5OXydP7E8J/
+RRFnligninJKapN46eqpn8LZ3Ru495qf5CYwT5xAPL/JCfmFLqzs7wTmmRXkwvXeVoWncZlbakn
DLj5AVKhTuGxl48UTB0fhlxxxZJaPAMw9jB1t4nfV13JZFYGLchFNR+vOO90AYRGLfC6+Kpos3vb
GivfGxvvWpF8rCM26wNVR9fY2hEHnBCKCW1uMbEHtWRFRkmhh6o29ZuEDuQ3mS1l+hlhy/Ocmom6
Y5EmAHto182FOfKCAL3sKSh5x1lizmTbvy9l23Dk4MwTomq5I/eeiAvH6jnAkEjGKmdAiHFR7rUs
7U5FH4Fn4so7Em0SIuLXXZA3xKhPEmEd6hFANWqUsiH2IT26/MYbtivdHRNpASLb+Vxa6z6mLbwr
8A6Fr2bj/aTF6Y6lO7uS/XKlDiXuU7txHzN201apdqEzsKVWihF9U1LsEWOXTKBK7XPM6/xBd75U
EYlvCb2pQXE0FmT9n4gxtbesavEFCO4tRtBtqYA6IyQjRWlYkYtUT1/tbMBDjabKl5PgglaefOYJ
5X+XEArx66nOLncJvyANiN216x1ya5QIFPUOD61rH4a1aNQ2ifxig385dkXMDNTCaFfVor+qHT6V
GqX9VCBu0yaV0LZOouKTNQJQ6eYH1TBCUNigmYAxbkW9T4WEVR5nj3zMYJ/j5ZSLyg08VeTbbjbu
entS+fI1896NNEktUar1Qc7EI/dpUt3msOnvVqhXuWtbkZxmbQ0ooWF4j0arDhe8Padlzm5Z2wYc
mQh09wnaubBs2Y5OttdhTbTLwGOiu7fkQC+1KK3rrEubh8mIvWtXK78TljWTEEIBa2MPtnst1z9Q
WzCTgammuCFqwiISxQTHmZIG3cm83XMGQls0NvKYTNKiHhYPRN5XVyNf13Gk27ZW7bX+JS5fIGNb
O2yT06Zm1B6HfGZHZkRJ2JiFyT45yq71wbKZsQTvMI6abRqVJ2lV2kkxGZsZewxl0Kt91EVyl3Re
5UfYzfjr03fDVuBBW8l8SiJjQe6nTQcViNiTgo8DmEc8P4yplh7InFfvYjwX4airHHJqePH2RlMn
Qp1pmEqmT22+dha9DJvWnJ/sSfR+5tXZA/ZeZB2gBbrAGfUadRlMuZsVRkQgVOlgg66hF/kLBze0
Vk5zRY8EXpZH0JLjw0Pg4xkWDQIxqSr5zkvGZBsbyNqCCTPdJlOM5aeNqZfIaJssRNIfInjxStPb
d8j8DYaO29bfMqcA6EoA+AHxs4SjF01uvKFkMd53gnNukKnLdGowAaBT0+UO0J2ARIlfxAtIEigf
hyJTrgvDxP4wLDYbgBojOg/7q0BfsxnMBSM8Hj9kvqZ8wMdivcixxMDTWOaOSpbBS1fbjZ6qDqI2
dwIDSriWKMLJtNxrSlHKMV6MbKflVfaQFsjOtEbznomvqb6Uo9Kje5vSsF7XfC0BW6ySu5D6Czpj
GzR87aLuZSdosgoeFPzHt6pd9Wyxl3Tf1XpFJdcSW1kozUmWHhnaFu7yXpU+hRg3zBQ3DUZ6QXO/
wEyegY1rRGtFQdfn0XZKDWdPHEe/tedCfJ8ZXhs1dqxd5CrOjsDEnt5+P2PZaKJZuQN0jcpcGcT1
LzFNb+IKyJcSPZwW1Srohtre2K2rHckoFXTGEjcQ1Ll9DjjurlsqIA4pSiUIzZtustjUGTLB9BFN
L2oet7tC5+Vg1T023nyitad9XoTyw6my+PM4GenfY6+qu2WIy++DUiLvwOmPwrqvHqZiiI+dVSfX
pOIwtyPo3yRiNnzLnAAWTJWnffKIXJKBWCx/VtafBB9kG4/Ftdu3mgCE0VbB4I1RALK7uR5dPZwM
9nQ9UZv7RuTNttKd4QiN0Qyl5UVHbTGA9yq92GgVIT2xK/hY13AuPa6mq4HJCpZDy/lF6VCPerTP
A0J90IlQdN1bPdEeqItTh35IjVbZz5u4f4T2Za+xk9pEEh004G0+FWFLSeSG6B3Xbw0Lpf3Uh4vR
sr2NjYGnaNTmYZLwBWJjtv2aMNMvpp5PByGUhly4rmD8Vq21pcJGrETpsd61+mZMHgl3SI5YLmqw
EAkbRkgDtG8E66k/ui27uzWaosge4ymNDpGmkvJBSYIKxPyJsCT7OI8QdlPXi0mhqs3hEBnauKuM
Eo+KsiauqExJhIqWHYLTRQQ8tDqkMlAHHnv3bQYWGVMTCBeB639gjco6zblu8/40SI6LLDvB6Bnj
95hOPaa26NnTkYbPBVlAPoK9u3hVV1MZMf3aLuyA6NRrz0FwZvfdtFuizNsaSn1YlpYl21S+yjZD
t5z8rDS4bpO5HuKmGuJptthbudidz27BC9teHMwBbgakweVxBCHmQxoEDyI19UBwzzZTaV5xVgm6
MR839RQ3lEHmhS/Wy4hNdZRdrUI9EIBQEloVfoKrLmxkPl27GQVG3aytIHIjmNvR/Di3RrVRHXyl
qmI7N5qRW4GVimujytMtdnRsJYmGPWBWaZ2k8qaCT8IMWDxEGMcIJCw9hljPfleGuq0+8RJe+jj7
zIP6PFv5fjKJTpD21YTT9KZhRTa3YxuLZpPiECJhSRoeW5Rl9ix/cBAYu6Yi74wi646aziZogf7v
MFNOfmNaiouct5jv3KWV92YKTtUXY6U8mBaWtibO9BP5V7j3PBuciFZ9AYWi1b5JomfQxRRPvI58
ntns4yAi3C7MpGd+53vCnbFO+zODBYeMofe+oFgUEKUeViR4otuz76LCJqxCG40vo2Y8uotOcmxJ
FraFqM9H5fUFg2G6IQQ3R++lLVdocnEm8Db3KZr+gHBQTmbeCO40McDlaDHn+dTwvund8lTgOtsW
nNpZRaGiiDn7QXEiDxovfQKCPyDGTMbAKfofQ5TtmO0YciaHa8qb+p2ljzopJR78H8d07w13cE8p
cXkbTQzZHm1ceYoV7bACXhApF1HiV0RGsT4UKWmyc83ynVunPun1G7I/i5NKfOWmb+KdOhlf3ViL
gYewd8ANaN3YoHr5uCZ7b1uZ+dXRpNxrQxeMNMpPI1sDhIW9/Jt8Y/FQZ5KuAYHU22jRliNlZvoH
tkG1zJKOwI7UdHu8qeVJabLoZo0Z+tupyZVAWAlZxecBUE0rEBS0QdxUCitFotrpU0+Rx6aMg079
u7U4LFCFBi1sPSAbUNZNNsRxHG+EOiQvDjWRK2IPs3uHd3AVT011VanGvCZXOd1Pz54TLpdktCXm
vt8DUoxvHQdDk8Wa/ENmmfJJtEb+TyTK+VoWsXjuSiN/QHyPe8xRqWg5DQ17UJta2EfOQMO/0zc5
xRqyIRMGTx1bG6NtXD5Fvf0a6938qFVpG0ovH5+6xazxCQ69GhC7nuyjiI1PnKnZtYNPakurXlxV
dRYVW847klhKUoNxDcacz3szwJE5tYGR1MtG59I3QIpSOmjtcMgaWVB3zJBudaa7m0EdIQscidzN
bRIuxjm5GwjM/FS2Y7tvU4tdjZvHtEsbnAq0IDgfyQcgVnh1G498V7yorfUSLymFChSV3pYgN17T
wJYhu9J7phfddYq/vZZ1anEmmEjSsrzHxsap2RilCJaiND9XsxF/IYPOd+rZ27p5U+s+xTll45LX
J/xZskwQLuYFose6lZKkEvaOjD8xxz9Q0QtUkyMxLX+2Jp9yqo9s1KxdYzehNNoMwbF7ADxv44oD
caMlaqBpDJPBK771JcWHDlYmTQiFaC9UZWpCphPWLH9ZBnNLWXuf0GwIsAhWG8WNKfqCJ/eavP+c
ulC4PWP43g4Ua9pi6jZ1Yg+BihRY1A0VwQh7WpOk1jHn1n1ntiwQYkodJqTfbsmE7jfFmPeHhCo2
6YN19FONWKJ7q9R35mJZP2epeYE1SGMzsNGzx4SNyeSNVykRO9erAPRAvV4JlFi3Ni2W3843x7IM
Eq8qgoS/dzQaJBY8Oip9lGC7TwOueJ/y1XgjYiYK3LDaYz4M5DwPhr2dR6tK2OXGHIw6t4jYnREV
hGjVZjBJ976hrHX968A9J9X0FCeVdm3An9yYXdb76lwnezcrLJbdyb1KO/sIRLhIoELtZlzEcLdU
9vx6rQ+fNFMrw9EknpVidaH4CKCz0BiJ3jUnaO260YtnkDrOS5Wl+ddW67vP1NVsEuKw8WabTE/q
q3KU3Y+ILsFVRVPtgKWZ9Et2PNekZok7L86zsJrju9mtAAZVc/L5417PG/bCqotYLfKEOcDtQGf0
ut0y0YzKE1VvtvCDzEDpIKYRUP1U5dSkC3FbRZr4ZPGrnui5/GR5YtMCBthBqmcU1ou9bqdJCbZD
p+GoX6jFk4ZJ6tjVC7CztEqor1nehd/8TgfeYp5HSGKA2IO0cPabTSpM0WTkqDfrzHyaU8hGiTQS
DgEiB9OGUKtbZxx9qH8k5Nv4HU2Dq6zszBvhVlCPdESfbI7aC8qAt30zy0GJrRlgAPhVvwIqfuvC
G4TcxYsTN1udkjfI83v6UfdAQ1mOmsTcmFEewS4lSOXjV/jLtfC6+20hcFkZrHQhYSGctVsda2FE
92mzXWqtOHpEvEHBAJK0iRLnUWTGC8r4pxk9ceC22cgRgY26RcPA7xu3uisWUaBatF4oPeQ3NCLd
05Sa9cFpIHAtCt22ctFr5LPq2qRqNZoJQPPw+iT/tIhvfSraDjs1wTSgxvr3qG1OUTWUvia0LfBz
LywXZHsW7Xnc81X5XZlxDThFDrmIRD7WhaXm2G3bj5RjkoM6LuNzm2vLpo3KIVSyDiiXp5FrnJbP
LtYDoCCZZn9f+HZw8VMAN5d4/vnxE32jvHPg1+AQMcEr2qQQnSt3vblGMTohFxWKNW+mdgYe73kn
KvF5iMmRalBjO8nj4Cop003+I9VsNQA0APn2419injdDEVboBEgg8llxp+dU2pE/IXNQrbf9bNj3
5Mm79CqM6e7XVf6XP/s4i5//97++10PVt/PDzzitq99Zn6tO5r+3Ovkv7d/QQbvzv/Fvr5Pl/QXC
E7EverYV8rpmqfybhMQfodl0gdOC53RBhiHP+g8JyfgLYKiGwQC/BrK+db79D4EWhxRTK8YDyzIs
F93lH3md1j7577MCP8r71UWnh47OzjsTQgDW6ypdmIRRW9o1x+K4hzMfp9uFRLlhy7dntlsl0pWF
ElG6pEHHLEn8t2m1vV+yAz0m/dz9Yy0jNmk9L6afowLIjqxKk0Y3TnoK5YY2/dAi1/JbTLFPtVVl
N61dLMa/9Ah/NDz/f2fVroSa/34oPiY//4//kuC8ezUa17/0H+ed/hfyRpZxQkw0dGCrAP0/XC71
L0YoA3UFHqPg1hHP/Xs06s5f2MgQy7B4rH9n/aN/j0Zd/Yt/hvQzx2Heoatg/MloPJ/HWA5dFIsg
zE2SaBn8r3cZVjtRYiY0KKTuWAeWMWHPbwnz+e2h3P1rcP+OZVpVj78P+X9dBQchgm2Lb2v9898W
4NgaBtOQhggRkAQjIa3AQ6BVwJOcfFnPFR45M7mw+r57ZxQE1dWhiG7lTCyz1MmyzKYtwtLU6+3c
di1pgpAaP76z9UW8uTXKGCriQw70VEBf39qAr79jfy7CWisbCCdrePtGTbx6U6seTYuY6pLwTTKi
r7Eiw0VdYqU4okqh5N0Czjw0KrxY2ivl36k+eQ2VunowPmUYzIdQFyA0fDKvlWu2xIp+NyCV03dD
ipXwylwZigMy+VtBRWffdTBZP76589QptnA6wkXHY08HTxCXxuubm+rFY/cO66dbFPNO0XWcIGaV
cFpyE/1pAFHkz5PArt170S5r1XFvmiLbzVo1UJFvnOnC0373B6Hn9QCt0RO3Vrrz7wMJsGSSumBE
w0UBsG9qunzWcF4G02JTiMgValF4rp+wrhJUzKkwWDIT5RF1PEWV5gU32tsRxvKiobk1PHRZCLJe
/xgLrNc4Vk4VElkzfUntrrwBRHvJ4fFmgCHpxemmqfzHhW52dstKqpJ/PcX08RBOkPNcF0fVphhF
gfxSBsqbz3R1CKNcZtbhQubqH/796ZpWr4PI5WxgEsV0hXtWfsEhBXjXrasnVUrlhxa3REt+PMre
PEau6pgYOnD1ItQzzj7UGc/PzACKw3gVFNEdlAUtoK7cf3yZN88R4zPbcPIUV3MOi/nrm4t1elFa
rzVhir/vCJ8l3xYun1FfNO6f3tGvSwEmx6TFtsE4m+4i4eWm7KYmVPoORSEet05x2gtxVuvoejWn
chHeExtYNIHWW9JdpSOpzYSgAU9kDzSVfK/3cryFA9TeFIPl/OkcjuaQ2YBLETABZ/JsLkhZxSha
yWZt0tzpRnq9mBnYXepNpVS+05cW/scv7M244IIYR0xeGNJhrI+vX1jEdLhU9OA5qdoExM1ZBFWN
us7/5Cq4eLBPkddybihyhkovyeoSoYarnBPo0G01LID/k6twP4iEwWBav/zvvy2ATtrzRAtThFPb
RNs5m/6WmtNduMib0xEkWrYMUP6QmxMBeV4yiHpy4RmV3IsJu2LSgNjocFf8dtE+l5Twrim753ty
zRNUr0NKExBtZI2q6MI0/d6bczhnW+tAQXy7/vlvd6tXY0F6PW+ONqAIusIzdktlRRcGpPbOF42I
maGhqVgu4Iq+vgxKP9vtNG6XFUCAuqZ2niXjVi+nT3M5PiaNQDpkkICCNypOm0MktG+SZgreHLiZ
tYYryqPl9ufjyWEi4/ljbFR/7Rd+u3cT0mCEZUiEszE8rtv4ndnMl/ZT7z1gSI5M0oxaFul1bvjt
IjAbU/TiXISSdxUqyqo3Ms1LiXHvPV8Xn5lps8TpHIBeX6Xr3LymoCvCqK3U/ZCL9JFuRnOUnZNd
mJzXf+psMltXdBXGBMe2X0e2329o5mWARRxEONYk9iDVKLdETlYbgbInGGS+cgCbeduqs/jjjwaL
msb8CSRgVYyfm9QiO44AgdUitBFEPWeDBdCMnkgohk5Q2Eutq8GZ6p+0bq0bkkiLY2GumWCRlV4Y
OetLe/UMsDUaDp4+lZ0Wu/6z1VeBnlv3wG9CPW7+UcnE24p5LLZRHxl+jgXiwkf6ZrFfzw4ceLl9
5qU3WZhd5JKAC80pzMwSUCmOiJiqOMP3lEU9oJiyRmhYUsl5+sMPhOt67GVWZgif7jkBtLfsqc2w
m4UTx6Yb2+GrBdhqXVgdzXMEBTmPnDPQn3OwAV7yxngEIsGRwBPDYlD6p8Z154M3F8M+akvlakaZ
HbjISA9JmSRhrzjFyenQW5UlmwF7KJdnHtx8MN3SEkFhTTY2oikjdwDp+KMzmF9Lk3SDHPT8NYeY
MbT1jpeUk5vpZeiyJE3Go0F7xa9UOWwUxRruDTD+W1r8pGkVo3pVwdG5AqHYb2g6pluDPAPSbqs0
BF1C2CxKlLAsZH4S5WJv5oV57Y9fA/5FIqI4RvK/882r4pH4qdPzDBPwqwResldvsvH544u8caXx
FlaXJNstqnZERZ9NIRNxigW4qypso+J7LNJbaSOPT9NUCTxQbpt8rO4SQ8GORnIb6cH+FNlhMoB1
NPKKPgsqC9m29Hi9S7uLNzPO+ss4P3sOh28m0bPdxRClI6rkheGvy+GwaG2LPdDwfF3PNGClMV+A
ziyAgdC98OG9mVbPrnz2TIisy0gbUquQHLOJvr41wVhAEl2mAMM+fv5v1on1UlhV2SHafOJv9rzj
ok/qgKnJbWmjVnaTUB9NrD/dqK1XIZuQooTqsik9e5S5IQwUx+sX3Q1aaGBx3BhL9PnPb4WCtYHr
+9em92x2VBWrSVXaHWGruc1mQQHo19OkXXg3740KChS4hWi5cFg4eze20cbIMTLeDZsLFEBm/jUh
rG8zo9W7QbBhH6e4HzEuKOAx/vwGbfZL0AP4LrHZv15t8WunA3DHMkwqM/0Meo9+YDtZ+4+v8s4i
w2kVj/RaWaJHc7ZnWgCroRhPy1AvG/sKUM+EoGSA1hqjSmpjM7ngVX/ngfLCqMJwQWstI7y+K11O
NFftrAyVsVNCyyBfpB3hSGa1i1B9oD2qj/Afy2puLzzPtXJ1tpyabLeZejCAcQ47u7IHrG+c8BuE
C2TljdWhSF+Gpd3Qnso+2bzUbexU7QYhT+PXQmgXKPTvfHqvLr/OAr9t0QYGkVCGrgiVxpRBWaOb
lnYrL+xe3nmda60bXy1vDd/r2VVylAiC2CSu4pnWXrLz3GdUnPCP68MOQVd/YUJ5+1CZLJlQ0FSw
XzK8s7P6okh21XVShDV/tqmy+uvErPDsupkdeAMtfrIgzVuFlnaAQcs9fDx43w4mivZ8m2t8F7Ud
92zwIkclw9JWRZg1+S1zNNEUg6PcNgMiswLzfMAgU08oIS/MCr8AXq/HkgbtiK2SzjDGwXg2+WhG
M8VpHNWYQ9O+u8nLFhcVLU5HuZJYXH+CC4dw6LZK093LIeluOAZYXYD3hg5RGUvviywWNxgcybRh
o4p4bjttdDZQHpSXKcMN4WvzLFvItS7RikQTUQ51lrl/UHPFwSqGdJdEIlLG40CSLaPtcPB2nyur
Hw6oCupvQ+xgahKuEAKjUOfecs7Z6AA73Gcjdl2yeuqJnCfkbT8/fiVvhznmejbOFIs47KHoeT3M
kWXLLBozETqeoj53rNhoaNr6+eOrvN2rgiYyOEyR4E414JxtVY2LAW0E4pNCgSOK5bU2eS4AwuqR
cAIYop3rXZg93lhl6RJx4rE5kHD6t5gvX99Yo6Zd4uJPC7G1Dzhcpug4Q8fd8H3ER08nYzbKAVES
EIVRr2317LZzcGb+6X2vP4Llm03KekY5G/Al/N1c7yK0DN66Oy/wCByHZnEPmoxJcCmdWLtSI3f5
8fFl37t5FkAG+trNZ+tw5tq37SiJEUeWYZ86JBmIWkVr5ipY6dtsI6e+R+WVud+gCxCGXBMKljXZ
En78I95ONTrUAE811m7d2u54/QI8JWlLNVlYOQhzfSwMJ11VNv0WmGcWYD7AFUhRP7vKkn4C5Z47
F67//kP47QecjYC6YyfTROi9BxAu902/ZPcSsd82HSdlk1mWuMIL6OyU3CgQodWKnxJMdGEYvv28
Xj+Es88r6mcVv5eB5jwdXoB+uA+WuXQX1uj3LqIBZ/hV3eO/Z5N631HeRvS+jjIjuetGE/4ImXb7
j9/n+1fBkP3rjTKwXr/PJM6nQbTsb5zIVDe9Vup3uCbcC1/M26IQuCfkwBagIpXU2POpwhjJXTPd
hm1UVgq/NKfkE6la/YZ2gnLTWykU2UGOd3hkrJuKAEC2djL/6ZoFTl6p2IT1oRuNZ3wQ+JKyP94U
vP5xZ89gsNEheVrH63RrGKsA8+8VBHSbj5+0xZN8vVpxFbJSAYI41DXOQThJMhnNoPEIKlMUT4bR
VNdLg542M5MLp+y32w+uhJTcgQRIHe68dB+JNsa7XZThvKQaIpYKx4PjJVuRtt96p7p0Brh0ubNp
SdFZ1VhcuJxaRAFwn1VqH0cH23Czg4cF+cKDfPd6dHhwCyL3QDPzesh2ParNFMVbSHh4/FTiaAmV
LrE3SeP0VKXrS1HX718PHh5NXwq451FCU1TabjxzPXQ6mDEmmIY5PvTAc7s51KPpUpbbO9czUDZw
MXZVK1bx9f1VVacm00xrCRzxQtT3kGxdq35BMksG5FLWu4/H5a8q99nA5DiKNAZ+IwqeNbb19z2x
Etd6HtVKHrLWjatX9J9euEGMOLqOq1tFTdEQQV/X0vw6U5ojIu0N0QabltBPpY6va5p+m3zIdqld
gTQXO6OAAdlGm6RQkwuv/u2OY2WHMnA8DcoYvanXP3UkdaYahZGHJpRV36X8YBi3tOwFwTK9tylb
lJMfP5312z9/OJrNegvYgQ/3fOICbKJhuiQfz1DbKTSAtFKhSnPSXbMb6DX2MXYWldKJfQlbt47i
NxcGCEJ5RYWAe35EG+N6Aagi83CeiMxRRNYgWU36CyvZL+3f2WVMbuwXnYvukXW2l1EcDEh1lORh
n+NuK2ho7ZwqAXXQe85+apf0iJZ4eSEixth42qCifJfewSranJiKEV15gYXj40f+zkRpIsFZFQk0
BTk/vX7JWF0xES5ZHq6GzoNRQQvGzqYRNuleanK+eylmklXPadDWOrtUU4wuxV3uPu/NNKzUjINv
3BMQkntfPr6pd14n89XKx+OWKP2c7ZtKvVFNktIzzipRuamNpsW762YXHt36e8/eJiAQOhAc6lFV
nlcrOnU251KgqkUmm4fuqHmf8DRitIkisokazDUf39U7z88zWWjg3VEopW75+lXRVx85DxpZ6MV4
3WmAyJ2TtvPRHar6wqf/7qW4M/oehDrSe3x9qUGpS9DqfRYm5biwygDnWWZDP9hDZl5YP9+qR9Ci
2QYATpg4oLbPXxYGNBTpbG1DU5nnn67AJV+Vqnaw/h9p57HkNhKs6xc6iIA3W4AEybbqlh1tEBrN
CKbgPfD050PfjYhGEFdzNtqMNEWUycrK/E2JH06N88q5lmsZcYYpQswPyUNwnzneKMlwr9lR8BLF
un6cqIj9o1mhUbmjEkuugHzkwmpSjxrOVvemgBw05UH/LJBvxGcGVC5ts/hupHKysy02Nh8tOTB3
vNMAAdvL3P5e9ZBNUTXY15xGGh0Hsy9xPjU68cehknrjohqq0CVBXWu1xZUswNaoRyOgqObeL4wS
CyXD7hbLq+JUmtNHKZrSi0ThfyeIvd8aXAqL0BNfRmNsLZJnh2aXWzCXT8Fciu9Vkf09oAtwBrax
m8cuSff1AePVQxr3//r79jopH6UEAVYL7HRXF9Jp6GzdV7RWveuKSoP3rIJ0Lar22RjoIAzQ2z0z
rPdE5d6vJv0ZkGE0YTTutjX0pOdpVwFMik812CPfKNL2aIxGsbOa71DjHGlIahR3iSjg3Neyol2H
hA0y2tEJEQGFFADK0LFOcNKS5gDGctWbT5KE3AB6L8MJplJ4nJz8exiUxsOMvjZm3lN9r01zdbod
c96jjfhhLDOlB+NNbHSVbyr0XoD/4rLQ1VJwQdxg9KoxbM54Q6julOfjU67iKJwlPfph6mxhbYVi
4lzH8zFogErd/jlbm4+im83lSWznbXN9tgxzHPQKC/FT2JjGX9CnZB+OpnqIRjhUt4d6n4ssxAOA
FxRul4LX6hgbUCZNDaf6k8wep2LawFrt6FxNCJ+6Zq5jqxtCaqcAsldq23h1a7xdQHgjKkChTV7N
udrBjp60SpzUxJGO2E5g+cQqUXfph3M7lw/6JD0iG5W5UzmpJzvS6o+3P35jnnnT2DIlToPQvK6p
WkMH/RE2Elk4QHONHh1c9gnlL3Tqdq6aJVCtDrlKbACjyDVA+Wx11WhxEpnT262mqs2dhDDjXdbn
cF1sG+6/0VewY9DXvf19G6cafUpQ6/R/ZbLN1T6yTDzxEsFVOkGBguur1AealHuhcuMhvmg6UzOl
Tozs3Fp6U8vhMMyVnpy4+J7mMbGfp8yWUb63Q69URIsCatkOeDWhZqLJUnwxG8jsHRZlGESFFY1P
W3qgdYCQjlJ+uT0FW0tsAXCjrkTrj8h2fZQiLUxN7LuS05xOT8LWq4fEhkEGalPfkVXdmmzuiqUF
DQNFtpb//tuFqGONVpppBvuoMpMZOTTkXC29a6Kd4PA+HwNFR4dlkeZf0K6rE0syJiELk5OKaUj7
BjoMfj1u/k1U+Zm4taeCv7Vvl06fAmaPm2HdW0FiSY4MsESYCMmBD9WPnDmuEIzXs8qPLNzsUHnQ
d/bt1qK9CdSCG4D5sX4gJanjVMPokHLmRQzZ08Rw3SG71Xptr2/61pdeH0zeBBDG6DMw3KokJjux
Eg1ywAaRlI8R3L64bp9IQB8CQz32kXVOjOqCZqKPFDCqONarXJF8Fc2THTeHPKTqPtRPejB+tspd
13F1I2hAKcLfeCGgoGJ/vaUstHUmkr3klFL69ESso98zlpBClXg4mJkw/CGpy6fZUIsLnxgeu2Du
TxZKKMBpwr0awsa7jgotzyjQTiTLNAKuf07VRG0vas5S0k/lMYYKdT9m9Y+0w5Y+bIbXIUGJAFg4
jQFgq54w2/EOfR1U0qu2Qd2Ixtjtw70M+G7tDHmBkwI+o3Z5/YPwkhlldSDwoNCkX4B7OG5eyhWS
b1gtwrykexw55tdCjfrzNOP7d3v4rRPv0KhAcJ5Tz4V9PXwP6SqSe5bHGfCd1pQKe0mAXDu5yeZH
WlQogEJrix/G9ShBgT8utHtGoW0COcSuvuBDrRyoRuPSyrH3UKGS3WTQs6cGnaOdOX77ineTzDOT
zir8RDL+6/FHDKskp+h5ZaZoHurRS9cjY1KZFxRMEbywjxXEUIMFNjvnWcuJQE6VPFMT/FQPCDMp
gV/K1qFtFDdTgFrE4k6107tWF/cNmBQ9T362onywwv4B4CLGXOJFLodfxlQ+YALslWp8NIwQX9Tx
wySHTwqSrWBkPFAzDrJGyQmSMxaK6odxFF+zqvi5ZK0WTlU8ju+A7Po85R41m/MxtRchBSdkXtwK
QM6QL08l+yLQCBk045yYvVfGwf0YOneoHCOR1vmosl0ySflQmtlFnsKfkhjuo0E/Sl30rIpJhYJc
EATR+m4LbzCLb62knXvbOAU4DwUK1j72UKFiUn28vfE246PFhl/Kh/CVVvve0rqwGgYOIsr0iG5o
o+xnbRTzMxzn0+2hNvf4ot0N1BRK1PqIYfo4d45Y7k9JsZG2nSAjd+ke2n97FJ1xKDGQSaxSwUo4
CSg0GZ5t6FR3AzvJNSW1+A839GKJhaA7PQCgcNc7GQ2IVMXvMTnpHeTGMJCTg4TP3OX2jG0sDgcR
DQq01ckp3zrMv+UB5WiINKeJe1rYjSCNkPywRR74otzryG5kAoxEh56WDq4xa3yd0dd6lGAdd5pM
e35AEkj3EImxL1ohYDaLsth5K2ysEvkdpt68iHkYa6vMI07Srsrwzj7Ni5YHbAXMVYe638lvtkch
TlKtXjqzq3hHIaHLZLLIU9bVmYtClYlyDXfu7VXaHAW/KJzQlsR/vRcsstQhXeYuN6fq3oyd/sB7
L9up+mzuhYX6R+pEyXVNR+bGnlUt6pJTlyihr7cZTNYwX0TBy/B4+4PeilWrOA3MbaHNMm0g/dbz
hqfYIGEAdsJqNIRcVCHT5tlW3AxnNH+iZ1SEivkYq5aoUTSIMDOdKRIPd7We2YlbR8F8b0myjsLJ
qBW4asiq+FqjEfdJzM4/RjDPR2lsjS9jbCI5IlDirt18ctJHZQLg4Fal1et3nVGqmJ+YVfsxlIcO
LwplwHV9nMyEXN9SJlTEeNn9tECj+iJ24KDJoe7kd5z4SnkJ1NpBt6XP+m9mHSf4qdYZCkCV0SOy
i75/NXi50pvwf8EXQ4Qu1L9k3u0oNRZ6dsmUHlNJvc57bE4RaURIAYxEbhXZc11NvprDBkUFvENr
oqCh9mGwwWOAPFTT72WLjgx/dRrPJjbCDQKERi+8xs7Mb2kpy6+tiXmbayN1+3XxUP97nmnRekFm
aaZnR2XzwxTjiX+Zd66RGvoR70ijc53SSDBPVXvzL00k2iJ63hrAoAYhUK4yh8ithCVGd7LM4qUG
/nnuMqVMDs3cKQ9MWjff1WUSfq7wzblM1Hs/ZHi+HLsJ4rVVzOpjRVHKl40pOzuxFcvoy6sjBqGl
QjnTMqv5K9qiNt2FQIr27A82HgZL9wpnFrr21HRWyY9UK0FVyAbqcga14dKx/+2QMnOht3+Q67K7
Kxpb38mEts4smbdF7AHiSJ/uOn7XeJDysKSobrWZdBgbaT5GCAftcL22oirHSLYtqn7cSKso16EO
OWW0j08Djz2SGdXoT3NpjL6qBNPjPCiVf/vkbgUJRAv4HpsJxZ3x+rNkeZBx++KztJZymC3Yfign
idOQ2Z9vj7S1ZjwYkZhYrCsAg1+PlPfZTLVqjE/Iw7Y+Buj2K7K/1NezaUDrTpX/xj8gON4edGs+
YcOAq6EQTP66/Kjf7sO0U5F4Rk/1lA+IUrI/+4uWjcUJ5Z6fNNjknU2yMZtUihcXGi4pYMirdLUO
OkvJzYZnOGKQniOM4lCW8T8z/KOdD9sqGjIUXR7K06Ad1k1jW53rRmAdfDLtOvsUYJV0ku1aOVRg
abxYryxXAQdw1JokOgxBaN7Xatkcw5nsM+zlPTrKxuJe/ZplYn6bZxxlK/TuaWaM47D4PLeoa+p4
x4foPFdCyi44lu9VBzYnWwO8s3R5ydxWY7YtcdKqOf9NlzpH3cBQvisnw58t5MT/eBstZgJIa8AB
olO7vJV/+zzifmhzvZHzzgKXdvDefpgki4wwFkhyY4idU7lVq74acHWfDnbSjSoI4ZM1A9QLk3Hw
5ZE+tY7ElWsiLXSsMhktHiq1XjlqmGEVgXQpkjz31XLQvDa1HIQGx50kbDmjq2t+MR8lEeOyp/6z
OsMD/kImQvlsNc73AX/CkiJ1/h3tJvmYYPxxbBu9Osm1kM5q2e2drndaNVTwdSr3BpVYihKwOq6X
ARgUesgW2uqkf8LFcftYOLaHx99Da3b/zpZ51KfYN0X9JRiSC/iUBxI6bKodJLtRrFeKb5YaXFIz
e7ZkPKnT7pPaOdNODNi4KHTohDTblqok+KDrH9lDlQrxgieEm9is1xh1H0VXDH+eQjrYYi7NKbBj
UCWvRxFA4OVcokVUT/bgdp2KL5ctlJ1veU/1sxfeMdHaXpjHHLPrYeQUVc4y5hldS0Cqh8rJjqZo
BW4aY3ChP2w9OFKCEFqeBugeRuivmrV8ypr4158ewKVxySPQIlTSKVmd9SHomskKKoqAkVo8CKMp
zpWkqSeeiMWPqkJa8/823nKv/Hbg5U4NayRsA9+aEqRPE5Bd4yzCYxVhII7QWbVDgX9jlF+fLJ0+
BOaBJOqQ+tY2InmujaU2K7pvd/RKDoEs4EMHdot26wzmtntqyr78BGQDcbQS/c1Pwzw3mQsgUkMV
MrIC7YAwH+8hq8i1+zZq7OkwA69sDmVoDvYx6tF29eapsTKv0ZA+dnsRKK9ByUlx0yYeUXFOi0R9
sOupqqi1duifR10tY3GKctePzjGKFin3HKlpGVjyP04uhh9wnbNvsVW0qqsArSjcWk/q/tDOzXyp
I13FtqGZqb7n8mCnHp4UqekqkjT705jKrw7NGSQx06q17+w8ENk5MIoKiXpm6aGP27TDS1nKeLBI
xuwqqW6UB5TnUSExqrBI0cvVSthr2WiKA3ZD6csorA5Bnin+KgzkW49yEIypZ+Hl920Kev0Fb5AK
OcV8HNN7umeLMVpxGKy+UfxUM2Ws3Z0ZLwYF9bdHfn3y0NdZrXtiykXgiU7W+iPd+fz19l7baGGQ
wS4YVJMSp815u95sqpQm4PQsB2kD9SK0TpMQ0qydxMUXI/H0acJVspgm9KL1wFUaYWEHr5Yc+jh+
tiuU6WNHmhENbboKNYg9dNpbwXu1NQFf0CezIL8u1Zjrn5eMNZq4le34jdXgjhLKHmhH1MFyA6E4
S/FIi1/hO+o00AYJdJ5wjRJvC0Tz5unVnEAwB819aeUf2Z7H21P3Pr0j1Cp0l9DdWJ6fSyz+7Zha
ZTUpAXcRIvfRwzBryJLVkvySx4X+VZE4vreHe3f9kbpS9MK5DlUmikWr6y9sqySKqhkYBcqzeJHI
tjdHSf9o6xQGxwSV1jpA51oof43l3O7kIMs0Xy3DMjifSN+FPvY7FN08ZlrXR018guMfuZkWfjCH
/IsiMPoru/KXofcfbn/t5oC0gcmcDbrm7/2AZ7saSsxDhr4MTqnI24/mBJXFmai76pWB9qDd7pHL
392egPxpFnLLM8kk7OtMS4IrF/V8pdyZZDBDiswyesg7c/lu3yyjkMNwl6DXBiP/et84YoRHEPJp
VaiUl9CQKeNKaXSMmqk7YqS2J+O1XJOrteNtRdOChijX9lrxIh9pYaYRauiDYeHYBQuYIpONHUk+
uTSCLa9XS2NpY+x1cTan87eBV6GlQjkYJWDePwn+hG42h70f9M0eEnhjOrmZycLB8gMGW2PuRlNv
ejWeADBgi3CSZmH57YwjhYlz1aMwdpmA79MSyMtkgksFesEprGFhUhhKahJU0SkoVfVsdqn2Woaj
dleG7NTGjpEnn7r0hBJkcK/gsnUIYhyGEyeRPt0+Ixvza9AOJe+FwUGfe5WGlWNS4ScdRiTE08/c
0MKn2EDA+PYg74xA8UW9GmV1KFAzMmrJhkEcLH7usGMST5WafynawNbh+nDpy1ycavSTkAYFJb/D
VEyJZ9HhdJ0g8dAEx7kXeMBhEDLOKAulaoqOU0wHIuZaH2X5ZWiSD21GEwUApBtXVu0Ch7inxmIe
m7ZtdtLXrR0DFGHpLYL84AxeH8CqK/vAUkV0QnVMdwcjb47ClD8rRdcfVCTIdoZ7/1peZhAlUVhs
oMaUdX98tDIpmVsrPEV99Y8Vp+ohmXTtA/bu6N0HxquhTeIIjix6IAC3FJKC1J9MeFf94md7ezk3
4uqizAYgWl7C+NozMdfstoD5H56cEjcoSRtCVIOa2QvUgWpIapIDpvNevWAjAi0dATQIFkAbbJvr
CecBGWZKy0aNm/YlR0b6kxN22UcFzMAnJdIrL+8oFrtpaQV7u3fjexmaCgznlI7Rm3zlb5c0taBZ
meIYeU6ruA+VOXIFMsCgelL62hYVxVbEkNXHb6OFXnUWvKSWddHM6ifljX8qg8xrqHpq8f0vMxK0
d1NyPqn/QRfkHOJKeWjq7hFKRYISVPXDMorm2GV5ewxxr7q9cBuH3eRBx83Epyz90Os57LrCNCaH
ORxzDGYcq7V8xIONnRLg5ig8HlknQBYI912PQs0zjmEbhMiqVv2BHa3CN5z2XNE3FwUMHC0iCBUc
i+tROiGwzhlQQwIcM3vIEyDjL1LlgvIfziJzjiI5BbWdrbD5afA4FtUJ8DDrTpuQEVLvLS08Nbrz
s2qBhRphnO3khO+rBCTSnHJkO6kRL73D608r6kBPbCAIKD8k5bNemQqun7OMGWXU+XmopQeKK+II
HFD6LJVV61V1Kh9N3DU+AlYbvKEfdQrguvHcz+3ivikUctjamjEPzFN3FB1/Ssjj+/9he4FuQMCA
ovY7wcYkieOglWSWBOtM11SRPEIr+dd/GQSVQBLyJfKurpJSFEFtVwwim0170hIMbMw6L3dC3NZC
kyXDwKBkQ2VuNYqGHdlAj4uFnhGsyCer9rolK7j9Le8fTqz0Ap1ZxH+gUK4z1KwTjh5YLZE0lJMv
1TDrl1Sm24RfB5I81GgO4MWgUgygnOdyfEHXxQIxALRSgIw/DyN2GoWoQbfku8bTWzkKNXyZUZCw
RrRqNQdqSOM+hI3uc5d0P0CXIUwOEcyTs7m6w78z4TXN3QLpQEeuN4V6iIdQkpTN3iwtA62ST9oJ
kAIXiWfE+lY1nHkucOQTreRPWeE8Y83xUIWSfZ7lTPeNRMue83JY1LaDX/Sosl+BHpIAzP34UhqF
8nJ7yTY2Bjp/ZPZvDQd1zU8InWaoG7uQ/DKdqgOCW4obBVBt/nSUpa1Ktg2kalGDXF12TaHAuJhR
gjJTdXSxAKovEUZ7O5v8fQhlFOZziaCcpzXTUJcnU+TKHPgAANVDXU7TOUapDw/DeDyr4E08OVfH
nUEp8b1bToalk8GdSpsBfZvr8NbEk1YbYxv4aYe4VKw8lAjQ/6Q1ZMtHFOSHUwlO2XFLp6g1r8ua
9NUILDxQ6swYFXeQZy7h0pJfAd5NL+DGJC5h+dlMHOdj2Ovi+1iAUj46gG5pCs1q9imKNPVnpZmY
b5RWN5ne3Mfy9y5VsvFQ6fYkUUpqM/0y1iNWBQ4NXNSaA6F2h1Sbk0/J4sgIyzF2JjfOoiB0LQpd
5aFREmc8xEYRBoegN5DFtyW1TsDCpOFjP7XxQ511wV/jIEVL1af8EYfdlLoigdjoqmBnX/qu1JEb
H7NfeavmfydliFr9HMrGQJfS6NnOTsy7QIr/FnrrPMUIHpmHJscIFeSiao3scnMkA7OG0s9aEwL8
3IvoZ2JXnIBCNPEPaXAUjD2lEUtZtei+mPMEEx4yyBelmMvZrXGCEackUnPsnNoOxBA415+jrnTP
Zpw7ADENsz5PKDu/ZAptX1BIqvSg1HocHDXAPOeoA6bsqpKcfo8ke/ial3rzkurKjAuQ3LzYNJOQ
wM8eRJfBMqjtTs4BEJUUXPIhWJy8jHuii/UppTb6UiVJgO8QdOVDnTu43dMGd86YusW6K5BHkw61
3ZTy36UlMNnUByeOPd5ERo3OpuCpgH6b1LiZFDiDD+87/K7kc18dOkXpnpI+EtOpNkpJ9/4nbRPE
dioVXElsRXCzS915kYSZ406RG59TVEsyF1nOANdcp30NwWNh+GgL0NRKJtkUiDAh+mynpvQyxFn2
5fbpX073dbyjRgWZnO4YYjHv6ARh7VhjIJLADxs0Q4MIwYauUNST1Zif/3wkkDwLIxVNDF7210eR
zKJS6zCjOo74yH3ZRL/aTlRPstPEO6nn1jcBGFNlgyQetPo6p0nCMOrHiJF4GvhVmNX3cxkYXtNJ
325/03tkPHBblMpQwCF20qxdDSXs0rYlNqhfhg2yTRqmXZJF45/YoJ25SKZDpDc0/gEcH6Kwhzcp
sr3Q+vY9qzXkR/ADZHJgWj2rIDeUGtC6IXD8LDRnPx1N7EFH3NEKPf+sTt09xGnMpwJ78IygwV7B
prjROcV9LbX/hs73RBru2zb4K7bNe7yezV9dOYfnJtHK8+3Z2lgXCkkOiBekfAjJq8kaK2vWZQxM
/FZaTA4j+5+0ybojfOnAvT3Sxm2j0+YFtgVThNbb6sVshwFALg1vW+zRcITODNp9nYXDbT7KKEOk
2ujqAEP+fN/R/FnUqxZ9LfBr1zs8DHBfZRhK01Yof+tbZXJDNRnO/F3zP0wlrCfqRxxctKBXh8lS
Wt2JcobCaFp2uxgvFABEFfqS7bzzVZt7nKyU/W3DuYGMev1ZjiG6AW0Px+/rAdRMAZbm6OD4eGxm
1TmmoC4uA5fvUTKU/lDZZX6pyCR2rvJl7tZ7HEkd3nho4aqUzq5/hBnG4USlwvHnREmxilPpl0ej
7ccz/Ws0cutP1cjrJDXyvVXdHJneCvJPBBT27vXIhpxFiZRSNsenrz/iFVu52LXad1KP1CrOM+Hn
qUgw0sUHe2eR3+d/AOtwC4WDSE1ZWed/doi8Sh3Cye1AvR+nslTobzh76lNbp1Ih+WZxLXbTGjU8
VPRq4hzvWzyV4kOTmMEP2F8PoO2snYb45vfwClEoAoLCWOPedJKgCisLx9djs3qia1iwc+M97NGy
Hu92yhs6h24HpcblV/xWQTEAUDgkHIySI+3U11rja8qYPsplUj/mVF53Ys0StdbjqYugOUAdanPv
WOk4eo6AjhxfyqPq2ZkQwQnLtjwWBUZg+tzjatdq2eLeGj3n9bDX598KdURT3gnsFdVYowxiY04j
OWP4QLOGixWNzgc1sbDwUZFpod8FOUyOx6+34+vWmfht0LXk1FAqAcA3Bm1oTf5szCDBHzqLfXh5
2cvk6DUc51o/SJb56fbAm19LJRScJlQhXuXXi9ua41wDU2Jx6Z8hIlIXB1tL07PcVrU3tVHxEUmu
n7fH3KgoU4JRge4uvSReEqsI0OFtFiDtxAlRoh9FyvuF53n0T6/jw9RpGBohnDLXbp/rqo9bd35X
o+HrhhLur0FrEKMn3AYRS5ponlhfDamuPjRGaz6pM4IFGVvERzXTPFe6AxyIJrFP+169pBTXgGmi
tYo8XM4/XVyn8ix8vf11m9sXeXH0b9m9QKGvZ1RPxiIqBmbUyCWBKSLwq/uucUjksVD4Gafoqgol
jO5lK9RcdN3rPfmVjfhDdZfLRafgShlqFdmjerZ4bXG9tEXdPmL9nD7Go9091paeebOWF4+y0Wf4
YWKH16Bpj7tWNXyQeMcdckXIB1NY6SXrRvs8IDXmTpgyHlNM4ulEV4bX45HjtbM93KvSLLsDElwB
Yp5nVLfQlZwz8zHGe++I3oX82bD70W3Kxjo4iP4d5bDBBRR7dHfkt3jmjGUckoOoqCkareUxnmlz
HzuNJoqO4hcNVD1qq5Odzfmjjh3AN0UJxeX2am2EUJQQkf8F9kDha51Ey11aSXLNnjLaxdDLxn1N
jiNtJ6RtHO9F+p0OFQrY9DNXeyLKjDhQ7YqE0pCsY4gzNZh4JTmEGLW78STSg5q1mV9wmfi3v28r
l11wK4hXEr15mKyidxEr/dAb3LZAdDMc5LWqv4e8rnaebY5ygCpnOX1PjUS5lCEHQo0E8OEUMzeY
YeOEe2an/4WjXvexLbFHwAJUkh9s3NlyVKebBknmxVc4wpbujxlOC+tiYTYRl8jC140KMQlbwuuW
OcsV7SyFaetZKn6UdVQVB9whsZU3NOTneFD4ktPtYQq3TpEGwJf7bqnyrVV/QgAf41QXJGkZiNtJ
DXS3LZv0bCjBTgje2oIAtigVEYDA9mrXAQMvaQtZPD5UifvQj2009UI5lHe24HsKG/NJ8r4kQAZI
4rcm1W/XONblcdbMNRlePQyxrzQxTn7AbxHkG0nVUi/uk/5jU9fhS4ON7d0QpHF6jqU0pv0B1JM3
UDG12HaNTvzx9iZ9A8KurvylYAa2iooShaXllvrttxWOJSWBlTr+0JqHSnK+jwnAQwzTj3lonMtC
3PdF+uQE1EhC/TUb5L9FPz+WU3YX1uVLVw3HoYw9/MA/9hTGy1bzhDWeJaU4qkgbSw40+5AN02n9
AU5P7apIzezM78ZFStFvgQ2gUEk9bvWAiHF7FlAebJ8HEsDXDnxKVna61+jGg+K07cFacKI787Zs
jfW80V8Hr8BbmUR+FVfSSRbdPJt4UFpd8ymIE+PZATaRU/QeBZ9btY5bgAz5GyK7+g1C31C7Tef8
kGpKUm7Vx9PzBPn8ZwC2sT7o4/iYUJ3P3MiIk79USUHwckI59WsqjDZy6wJNVW8KAvWbCBJlj927
cXEyg7ROUFkE77R+F4wdmvZRPtl+6/xI02y+Rwo3u+QlsDK7R7m5lgW+pFUt8P6ECXF7Kjd6tItW
kwFcB4AtBOPVrZkGSmCV8Ev8hH6wayXVvRI0OMDVn+TQpvWt5L7UpR9xmH6NTOmXDnVGjZs9ad7N
XWTROuJ99HZ9Xx8EBXnkUIBI8+fQecLkbqnfz9yXeRwenaDCQTz49/aHb0UfwPc8h5YsEDjT9YiL
Uy3AAvZtqQxoEmW25RURIej2KG/ImfVOJcLhyQDdGGbz+oTHMsouHddbG07fIfHafp7Vo6uBFz+o
AlvoUtAML2moXEaR12cAyJ3nKJHx2Q5GyKyxpZ9MJaxO87w0buN8ONPKxgccBcd7xAk1Py0p345m
lD6h8v7nDctFZH3BBC0gE0yHrmepmTUpb0rN9qteFfe0+FRfVofGjUK1PjlzIj2GqHfshJTNpSFH
hgEN4wyEy/Wg1MNnlFpm26cyk1DBrExXKypjJ0PYOnYUKmFP0a4EJ6Rej2LOdVlrwWD7qWIXPiwm
k7Lo4PjVXCSfDSNuHvBnc+6zvLc/1mmV7gy/VQ2hCLIIzqBUsJCJr8cP6r5yUonxxZQgvUI6Ri4p
4ksBMsJrg8j5aKXxQBYwzC4m2lTPzU7d+RGbM73AvkDycTuuoXVSGQO96ql+2JGuuFNg6ecWCY7D
7UNwexRHXh01bOutkcq57Uta3Tx0TY6CgCO1/+VbwMspAMxA8dur+aRqM1FgadiqSof1QKdYmNYj
6vIfvgUsCxpIpLRA2a5XLTWEluldz96Mo5CAbH7MUUfcCcpbWxMQHvxBaE+LJvr1IKqNsWKjEA3H
KFefU3uOn2aHREyabIy3UwsNkbFBCAKr46MD2mznG7feqfS6+AX4NcE1XbP+A0sThY76MkcjsiqX
y2CG943X70GqbPt7azrJN10TY+FisiTPGMYbmIoLEPj6HS9O4bhY+ZQhrjt58Kvrqbm5jlT09gGg
kUWvIzdQIlUmviOsCgX1vdqB+Wsmetp7orLK5xkDOezBO/7EcbhaOimWk70SPsNXzUmb77cXdeuZ
Qq5N35gcDGT/6g4ElRGVfZWSwxTQxYG4G2QP3ApQNodzwpv62Gqd4Y2yNX28PfLWvbeQhukoEoNg
WFyvtFDVyqShzi00h9GHGnuIQ2WKb0pdf7Q7+zWy5j1QpMn/cX0h/T7iagPrqQ3AReYeQlv5QBvl
Z2qp8xkimDcPs7RzJreSb7w4wIAh82vwFFvt5Kru4k503LLpIOXfsroYK7dE5/tYNWhXRGQeDwDq
6XBM0pfIbJ27AbXKw6jZwuvs7p9Ksf7YORCyOdf6QvYDKQGe+HrGa0eyO4kmiB+iAnfOc72/+/94
dWys69Uoq++e+6gOwyWwTogUnFAX131UAk26ik3zQYRT/CzJ/+E9hS6bDYKJohbPbu36y9i7g+Qs
YVYr5oGHwDx55lLcuL1j35OkmEB0dRbNmzecz2oDmRgWKgVQRYpLav9idE5EvpJVhzFSoiO/oP2k
1Xl7mpqgPjT6pN0VWq7/oP/YPytGkN5FQpK8uQN2cfuHbQRNHgILKpTXs0xR8frzUY/V275AsSaa
TTyxLUDSmFHyUupkw8tERvNMkxS/N7Svtlz3n2+P/h6v7yDxtMwJkgkw9OXVtGQ8RGaaGYHPk7Gv
PScJh8coMPrSiyFxHPIR48ODsJvwVVJGuaT+HwyxK2FoaAOhQ9bCtXMeJweJjvERY6Y08pMiTpdz
wMlyhZ3qOz95I+rBq+VdvPBDAUWuYo81qoaUDEu1yVGHx6nrsrtKqrovThohNdKjnWJR9PLlJjB3
eDcbCQGtCPpa0NZJ8daVdSErFM06BBKoG3X/KMnYeUk/2ztM/I1R3uCPnHI8u4CmXG8IJ0mT3pxt
y1cmDFxdxy61xjX0MnNvL/37sw7zFJDlwtEjwq1LyXJq1VrR9JYfNE56kCURvUZJnXiGPlqnkSeP
mzmBeP3jQZdGC8giYDALIOb649iKZSkUbEz0QG0qd7ad6UPhKF8DU60finLOf9bWaO4kBhvhnJIh
fMylWPHmjH09Kv5GMbWnyPIR0g7vKLY2r5NBXcEOFQ2dVWqllVIGT7UD3mQcTecJKZHSL0wamI1N
51q3yj9/LFAi49hTx1xgrms8UNTZ2HM3mumnTpCeNVF1J2xvq+Pt6X5/azIKlFe0+cB0QbG7/vAy
1aMYHzPTx/0uPdfkEgdURQ6o6408UIo9Qdm94VZbt9GcpmVXmT4MINNr5LI+Oj3oXdnqgoMa93+e
oXP8eejRTVtsst/W/bc6VJxKtTRLk+mPWlmfxpb+a1pKw872eR9wGGVJzonPGD+uO0x1Y2rYOzSm
bwaqOGhBM770WqgBv5MYD5/kBwu0gTfH4x6xcJmv66SHIiM4bG58CsI0u6+XLw1LJ0un0vRBP0te
hbeHl8yiuMTC6vfaEO+H4vOAcjChkIbWVc0yRSqH5NHw42JQL1Dygos8iirZCTobX7SIAWGZQeee
fG6VxlAvyEIIV4afRlJ4L+JEPfdAiPyisoqdaL0xFIxamjQLihEG1upi1bsI3Yk8guIdSwUyenPl
4ULiHMpi3isDbQ61iNwtvmVAs1brFDVR3NSDo/u5ERe+NCCHGw7qcFIgEu5sxve3g4o/mCnjgLGA
AdZQbJpodRvNuu5jjR1D7i4iL1Gx5bsdN7ZHgcb1NgoJ/vXGWzxiMhS6dH+cTeUOQOCvxjL2+Hgb
vQ4Wh7Olw9GGVvWG2P3t+MoKzzCMsDXUcnlWVwPieWMJnTW19Ls+FTVKm73+OoTqz8TR4o9CA5iI
20zMr3KcUyQM5W5GrORgpnrrh7ZI/bKpZbdFLunBCoYvt+dkI7hRdmP2wQpAc1vT+rHdMnNgfDr0
wWY+UKOOPFw/+pOQUu0eF4m9jH9zPLIzGCyck3csZhp//8veeSzXjaRp+1Yqaj3QwJuJ6VkAOKCX
KMqNtEGoVCx4IOHN1f9Psqp6eMAzPL96PdG1aAVFJZBI85nXeC4aU2aEB7txQ0xjXSirMiGmiMvK
qlTzT1MJEGgCM0QKjf4nsM3dNy/FzNkAzDfewIJ2GtTpyq2yy9dn8cRWeaJAIT8spS/2u9LJp7wV
ZcYo9mo+2F65HpJyG/AU4J54fagTi5jsGNY7HSlw5XvsK/7nZW3kjkHKZNkPS5OLcCizc/H7CQYB
Cl1cDyh90yGnT348b23lLBa6sHqEI7JyrXhu/NAXiaDVhVZK4Wem0hzcVixXWJwtj1XTrVG9mMtV
hwbFO/o+1o1n02O1srbZEPYpSzQwtAKDlyz1Ryfd+gCkpX1vleka/ewE0XGmRioLyew/Z3dCDkbb
DLZw9aiwqNyXIv7hul3yrwxCxRoSE7NDqHk8PVq7VSNKzXqEafgE7q7pv9lJW398/VVebha8mMkd
EbCi8kQz/3gUs0qKHIUD6tXI+Pk0d9JgGwbyD7AZSFFn5+wFX4px0jN6PqB+PKAyQx/PF9tBQUMZ
rteyayiIptXj3BTZdXqbQiDUxikg53OQkxlJ77IljdCemr9W2GnBM3e8h75v2oOTUTglMa0veoGK
3+vz8nK78Zj06mRNmi7NvotoZFsLEtBxojUr2qAdiTDFrI4+AAPjzIc+wWFgLAQJqAxzXnFHHU8J
5kgewDA8vrMEvUX4bF2oNY0WKG2+RHEtKL+jEX6liqYPpUR5OBWmEth1W585Y15ufB4EBwVZHiZT
3PMFTY/UDxqJE2F7Nl3OcWoGxuqdq0idqIQzDPQEegywcF4An5J6K/uYnjitjAQhARhQl0mcjn7r
tqRtlkBhZkUXssTq7EYAsUaGUtPOfN9TryqdLmUTE3DePiVt8pR8CiBBlCaOibFr2gSGOpo/fZKS
QUjkMpgIcpZ931IVrtZI16coG2YnjNd5vcxrpz4TdLyMsxkFZjAyRVJFZL9+1LFboObokifngCx0
teVS25zHOXXI5nUNGtVcVNc6YcCZmOrUJpFa6rJuLPWBdkEpurVDXGJSTglGODdDb8WHPi7xI9fq
c0OdOqc4nYjpwa2ieLILrDBuMBSx8r3mcanDKadNpmlZjnXzwKVumT+fIT3lfvSdgOVKVs/xntSQ
0+6VZXYiW1+bK33MSr+cUvdM6HDyrTjf5a6XB/DurSZtlWyAhZJF7bgBrRhBfp/Vl1k1fzKWtrx/
/VB74p0d50W8lezuUQMigtxv8IwKTQrokJ0HUurQ1O0SxN6oA2xe40hPjORqMyb6UpQ4QMRmy7WO
ASVMElFeVguiv8SKQ6ipg3ml5gZSFNVUhoOS/Q69Ub+jPaiBI7aaS23QxPVQTF+3Es6GpwF4mOJq
fFfXjnGASZH4qIwkoYbeezhogFuSPK6hD2zpxesvfGp+Kc0RnEn+kLpvdhvtaIh1o1SjdKUelWUR
R9QzGA+iAT1NQzsHVJUfbD/BHGvSwJPmAn4Cx8umoKtIfOva0To0NWL+oxc4zGOY2mibJIkh/B7O
zSXCvvblTPwVQWfBfWDu0neZObuX7TgZvpJsa2RtuPaUozkHqwo9ZeorzUewf7obcRa6Tbgfaca4
/bUXu8ula09zOG4SQTon65WzeV0ArkxtfA/J4kvRxZgwV0Vg9Ejj2o3rM4prNwveXrl1oa9GftMs
CBb8m9C6Icm6zomKClamULb+usy59zY6l19e/zinjq3nc7Vb/EJrU9YYXafe01u/GyrjszVY2rs2
zo2gNXT7Agk7K/BAYgWvj3zi8AckhlidRy5NdUIum2f505I0ntk7GcfyZLW344KAu1b2/eXro5w4
HYHccaU7VIg5I3ehFdDbpbChTEdTOeAtWVriMjOa28Va+jPHiIw3d6vuaKTdqqsqAz31MuEYSRIr
MPR6xncD5LeygWNyFHx5O1Xp/pVJhJBBDCyD1L19igJJZGj7nFvHqpeL2hMKjYj8HEj61CRS4qfn
JrtK1h5knrZpIkxBBbLoRmRvVKUOZgot14NinQPinRyK00KicgAI792UU6XLEksrHYLNog1bT/8A
hTi/7BugD6+vjBM9FVKeZ0PJBfpsATZVOQIEtu1IsS3nznNSEfVxU9yaELuixYvFN6Up/8jdZfDt
qU2vM5dYb6w7x29LtbsZa/tHCYvgTEz0vzwWTRXE507wgYap9rKhqtgXRq2qF46GM2e4uo2uH7JG
tX0XQhlaF9m8vhPVZnZ+bLX9jTubog9bbDYu7bUBz4Z4UvvfxaAu56qyJ1JGyvqycwrmGMOqvRIR
0ll8/IlPZKY2ehZpJJrlZvOcb5q3vUsVoFqqRgJjQqdL83tjXC4nPb2bJYx6LLL7VShXtlZ/bqwh
WA31be8owbyhcvv6530KHvf7kSCaRgf3OvmzbF09+7w00Z2tL6keu4oS0zQf5/XGs5LpMGQDylh4
OEWV3ovLBJMQX2zNfIkTXBsS3ZWHdTHmg4K6/qGo1vxSKUvzrTfm260928DCuSQOub1pX/4NpoIG
QNzC2VzgD41U83wA8mH6kInOgf5OoMaYeIrhSGdJcO1eoW7d2jVxCtOOpPzcj1X0jY/0zBTmqokM
erwMgWJM+oWiV9t96tXgEb2MFL6qrEt63mcp6acOcEBsriR9Q4LaW1ZgVbusee7ZUSphH31XIfCj
J+aFFZuotZUb0riukgWVlO5TS/uxm+oJTnZZ+MSnyDh26hh1MDzPHInyu7747pQEQFmTPXHsH393
TwHwUnLlRX0a33Kx1x/sImk/DBOyv0JVH+3MEZcVbNjI2BBvfH3VnZoTcg26X0hYITG7u270eSpy
O4/tiIRnDbVs2fD1yc5ZKZ+IqOgbgBSWPDUi/t3VOWrx3FMbpg/VYGRrxeN8W6/lJxMKwyEfvJ8H
+cAcw1ANqKJDlrHv3ksWw5h1jh2Naewc4sXIwlZHdPr1qTvR52IY7B1MiqrkT3s9rKpPDU2Z6b/U
RTH6KAyVARXpL5veeuHK//82r6hRdJ11bSQNCs3unatYYToun19/kJezixs7CoyoBEHeQgL1eAF1
eq/ZSTnr0bKWX0m59MBS4AYnXumC1qqHM+v15Y3HcNCppF+oTRlrV3horcmk1VjrkbkpyuhTBhn9
qazSG91uzJ/ukxyPtV+e3AyoIhaUs2J1ubXt6XdHR2nyX5g/vHnQdWb34XN2PH9lExdWZwNaXFfo
m+7oqQdjFc3B6QYyK2c9l9+fmkALXrKcRDDtpgzMnh30uNeuEkurRYsjBr9Byu0dwVB96C1tObz+
aqeGogylkuZTmQVgczxUrVaILSB7Rfe+Vg9jBrpKHVxcypy4ODPUqVVoy9fiEIFFuO8OJmYDtxoD
BRIm03xnNEJcd3ErDgkIuZtY1O2ZZfgyEcCugdQe8obkLe7hbxzXa5FmDa+2qRS2ZopThwyXVPKW
oTrEaluFCoS9cCm9czvg5aHJ0DqVbkiqtKH2lo1gsTO9T0otwhO+u2gw+/BrvGDOTOjpUdjPKAAh
TLcvXmyDsraam2kY32pmMIzUSZAFOGcFdmqF0CIkoUGRB97XboWIsRPIe/LZpIA+BKh1w+VS4Ldi
tt2ZFzq1QgAKcvMS/iM3tdvMiE5rkK5aLVLzvvTzZLHDLh31MCF/9Qf4tWcSnBPxB8hZDQcyFK4s
1Jjkuz/baBLAts0KgtClNmT3iouWjqkmll9gX3CoWECpb6C8HdperF+qrbpdmXrbBl3t9EE8i/rM
in35/jwOETwKK1LvbN8AiHuSLXq+akQ9xD6sjTsCcCvwP4NReYCJ9P1n9/7xcLtroVYbDc6giUVg
78IOUtssmrkvIwi4H18f6eVKBczExpdiKsRl+wOtR2SgqmpGklIYF14bz4dSq9szLi0vVyoNMW4e
qobkQZC2jr+m29dI0Dbehg5bX19lVplENcjIKwpI25mr/cQLYYuFdhFRGafLE/T12cLpwRcOemNt
0WYhSo2M8xio6H6fSehOrAdGoVvm0ltmhe62nhur1oja8BZZfdpSmS/v4iJ+q029zddCy+VnPxKV
IXApsAwgruNNdTx9YoyZMmPRo1E32gi1kBKVml759PooT7D742gWeBuaRojSgjeiBXU8jFe3VUK2
qUbj2MdGMCON/m2rdcsI2xk5Ib9b06wI5wrwZtRljXKdg14VUdI16XidYkybHbyGK+pCiQsxoXao
dO/XxTW+TmZutMHWOFuYYgz4tk3nscalZQNgPNhDh/Rtnbn9g66MP6x8Ep8wJMs1Pxbj9kVv1n72
K0dR5oPoFeiVRj6X5bvUncmgKi1vNZSFFRZU0YGnXZzmk1rOGiQ6Yza/Wf3I7bXIfkv4+my9XGc2
+TwYF+oGkg6/WwFYR9EztSc1WvpquOiWTCVHTdOvr49yQouL20rWM+lYUBTZSyqkhPXw29CpjxeF
vm82p2/reutQ5UNqIb+1xKrkkCdqKw/xS2vhrbrTcO/lo0HNNTbW20yx5ptijId3w1bE0A0BcJ3b
DPL0P144rBtKXrKxgqfUHtWxwaQqO6ENVJQXBOttkQb0P1yEjGd3W8KlMZXNtxQQAxftVOIJGsce
OOG+tK2ZOshsDqEH2PSGkkj83eq7rJIOXEN5JezYqC4dbyC6yofWAN6Q9Qerd9AeNVqRfadRPHkX
SWYxQIoy7eb3BvaU8Lxc2J4NoK7aJw2sNd8WnWgDs2/iS2OgCgidWtffwh3abjOndx5Uc8HmTG2H
ug9jB1syHwm0tA6QsBwPmo4CSqDFlrf4eaNOUMYmvb9dc1EGOSRY6MdVUX/vrRoH2V5VtK8Zod1d
1uDqcrlWK9UbZOv1g4ugfOPPBfD3IM4ROfb7tDOXsHStcbo1vKonVzVSRFhS2pFUginLv76gXoZe
QHwIXUEtAJUy95jJWS0yfamLNTIWu76RRNnQmNPqbTcoIGUqL4Vh3tfvsL45p2b7csMwMvgMKoik
XC/oG1iy0gb2aM13ljpd6uBdQ8OtpzNr8cQo5NsGDi7EDA5SGMdnGOG5qcw5B/Mw5jP6tBt+CuZi
/zTyFGMMufclpZOQeXcga1broPY3bFHSDNmNDfgsyOzK/Rfe5fkou6CraOGfG123wVhqx7Bq1yby
DEhir6+Il3cz7wLogyiLCUOW4njGZreYFeS0mLGibv2mywzfLOotSDjhztzNuvHyoAChBwiRM9Mg
492la23ZGVO76uA6zJGyTLpU5ZeOfLS7LhV940RQyva2X9SkvlGKDip2asx42STq2ih+biiufRg2
c/guRDrdeq6ZxhdmvLafPOreadAJBUKdgGmIQFjrKb7XbSPOgE2tvx1iiLjh1Gr5uSryiR3FapM1
GOnmAJDueP6KAhOqlepotLqFe73OQ0Ibp5dsXVWvg9rtlYNSrVTk09QJX/90pxY7hyaQHWBWDuCa
46HLes5x3cn5dImphmUO554SsvqvjCKhiBJF55JkH4+SABh2stVdI1JI6qxWNYeKEZ9LzF5GVJJt
QKb7NzLleJRO7SqYkeZKJm+knzdrGi4AQJYXDapCQeWhZvf63J0gblIbpVEj6z8AEfch/bzZZTfS
i40qINU35aBPTaBl25fEiFHzZnP7iyCP8FbN+gwFy7vHrl5cOIAwfcOd6oeu3vortUkm7MZwhVAm
FU25rAHTNOvtpdm15C4i/90c1PQTnKT6zBH0cr7k6cNpSkwIbGHfSbZ74Yxqay5RZ2pzNHd1cZuu
mf0hthYd9+DRPpOSnACtyM4WREbULpGTMOVifBZYE9xMMXIxC0JSHtDwPEuus7SPrxdd/WQvRh6h
fAIrBSHFS7K1KtAac7zLhHEmSj31HDRsZLoiO/XUg4+fo13j3FaXYQYJW4v/BrZVwjii+3ffiKT7
Q1EoZwESmKv6YLTz+r7WnM7BdM75XpuErmdOtJeHJ1mxFJAjDJQEy13IvJSZxdJ4kginp2h0znhr
oV4XVmup//RtAFyIYhC3toSqW7s7x8lTjKlKhpqmOfk2rcoY9sB3zmRqp6aXuj+VNGIDSVjfTS9e
W5492eUc0Rr4iFJPHJQT3dp1Q4VmKW+3wbpenNkMFH26sob8Nwo154BwJ5J/kmzSURJSYmvQ1sef
WF8tZyrXlGVdIMxksZIwctSTd6VptD5V0Yb2iWdESz1WwTCv/XWcYxDRZMkQVNlknjkp5MI+jm55
Gmp9ZJRkfBQkjp+mEBSNJsWaoiqzjQfRiy2cxyY5Q1E8sZIQjkeiTfY86XPsrhGtdeFd9IyitHqL
un/Sfxg2bFF8VTH6M2/0ol8leZCyTCl1Tkn691WweYZnTjzdAvisWgxNvSr7Ugpj/cPWs5SIOem2
xrfRZR4JWcWIBD/ONnpVjeYBQnVOLtc2hQlwL9kqf0yM+TMOjZpyjWNh3iG/UNZEsFBk3jeu2jw4
yAb9Xk4NnlE1rrv5pLJkcBezzyVL+6tYvhbVS44n2SgCnHv8pVRRKyZiZNjjADY7kHW6Xxf0nn+M
2ABF+pC678vYKr+5SpFcmc3s3JlCET7a0LTdMrSzhTl1N13l6KufF6rHS2nOJfBbQNIpRPXXL6D9
spIPSwGZ2hZwIwkYOH7YTgjFjpexjWazdoJ02xyilnk7E93trwlGYS2hjEK5H02qfdM+djqpOpC3
EaAxqKcjOU6ZisaPs/VbDZDk9Xd6AfaUw1EZh7EGuF+i4I5fimDMHVKJakIT+YeV2EO0tYQmmqaI
a6Nbykt3s3owla3x3lxS81JVcU71qly57K32t7ybuU31pKeOAIGkXyrnplrUK29U1nPn3Inp1+kq
S0wv4uD0/4+ftARgl05Eo1GT2ulbZ22zW6NMvff6YHdXmtLQVhuMuMPdomse4HiuD7nTyHbJCkQl
N3OhB1vfGO83zzwntX7q0TiAqTSSXVCG2R049YrnuiWqNlqwgoceaKRR0STnvCJObBbCH0aBWkBl
bl/AcFoVm5lYYHa9duVbJN/7OwyspmDMautOxLV9h7ZtcUgR6z2Tg77Ag7JKsCfAmgm8OWDwPaUr
rnQU/fBPiUqr+lzZjecnhoq4S1eo44cF27G3cQ+p1uzjr6KwUXwulvnM998ft4hT0u1QXVoQcJWo
sBx/foyiLX12jCmaNqzOs87ur9suVS6Q52jPbIqTQ8kWn5RBksDr46HQVVWywUW7bSvcx75Yjau1
yb7YlUjPDPRiXuVL2SQDJFdkBOjNHo+E/nhTCaeaojbG61RNsfpxisL4YK9dcmgL5F8WpPjCeC67
j4VabwfT+GkuAc9AUiwjM49Q3thfLXbCbGuTN0abC+jCyKqBy2I4d3iemFOZersmdWsVM+bdnObW
5kHIjEcotHUBjrKPAzKk8aYi+Q9fP9NODQXZCztp4EjUlHeTmvag8ZzGHoGelJxkZlJeN83aXmP9
8fD6SPsdKacOSCj7gjYDDgu7NblZxjKnCUiF1FHrIFFoUI2uVVx2BmbOxmb0DxgEDxEgoXNGnC/I
zXJoRKqo0XNV0HDcvSROcEY3i26MkmwdMSIzNN8SI0R9L+l8Ld1qCrVp3X7oU5l8q9uFPQI8G7VO
3KypJy5jneSW7WZFhlEVeCaa28c2rvMzSc+pbyFd3mVxX5b35c+f5SATzZ84BU8aqTNYDhvZ+4su
EdMBrLB15rPvD2GwJhJjTSzBEQEAYpf1EsqvIwb2beQNQg1Wk4BonONzF+bThfg8uGQYi7oYdVMJ
d4Pwe/xGFDxBliSNrKIvRXpoOk98iwGWbxDCc+0aZEJbB0VhecnXetU7jaq6hllR3qVJjLaubYRp
W6wVDrRZDjulrzZc/EZIJGKCEu9XTTlhMEl5fQEZiosL+uEa8kQ0NdT4IDRlwo4QzMrVhrsTae88
Te88p+zqgzCNJIG02c3NAZ+jrPPR+Zg/Mo75ARPrRPhxbqWuH9tCrw6VJGNfFGjs/ZYb2FUFNAdB
AaViGO9bZvi2GntsBukDJHmQFXEn/Iql/m4wJ1xAXt9G+5CHKUVhVd7rkg768mj3cnM2c0tEZTMt
oWoU4mL2fIybhJY5Z8aS58zu8xFaUZonEacxY+8+H6IiK7DrSkTAV7uw8vQ4RPe3AHBE4144Shwi
Enru5n4SDDseFfqZjVkrdzcw/31GMgp4ocC2M96wV4B+ZmZZhJXdCS80ps17Z7WlN9IqnXNwvDE/
RhKxU39YTooX9bbCOcnsNf6Gas82H1Y7W9+2Y9FYF2Yz9Glk6kjixl1sF7Tryk0cFkT21yvb67KH
FXbv5Csp1O9D1g6x7teYQRxiL0VczSD3XgIlNxaMh0js9JDmNcR8pxoSqNREg2PkzElWoCyhqcjV
s7YLHzexZTvMbmasV12xrD9Us5roG9nNlSnNMFcV7yyGMcePChsWK/pt8hrOfAsGyesr5+nWP5pY
j6CLbYBiH9cn0eHxbqzbQa0U0RfUMvicuZLTTa7GcbvPNlFUEEaawtfVzqiB+BlLfE95Uf2w8i3Q
9G+sMkDaHUFddZuaR2PcMqB/1EL9sapQd1rT3HH8uJ3GhxFs8DtVm9qD12/9cDC12NYu0MlisqrJ
KGZ44NL0Ya7Xprp//R1fJNecM6wYaSBj0FXkKxy/Y5qOxlCMXRYNmGrDPprMcQtNQ2nv49VTHBwm
M08EhZJyEZTQ4rpwWoRXBmKBHXZoXFOjFB03f8aE//5j+Y/ksbn/c5L7//pP/vyjESvI2nTY/fG/
7rIfXdM3fwz/KX/tn3/t+Jf+69302A1j9/jL3XfR/xKN9e/fh6yp979z9E8w0l9PEn4fvh/94VCD
wVzfj4/d+vBI0jk8Dcczy7/5//vDXx6f/pWPq3j8x68/mhH5Jv61hMf69a8fXf3+j19lc/3fn//z
f/3s7feKXwu+r9X3+pervvxe/97vf+/xez/841fF8d6Q1yJ4SeRMqZ7s/ddf5senH7naG1o6VNc5
F/jGHEu//lIjhJv+41eN36J4S2jIccE1I0Wt4ML+9SMYjSwG6LMkzng7/Pr3Ex59tP/5iL9QVbnH
22bo//Hri8KCxA8BK0OeSz4FSefx4qqXaa5rkaLCkhXDRU6Y/06vUn/ZIPJo/ZJEg6FlXxGf+d2d
9eTeURfcL7Y+VFsNG5RiijkmGg+R5rXxk27NDV9krn6QJvf3vTktgTblV6M9fS1x8v1BN0m7shcg
oM8m/q/XOnqNfUPzCQZFC4m6LCKUL2zdUsTHs86gE74ZLNOk+OSIVfh6O6Oeby/p+HZd14u0XQc9
0FNBcJTjFh40STNd0rzL3jU6peJSW+zbVlmMa1WlMiXcegEqXU7jh84txMOyiS9qeU5Y4olhdnSE
QcuSaA7WgSHbETLIfBYi6W6RtQm43qhHGz89aGb3EU2a5WtjtkjVeJ2mBvYimu/NatYPop0/4Z+p
3tUJZiRZVVdGYBp1fj+plfict1u5+nrvxaDS7VH1E6+aH1NEta/qdPgKwM+4qtR0+g4KVu99KOr1
+8Edm0BRV7qoqGlddSTyju+lBG1+MwCNNstaROAIvqh2GSchUKOY+2S1UiTFMsqJTx/y/06VZ6eK
jEz/91MlbKqszn5Q7P/ziJLnkPyNv84TW3sjmQ90QqArylSYDfvXecKPaOazgFyKELCR5en193li
vbGB5tKw4YqENSppZX+fJ9YbiuFA+oAscrcRFf3MefIk6f18NXPSSaVxWSqQSJunvOXZatbUOU+H
TGtDfajYjRiS4C9v6oofK+UC3pu7bPMdgWQVK2utPTheZR8iZYzablE5wp8H1X0s6vzapGLeBqUn
7uEq6hdjDyLV9yq9/kOHbzT6HnVe4VuL07mh7s248FZOf5PZIPmCNE/M286dx9vcndYvotHR5UvN
qfqMCqH+CdzMiEdrsV17bbbcxGwv6E2i67Kg5ZQ8LOn2FnREO0b/t7r3d6aMqM+v7vqXh0cx/lZm
P47WOb/79zp33+D4xEJlhdNDkdfc3+vc0d+wAcjw6TggUPu0Bf5e594bDJOlTglMVPRs5GH79zp3
2B3oq0OEApMFqfnn7s0nfaHnCx04CPsJ9QU6LpSu93JPQgEWsxoljI6BLtNNjkX8GiE6sGxRUZT5
Rx30xHxwzR73vy3u8ynqnaFrfXjq5U2vqY0eGpS1m+veKlf+oqdOF6O2DNS2xjT7vuGhYYRb2Ri/
iyoWVVgQ9eFwLczxU52jQBFgKwXkSh8S8ERNm3X1FTLhjR3CDHU/ZbWG+xinercG02DAwM1qZD78
HjnhKqidFYOrwu7d4q4uqz4BHTOTgHijg0tulpsrjoUNvcOgWgvjbaEP1mcNqp8ItBHdDMyrFoXu
/dY74hA3zvTojZZDT0+pl4+dmjnVpQ5r0Q2n1dYLwGPVmGBt1osWAexU/S31vPj3vE7LEbuVQTfD
SZ+HD4B8S/uu1nrhBYXajHezR1XqOh82qvvwWdzBR6e3qggwNzLVnp4I9t9Jv9K5TAa9iwYAvNVb
1ivyvb03Jh+qHKDEpaaW44WG0AsXVj1295O1JXM4D1v+XQNYg8KyzW8HnVkv/YH4G1q/YceKDpwO
bd+wWYYx/ZYOtfpOwTFYkM24DUmG6VbT23mF/nnRZ3P3pa+sqSdnr5FqOijQwbzLFgL7R91bCjOY
Mq+6RfYCF4I4W6q7GNGT77Pj5u+cwnJ+Q6jT7OFqrQXHZTNCAdWSXOq/jmtOE80bPovWK9zAEK6a
+W7VGsWhRcnrG8aPqupzGMcfEs+aZ3924kX1NRuZx6ht00bzc3SksmBten0CcKELMDAGUgbvcwfe
pt9P22RdbErTGtcmLWMda+QZaZ+G6BTvMkvrH5S8pEMDpCK+E9Y0kCSKznl0S7GVb2W68jBMQEdu
c3PCiVZg5FaEmwnQPvCwH6tCt1pAj5ax41Q3DXWb+apWuq4NJh0JgVBhbwxhPywiCUoUmamUaO2Q
ETa2iA6p7Zoq4VhZpMsCbeX4ArlT8860q3wIEsRq+G4KxhMXC+poFS5sa4OJa9OPDz0UrxEukTP/
0KoZdR1bAeHkJypd8dt68NqvuT5gvQhDJF4Cb0BswHf0zrUCBUH3q9Hsez0Y7Vl1ws42Ji0ctBrR
d6jtEE7crmg+xPMWp36LNAdOH4kUTV0R7nS/jpYSuweNJlTN7VQoX4a+S0u/txblc5dN8xxmlWN9
dudZ/eJNcxVjsafXDl+8sky2VtwdKHs4YBaW9odHzxxwQK5y4dV5trbsgek3py6me2VZSNvXCfQF
fL6q+qOrmomstdDzzMdaSPswD9XjGnfdeLHY2yplvIpY8ycPcC1+iSZoLqurgrJcAGwUadL/GCZa
DMFcbu6tSLC7QXO1Zds4CHx8TMfCekv5eZ19ru1WCymQVZEjma1I4dPDO/QE3ldVyduG2jDowh+H
ZazCRhSgfOgYiSbUrY42sKINhQAi4ppoyZodhDjPLLuE42fr10OzlM5dp04acvmOBT7XW2hwB/WU
LYu/wQIwbnSc6sO2UtUflR6P3+vOtLeDNade6bsmjAh8RLdRu1hobn4y87zuA722tA8Wi1C8taWg
KQ4g1khIS43WTwZwnEGnr4salIBqRJhNLF2KcGmu8w/OVFQzPoEWWkmS/IYQhnmnDoVF0g+8V+Hs
LICTgbBXW99tlCaJzAn13MgdjeIcjHlf5ATlC1oTvTvp2mVQPDlOFmwjGbbNGuZDvAntEOux52vY
n58ppb7oS8hhgBPIHJQ080WvTe/UdMSOYT4s1CUGTH87xQ7Ugc1AbSW/S3O1C2yc57+RX1k32la7
Y2gO2zknYPk2x3cspGnIrjLhRVRij9pLewAhrW20B7uptGt3zKevlsj7T21WmwQW/wxDTmSQskV3
PBQSimRZYEOwIKHRdDyxaH96Wl9m4lA2I7wPIIi4oBXazFemnuxqtx0lOi9MK71Fu0jlf0GPGqh6
+L8IcR8hyl7FPz+NLNocVVU+NFh4NCfLKvIX/wwPoSC9gUZDKVYyBwjJ/w4OiQrfPNkdoeQihROf
1VQU6w1wKIn7gRcCl0m2oP6KDRVNf4OvH7UxCtE0WJHW+ZkkaEdWlPkXzBvgGgicwZqi+nO8mDpM
3OMVKM49+Av9uhdqFdmdtoZ5bieh1cfTtdbHY5jTzj2UzmYdiiFboiJvDL+yx/ECQJd3jp8jK6H/
s8D/fCbUXSV0FLwK73r8TIgTLoPpTfl9MQjnv2MTnpOPE275EZva+HFey35GtKW6QyNVSX3OhuQ9
AmSp6i9gHCafsMa4wJdH+5ivEiwiTKoW/rrkyPLU4BrPbMcd8PTPx5W+ZyDpwVoYe6SkVA21C33N
7kt1gFjWTLP42OF41gdZ6Sj37poK129XQWUjq6aHZcU/N0D8/TermPS36kKWNwl3+Wgtxmb5zFT3
WKYN8cNix+9X3Sv+0Kmz/7DMdPu09oX4UOjLA6UR5fOzxXviXDk+sP9+Dw5SWeJD8mN3YKME0qlm
2mX3tj7nV25i5siN0Gp4fZTjg/JpFBatFPkBQ81/8imeZd2wjV2K+wsLrlMK8NN04MXStjddjtLa
60ORQe3XkaxFA2MEjCnNy46HmvAvFjQnoHhl4x/lZGWIEup3PXe633nWp9cHO/VeGrwdIFb0jl/g
ZecW0PiYmtl9KhzjVi2HAZXm3L3Tqn75Kfbrn1MILBOSllQUQ6Tp+L1IHDNYal1+T2ICecuE47+t
7XzmZj2xHAiUyRjpB0mlJAo7zz8UYgA49tlqfl8mVR7xN1CCdJVzIMeXo1iyKULxmPqwbI0cjwKb
ksbnpuX38D8Svx0pZID11M+8yy5KkFNGF5rWBNxkALlgjY+HGRYzy+oU1QZls9Wwpm58qXCm+RkZ
iJNUTGCr676zussB4tDqG2WznFFCPe7A//kI0G2AFYDKooC1e4TcqnPHhlZ/j/zaHyM2kBeGDhA5
TUnxzC0bg2nqsnBonHM77sQU0/uFrmAxxaAv5c+f7Ti3LGOIMW5+39Ukt6PMZYumFT+92TAkgVUp
hZTBo+xpqe7wBLrM8nu19YzAmqzv+lp/Uco6bJPljDLSqankwoTrgTAjUeauDj3lLkU5U+T3Q1dq
h24arMOGRziabyINjcVrb9FmxYAL+M+ZhfTySAGrIb1DAdxYOh/y/3F2Xk1yImsa/kVE4M0tZbtb
UlMjPzeELCQeEv/r96HPbqyKqmhC52KuNFIWaT/zmuu57FGMxsVbZsFgUFywBy3fNV50UlA1geX4
8/Ur5XbhiGlp/6JPsrTV1idwEWvRLXSsAqxexCdPSbx/Eivc1I9Znvjr55a2Ci8tCijLEqqr/REa
re6Wi8QJLxWt3jjPdl3oNmdM4sROwiw40zBMvpKnlwcION45aUJ5rMxyS5btdlmhokMfQryMOxRS
5/XkDvQT3LBPkiCOtfRcVQaCpAi/4KOoxrtQLcyjhavOP7rzlyqvy9lk5AX4TDmOVru7uutyBBty
SrRJAJuPtG4S5l7YZQ960LOeC5Fs2aVeh/Av47k2McOijsPNtB5P1+SQWxFfKvpWfJiNwRC+HJWK
utFgWIqPHG+RLNaR+QNWcse4CKNNQ+U7y06Mif4dvTS4rGvnsGqiKW62eRI4leY9Ga30DjaxiF91
lBP6Pi0eurBp3yejI3xwjPbOxfkMylpcbcR7Lz4l1xsQNAXQTqKn5V5ci410lTa1/ZS3gRAtj0Bc
Vpi7lIle4mvZQ487JAoaR5gWltGTojQHe+rd2q9Bj1S70swnuatzpQ/MMCvCA8bQGIgWHWIyfhnZ
enV25Ug5fpIG+iVpG7pvmrbQv5ZFHO/hISFzlo9F+8Uhj/onTzAO2Um9mX6p4yx+166Xfhg6OSFX
FFXN76qbui05nNsrhVh32YAL+Z2eyCpKER4EmzxOZVAqvb4DF6nupRaGuH3MIEtqYbx//Va5DVR4
0unKwOwAnHmjJGY4vWtjESEDo6mrsxUbFsGpA/G+VLdcsm4vMIbi4lpge85it3d9oLWuoo2pajIQ
PLGP6NSFeydB0eb1D7o7CkYx3BrUuIE0XY9ST51wx1jhg1SDvTJWnxUz7f+bQYDNLf4lYMPWWnxx
3cd2b5RtgJpoeczmCKE9bxb7v/6UxVEYBuXyjKLJcv0pdJEq3UraNjAjPTtoffg9jY2tl/rOfNGl
0JC8WnRGuPOvB3ExKG4lTLYg0zt5aMf+Vz91W7JVtzkcbAMkMCBwLVfcuh5CK97wWmBuARjnDNvg
qTnjKJk9kFZGh3k2YLUO9tYDcu/LlqQZ7WHWiOj1+stspwabPxkMqtKcSK2+O+Qu5iivL9KdA0Qs
T8WJE0TrZr2rcVZt4Oo2TZCKftp5daLsITku2adVbOyHO+m5S4EHf0eSGGpoaxkOI5dub8xjEyTl
pOwEdiGHLhmBf9H+eBvqrfdGN+MFFwXpuBR6fRii2nif1WVysHtn/Ei3wthAN9+ZZJgdC4IJ5zto
Q6vtY1t9OuZx0QbFPHsnJ3J+hWCnDq/P8YqbvryQi8C7u7THaIVB3bteyrYCC4vFcBukWHF+Qm8f
3rKMzAK8djOccNJFbFSdi+Fg9qpW+/QTaK6EUWLpfgSHKdnbvWzlcXKLz6JTdO44r4S29fqvvLMT
eL1RnUDYYLE0Wk2FyGty/aLqgtazxz3GSfEu0j1lZ7py+i92wtVYq+DIcYBCUhboAq2J8RqbjOjZ
RGUQikFsPKijGR/LXrPeVJanPDsqFio5ZYcdIqXJGSrNuHPm2Nn4/BXN8WWRUJjifuc0LCu2uq6K
dopDKIxDUJVK9SbJZQ1NDe7gnrbM8MPWhFVDNi9kgvo0/NqjZxZNQGUH0Kvs27b1JyvK5X5yY1oq
MTwYfRdHU6P7dPhaZ9faWekdcMCUxxiGP+rsRQa+kMpHFdiYNYnd68tpLO/RKhBBGlJbSrjo0vFd
15vOLeYxAiLUBaI2KKnGTXKkZ6HtisF2QRqCcM3t5FfiUFQKpewfw/ZxSE8t4mzoxNnNAV2v6Dh3
6CY3FbVoY9IpB2WZ/qHM9f7nUOTuHuKxtYslXyos63fcdmbgmjgYl5hwvCnCsXgYksE7uajr7odY
ygcFdvBhdBKEur1m2HjVbjcw1+UiEQa4izdtnbRVqgMjI1aHQFWksotbr/ls203pp6qRXF6f3Ntr
A04pc+qhA2NTDl0VLeqxQ3UGx+tAaSbjFMvsV5322vm/GAS5M+PlPzDP1wuo4N3bcDWNdJxs+qFK
7FD7N/SNB2C5e663yYKpJg6gcmqB5FrVTPFzXuQS7TFANfMX9Au0Soaj2iKQ0be1sbEp7y0R3EyG
segyUfe9/iQELKw0L8Mx0KHS+PXcT8c8ValqKnW2cZ5fLtX1h/HaUMl8cUJbcyM9MSXhZKVT0EQ4
QHuRKx5qgcqaXmf6vi+U+tGbUvlNE7be4o/Q28h1uiO9Q1lKj9QlR1JLJI3hUdCIcv3UOunwOwED
t6U0cWczQTKEdEa6yF9f5y6DdNhgPMKBMQ3VTl1s5GzsCDemfsVXXe63hQFCVImQGKHMulZZ57ri
5BrzMc/JYpUt0yTxtdRsCn+wm1b4jaM25wRoHvAAKbVvUZdG2KeEECzDLpq2HG7ubDzqbJAHKCHx
+K4Lf/T0jMYQ1RwM2IZ+m5U5Yns7SVA4jdxn9Hs3NvqdshmKK38MuNrpQk2UOq8ZsHWr8HmavezU
mLqgEWtHj5Og+j50VfilUCf1fZvhJ9yPY7bx8t05AARZ1K4WeWWgpKuSC5L6tkSKYA5qR8fJOJty
vxiUdl8Y0d8p8P1nvZcNRR0ST1+uxuuz1s2hSFFLn4PQxrN08GpgDF0/HM1BbuHsV1Dp/xsLRNDS
6VjqANdjZQLFV3uw5sBFxejU00Ldm5GJG1PauGcl7k2KD8Xk4xzWHfBvBSltgPlKLKX6EDbaFrTz
tiDBQi8RF/VecPPq8jL+USNUqsYtJmzRg4nbwZdab30s8w6AjVvIxxTnQV9HG/9AjPqjaXplI6S8
t8Qg/XBPAKrEqV4Fexr9+jaJ1TnQ5+xLG+GPNublJ2kkzcZeeonNVzcckev/j7Sa9SkBpKAPiobs
5oSulpp42lHTZQWFACDA82za6OZksIBqfzCkFvRRo1OFqHL7NLfuCC6HAtyHqIXi6U/Q/ID59Q0K
QyL3sJxCbOSHK3q1OztZralvOKG67Wuqm7wp6tLwdnUVR/XGN93e2mjGMfEkIyp5CWzf67WDeTEW
mqUYAdDf+hiKCq21WOZBbEaasneHavIwSgI27xujXl48mnyfpxSlIb+q3TA9mp01nxzhOb/DtFFU
XrJBeZ8qvfbp7x5nuuIunCcgnDaMN3Thrn+nEK49zUkpg1BToLlqxgx3BlmRvx0FhTHkc2iNgOpk
Q1+PMth5arRt0wWmjTZ+Y0zF0Xan/uvro6xvYspmZJjAt02OCyiH1SgIlPfVIJshGId2ehORz/rV
mHofFVE4D0Cjkvevj/fSHfhz40K6JGiiIUqoTQNjwRj+eUArpAoNgiY1CKGw/mhTAnu/1pxIAUva
Y+KcJQ4l/ZIwu9/xb+i4I2eGlfiC4P+nNFLV3DUyakK/7wFIO3UngcUkhTf4pSZx9ZitxZViyevy
HdpU9rOWi4woo7bFv5K/jZSloUC1tItOfm8aLXorO2w64kFZMH2xBejHnnuVB6kIKawJrZFiVyHg
DZNfipa+pp7KmfTA6mk1Vw0uBoM5uQtZzBO71oqxOY0to3orFCBLfkIZ58frU/giano9ha650AQX
QDLN7vUd13XwgopCdoEntJiapsC62EMf9J1Z/1Bg+X200nn6OpuJ/eAWovZVu8vKPW2IpARDl3iP
ajlXPwuNppufzp2SgxQSBkq+aal8nnpHk3gvOOpj3EyyegOTdn4Q4dKWnluz/R7HblWfHKf1ziwv
K5MPXhyojd18iDM3g5OZ4dYIbqRS4YWnjv62SwwLDF6bt49518ILMuxp0U2f4A/4rYfa2qEzevNT
10Vl40cyUU452g6uD6OmAIiSYMyK1BcU5Bidu0/VIoi4KxuKJDvK7066k0XXgWJ2O+tCY6/yDoCk
48fJas2a6z6cD/PQFhh0e9Pc7kw8JecnKLCZ/qj3ZvtRBwmY7fpOdu4uauokfnLtPHyL30R/KUsX
yYEsUv9lh3W5D0ZHa/wiC1Xojg5WDT7Z3uDuUrzCuxNsafLVqo7KhwKlnA8ixbV7Nw4jRs65V6Xj
AbUeS/NHszpBI5jicyfoAfhNETafdJMUxu/KeILfNBtfYDshVs3d3PydZBaPNHUlKJsU/0iXbJA3
10cQ9KbQu0rvArWz24NWUGysaDYeX9+m69CWUSiY0W/F3A6X+LUUTpXlll4WBTG46aa+YaTKIQPA
tTHKTWT3n2EWcj4KY/S0Vql7WLZ5FyrdFGBVUZ1Vu50PYN+qXWLMw2lyxm+AS0dfImx/KJGI3Ekv
3bK0WJKx1XmETomZBfcn9OC1vk2sV+GkDGFHQ1TToDYOP5oeoRsKxMUui6z8XOMH4XjTr9cneMVH
fllHFOp4IyjdIYGwjrzKtndQ+6ppGMgO7kw8KvIzWEDZ+hhQe7+Ltup/QyjkgKBBab+rbA24JrWu
wFYUczfk2SetGArT74gNDxOuO63vwjxEq7bVs43eyLqMuiwTQJgXAUQegHXTWBa9Oied2Qdj39Op
LnT1IdGT7GC2o3qGOteSezlbyvP3tiD8i5f3euH6rEpNKqrTLgoqfdANWga2GACroHi7kV2tQ04+
jSoikHmYRBD6130PUN+tU6vKEAyo65/VfjbjnQv/EqwP4dTXtshhABdTHf9uRSfqXViH01bF5870
csZoOAIyQsFxXf9IerQls0khk0dM8ox+gThFky4uVtE/eFkTfshbR/+wsf+WWHq17xGHBnKFqD+i
POs2J+QkO+wjbQqE6p3NrEWqrnhH4vhBpzM/1eqOt+9bn5mYb7VBxa2eaTpsyS3tgZVBx8s54HfQ
P0fk4KXHfH2ftXXTcudGZDtjOz64sW4+eajKPOZN5vilMRm7UY9DX6+06kBa0KBiP+EZMqFWiZWe
POSFru2A32zWfpdYZjVB5LgLyYy7ifRztf+yxhJamfLD3B6JPaeMf7sK1ZY6EeVZQkID693Kw9RH
6bcssd3jXOLd1xaErq+v1J3dwSlYnI1ZKG7yVbLglWFdKku6HQ2d7qtIQj2PfazuVWvExdYoRyyN
purh9UFXtKSXZVkiSkLlFw2RtWaibWVJZWA0FeigfE6h3YdHu0rlaZgV3IDjvvDRiXhfa1l3MBVT
9ZskYzLoE+xhKLgX8ivn1BWFRus+rd9AVp8wio/aJwBDyrHpZuehT+32x4TzyoMRw7Iee+Qy9V7D
7lU1P02zER+4kMkZWHmf91h50ttw2PXzMBxEUeSUORt0HFWH5koLuH+U2V4rJuOtKfpiA+q0jrO5
JOiGLW0kZgSr8lVuI01YHn2mzYGcGnlw+0z4XtXkgFvxek70ydwoIK4z0WU8mJkw1pBOoAW3/J4/
8uC6pS2PoC1bT++GILWdZp+lcXtI4qY8vb7Qd25ZAlGqzYjFsNFfWj9/DKVEJu/vnKpBCqzsPMyx
eeo94Od/Pwr1bNrKixYXnJDrD4JqqyWl1asB3B1A7UXvnCH3lxvTdlPNWOZtEc1YQK60WV8qaX98
TDEbROwy1oIw433dcVSI9wzi6UtvF+nXCA/hzxZUzfYRLkL8TxmNIGfqzIKtoaSmCnmubJStHuS9
GaYUTG+GHg3tmeXP//hRVagLYKGeGkC0AkCSQjAS3LUbCeedeGLpORLCUJdDqXNdoCotNzEET3OQ
WnNygNgQTftIzXE7xUcr/YSPVfyZ4i0ynWEU1UHSGx3ZWSoWBuEsxb80D01xtrq8+G67sXxnwCqQ
UH0GzduZ5mKn+rdbgt8LjxemGvcavavraUl6j3LaZFHcUOEfhiHsJ23q/05zc7nGqPeDtFvA+YuO
4WrjkeK7SMyVeuAgmLjrjDgmzzLaN3gZxedkmIctYvXtVcGA1ISXlxwMyfo88dThdCdnPbBDN967
IpSokgjtMJBV7kaReRsn6yUMun6mrgdcbS+qA4jZd4YeFMbkR45I9phCPwrTeUOxWBy1oXSxVW9D
VKuH8JhLYZ4o1aTwEsr6HyohxT4qhumxlPW3EUGWQ02n4gHhcuU4Whux1u21xk9FvQ4MHuUKhDav
l7wwrQRkCz9VKp3Y87y2fgUIcifCdkuy9u4y/DHUEv38cejQGkeWmwZBgHYZ9o7CpraUwQ+zhyk+
KnmyFUbeHnLOHGIAGgec3sU6Qo7MKSEvy/XAEGb0EAmVr5rKYWMCb0OBl5PNCsCLQmF6tZvDairH
AfOpwLZqe1eFtRMUdprsTGIS/HV65wCCzPv8+kG9TZA8dMSoQxucIzqsq0ELVDy83E2NoJ0Neze0
2W+1stwP9LjtN1KtyMm9fv4WCmXLEuveGqL5C8d/gR3CuL5eQ8OG72ZpiRGMViXO3NrTntbz/M7M
s9D3JgzCXv/Qe+MtxqWc3aUMva4MdpVlwSEdjUBpEVwdLEW8dbwG3lVsTrAa83Ijq7pzHNgu5Bwo
vILYXpspUu0WE3yvOSDJIYhLJv0EA+pXghrDxkh3didYRlDHqGEy3rpOGIp+HITVzAEmBeqpiJ23
YFq3AHR3Pgdgr8tKMQiNqtVyIUBpuopLkNR1WX0mJov3s05vJiybaON77qwUXRjw06QNi2Ls6iLx
vFxrlEqZWSlXf27H0nibpljJZd2knagCZhvn7u54QEJpgBLAODefFoflRDVXDZJkNo/41nef66z7
VzGc9N2cjvFGI+JOWcRbZKLp/EGtgoGzOnJQT7XKErYa2IsQmRy85mLEubqrw1A9clrjY+TWml9l
bn+02qZ4lEOqbGQAd5aT3wAhB/FCjPJuLmut7aacJzxwqeXjKlp2dBsT42RQYN2Y3jvbk8hNJdnA
5YoUfPWEiSpqbRu0bdALPXyaRgS0oqZRN+6xmw4FscDSviMX9GipEo5d3ydlXcJAXiKOyXGrH4bS
8SAbin6wihDOkZrFT2obDY+6M5s7w4RSaw8tBqCVrZ9K+HQPmSF+KZWhnYepKjDjGLYMN+695dQ7
Fl7Vgk24CZPdJnEnqeZqMGGPeI6cIX5jDUl/FlJ8HaFmnQCCiccsyz/rUVG8cXDqOlUjJeCiSqzP
Crrih7ZxgVD0jnqoBys9KEXT7Nsipaq0EXDe2x+sGjo4NH3oHK7SY7dAlI0Svxo4aKedlKrL/+kd
c0nPwy1K0J0XCCeyxX94obTcUJv02QztzIq0ADoL/W/aDm/HJivetXYigQJ72sLDUnkh9Pbn60/C
vY/kRbCXzuiCk16FEYPQZZz0swZhow3pgs7/SmuwzlkCZf31kW66/Mvu5JldWgMoc8G+vt6dboh5
CauvB7NbvStpApzgN7ffeRqK95mR2T41IolkYab9q42l/tGS2XQ2HLFx99wJMbjnSHVVJMi5XFdf
PMZClHPT60GkN4PPdfeuGFx731Ep2SNOAuQo0t6//ukv1+cqhKWrzpOBzL7FU7j8pj+CtQrF+XQM
LSNAvq5Z+BNx9sYcoUz5NC4Xg8shfUSZGv6aW6Y9DGPRWM6xHLJC0LmZ0qCord90FuFR6/RTDt6k
ep9tpAO/YwEoFMQmI1TNkP8DCNU5afE7SYZx2OWurNIdMgt56jeKYyQH11Hc2UeJQP+idfn0brLG
4TRPrWK/NbFBenRqihQ+27zepZhKPYXpYNOMnZO6pT9hYdaFOr6JzJMy9E9QjXo6VTC04ZapcZbv
J8SkEWDRlHrCsEezn42QrtlbzZlweR1IlFBZKhWX7pUFmXiHgfmonFu2ygk1zeIJo+DiB+LEtg1N
XyjPUrcBqal1VZ5maoblrm7d8rOhDKq+x1jPnXddXPWfq1nkvu0Zyc/QasrqoUXXcqn2ocOIGkRF
N6b1yuTkhGG0BSq/t6kBC2n8KCon0ERXV+5MD8rTE2kEIHOeHRjYb6Rw5o9zMXa/zUkdHlsIiXuH
dt/XQg2VERB8Jd9pc5mdX99jd54YEiEQZjzfSJmsT9dgpoqih4NBibWIHmghwip03Oj016MsRxhh
+YUZi3bK9UbGmU0PEyU0gqwW7jHU7fRgWls2BTefolOpgdOuqTjxIgO5uihGWy9HtW3tAAOi+lCj
T7Sfhdh6k29uPkZBjg9UnoMfBuyf60/Bkd3EOUdzgjGxM99JIv3dkuSca8fcuvpurnf6WJz8hWtM
2E0EeT3UMKSm0YpUCUoHNbQuq/5J1QmHkbRQHttMb/eqF4971yy3kFV3Bl7AVSQYXL3QTVcRq5XM
s1YOhhLYdKMvTlMNuwyho4OY85+uGltIpM/tXgzd1m78Txng6soD+U4STK6o4vJwY9JYAzydFUOk
F1c6JKlUdeKjLOfsbScVMe/pfyGOWGpN/5Y2YHK2pFUdKjGDO84hj5qRSuHCzhXv2Ww970eO9Mwn
MXf1c6+miKd4oSzLDxRWxOxX6VSEuKgPtjwS/pSHupjzkOQxruWhQXtk50g5lo817tk1QlMAbvZc
r85zqjntonBjl6jQZBid7po07s/NXKGMGunzGCC2G4l9n2biYitef8lyDiDCKX0RaHXuvWtwN/mW
lBpOr670EM3JcvD+qWKnnxN07XofPsbwC2OebvbtVuq/NLRYfGsa6txvB+8pLk1TvuUWTbST1Orp
c2sNkbHzwDmgri8tCxecRI4/x84yfuZNpP4uofOSlSZSr/wFTOod2lTAYY6tWH+YLJFae9ij8lea
Zw8KNxPXfxTC4jFaNsNZSdMBxyvPfN9aM7L52GrZ53qY7QhNvMmZD52XRgcUPDAQkLE1xfumNbqf
eENazU4MfXSIeh3BbTX1CnmgZi7OGqpH0X4uO4opbk3L3imopIelXhzVSPm3w+zoMzZdiPTkfekp
L1+VPFLdMwMKhcln061lvFPC2Ep2XR/LL60pa0Q1ibcCF2WJo+mhIYLUTfoVrxcD7GfVGe9iC8aL
H5PGhj7i+DLaCNhvgoRl91KFoGvEGlMXWJ1YScmU0EBcVBlHPpIXCgosstx3ZtUeZDVZ+8p2x42A
87a6SwfkxUgA227uvjXrUVVqs7A7N70oCY04a6irTzAGMQNVlOqsT0NywlI+O6UlPfg4mfWzQTN3
nlPtyZG2+NsUFH4zKQuFGDq4MLuX+/OPmCWxWV4vDfMLvyM+6GZo7JNxMJEHgt0aTaG38bTc5oTE
0hZ9SpoQjAn34XrALss8M0llecHfCV9jR5lPSQp/PC1z+Tz37vSkprbK7OfaSeTZ9I+GsM3Xv3zf
EKWGorfgMigzk+pf/wbVVWLXLRL94kRh+eROWf+ENPC0sdDLfX99N6LYTymbSHjJCtfAZr1Di9nG
YyGYjfSkmDgohrGu7bMSImisx+/cuR59t/H6wzCJLUzv7bvH4It171Lp4uVbRSxcaLoDVs0MLLOJ
3jom+j9ZESn7EK2A1yfz9vVZLA8JFhZ3hmVRryfTisd+VpuUz5TwRPBVOk/4IpwKtDYOQ186VGI7
g3va9v6SAr4IdhB2UBGiqQgfe/XsFWhT5oOQZtDoHqo0iiO/RWNtHr3Bmx5TG72lYgoxmJ5nZWsT
L9+0XtpFn4IiFBcIYnTX3yz1yUKLK7eCMJ8+TWlrf3A6OwFUasWPWhqf2rKeHrhz4r1tlt67UUse
PDs7tUr8/e8nn+IGiR3Xl3PT0bMr20ZA2rICtEW6Z2smn/arvsFoN1O+MvkQUCGV5EQA6fzx9aHv
bW/KmgsdkfIOEJvrOeDNTKpcGBbQwHneuYjnYM84IgQ1ZcNz2bhPWC7CNk64WSOylNcHv3ONLPa+
tJM5WQATrVWIasSF4yUj0WMvSmQ/ClGd+2iSzwXaav86i+VNbEoz8flZ9QXATnYYS6vZELm/qaex
A//8Eatt4IVO189FbNMk6dFv88zoGA0k2FaLiAT0eXF4/atfnobrfYfRyGJoDsOcYGyNJRlhEgz4
hdpBg/o1kLMkS78YdpJ/s3go/rEqIKs7ZDSzaNdWrfGFeELDI7NNGzAn+hQjbRuHQ7SLHKXIjt0g
88K3wat+IaAALieyyW79GgRr5SdCpmfCVwsQBRkRXIlWKF9k0qDoKWnqnjNNG+QuBd36Y2yIeV7/
0huqHq0B8i1gTABKIHcvOsh/vkt1ORKKNa4dTCPtccTTlQdPNt67JMdKgoKf6qs0hGIE+8BC9s9J
AubY4cdWbdwcJWbtW43J27XmBxHcL6Va/CzWQAKpl0M/lLUdgJVrLkXh/eKMD2cnzt2nQR+3+m+3
2RHDsbkp4vM6k8Jcfz+uWZCVrdEONE0Yb6wyHyjb9PHDxjTfXt6Q1kFWo6SxWHSsMz1rgWhzfzmB
WSvWd/DwJPdTfNGE7j3rZcbRVVrli4Fq5Ad8vsa3xpg8tYmn/IQxRlSt55F1iPTQTfeqnoeBF3rR
Xs2MVOxwOp824AvLcVrvfh0jmIUFy72zDpycTBVV5052MDjRDB4y0g8SvCKCsFI/vj4xd+aFu2XJ
Sl9wReuDltrVYIvKcIJ0KOdT5HnaSZmbYa8rOCM5VEH2Vjl4+6Z3/1cI7Epd/U9F69uYFGlTPo6w
DHr0Tc28yNDJTZw4umjTPJ4n/JIfuiySD52Mh12kJvmB3veWafrtXU4ZmQiQ7jLXOUiy690WzYWC
ZZ4VX9CFyJ7yvq4fSfrQw6t1E0nwYfb7xgNyqg/eAyD/Ldm524VdhkfYjlecgh0iXFeHXTUGnAyg
3l6MTOoP9JM6X5vBCdqRbZxfX9jbY8xQFCgBpnCz0Au5HipVcyeaMje+JF0tT86QNWdEoLRdminx
R7yutxr3t+d4wdpAg7F5nC0Q56vxsEXWwGiIS0+ThQIHmIYixJjy9a+6RU2Qw1DphNqzQFPgH14P
04FlphmtiYsejiM+BxADfORXM/NtNClxtwuLrPoAYxIwb6q3Dk9AX2a6H4MChAAURYnrmzoSlb5h
ivGCnZ3xK4+HSN3bk8yfEwNls42ffOct4ycTugAX5A6iZXL9k11tovtlVMklnhxlX4iYxzPN9S9z
hrmTirrmvmpd7VxpDb/WDauH1KgdYPeG8p4k2j2EaWKcbZxcz0LrnMPUoXKiYUR+cWQhHltjmg5w
tgM1kqkHcN+Qj4505dnWoupRzx1tnxRWjLyZ0f11SkXAT+cQ1WHwSPb6TrU9LJ1KN00uOaWBtqHs
1AthknSbaNxU+r+vL/2ds0O3BOCvoSM9whN1PY2NFSML6UbJxcq8yQdolex1S6o7j4ryRth7Zy8z
FFhfpOSWbHm1yTIK6rmG/cwl0sv0c6nGiF+mUm5M391RmDi8g0Duc99ff1Cf1goOOzK5GHMdnaBv
KPsWgdqN7XfnHiBq/P9Rlhvxj7xX0fJmthJGiQ1MRzs1Axzoef+4aq0d4dFs3XB3h6MlsMSrNr3B
1dSp49A7bq8mF2eyzPd1V827fpqcnRMr3mM3xFuVudtXBNz7YiSIbgRF3HXDJ27wo816aMc6UL8j
LNIWOVY7Pg06QaA1TuF+ErW9f30r3vvIpasMDJ6PpJ5wPafOlEcdTIfkstBkzlmNVDSqGfYhjsWP
0sBy9vXh7jxaJH4gugHcmwYb4Xq4OLKU2GyH9JJoCmLORvHUjsp7XDJ/671x8cbkjZlb70a8Zzf2
zp0dSnOHhH7xZQeKsEo8Y2ojlpZxp4cdj5SIHONQ5VO/MZsrh0YwX0DGudEp9CPjA9ZotUXbIpRh
rFKdQsQEBgcUqvZzAXNGxZaea8ufM8XC1lht9/SdqXl28DgjP+yRFBL426EyN5jqr26EuzbPQ7lz
wllaB3dYXKh7NKR9BB/SrerWnT0Aq4NTCwF+UeJcXUdjGlpzqFAQdoZ86ey39UnYqTilc2LvJiia
G2tx5/ojHlwo9/Q1DXDg15sAfmA2uWFCMa3pvwqq4A+J7H9BhNlSeLqz6GDMIaIv6CGGXD78jwuj
HkMvr3onv0SRgCRdJuau1Z1xY9HvnFssZWkgwoejaGOtwgU7nzSz7Mz8gsYPzTVVsfcDZDVUuTF4
LJBs2jdIjx5eP0i3iIIF8ELSRM61aM2tJzEfG+LMLioug9a4O6CU+dHLrfrJBVJwavCEveSjCbq+
TJ19knnWt0qfiz15vwV/iopuL5Th2OEi967p3PqdOW+WDe8ss0s8vPS9qNVCFLye/QH1+Siyp+KS
ZF365KozVXUVtfRqdNuNJbiz0KwyZUHaU5Qn1yiOtkW+yYGHf9GTetw1hZL6aibz4+tzfsOd5XRD
qgRzwIPwEi5cf5HqDBo6S2l5WQw9gIgb1mPYWPmXue5fDjTNE7qsb+Yk6k9EPuWxSvUaeWyTQodl
1cdqbuHzKNWvpirFEbhUcWjCDM/pORUPdp991RMLWjey7z8iOHW7TIFw9vo33JspUAn0QxGaIwZZ
ZQ3KsOg69m5JLK1qXMBIdsdtvMUqecGPXad9BOuLc/eCW4JdsTp5EXw/YH1edSlaM2U7Jr04VTmm
A77S5Ua274xKfI9TeMH7Wm+NT/MUVQ4i3mb4jWaEdulHffwY6lH1vpht+3tYTFIePWfxPLb08Af8
Ob2gfLhgrJuk1Sr8/MIto9g71yJamcS7FJxf1A6vV3v2aqMWZVpdDBN7Bg3hNCwM4rjxaazRKlKE
9fD62twpoEB0Qo8YtAfkSJKQ6xEjz67GsfXExQhDRBWGT+VAKwXDMq+TVPflwey0Q1K7PAOWRN5+
eJCD+racnY2E684rTRmapigdFmql6urkGigMsLRFcrHLCr5XWY0PiWX0OyPx5Mmbh99T4Ry7sG0+
GmORbaBA7swCgSqZPOY4QN5oM1/PgpbWagITr7g0Ru9AHdXGT0Y8IzsBYeSUYJqT+pWhJjtLLeO3
A6qih8ru3RNc1WRnx411KEyj3NDbvPOwc5Ghfka2jWM6u/r6R0GTi5AZoi7pGGP0rcFoFiovCK6v
k90ruY+teOn66uRGKNaZ4impG+NsGpDoMPDWMIMU/F/fM0cjQxpFArWkrcffw7jwVpMiVGnyYfu6
1c14id6ujyHAc8ohNLfpLKDYcv2rkxA7B0ilZIfSbP4x6tj+SF2CCmJEFwLNKAQmyz35h4fBK/Tp
B1akOqEuLZTdICp32NVW2KXHuujM72Woam9bPu6oF2PDiRuVHnAOJupwAEOlVHaSWxH2ot2h0G9O
ehr0igkzx6kU+VUTOX8GPdAd0F7tw0NqjsmzO4npf9g7j+U4tuxcv8qJM08qzU4XodYgTRU8UCBA
gpxkACSY3vt8en0J8uiiChRKHNyBbtxQRKvZJJB+77X+9RvLq7R6rHwFOXTqdXYyX+o9haIHSEvI
xxxiVx+0dlG4Q0Co90aroeb6o9XGods3WlZ5i1ybQG0wlU6lsI/kM2mJWuIyTTV3qDSKnaE0Aq5w
szTfLaTCFWeHZRldoNsl5hVmRstNNULQWPTF+FZiDlM7gZCau75T+9RV5Wh8lBtTpORXVFriEGFY
fAuCofzSZYtBHIxiFSedhQmLm7aBriLcDbXMFdIQQCOaJkk+i8fUIOGCYzeuwkqP+W5gwjmp80Lf
EU9QqwC84fw9RXtUu7PdMj1NcE8ynDTDedLp29b6MYuKgez7a479ZkNYP7WV2wZga4BdHbzYmiT0
GH3MsjPqFPoQ6wEmkXVZyZmjxFaG8HgxqQL7xS62kp2N8j352dlmUAu8/2CJKOk580DCnVoCy57V
aQru9KHDMJ1OJiR2piSZRMIDsXcp+9Sv1bAEnYuCbjxHbk8Qb8YjuI17Oju/D4X6JSbiPHfmpUEg
LrTG8JJZmc7VqVsQ40YY+2/4NZozQ9p7jAt1+VTKGR9OPdSV5gWZnN0oGGsxUermNPMR7maBWxK4
V/npVOVPAn9V1StVi2gUECxTd4Q9j8gzMov+zhwq7QtxEfOpqKeQ1J2+toatrZTa6DRCAFlMWUf+
DFSscGO2MxyuUhtsnfiIalDIulegN2ETgsTGjArZL8o595CrEvCo1Urh1KEefQ+qsIwhS4ZR5uaZ
YkRn6PokuoBEi37ISxd+xtEz+aiQdmKd142Bb2C1qhRIkZxlh+GM7Y/5AjdtzNIZaZuWL+cpWunC
Z6sUX/CxDVgs+zB8DOoQ7f2oDmjkRjNCFC5BLXclqQ4uozRPy6uwS9XxLAl0Ao2sGc7ZZmnK8uP7
79haz++tQkz9VrIJq8fK7JEPao4oDpIs7rt2NyZW5upVZZ4Jtdm1Mlkdg44zqZ6NT+2k2Uew5zcb
OAMJhGWMN5m6rMbP+6vfnFCNJcvc7Ko0Iz+wxxq5DFXMFwNRb7vhqNLsN9e5KtaBkNjEaWsOrrNN
CmWyRMDxsuC8z0Cq+kCzIPrm531TbHm3Sr9VtT9ubalHuUZqTlA5aFkHh1WNULEWdWh30aqGXg3f
/czAYP/9h/immmeqYa40VLhKYCGHFV27kAslZLJjldrcTX30mMnCvhhFox55W35zIEqf1SUFujTv
zfr3r5q2oMMMJ1T7fldicO3RvqDPZKKxSevmWEH/m0NBcsdumQWQLMTD4cSowFigkpx2BUbDLmvC
4iOrtM7Rr6VHrurt8BPc+vWxDpreRCvhKvXTtBtT/Iy6mlFguGAipqUqdhdshFsFnuonXWdHrqKk
cQD+S//9Z/h2rSdlAz9JXlKwEIyO9m+tmeZwRyxz2qn47HlGa9hnxbwc8+h6y7zkUulo16KZVwVo
Yf8wRpOktd5I025SlXIr5cZw3kikaDdinM8hQFhuHY7JLaFU4Wm2mhDDR+s9qdatPwUaOJEXL23A
JvqQwxOZ5gQ/3Lob6cxF40xjrfuQO0ovtaOjF/27d2llEZLoyExfPaRGYvwCYSdrpl1LwlWahV9H
y4q/1DUxQ0Gw1frIS7VwO0/1KQyHc7jUdx1vn1OZmnRpNrOMgNg4Usb/5pR4APAbGX8CgBy2E3Gv
xdbS29MOb85si13keJ2MEBsbFVDpz5eH1bmKxtiGnwUGvP/M7TobZgH+sWv0DkJamlgfk9HELlLD
Ler9t/jFhHJ/P9EM8r9Qh0CjWG1H949lQH2SolAouxHiLg2gbBbyRlByFeRl2cj7NJG2ldfn5ezX
UZRc5auX4b0sKdJF3K6pfQm3TXUWEttvavZMUrL6QJyHlNLJaqGKqqELcs2H/Gc8LehDr7OYfddt
pvHHtJTpNzacfj7PR2k5RfbLrkzWt4gvl2As/hgsAyHj7NbG8MVodH3Ir5ZDKEiDFs7GvNO1UkMl
Ui1OBKx1y1yhPtJ5/e59YaL8k2EFinnw3UpDP0hzKs07m6Ayj9iyzI3yHKH/HB01c13x1sNnCKEO
q2cA03X93b8szN9I8TU4lt7Fplt2dYWW38DinHAnX5OiS4QxEjmK8XDC87gYVbs8sjisRzg4A3O1
kcJqgB4TQtLBGdiSPlF3z7s2g+2P2ZdMeRbicCot/FfM4UlBLgvmp0t+bC99W5hABkEoruPmt/p1
H9TcjO4W4tWzZUelWCESFxqpiA1vMulq1TwpR77N3yz7DIoROqNLh/J7aC4nCTsP2miRd2as1vcW
nM8r+Dn373+Vv1n1GdKu6iZqLppO7aAM6fO2Xaos03cLFJD7wIaIkJBeF7l1jZjLGXDtPSULVtPW
UHtsSe3FnlQvrFKISHVrfnr/dN5e88qDB/3l0YILHgocC5xrm1JZicGT/QUWncBA16qPLLBvnyO6
IOhkQF0rXnP4EheqHde1Wuu7RkTpZhyIxUtUkZwqnVX76dApR1CI31yUBSKir0UYDn6HDAeQeDw3
wkbsZAx8yK8HA2tKu9u8f+t+c1VslvDTbDbxdei+/2H0VdsAlbfGrmj04ixF/XLSh1q0pXmYIDfI
8p8ysljgVgQbFvz6oA7ttIO2zpZZzMaOmYri5hSzfk8ysTuEmX3S1fMxffbbDx+1D5QsxjQYXfL/
968vL0JMIEic3Cn2hEQUGToCmE46DWtQNmVpWpeIPHO7SNH392/sy/PZX3LYjF8oiNjLEv98sEka
BJM2WsOdJeZq/CEElXQoZY2v99I9t7i9rRj8e3FrQbOXM1Q4VWJ4zHaFjyvCfKVEeubaifbUUhs6
WE8XOwvv4k3QmcKJTb048nq/8KMOzxeyM8YWLFZMxw+WyDYlp2vqNXNXZ1JBrp9kuWbfJl+CMoXL
NWIUaQdj7NFjzRdlS/S42Yaxr3SV5LWmUTkRsns3HWEWvX8j334H8EDgZaxwBbOdQ0JIMHA79HAK
bwMyKt05JCg+wZvy2Abxdo9Cc86ChOsKxyDYZf9FgVM26glj7FsJOHJn17VE+z31Nv4zVTc+llMg
dmYNZuAujFWsTRLiI+TGsaKU2Pw1Y0pYqFleZ2x0SK+i2HoiT6pXzywSj06KJLS3UZLAf7MC1NjO
VMXhCNzV1os363a3m2udaDCjoLt2ZD1pBEFvev4JS/Hl3DCKJseDL7KRP8A8h6Ysi8U3oyQ9SWx7
yL+YhDPgbdHXdepkppH5IDXlZ7tHvD80UXrLxpx/N8NYdCdYUBX3dSNseC5VrN4Gi2lu6GXyR7ku
wbvJTp1yz+BiniEZyIvDKrR8UbWU7K22mzGX0MamOZuqvgn8UamVU1gsyfe4UhIZsC9LQ5dNpyG1
uzCq87Zvkh81FSlu5mq4fK5L1bhO6j5P8Y8nwDhXMRncmiZBN/h/T0Po9FjsMdUJqijbZmMxuFmU
GbxXNegqXK+p89Ws0i8kwj5hl1ViXOMejVQ58j68QcWBEijveRsgeoGaafuvQzfjiWpmXXybdFjP
28ZIKHRudg+tkPBw0YburDElzS9rpl0L3nFHqrO3yxaHfwHrGHAx0jwoGuKFGBoRkP5TpNpDPkWM
IKLUcM0xNkBezf6GucnijCQmb9//2tZfvLcK4KlKeQRfnA4G0+WD6zZigml66AO3THWay4kIaa+J
DOUsAQvb6EESXlLyS0c+8bflhE5Rzu7Npwc5gWZ1/25LGd8l35N621HHXwQ6UOqYS5OXM3w/rSnZ
zvUyDTYVeWLMCJbCt9K0uEClWx/Znl4Kl4PrhyCBvyzcTrwSDpGPrlGVkXMRt0tkwKqbekuX/ETV
x+vJmpUrJYkAe4NSrjTHEGEPe2nQv2gtEQhoRusB8/ymbM8HmqNxMxSFuGrsERenIl/k0asolDCY
rEjTcAc7KDZjErbwgbHpcTDZ60MfQqlIPFEK+zSNRzarYsFp31OUosKaDEi8cJMGYj206RqbwtDs
2MHefwPeVAQ8BJZC/oPML/xyDhoDo0uasaHOubWBaaGhkaCLVnLZVM1Y+MR/xN77x3vzqq8A2guM
xpwVRsV6Pq96nhDLbQIfE+22NZr0kkwjDfVxYGX3tVzepY2sfqnLUf9CqGF7RJ/wZmdZj0wy0Dqw
Zoc+nD01mtS2qjRrt2MzCSfTpMyFfXNs//rNy81wC4RkLU1X4P3ghuZ2Po1qVWu38UyofGxnZF/q
eXKSp5nJVraE2P6pyZXCw/1KzviD1Yn4FIPqY/5ubzo+LhfCArIOyDgak9r9G51Vok/isNdukU3M
d/JYlCd2xYwv6qTw0/vP9Hd39vWhDqouartcCFbO29wCm5wqKXepkEb//aO8WaNhF8G9QaFKmgNA
5XoWr96c2FRkjJZ64zaaNWWTynF+CvFdI2pzLk76qlLOQlUjWkvul8s5VZQjS+VblA9mE1A3RAQo
/9zPg5IhFiPbvhGI20pMlp9Y+TaOkswRXX0OI/fLUMhX7TKclqK5Hsz42NHXe7i/UkHhoXSnn9YN
5usH93gYTUnuiki/XZZpuexTRds1qRxdDmm3eE0MYRS1bfOcanL+tcmy+6KMV//aJjlWOK5bwsGJ
UOeuWjEeA5j/wZbR2r25mE0u3coNjYSjmCODbLxZuuuGv7sxctJeSWOfKs21cLj7MYb9Sccii5p0
bGd36apY8erFTp7efz3efHhiBSYReLGtqBDQDp9Pm4YQyOGI7dR+DreTrF9Y4aydmKLUSmJz8vkM
B9/2Rk8h0dRJLgFFpMVjG2rxsc/h8NNDBYWkjv4fcI4q85AppphNHBmAzbuiIqXaa2epSn01ooi3
0zotXLQyjCp0bFCWC7uSIJJXeY1/Wyjs7sHiZwNvwpV9hsbWK5q3aFa2zr9GEfvNgjGTI4vWYNmE
5oyraLEUF4GZjabTlKl00mRC/1YjJLhgsDA26EHj9ovFXto7yGCq0cGqfHgS/SI+23IVX9SlzGhB
o3Gy3bJA9efmzQqbJWE6fbK0uYOsnOTnBAbqeGslhepQvVWq19DKSDiYVMvkdktWJEAsTHsdZcrj
Y6FUbxhRa0NFybB6VfLuAXHvf/ty2BXKWNXpx1CkjXo6LZBvnC4KMXiMB6tVHdb79HlI1ewukNQW
0G5Ju49q12sn1N/ZU6wkAqo1WHHh5IkdRi4+vKAYCqE7P468h+s68PoD4VxJM4FIgM4d4tJha5Et
etnmCeeKOBc/y9TKOncYamWba3K/FWpUnkZKmW/VpEk/zqtvJdyLwVPGNHWBP48ZqiiHHywRLgxd
YJ6sqhL2v4NqC4PdeG5qSf0okSGCV/oJ2LSvGF8jC0ijNTarlUtpPOZKcqUv3LlyOBFT+ocFNieB
jILoVExy0IscPkBcVvReD1T5I7HuhmsQvOnKy2xsByrvs7yVa6eqovHriDU0Bp5Hao43lCUKXKBP
e5XHsSuzgu6/Pl3f6YFp5ObHRb2Js8tWuS4Zylpa72FT6a1xagJn3iS5NTqb/LaHGb2aJio31C9z
KtLG8kWhOLb6OSmSrZw3R3a2N1vLy/nBmvx1fodBaJM1TlKqZOZHOLLb3LdOB99yJj9ydu+/m4db
6HocTCqYY/B2gucd3AcxVhOxQdyH1FFdHFHcwUFD4xyr8d4sxYfHOSjyYi2ohtHgemRXcVo38jCD
9PzEgRry8736tz19Tvsf/86fv5UVZish8X37f/yPy/gbVXb5o/v39cf+658d/Kvr6rn42DXPz93l
Y3X4L/d+kN//6/jeY/e49we/6OJu3vXPzXz73LKpvRwkfC7Xf/k//cu/nl9+y91cPf/r728lIpb1
t4VxWfz9669Ov//rb4Z5rx7u+vt//eXVY87PnTzGXfzm3z8/tt2//pZM5QO2CivGR3/18rqPzz//
QnxgJaQcXOd35hrv8PdfRdl00b/+VuUPvBfAnaqMkxUuElQYeD+tf6VYH0jIpnDGNJZubVWl/3Pd
Nz9Xvp+PhPvw68+vFVX7LyE4BlZLgiHlav7NSbyE472q4xaLSny0yGsrhlXhEpdxuY1Tyz5dk2kD
LCDs8tIcBul5atPu2kBkecwcen9//ucMWJFgfK0Y2NoVvzoDiKRp2dSN6YdFmW6aWtNcERWKr6bB
kQZzvzL+eSTmIGCRqxqEOc/+kfS6kYJcHg0/h5PlydWie1GBZc+rJ/8/uqPcU+BqJsDg8xir7B8l
sphmqL0QvjSk8nVTIj5y67KE5EJUpCw2ZOt1J3VdSFcGnhafB3ye4s37p7APJKwXCm8OtyX26FWG
fWjsb5tFbSYA5D5bTQtprzUu8RmyvQmq7nYy9MLVMOI5Uoti0sWV/Z+9dj0s3Dn2tRW94XkeMpxs
RI71mqToy1iVhUR1xJF8CjNN69wlUgl9sCf0Sqddg+jLjey6MJ1A1ufVZzktr8NOEvcVrfrs4Dai
XxQVfmCOPBj1Yxp3NsYiJexyJ2ls7bwGPY6dKllS4LylIHPRJroydeIoWOBQzQXswFUR1m0bKxJ3
slXm0xbFqEpZZiax+J5ErVS7Fm3fuAmUMbiPtDh54GElt2amiSe0wuS6zkwkupM8UUTmGrVt3IZY
WX9dzEk3duSIZPm9SKdMc2x9rpMTq5eML6E+B+JKy+yov0/FnG1FmSzDxipSnNUVY6HBlrt8+Izt
W1z4Cszx6iroM/VjaJhF686xmdwDcvbK1haZEI4xRuiLywY+uV+oQf9o1InyTQt1vMENEpzPyyGe
iO6YbGNwFyF3hlvLgwLzThnMS9xD2tlncs/AxEyigCSBpMNRBXpQhuclL4W2KRKpgglRAb16Q4dX
paeSLoBtVInpBSHxcAfg7TFnMfJcgwxq6sg6LLMh1KWfl5EIo16/sqJ4ugurcLQdJSfAwJmyxbpA
5oB3QwO97VueTTrMKktvcleNFeEttsLuHad4L8zGMk/uqtLrt2NWPUs0XB8pKpPYGSYiCl21zfMf
tR1DbAznaYodbudwUzTDU5nEcw1VqxS906DRDB1hTfW3gKmyu0itctLg0mX6AU5/u6wzowsbLsZD
Ew7R89jEeeto0lpwmxZxHpk21NuqzbqtKSTrPE9nczhPJFt8qSspu1GJN6mcuFXFWdHb5sIoWlMv
p8m2AgePIRv76dXD24gno6TuDlUUe2WcQ4Ez8YnpZvBgxugw/wZLjLgeRH3tCvKgFc8u+xiTM3w0
P1XpEMFqQnDpx6Ky+xOcawxC0Nos9K3EmpJPOZ7aKbzS2EyNs76HqOdUC6YpZ5NIAjqYdEpyr1Jz
+zY27bp30VDliVu2eM21UyMNrjpbeu31QQE7nGiZZfHaCOvDEzFm4ZMYZkM4hY0x/Ap5oXvvhk44
JJom3yqcA6hZu0XO/QrqYemquSFpCCCR9btzwdYK9a8trxJBLqIb58FyO/dz+QW6j/ot7Epsqqda
CnZzmVjXUZqYNKx6Fd7Xvck7nsASejZLqyA0B99lQmoQoM2x0oV+EshZ42FSn7QbMEH9k5DWxlqd
ih920UmWs7IivraLFTwpoYxjfoTVkuLoYwHBtBUpvoEVY77gesgggDgYV8SaK5th37sJLH2FqC38
i1zY5mO49m18J4qZkMIx6FHnqUOhfA7yQEtdpeixCQqJ58zdFlLkldwlWuoYFlwqL+2Ja3QMhhck
Dqk9DwYdi6JuYhlyt6eO0IcRg9jLl1oysEwdsq541OEMFw7IV5lsiryfDBYySdUIWFXxJuoTq1E9
4tug7gR9MyuoklpbwshuycJrrcIDiR4iHyzPsKox3/aDVkUO3nBF7ULoyOTtAt6ZOR3fDpxEpY5W
o+oiYhmQY8TLxmBNj1OPL56XlmYl+/KENZTbQZWBdI1jQ+jXZCyO3jSMcnQmyKzT3WpMtMIbU6t4
tEKR3+B7FDPdqyPIolpTLtfGLBEJgG1p8M3uq0Rs+Nz6L1koyXfo6LNgJYWaa4ax2SZwSlQmkG1S
QdimbUBho+Lvb3p206S2N7aFfofxVWeeFIjkGq8wrKE8G/uON3NKG+O+Z3oFUVguLDJ5jTY9FvO5
Fsev9zRDhmVjg1Pi1Akge+gnapWsQH2R6b5U9/oua3elEuhnyYKBmTCPmpX97mhwB1aC/ZrNcxhl
vZQjNN420f04K6WbUc0XbxwlazNoiJWjpHt+v054gR33r476kUELoz2ZBuQQlmyaYmlYQoQ/LGG/
iywSWp1I783JlZtVBKcnRA+5zB+T0U8gxRb3amdJgdcNvPh+Z9fkMWBOV81eV7fiUu6LVnfKUAsD
VxqKebyEmF8aHlNNwCYxh3H3XLDzmUf62YOWTdepOxicgjStzTXTgwM8DgfmPgZJtfwMnV/oihZS
3pOIBqJCQSdsAzKcMamnAE1y602K3DYQn1VJ39Ss1v3PAvD/Rhc0PDdd3zz/RRPU/rXpi++PHY3H
/4Z+aBVu/9s/fcebfujsMX+Mvz3udUTrT/zTERkfVlNZDGJAQNCIrujxPz2R9QGWAl/6CtlAWHrV
E9H4rANBGKSMR2ysRqis/+mJzA8y69Ea+ofHH/wQ+096IqDBg69+1cSAFTGDe2GdvLTUr3uSLu16
m6nqBoZSPVCEqfGjFQuKt5FVgsqzLKrMaalTbkui3nBkaIt68BaiDGcHlnyNCEIeJs3N87aacKlT
xOT00RJcFjByLjqAXCLdbCNZ/EmzOrc3MunEjLMehkQ/zPeFbS+BE1R1j9VeO6SfK2wJCp8MwrMo
iPLbOUsYBtedacyOEZI77456xhwlXwSlahZMM5tKbcZQsIGwAycOde1T3mD/Tpap0C6yQC0f6qyy
nRbvKU5Q1YJrKyuLwaGyEvoWhpidbGu9VW5QPuU2ZjL59MmwpIyIN7tbaqdO5T5383oUEkURpZJD
0XRVhko6eYOqTM8hrA/qpTqf7pXEIkJKSbMcnElJT/lj3qNumZXPYVqrT0zHS+KlZDN+7FUDS9pa
TUPF1UNdhb/fq1PiK0svf5p7SXxO2ziPCTFJ7ScTVtC5GEfd9EnFkFCeVlktQFaTLPH6xZLuFGQ1
hNmXRvpAEy7G0wKVA/VaH/FwWs1KHiqzZbObI/psnGhl0MtaCYLZMTuF8Qm4svQVtTSagyAOdLEJ
cWHzG60xH0tJtcAvpbh7UHMtQqfC++kAwQbX6oiNmRPMaqN50WJ3XxW6WjTJhmrx7gAOLhfDmCYP
BJXbbssuPJBimCYUa2WnTx4SpvhrI8CpHSnXW0F+t609D3U/xa6qyXilDTF54W2rxw+DGmhQDkIJ
CEnMmuFMgToWG9HhFkGdQBwEap6oiTZBP4id0WpTztApGs/ELEYU0VKOpMR99a3/pgN+09HDoWTc
tiIKGCLAb9jvgLHXMGR+b7zR1ajwYx4ixa1QNx1b9ZFDvYUvIAIjAmdwvdI3D1v6DGlL2FCrbSq9
vpHMJfEyc5Rc2gzJbyN73Zfi4QI1j30DR2L8OcT8/yv9a+RrtY7771f6y0fCp4mo7Ck9fiJpL3DZ
+kO/FntD/gAeAMSEVRN85Zego1+LvaF8ABij8mCABwqFBPG/ADBFfGAZX01bZRWITGOH+GetFx9Y
6vkr4DQN+iP7yj/70K938z386yWn/XUJtIYskvRMZA/gE+ZVa0n2aqnP2h4OXhkVQEE1LDVgaxSh
M97FjjHPy10+ROJU61NzM43a4kVhP37G7lk850YUPFaSedKLeSg8tUrs3BGTWn9WNGlbIDwGO8dy
QXSthVC5se+wWaEsJ9Vy26vYI01pVXyFCSfflWPcP7eVjnrerA0UV/LgTcVQnyeDGl23uR6cRZJO
7jiJmpqjzq24spoycExC0AsHkbHy3ch7/YEPpLmZB8JbEcO1H8NKbTNnImcqcpZY6z4mpAZDZqmy
H3PV2izhs9LpTlwI+ZNCd/t9SXKW8ZGvdNdMeQ/7qOoyR52EoNWDJjI4BBCh9OsGvdxoQ2udYtc4
+4EWLg+GAW8Ec7XysgR/+BrktenYzTiB4NgRGtYZ0Z2Tdi3UVDtVv2flEG7r1N6gjr6pglG5N4q2
+q7FS/dJk+gzmYHJ8om5zsGmpaILyioT1vmU1KdwXTMoxNIizqwhyjKXgA1UiVEaf3v1Jv9mHeMd
26v9GRhRhvDWQlKHPXw44y7SRREgSYWnG63txQwXT+VZsryXo/zRIvIuHL4Ho1//ry0ZGVC/uv1v
SsbPj1kWt389Ft8phLu+2CseX37213qimFSPAOqGgnRgpZVSBv5aT+C3U1jSqfE/sin9wtIlRfuA
fZeF/w+4rIwVEOXer8WEwot6U1VWMjXTQSBo5U9Wkxe4/NVqgtQfY3/2IZoRSwNrPoCYw9EEylHk
7j7pmU45jZZnV1MRmzK+MlO/tUcZGfIUhqm/zOrwVPe0X44lt6PbaUZ6H9RdfZWhY7tV5jUUxCT4
9dVN/c07fdBhridIxQ2BfGV6MRxd9+5Xy904cerQxrv7OuluKkXtz/BHthYvxRrm9P1DHXw+Pw+F
wSrMF9oyntf+obrBJGtXX7r7WZpLtx8brJPlKDnC1lsf7OuvlMOgkmOXIPIDFfsbMcW41IbUdHn0
aSjHfqsYFIC4c91MjNLBzdp6I499NTpdF6R3Cirlq6WWLtMmO2+iQHdwvCpOEcKRQLxE+sfc4o5L
ip2ihp3TjRncpmZdnadDUuETAIuCUiLYAt3pnj3Y8jFeyQFw/3ItvDYwsQRuSBDq928Z0LHWzHkb
fTJNSNFmX2gk1lati76DbPGYej3uFZC+3MSGea62Q7YgGkllL2chZ89ZtiD8xHP0d7oYEn9Iw/jn
Q/2j1er/zRHfC4fovy90bhgzduVft7gxva50Xn7qn0pHp5xZ5z50jpBX9yod8wNjmFVQQKkD1Xnt
XX8tT2tbu1r7gXkhVKFHoFz+p9QxP1CXrARseJGrj635J4vT2nC//lJY4FbmAVEuuE8xdz/0XC7i
IRyypM39MjAkv1r60RNtbsYOerrY6QuMG2tYe2ezan5EZP8x1lIsH7QkIo0GLkIqjJgmFVyT8E/L
GRLJukBg8jSXTX8WRTWtTFGf8y1NTiwN9nVIRMNZnc3dkSXs4COB+IVB9bo1M8eDTXEIyY2VUAg7
j3M/K4PGlea+9fIgvtHBdlypHnJgU+UYb+NgkeGYOE6tUZ241mHmfKjswU1L6grGSn5Qyamn2dkP
1Sy+2nI+/qwG9ibor+exh8/o8EDrxb9anxERLrEVgPbTyH9tEkgiVm7f/dHC/HIxXA2A3/p2AVjs
HwMeDjhfBzhAvJblNGM7elLXVEce0wHvABdJ/s9GEA5Fj8oeWuv+YYyoWlPsc8lrrN72wiw7L8mt
C2J9a/fNw9D0902r+GbaKZtkUXb4L968f50He93PE1gFPAwkmbIfWpFBklLsCsW/Z6flRVaO6eXS
wVRa9UIew277SC/6BoV8uWA2WAoT9iJMTPYvONaZ7i1FEHjsD7Nb1hjv5GGJGQV5M0FmXhe23jqN
LnZ6n/xgrvnx/cvFV5oDvKo+1gvGCGKdPeM3tNJr909AKyZJkKMU+7FdndERX2XSovrCSH6EmOrt
UkPfxelYbHMU8gxCsyehJT+0OLuo1C5xopxsm3TGlaKUl2iDFYy46YV1hdXuLjfzC5KRr5Yk/SHT
fxQxrrblzOxzHnHXKPsaJ4SURiW322iNma0cSA3fh0yK3UbmP5g07rB6R5O2xB91pf6aBsYd8ppd
2eg7S+bIwgzvGSUxadWTJxNYxqmRCHnr0ZgvYenAacDxbZ2wMO/GstScalJ2og+fAmBhnHvkL9ac
oH9b/0pPVf2jjErEN9SscbLIak6MdlLdKOFQGRIa4Gg19cC0l51oSgsxEL+6GvDpxvo+aYF2Xq5M
TcTlPNTzuajXNS+WcBpDnnUmm3V6GaftQwprQWO4Cg+UzA13nEbLk8qOgCLduKq1kTmkbnzBf734
3IHGeHPXQu1TuHNSHjFOTQeNK2rtrRqUiVPU+RNUnSuauis96coTwgCWyyzt7Q2u6ncEEkwMjpLl
0qrEgEFiVLm6FsabIi4Gj53nCg7d2iIinZkkc0J5q2HKkD+ls/ZJjVUVH+j2IUCL7+fMuTEeKeb7
9bkGZnHBlMVCdpNF19jU4E1uKm5fWYRvlbnsDZWQfBE1pDG3Cz3ZepNfbuMkmOIkVm15URfO92ao
qb5cchNmrbQ3hVLY2zmSbfLWzSs7yuyt3szztp7ByqoofhJFnDDD6ipcurjBoT2iLJGiZTO22nJS
lvquzAz9vLR4FaZl0s9HbgN8zmXTpBwpWez5kngPSK6Slno6aKLLqI6BeMEWV9fZD2usHtTIPH05
9yw0C+xTzVM0AYNbTsvjOKg/jEC6q+F4bqKEz1VeuMiBLHhjDpdNGo44xrSz7YIiDM99PHQMYuf6
BNHuLjdgy1jlpPqxxnmnTNk2xLI8oHSTPR1lDLCePTlZNrae0nKf7CgOIRgW85Zul7em6B4WnRdA
0uMfpDQX23JuHrrJTH3qdLBgiSk9XT5ShGZie7Ux18tsBcv2SsXlhTOTkpqfDoqL9aORGblsx55/
BHKsOevn3kcpow4gAQeLoNYRUcCv7m3LmfP0hz7wkWVL/hQ3xlU0KpeEJ13Xsn2X932C7VCbXtbQ
cv2FdXsbB2rr9KPYLcFgu3U7WR4qjivSv0e/yGLT6Qr7Spm1HTnprYNXxpOG7NSfS4VjBM2DrpYX
QJoPksSdms34M7hr78kjD0xhmuaqdiTdJbExX0ZmNDv/yd6ZLbdtrfn+VfblORdwYR5uQYCkKGoe
LPsGJdkx5nnGG/VznBc7vyXHOxKliO3q6qru3l2VVBIrIkBgrW99w3/QUygWxiC2qLV8G9DnW022
fStj9eHBSr+VVVa3+BMtBIvWZk9FyJZFr/oWa2gJblD81HWICtdt85Dk6lUD82Mnq2yOQix8OYgY
0sOiYnwMYlYdDQ8D9gKcISEDRPW0q+Ju2k3gpz0x5HaXUO5csPXRudb1S7DSQ16nhVqSa7TcpCxJ
yZkMMgStGBDXQ5U9GR2DeyOPBprgS7iWaobxzVDm3/IlOkl1O145FTse1fiHxoqesGp+aPLmAUgm
z14v1ZWFvoMbWawTO+K+Szv6kcX1sn7ep1Jl3eYZNSIz4hhUBJJITdmU28oe2BWhwXMbWCT2IN1O
c8riQkrVSbNqbZdzej3oSXY/WAGUTzlI5k3mBH/ItNQ9FbNEX9L5rUBWr7I015CSqoNHZpJ0jkTa
FzgiNNaTstcsLOvdNDeUjdbiUoVQ+3ihdLxLhonTpa0RBBnqpz6IHe1EdFLcsWFpU+S2s8tLkbZh
3Nhe1kiP+EFGl5qdwy8kfm9RSgWra5QPJt0ptg3U9r0etBUWR4t6rSwxCnFQ6JvTwZqJtFqKMlgX
SXLppgC73VTppW2uc8uK2c+bUJ65iXkg0ucA9SOaYMvUD6surVKTvn7Sfm6yKLpIEf73jcZ4RNE8
9XQlbz3Ubm1PjTT5gS6YcdpOdbUOarn6okj2tLGLYD6TMiasnpxET20opdexLD0qddrHK4RleX+J
nOVMchbJV0dF9Yex1r8DtikRZkboLQ3ZLENGawudaWwYZhVLAmW017jQyQ/0Cp+mieNZBKcKdbgd
yqU/7InPrYbm4flYJG+9miEN+QVD9FUri3MxDZrTXCQbuW2cawvrsLDYBhUBQ2N+4am50ZzqSoeS
WDteAOWIv5YFEfw5RqSxeS63VXEjFclTmFXBrgoBU3QCpkaIF2dKdpuhkI0AmRV6Ih5PC3MqwC4/
+kq9rLT+rCmtb3qUfSms9DSFagtAhiyhnSJyiyKn6zfI6qqJ2XAqIW7dxzQHkZcyXdybYnj6+Xw6
1XK6nyeLQiWwwUTLjLHYdCdqOtygYpqv1UzuvW4ypkt15Axpx3baFRVhnYzywS7E12Scw0XZj1la
L1/72AEFGj3FIc8vbeIfFcOcFSo7bFqRYDynC4XSPMxm+lQnPE07bjXfAHFwJFMUA5DXeRoFO01t
ukRUhVCyD/K0nFKvmJbIz2xilWlJt1i1cGyTqI1xo66W2GLSI2vH6FDPLZdXFzbRMKW1AGEfWing
0dcXZizY9q2C041lDRdRbHldF+00fbgK4EO5lQK/NSxiKMdN5pGPnJmddK9Y9UOiRxs8FRl36Zzn
i66RsmFJLTe1X/T1OmmWm5CBFmp3qrKK2vYk6ORvBlxvVwukz1S7N0bVgNqzq3U9GXSzwzul7b8n
arZVkGNDf4yEOAt+VGhMIoUR78ywJk3LhunckDqMIWf2chEQuBkNn4widx+Z+MF5jX/AHD7XUHBf
JTgx+HlGhGy79GK2wQ+6Tcy5iX06WWPmsCXHdlmNNrLueZVOK6laNL+X1CMtqTcFKhxu4Xwjamxo
QoemP2VlAbmMbSF8RxIyZDlJmmKeLFb4I6mInhysPz5O/Z9pAwcvFjoWcvE0IFhSh5xVtdeKrg4y
pOLFk+Ll6CeOTmqrRU7ooxfxpbeBziecKsjeb4bAxvbSvlUXAnruDOqq6ygAlIUzV+RM8kgKJN5y
QzIwa+nTFHGU5sSQobBP5njw2sRqTko1+1FXzQPuuVjNL9Q1iXY1CWVGB9sA+NkVWRDHvhrFmT90
+pWqkzqKdFNayBxykvBWZnfGKocECLfZjcCVkLVRtDzndENTOatFtW/tli0icT6laSNtlZG3DTLo
vFr4PymkHqZEaW9LR9Vit4W56TkhZ/IScIz/PBmpucKRg2GccTGbJlw9uMUGYOFYEVhzzuJM5VRw
nFkSiV0Lyyd96s0x9US6pcX1Q2ounU/yHOzCxFi+Pr++32qq3ZY5fx1CP171/v99fbfNH6UApbeH
HyXu5p9w/P8aqHoKkhfr/M1I4AZdwe4fp3HX/ZwLnP8xxO3r5hu//6v5pn4CQQ4+ROC7aXCLrsav
MaP6SaiOYTcAQAQ8l9iQv5pv1ifwQpAwQOfTS8I/5WXzDYMRfoiZkGibyb+FKVHfNCO4ukIXD04c
MA3wVq9Db6Io0hiakeyF0H88EHzJGki2dN+qWTS4TaV3UAhHjso+r6JLEEzaDCyxHICNtwE+LqNF
8KYi6HDTYV72rewRBZABVdwPugQueoT71Xu11RmnqVWxwBsFZGLQjMYjapRmhcpnnaJIGBs/0tLw
XryXy5+B5mXX6sC2j14PDR5dsIo4X3i+h/qnDjJ4TjFOixcaZvyIY5HyY1JMaZ/gnwq+W0Ih2XUK
5UTCv+kGQQQHAo+2xELQ+QSOkPGns8hv7ah/iaGaoOv/fdP65w7a99/i1+M08Vu/9g3jeUQ+aKZC
QRFTepKRX/tG+QRPi24WkrZkC2yhv/aN/okOE6BBmUkFs3ihaPKraa19wgmKcSnZDQM6ttfvNK2f
vfhenmwEbT4D6CVa4Kyr55X3oiHazEYXVAE4w3jW1uacxI7fThLtgjLaOSQT33LTqG9AyXf7TGG1
Mz5v8Yecy1MGtsUfWWzoJWAea74qltpG2iPXl0c8QaJ9N47FfjHlBBx0WdcdgOeov1CnZq/lDtac
kuo8FkEcX+L0uFxLzPWwWjGi+qydEU6tbeo7t9VMxPSVfJbXOdivwu+MerhfkMKNwUdRXWVBvp26
8Od++63l/e87Df4bz4tFY//Y0r6Pi2/ATp7Hxl30xz82zR/F4/e4+OP1OSE+6td6V1i5BrN6MaGl
Py1od3+td8I8jVthuQxdXwz8f50T2idGmGBEwBkhnPgSjsK5wzhFIFXYCSTlvzVAfjOjYaRBaaAg
W8Syx2L6oIfMidDY0tKmnjIUlIZjXrDKTGdoyxV6ATVFV5uq0E407T6hyxe56tjal0OXtXdyV7sy
mGHS6VIN1rrR1AldRSOhAQLeupimcl/FcxetFEkNb20zNz0YJP3N3JXQm3sQ49ukVY9ow6riYHu9
gXXEVCCygYaU+YuH+nKiETsSdqdJkXrUOC2uqXZ+qVcjLuio8K4M5ObdoG1p2zid7slzmZ0h3KRf
9XaVbrDEQquttzIPCiNNrWY8heqhYnmu3KVWrnuaVFQbOkzz9sVSeuc8O8zgeQtM60AFMLYADykf
HNZ2o8gGCn0pTUxce7txmfxwzO/HBU2cOK9LtwsY2X98TeWdB0W5gIYkGbzGiElkEC8iHS/J0Upb
xatvSNS7NJnvq7HLXUWofJeWfgEy0lwnuMusmHjE66ovnCOeBQfMbk4BvjdQKHi5LEJcBQ7eFaPu
ESQnt1AVEPJMDS/jWVeKh0nR+hU6u9aZ3FKMR5O5bBQpkfx0VqeVM3dUseYcnUY0NVytSr9VSDai
qy3JRx7SgSTl8x2aQkqDVI7BP8XV64e0APPM+8LiIWn38XDWU5sjgOoy0nGHonfrBjOH5ILya7XI
E1ZW5j7TvjNYddGahNBteLO6gXq9yfjPpbc9zSoY532Z7cQFW1pNllu30jp2bppedz9+wYcZIA+X
wSWwC/QaSAQPb72OkqLIqfG9ViphckwN3KDCilZOCotqkJbqCP7iQFVMPCtUfZiPcr5jAQtW5vWz
so1Bd3poVp6O0sp6tLNTea6STTmMzE7zNDijbHzqkQXHw6NEXT1dKhf0JD1J+me4eZvmpguG7Mht
vX0M3BXAE6A2kKz55+u7ovnc0LnhrpxmEpS1SF2VVddsibGlN0tMc58f+2+dlf8SqeDHQE1aHV3c
Rv+4j5swLv5x0mZArV6fki9Bm/on1qhI7aCjoOXyAqFvgsxkLdn0GrAgfT7w/nlK2p+QFBAYK0z9
gHUKHsavrBBcP/RiwMCUYOIc/a1j8nANMeg04eOAlxAwUAq012sI0fqmmlrT8XBbYJI3Tu2qQP5k
oB2ezT8+3rbvjP4pG9EQIh/A4U2UrC/DstxmSza0CaSXAgm5BU1R36QD7DtRe//xlVTq0FdHpfha
NtUO2bgOV/xQrAImq+MEMV9rGaNVoTmng31foGDkKbOervMGzus0DCfo8uJVzVxrxmJpCeRLpkrl
11z7MYTXAN4S35CY2IFhb4PZwTwjVVeDruV+dIy6fXhMivul1hYsNiruN+Qo2Gm5MY6K4/UznZel
rWUE6iBJWuMiuonB7EmcMUdwBc8Czy8TCiHsyArT6WPiE8Ks+/ULAUZoZD1Kp16V2AaSpuVVWA8/
MtXJruCnn41BJGD5Y3kWxcx2Jk3x0bx0zgbqAPiXDHqqxEN25SoCJL9iLa+0dkCTpj6rhnuUH8Y1
uoIzU2iTWmIBHWPk0Onoan2dDZNOclXejI15NQ3t5Hc6o6GZQfmqN+0Ioi1eXoYMWS+nW61Uwbxq
Ggd4Slj5bVlln1vk27RpiI/kWO+U36SNaDGxRAWK+jB1AGcbjnHaOV5k95PXWLmx0ub0O+T22I3p
bnh9Gz7kHeRgpQ32cuDsMmQIUPkIzc3Ha/hA4ER0ArgV9olGPgyB5lA9Y0a8UAdf4HiyE0NUGBmi
zNUk5j0w9BZQh4xDZcePVS+NFHiWbYdLhQ7JzKg/j4PZHElp3kSK17dzKHXi6H1ppUOJD4ygU4Ra
HXqDRudP6++bcTlGRxD50cHSJHGkBkDPA0rZm1x3CnMdmwrbq2nGus7YDX5YmcORHfBOG1/V0bgn
MmuCp3SoqJzr1Zwp8eB4UoYDxTB1XzXGRCsr7s9Q7htcZI+9ebK1XRVpkhsoxm6mJeQtrmlFxrY1
MxmmidVuzCm/rjTEbZNs2BaF9V0resZRzlmfKcHZMsrhStL6dVCog4+R1kbSJdON5lZynYG5Ujys
6si5awzlog9a/ZSGe+1Ru1SIDwnJ0rgqfdii8LvzjtGwZytxf1KHee4xfW28XLI2hR3lvj61zcrK
gkdJTr6nxfglDOV6bzM3k5xw8ewJ0KzhEFLS+A5H88W1zVpxzZJePteJ/LQApeAMxTEV/3fXMoUY
2G8FSuYbv75oyurRTDPHs7Js9uGolxhduFphlNvOkG6jISpPFTky6UtEksswjPxv8jLDXg382pH0
kZL1zdoi4IFTJvvV3sg+W04F6zUIbM9C08Bl4mq6uVwyq/nmjG7F+As8RXcs3373olgUocsBxBbO
3etYKy9jTpDgokVIkdk569AcOheJ0bMlbiwXI1doAsmXIzHkzTnIpgXBDRQZBDUhWWzqF5VQMdKq
GmrMm1qjP2lpTfn2PKUbZCHccpCcldT22NgvElgf6+ssp/FpPhhbhgTHTHsO8dzP0YyWJJkQvQKg
3QcpdNAZS1n1IfC1ZtRXcy5ThsqgKSKkDVZyDfxmocWAzcLU4FCXTOANOttXLekcddRpZ5tggfrS
nRjZHilRn+Fzh7GGdSmEYCiEkIl5/ZBSmE/w44g1Tv5Fs+rsIpvP5xQa3Wiu6c9hkoOi2KbUtRMU
VRaTSbXeM6IbjLj3kxz7uzTkjFLkwYWn1rhl5Xxpc80AM411LZKQsdogFtQmzmZyFj5NNeWVVZgr
DVc0NCPPanu0feB9X6Z49kKnqVwzfTTlwXGlmdXB2Dodky2QpwCRhbBY9SVKZJ1Uoz5kRo8MxGQ3
WuZ1i5jq3govaqtgIJfDWivC9lSS695DhjRZZTzoMJwSzJZrywNJAQu/zmiv6UfUYd47KSx0YURU
Jc07RMbT2KuKPrBsbxQCYFov0e1D8LaL78BN/QnD/62i5H96A0/ov/x9/27TP+YvZzni//7ZoqPZ
+wlwnANzEGI3iGg23c8OnfiJCYj5Z5/tBcUDhofomNGyoChAkFEYzPwqPCB/4FXJaczP6CKTTv4G
XexZg/evXSfUJp+JyeLmGAvxya93XQjXQVbHML8Yjaq7tUFKbYNGS56UoWmAr2lD8TnmlHW2dNqz
k3EBF2OVkxb6DgrUHUCDudnG6lk8R+Xk110aXueOI11r8hxfJDmiZvMkxbeK0QZfQwxb/bIiuPd1
eq6U8jysJzYSOqX6XShN/WknDdK1BHXLi6cAmm3QJRyOk5buo8ZCBUWe1jZo16t4StPaVRsdKRRV
H8qIbGuxd7lKEbUuIc678TjWe6Qc1T+dYf4zFnr130sSTBXKTn+/vu9uPiy1+d1fDWn9E5a5dHpl
WDnIgr4cXBqogCHPjHMFJ74N+PyvhrTN4BJJQ4b9FIysQzbJrxVvfWIYB2ntZzXAW/utFc+C/mvB
P6O4GX1i70PzSjTF2Vkvz2IKOJY7ykOAqIe1Gs8bHIWP5LN8iw8vIZKQF8c9mQDeISOXmCL9jDW5
iSv6iYNz8+L5X/6855dDyjcBXiQUNPAdmdoNVt9BLsNmScNOlgMh3rku9XxflrOXGs49R/TJx5d6
00gVlbEixmLMVmmJHDoCOQaSZkgqBp49DKeR0gFgFbA02asDwK9Fuoq14bREGRU/i12cz+f4PW7n
UNuKp+uM80aWzCNf/00qJ24JSREx0eZ0dQ4iF5qbCib1E/IrkUTWn22jMfRByp2G4sU29l2YTUds
NI5d8iBF0VX8dGQZ0HMuh5+Lmcui8DwVPQSlBOhq6BrTMSu6NxXYwbcUa+3FWupsUK8NftRehShC
gmhNpKdHMq/3iA0mfSdYWrS4BHvw9TUSax5KO+x4uUF5ucjF18LWtxLXwrX6zMz1s8HsT9suWTld
eYnZ0LHrv0mP+Y7oxNN9g1hBYnqwJRvd6FWAMIFnDl8rBI6XLvfmNtumhbO3g3iHzsouMZzr0cm2
dW7fRW13JFc6MGj+GRUElYg5rwKK4xDi5AQYsGpDDpw9D9fmknxRm3xfgeRC1/8OFJ5XxqEr96Ov
hdoODWkU2tUYPwYMiRVAt0BhQ7QAEjYeS2GfOf1pCpR2kNPtwIFn9OXlxxtS5OmHUYx9aEMkZa6n
HFKf6qYqTD0qeWWzeda1pJUSFBu1p1/l3CBFfkrv76yQ26ePL/teZKNCx11PpR2CRM3rlZIHFhtu
LFiNxfjkNPllVQ5+Y0bXH1/mOdc//HpMRei3QFLiWDhYEVpoK0HT0aNMYZOn1WUhNPFzwG1VV67l
BMGiQd9hurSWU2kvQgyMdx+w0x6mwH4ssquqWDbLYrhSvHiTFV6Z6egLTmEnwU/VAOzLM3DXBBhz
maFcXl+AnfSQbfOYUHnypO1kZfC5+GxEm4+/G84H77w7qm+6xoIFB7Tu9UNcIttOpc5yvEJxbiMr
v1Sn4TQ0nDOzDbwsMD2IdUioasN6ibuTyaxCt0sf6Xj5KJ/tEk13pTL+Mk1I1ekBymUdJI2LmuUH
W2ZVkVTpgbECTYyIFTJHqGlvC2tYZ/gKR6O5XZbkem5Yl03pou8CXwnTC2XewJnbTvRFJlQBwjbc
FLnhAhX1xZOUwaMGKpG1ZUO045PVjv5UG9uGJxry55Eznht1fRHkX0Gfnkdae5JM+X5WpXU/Rdfz
CFSfhocXlLDw4Z4CE873jjX4QWusnDr5AsjOFxfU8/KSXb5HY3tlQZQJp8zrzOxLPXenuWV/HzVp
3bbTpsa6YoZ6u0zqDrYAXjyLJ2vqtpj7tSE3j4B0dqhJXw5xmK+kqLmg43uGYPdmMKONMeanJZgK
Kwxu8Op+xJoXHmwznasj21a373MlvgZ0exHXmeFVS3o7zFWJB0l2mTj6FhkxXwojTGe7C9uWTvo0
/m4DNOUw2pS42GTVgHqL+jlOeKOmfY+ZqEs24jqz43fWCttj39gYGpRd2x0IHiKQlOaPiGcr4q54
1tVcrbXC1+uvjA0AHhb8kWZ8n0J9W9RB7nLsbbHJuVaSfI8PvJcv1o00MkyOpTUe9nvxWSXDg3Bp
L5w02llR4LddtscTZZePHfgRY96gPXOLIK4/hNGurTFXBiyZS8tdoBlnpsHCEx51jCS7sEeKBdC2
M20wrton2A3WknMloo4Uy5tQ0c7sLNpAkUBdzdiGKQP7PrrGbwU3m8rBamqcnuZcWif2IP52Uank
2Gz7kyRzbhDDumuzyJ+6hrEnOjruqOT7pJY3VW+4ucW+VdqTFrVBOdCZhUY7LIDXRZrsTCP0RyQN
tRLUczvjiNGdZIMBARAJwI4HC7QWj4LrQE/oqjcXNi+u1GdPmzMvrHOvGPmdkEVojd0K3NC3tshx
3pFRjVWbk77Vd+JVR9jNwOLwUlu6l4buZNRHHzz8FrOOFRbZm7aUsBCc1kNk2W4LOrUY+pNuDK9J
jneYfXsoHz2vAeA1u1kPf8woF9YqhKRo8Sw1vDGjyNdRCxcHq6ne2koPnSrZYeHjhzzWRrwa0SRo
4i8tEGEdDe+cdTLk+dZQgrtcnY5EqPeCvJAioFiF3gtX9yA+NbWZ4XLseJrdXFioOYXFtOkN9cix
/wZI8TxtAXqCJhbYFSAir6+TBHpW1RAAISWkPyJ2cWOGwJrLy8yYvVbRd/jHbHuBF5nL3q+l4jIt
wgdxpspG8DlCZQgwfH6NWOFni+4M0qurZJq9j8P1254pyQl8DNBkaGiZSMu9vku0l6IiD2x608ps
MATC3hqDpG+joW8TVdtN/FNylB3EjKcF/UxIGhsLdIgblsea8W+nIuJWcFh7TpSAr4k86kUuqOJ2
jFU547R5jK7jzr7Vi+WpT+dNRwvatGjuaN1pMdaPsdWtaotgAcft48fx7tp4cQsHT2MacilvGZJ4
hjadW3UIIaSsHhPwLh9f573FAbRV12iZWHCiD8EFQ1bHktppYnSYfalk/QxWAcQYY9stzvMeKbCC
t6yZSVCyqrXoYW4udAe1e6KQEzQnkjysG8fZl028y3u2bdQfmcS8lzZzfjMqZGjn8C8Hz8IM5yZD
NpZpYYnu1Dz4UUPgkbD4SUfXzIa14GP1knMnYYLn5hxvHz+jd+o/eviKAdqR0SEzmtfLQUosLN8n
2fFy5evURr4dqN9i8qCsOFb+vVP3MOQGyINjHGnZIYhLqpCGTLPa8dTkJO8130xUL6GJXqnzRqt0
IvJPAPnfssbVZ8vQgwxQoC4Zy1P3w7U+eLgYFU15F3NJeKF+ysHRG8xGm3AtEt1GUSPXqqHS8ENR
dQpCWq/ZFUjidCtWBOqtK71mTqThjKYP63xRt8acbU0z2y+OsWuX5qTtwgf6uhCR5E2fD349Dn5i
5t7E7+TT4FtkQU0YngEs2+exdE9v+GZKIz+p2wtlxmbQdvZxyuEXGbuuAUgVGjvE3HYt7h96k1zl
yeha9PFrM6GpX3yF/HMvZ/WetpUvfr+bUGRm3NNV2rbjtLFLw6UZ7Y86Z9wUPYhsrOd6cFxOjTry
q6w7GYrwbEqSldJ3F/oc+ANZ4IxwkAJzzqbMFrsEpTvOw+ZCJmI6mb4VydKItRnu2A+hLtHBFzTB
ZBdG6Y/BTrcatbLeT9e1s1z2xYQwQjKszYoUMW5PFPJgkWlZHLbdMHC6ZdsgkvxIlq7tNNwYSrjh
tEN+bfqmq93pEk7nIn7Pjb4L1K84S11j7gkWRzptUSGpAuQDRSqCFd9eS7Bxns7MqPiq9OEmgFZd
l8G93JKCm/aeNsRqHrCN4j0ES7dqK1aBE1+FZJ81Wa9VQgXpnP1sYbjURLsRXW7xDAecvOQ8vHYY
cCmqsxG/Fy8khpyo8mRs0TE8kxz+HqWbsY4x5tV3ZdKf5vZtg30tsr4rcEZrrLTgpHYQtJg0BukV
fnQe3ZjrxXL8piN/yjJvlOeNSGT0xLm3dXr9ZqCdtdIEYcO6C6hHAqe7sIr5fIiHUz3lwE94p6y1
0BlcOc1pUcIIyi8WK7lOGpLu9qupGKt6zC9Fz8gOSKuMcaNU2m7Mh5Nqht3EKdTpKHfF6dUyY9tV
jqcFxWlppFcFBWviQEGUGh4bvxwNCUlyFd2IXohYI+YEfZAwNYyEJ9agOGKhuJ/MFuS0dtnocs56
HX1H705MomsXsD5BGavNsmkiYyXeTSP1aGdjIBdJN1bJA5IoO+Nsa0zpFq9Wfxpv2dJ3Hwe7t4ef
AMeIKTwyADS/3wy+FTnp+e4MvkPpRtQDqt6fLmSVYhkUib6N0/DGspZNrM+bNiAN1JwjZembgMst
0LTEyg23EeF+8DrglnItN7I2McZDz2IoOkg2uhsY2Rafu9XHX5dKlw97FQBFMwZSnSpDOxYgo9cX
g2cuFQUSsNh4JjsJWjiD6q5BmjK6tuTF0xbSeKSgrxBS82vicFIr93U0fa3rCDfQGrk3Td1h8rYf
onFNIeNK0/hk6vHKnkIQlyUlJ7FBAbQKn5pMHQ3nfZLGu2HJ8PKxRZojHi5FGgPTTR8bW2WmKAAD
YavjZsRxWTS7FvSLkaSdNmYFVXvEYaHM020Q9KdwZHelpZ2hJrAzNPpHVnxN/XHdsnXyZsRImBU1
jwHiK6OLHDvJ/6yflVlYeHgUuei4LOBiw8+JvUSuaS7nhTIjnCAq0IwYpakdfOmCKLjke70xz8Yu
eii0+EpKy8uuyQvmBoHfGBQVFfGyzy1iLGuVgd+sBteNEtzIkGWLUfKJw8/fvpupqAvpRuKwRQo8
uu7VUHVnOdvqevckNdEf82RCQ7e1rVlUl7bZnwxsX4lWBEzZ6zTBWkYagpvSNFaKxhsIa2mfp+Hn
TqMipHIshqKCLTz4RIJdGOcbeJ67AIFwDGRy1+C4iijW1IIauBzWgICmVRuG13UnQzBdaylnXWfv
gfHfoGm6o2V2xYRkLS/Zvpa1HcKEZzb1dCbhMsOra2E+a4WOTunsscx2GHT7aHJtGUpte2NYd1W0
q5JxnTbhtQizSFTcKSOc865fMfxpXB031ucPd5It40/cQCEBW2hsGnW27VQOxUWIUPCDvk1X8Adu
1MoQRzAqEJrz3TKhCfS2caJEACy6qNa2zJ9sF30JJpE/+syq3Lbi5eoBgjxSijTEdK7Zs2d0Bjy6
4jFN7Zu46TEfEECodGt1JVadnL8E5YVCqpK7p6jJbIQnpMZNpWXegSO5giZ/j1Dndava1zXB2Xf6
nIAFTDtsgztRYmOslq4wxVxJTb9WiGjqBDDETGHmhr6ZcVKWBvpeIEgrautSwtzUOpGpkxHl+GpC
2BD5dqY4ANmJmQgsBKelou1o+e8wTL3FCDBC62M6Ty3kAkvLAo9Saxlne/LFKQaUSFC07xmRnIqT
vinCI7nzO5EDVSNyZoAEZE+HvfqO9lY+t7Ll2bjklTMPk4PXFFtQL/Yp3YmPQ9XbywkBIXJ+RC3x
gDoESMmxifYsYgmAd/pTkZ9EVM12UTyKlV5Nx4z63jkIoMUBu0SIx6QD+gwmelEFzUA5wVKOllcS
9DMK7CZG5TFdZBi9mOgq6Vd5jm5GO93HUb6N2341OcnV83f+T5gC/kdokOJ2/qsxHEUi/vdDwlXf
PH57fC0oJn7j12jQ/iSEJ4USPL1j9MSoYH9xVRwhgsgfiwPvT6jtL66K+glHcVayOAxpB5mcu79G
g8onPg5oLssccA32Qr81GhRFxcszF4QqA0gG3uCDIP4dqu/O+DQg1WKqHrRk6Ttcvug8bcauOh2q
RoZIq5peia3JusJ9YVUs8pcFesMpwEkLAN5SBxgcm7U32/jH+3E7aFexZE6rRYHo4epo/0crvWqb
m5Dh+lovAidCdKy0tkrkMO3AYwDEK24YJ7AyAsMv7ZIUK4/9IYHSdtZF8WmK3ATCMPHyxdZrdMsM
Z2wtX27JK+2I8FoqACUzfSTYjEOPE1BCjRqRRFM3TV3QH+GFH+ZDvCyRkPEwhN0Sz+x1itIvEUYW
XaF6Up/tGAiOKwCP93JcYZYxjNX/ihO/seXCmPyj7fWT/ug+gmX9f/+W/ZHPLwEnz7/7a6Opn2jc
CdYiwnKwfoQG36+NBnlYAILQq0eoAYwJLZ5fGw1RP+FhJyS3BA5ejOd/bTSU+0i8FcGPNPlUELm/
gTp5O98R25/PZ4AFWQr48+uV0zZ9bEk9PtizHOnekMwdur5SzL/daTWKRqG6QQz+DycJbs04z1xa
AZLfQH+3+s5ZdWp8G+ztxnbW+uygKqJaXuFoJ8WcKG7Sd/edXIWrNC/PHPJeS0IZATeFAp/EoMdz
HuBlo0jDxpqs2i2SqfFnVMRP5SXdAUT//vsnxb8CW0OkGsSHvz8afq7dn/La//g/6+YRouP/fbl+
//yEv1Yw8V7UegrrWCy9v1aw9glitog8jD4hdAhO1a8VjF6usFRwMLKioYyHwl8rGJs5JpaCT0+S
gh/6b9F42QmvTgrbNASvzGRuBG6eQ+n1Ak6ntO0mGfuBeVHUbVnn+irSFpmEO56OtPnetkK5FlsS
eBZNeQvOxutrIU2RMCNzNG9o5YG5nWe0qFeoaaSvtHJahaM1u8UQJqvGRNu56igUp2xtIxXi0j/U
N92PWA5pnKaL49k6DLwpiDw9TPeKXlvrF+/08udZ+RKTIsA9hw9GlMgC5yYTfGzx4F5mZx04b0nV
NI+z6jZMlxSGh53tbTs6K8H1TtWA1HVl3+GFhmpLvZXludgk3JGbt7bsGhIiQhUGxG6t2U9pXN9a
pHerCmmf3KqFyU6veaqd1OxjCZOfVFtPNGk2YWTtSFMnF0kuNI/GwvaSc7VrscOFqxDaTb0aUaFB
v6qM14qa7Gw5OW3grmlx/D2yg2utZrwVAIIuY7ppkyL7/xsH3jOWFDuC5BzGMagEKI2GTb3w91Hh
vGx+lFn6J33rZTh494N+BgeOtE/oQurCCVATnOd/nm7PP2HjA2dEOtKGc/zP0IB7Bb8kKkwxx4E+
KA6lP083SuZPAtSAyQMgM9jKvxUbXqdFQsH7+ZMIQ4jmsgu4h5dbILNDDNHwj/rc72akGl30844k
XgfU2reXEPCQF7usU7SuURYu4QFzehweMkzBudLoFcuR6PM60L250mFKnFl0/h2bK5V+s73MjrS5
3v8i9PN4jXCpodm8/iIhJmupHo3R5xH5LLc/Xz4Ha/m2Oj/mIPnsiv1Xav/n93hxIRG3XjwxXZns
pFKn6HNB1Iz8HLu7dYNox1O0PhlcWlS7bledBpckCG5/MnvNuUbf2zU9e52ekPavUflSrJ9B4W/H
HAdw/Ld3dRAtM6TTzSWbo8+NvaXDnW7X5R+OT+/ZH73mcbofvk64minHnrpYgR89jIPTK2oCldDP
ZeWd4jW308myT+ALf27vhlNlF7jtZTusEhS4d7tjg713v7IlzCnoFVDLvZkl1VJi6v+fuvPakhxH
su2v9A/wLmqCjxegcLr28NAvXCEyQAmCJCi/fo5n18xkRed0rrlvd/VDVXVlORWEwczOPoXKnowP
uPMQNOq/Aqb+AgmIfQ9XR/tURrmJFZyW778sLL/Zmv6ep/jnu/71wt+mpW92Zqcbt6G2hLfGro6u
jx/N5t9f5Ft24l+v8m1m9hb6ACCZyp7cjkJrJ19gPm3UUPrcLgjFHtqPco2N1h+mqWX+5pMiIkFQ
j6gax9jbv/9lfENGVBD0E2VPdh12olcR58saTsSXVCKdguOnBTGj515qp7g5TCQw5UBLVeeqnWdo
FUNA3sLHfuiYns3NoTLso68ADChnDz4b3asmyGNZkyKsgSOFBu/WC6J9NYuXbbzGg0smPH6i2YIK
TvRP67L2cDiSf2FC/uf58vfo4j/f7n8/5bflQhiZt8y6mT1B9H5SZ9TC7nJmHDkdH5d34wVQyT8V
eW+/+H2q/Ppev60bAifocTTX7Mm62oQZyJNTO6xD+HufoM4hz8T805f80zN+WxPSperGrjWypzas
39pNGi6EDeEcVXvoVXoGreF4XikSkyFwkAuD6+WtMwwSrXID38KJ02mTxVXSb6oY/1yetMDc/anD
+XcLCDpibsE3Vm4cGf8+2lYy6plQuMduv+78IxINfygA/1R4fn/vN4kyon8HHPnvvQ5AeLSW3eX5
U02hXY27kR7Ku+au+1SSrvAW18IPKPHaB/Ky7rJgOaknA0X4MH9Vu2U4KBK5yXI2rzqWc8mWJx6k
4QyLcNjGJlpkXOczQk/Y9f5AU+sLGjQ/OzsojfCChubz8FmeU1rQabdQ2MaalJ/fJvqnbg7rdzvr
r0/4bSxXWWvoYHxmTw4dwiwZA3HS6Bq1DCRKdLOF051u03KbXUkCw9IlWllKzaCO7HeXdix71WmK
v7ZXdKJR9CD8aY+4LVT/7gN8+8QLzIKEbaTZE0pL+2WrZ6x/RG09HjeqCZCGIiqet8ZW36Mkefb3
0vnDDTi/mwe/vp9v80CgcVYfgSt6Kqnc29vsBVijDegYu+lcsntvUwTzjgQle+q2fQCsHgZFu22Z
2vaHLOp280W8n98+5ksV5lHFCvaMskZgvcDwB7LimRaH5sm863eTTuVh2g1/mMbftO//XKpAx0Aq
5afM/gYc+HVBzswSam2QAp9UoAKRwPHHjf0PJzICERURdCs+laF7XcPhlH8qph548PWHveh3axf6
uQExwz3csjp/vwUz49pC3CJ/yh/NR/OHdmd/uhlVW1GHKEXbKDlZAPL84cG/tcX89eC/XPVbcLH2
vHQsUedPMDE7ORuNnvu9ilGe3/1pCv3xUrct/5dNrwOY0k81XKo8CkXrA1aENMoTEaZHLJx/ks+a
vx2RvzzZtwiitXyIwRuRP9lxup0DgJuPKVPBvIdMkmnH+V0Llxc9gUA86OiU9NcygMLv6Q9f9bcT
85e7+BZheEtdrV6Nh8akjKdYbmCS8p6dsnf/yLdOiB7pwwiC+SE96lg7439/9W+N8n99XRhsA8mD
sx1gZn9/5aISs1GneAdDuAZVUJwAMttVQRbAlZDJr+kFVsxBSuXW3PGgU8EBNsT8D0MMRoa4yr8s
Trdq/K0sAKbRt/zhMvhcQvGSPz0n7zXN6fP18P4Y5Ufk8wKMuJ5BjELfk8O7R3ewCKZGULPQpOE2
ljSj58RmNTuZTGf1tqbPbvwKKmFUx/dYQ7LoLizZZp8FUUlr/F5yDm0830jfH3l0rekpTbALs2jH
0NkawHGbHjgu0dPXy8GLdk38einpacV/69DIo05gxzq9QEa9n6PDaQymsGdpwCrK4iU4/4jOL3cf
4XICsMcM1yinhxPMlSggMnQ3Bu72dLDD1/uMWfQLfvD08PgatPT+scXff3TBwk6HldpJTTcNva8o
rk+NyKLPUZoAHvvzBRiRy7IAvwqMOZbJH6dXDzd3aYKaXo8L/Ty8rniEYKcF4d2JdnQP5T11kiC6
bB8bOtEDnucTnQfRw+aTRwQ3VzFJNw8DS9nncxo+vqZJTht2huEkVtoremhZw054l7fRMe/e8T3Q
20xrPHPDNJo49HK4BmNwSBS9j2f6usSvO/Y5Bxb+r9cZD6WzFasm9nIfd97Hp1ec1BBz+SyqWbzi
CcuDonfAfbHl7OJXamYHmHcRfl/REI6ZtLz9zUfohGFMKJu3FmPXcHt0aRkn52imL5sH3KrF4pEl
PT3n1Ma43T8dr7uKHel5v2I47zdbaLNZG4Tb/Ta82xO69YPnlu42A712YeKEe1yEIdKiLMXw+noj
Qc8Qka54P/GLTW2MuDP6praEYnk/DPQoaLhxEEs0+BQDO15Nugkz+rlGDl6otf3IgniKtK21pWb0
Ro8P6Du+5/Q1Y3Xs4sWFd/iLpFt++3YFffQpMt9UMKAv6P6Hx8KtjNNduDXY7c5+NCwKdAy2kbmn
4x4Xwn0yyQ6nPAi/wmAb/7gFOuHx8zCwLQrl9AELmk6ncyjC+MfKik0bHobtZWGHMRijMTAiFWxK
ujkA7szM7SNm94JhdTjdj0G0sCXsgofHw8mhzxsPM2IMSKzH4UYFHn087C648zJARBZKBuY63Q3h
6bEMaBN8WfT6/ImRfJtGHv2qg3Dz8MjC83bBADzGL3h9Nf163DxPFG93QXLvbd9RQo8vnL0s0Rxu
Q3UBkYGu4RhqcRNktNilFHs7/hcDy015tMHLllvYnQf41dvvDQx9rIF2u6GH8AF3p8Jtyq6X5/eJ
7uagxwvxKGZeBJeT5P5RxxdzY4JXePGC6kGn1UYeu61g2/4Pp8jvqtyfKSSosf5rffuW8jVhpJrb
LdY3D8vLs7Z7XoP3Q49R84gvhQmbZOxgMxOvvmHv97EK6+QDaYM2eSJ0f4td0c0YWez6/xYVQqCP
gzSSuwBs/n35lwXgG5rW5cgciEQPec7SWCYcvSHXIoIcOJhO7oYATBNaTGDA/fvd52dL67+s+79c
/tsO7Gd+5tqiv8WE5uW1Oc6Jh3UwzkPrmG7ckxvJbXlq//A1bj/6/aIQSZsoJ9xE3N+fWYcR40is
KX/qYboQZk569k1oOjSjfRPoYYUDjGwYgAnen7J8v4vffCQsb2Xpm9DL/PvLrmvSTKDs5k9TuCb6
F/myX6Zn8xknEnnwzto9+WfI/b/qavi/Q6+6typ/E/+gcPJ+G/7RfP3jquDj3av84/8LCDMCzv85
4UybKh+/0WPxH/xVdXKAT0Y2BMkpVEHR033LEf9n3dT/PyBDAdCHrNUNZHnLsPxVddLwr1zio1fd
B9wD/QM3+ex/pZZRb0WZE1wp1Kx+VlX/N5VTHK9vc/+/hyOy3hBK6ui1uVmGA4TnfTtYkGnszAnq
6xDJmhkGXi7sTFxWmN0wHgTPzeleQ8uqvvWqCTAnPWtctMg0hr28O4uy3zmXqfeqDFWge9aHDRiz
XGBoaeXa3BogPVpLNJjCO+RONbB3iXSYOyBppQrf4bdOvzmD/GgRxqmFSATHrllOK3U6y2n3ut7Y
RLLa8rLpXhjSQUA+tWKTjp3TWHDvc9bZZqtq2x69xO1SPlbg1JaJ3TYdzrWdN30Bz6JeC96ZXkQU
RFX54rmhAIo/SP38OKP78r4basEA3IFHdtGctMHuw7KGYWq+5I/uMDQfMGRxgh76tgAere96Tqzd
OmtbrvOUZR7qT5kCN2QVQAjIXAoqa8OO10LbQWoMa8TS6ZnHSxUZsL5OltHfOb1TneAdx90g8yyG
qvqlX9YcJS7ZAuML2fEID9njWqLvAqJ4ZIu97JLWANqQojs6kMAlKlu66zBKNyQjJwl0sLCJAQo4
shz1Q9TGHBitd+LQ+ibtqG0lab4MbblYTrnCr4hD1jXnD9UwDvE0wsXHW4rmYlTmOygMNuvQ5R3Y
8Mh5kHXehaVZi7DQy3d0j76KGQYaGJdN7Orrh+Vm2km3BhmaedGCe7PiGENwXDCbfLyW/gCvCNu4
u3G0AnBbB/RD8vShNJfyNccI2OTSlaHWo6lFdWRiBoc9ASXeNMz3SAlm+ifcK8tHE00syM3AO9S9
tiJfEtevU2vbj6OyPgFgJB4GZKPBrcMCb808Frll+5HMHaXiQnN12HetNgn9irfQOw8E4rZZCaNS
dNFgFhWgbpkbU2CNBkGuhyg7c8/eonzShKQ3hEPQGsjVsuy5N/S+eUZDGljlSIwp3UB7fudIEdir
N7Zx68DpPLT5OtxxXTbLjjS60QVc64zrhLzpm7d6hGkKeruhyNoLWB7+ZZz6G/PC8ZgBbuiCfvMU
Xsa5cp8xbIGm0QbYpuMAB49OvVYbOBa1hy4t5Be0wwo0GNG0DHojdzsJvhwHXnp9Dy4G3A76xz5P
l4l5RZmychRwagIH7WjM1pl7jRW0rlUzRbQRCHL4NSNllRYYxQSGoOPNIMUiWxOWoNKL+1ab1w1s
7EET5LO2m4xK3xAfPbMQh1rM1rQFwD8Tp6E8bft9L1vebXrYVehBL+YU2tCmXPx3P2vTTeWMcmBT
liqQkjhPN0MKwsbS9g9Z1zivINPB8hW+0g2VkzZFy3DjvTfuEnuaZoQ+3EcjNAfpEVqWECHg5MZI
Slxq1nYF9RCY6dIB1EuJNjEmFIW7ol1he9OlAKyjxz1Hw8a2tyF5g6YKvhrk1OdmvutSKRLJO0zY
W48v0bspItzunoH+1XaNmqxgQrfsgaxT8cZBkIT/E4Y9kuJ4GRYsHWzn9kdWsPXQtlzFpJxI3PdG
xmGl4uU70o2IXZuOxMTU+qRCVzgrBmelPVxL9yilk2MjbCto/ELf6HZe7KZs0nYoSdoPuaNDrcBh
W933XRUua5H02dxeYdwKa5bbJUu1tFfoNwjV/Z935T9yZH1x2hr93A3wOXDdXHXPP79g00t9A3Mv
KyDm7Rc0d/rRzZ3YwI3prYRp0W6ebG3bNdmU8EzM92TBK8Ham56UsnpmeH3Fsk4iMwLmVdTbLp6v
naZo0hv4l8EsliKRYiV5l9d0gmcP4EUjul/RoctyCaNuObsvJF2Kt5/Xb3wXRRTPBZW8x5/QW+4f
f77DhjfzvQ7dTkI6O5sPHITdJx1T75P3DjkIK7M+50Lpl77yirfeq0TQd2vxVg5W9yxEur7P9VjD
l4MPJiXjgqUPUMyX0tDmRMHw6d7r5/HarUJ7zGXWgl2IFtwCfFraVoLsJ8MtWW2S6SufNH4oe+Lt
fAMOHUYnfEmewAQBuzmRaTHD8xLvGHgYTPW1qcatBZl1kTHADg1YpiH2NTPEtCCUbW3d6DsqPadM
NLQu3/e5A9UfyhCQvbintNGvqi3vFldsZgHpdEMmhIhTbFZ9IrwhModlM1jWuyRo59MLbgeE9+Jm
t4fBL8lpsloMdGKcCV+fxtxvYB7Xdky6AGSuUL7Gq6a0wB7BscOes0R5BxGAz/sysgcH3eQNsVDN
WQklGgwwee7rUIdm9q63mj5Gkh5HljG3mCs8A0A3h2+g1ucwFXFrgy29evNaw2TzgPx6Oi2PkIPm
eP/NfWmmr0OXfjit3wQGmuKBom+P2Et8NEYvYoPmrjoshgmj28NSjFZAlCVWAi29Kt2HuXFmuEyt
/fOSKRl6o6ftunzUIJaF2FV0qB65cE43/HbBwm2Tr1nvo3XxNlDd03qpJmxZ+QqpAHQEWjdDzoHm
l8m1ArkY5cksNe8gnTkLyKQ4g7CA7JZK6KwscRCqXSRWZfaQCogTtQnU0Kntt60qnlq1xtI155s2
DyRgYiFlbJQfuZ0vFBI/warG7L4UdPtAJ/d64PcpjCxyA5V1Y9msg9aGg+PVoe7PIkA/NFTRMLbi
dpPYy4hWtgLaMl7BphJJ1RkoZODERJVhGXQ8bTvq6wwboiHBfC1ibV7ccDBkovzbWg2AEbwGxVux
5Gj5t5R1mcCqiPk0psxJW/8MvFl7Z/TuhBJepQeCVOTadJ4Zc7FYmxIGgShMVfkc8LrPg143PCTn
PFtsRkgXLym3EkSDBJhQ2BEmJTpE4S8Pt8Lj2tfVya+MOsJaPWaoJ2n6pSNp99QtttvSbgThEE6H
0AKDyww/pAbbiLuYauv56SeORcsxNY3poAtVsaa0jYBIWV9yvW3Axmx5Ak8wI0xriNSx5bkqSO3B
itHFivFqo7s21UUbdXrR3cO/yEbSVGuaYHBhbiV8ocXe4HTB7IDbtq58SsaxdqHogxYin1ttl9ek
TBzRGzvLLbwNeNDe5zw0EkOy0E5F040Yprc2J79bI6yLBuQa9q2mP08zk5nm18FqY5HJ0Nq+BKZa
4KUKDylzpYUCXZLn8MWEh1UGlR+sjgLoIwbEio08NDloj0VZVlEDxAFA9Hp3FeCVssVCxOgSwAtk
6S2vo6kpWlRmzhnvPH6H08EUeM64hmKesh+F0zjhBF5IDM0OvMIyy8GgWFAnVrV0qI5IPUjXaTnL
yfQv8Iy4hdBz1LuldpyaKf3AD5dnQDmrULVY/0ddrQ8jBF5uaivq5lqRrJMPWcJiB265LD+4Wbuf
RHp6rLlg/EkOP8fSgnKqSMFnSNMpno0CCpAJOPYAcBGF+Bh7EinSLx8JZ0gjPI9iT35W5dQfIEhv
LjYYLWwSzWObd9BPZGCUi67M7n2EjFC3O3niNg6KlAoBqFoGNywW/BDxxBd29LvV7MBuwFZGfZ0c
Rx9afd1GDdOEISW2ZXPYdB12EzRK1xd7gS8gohqsau3sPVW+grsikKDc6T89f/iA2xpiL/SPBaKU
AAVMcFQGnGJ1FZZL0UWgwL+7QOEFAy/evGrF7rfWSJYO7anDHIOsx7bp4gzYaaWdMYQayFoSF5K+
Uq/AHtCRWVLeoRbChKoP4h0YngG5oVfZIxrTDZT6/YrsOEjSwH9zhVDZZD6ib1T8mymaBdbRDmc7
yoH4j3LdfCNFhecrIHRRtxGBIH4LN7eMalnjb1I7l5dZeBMbjKrd1Vkp8JmAlOoqf9wO+oz8pL5c
F0Hcjd2iMS4HSoWO/QRrgQp2to77RmChUAjbjHQPbvCLGqBKKl3ogtoUOnsdXoiRt8o7zUNMiZal
20f9YeUECZXWHc6QFQIHXLY/pl5DoNt2NQVzpqRocBBX+I8Ol1ETkKCZuWtuV82EJVhLCgy2IX3s
W6lJ6NYAbpxuHu+LXNukzDs79r2sY3Plf4wg/rDSHQSzbXynvjPTZMRWt6ks7b5swHjUSLtN7Unf
KCt3T2PZHjTbWGMNFsRbNPHzoGqEj1UEFnw995H50TqTVQM0jBNeI8W2DYIGDuk84Y6N4YwIPFD5
qt+lYMg+TUogSZbOFwiF39CpUD2ICf0ZypZ3vWYV99w2zXi0O+sF56o+mon+2aISsQXXC2uhB4Hp
rJ1WvTnWMGCdCCItwTXJpCxEUrr1khiN1cFbMnsv53wP5zvylKJvjSJcx3c0JtpXub8tXfRgdGlv
MOVwCJ+qHr5iZlXGjjJNnfqVtPeTrcTdZBMVoXOmhe/wrZvELPVo9Fe1Kas1DW9WlLsx5QjPtFdP
ZMPB80dk0+Hg8iMF1PrRyo06IHWOfmltcjZYv9AeXcr0Ef1r4ljl+hSvrpMekG3CFpYSPZhmUqE3
EjFPipfp6hM/T54lgnXpnRNE5rBDc5umB5pETQdHlRkVMJI/QDdZswx6+yPwyCXLNAv2ikvdHnNz
qeNOzrqgBk7xLNPXT2EDCVPM2XiZl0qL59s5FMGKSxdbOTh4t8O7ndnQ8HbmArkVtFY49WQCmBvo
vtDwcmtngREzWv1iN3eGfYOJPZXSeHFAeWUOKYxt7rQ2xv+CWEfZz8tUcdYWc0kXrNlPQvO6eGpT
777qPf3CR2XvC18iuTDD7EH3/ZWNfOG7XJSXsQWdlSvXioRZPREoFDfElqDDjMRjlYLr0zQCUUSy
dsKy4eZt5C5zesbT5WHbN0eoFIERHqzJua6F/dK59kpnt8wGOkjbPwshVkgEzf69AW+LiQLtUIjQ
0pI6OiKRYRAt4jMXuPaJQ2irNH0nXOCRyIAzFKIN/2Jb1XjticlxZi8gz5eNtdxlDTdCnIXLTSMc
KOZ5MexxRFVh43EvGTOjD4ZuKuE0Vzd3lliwDdhYZ+GSW62bulId2CpOeRxSMn4CWIt1vG7NjVdW
/Fqj6gyvXSLCubG1Z2W586bxB5god0Keaq1s0flky20+aJmkvCzmyGixuCjbyR77rLhkenOwcfjn
mf5aObJ/IEhnsRIYoghuKn0s/LSN19l5uFF4wtJZ6ufWhHq+5JJQy0BWtJUeSEEFggDDWN86c5Rh
UQFHN3TOurcd8UP3R2PHp2zdp5M5UQMi941VzgrRxIDEPnhAgV/wfmMLg4Mxb9cUAsAP0C37MC3S
97Hth7jq6kOH41e/9s2p82Zx8dzF/UpdAkEf58Me/rDORevSPAaues0pdILyVQin2uPV5SAtEzuG
qSv44XrWXzwE4+cBhy0kyVN9J5F0YAOCJwOiygHyUReT5faOUur5aI3HDa3Cw4TwjQBcZidYs3YB
D6Voi7sp62dI9IUXT8jmMd+pp9gXnsZ8GLI9+xK0HN1Zs6ABMegKigY6xTOOTgqAYW8OqCLqoWLy
aWGCflMCQYpBaEGvaJSQPYX1Yo5xA/ZJOKi0PQKLnB5nv+wZAlqQc2ZhvzYLbqpH33mPPEfrbkzZ
1ncrwupQZIb24CocT7JuVsFgemUsblkCnQ96pBXYbZdST/xWVxvcV5b4M5JJyDVUB3usupjbKv+q
1hyOD540oqlUFZrM6j4e23p56SUWHx2A3opi4bM/XLMFvqlZyRtxmjIspBg2q6PIxu1FcwMstM/w
51jCIreh4MwHZXzCW108KiL7Co7hg39nSKKf2rXQP4QPcJAzko5BRmr/GJBOCni5cIgNYew4LIWI
/AEZGjPFoPSzWT4iBZW+D6JojmkB9LtQXrPnUrXoyxfTR+4PTxa3y+PE83YzwCj4ptqaG8AgZvvO
nAEbsudifiG5BKNktMn7mK/ZTgJfsimxcddsnhb3rne04jr2KRbhppVsqm8HbQAIt81sgDnSZjmU
ZdiEmgynZsprocPXvDHIARrafCeLIX+3ygnG8dh2OHwlzLqASHpFGWu0CoCO+xwsqr7zjparlctu
WsE6jzPX6mleuyFALLAPlh4sXY0sx6ZTGOMOYJM2sVNi4KzGW/8k5sK7Q7atPBiy5G+V2cqcwpUm
v/GYOjZmZHyqDX7zccD+3yHndm9zN9357qAF1aKZkenzadvksPseLBhBtZqm/RhkU1NTz899y8ez
WXvztklr5M/glBqnRou1sVwPwIryeES+cV94ZXqB54qBoHTxz+ZcG0hwuihTDpU8yFRPt1hb62NW
GlZYO+18wvRQ1Fu4+vQRCMkGPt+m/645+tVGcnUPEf6Tglg8t+CZpEZ9DHRnngPvxpfKzM8awFwG
usnrDetVVSme1qr5DsnF6l6Bt4soyAz00ntwJwnpPZSRTF94ZBgKrTeAdAcGZkNoLWbgIJClmsw4
y+DdSUGIjm7NhzH817DEywkB5iK3Y8PVtdMIhg3czMeMm1juqjUaC6jvMij1tq1ljkGllkf0Vj83
rY+OBmcIezFGDU6j1Ej18QCoR05TOLlhgq9o5tTSg1TKvLmEip0HP3mIxiuJFz8hXLMIBw4785hZ
qCKBglNtlrkHN7UDR0v3y23TpQoQDyyl2Nvt99EriiDj2PnzwbxYTTttWoB57BH2v2Zu8Vh2q/3D
1WV3dcteC9fSRmrWwkFqXcC4tDrD3UzZDFm3KkrmZo4Z4myFRgBvKA+T8JF7rRWgXK0jcIosiucB
II3Ay2z9XBRKO+StZqD/ZR3sEFuKf0IjC9iA+Xhf55URGD2cLLQFbU+tUgZrHauKWjfNLqNC9kCf
PC3orf6wckT0fYX07TB0PPF7tzkI5JIir5twjrJwyO4avHsC6FTnGqjY/3wyDIf7WSx3vkConI+l
TRF3Iupr247eTlamn6Ey6+gey515mw6g64PpJY9T0SRmUzzJnh9GqX3KsQCnJQcARoe1/FHn/UVf
0EczemphXE+9DSA2bqBzgujPIe/EheMADOOfkeJp2QiuFw5RJEsWixMm01vcXptRMyP/uw51qEGS
dxmlhQEw1UhJW+gNwXGCQVPTgh8warS8WXfReSKnDJOb2abMoUMt64TU3l6pPurN5hnus7AUqTwc
g1vCShsV0iJvQhwfUuqiPBS19tpHTglNrNGueoDixMEumvvZKbC/dcjJCsvdC7/sqNWhYiCyDGQX
y5vBL5jzsIC7slvZyO5lEoXudDaBISmte0/rX9AAhLMHytSMa96MHVPfpQ1IhsVCpqDOSL+zyfTQ
L/BIRkoAZoZSfy6IxbG0lOPGHfz7xkXI1SprPqBJD/wCnEVj3wJoRTrDnedKVEfmajwCUcZvTtYa
DHKaOY8csUS+Ob6OGdB1KVIiRVPEWOmHoFTmTQAsSTLMIEcifCzi3P9YARNB/g5e06Xu3yOOfOL5
fMJBAxYtVpNd80F8LqjnHEso7KJB98TB1oxPL4Ww15eBnqPdpVMy9ttVbCZrQLslnNqxY6KLe8CQ
8Ix8ipfbMcCvRFTZ8nNUdZI15kPapnbQlPrdmtrNtuB1se9qnGxvDlqmL97g8IL8Vo1zD7w3UNpK
7T4pLQfhBSwBKBq+4SYJfAxOSXw7eWDvm5rxURkSsq78bYR95JZLzdiAil+BIVOhkoSAdccVd2IL
odoeFMsODchk2vSND4qQu/qnxTI/rXqsrqVuzkmjtQtzMikvFmkhBhBZE/BsAM7byLsLX80lFmJ4
yWdsI/uJTyCD3GNJn5KqniS14JoTwx4Q0wJ2ra9ylgZQXAJDXAcBCnEXMHyQNSypBosyZ4zRlJhU
0/pSD8a+50O0wmSEtvOwrcrh1AwYgLmTlpFRFS9LY1/wvpPZskNH3IZniW1uafUQWde4L/PrDFbn
XKD01w4iPecZ/tA41Luu7WES1Ms7VNrurLmLBjNLpEOC2jTRF9WmoVGPuMNWqp2dojF0yM6wNHvU
OKa6nJOyBI9lbdGCXM3oL9SM977WEwezYcTQiKehOEidJBA7XQ3XquCDVG/nHn1/VhlCd0BXvzTP
cwE/NtTX0BeMDGUAZPG2anq4WFet+5h14tkpIBIkQr60s3Z2SsjSjf5qtxl6eVYjmVCJzHBaDFHn
lc/6WhyzdAZkQ8EMtw/mSj7oGQx8EcVGwrWOliHR7L8sZjIAo3vkabNpVJ6yjuR2mNc3tcCCWpcJ
ee/E5/cVkuQtTCHL7agBSqVU+uzcIgtHQwQF+EbgDs0NEc/7sFrmlzrTwRpd04OJY4sz6nrYtSnW
BsyjyodkQTb+iaOAEJHW23KS+bu2N3Kc8CzhPSEhBgAHL3J4ravpBMjOrl0RxwFaAyGDq/IIqQb5
bHeLOs8wddxqRZ4ffFjXIZMATz5eQ8VRWW6MPEueAGPiRsqsbuZK3n9wdx5Lkhtbmn6XWTfaoOFY
zCYkUovKkhtYKUIrh0M+/Xwg+9pkIKMzrG7vmqRxwSTp6Q4XR/yiqz/ZTTr8AKXTIENI3YVNXubf
E9chWyeutkPu/HqxcNdbWe9HQjkce365bg/4EN1NGjJ6t8OKIuqJv+jpFnpLP4/SU9zb3t7iy8Ds
TvcQm3m9CU3s0Nh5rdw7HZXkiGpG0nsfEqzRg95Drcxuu592llF5oElFzWLTdckVX3BLNFhRVO/K
XTNUkkvDca7NoXg2CrenpaEd4m76ZIfldYN+xqbT9Ue3m7O96dX5tgibT3ncPQ69+ZFWaLZxa/r/
mB6nu8aI5FU5y2nXOOKnjBqDxFwHH5661UtX9d61sNNnNbtXIvStQ9dYIVZRxrTp7PnJrOd6X8i+
upY9urv5BOS9NL72CuObAT8rBGTotNl69uTwRT0PpZ4iwa2qj7zjRGN0IyjQ4gXfYv8eZrtRhPcZ
il9eSdGiRQ0kVrHa8PoEfZyDk4/CQ9U531phfOt6jIUkPcV9XyfGRqbqU1R1P31dIWXu00pxnX1v
Rwn72HqMu6E+VHlLKyjXf7pZUgQaQjIb26M/52WxR+iAYbuYAb3m+Y1U/S7qBveq8tKvWkUzIstN
QkV1L7XBOtog/g9z2zyL0CDldp6V68mHaMT0TIajeysrG+isoryNtqfacH1a16L0tt4QVTt60PG1
6hP7MBtNFfgZYTvtc4rpIUmo51bFVkbik+Gn7X1ZZ85drJKbFum4vVdGgRGODynWcoQTPDQhCYZM
s31RtXs6l8mmzyxJBYgObmamD7jVAOdsdXOTelO5HZIkO3Q07PcxxjLbTKBuQ6s8ucoFRWvdhXyv
kRZswry/dXL7Qz/37n50hqfGAjGie/qntk1h9kY1ZsVRFV8lvfndGiljVAXisoDRJ7PM7/TIBuBv
+fnWsElUvMkiu8FSqaSKS2K3UFtS6p7Wp96qx7x4rKLasH7PZh02u7Che7+BSVf1V1bVednNOM7u
tKmbNkefz7YMuTWcPkPzT2iGcdvUMtZqShUNnSgZaVp6cFp/kDvq6PJ7WqP5ymdr588xpbrxqaWU
VG8SipHDkR8Ozp0i/6z2ucAn6ZH3PZQPUqumv+ZsFHJPq72mXl+g/hyg+ightIXws83NSKuk2hZR
U0FLcaRm3IL+ICB0Jy/+ilVpZN0r3BPqZ5OmGNE0+z5LbkcnqbrnXoY+gWtkNinaQcIpr8soRqXO
p91N8d7xOxeN4KbXj5WrS3rN2VyhuRdRe53uB0S75S4MK0paGGy2apeKlGwB26vegCYu1TDaX8pm
mPVrfzJmi7BmtA0ERV32+0MCeIJ9jH2NuzE0FJoGI016aG3CfwRNIe6ReP2BHvSjkA4CtX3vbnO3
TI4qawdkcG2wIGndBG0YhinbqYu+IY1YP2oZDgbIKqsZLKnOW7rVS0NcAfR4nnvPeSmi7EskvYOb
xhTAjXBrFh2yWJn1KIbil4WWgwYCp9ikk7SfaJxX15EmarHlNuzmT3bSCfEXQlbmMn7v3vhl+3Go
sYwbmvigReHP2O6MY5F7Rz+VR3jpW5r1t5OTGLswNcAUp9XiQo9KbzgnVB0980DzAmJVzw/LVM1X
RoEkoGx8YD+eGj81sxPUcqxuQmWSvBH23gzFBO7ZH82bwonjnbcsUumUFqVveZSaVV21o49wmlX/
KDVxH5t+QY7UXA81MR7Z0cgFNyONlpmovGkR96hr1gtFjxMyKM/4GLYe9/Founc5Dow7qpcTUIYU
8HcvbbxXOnCKw/y5VtmviqBjp0Z5TNs5DLy6SbeRQp05mZ30c1n7v0xMY6+6qruvPJktrqov8ZiM
Nz2Vr6emEQut3pOHNNG/lQopmyRueWUsjXq0hOp3SEnQyg2Kg9V3T5DQ+vN8sEf65GPcXoUqHvcl
2DWSqoZGRDNd07SzApQcup0/mfXeNpCvzKPcJUrwvnRxSqZctuNTZITuxnWKaIsnTkr5OAR0il/d
nfDks12K+gUdrAzZj9l9AtPnB0MTeTuaK/jFDGiTDQmazH7jjPRmWiNoezBeUrbkEimd2liaEQZo
NCl4ZzUQkU15xWmn7irETQKY5ldD44Di/oy0wzDMD8Kc9G2Z+Q7Cf5q5GcLsa+aSf7YJT1tlph8Q
zxy3hRjFnjbsh3ksijs/C2nr+g3R4KJfsnOKdPyEkVVBMANG6pqGdzeBtGDtN5RFEXhED2P+DjzM
/JEjYVI9KZ/k0KSqbxzKHHWCRzFVaYtEZaxfO2lR/5h7n3ogVneNc2vnxQzOPrc/Z4mR0GGs6o8g
25wbQI9IeVs0OLtZXs/LlbVRbZjd2aIuaYeVtzlwwW2jU3Op/brdDUtwY7TaHBBzpJ/SrMZre4yH
a7MNx2suMAJrESKmJmv2wb4MJT6fsjOIutpyqGEXI7OUbizVjeIXSV8JMaNz/D3SfOWtRJWsspvh
eowq+1lz3PZadIWJaYrmPvrFCOPNdVKMROLyOa7Ln6aMzDsOcYmyS649VVnxZHqivpJSsz/QFlkU
7H87Ml3UL9Nbt3e4Cmfbfqo7o+t3iRFqu9mN0hAMUDyrG+FG36y8+kjnsdtNCTysRteu0pAU2UyQ
KkTmb2tP1KZ4hwPRWNrvsgFjUPnetp2qY4pM33Zs5uGKG+LgOIB6BIdkj8XX1LHJM3tnOKHBy+xm
d5Gnf+h9ent6bhzpfNUb0x5ualuZV6alQQfRfSxNk+Ewi4y1H4Y2ecRepyecL+lHqhgXZ4wpdg4A
gY9mrbz7yC28lsSwVXj4SYihwlQI7WV4pMam/Din2Sf833m8u+YXCZB6BoIHyqEaPsRcuzO4q3H8
jevOCwWi5NDRb6FT/xwV0PxC6WN22g0vhKAplnzcE02Hi2jW1Z9nv/Apz+bDddjqfBpD0RMf3HLJ
LgY54OiwmUZfpbeR4zgQnQfvo5W59l0+OPkBIENyHH1zn4IDmvxixktSbBib+pZIUXssO7faF+Br
1a0XN6V9MA3tR6cLd0+dSFyZY6Lfi26yOXXssNAApzJIATTNivRNmzpuYIEOQHtZTWprzJlxP1fq
W+Y0wx2KItkxT9tpn3eRfUMzsr23xsZGcb78VbIfd3WXZDeNBLa6KcrotxsnIIWa/aCQdqdsPpmc
NL/5MOC9eahoWgRF0996mrcz/D4OCgtAh6Vmg2AccfvKQjyWHmdL/OMDzXCrQ0OjoQX5Q+v92u+M
oKMlZ04KHm+76C2CiGhT44MfqXuvqG8LE9zrnCEDWRcRAFtbOtkut71uH81+DVsf49WpTeONA1Jp
J8uGbmo0GDs3DqtNk4gwaKVdBx2FN+YL8Cvxp0+FoXAT9xA1S1klpIoxlkhTeBBj+qy1yNurbKK/
BWXcd8ZwowbE9QbDeayKPrvJS4eeFh3zJCzaG2xlkUFz64BW3biLDULyqqJQaWU4CtaZ+JrHekoF
RftpGdOHue7MraL8vs9kfzsMqXbQepwIkS4mPXSE/XspPuMu5v02UrXwrN1e7TNCBcwA5vmqZLHu
QrQiyED+Bn//EeT9f7tvnf0uIH4bJ/nv18Iry7/+X3B418WUa+Gv/qMF9l9IeNyz/xM6KXgIa3Hr
MRz+g38h4Q0A9H/zM9A+caEt6LATabKr+P/+H27w/8SnCYy88S/Luz9Bwq+UFtAPQ8dl4UaAiPdc
7ENXVBSAUFaqGeN8k03S6zlCGuWsarI1mCCW3f8SlYut4pCjfh2ncFYoQ5iNtlWUiWz48m03HeIo
rX68YhM8/oPDfy2AtOKkujovmoGCDJpNEOMRqWFxXnNSk9GJijDKxbW3eYg2z59v7z/An3t/kFMK
6NsxVlP3p96uXScT19nmyzf4YVB+/ox78naIFdNmcuuioZgkrtv905e7l8d09zhvv6INfmEqxkLV
fEVneLNeKzorCVc+4QAorm8WmuZLvGMydBj/obb898oRpySeN/NZM0ZDM0ZAuuKzZOFAc/zoFR3E
nXiJpzeeKbehVex8EfjeBwN9Wr1AEnh0tiHAWXSzNpZ9nRU+Ja9u9z/6ks6K6GVP/1rm+fDw4G+P
90Ch/odDmKcbsqFI34c5My8WHuGL2txjSXpheU+1DKAEeKawTGyzEIXAk25NdsdRl0DX99Sx8rBH
0agw7NzEsvBN1rzH91ds2duv9svfQ7nUNpFXMuCh2StSe62FJgCiRh01J6xeIkdcl8SmAYjf7HoA
DLcBtKRf2KTLmX09JqKIlo7OqENAueiPLkStVzzzjGx8xocNafTWAKiqw+xwYN8sRd0S10lc0t+f
40obghuNAQ0Th2KgY7g7LEKMrwekYt0gV2MyYAH3BqNLF5CPdLdACvA+r4dmhwFmeFQpsNtYNd6N
48g6aI2BNowfNSTJavhe17qst8rAUAawvNjlSTJStk3GeaeNIU++WxB0OIV/54U0hbsiqYJI1uJY
j7y+6Jd6V+AOihsN0BJdJgTorK5pDo7Z0k719HhPgQpgjVfk+7ovnMP7a7DQmE7W3IZmRdi66H+Y
AvHX0yWoVAHJnTbPwQJVePDzHLRlhWr9H46CFC3e7hgoWjqUqkUv7PVCTxrFm0yfmwOe3iYuoiGu
IVonL4yyPh6mbyAni4ifadugxPTVKSfTIoGfCvuglC8/1aLUrsmChw8d3ifB+xM6MxSAd0hGPNy8
xGvzHjMLCy+mjHyYIq+EoaRlH1Gn7/ZitrvnPx9q0V/EOtYhQnBWpwKihagSS18qkpGz96ge7Qy6
QofYjP0L98ubzYDKLC88fjB8LgBdqwUk2ZrrENDVwfeoz86iHnYq1y7RS9dXC5KSeNBz9tgKHpqT
61PXdpAgB78LvNAw/yprYyabzW2wKCGNlL0zZhV6goYq0gv3y+pxsm2Qv7aOtjGWfrptWavpIWik
N8ruw2MUkQsDgsvll9zJhuxQ6gigKMeTXxPiMSgPRguU6P3vuL7duG2Ehx0qwHYLUq++OmlYVMd1
b6NAbGRwObZzVBlOMLYV4FMKQfqz2fuRcWHG66W2uUuXM0eUiGkPmsun504UI8DeUnOB9FRJwLUb
faldUHukAbD1xFxBZajUhbOx3kW2Yxu8GvzBzcKZXH3ftshKNVmiCkY3/xnrTnWnunT+R6b4v400
1gfw70F8Al3LdLHlcVengptwbvSJJljSl/2jVcyoEWRmfZ2a8SX9kzPzMXXeCNYS33R4oaeLGPWO
MY3wSgJXgqQcPEPbePN8Sd/9zIRM2LBcxWTaHn7Qp6OkFXBrOEt1MJRmRZDUznlyiHw7NncUPNxL
tuVvh+NNh2WNFqBNaiGWSb96aztwcWOGuUMw6GAbK8eKb4RVJFisDvkFO9e364flJ+ZCbENeddRK
T4eC0aGq2HGnQA9Dee+EQM+o3I8XQulzo2BjhOAy5GAdcfHTUTQ0VSKvaKfAoFR/UEMiA60pf7x/
hs8MAmqE58K3XJt0aDnjr1atBZJR+Fo6BDX28/t0qKg7p0nc/fX+MG+uClYL/ydkuQhPSP9WK1aJ
kZqJkQ+Bxp588LomvDXpNtzVk5gpi43Tz/fHWyU67ALIMXwdHTYlDGuxOkyGk9dRN1Ujhht2hImn
0vaGBVwkLYpm1/hDtlO1MvcwFFABsZLqwqc7sxc9/I5hPS1ccENffv5qVTOuSy82ewAMDvrTYZ1o
dATgOGxopPcf35/qmS+4GJ1xxLgRdX3t2kCYXuRlbwxBBMMC85WckqAf6cklpcBzc7KIQeAAoYcM
IPt0TnSGrTS1/CkYJxuPDaV5bSCQVDCOFYNVV+/Pap0OY1+PDwUfDrAqiuLY/J0O14K3TDwr14I+
GixxgOfSiEddi6pPAOa1+3kui/YrRvHiZQiFeC5lZYl9Q9MfR6Mu99MLt/PKyJqQ0kX5FTSrjmM2
/rJr5bpodFM7HXQ9iFiHnlLv2PtHuozAjlH5s+WuUZPT7hOToBeoH7HcIYvdHhptasKrpZKvQNnA
6Bo3mGWmKB+BOftkRMn0aEIATHfvr9+bA8Cv6/E+O67BI/1m+UbXS7vCmqcg9QzvVxlqOjA/s1Og
B0znZjCjlA6gaO86b0BSTJ+GC8bIb97pZXy8NtgxfD13ndjhBVM7dtFMwbTwFM0SSy5j6JOjVRTy
S9jbyS3Y6eTCpnmzRRmU2o5l+I6O19Ii/f362M3drEaz1KYgSdL+W+b3WLJEWVuF+KWW7Xwhtjw7
2mJBSfjnGggAn45WD9koe9eZsOdJ+isv9dpkE7UNeMfY1C9sv3PLiSIbVyfS4bwIq5lx7MOBDtAU
5EqDGUTKxTU9JV3gVwleLZ457kfPi+wL0dZKdPWfXc/NgnyFjrqFsRZdjQ0rniHPwmKsoI82c5x3
R1NZ4SPElMHGV7zESYVac+1ln/VoqB/s0d1HpZWhlSvB9I99cmeQtuS0lSJ1yQn0zavC9yYKxOcK
qUe0k1erouEFkA86POqF+LGNy3Z6oUqvDSBAFwqCnl/KXM59BqSgPSrLDp9ibS4ZejDH9KHQAyd3
c9pJpQ/loa0+1nYT7TuJZno1uNoFKdGzg3IRUv8E2Eu8cbrP9Nzq8eoy56DBxhPnKfAYAJrM5oOZ
yPg5tnT6Qym0De/Cxz+zvyleWJa5hPjoyKy00sYGmCRQJz1IBh9iXAZqRtvn+O/9cvm4n9+/r85M
EjEJAh0XLxYihdWDrY0+7UDPm1A90DV2kcrzjZO43T3dyXLP79GBTeraPw3klneMiBGzcAcvFH+5
RV+9025vVbkl3RkiPj0J3B2gxG31IfWi/fvTe/NI/z0Qt/GykBihr76hiGPLov8KOSalb00+lQWY
kV3Sjjw3Cs1sn0mZPJnrErIOJWmkVWPgdSqrfufguK7vDM8pLmo1Lp/jdZFlCQA8k3IasiSL5s3q
5JVu7mthBoizkboO7FZOXbOrYdfNWytalg8NlOIFo0xboJWgMH+rpdlilhVLD87ykOveRq/huQSJ
SBx5YeeeWwcidM/jaqYg5q6CWgAvZZ0UtRGkuah9KBhIsxywvYfS//5nPXdEXg+0+qykqvCGLAZy
YLZEQNEaDeWwscmfDdmARHt/tDfZPlcciBg6v4K0jfLW6W5tGgXCMaOxi5KWBykHOqKb0gpux7GA
V9V6DwlS1Tu/sKzkwtBnwgkIB/R1oSRYur9+BybsUcFrcxdMhV++OGJW+hYAy/jMuwAKP1e+fhtp
IeAM30E2t8/rS6WOM9+U9I65I8FPnrJOVDyz6hrfbWGRF2mOTpjetgMksRZRjfdX+cxA7GzyT3Jx
WzjrOnEJJDorM4WmAPzPXZ7XQO0nVVwoKZx5ushQiJB4W5F9WkustlY3KH8Ejw8axKV2XwzYQ/ZD
UvzkIooz8LSh/eX9iZ3ZrKBigNpxMmx6bMvPX112ZlbFNXxxL6hor+9k5LXwR9B7IgUML+Q/Z2bn
80py1S0xMxXM06GIjASqOwYWsoVS37AyLB8tBFf7nd8UCCdJgELdhdhv3Q9aAnS8vNigoFspy67r
vk4lEXkwcLovzBl7EkQvTKwvmyJ7lEbc3MxDWT9HTdT9ZSvIC4D+EuOJzrNb7d5fZmMlMvp30EQ2
TbmROAG903WySxHeKUA/u0GvOix1IQ4qeYBq1zxpgBVd/FSlVR6FUyuA/p0v8SAcTeeniixfP5iZ
cgG7AQaxjrXpSrwCXX3qdkVDie8KKjfWEArXWgGtwlKfyhKnw22ShGayi3obiXa9nLGSBIH02dCS
4h5V9rb5Ys2ZtAB/GuND4XoDSjqtBQ+kD+fCPcLuC+uDlqcWkiCmBsIkzholtrMtbeh1/eSBqxWF
8UvKXv1FBNpUt7HpgD/JBzP71ECt1tjBykNZK2+rZ6cDiLxJW02fN3ULrHZfmcr+2ftiAK2khwoO
DdVQeRgmzf/S+ZCzto49ZnKXOb0mDiNHY9hqPQ5L2yKzwgcaRH31nGLrE+JICX95g9Vm5eCHCE5z
Y5MFGpuiEWa4R3p6/Gagjq0e0qSTd/0AwH0DF0h+S2sidFAMhva9RX1FXCEoMCC46zvTJ4VQ0Uut
SrjdFkj2FytJtd8TCMCfolV2c2x7a3hyoVWbfM20Bi4fmv60C6nPMdFpdKwneMYy2vV4hD7JRNcm
IArKf1RtbRgbAzGsn+iejx6+bWF9r/Swx1a0r/qPVdc54YPbRTwfjpvqzT5H0+y+A04ChI+C1riV
1qDJ/eCUxbcBcrp1tFqRfxwHx8gwBR26X7beTxF8owi6DsovsYH2h+78FJGBrrHV1GV5ExdKL7fe
PDbIWGLJnfMcdibY245f6NAWkWgOSUla+qTPA2iyomxAebo9NphbkVs6uMAinfqtMvXBRHCih9EZ
FbEZAKTEBXs0/SrcVmbRWruoGfTFvCezflZw0/xNZhiDt8082RfXAped72PRjT+JIefFPRgmTGmY
qEU4ZiOtgwRS8yMSevXDtlRhHCrZ5aCUQl0rsaQU2hct0l3w7m0un2riCMKITufXYJ9hHqkrVLmR
chhgxOmI0+xgiRb2PuKV/Os/0MAYxjbFTpStu/yvJ8qfm2hKwKu/fwWceagXUT/H8EhFwakuP391
06ZW7Tda2NqBPVgwWSTm3dk+G8f4i4zGAX9XBw0mUJwRQS0iYJdy/zMvmO/wQtoU3AA0rvsrhaWF
5aDXZqC4J+8lLYtdkefxhXvuTMRO2rvMj/yQPs5qkuPUKauyCjMwW60HEEiAwNMv9A6LFCzRSqwh
rNz7EXtTW/31/vqee154n2mMoYqxPKOn62t3VbTECmYA769BajlxcG629PnZqYWHr7b79f3x3k51
kVQFS4cuO/XJ9dMSQoQDqT44wRwWKgOqqoHS8puhRmUom6EXaK0zj4d41oh/3x/67VbybIoopqCI
SMNs/WjTdTLgJY4pFt5R6uPj61k/oiTTwdbpg2g2ReWV3b7DWmnYmHHsX0o+z9ThqNzSq1uyFpKz
deYCihLtGzctrlz8WiN0gZAq2JYJWnTQdwm094qcDj6ElrRWQCOg1g498hegq1tdfbR1CI0XluRt
HEMvj6IWcAFiYLbB6dfPtKSBBYDERCNbGtF+K/2bqTWc614m4vv7y/92pzEWZ9mnzeb55DqnY9Ww
IssKyZOrUliYLSBssReG2WFVO/gHR/Txhbm93WkkLWAGWHJK17ZnnY7Xw9MQCeoIgUjS7AgkSABh
nos7K52MI2xDA1tpq71wks8s6FIhhFbAHMFjrAa19HHxxLP8gJs7v+chb2HUuqAsO12/ML+3V5Pn
eVwY7AlXf9s5kVHsegrKRFA5tXnQ7C67VsDwD3/81Ty6M0jgcliXEujpKhrhTLZQd6BydBCD0Iy1
D2084KU96AOn1IgvlBFWng1LxEcoT0ON3iBHhXL86YApEnvDSNpGcdiscmpfguuPgobV3IxDYz1V
TQm7Z4DXUEBRhM5whEURP7SD9B4TzUZpUyCfF23SUGov4eS1EXxjq8jvUtMuQawiatYd29pRT6mu
+vDeKyf7qwon/+McEQpdWL4z+wEkAOkevTvsWdftbOBuhJaOCgMcc0YkZgw8yfaWzwbaTBHN7D/f
fgL8D4ULhlxqeaeLp7V4Dc1Af4K66cQEmbMs8EOwGvkCIL3SLmSyZ3YgiCMuIsM0zOVePR2tQSZL
8yCFBKqA+lxEvfu1cwt5AWx0fhSM5sAa0ZhZN2V8yQh5PoVB5WrA67XMSruP+uga4sJAZ94HASCb
9irvxHIhnk4n8+y+ce06DGYvQbuNcNkk+oMNJ9uucNAIcoc9nJD4NgEye6kqcG6jLPUA8le2PV7K
p4PnFIy1vjXDQNdU8kJEpMwvWWqVH00NEPHL+4f63GDUBsnySGJBjK2qH1ErosEfey3QpNI2fZP6
KbzYRr/qMVS/cALOXPtsfAq8ACuIMt7gbkZEfm007YIoR+wt75WCMm8OByWnHxBW+wu34plbn24F
wE9KaXR81/1kVD/V6BeGFtAbjx9MvZE7d0YUsM1yqO51r11JSJcXds7ycU5LeABVqOnzvFPPwenl
9OOpPlYjb7eG/krh6mh/6DHasY3ROvvObRFJdBEi9tFTLIfvmhmKo9m2k/3HtW2PSgvwP2ZNcWld
R8zK0S0chDwCKpeFEaAdBzKsjxw0RtElmvTd7EdRi+4rKsjvb6dzJ9QDi/xPOQnszOn0OYpx37WF
FuTN7N4UKBhsI9LZC/M7N4rgbNIAI1ylZno6SqvVsyNFxZfNptjbDDTi0Jnr/Na7MNC5HYvpEQEa
vW86FKvpuL1vZ04YMx2PclLqq3qLdMUvO6LoKqPiEvr23GHkWCwulRzyN3GK8pM0ry3hB0XZIiGN
Zij9J4UCV9r/G4eDJvrSfAWXxlZZXdjCocNtdjnqwZkCH9aJtHvS48IGylhA+9mUds300sb3//wS
4D5Fm53YF9uCN5dAxdZXM3PsEDAOqMvCNTZm9yMioNRDkN/Yv78jz6wpa8l769EkWMyIT/eKk1NV
X5LJIDccuEQhJKkpFhbVx7b980eQLgvXqA4Knyrn6uzTyy8t5AH9oE6d5D43y/i6c/v0+OcTIgQj
OgK7yN5fTSgCGzBURPJBhCjBjWhTtYftHf32I6fcvT/UGtS/RGC8DTjLLRr82BmuZmTmtTSGPPWD
1G/RVaW+ckCPGJ6L1F34oSEc4VyFSLVGHTA9FMU3teuLz9KaoyMC2uJCAfTMs+yTK3KhLaf/TdqW
U9go5Li8/6hO0SkUVX2sEMtFaQD93ESLMBeTLhEfD1pzYS3O7SNUVTmUy3l50ytOGtV6XcHYNFsg
tA3uCB5KlDawXFcbx/7CXjo7HDkq1w4X+JtkPLHgH5aWQ7So+fVV7I6W2PG5hsehnuBxv/+dz1xz
viOI6vm7zUFZfplXlRX4W/6ABoNPuAOW2hhHFGcs09qEoC8gz+n+hfHOVJWJTGkNglI2+XMdC7ta
P0BgUn7Q5rPCm0mZKCqgzWGjjBnqUju4VRilN9T52+xYRG0P2720koZ6KOKEFw7U38n26s3mV6EW
gTMbieL6ikgHu7VTYUPSSgfk/nyKMA3y3UUVP8hKUm6N8xRln3DWkHHU8iy76aGM/kZ4rvuCaHSF
tkGXI+IpRrQkeReMojjqqvOuJ+rqw6YLUTXc//kXW6KLv2vzS2vy9IuVYRKN+hyHAWRp+RsBu+Sr
nmXVVwBz+bQr0x6dq/dHfHv2SMVolS9JBSnt+irwOOdODMccVMA8NEcb3vXXEKVWfQe8Ilf7FnHa
bAcqx/4wtwiPXdgyb8+D0C16ZDwd+pLnrt6rzmkzfw4zQVxlSdSnKtsuDwRB8WMzW8q5sLxvA4xl
NBvII2AbbpzVaDHw305FwgtoDwhETvPyqlP2JSv5s3PiqQC2RsWFjXf6Eds8kgintYySxfnBmHt7
V8gyPoBOHC/s8bMTIg+CAgUoEfjj6VDxVHUxYGUvyEOgND4sgaA2+0t+RGcnRCxB9ZDSDqHZ6ShG
NOlzO7leEHsSMXnfaLay11G71uSfh0p8IfJpKpL4r7yBwZpW5CR4nVDv577Y4mcw7WsEALfzVF3y
Zz47KwEeZnFQB9a9+kxlQZQNC9YL5nj8bAAZAo09tPD66+HC+/b2Hl5wVp4OpQUQCFHn6folDljD
2R094F2VukqMUhz0Ihu2o1+aMJ6sS9v8zHhAiYF0AgYEVLYusCC9a5ZgjERQolJxXekInDY5XsGl
heG04Q6X7v1z4xFycqiEyV9rNkSZlTHRA1qQ9L70x46G9xPJG4YXYdE7P/WwSs0L6diZbwcTAggn
sL2Fq7T6dtGgZNZptQhirZs2STWgvcPa7ybU+y5ckOeG4sMRIRBvGm9AXZ6qFCgyC+fwchbXsaPa
HX2gcVfaZX9hqDOnmdIhB3mJg5Y48HSfZH5juYqXJ7B6SrVKtmjuoGmzff/GP/e1Xo3y9yP+Kiqw
4P7WampFwNEAgomGOI2/qX+ZsMIIxsJ19//GeID0Xa4PqrVriMBADDfR0+VbVTO6JWXlP03uiDfc
WJUH2071Py+0CGoskDx8NgY1pdWlqIneo9BXicBDrXnvtei3uMDyaHWN+YUvtnyR0xCDSjAc2aWZ
TinYXw3VOWlLVFCyllKHe43pxS6z2ZFZMaN1hxl4UOMSsmkM10BWQJq/3l/aM4E84wNSoBQCxI6m
y+mOUdWcxZbL2g5eChE9QYj/NxJ2HZ41ifBQljLdtnqcmkwOR4FvTkMUZLUfCtdsr2vqZLSchzgt
LqzKmZiCuwCcJ2QXkFXrwKuUU9rJ0fIoPjkTAkBuZdylMvS+d13TDlt6zz4izlbf/WU0Dn3g9xfF
PvNNaHXBdqHOBp9wOdCv9nexAKQbn6jXldoipIZ6NWRi7er9Uc5dC2wuC/QYBEn+B6ejxJFnj4lG
78HLmuleIk27T/tJ7MRY/3x/pDNRNaQQgmnyNAApJA2nQyn+0UyVRwQAH/qHoQSysTVodrjbsczd
rzj1pegFIOt6petk3L4x0PJV2qVO0pl1hSgpcKPlin/bJ+jQ3ixC5IiD0o9Rq87qftNP5R8D9DHg
wwXQomXlgzFc3+wSRxZzkAba/GWahH+XSMBiT0LlFyLPZdVWR3eBp0O0oNWw1JxOVxWB+wVcgc8S
VIMqRH8E1dS9alrrJdPsxDuW2ZzcWYbCxOb973nm/jVJ8ZkdbM637Y9J0n4vq5z9mWfGrWK1MbqJ
ozs7kggbYyV9IUY8u38W1CEAP1aV5vPpTL3KJEbMDEolttV/zURY37ltLGiU0ECIh3DcOwkxKqRX
/9hmaXEYDHVp85ybND0E9g8yAra5rqGMtprnNqGV1SGx8RXpxNY/ul6R4iJTErDv+Qeo4b2/0GeO
KCE4ugp03XlX1w8PtY/BKnweOqG8bitn1NOsyq8PqZwumVafG4qxqN8s1zBR8ukSWw7Cf50T88aB
ZviI6YD9u+VydjZx4UTNhZ175noFsfr/B1sO6qsLTteHsXQmshi3i3V7i+hC9rWbcUIaAZGhDYWq
7iOID+FtKnDCY/D+qp67Bkg3lu4+Bk36+jYyFx0wf9JEoJlDdZ/Y2XALX8C8EDKfW1Cqe8tFYy6V
meXnr+eYEU/U3cT1Ojlyb1uYu2DmY+/jpg4vLOe5CVEupY8MXPQtd8aOo3nWc6KusEsx0ECGbCdK
q/o3RgGIuaTYSzf3DTJApTDtUCsL4ryIj3NWVLs5aer9+x/n/3F2XjtyG0sYfiICzOGWk2e1K1my
rHBDWJbNZs7x6c/Xe240HGKIFWDYgC24hx2qq6v+sEK8wQST3iBpsSqh94uNSBV7LGc7s89FlZYw
7rTm42QoHirJJoU9M0G+LpgEWLkRbWWEun0kuJEa9gY6l6aUYVIGHKycqn7JYrR/gzm2NlZ2Md2k
0vIRSY5r01fE23zRmYLcFloxG/OSmer00ije+CmORnu3MRHy/v0lvL8OY0r0LaUFR5Y3bjeQlQ4T
RRPLuyCuop1HvS5ReRwRvrVhD8GU0v3OycKXMMpG3xNdf1FbD31JUCIbicISE/L6SywIiaiJyX7c
azv8l608WB3gvBnJvVSZcNjMRFWnu8G2omqf2xhvnuuw7L6rilpNfgDVyD6UuCvWR2Om0uon2NDF
Gz9pcbj+/4sA7ZJOuBoJpAwwv/wii8BbT1YSXJIpSo+1UZjvjHhE9CwS7UanZW212Ywa+CrYn3Aj
bodCIi1AMy0KLrWUMrDaKj4oY/XGK/X1g8jzYdtRO4BDJX/FLx80TnlgNFWlXOxEd3fECKA3KoA/
HTTDvpzjfx5vrrX5c2jkUkOiyGM6i+G8LGqLtHCCi0u1eKfWaLWXubT37JP0bVSm/3+ZBHKzVjrV
6cVSFRS8VQwwlIsyRQGwrSZWfNOuy3d9M1uGX85CM/zEEvNfjz9xkR39f1y6HiQMfKXqLccVWdAm
OEZe0M9wTnWn1FcX+f4njG40v4cHgx4yUsGPB32tvy0PrUSOkZNZKq+pxahIVPcmSlvhNSiVHFnj
snBNFBC9Dn1pavKQxQyju3ZuOBp+DK3mn652vX9cB46qj8VCgO+mmpjK3i5qyDHtUJeJ37lZjdpe
DekCL4F0+GOaPWXcIxg6YlYSocrld14Z/02mP2a7IqPxf2wLq/kalH1CO7C3629qWwXdhwYdz0tb
2AFUiZLrddcTwsKNwCU/cTkFhCwoNjSbKYQt4paDjwvXAgZnIw5ViPuPTvKumhCBrhyKsH4maNgI
L/F+jFa5JYiydlgR4pMoFsKzvawMpFbqeLlWBReCWHToKqM9ZVEQ7R+v8iIVfN1aFG7QgKDSLRt4
t4e1yCwAqsMASLZC0txSa/UwsTynAEl4FPOMZOPCWea/dwMudlWN0GwnelC5jVPYlzoCVmQUc4gm
cAnzrphRkZ4UsU+xk5GNRAyNo2wL/7n60fS0iVIUCqi03350KZyymvJChoyyek/zpz5Gc6jvlMrA
rMwr8jeHeMk9pkTGHIOO0xavG6Vq4l7QZ7qoeV/tOFbtHpe17GBLHcnH63kfKm6GWkJNCsD3APfN
4FJiOPdjzmZQ8FOHeE0zGC9NBZfVKLJq41Ejf//tMeGj6PxSTeVS5Ql+O59VUtQG9lwck1hnPrGK
26lqNh7cCIFkKg6IqSZhku88pSnA82LO/fij768Axtchz3JEKSwuGbtJQ5Fz1KVNgJGJ9wIIzDu3
q8r5EueWuUUQWR1Mcl/oF1IaX35s0zfous+0nZMwTF+MoGkvihOMH9KijTfu67WhZCVXdkl4hC9l
FEYzRIWpTqPraGOL0GIOsddaxCSbxNzCfa8NJcsZAAbAsXlLjriKgxX+0XN4xVJceZowRfvZGH27
dybsxx+v1v3pA5IMRIkUjIY3O+Z2t6RdpkxcO9FVIJ2uoEHtW8YQHhEpS/aUO+bD4+FWUj4JgQai
REfGIfdbjFc3sI3DwY6u1CjdP/s6D/B0D5JdoWTaoe8oEKoNJmcdzjNY40bJu7Ls0t2YaMYG1vL+
NpHAUaKsSpbL69u4/XA7HURf9vyQYGjjD15hefjQ19EOTT9nh2ww6qGVIgkmvfXHxhzIi2p5Qn8d
Wl42v+RkSp6kVt9NyTXw8PDU8ANFYvegWknyPOPkh6dAPSNvDWQdT4pMqw1AFa5bXgGvqEfMBaQp
MAXxrcCxchvYdBpRc6Ea/YrFu/1dY5fb9J3r6Krnk9jneYNJrTJHx7jHsszL0vLJ6BtMDPseZ5a5
Fqe4GLaAvWtbn7uAnhCgR7CAi/2hoIOQBeyR65gFzo4ixfxt7pAbqGrb2FiHta3vIm1ADgfPFa2q
28/t1bCKqAITO8r5i5eFiOtiX5dL9wznU142WwFkdX5JYEhWeVAb9HZvBzQEGEsSR3EN4g61B4HS
qxtNmeF3SEzvCyPA66MmbkG6Eu+tKkKsWHhbnNa164FMBtwjzy7tjqrcJA5iG5i6X7Uqdr/PAiak
JBeeUuGKE6RsdwfqOd1HRt4ebBXl18ebf23SyZEg2EFqgVWymANHi+MASenoWjHUJ9MFXD0pcfbk
DIr4I9U3S3xrVzDPHqqZ1J6Ip4v9VIguMUo3jq4ZZI9jGc4mQmFh8w3XW5wgaINg924aH3/jIwGV
cMhVh7tikakOrje1Rh4SW1DO/zKWeEHkiohfkHfzfKWf59+48oEgEseQV7DurlxzmJI5h1BxLQfs
Kq1umM+4vHyb7MC6jFmKl/nQ5jz++u/4oH95/K1ru1qjfinZHYQNUGC3u9rq6QAaXiFfJiquEQIw
CFaLKAFyn7Q2tiK91l0RE3SOYZ/g1Ymq68e8n4WzkdfJcRZRVSqz0d1CzQzC6GKlbRTWRYre/DWF
huFjjSA+lYOibqTMq6NI4DAPaok2XXytW9mYjLtleJ2iysCxzflc5aO5NacrlxNvdnp0IL8kWmjx
LQY1EGx9IoUcVaFUSslowM5rjtrnTi1L1Z+oFlxVVzhfOcUpvVAM0UI/75Wk8dPOAMeoiGCu/ckT
IT4JOW42O9rsBYJ8orJwRMz7QPhjkSTK1gUv783lMgAutAioEha/TJNScm7MiWkqYdKCcZci3S9j
FPhdKKqRqZ5j8p2CNFRvvwIV7q29447qE8ZN5d9h2wXvbDRSMwSlg2LcyMZXQg+wSLpvqNkAN11e
LQNNJCBYinLRlRBD5Ko1jmIagp96WqhYHc/tRqhb2yqy06pCVeHpvkyE2SqOgktseNWrub9aekAF
utMx7Hh8AF8zleWMc19SFqALxs2yiDauwhONilh4zVJ0CvBdM8TfIrDNz82sV+yELEiBCiYi/Fvv
HG18ViZ818wur3ss0qkOvRhTkSDek8n3SZZb4zfh2DMWSK5OLduxUrf2XaWfvsLGcn7UfdyqJ23k
xO9tV9Lm4P5mnwqg1dHgtzT68NREVgaOWVfI1rJd8qNwKnYxvB5Nqz5PrYtH5GQWxZORpB7ee72W
fMonWMrPqog7wH+iC+uTrpfDd4f/SfJfi5g3uDwDsjmwq6bEGKTTq/DTxkyubF1yYR3EI028u0iG
8XqCX1GLzY06GVcVmYCXAcX08+NRVm4kjfCEmCQwHh5Ji7Pde1EBVKQiWMeF+lSjpfqEV0lzRS4A
lrXifYYCq319POZKViXbPIj+8CClz7WIWtCSGx0KjHKZ8BfeQWXNLkjqi30QztFGAFg7Zex1uqG8
QukvLT6PKx/nixm1/Kkq/ik9t2dNk+lTZGK+FoRevoXAWhkPRDD1A3n/0VBfZHFT4OLgM2YKYvm4
WPpx3U/dsUqhOuJ0buDoCz9WjT8/ns+1QeGryvSJ3Ig2zO2dh79EWk1dH1zaCNuJedB/OGJufBvj
71NWzlsN2ZXlg/TCXAKaI7AuK/aVE+FrOGXBBRekgdw7lNGbP22ZOwRQ440VXIlbiMRSxeWefM0T
bz8uNI0yVKuBAmdRtf6oFs5lJKhsXKQrUwicGS4q3WyqFHfJsIkFdGnrUFLU2WDFdCoVnwBgCfPd
5NXob5Z1Edr7x+u2MpG0fsA/qNC2cH5abE5YBVaj6KlyqQZw/y6G78ekxOgo4eG7MYsrQ9FjQWkL
WCUCj8tmTtpg/GvEWnr1qr44OjxlMdY0RLar0s3Apa8smUxyecgglEFqvTgEsUhsRZ+N9OrgsZ4f
+kBLvZ09I7ztW1Zf237Ek/KfunOi7xjidRiIaT0u5BiSmv8mSVw9E3HLeW/UNOIOZaKnrHso3CNe
3NpfKrA1JOy9EuFXr+gCSnND2/zQel39iTerDWmiiIdPrhPjPv14vda+iySLxjgcTyg2i9eCOXZU
C0YluZaRB5eJ87UPgMBvROS1UV7rLFRAUCNaHi+Tm8gaQ97jljmn53JAStIzsJ54+7fA/EUjkwSV
9EPeC7+8+qcQnTqQPek1y8r2XSRRjk3Rjhvbbu1bfh1lsRO6imEGvUlxns/cvTHa4qjb2EY+/pa1
zS3DEZp8FinO8j5JGCVrlTq9lpmqYH9C7YheXHE01bndiBP3Q5FqU8d8LSVCMVtsAY/kzFZHM7ki
yZFfLaApPuYK01XCGzdeECvFKTkWqBdUnGHIWIvJE1WVYZ8dplcDPHR26gIDT9pOuIrpA3TvnqvC
cmIfWSaAC6Gl0hj0dafXTN/MjODa0oYfNg6AHPE2t+MXveKbJEYQEvLtpgFgPtAtjmE3l1b+BA49
fKHGqfpuY+H5Isb4JasQexmSbIvaszrviO/oJCuoVS6vuFZ32ggbMUaeVW3elTSSf1hZBxPD1cut
/XS/a3m4ciykDgSt+eV+wqop7Zq0Y9fyvvUhJIt38Cm70+Nde595OeTHvBChCELZW0YTCKUDvdg8
vaqY0WBNJEYr26sFRB+/DypiXiXa4NmmOLLV2FndWVD/gUJKDTwW9HYdaxUz7MZIsmth5tPnoKjH
5zSNbfWQhVr+j2it/o+2yZ39mFjdU2LgJbBD+aJIcQrFfX5jU60tLaU1KWsmK0D24sHAzi2Q5g3S
azWXf1Yicy4CXcC9muBu+/YZB9AA4lru4btCiFFNetvZIruaUZRe+tJT/5iUEVvYtGz+rL0uPyLV
V280hlcqEg6vIEli4K0HmWsRMsYeVGUYK+k1GGvvhBG8BaGhHP/oHP3nVHXeKanbbpemCAKiaWMd
CkRQNqZ4bUOz0uw06hnyPXG73hhPBcgvOMkVc8fo1FV4ecWe6x0eT+/ql4IcQG4ZtMh9V1gx0eZR
Ayu5jl6d/mG0ee/5cO1hNGOTLDSoa8P0rmjxPXLtCOukvLSHz7MeIBL0+JfcVxVJpnSwV+DJTHgK
cj5+udwCfQAjoyUkIDMm0h44g3ctTaIf+RSNz+M8oqZbYuld+tUwhodcS37nbEv0nNTsls3hRTkf
lKmpYeyaXrEuM8uDyx34NDT06XfJENiV3yW4oe9qva+tjU9fO02/jrz49LZxB8MpYu7CurKeqSta
XBn0EIwksjd29tqu4tLlA6U4LWo5t7M8UsoMsypguRsPA074tEHsQ4zq3qjIT1+Y5QQsAs8Epgn/
uB1IqAMvA4+LMDB1DDeMn6YV/dA7FKFzryk36jIrYZkIQWykXCqfcYtw1LXqGDoIG1yTQdfjP+lv
JF90DMH194ntBCdLpAXw3W4LrXf/AJGSRrSiiBUwnpblmdacTLrLVnRNm07nBpjJ5HdBTLkq0pPm
Sc+7/sObDwlkJAq00msBpNfi9YFIBpa/NWVhO8fANPaHatCrd67SKs0hc4v+46zqvXGs8igV/zUt
N9IxG8LW/PPxz1j7cKDEsHtk2+NucVMlm3Xom9E1YhOc46Aq9hpg/b2qR7T/o2RL/3Xt8vPIqtix
r+jI5esky8y4qmf6SjV6j6fasZFOF0m9qye92dmGUu9wW7uUYZT/6Y76tE9FUO77aDI3FBnXNhoZ
ADQtWQyxl5dw5MWdaVJ/uRYiofCYdqaSSd/d6a8Kr/B93+E/75UaalqPJ3x1XDTkgRxIbNSyRGHz
dvdyXrbX0BTOX3Mp9Bc8wbTsYNlR/65H3u3xeCthggQWRWn5er9vHwPrAW/QMx4oAOdgS7tGby62
yCsrcU+anUD/QZSAptbi2ApPzzyeMtE1tpRol5VhjQ/LFOynzH2jZLwMRwCVuWBc7DN4PC1CbM4l
XThzHl+9eYjtXdXWc+8nLRBeP8OA/vh4+tbOB4RnaQABRwJdidvgVym41jZCia8Z0m8cCLAoLe3+
szdHP2ZQUPvfGA74gsQ/SnLGItaG8VyY6K3GeJpm1YWmtLvPB6O58IhLDnFgNafH462tG2UyWTCW
UNjlkyLPWrfTFcbrh0ZcAbnPh1bLUbc1Vf3wG0NJHCX9dSohS/1chIonJRo1bO0z0pNyznXU6xrt
C8LfW2T1+z3v4kQiq98OUQ2q3e2iodrneXE5vvbUyTQ1OzugFblFoFlJuBgG3wkJYVip6mQaD2rW
kWFqjMJ1TMxP8mEDExPWrEgN90Pl9dXJmaPYxxvQ3NtmXW/cl/e5lvwNyJbBlAeysQxjY9yOnYow
wNWyOjZMqddn2P/Tu5j13g34h4Ctp2yO+2kYHsYp3orn929Sxoc8jroYO/augK22IVQ83SUL0Zs6
9m27fkrcpkaTwRp3HTgdv8fz+4/WSbbkdFYXmYNJkcug37nsLbVa02GvmzH7mWgPcxwVpyaHIvHW
XftauqafKWEheD7dbiUPpF9UJQ3fJxTEKPlTu6HWnH3Y1FsiUmtTqUFqp2P5am+z2LVsY01BYoWh
graAqea0x9YaMQRUkZieplE9gnkcjjArrU3p7XsYOJ/Ji1vnfYZi0LJJ3VRmq6EpFdOJz50/xsKM
/4GTClZX9gr6E8XDyAIVoETP9MZwT49VTK+oXRaFb2ii+fkbk04/BFQQyfQdGCM0+j7H04UkMLSr
CXhVHHycZ2VsMFOuQfY+Hm1tI71qjlPtAUK83EhjWKZY2xMDg8kFfzFMoftn5bZwgB+Ps7q+nFFQ
q1jI3AG5SLCydo6KmGd/V/fHuCiTz26vzz025+74hMccj3sS8RTpa9MINgAur5I2t9UjlpgTStrB
rqV7cLuT0fRKy9bL4us8z1XyUc9QaqKLFs7Iwul1p37JxrK3BMKp0cAsxAPJlwHczPB1beIRieUX
htuKHedYCEfA9/aj1bjNOYWx9BWLjBKBv67sz800BfaxzKYxOqtqbwT+PJnC2JjM+4uLbrIkRkhj
DpOH9e3XWA7Gv0WexNda1bNrhg7qvnWtFJF6jNMfr9tqnAfgzelAj4ca2OL9rgeSpN338VWAeHpf
9Ag+oGBVpIepVOdDVPGqda1hwgcoyv51WwFsTqvfXkTgg2UrjZsTFcLlB8dt1IWWNdDpD9v2ZZx7
ZYclobMR7tbOAlkpMs1SMPKuWhKnAkVhFzxBllT9Bac35VxHrbtVIVhbPcaQQvp8Ek/Y29Wbe7cv
NHui7Vlr9l6oZMBN2yUYK4bORp5/n8BRgZC+vBj9Wrw8FlGVWD3AHhlIbuayfdZaXbukJjXLsdf6
/Qy1b/8buwVAI+0sCl2UcRbnrEvGuUHTk6fkbKg/TMWc+kPr5L35lGpOru1rY7CwzvPcOvW9PCkQ
a+xy972aIAu1sXPXptkm4FDnJA+6e2tQtA0Vd/LCq4DJg0FEHVxF7DnHOEMD4PFnrw7Fg53mK+fk
DumBG6DXTD3Y2wJAX7/XUrXRnhHrAUGm9TRkH4+2tqg8IqmdsqD36A2RCfIbJeER1Vr5bgRr9BTG
gAK8KDD/ASm5hcFdDQEANzwpAU+hdFmW0MsCmpbBTNrBoKd+GU7pk9GacMmnBqTAbigoFQROGf45
5SKuDmVQh/CQS2OrGLMyzwC7ZPWfxiVW2Ivd1TArgxFbPOeGedxl+Mp7iFzb8bnPh2rjylgdi+DK
s4AeKVWg21Oqpx1LHQbiCgZZP9to7Rw8Z0CtXIMp8nhBV+IOPViKS4xCb3s5v+FQmyKd+ayimNVT
ljXlMVCDLdLI2h1IigPpntILV+HrMv9SmTSmEf4vLIerHTad6U9IiP2jxaH2HcSR+2JoeSF8KBd6
/tQVfcllaNCK/tueOTWHFM7qZ9yS1O5gVkpxLuo2VPdDGQ8I6BralLoHzRz6Zhfz4EZ9P3ITiaxx
nQO+yumWlsja2sB6oWxDSRn56EVYM4uc1m9BM1Sx8UWyKlfz0yxMzomdWhtHe+WwAYMhdErxW1ou
i2Cd9ZHR60OUXvFYJYIqHSr+NZyhb1GnjEfDDCZt43ivfpyHWgNwKSBiyye+aGd9njKSbvyDpueu
Md1TpYTthTbflh7fSlKGuj1YUNJeyYFefFw5FXMP9442kBtGH5Tciy9zndjFick3n+G1Oddmjqtj
CQ1yC327tul5u5DHAP8h5V/UFkb83uksMnY0D4jTgpI8tFbUHh8frbXJNPixXOmES+7b21NcGL0W
tLKdhk1GZfvgjayrPijxf/ZsbonzrW0VAJ4A0Hkq3TOjNCWOY71p02uc2TG2daJ8GpXwI1pLxT53
3C0/uLXhwDdIeibIfahSt582RO1Qos+XXvMiM/cNt81fYVfqvmL26KYZ1lYHa20qqQ+Tg2EmRcd7
sVksyqG1aWbpdc5abY8AQ7BnS+b73FC2OH5rewNGPpcbufo9OIX3yqSSL5DuBX3wpJV9dYjDbHh7
goCXCGkt7x4YwMuDBuy560yX6laLQfOOMvD0UmC45M+KWX9+vA3v655SQAqgOxouEgu6CFhJXwBb
KtPk6tbtfFSIizTBhPseTGt2apomuaRVsOVwtzqL2KaQLxMn76CzOdC6qgoTAklFqmyFWs9dVv58
/GVruxDmCOVIMi3JXb/dhWNWYuoBr/VqAK/FEKZGT6CajuHUV3tFyzfmcWu0xR40K7RRdbejYldE
1rsyzf6OqyT50HL0dmUzvVEcgmorArAyeMBE5NZcFghRPYL8kONmP/UwFDowB9htQRENC07Ab8wj
aGEwdFJAZfkO91xQc/HIZjQVxTtGhp6ecfdqd1EcqYdajG90W///p5GtysCxwo0z9Nlzcpd6Cw42
6ZFUvrwGCuZhj79qLWaQOyGgwjV939AqzabIvK5IrrbbewcLruxhokB5Dju9Prx9KHoKvFDprZAk
LraGS6U4HWzCYRjr0bHAotzYK/RbDwPwxGxjsLV9iDo4k0cpgYC/OM9FODt1iJr8VREqTEKcLHYR
sndXdaY55xTN2yEoMPC5wdBxQhf07rLUczd0gZql1wQ5mPdC69VjVDbq56l0jI0lWwlVpIbcK7x/
WbNlbsXuy+pEFsX57OZapGLKMCOz291kt+HOVjIbIFDdfH28equjEhmRyKIEeFcfVzAjyypnjq9N
3jv7iHfzKTVi54gtk/PkdFp+nGdc+B4PurI7wfTAYgThLAvzi1UssT3qy7hm0KlBrCifxcdYi5J9
po/mm7FbJNweNSjIPrwoltmO7gjTQ2gslio+mnsM7LR6HyYAGS+FzYNm40Gxsj2JIhLyAWFRClws
grIeVqkhAl7hSep8r0QVnHpUtU5WNCiNTzt12GjHry0fHQceZgh3eHcoYCZxzvt+pHOjxAreWV6/
09FMORtC7485aPWdqXZbdRR5ohc1PfkIkJ3b1zRosXx65Xa9HRQQqLB2+uBo4wuPV/sYoUyyc0QV
naYwH09j0PxGJiTH5FGAbOJ9NUrL6y4Bb0L5TQmbeIegDhY22YDpYm/bwW+spcSQU+MnWt8VpdBM
9ESRqtHVsAsB+y8G9b8rjVJQAiuwL/3g5lzvG7fRSuog7SpAm0phHThEtxsoaKtM5rlQ42Rjxfby
9NkNN4F1a6PYhGvCqESBLkNNbFewlFoq3VVmlftkkkXGst8SAV9punPe6O8h9ic5UcuPiRGhL0Er
gt/TSB12Pa+9r15VKh+wckgxk0NQIvebvMpLX4OYsw9D0xII74Alwcy13agrLI4KPWJ+DRFAamoT
Z5fCg0EvVRCFZqHeq3c7tchSX9sf1FxQlQOA6D8Occvazd1wcg1+efSLvMwiNQztc9n32t9Baxo/
UaHqs2NX1IO9y2ozQahCFH+ylUzkbwynNw9eMFdbtkeLYPv6Q1hiKOPSBAWU1u0PKUx9sku7t8/K
ELdfPaFFO/zJwveJlYuN23mxr16HotcKzoDrmVqRcTsUokbCzt3JOQ+qAtqsUed9KPD0ezy1iyD7
Ogo8ShJDltJBs+F2FHxCh8hFQessxARusHF1UOPhiIJvkX+ozF5ssO5XNg4Y41eSBXRxGAO34+Hq
XralF9hnp5+7pwBC7KGeM+WFGRh3o2XlR66x39Asg+BvoBpJMoAG9OIm0RMvIPNgUKNNAz/JS30/
DIp11jsrelutWs4nFxZMC76RV+0rsv/XnSrmvk0qwapFJZB9zQSHUhbhSbhNssOlvt0/Xr+VDXkz
3mI+U7Wb4z6OnXNoR9GujnT9hcxtRPyyit+WaPz/0+Dm0HtC9YYC3O3SlaOTdvhJ2uesjDM/xNLx
/VApw2dkYjY+amVTykcm0HpAcTjILDalZyBxhHFZeBkKePNBNFSHunHbp3lw411MZfX0eBIXd/Dr
l8GShx4ju4d3Aol9lCkGGtzhxagdJ0WtJU0+eUrvBUdkj7z0IBkakEpiQ39qk35Lo2rloAOGpxRO
mZarcak53YpRRVXODS9d2WgHq0TSlCSlevtBJ2qR2CB09Ko6dLt6lp5GaVUZIdJ5bfmOm7d/Lsa8
+tZnWmbtYjfOtgwAXpVXfkltXqdVmo5Icg6va0cu8y9nwRmVatCqSlxQvRs+5VrafAW+YBhYHGSu
+a5rBnwztapA73osUUf1rb4RwdVKe+w7eiUri70edOapHm1zPtp9Ws9+5cbgyAfFdZO95ZY1PFhN
2m+mShAaH96+LUisASdIugJ17dvf32GNapSWh9sPtD/hO7riHINOiA9pBC3CUxHRcZNGPThApDaC
/9qxJvLzTKJgy8iLoQOnCFK3HZWzmqnD3utm/RRk1rhPinHYqNSubT9KVLTYEAiViM3br1SyDgoO
N/elM9z5SoNyAu/bbEGbZXBY7gUiI6cZOqa0hbwdBd0qV83yObrknUi8E0Dyft5hEpq23+3A0L+7
vaF9GxVTdqmF6b5LNHRD3z9ez7VJhcYIaZK/u3cmEUbqtbUZdeLiamN0oHsXHCYn/KeZxBYGbOWW
o7VDXwttCF5LS7HiOIlD1UTr5Yz1RWf7IgrBf1Brr+edyPAVJMX22oG+80Aq9/gjV2InchTIjlK8
pfS4FHvVB/lW7BvlbKD63j1nPZxev+4LlHIL/tvHxhRdtXHprUwsZE3p9UV5BKMhCU355aCPItJL
L06UM/ain9OqzT+rafYZYFq/sYJrH8dsklvKKsLdsUgdFAY1vQjOaVqPwqf3O2jXanB6Hi048uSH
0SmyLcm9ta+zWBTpdAmIcLl1J1VruzYd8GxJW+HuEwTbVJ9nTmz4zljPG2/slbvo9c2CuSQleJiU
t3PpdErKDYVLSz2WenjyWkfADZ16aNhFbNXFqeAq+Vc4afgp5+E2bWyf1eHRKuJ5z7OQItTt8InS
C46qG5wp8SmfNS/DBzt0min1G7KX8V1HA7A4m25c1JdqHnrlr8fbdyVOwLNAJIkyM9i/5ed3FDK8
tI7FZZg0o/vXRdIQxgN7j06/PuAXTGcuznENTjrhA6eoEYoziyHeyEDW1pzZxz2Iyj2o+cU04B9X
TUmJCxiIpfAp5cXlu2mHw7YTZhuH5xXlvwiNtCMkBI7jQ21M/pZfTk+Ru2kyKw4wjcpWwmevNEL1
SNVO5KhOG+alcIrSiPxOaZz0KGw1a6S6TTzuVD1MnWPVZ3V8csY8vFqjonRPg6JML4j/FPbG1lyd
FPnqA/AORXSZAFrZUKoeBBhMSIfO8rsyCb8rfV+buyCpC3Pj0bd21tmE9GoIpLLtcDstWRLoSZDg
6ydym/eWBVnPNykwG5cQ2sTfEednOj7efCtXoWRkA0yWSJM7+XHyJ0BQoRpdzEnLjsgGFcd5sLdQ
tLr85YsFl0pZdEfxSZPC8bdflrhzNBauJS6ibkX2k+6GFj01ljZFfg0SASlEQw+969R6VH461ZmV
S9ENSAYGVjXFl1A30vhLZZoCrcjaqIenIO+7FzFE1Ddbg6b3bppjZ8L/2O6mqx47Zf0xQt/W/lex
nLb1h6wcyZtwDi42dshK9IARB/6RPcIOWSomN3Bn6litpaR52f9XFGN/bUZQs4E7m7vJjIaPrpX9
G8RV/+XNK8eVQKpEd1RCDhdTOguriEAme+ekD9pzMBn2B2ccvI3guCzCyIz2NSbg3Qnf4y46DaYG
Z0fVoovioUpz0ezZGdEVhgnpVxMonecOVGW9A24WqrtuRoXxmFlmox8NQ0lfSi/JtpBta1sWiQtC
FcALMrhF8LA1pVEHw44umhOUl6iyy51IMfl7PL0rJ5+UjQKX7BXQF16cxarSXVjnbnTJHApdKi+J
D2CdypMT5dq3x0OtfhDAUf5C8OAuUZyzuI7qmSnWw5C6J0qgO81tthgIKwma/H+zRzHRJsVe7JdU
rRIVGfPo0na4vSpOXaX+UOMuVJS4yJem3j6HmihPv/NtTCIAFl7tywCazr2RVy3xRYfVnfneZCrx
vqjcdGMOV46hZZukYxhm0PNb1gqDwW0KO0zjSxIKXpN8I6rlkaPD18uSPBhPXuBG5YtiVP1nM6vi
LVz3SuiGFKVzGiXgSl2GgRAeKgzvUMbRmhct1f0dwIXyJa/V4Jy3rTg/ntfV8UgbeD5LT71l0jKI
JiypAItLZrXxESFm42zOpbGPJjF9Ucd4iwC0Mh5NYvQZcB1CW28ZwFuEgrEmrsJLljQlqKLYAmwb
5ei6RuNZrfLfuHgpYQMzAb1GiXnp8+Gg4JjiZRBeph4BlLlNy+PETXWc9GDLsnrlpDMUFzwNF6q7
y2SXmykeRJWEl8aOPOzzbP2pUkvtUg5RfXm8aqtDod/OVqWIfPdImkfUNAqd53U/qPlujpv0KahC
F3JJN2yIQ64cd7omVFJpsbAjl89pmm7Z0COQc5kna8qf+iYwar/kRW3sy2puM38SANS/WqC7xcbN
tOLNhwABbnOA/Uhp7zanZiWVbmFXcynmOKlOtGEhpI2uV/xsRKs/JaBrimMnlZv2CC9M6a4FpWcf
HTsS6c6OkdDcKUZpfukb4Lj7quucd53NvzjYVhy9hEDVxV9vXxgKAeBxHC486qaL/GS0bWyueu88
VFa4C43QO1M7A1+VZsrGxbJW2adiiiABKAXE5pZbWzHxR8LlxTtjbgqNrq5M8vxiOPR6WOyySojD
kDXjoQrg8Fe1UCGLRd1Gsr/mLQToEmSoKYGF5C23HzxOZWeMYENxLTOTHMKEYsJ7i9oOsY3MqL8B
oYi/tJnSf7Hanj9gxiLnrSmKojgqM2ItJ6edPXF8vAwrUYaCIEhu5PhYh6VrW0q9TOB1g8VkXSfP
kRPO/9leOJ+KYRJ+OQXl18fjrdwaEETJn5gA5DrvHPYGJwSFjTvEUNPO8ez/HC16L2r7uQrtL7Vm
/F3kGDw9HnPlYNJJ5kBKDpbUDbqd+WbASxd5cnw7Q6P41gTZtFPdVj+Eo0P1dy5/qoltbgSDlbjD
3uZhwc7mY5e3sI2MMVipAo9iL/5GlandNVmOOwuU1o2NJV+Ji0SfXEl6oErmEY+K26+za8surMTE
CiYy+2intKgn+I0Nr80fqI2qfhamfbIvhFb9COu5CVBlrZWNKuba51J3s2BaQsW5O81FnaJaV1FQ
0EpFz3wnUe2XxrEC/LTtttpCAa+ORqC1SI6R9FhmilYDrcE0KZYMETq/mlWEf9WWiHcAUKvf+bBf
hpKZ5C/v5j5S+nDM+uCMmlZ+qjrlmwGS9zhpyfAbJ1Eyq0BYgA4DxHI7Ek1xTY+DDqvpbESYTBfq
u7kmOLhT0e7csTFPj0/F6iSSlLI3oeuDtbsdrzRQNlHB0p0NNWkiH9AuiGW9abN/DW3Wt3DIa2eQ
x8P/ODuPJbmNpmtfESLgzRaN7mkMh0Mj0WmDkHkFoOC9ufr/qfk2bDT+RlBihLRghLJRJivNyXNI
aei33Lfk0lJt1K63kUi2LVgn+zktxKsHq0sW6MtS008WENj6FnqVRyIuex9KnAr5AEGg7HLefqgH
n9GULArX3xXjGTyP+woOVIVG3WzOv76mVPDoVjMyznXc3EVlTu0FUYTo2oB7ugy0b0+dGatXbXCP
qr97X8X0CBUSaGkY29iY6mHgr2emda9ZBbKhULWYu7cgosDY3RF8ZM/FEFnQbZRd3LtQdGK4MVtV
+o21OTgfgViv4RCZ6icGnIzC1/qpe08e0oUKzOo/Jgm4OPDge68G6oNgj4BAEOVsgoXYzJR1Qujg
WiVRpIZ6E5UDMKfJ/p+ax9G/DViILoin3PhGESA/GuDdW2pgFxKwzLfflSs9WoO0HDzn6hRL8aEv
7PlSu53tU9w5IsbdNYVyAOIuLDdoq9uz6lRNklr0ka8VRIGXVhhr0Ixp9qx2+n9QNWW2gdo9hiQ+
Z7Omhr6QfCiY6jx3faltYzz1yMLB+Ctmf8zaowO7c4hYPCk/JfF5d40RVIrKIV1d9yr1MjvU0qz1
S4PuX0slqop/IKDD68UAifU3UXb1DM1D+r/Ht3Mn6wfrwJOMl5WC4Zsrs8RQABgV9KQ6IJdTC/48
GAvnCFKxs4UQytADpXYJSHXb0DPcuc/1BIHTYXady9SYCbq7+vwkGBc4uBZvFafN209cKxmiqO1a
99FU4Q6VNXjedRzUbLxaU5oZpc+Ao/ZXgzaL902r88iFtGLI2//FSm+9rLOZvmrQXtZfV7OmPWSO
tTO9TsbEjMbUN0v+VZlGpw2zfnG0kzJWcfG+0BLIWmt6LlBltuurPXaDclqmNltfxlpTf6O53Lco
ETnr8LQu0fIPY/VjckqjTjcu+rSgBKVNHexZEKWmYZVrsSXLztoStBA3JM8w6vrMxnvfmcJb5k9W
OXvdSTdSU7vCcpr/pq1dbPudhh5XoHde9W9nDjmyoHVX9ydRlLp6Xey0/1OpGh1y7njgKLlNl3y2
M3eZ/drOzDLM+7EZ6TOYdYpKntfWJ3UQ0KIpKi2ys1bU1uq7tWu+Cm8R2bcKANARZdlOtI3oENko
t4ADuL3eSzuuYpB3jrIPFHiTqEMFvkcfAt01HPXySLZr7yyCvuNJY/oVnqPNHU8JQSNrMl1Ohup8
qjytgBMOqbJR9Q7u1p4lfCBUezaldNLgW8fVj0raNGsSwwpmZlBXDmUcn7QsdruLnorySLNvJ5zg
5SO+pmKBws426EXghqKQoynXAbzRhecx/t2CztoXWWIHglGogNLqL05ByMIsRtETpmcEZGp7sxu7
bTroa+lAjlMXsnnRq+5V9gckFo7GOvacJfBe+JTgIgNcuNm4zpnNZYI64JqAgxnpCIFTfXKtNrX9
VoHOAMm1pULLKVfNZ30cnPkkEsdoDkpee5sKnEm2WzXrXsovSpRisWfKaXUyxV+QOStP5tq6XwsF
Dp7HvvktCtu6Mk4pxWU0Jhky2XxxkbYACEVPg4pAcPlt8MrqD/qhTu3XeWomlzxfp+UyQEOWv1tT
RbzEPQ00XwyZ/T2DS+0VqQmvD43cUsrAWaHc8FV0vEZEuxVTfEpjoJmndGYgHJrzof3S5GXmnqau
V1Xf6jOlOJX0Rv4EHSK+EqqWykUnbX4uPCdn1s8ty3dtHKX/QZ8drAzq3dALMTyxPcczRSsFrkbl
6qnFlywzvKd6sQ0/V+cjsPrO4ycZ6LHDJDxP8Ca96EehexFomeuQ9fk5Yu4+aKs6PdjGvVILtVha
jXQu8Abb1Kyqa9NrC1OOg5vzS1MZMLBaVeSPnsYSi9I0/6pHZr5mO/s+jUl6jgftwBXtOFmJwwWX
IAthZFK3rkgbqPSVnsI1rYz0qphZPvlVWq/nlkm0i5aV8QFgYOea4PaogPPYy+mhje/rVjuboO5V
rhmCsH7JlODJ9CSDn8Lb+/ia7O6ihAFT5ZPtr80tadaZod7BUK5W7JTX1E6W6+S11gF+cs8KibUE
izmwBG6LQmnZMJE3Rcq1i83l1LVIyeo9qpePv2X3rEjsHUQF1JwJYG43qnKV1J0XKtxq1Dqh18Tx
tZwN88NoUxq2vHn9l561avvQb9kvRmGtiIo1jf3p8c/YeUqkNJxkdQOKwNTZ7a+YvanocyWl7p3N
yXVZbHIoGGPOhKYr1Zt5eKKvdtT63zMqcUpy4FISuWxy0obWTWHGE13uJLbPsapEz4bWle/zJGuu
Y1w2n/WhOZrw3HlU0JbggOIIkMPbvl9t16T2PFdAzZK0/qoliXGOe9SCotVIg1lpi3ezQCAwmXk5
tfK/aBZLvInJUCSgobuqjZoueh1bDfeSLuD7sq/LQPPq/0UulUbS/vmXrwp1DcAd/wdnv+sPCa3X
al3vomuyOvrvjrEkp9krl4O7f5eZSgIHYFgg4RmfZwLu9vQsetM3PWX/q1d37qd2bOsPg6d3wZAP
ziujAQ6y9XUf+2CXfjnRwDSUdGSl1BclVunWdDF4kWDueIDIKRlUf7WT5o8uWtfFd0orOuIVub+t
uAJKGrAuGvQzqdvfmosX11wZsZiuAr2UyS9gs4cS3FOr/jVxR1QitZpC6Gkt62zxGxIP3c/1qSSm
tiwhDvAsO8tOgsz8jLw9BEqb+yNEb6uxKEe+vfRWP2fWo6JWnqffRDO43121GcxL3BnORNfFIpl4
7DN2zFNRfpsDJwig9nq7FsOaGONEC/xK2GKcqp7Ckt+vdueXMIa+dCW40TrPnWd9KL79umVdUtkQ
11LR3norb4DysZvaiQcgak+ZW+fv1NJsUOosyulJW2P3Xds2QwBiOwofm37jsLoJ0WCmBddIwE0P
hXBlcwIit4uYCLE4AaszPsOHa2YBUrF6oI/J+jRrnfJSi8H4gVzhSFsl7S5ChdansbtVNvlav4Mq
4e8hKo+G8++8qSRn5jnkXyCHGAW73Y7KKFc3Efp4HSbF/uqWtgdp7eo8MdqwwhicGF8GM5++PF6O
uzCD4hvTwhQUsEgFbnMG0FKlWNnpw7XOa1U9G3OeXzsnST9MXqUgN5waZnLwYt69y7LeB4mR7NhA
peZsT/2UcQFjuJO8krzX0tPlrFIGPz/+sF0rUuJOVvN5LzbPct+1ZhlF3Xht28H6q7ay+gPlhSPC
tD0r5Gi8QjTUZY/kds8aM3fLNqVo0U6u9dSNc3WhQ3fUKdizIiktVRCy6EVsv6VbLLNexmm8mr2y
nOoWibrJSfKnxyt2D9lhY8CtgKzjLSCW3yxZ3VCpsKMCM5PjPsEMG7dBGdnaRxE3VhrUAO89nwKI
9QqxV/WxQVfMDRpaVskJzg/36Om7O5oMhQC0YDaUgIaOgnRfPzUtKqdPakdr1iusA5nuo8qWpH6f
q7CW2F6lK3SG5+Wfx2twt9LSJuU1+ClgvrlrsvV1BesVALCrQnj6cTD77rWooyOBjN0vQ1qOARve
dR6k2y9zmWW3RmRhCGHi9VSZ3nAVQ9p8BpWlP2lIGx+JSdx5ehrGXDUp3Sm5E7dpaTz3IPA1a7mu
uSnOHnC2F6dsxW+zkdT+rMXOk47iyTWGQulXO4jSMr0E/vDGUEu+/VQ7pRkETEK9KkpTXxALSD+Z
C70E21P6I8ci/183nl3a4j1j9yQodpscugbyy32trFegzea5jbzlpW/RQptas4gOnNh9IIExDaIA
wAqSMMDaeOuZDqHT2/p6nXKl+WZMevKOeNRN4S1uoSIfzS7V/L6z+r+n2DNfGYefPwhBRfAghrg/
sbJBK7umoG8Zat54IDfu6zEWBPl6o5cfGQfpL0ClmE/91YsB5wMoF8gS+TdTMbf7OBaoXwuHI8sB
g3k7bpbOPXlaPB/l3vd349bQ5nXINL1gqMhYr5U+pz763trZjpWJgbf0bJTZEVzvwNwbAPUnJ/PG
pW+LZb1ajJ35Cep8n2roICOICoNG04+E2O7eeJpqAHXpjMohWEBnt8vYrghEJVBcXu3FXs+oXndh
aprz0yTWBhE71QgREBuD/7B3PxndLGlZLpq1muN6da1Ze1q7pXiO4d8+OIj3t0+jUsIFlJVhTuMm
kshgrzBtqIyukT4vHxN9aSCCE9U1Zt7hwNT9mSdy93gTuHw8EdtXV1FE0nfmaFxLWNECMwHrYg7d
0Wjd/QdJK/JuU3qGT2jjumTpEnReY1x7kTQnfckn5F7m+rd0oAz/eIfuT6EU4nXRSiKUuM9phann
UZaqxnVZVxROogz187WDIKko0oARfvXbY3v3x9CgeUQETnmJSZQt+UjP6c7tITGpDOTj01SozR9V
JdagiKEiPwuU6Rof0Kd6UJHZW1HZMHAoxgAf2taDUcVrnaSIzSuQxyQA0zaeEGuo/QqdsoMzv7ei
FGUkroJlpcZ0e9HKeBGNWgrzyoAiTMHQLX6JEbB8WYW+/M9bqN0eOEh5iW4fH1BZRE88CzxB9jaX
s7xCS+uE6dJJT9s/c8iTmucVpofSN+qi0olzOwVS2bZwTjAUKWFp6tXfj3d1Z3llY5dwibiCkFeu
yU++DCWKLq/T0rmukab4g+fUJzOLtLPrivnpsamdG0iZG+g/n7zT4V2WhHZVXNjXtTKSJ+bv7AD1
C/f82MrOJkoFBmC5UJPcT8IxYmoVI26UsKVx6NFZxYXJ/iFgMLV+mvJZOYqTNp9FS5YXDu5Tgk0g
QFRCblfQAQ5Q0mrKQ0os7osVFQScZnKU6O1YYcSadxQoCVDc7VHJ28Hwli7PQwHE+BVtrDZYKzf+
/HjxNndcfgtUa8SwdF5oZ919iwlRUg1IMjS1ckAaNdPOw5r/5YzaWvsmQpiRHwOJ+LVr8GYVZAzZ
HcVkOk2b0Hboe41xizYPJwtNA0E363mMDKn4UIrK86uskWPKQwq+WrNi42Pm0lj7L7+BqWvOpkT7
bzHVimEuM48qXOiL6n62DCKvOXIcv4kjcbLTtX0P6U3j24sovudmW3/59YUn6aGvR1ZN4ik35qdr
WOf0gNESr0L6zdqpXSbjR+TYjU+g1p+gny/fMyWG1/tlq8gWAmwBCUX5YjvdsE4tyigIT4YrU2ef
4l7Vnxp77r526uy+F3X2P/SYx++Pbe4cZM4XrXuHbtd9GUeryrxf27EMvaoxPjSV0viJoubXx1Y2
nlUeKXAIPMA6RRvJTnK7niP1iRl6ijJEA9P9A7pekZ2nZsrqK5FNG8PeE0PSPIpY2H5WeVZ7rruo
TT89/hUb5/r2K/gFjEEYlK3uerVT73qDZqHHIqsK3yNz/HspFwtu6EH//bGlvVV9Qx8SIeLIt69k
otXr2iNZFDZR1EuSYOuyGnN24MF3vwcf9/ZUUGPeBIVJlyatCYtP2AlyUHqRELkZkUPKohzhnram
mGKWtwGPB2gWDuuNqYrZLAJQptGsqOrP2oQWwjSBzaPrnASP127HFJYQ9sL5UUdzN0EoAbedRnln
hBrF49LPpiF/yprBXs7ZoCNb8Njadqf4MOoFEORSm6Gz/DbV/9NNh3hMtYTi6uE6ap3PubHfr71p
HUS7W0curdBWklMNgHGJnm7Pv4BiXQpnqmGiq+l7IKKdn+qF/QJUYAUDodanxci1P3/906iRvzEJ
UuDa0vxR4owcM1XVkNtfvOt4TMLKG5xfdFry01DioIVE9ZtpuM12ueSpurk6WiiDgA962RovRdN3
H7MsNn9vkPeLKHzzZP8Hs0SFsuMAvw1v/u2K9nHRoyg+qKFm1OonJRXqZcyt9DLahWqC9yiTEVZD
MR7hPTbxDNGo5K+iVEgpRo6cy9P703kx+TR70DsrHPPU+twaxoKU6CyyYHJr8+9ac0b14ITenx30
wEBwSh1DABBvA7U/WWzykVDXyexQm5l5G9VuDpbVWOhm1MOzuZruaXCO8qZtaeTtMwnzAY++9em2
nymZrcwRzHOYoQOe+bPaasUJ4pz1WyfyfkIIrbWioFNH/cIU0HrtNfKcICs750iR+d4dUJshPpWx
HMOO5ubqIC9lrVrRmGG6rNklypw11NXOOsNwX18eX5gdU9SDpEYPWERGkzemSqfHZ5upGZpMb0Wp
279mWq8GRakcDcXeex0YxzU4UWXsLS/Q7SnSur6rOjrSoU5HGdLNyIrWk1UV2oHf2bMD1YTEf0ID
zjDjrR1dNqKK1V1DaxbVy9L3ZbCM+lGitilNysNCIxfwCMmoTS6x+Zp4YoWs2lRDe+b8B+vcihHx
Pph1L9Ax1OPJ6gfxF0MI1fI0duWhRJchL/tPidvbD6Ac81ZO4F5uN27WhTnENqzOvamNaESU9AVP
c1a2lW9rzI/5lrowf2AiM/xZ8obavt4Y5t+KFXvfPbs2/lazefoeFZO2+m2kFK+0vHXoZRPVRN8d
hOwfGdXB8U9dG7rPaBUuja8OdENDo8rjD4ZXij+zxLV+1HqaNEEe20p3cjpn+KO1xPrO6LJe8dN5
npUAUA0aJY+P7Y5L8vAQPMvwFEphvdtNtoSLyDy129CIhyRYUEcLVCVWTm1uLSfKbcNBMLe9JoDX
wZVKmgCVbjNh3a29rjDgtrQrLxzGpP3iGMl6MpW8PilFUoePP83SNzsr5cmpsUmkgKSD23a10zUv
3MVoZ/yQUJkmibTuNVecWX9dwbg4J6+d+3dmtcQjdFNp8qPq7Gl4Fko3q2eGw239JCbi+O8C0m/a
4LlanFpyuj/nqPHSf1or917UqSfA9tG0t+1nmC+sJkBJRoNwR4+t5EOHziq4q7YeqtO85MD149yO
AIgQKf1YF2+1/bpKEbubc2Z5TnrdtHOgdHbenZRFs4WfrHnW+eraNjFIXHX+Zil6kqGFYfNBfeG6
cZCIqS4/TtPUXay5H5dXMyqGzEeYJPHo5Hip8bHRY0HQEI8ZxYeMZlKoo1AUP1UDD9I1B38TnxUX
oa8vj3dg21FiSEJSApmwRNJOod26udwQVeowMaRrCFVfWp2dRbf+zWJrNHwzK5gHtzI3+tCIQeQM
FuVjGcg9+5b3cyECSBbbI8HKbSohf49kViSJ4PwRANyePkWryJ36Xg0pyVTppaFKNPoMoeZnzVic
yO+TjMkibTGdIlhM9M9gbljng9BKGvnZ4XAsJWxb1i0lmdy2/+nEnT1W9TIQDg/D1z5ZtPQMOilv
XjpClebSFrX+vSqKJT0a5b57mTFNdYi4h1CSLvPbfv0UDtgRAYqi2GNouC06uy4SS6ufTFX8h1pl
zniCnWZRnu1eM4tQ6xXtKz6rXfwCPdf1oDG0swoE6TgckkfSnDvGK7pCACXLMezoxweVpgpfaML+
2zPFeLLrgtqV08UHT9rOgaTqglELyiHGg62N++GgZnpVV0M4dRHLYOe290Hj5DWBmk8N0D5zFrGf
LFGlvi9mMk+KBg3FLUXUXXJmNFVUBw546xA5ksS29JKgwYPZfesQkxLC5ymLltAsK+9DPCgidNXJ
CNam+8UejryNrLY8AISDYE42eViOu2SoYGLsZRkEvWTojGu7P0ost2GDtCJryvSjQDUDs7i9Y0Xm
rZGij2q45kMRJGvWPmltbh4EtjtHGQCoVPKj9UXfy9h8jIVbmdyMhyuF0/tUiEF9BkDenZ1m0AI9
K5LfZ2CMVdq885TGftXKcjp4yu5PML+AQQyyW8q9YCduPxSaqCrpzEUNh4lZqbTr0muDCA18tJET
Zka7IKAWH82fvIFybr0HlVB2kGwSqhckI26tGvC+wQJrr6GUP0h8Hf4zdKrmsUkuQzmrKE1njfmi
0Io9afrSwfZkqs27qk2T3mc2KH1OnFhx/NGZlDR47O7fpJ3vfhvdc7pAvLh3j3see8KM0bMIGcjV
31Visgufw9/85awegK4xG4v5KcGjiqCzzMX1G8ujAqHCi5Oc1DmKS+a3mQ/2l3oqU79zukK/tj0x
lxwITWbfVmq7PRk9OekpSib7G/SH9uy3Na2OYNCb7qNNhgXdT5ZUP9KiRbB3rpsxhvioKP6cuP0f
ZtR0WuhhCOr8Ftrb0ldjdfp3ZGq68BU6VilA6hhu+3w0ko9mERc/1KGvxfnxWm3DXnlLKPKAi2eb
zDvYm2nXUer13Rq2lha9qlbpvBQingXQ9Mz7pzSK4d9miIb24lSt/ftj2zsux6Rv/XZNSQ+3TnA2
lTKOlnYK66oVYdSpAHCULPqNwO+IxmPnjkisHQw+JLzEAht/a3ZRRHC/zuGqLt6Hps+K8wK9xWmK
a/W5xMcFRSbyA5e6XVtZMHToNlD+RU0C0eHbK9JZViXKpClCh1jvKzTxUJENMI4b721llh1XvRrt
MBaJqAMQcIf6gtuPxj4lEyA0jDI51IY2MfVE5AvNTF+H65ApQTeMS5i79XCeKrMIhkKnwzb3xkFv
bet2McpkDIT4wDeZvd3Oh06iistSjFU4xapxMSJUML15Wg+Wdnt0pBVJlQJ4RTZKtvOaRj0qgEyi
Mky03ET1p66faqQF/FpRxoMbcvdW/58tak9QxIOv2g6fZzn1IlWhutw1STs/GW3UEMQ2RvExn9D5
uNQQGb3EdjsuwVjrc/aiQxWlnNvFaaaTUOGwPvBve0tsEyKgpSDlI7clUzxHPKDzy8ePc/l3oxPA
+KmtHY077ZqhXyNjRI7Ktj00zF3W0F+rSFu69lM8ZU4Yja5y8DE7l4TXgxSM8XPIZ7b9gibN9Xb2
mjK0Ri8z/JKA0Q5wO0K79HEyPZtLMiu+GBXxhIhOoR3s7s5HEogR9oGas3nAN4+nNymwo3VrG86N
bfyuWNX0rHmDfhQlbJN7zhAlTNIMya1KAXVjBojrREmuaMNYMdUvntJGH+pWdZ6UVoNUPTOVU91D
rD6Oa3/Je80jPZqb3y2lyA4iz52Lw3AATH2kQ5Rzt5CFdB5avU/iNmT8qHwdbav8Bj6p8V1kVJ4e
u/e9pZW1PuoqkKbdQa4EMT3Cw3YTDoCpz2MJrRFn6Bex/3JKToOOgsIJkTSdxo2Tg2ePKM9zslB1
yqlCw9ND58+dvJE7SrtGhQ/Y7D7GejTFv3p0sExnTQ7F2EwvbSGrOdJKqmigbAIoF382KA/5EIcN
B/xsd6uIFV5nHhBQgPQxN49I5LV96WqZgN3HGfwSQiq/XJqju37v5KQZYKrE3sgo3h3QIo9R1CT4
COOx4Y4vBewXvtUWXv06ZsUUfdGJp9Rn+iWdcRnVMYVFobBK5Qz0dM1coOtUyg4KJ1uaxbe9lXh8
mqcANThGtw9oVJcdAhadCMt6MRBUqVTalYsZF4DyZw7cuUnmon8iHVLFuyhJJWK6zzKfQi8t+dk2
uh/aArndZUWt+PeurTMCuzhLjyhR7i4Vi0fiBNkB1F2yHHr7O80BCcZRGBk1V3N+J+wyDecqjz61
eeEdPK+7pggmCPSpH9z5KwXxHKvw1iyE9ia7onmp+zMp85WCxZfH13fPEv6YG8UjBix7k9jERcWs
ZNwLLlZh+73R9mEezQYMnrlyfmzqTXDh54BdXmKIx8jUJNAJL3m7gGPbZbGniiykl6n/U5kAsiER
MrwvCoyACzIwefFHwx78IYSK+qwN/5nra/Gg/oBuqM1PTTuYht8Q5gzvrXq0PvV5bylncjOHgpfu
ln+pUWRq/tjNxtfKHaPV13Mk9oj/jOXoa3YXjkxaTu8SCm19vd5AGcFkhwidqcpPDKsLv1Hb5jSC
4D0Ig/acAxARMkvWj7u73aN5SkoG5EVoppp5XYclfWFGMD5oKexZ4Ym24L0kQQCSdLs7TH73Xu44
IrSF5wYigcG7Shc7eHwI9qxw03mLqYjI1/LWSoe6AKjRIQ2tYrECBIKMC4WKI0GjHSt4bIaM5FQ1
wdPmpKUQoyTVwopNmR5/nBGcDix7KH7daWOFGJWsBjqI7dOwKPZUGkOMFXVpzxDeZBczmo7UmO9C
J+pVxC6QO76FT1uccat4FeiyDF9QNotzduKsq/xodl1YaGNJRmBSy3aEohRBOjjFwfO+bx1+FgIy
QqgtoprKBooi/SpCxpKW6zC6JeQlOWxQHvJG32b0yc+pKow/1fxQO1weuI27gJKcSu6bF6QntDkq
iWNL/I6gFdwaQWvEjQLjjrYa19lVq/daMk9fS0Ys/+2VzPmnUa1/Hh/VPfsgmvgjpefoGd/atyMr
K8vWy8KxLKrlQtDnttC65YMb2h494/dCb9pPHWOfwxkH1paBsbpZdbAB8lXZroLHP1TLGH68i5xz
FUhARCobJupYPBlzh18m33Y/95oof0sykerPjdkdNcp23BtVdFiVOHRswvbUKZU7VR4QuNCeLGM5
RcgAWX4KXICZb+gzfv29I4fE70gEEz26bXhn0IJKrLIMK8i3dF9bzfZz4zbxP7Ox2EcR3c6K3hjT
b/c1M6PGstqIhH3IineKK+LAoq/id+KLItTvVWRVB6512/bi4YO3EWSvRwjJB27c0YCWZuPVZhZa
eZuNfpaL6feuLBixK+ZUdSWDdzEfaGZtufNkWIU4IwmXLJExZrIxWnWo04x1koWF26yfvGal0pzO
yxUVByOI7XIChdBkwSxs7Rp31Xhi7qY9Ez62f3VLeUS7srfovJNwAVGvk2qOt4vO6UnnTneJM2gC
+nTjh+cZVcCXIU5EgO6zCU1BVi2//nJKv0lUDUKQbsPmClM4zEpbqbIw6ov1U18xeNioivvXY0ex
t710xqkNS+ZaJKduvw1q6Hnqe+KaNXGVS6lE3QWqyOa3lqmXz1k6HLHX7d1N7gjXkvvCVd/srN0T
nXcepXvVAN44rnOF/ObgPik2wIbHn7ZvirAc4A1v0Pa5Vmd7Vmq3yEK71S3faua/alNbT4tnaQfJ
886TzSg53VpEsYH4bV2A6FJFySGLCJNBlC+qo0zPEaW16+Pv2XnOpEDOGyiEdHW7VZ7adoMzkWeZ
oljHD2XUxbM/e+nanFGKF21op7GhB140N85zmVTJv4/t7yU7EKriCWCqJtTaJhGr2TlOtxLZZ6WL
TAmMBeo1VmZGMRS0kafvhpY6+beyqUoaZmA4Jz9VliIGGew51ZclFbYZCATxutNqCbM8l2uZ2Rev
9rQjlZidDeGX0q43eQPueXeYby+NpOXudB1JTgY64x21jYOrs2eEc8wUAtB5zGyO8hiZgA2Z6g9T
pkWeyHMy31qX+qAcsnNBZWrJIYY3gVLp5oJC7VyOvbNCkDC1zmctWtIPnTWnfy61m39pCN2PasJ7
BnEFbzBECZDfvGcOk7RKUoxxqFRVEwD/0p/6OV7eu8r6w2DW4vz4VL1FmpsggcAdS0xYywR/E1XX
kdvqUzUmYV801ScDUXXTh0IqsQJGLMrftCkaq/dupNpwVNEYvE7DOoImNafl2V5W3boYQ+aKoJQI
7z+FKIyCMRSRLIGNhrbhq0sWR6delLN5GmZdy/1YM5L4bNPuzyhqu4bs9/eV4peF0JRTRbsXPSjJ
jXwBx1BdPOLT9rmJXKP32zkXRlAIp2VIgrlf59Jqc3XUHdpxXNTDCSh4/0g3tytS6SUSipaA3Hcx
lzO9uwnOS8MIor5bDnzk3mYD4rdwx8Rp1Kdu3X/OX01UV+GlmL0ljEq9/L3vq/wPOLPUU4rY6X85
XZQyIaAFbsLDvjnOEXwedIoG5TppgxPElfEaaybpp9mNz+uq1Afft3dHwddT6iekoBq9OVxrkakD
s2LKNVLVLkgNKw7qai0PPPPehlHit0AsglW8S9lUZPXixrOVq6b3KpRCjfauo6X2GSLa7LfH12Xv
g342JTf0J1wCxESIjbnwW3dG3gMIyoonp4Il/D9YgeGCGgETOrBb31qx7XVORsnUEudt62eUxZ8A
jR+pwu88aDS8GHaFk18y6G0caJ4mc66ZZRxGjtEDodKUMzSE6QU6N/25sNvkKXZzNYhzfN7j79s7
9t7bNKgJnob23u33DWqvw3fDDRvmJT11XPmnasw138v43GlEu+yxPXmqNz6OyqUHn4acZLyTsPCg
IyIPdeCSNxflk9mhc5tRDbwssdac4O7NIWxbjkAMu0bBTMimEP/Zlqx6sP25sFxUbzQ9OmfTOp6G
NrFCqJCdYKys/upRUj2IWneuAgBaHSFmWau1PHl+fzqfTmc3kaJ08Cy7pfZaZ3ZPsusMXxG+My6P
F3XXlFSNpy1Mg3hbKKFfa49uzvtbpql7Gewo9wuliF/dZvznP1gixwOPzANsbYl0ROkVVlFDle9a
TTOctBQ9UPprVfEDnbPpaOb9DrCBq4JYhgCPu8cw6h1v5RwndZ8lSdj1w/Biukp2ccy8MHxAbPZv
3YTMwtkq1rU4mVFn/mFWRvPSrEVRHOzl/+eHyN4Xl0V2im83M64bp6lyVNxSrTGCRGuypzoSw2XS
6+qcjJ5CDtiMLIVWuSdEWPBKNOLPjxd/565K78AbxWwESZh++yNgkykna0ZjsMsGOO6F8w/IyM73
7MyisGIfAe33ThW5JyVLahY0xTbJXl5Nph5VKAQpstwXVPOQQovVJ3/1zOUfwcx2vDmniTYXRWXq
19tC7FytTR1VtXJNi2k6GVrXPi8SqfN4BXc/iTBCqgJJ7euNtwNGYA9WDuncXKfdGFhjbV2XDDoh
f+xT48djY7vbRR4EWJ75lbvwMZlUu6p0mK6ScWysU9lX7FykLWEtKi2YVvKCg2O6ZxHqC4jeKXQh
ZLyJYWrTmXlb4E6EAQMFSNcsBlAMIo6AsNpLH1h54RxNC+xtHDUKOvisK/GMXPKf3FxTKyRq+RCH
IhVcw8L0IKewj6zseXDCMuIKKg/3Ze0IThs6e4TibakM4DBsI22eWoiSLigb9u96mhI5enWJ9fR4
D3cOjOw0g/pk7gP442ZFvYniUlKqHEtLaM9JUqVnkNmOH4EaONg8bWf3gBwzCUBnCjY9W/79TyuJ
2hzoXjGm4ZjEhfqkFyhsMwuQg9QfJr1VvkZAhe2LUehFei1tS2lOUdkxiKUDnmt9Vajub6qb0EaN
M6O6ZkMxfsmLTtgXYYFdOggc9lbm51+78YitsjCX0RVw2oIbCcxlRDRh6nXfIYf99ZgBCAWtJlQC
mWHYJn55J2hJ0aKm/rOOv6vzWp2qks6xoXTNh2qozaDr++Fg5+XObgIVSc5DBMkoP8DETfKH5Ffb
VC0xg1N64lM/aQtIMi05DZmhn1w7VwK4V80fbI8ajINXfHp88PYOA01knAe1RvkM3h6GsUrsfhJx
Etp6aZRB3AKnZQKnL/SneEZs1l9UZzjKgXbCUNIDkEgEulLdaGMU+DBSuQMKnp6ip++0/0fZeSy5
bbRr+IpQhRy2AEhODpImaDYoSaNB6kZuNBpXfx7+q2NJZZUX9sJyiQTY/cU3qB54uNZtulvC4RAx
YnXaYYWZWv1HyZfzmJO4BWWTK8aU/tfH3cqhaV0ov5fWUIT3fWQP7P8qJ3ObKfrLD/unN4vYC9iy
M/eTpcw/32xkQqih8rwLaYpzST96zkmGrXsKByaXpT3uf7kpf3qrSHfQFZ0lOX8zw2qUbDwIqc1l
Va7li57bAbzV2BymwDHRVT2rpE8JmcmR7t2Sf/nw/03cfjnH0bmvAG9KycBv+8/HDZRTsOQeebOq
ahSCZZYPYwTZkOrKQ2x3OgBPXll/rmWVewstL1uQynbTyYu7e6ua9VM5WbCw29Kdu/uNxBxkQ+kU
V5GnlvaxKOrlMZni6RazJNvNhgFPyeMUB333lxvxh0SDzBnyOUTI8Pfx+zZVo9+MTEfGodnuAzM4
IO1xVD/++8X708fAAz33J0zef5syIbfT4nwhqstutcxNDOUk6/zob+Yzf4ieePog1coRxOTq13oy
nINdhUBdL4cAkZXcQ/AEwzJrACDnMxZ++/dncv9wBGNg2uB72KUCoPolja14lg/teVlSeHNcHot5
2NYUgJb7Gf6ZVllYDV2ZckwX92RcMzQpvjAJyn4zDJQ36cIqOvIctchNY9S7h9cAHJzNncRF1Ef8
BZu0cD5USVzMp34vt0eNEoi+9+2q1J+XMIQ44Hf4yGZqLErrCquhkYy1KnHtl6p7REhnH//yQ/7h
FaMgBcUW5B1Dll+DGQK8UkXKk1TLndyzYlz1ySvPa1bV8O+/5KhfJQLPESym+yd60SKQv3+Jnbvo
lnWvAZAW9epAkWwW4WRK2pNMu0CUKqvcRb4ttd8ONzaShfZpKK1Gp2EZMWACVjrHqbVOjmI+7wHS
1rscxvzfz8GfXgmktTOp+syK/7UP7mxH7tuKvEPXxPz+9qCO1mbmNBDiP3qs/O91QHAG9QlPDsrK
L69j8fuqwkVYXGLQ4xwR4V9+FLLoMuXu3cd/fypsveApnLer7If+GeHK83Z7QHr40l76+GhaL8wX
9HWzsO2+/Psn/ekakZ/AxzGehbr9S/ugi1a1O6SjS6Yxb0LW8SHB9SS1Eet99BO9ZlgIQ8x1hubr
v3/wH4ISvBfG3uwewcD9WowUS1DaMuBt9v0yHDxjolsD9uu/72/PasRMZRCYhwD7S5QQsy+6eZo5
HmUtLvbWGg7Vtke3lnL+Zrl3zjq/ZCU+inkkmQnE0q8lXb3YhYS+wwPFZXVVSd1lU0hHVivjkICs
KkNasn/697f4h+OfgIDghJyJZb/BnYsFtm+wotRSm2kGGzUX142j3+I+qv+CKfnDQTnLWgHXp8b4
Xd95qd1kIhq3l3qz1v0ycbGJuqoIpkM2ehtiInvTb9vdCtI0/FyWsVv8LRz9oco5b2MIyiSY32EP
i5mkXfY2ejG2X/8oLGb2F6g8N1+cUIgRmkQovyASz6QWy4km/GSZAV2XiYo3TFXg1/fuIsL+tKIE
eg3kK46o7svST0WBrNvh33+XPxwGmh4Wk2TEMwPolxKljvxVNS3btIGS7CTdLUx7u0XNLfD2TEjq
+6Le1r9wyf74E4HRpJtkvsSW4Z9RIx56bRfR2l6qSHhfnaQXT6bvNH25X52aeWlvJO+X9GYHl//+
uH8aJp2VJgDrnU9i+OtHMz0yHfTmFkalqfq0lkgApgij7E0mcPaFVxa7QiBk2w9dtq6t48FIiT2k
AdfR+vTvX+ZPdwIGwBk5TnHIovKfr2HpPHrnKBC4noRjnNLfu6916Y9nT1172f7yS/8hjiHKgiYL
s9hz+XP+Nv+vxaXLlhU0RnEJEjCC5TBjAIKvQf7fn4l6l2nEWS3pN/3rknqFwaHiU4QTPYKh9dLK
Nt2hJC/+5YH+dM0oRhloo/p3Hon+84E2NGJHawkRTAqK9jRLGdWZt1XRy9bqymNfoLqn//pwiL6B
IwJPRTFHZfPPT8SMCrHIpJGXrsA0MI39VUxYfgxLkPb7Hv7l0/4wlKAShv3JYDkknP3KS+l8xoBW
QRyJ1xg3O9U3eJh1MmifoeHSyfhyjsdsQY9qeEx6XZVpUSSgx80UWOYUkogN8+FyLQ6dDpvqEI6+
7g5j5y4FQtre6P/nHwQhhTNXkaoDLaVfuzt3nuFZYC9ziXrhdKiTLbhCxne44Eq190uy7H/5vIDX
/c9EBq6c7SQYHZhDv7msgqcbmLv0UKKwrMooO6asifHb7Lw1uvj3X/5/0jC/fhbVBwNShlGwPH7J
z+UyhuGKvMAlQcXMeaVWjADDsx1auhGnvvS07V9Rshn70x5NtcoMbI0tRRINfqrdjUObjouswmtA
6duV2MrkHRDTpNIp2WxoDKXWZQ73LtT52miy8V++/3k+/cv3ZyHyP18XUKMsU/95dKMd76VoBEBV
R870gFZM/F0X1HUoi7l7mE1F4P+kcUwgQcmECNRGfvNZtq00N2En8OYCQV7Vfyl6fr/ByCNzvgHG
MHgLfp2Z8j6Vk8znVO30wxentsLU00lyWOXqPA1qe/n3l/CHjztP7gm41Fi/ex3Wlq21WGuBUBP9
SIVb3p1qdgBNSchQx9+bv5Fmfk+uXF2q4jNT+A9YmcYnxFttAPanXupPugKivdmw9wxCLicMQdUF
NnvNX+qf3+M8EGe0IfCLpmBlp/7PXxoyQA+FrV0vh9YeD3s8i7O/WfSXRArw408f9D+AMFUO9Llf
p8+hrAt7bUVyOZeTVx3RA2nKu85EwSFxjFWlUlvayXS1RV+dRffzoQq2OcpR6VyhqMfW+o47buee
WWnh67IF5f1QiEreBeO8lRkaNOt4A6lkmTPdbaZnzTxVJZAet5xPhSkQ2R/LZVsfZt2JMK131dEL
t4VYrndlS2infZR8m2xhvfpjIB8kWbZkjOcWr3FZVnsaCsqqHNih9bGjqG/ybl/7O0eWyzdjNiFv
kn3bfgTOioiHPQVrl3kttI6MR6kE5PcFrwoAY/Pz+QpX6cZYNDiOS1CZbE8i0z6gkC++2J1sX6PG
7V+dbW+mU+WK+bmKmWsfnHrfcRGYtMamWRVt+xNp4qq/VMyGrDRORKXTIRjE8lkXHezvFGpk65+0
DlmdJJYyw7ey9pgRGjMGnyy7j7/XOhmDQ00drk9uPYYtqp3tMt20qF65NxK2VJmrYBPttZKWsa/B
kHve91UktZUi6q33H0S0FpX3Ubig1529K7I6MeJWuqFFxpumwXkQXTF+loFVwLoF3pbY7/s2Jt2F
5Y7au228nt1sugLJcgnNkdWJ6TKeW4Cp725cqTADh9VBAu694J3NQhde08CbU2v2cc4UDr7RxcbE
ab0Q8Sreq8JVryyMqVQkcIYnZQ+OfbEJ/gc0Mzrd5c2CDEqKs0eEozMQ/CFjHKbHDABR+RF3g+dn
0B2bPVWdFG/Ih2i0BGWpWVqMcfwJQy1HgAiT1csYFMMIw2wSXxechETmxjM1uSHZJWDcAO4dML2V
YwqaB/UYuQugOmLqEjBXCDS+FyWy/5njAPYAnV+aMgenloicce/2XJjKuaOMWb4CIlq6QzXM7XRY
RamndHLjVaUhNpMiixMsprIp2OcP7niQr8ArHs2cQLCuzRLeWJ2KgdpFLB5l77RORifSZk0xhCpb
k6p+tOYJu6kAHy+VRv6ortsmFn3KP9NzObbiugm87mR1cvhuvFAmJ7c1zpDP+LWKLMH86rFeerRM
rM5dt4zj3zbwr33bS6c9iH46q1e87m5ZXvXNVm8HSDaYtne28ES+2OSZm2ocXbgm7eBfoUpGlW0P
er5WdWNA7kZl8ejsdv2akEIFdn51+blvi+YLqmn7W2U1M+JIdeWYrHGL8odf6wo9HRcFrqyFZFmm
Fv7wJkcbqosvBmfZnj30fR6SQXgqrfuyfd7aPXhKSl/pbB9NeKckyNK8qmP9o/ct46Zq7ZlfTnHc
o6AjlYfS5Dw0GMdFsrbzql+NQutuXy3+u0oOTaymAofTvrnHGKh0eLI6GptczT3yMZ6Za/MD1h5X
eU7qoMp79n/iwlqg9UtWZvd7USW5RBAR4dxeaZMCO/T3DG+stc97lnsylXhGZFLM+pPlhdOcm0W7
937pCf4VdFMuhz2W2bbroMpkorrXup3ERztYHqzhbnD4dU0ZLZzCrnsYzVhFWWBq9VKVYi6zcSvl
nuK7ywVZ0dDBkSzoxu9tgBt5WhDMZD6PjA+PC6o4z6Hd6I85jMWz16l2OyzhugRZMofVQzBYYXkC
Tw4vyHSjQsxGTIECosUgMKfgTxyqnLKYU11a7smfW1kekU2aG4gW83S7ta7dEumkfipcxA7Szqdu
Tvuo8X7Udl1WBzMhVH5sWxMz2mH78tXbu6bKY0ZldaowH3iarapQmazD4IX53rQcGqtE+gla5v5h
sec9s9q2eE93xzIv/aa7KUtKS15MPk11psfWQdsUP6A2DzkzSepYqPFAeWteAViAAVvnZd3SJLGX
t7IsRky7u97+hk/p8iLAWqCYObvtG2pL4XgosZMI00Qv+I1ENZ+VNXV95lhAPgvSpqiHD10DIcqn
IGzkYV23KMrG2Bb3LnSARwdWwpYtW1UtGfW59wyRmxmkXat4eCoWO1xApK3dt/0MMOE6OtZ02Muu
qY9uNHi570gEy9rRXaYsjqrteYC0Q2kabFaAy3in57zF0wX5XdwznXSfXAxbGNriLRV2+x4dYktH
YHAiC/gCOFXMe3x/MJe9jULZae6HMwEQUUFeirsx8c+CtnWtrBtcRx4abbnPjAf6EZMhDUBP9b33
PsskuYWMhDxKhHwSjjyyV10++MI8ets63ARtNUepX06Am0iR7b1xJ/Pk9+3+1IuRs4pAffgRF9Rx
h36nnCZ2tO4Vmnt4DYmpjMejv42FlyaDWgywSmxoUquRvrjxxhXdOFSxvpU9YSHVTYXyEoJB49Ps
e1V7bJBTel8Z8/dXKD/vI+sff77chtn5NrZlgy3rwN+gcBmsCfPKLg/dFOmPYd09rNwg9jBNljNh
0J775BaSQ1HmRpno5LjdPGZeEYRdhhDj8jPoChGk+2BX1bExSyS5ZWXyAYcbcZ6OaGKle0+2zCQw
wCq1gnoUKTto+aHqcN2pLaqeWXQvfJM6wAqWzCmnUqRIcSb3VVmh0WubYMuMwFQ99b2xeV2Fqn72
g6vXvIiQ0WKqbYWPpWf33P/A8js2TiKgwEC9B4ASibUd+Z1TX3Xz/R67as4MJfOnwoIdd5yJ/Zcq
3Iok32RBcTyQiVxmhUbFwKlrHJdg7pF1w7CYXly/d3dAOGX7ZTJ7Ig5dDwA2xcU8vh+QG1jzaCs4
k727bPNFC3ntp9dZ3UNroZuRBmh96KyM46HNdJOsKB6256jFFsM8bmVfhxeN29S3KKNjmzrX0xnP
EUzrQ4tzqTmZHo7/kShhP8TKmjaKAscceiWH5I4WvnnEVpXed/JHNKK6wAB1MyhIyox8Y4jIeymG
g13bYkmH0ibtlF5YRegvC7u+sVDY6NNl6lE805AtyI/rNnBFifY/u31pHlDnp/t3/ModMtxwd/di
X7rtPXFUeZrDLki4L8v2pQ9Nf10Zb/li25I0iNUj+4dunMci7V0ibIaPqcTfyrdJ/lbbosobR+AO
wkmHX0XccMNQFfOuikYiPGYAfgRpMRGUM0egJ5b6VrX2aen24S29XL2lEcZJQ+43nrIPe9u7Lgp3
I3Fx8rYgyAHpACMSiDO4XBG0PAEB4QgbFVXRppY2aLEGfWXdzGhSyHQY55U/rNfkvhfs7cgzkbTS
Qidan9aF6Tn7M0Hh1eBW+XNwA1VDzKeIBU4pmyAVs8tZKYxq3xXfrcCiq3I+SzmUT1agktdotkny
SK0FL6rZAvukq6qYjtO+SJSwQ9eZmFAPVo978hZaHPjOYoUSdv3rmtjrwOSuVRe+maruQmy190VO
Snj0Hw6KXMPkgmlM1OR0R3u0fADdARiNnK0Gphu27op7P97RNqt8NsVgkQIsVuiwxJQOxq30sWJV
syB5b+FZt0EvU6kVBu135Xb7dNH5lfVJShtN7Bmg+pNzBohkwYRef9qEwMdT0BHuRSetjf0dzkNY
3m9afU7qYbSzdonXt9l2ypsq4tpl7eSJ8YI+2WkyKBVkEotmp6U8lP7d5Bcdu8G4cq60sRx9ksDu
5lTEWn1BJSXgW9uBwGDehPZbOzTNlQ4L3WZdhElOtozD9jIC2lvSykE3L01gim9ZpSY0FMHfF0NW
tLqtDo6iEM+Sjs4m56g6XcYqafpRtf6KOHZSR+h+ubNl3zoWQJBrmoNIpC4q/bRSqys/jXXdzylK
0+4PWxYBJUjSyUMZjYM86KbjkPkYBGt0hrrxoQTSiGwjsjPfPeUsz/sgEdTbKD463tO5E5jkJqd8
Ne3C4DzeWqSAWFqCvhnH+vPc7Mk9mxvy/x4ikHOcKZP8tBmT8scyesU31p5ImQbxaKNRVvgDH4t9
1V3PHul98gMq7MoOP0n8Kaa0s6b2DpkbFrCmC7ZvGFn7vCYHWnTm98Osc0Pl9d0PnOnlLGhvHTX1
yKu1O+oDuSvZQilV8TlIS7OkLdXLN4TKeDx3NivTZXgAdwX7GH10LVH/oEXbPsQgUAdGco8j6sth
aukm1lGnTeUThIst4Atr7aDZIugx5MyIqfCWWxANyEW13SB+YFo+/fDLhKwhfPwE0rGa9zpfGst/
9RW9WeZvkX6loSWQEbDAScaE55u2RPw0M069VjllHrqdOEmhKLLswrwFWzgOKbbR9JaBu3tvEEWp
fKx6Xba8DRIxwV9a+9e6qPV7oCRQjkbSOqWAU6x7KvaA9lWNojito3R0qtSy8TOLYMQTZihnyAvg
LBey4ma+yhrPg3SJJhsVyzJurgpMeIk2U2u+W7qsr3t3m5vHzgEK1FsyfK7gjbfHQZsEMkI/JN41
xnv1kMezLE9xMS1tTt05AGBxzDqc5Io6Q7pNxkNWKix6VKZHV9E5S9/lWstNZHYRngfGsiSN4wg8
/WzaMW5TbfaaHpDZnzick/bbbvnbkoZAg9qcGF3cbaNXf4Th4jd5MFvi04ric5efD/V1j4cvhfsY
2mMGr8DFSrSJGLTNC+g5TfX4OTahmrJZ683OgIRYpD+rVe9tscNJS6y9D1Ka3O2ia5LRSSmtpqcy
NvGWRQ0CFKk1TdY3QdL4Xmxhj2hpueP2JRJF7A/6gI44pOpy/M2JCX+DlWSNGOYXI6Kgxs55m6Ij
ed98buy+/gZMZnxEfkm+TeHuRKdtdcYFvyCfRmkOzUDGkB2imNUuI8K/BA6cSjocmuO28r8pNS13
Xs3npjVOtO/b0EpB173rAlmBxiPVkKuDzB43/SD4s0+ithLrFErHfC2kTD4V69IkeWEBvOImjBOZ
2WeAn/6PIoSsZrldrk2xI50mFHrIYbwHbq5RHXtqqX1PiYyTN72HPnEchdaAeIc9YjoMRfITyZ+x
TSkGp+mQTIUvjsgkxE3mxRUB1RRavlA1Ojca3z6V+kPgzPkQOfN87O0xRj20MW++dperwDlbIoxl
aN4J15yVeAn4wESqjigJYrBMHUYA74sJ4nsV7eOeeWFTf6c+SvzUxFZ3BSljiZhSKBAHzAPG4hJ5
NeZI82jv+tQkumFkbzdkj3CfooSG1pOnhs58u5jwtrfgyAeWc6hmMd+CWzEmq5e47klMIyOozir5
9ZtRTSKd3U6Qzjyj42tr0PaTqiZ1D+WbYmj3ZXVD0Uy7ZipRdqAk5lWmqAUzsKt3y6MuBOkn0mrA
9/EgEUd9tPGrRQfV7T/pfZ7x3UywO04LJ976XBdVNKR7vOoOvYg4rrMKSca7TUGpYFy2uuYQ+5X4
jux68mZby9Rk1Zg4LGTHPVHpGhu3TIeYIXmm1OB98ey1f2uWBHm1eoq1Zvg8D/YlfaPSVKx6qrNy
mWwnqxgsl2kQ4/JT+gP9Roiu3p1tJWLMqOgq6wgxkW0HPMjgU1OFTpcLV2Hd5DHgMqnvhOifNNHW
v4diXea0XKOdXJ/E83PbbMUnvXlFkbNkcH/OPM1dm7jwCSNHxI9bvWx8R9mc2chu9FYAyZJp29CU
oVzLUDv1p6T8tuAeUmayHwcyTFnF42Gga//pejqucuzretLKsnp7GgwetNAeYPFd4Uly6siAZj46
Z4bd1bKP670lGlmBB1yShyGcFAHasncGG9HkLbnFtLU77EFvcRjYeDupLXf3qld96POFixDF4wo2
WyxW+Wj5TnWLLe0WMtHb+pfIqNnP7LDevujGLXlfpQmvrKm3oivgx7HDYkmVW0aSj8KrAonejwFp
NuxGwc99DL5hLFP6NjZqEjgK9coi1PsQaDWlBsX4Gyozo04SIDOFYs2MJ9u6YbufKGPfuiRUyNSw
jH9K9kZVNOQzop1U//Hb0CXiy4qnJ6liQwIWHGRML9bu/fqQJH1T0Wn3rnPw5S5DKFWR/ZmFoDVd
dgu9dZoUbngngsK7wtcqcdN4LdUbIqHyOxWc++Gh2MqesvZXK9ODh47PUERtRcW2O9Op6Gr7Gg7p
MAGsLvotj9HA+1Z7ysSs0JJyRsQhCefDspfT88qszaV4L9vhQC3AaDFSe40/mazGD2GPNprAXSF/
rFNJ+BTMbONcx73Fzds3+TC3TvUBQoce2x3V+mV35u3e+JX+yvnwPoWh73+vmHKizT6DDsWJpRjf
JHoRt2XZl+5pb9fym6FijLOpMewBk4hmLN3RTn0p9dp93VvHfl07Z/g8IRX0asl5Ck8a/OA9fP3o
W12XxYALh2mbfGQC1+W75WwncGmgCiky3Z87KPCvMxpGr6Lb5JahdETjSqXqvkvDnD9HSCrkzCku
iYq9Ft0822m/hH6Bel7rFoBKfPK/nSY4gSWpkSKZssBGJvuUTExYKFv65ZnFtfvYREn/WQVVf+2M
ddReLNK2q7xFKsTPNMlkQ/XXs3f2u84+p0b75ZfCGk3JHs5tXnRSWYTNTWMd2vdT8LOzIsM4lZXP
KxYCGLygkj74jLZbeziw89FXQ6i3CNRDtDw7pVuNBLXSi04djmVxyrkE8szTITVglH1DICK81UVf
sHkdnPUDKCFRxTZV5GQsl3rryPs6b/s45l/MEG30C8jaq0tv2HSQmp49Yjok7RanlB7r2whroEuh
vcTM4hpq2VSwFejScah9DHUXIkwqAWDXrEwQLmXQ5YqfMwMG5tmODRhzmr3u6IMtdDJ/UR7tczVB
x4UmQmgcLUFLvA+IrKQBg0KT90xPS6AkQjyodix4H1qGPTm3T5KsbMbpSruou/EVm7XJZVR6t1gu
o+iJSbj9XGxT+DGzvvjclSs1xtJyPhVI34k5YdD7hKfZSnJPiO7FXfDGS7c6qp9W5a3eEwbC/qcR
KNnQHTFQCMMXdtbzTzW6FjF+jpXX0zST64ITPpTDbesmin5mlNONU4PnuEB/b0WQcu2LN0XsuKQy
3OSxGcBQZCJc+ne/Lhps+goRTymOfYyeWwvLtNTuV/U0zrpiykrMrk5rtKhblKXhgtdRuX5Uoz53
bDSIj4FphwdTO1GH0sHkaYr/Rt7qwXEf2nWz68MIQQunw342H40Mveu+isyXYHDaF8kpDTDWGvWD
2bzpW9+M4XPHop0JWo1yb9p5jXoSwK37mwi/5omOSGjaytGleF6l0zASWteAXoJAWo93A9PVybkQ
feytLUOYwAQeo33b9IsNmilyJUqr7TQjB96pLqLKaQyVuw0wuD1Uk1PQczloyA6jYPpsd2XUpVa8
OXY+EV+fGqv1HmImp5QbQHF+avRPX1Q7W68T38VJO7wjDXuh2YGeSLf+Hi2ez3qFFtnLQBw0Vwsz
rSGv5uE8ByTK3C22K3pYWK4eD03B12GrsYVXUCM6/2hX0NjfhQNbOfVZfi+IzhUrlUxCQYlAFx09
wQEY2oKEW4EzzF2w+faWrUYmnzs9buOFizMUxgISU6HzcMEeLlxNE3cIXLmtB+F15UtngZNlfDEx
0hG7rsLMxmWoyStT7cu1HZZNcdi8PUryrgvjJa3nIdJ5DxQjpixZuk8wNkzDYt6MQLEjzYtok0l/
ZhDRz1mTIP3+XtkiYCsYV5N9NStnD9KI7Fll8+BRni1xIVouE2X6icUQJpyzonEYw2GU+SjlaJif
Qt04eE5nn+1hShtxrsQA8Dj2wtmcB1yYV6Cb5LgX1xQxw/8uOIs6Dr4n7UMom+15jdSS5Br9XRjM
Iaus1Ad8sd/z841utoRs3PJljYdrkrZ8XSftXSSNGH+0ZLDqYgWZ2x5jbWRzDMcxuZfrLNucy8II
oXGjsaLNCNvk0DuwRdNaBRSINQP24XhOj85lqes+um1oFH4Uwt8/xLh6X3vU0fu8Eag3pxvqLH2W
CLgqKRBj5yPofCqblHHYEp6caHCXBxPUan9l6LHNtzsj8PDgU8ZUaSF0+RMWX2lODqs7eY2vBWOZ
XlWRfO6RIHWPzogURs5Q0B/xQvCb8rhGU9Xf+WYotrTUe9RdasbpE52ob6KMe0ERzDS6NlfS82fn
lbBFR5Ogv8ydqvWkwlTU5OC7zcbu5cFKED7xUisx23KAPCq+UFUV4aW9yX6675El73BCD4ybS7vf
3/uaUeA3dSZvnhYO2sKVt1ncVbXtHDxCXnOoS/h+2bpUoiDqdtI5jnGp6E05P6xSHY2mW41T1cL/
2Rf+VTiocLlOzkX3E3618fajEZaaucEEn7SlfeR9zfW83SG9qghtvd1MWEMJz7uNti2sr+h2ZZtB
j2gYpGtdIRxakPHDH30YDMmJUb4sMxHP7Ecq/DHWA7uJ5LkyiQUWcNzdH57x5+2TKMJZHXrdtklm
rSsl6jyyyc2k09fuSQ9m1Lfoy1rOyUIcXWQWLr79kTg3fmyeNdlHPRbINizsQo9id/T7UDbMQVBR
3zTFS+J8rPzl6w0juLE9egwxl6eoIgadzN7RPPJ+nPvehn2WDTAUqHCR4fEyB3mR5ca1uvpCDevQ
5cj1qBunI/S+k1hinbF56pwHqxhjL6viIbEefAq4AbGGXa13SaFjVpTcf/3o9GrSt8yqI//VQRAk
Oszb7LNp6Y2rrxoT6+WWO+AsGV3mgEznwoXI/R6WfLquc2D/cNhzT3lcM5q/9LQQwyVjXdQFwN+T
RBb4CDNxi2RxMQXLUOVBWOv55OJ1RSmZuMb9IhgPzalsNaZGrc0oPRtNv3W3XTSTCwR97JzrqQOg
vqFdI1OB8ZhIAUrY17azNgydag8Vc3fAM4HWCH3Uq4TB2/s+GHbMYNPn5UDjWnjHcsTxJi2JF+tN
l4ycI1bc+5YvlD795+ZMniBX1cjibGpTVt43Kjx7ArZjZ1+ACQi3DGuw9c1t99XPEojRe8qBW8KL
UkTNcpzbPaSLSGxRHtxu7ZZs8hvV5rPLauhQIDjn5tXij+aljaVrs6z0VfglmLFUukrYrdIkInOY
eVbHFy+bbnmaxq2A4dIDbs9WSKZbNi8Dflq1WNeQmt0sy3Z1tpEz+bb7dXOAVePyWOEOn6ayJt3f
JboLPvGXkyB7Hu55XvTs5PuiEuQt2Ou/00nNd4ggleaCJV/14hfndFQJHds39v8RdmY7kiLZun6h
jQQYYHDr7vgQ85SREXGDcqhkxozBGOzp9+d9cdSqU9qllvqmVJWe7mC21j8Wq7scdbIwWYQL8yaM
ncOYV0R5q2+qfOJerAvHRgcUIBb2e5JC08jiRL24oTs7eA1Yb1HfVRN5dzvAyrpjbciMfVeb27c7
n16kDHqhg/mluSvLju7sBvobRAQlUJDFbX4LkHGNWS+pLtqH8FtR2qwFQkR0ZyNUdt548zswfJEf
1SiXCzyg7i+aymlk3mE8rQ+dkc59iLoivoAmRHrnaLf0bkOgj29mzkKw0gI9GBTq6HCADUkHMhfU
AcXcEuEhOe0mNvvcH/vlZpI5cfFVyRp5o21IFnBXl94LkCy7RdsMZOxNSQeE2g7Z+NUwiIWHPgYb
g6zUQu+yXgXloeoQ7nzqtmXkFfBS1U6KpmvOgypH9zGpMU8e27mN3XuXoDuO7hmsADITgoRxB0+A
CFNmB9J8mmyJphNPoe0PZhjx9BRVA7rrIfl1HgQB6iNL+1jPr13ir8NtWM/auVlmuNpUVxlbb4Du
OgSan2t2liIx6mc1ZXEPVcAp2jCdg94Azbo85r3LCnYKBgDLB+t7VXlwkL2KdAqXZDp3eTCaY4I6
sHg1Aw1JuwFPXHdcHWLENR1f6rws4/TWEkZ9OwxVPBz8crJwiqg8DqLwwu5OikrR+xLT+3mO1hKA
pJxGaMKhFPN6JNOj/QDtyqJ92cdZQQdxaP60dopK4gEaE1x0PhDJNGME+a21Nz4uUF8fONvX/6Am
LjTANG3iCFDs+HRaAw68xXkSb7tlDGR/8HXlZCQJMRCvJCBDeaEtEMeuIzjwjeQaBOtSie6vyoyr
vek4ApfUWcoYDQgHHqWLGtImF6Jq7qPKwL8eSNkgDIouhKY64TetKefhOZAHv5PRfOwDSHpMZatj
erWTtqrLaOe686zvczLFqXaLAWjuULyW8zGqVP81DSijQKhMyXOZuB3hGfm6ZJyHeZ7vR99iz29m
O3xnl2jnxyFMijs8xUN+KoZtFkcFRAxGMNewtmNive452+p4PZKgvSSn2i7WucJygdyFuNHa3eqI
5b6Eq09O5cIhsvdGqMJ92K7+Rpn7wBZnnLE0x67u9WlCZJXvBcXoxZ0PWdYeMoNT+BwTjIX6duvq
7UC5ltF75W+ePUx5qMweboGbmuu9FPDZgXH2Wyjz+5VWa/LTuyUG0Uvq4mFCuomCqDAhf6XSs2lU
epM4bUk3fFbdkD/MuJXRwJR8bo8c4PZo2Z/ei6KPHjY+d7dPstiwdeel+r6sjf+D8IP6JQgb/ZVn
XoviYraBfboqbuJ7T8yArWiWRsJrALspMNSxsruFINmvsg51sRNT3IxAH05S7vIxSuzJrk73l0ch
WXds1mzqjt1QhuGJd3GKU7+Qc3MkMQJx1KS2TZ98J6rXU4SSYNyPZS7DI0agMXubDUvyYQiC60XQ
Te53/mPecDcxqHo/Fj0l4Ukpx/MPqlhscdRxNCbHraIz98Vkc/ktqAJe2lIN2WcdJyPIxRqIL2ge
9FsVcWGv0wZQmK75En4NOdaRXc9iB0fMsMLLzrn0PoK1FdRXDP2fJQhcQkLhhB5AAmvkNNEkn4gE
GBA1xOFcHWHVV94hv8jcnSsUjUSDMm5HSGAegYi3bvetUGvyrdoi/Qe1cNDcU0lSIlpucTz4s2ra
PQ0hYGuhW2q8bD2f7HUKe1WckWwp7v4ZxPrNUEvUo8pR5jlaenoJ0eDQsUF1dEtGlup/Q8xV5Z3o
Ji76LIrG4FZs0zh+LOgkJdV6/hichoKT5cZ3gHZPuR2FOfSjmNHK+EuL9TRjoamAktaLKeX0SkIv
jyh1RPqrxcP2k0KS+NlJCHTedznhMryLRS7P1UpMwKHoZ8pstc3c4KrKEvPZoIXtTpme5xc7zS17
9KAJg5lg5pODH29wRrnTTMB0RUlFgNastYg4lm08I2Ayy8GZe/cJaxEomSr6gTxR9tzi2LIG/qXm
eIWU2iQk9JDz6P2qu3XId8JfrQ96Oa/9BbEfXwIDhKY0rtvaoygmrzhE6xR8slcgFQA829p3o6aF
m9vMXEkmVrDZOzwhiphk7VMqZABfq/taVeV7sdRNfehV4rlpLQ3VY7LPuogfTcCeiBq+7Ox6U7CQ
KNS6P6dsQbCDCD+0SKmW+ec4OZYUhb400xmFEE0JNCBlMVAjpc8HSfXXo8scvPxuegO2YgS03H5x
R5zDTecUCmXXEJXHIqjIlE3I2iOVT2j9vvgEXh+HZRiWM2dSLVL+v4EvYXXr4HM8nuexb6cFH2pp
P7yiyroTQb9kniHXC6Y040EF7kVh/61qclfe97SgoVHIJy9P12ICO3cTJ7rZHKMBiQrZN3A3w3Uy
JQwz3IcyRCiSYzgHVM3dDCUSxEt36Rqahw9zF+frAc1bwa3QauCrWeeT3WU6BhX0lHTet65lg+Lr
+nSdeATq0tjHYPShfQ8rTXQaER+wIGcwaZS7NedXPljTyOFcQqr/sGMJbCbBjGfmt7xmzqCs722e
y2S+rMXq/RWNRZSlA7j3c2VHxEVckgWOCi2jKy3ZmhQ7doSVZC2CAzxi+NYjo4lSrAzZX2QQosm5
huc82chvq1OSta684fic6wNjtvC5InTPJhxaF+0Qe3xxzBkX41PID//H5fvqmWsnWZ4aBMrNj3Eg
IH/HsAEXvStl55+hA/IbHPGOuWAmTeqr/sXqfdSu7PU+0GP/oiJQ9B39fIB7YxV76y3nZrXsw0TH
aXz1jO0mmATvHBLY2p5YiApcfnldNDcolusVMWY4YkiXIGxHnvCuvveuAci8gaAbKUb97KYbtuG+
mPj5jzYy7iuk2fxCs0ny5Xc+bHcxcju64NIuDw8CRfdPOSROvZsgNIsDBJAnjnWyQmqAvjcowVYA
cNGtxccQhrVMKWdesXKaTse7CcHcgmB5XPwUtL2G7PNKH9042Hx5W1NlMmCT86YcAh8860N2Qjl3
pWAEOCQ99O8+cGti6vzCd+wzWg0Qt6nPkuiwNG5436D9Kl42RaZRtZtsO5o9apTynvo6r3sUdhkg
90Za+E7CKctrgP7ovbj4Lwnlc0p/fe4TlWMadvX016qmarldwX7VI8PIds0yiDPG4c5V7gnKlUEk
iKbefwKRokTZYYPWnK5x9V2NSx3sROaHw5sF92WQqnMwYabv1fnu9b0z322NBytnMZWED8BezXyk
RCAMvjmqseKAnGsFMo5o0rpuJwueDcRKxWGciqLc1Us1OXxNOnmqWMyArSFE3TNC5uRToPqujpMJ
eG6SpFmRMAqx/TJzsnEH1j2Uc46Chocqm/I/jh6S+QXJOIQrgnvzPoRe/zFeD53nEqBoebLCzF+I
aesBOSuqvV0/26g9BRNCqDSfEmck0Xkbx71a5fxkTeXPjLGZ+pwYhnK8J8r53LTDqNiEPo6mRLTz
8hbjAZl+RQDCyMiDZcIYo6xeXy2dIe7TBFiEXMI3QdCfy2XmkspRwz37cgsCMJAw+d55jfujTwb5
LlDpm+uO13+2eVMlr35WIRz3bVsld4ur8+ZpteKKVsVl3J98JLfoewU31l77EL3PtgRVuhuGvk/u
PC3hFoJprl9DPKbRgzMZvzoxBWV+6lPQmFFSlMwOGJeTDWy1UV6ud1UIFpUuJpp/JVy3834stOa4
HpXbHVvubvzxnkfxV0P222OFHrHdRaWmEjLs2IKfNsAjdSDnq8t2TBvtdAy0beYdktiBZMwQyh/V
5DXJgNVrZnLR1uf3ZyAj8jSw2bSXw6aAwZRvxD7neye2yvSLYsKIYr13OXSvYyyewYPaJMXYE024
603Ga5jstxL8cl/3bayYYXTf0Tm48gnjRLvDH5rBhF9ctdFmS4fED/29ByT+WdZLs+w8j9s6NbKQ
wf04KH7HYCS4+Z5MC+TTOvH1+NaAz9rjRj3J9Ylk58J8DCi+t9HYNccAmcqGDJPdpiLFAz0UdzYX
4RyFH54GZNoz7XrtqXZGPdwuLG5v3qDbcT+P1eYczIpCFzZWoFcOwK4fLeUbzjEORSvSTue5vlm8
vipug1jPTKtiRp/JV8MM2pXL9tARmEC8V98oklUp1a3YO8duZPxOthu8IFXzgdtZnkkLNS+9KJAO
rb3WP5ZQNn/gIeM3immAw42fIb23vr2n9bl+bHA9Py2dmoZ0haVA3Wk2/6VhGIbvhup+CWYuIvhM
4o+Yj5Zh2meNj/TZNeN8XLpRJHdAlJ48mLgYv3gbeq5T1n9ocW+h4EExiX628TxjlNgGpHBbHsZ/
8jXx87RiBV73iOJGfU6KXvxpHaStadQgqGCNjP2S2Ny+0hFcdL3+NMj/v68j98SVz47GY2D72n30
6DJf9lAY/nARpcnsqUau/olCCgOEv7XxmyenaHjMZOJfH+etqsFY4kw9mnjjoB7jmQi7eY3DH0VZ
V/IEzAFTpvKxvBFySzA0jIVszlzsE7JTmbupDOXQpuhZEc6N+C9vLdPlhsqOcMGb0a8Kny0s46+y
lUvGCKPc4CaWLeerGNT4ObeO7x5lUXGys6tzvKIdZD2qyybqf3hcJd/WIhqHfUEgjkjdsBDxuS0Z
7VP8T4FmvulC0qCyXEmcLhotWRUt7a+1ic33bXN6c+NId7nUUz4HL2YraugxsSXes6sXjDzJ9ULf
16PbPod+s0j4NI7Ns+XQOiAsrzrcuLpPjtaE7F9gtmvRHj1n9UqsC4t5Khyn+03SB5vw5rrDFzW0
lToi0UKnXM0zkL7qtAqZzzv3O41pY/GG/2b5xoaCl26Nt4Qmce5N1BLCxVUzcA9vjOo/m2BYKLFV
hkNsiK+yLFfEyJ5bVsyHCq3ltzFJrDiiLRavqJPLO4lQbdrFdaJvr8oNcBBh3fXQKB0BNnuZ9q95
t+tIX6kffq2UcL5vZVzK3QhdUuyGDZEHzuvSzrugocJ0BxqtiEyjiGZNvWxkupSTh04cyzVCjkU4
PgjKuJH9NZGj8RbYNoe1QCXxSxq8zhc5LxYXtWsj+vd8ZOL7zF1FfxIMa9mV1U/K/QyNkYbRPDo8
3i2K2dln17qbOlxrYIm+3xycRXDGGkcFA/czk+1d28JoIOTvkZYgKEQ/3/nsBWkzxs6Y6iRfHwhO
WqKfli+UmBUGR/dWy6DFJFUZfz4WZWJEGi1iq8+NXIP+lvAnjonGNhOGn7lYywMpt4P3l8fYdC1A
gQkBotfqi+QtLF/8IKI8wIxe5UbaTX66Gt0VLcS2KR+sOzZ96kQxyi7mEnosdlkBmYUyONc0q2GV
Gc+xA+QOkWvRzA6TB8IsiW9WqTslCxOa2RD4lgzh2PZyOsRS8rx9hC0Fhehy0fdSTmN+kMWUy7tI
bN5PsZJcDK86L8EJYGndTmOZLPpHPcrR35czCvmbq1ZMHzyEl/oEzhfPh8jJ8XgxYMTxefSWqrq3
vad+sSJvL5xodXnCR1Pe06Vs9GlZ8zK8RSKevBFOVf7qJt6nnUbjHCAK7ga6v1RXFiyWBHjvWjlz
OaOp6kp2E0Sne6wGmJEgb3NAJsWyeCQvjS6/vhRczsjwQntaqnkKnrBVeeUx86fqjhBmO6UjA2/9
MLJnHDsjSN2ijXTgvCyd4Q+NPkF1g+xw/kiCrHwI2DfWA2LE6a88cuWHFpiuHuJkGdTZDu70LJtV
1J8uOIT9ZvN5ac/xtOUTzygekkMn+zlhSKjleKlyye3C8ed9Wz0yb/dN0HDOMfJz8HIHGlJF2Z1G
smi9Ljg5iwmcA06F7gX4uvyjnNn5pRHxsd0ZuESEg6b94bQdc6L0aC44wxhFZRoWTc0AVa1F6pfV
lfCKKU3e006t7wZwhe7Qu4h0cbaLOkhrTzohmL2VPxnYoe68GZ8Q80tf28Pa4TFNG1miJpwJYRPn
yEE/cqqM9T+lQU918JBlNyc3ktnPaOGjDhRkkncEG/eIZwShlVkRxVyzcFDyTG23TZcQ5PtYR9va
o3fgWWqxw3XD96KaHR+S55o/OIhwWU892GfPodDGP3AQi2fEFf5PTvg5uiqp6vyI0rYvXr3CNRpl
P7f09FzUi4K/QWOapVW7bgsXUFjWZ8/PfabtaGPFROTeqYMDOv6h+iIwJ7GxcMFo5aq9L3wqVHD2
Zco8uUWox8Pcb/NdPdcdalOkkSxQAh7wHtuFchHFlhbqvxWaWslgKs16djww7h0Iq3f2dRO5qLxW
vD1YNsbqQBxQdxtWXR880jhRDMfIuYIx45yUT3yg7guVMd/PzsKSMbFtXgGw0Pm5fhXZCuVh7Dwh
8iXQHk/MorbxppIqadPERZ9W47ZDiW8xK5844tz57BTIV5FGJCOnoxnGN+TpGxN02Pv5fT6YbnpY
EmvNnsBpi3bhWjcKcTHheBkNRvsTwH4mX/hQHfgtxp1sv2Su+JYpaN299kqWXlkUSYYUr+MwTgoE
g5trMJ3PiAfuMt8J5bHD8nBb1zz0z9IlN+nMto48n00LCV3Ue0720dSrARXt1PInRIZgLyxfw3py
IHnFDWJ5Rs2oq8URoXvDg1SV9b1R3oI2FYX8G94ptF88p6p5YfxMfiF4rHENy9z0ewxdPnsr8aDF
W9QX+Q9URnI7aoI8Q3YJivnwawXSP/btf5ZPcvIE7x2Y+y9/0cOyQ01b3YMUDeUNPQ/tTBpXPf5Z
/QKUG0gI1X9PZCAPEK3lLvUvUHZHN6Sl/EbxKueHJijLpzJvK/wZklf5nTu6wwmALiC/L9BKxzfI
yktxMDVmVKSSkLiHbJv627YRVbYHx4u/90RO1Secg0w1hoJW2owGry5uPL9UVGtSC4E9B4JJXoV9
FObmGaz3fmiCUX9fVM1b5vsVkZaEpVGCEHbuNKVg3nHziEyXrP1o3fCmbL7OH9cmU9y6c7OmkABB
lrbVAtCtHRF/63LUTfxNtyW75yVDYHFd517dPPDMubEx80smY46IKMSmFGH1jQ+jN3L1J0Kr6M6s
EtOBBAzg8PUWeb/Ukf0ohxC13FjXUbJvRQbnltQuW41fzdtTy5/Dt4JPoeQF1uwitS+7cu8iHghT
Qe/GkrYCV2DaeQE4hcpB93ZmQGe1j3I/qE+Icer46JdxG5xWB6qURK5uOLlxibi2HzdRnoMoK4Pj
XBbiqh4Lq8dpWjKFwq2O9KNth7J75v1V0SXznGW9YKMANG4C81hIfLR7pYsZ5okvkWmc8Crf1Z65
Jx9ojW8SPXQP+cZ2fUk2MkcQv9T2qoCet/jYTkWoDgPc6M+xhZ9P5eioYd9LACImJ5s/j4j91x/9
JOC/SqWCOs1QfEQnPUele9bzIBkL6Tz4I7j5MG5ISpcObuRX3Wk2wbw8TZ6qIxx7zfYuF8L5+SOi
NsaFIIbbokYLeCxHQzKP4i9i9u6EsHVnbA4PQaYDZ3eXY0gEcOq5XNoarcturSOPD51VEBygcA16
ZNeJfifUWEMI+WtR7uNh6720JbP6siackHvklOSYhtaPBq6odRi/jXNuI6go6pNU4I7Bbhpys30b
6yx+zmFxPKYDNPsHN5iyau+hPELQrAp8zR35zEzbTTguuzCT/Q84D3j5pEsEi2pQoCXkiyoBJpj8
6jNqca9OfSEtmExkghKiC9dwSj5OLo/eAMp/2dDKgE516EuZsmp3BPVDP3fo5VI6+6oeub4yoh2D
y2pRjJ/DtY1/Qy7gtgL3qfJUrP0qUqva7RsvKowhbsttF3ub8k6iI2yWxIQ5eOsRGKo7lSzbdJP3
4fzOO3xt5JtNnraJUr/FJLY/6HFLLGK9syH6ipmPI4Okk3shxuCkK4B1N1ETlDauueTkrKMd9mue
ZTYdhPCeFU/0E0Xn1R9Y8uSAyO9qNgKCHj7sNtuKDxcx7S7sFXhH5rx/hI3qmQBXRC2UT8OGM3oP
Q7xTmeVgEzSC+3u8NZ1KaekIEbj0HDiHtSD3fcfcun2fk3B6Fb03fq6t3M4NOUTlTQ8gfSuJQru6
VBfcNQ1NKQh1JQH/gFdZddcjcvvwiyHumB6Vp9FZczbz+Mt+TQmtyoAuA7+V53hx4vqwiQLvT7IQ
rVHEqBlOGiUfmQ1OHyM5iPPuiSaw/pM82+Kl3Grn0zMdDE4ruTDuCL9qRLqgYQ73KNvjO1mtOEWo
1AlQOrmU+Ila1ogzMn85X3lOODxU9QDoSOjux2DVP13qjZfUrAFJAyQmYAqXscqj00pBRwL0h6bo
ZdqihE2O62XHPpS8j4jtSowxmYnIEcrCtxC5cgUX469vsrX99yio6ZUSMKc/Jg62NW0Amn/2DpKu
HSrifD0RO+/+4JEgGpRFxGX1kcv6SIJEcI3Es2FAUchQ1+mYmHF8oshlQDUtrPcr6m037nDqI/dV
krjsQ26lfi2J9xFpr03+VJIR9Zv7WkYHxzSbz97sCaSzXdP87KDkVjTmvUR4a5cAGZ2o4a6GWaEX
soJ53WpMqYhf4zo8S5/9a18grAch8glZ3kUDARR73yugLoI1TwihKMkrmmBizKnO1Zxxky/RR+x6
CwYW0YaPucxZd7wqER9zJn3/ZJRcn6uyyZvbKKuSP5Gcy4/R0bzLLe/Wf7BQaw5E2rVyT/ZR8S6V
quZzX1oMGTKXydlJhL88YACjyGtOVoNg0i/FdhNHyEqZD2cgD1XTWbqrpzX63JYVJcBqkik71TDP
tx6uvBIzUly7TD/jFR/G8RicrGO3O9NPi7n4eOySQ1Szl2IpXBJ5Cx06tryEPZ/CMQrEGSNmVUN2
EhpxCL2p0g9UvpNhwdPrfqs5LboTmizKnBxRb+NLHZnqqR43+8vDznBZPWyTVyp8w284qz4/IrsL
Le6jGGQ6yaLE3weai/7SRX3gojVxCJULyqLOTyHhC/DuYaDywxowQp6A3gvvax3X5U0FszMecS1G
93bK2+EUkfnwWRqWBzBU3b6g2OyW3RLyxfEYEEWARCQiTmPJIvuiGhNuO8CCDXnu4BC0lnsRchXj
bGw1LPRbfs4BIlPfXSHxq7L1AmaTuf89+TF7wFThbd9NS7QGLDQ2e25NK5yjwCHwy20aEV2CxRd/
GavDFgwlcp8yW7do6lVsPq4V0YhCcPYzDQRdEt5YlJRUuRML8tgRToVWGdbI3Gx6Du0RN3mHFBa7
zC4kYvTHgkMedDwOxx9J1BbOxYChvfYYEKodnufyYUImXEH26ODJA+/mKdsEoL+/qTK7x2BYYuSs
h+Rx9JpmPWG8pHTXv1IvKGX6V8ebwKHczk+KNJyantfHGSbzmCz5mqfb0tAVNhLtrs4cTwxVSes1
BOWvc0M30BrXDc+TJCyk7JCHFDk0GCfRFIuT9oMQp+R/oKD2av0EveCa2m8YuG9Dtc48cS0yJWaj
AsqFkBaD9s+DnPpZD0XyWHG9Ef/CRfIV4d8absoiy/3UWSUQA5jDIlJJiEh5wFsrX/zMemjahS5a
+igG+TQVPaf8aJjjnLbH/krmDcI8sAmYtx2kQS4Ots40cJqv5dGFgELE1BUi3BtIFkBG11UvzGHM
aotyPbxsI8fUyYZie2w8ztDdvMGXLWFVXqfkAVDZzlEFBKbKYl+uCH13c0Zb0q3QbjNe/SZMiz9Z
W6Qk8iP0H/meuUvC0KUSDMP89hwQuPU9U/1IukIhENrbkhPkSCzXNNy4LCkv+SJrfPahLlEB4Zia
d6pCb34PsgBamqsxeM/iOnuacpvdu1Ay2W2gIiv3hGo4S5oki9fu7OZF263OAwLS1slt/1AvqD+d
wmTvG+pQe6mJ3PoDw1HSWNahddjFk52J/e4L4C8vS9o78p85dEUwFz8JLCrkidQ42hC3rdkiNhxy
Dy6O1P1jVvQeMHvEbpWGA5weP0PRYVQKo0ycpYNKHsN9ZJErDv0A0aBi7xB0bb+vaRMMz/Bf8BFT
7FTZIbAyRp2GlJlyjbox3QumBvO0VWZ+Fq0aOaZRrI/I7Yv1+xBcVxAMIvMNYQvIw+K6lcstZ1zm
vvI04pSINtHNBx2HoZfmGXgITk8Uajt2z2uyvjstt1m8IoYMnZA4TFi6dh/Fuefmu5oOpb96qPSr
KA0r8Q5kfv40XozEm1VkeCkmjSafuJtbhRAqTLMNro1gphzDWSby8nfeG289oAkn2+UaiuHvLNqO
7BgCrUwkAojke5j5xTtZ7Oq1XktenDLopvMWKdeFaymC25WqSX9X8dCQ7c+8U6VhLYiN2Eo3Oamk
EnfQr1N30QNY9mNnGsQ30mfZIytlFl8+eQPtfl5g6c6ZZDRORx2y05Osh8iqyJllUif3qo9orHp7
7GFQzBMfb30ZuJBI23f6BGA0CsWUWjwEiCS5ryK+ohD6sg3s+B4b3/HQiXnb85jMcth5eRRzPTQG
OwYKDQQhwTCh78uvjQf7SmRteRrcFRkPSTf0cQDyiPHBt0n5BoYfhQ88fA1BoH5kstTrQ+4x4lHg
xXODhBosMuzz1K0XYl74V+c+JdOYMIJKWvLtMCmS3M/3iZEKVAg4lbwG2u2HeZmq40hObcHeVMwP
vj+712SAuLi3Vjjxa54F21t7fQFBHSqW16bMdEkx0mC3wxbq+jYf4kaQm5OMHzOU5npqcc4/tNwC
lKR1lL3mEEqK+8AsXxOyrr/IQQjuAqcNCCyScRbv8wBp9A3+NJdcZq3WC5lD4c0wUKS4w66C5sEy
TvGQsr+HXx5A53cP3SWzEooigEpMmfI18huh03mYI/JruIX3I9ahC/ESc3/inxX1blxWLDWNH2n3
IPALtcc4MNtXIxcQazsXSX7w2WzbL8DWOMW4e4VqxMCwzH7niDNCQXMzixl8yIn7kGFEhskPeDG/
wVrvFddLgcxnXBDNIt7IV3Nf19Fvfjk8KJ9ju6r7Isi3qxkk49gMs637hf3evfqOPWAwgODkr6J1
qKiDWYnW3caldZvweG+3TdA2T05d1eHeovatdqFESPBB3gWP9EK7MJ4zQpfB4y3rIZcLVPJhWvXy
slaVnV4URBxuqGSY3luwxvEaJRV+oJ9Y4hPiMNGj8ek4Hql6lOGu79k8z4urnPEL2tvt9v5S9voO
vELdKIYqexrgn/20cHMHowICLaJ32rV4Zvjwv7w8Y+TsLKIQlNgTCjfrVv1ESA59DrsexkgBFwtd
naxNNnxiXcPErCM34aEruoDZmFNvPbbsbbz6avT0IxrW+gGLzFDdLboJEfq4LZKqOhcdGuAqyNMQ
jFgzN85XhrMnW/GZbDMM6aFXxt0FDUwk9qiush/kauXVkzbhUB0puPC7dPCTBbFl7PcP1DL3/c4r
XT419hnfv/FjRN0HRRrCqfHaprgB+FQMa5QOzWiuxs39mGLt/Hb7pdzevTiOnt3ATjRc18jzfvVI
uo4iXzeTNv7Ksm/9efxdEVakjqjlqieP5CKin5TS9qHse0GNLNYZCt0Q1ebtw/+g+IucqZyWSxTP
xU07kdH34KE7yHkrttU7/I+fiSFA5tpebDbTfOW1ne6I0Am6Jl1I+V2PqMpdxX/KIjZQld7Oetg6
mTaGC2oz/GQYIerlX9I6/yEYNGKeIS6TtFZWkus//6+oWwjNDeZGmwsB0O7eC5VA74Ei12et/Lew
52tw5t+CNQn9ADWNiJbkf38LBq2u6Z84dMzFEHtwyAgxSsvIjx82wl72YD7yy8ks60PC2AdPjaZM
MXxj7KvEv6Rp/lMeoxQ0w0P0SGqW/hbx6fAwA4C55jJKOx0N+ZbEXpfz6f8O0fyHTMtIEvZGjua1
pUH8LV7SyQFmN7aOi8mGV37A/LtAMn7lDJ0LcAE7U99gsP6//1DvH79lAu09FMqUAf29o6TD0rhk
wIiXZZ69J6QJ8SnwPWcfQLEcGbJIIkI3k7ZjZA8am8KOstJkrxf1byW7//RoEcP1/z7INWP0vx4t
0pMGOUR8yXPbkqaHfCqOvfIW++f8L5Wr//hzIsGg4Oka1P7/JbZGa9TIYDCXCF74JGIRPkTEwP1L
BvU//ikykHxbQiBY+9vPOaM5MR7Kz4tP2ypgVBCe1TKE6f/9+/3jQ/Nff8rfkq7FlEeoq1Zz0Zic
LzRO5GkM3/O/pJ3XjtRKG66vyJJdzqedPcPAAMMQTizCwjmX49Xvx+yDTbuttvj3OmFJSFS74hfe
8BllrfwhrgFIEuJ1G+dhZamw8FExJdVUG5/gxadhCO9SVzRaz0bf8GiWo3zbJr2PGBs0vvvftzKL
YDxBylhAkFCfXwiat4gngfGIWw/jOQEfVlrOCQhksiWYezuOYDeoOm42GtKyy8smzLnOAaaw++JG
f1tMAgjoNAQbe+JWJ5dRiCB1A3TGrYIs4ovgvU12no984skpKvHJdwdleJiiWHiU/XyxYbU+r//1
JSqQgjdwBlBtBOGXe11gXWKjL9R4BAfta2iSVShxmhyH3AqQSJ61+xOrQM3NF2JDyPaP8cZibBsT
BNdCQ9xwsLlZnGj6KBC7osmTnWJpXgKAFyklQ3HJd8tcFF5ngyf06pZI7EKd36rISjTzoW3hG5wS
1a1Io3w4wsh5ocNipvaY7SE5+OYlhx4LKiBD15PeqeMGD5lt0lcvgW3vUij22RF7J5CvGRomIADT
yXix6wlyzL9uT1SreRgMDcUWvGgWboKamxZRFInRC53EekH4CWDCFKrv749ye97mUeb9wg2N2dHi
vNWJkhjAvEaaT8gGhEovIQuGwuvLqTnfH2rlHDCC5TqugSQiMkvXa6ZCPZ2cwGYo/K+PiUEhdoYD
bpzqtQ/CtAJHON0yLOrq16MgCOXWtWtgGghUaD82JrSgqWt2cBG23ANXDgCFTJVSKgmPTZ/teigw
yzk8RGfwAnKjYpdmPXpPbT9LFCFIKMI3yKaG33u3BU4rUmUMN+7K+d9fHAKH4TXDhoJKG2BxgVE8
jbPWqAaP6ohCxTCjA1v0QO8oMDxWlRofLL3YMhVfmV+Hgp+J8xjXDE7M1x9dks3FtqxHL1YiLDqs
Pj3addsfdWRs/n0pGWr2PTBw5MAY8nqowIoRhU/Ym7ExfDHE0MLXontr6Ua2MdLqTP410mLTyEpB
EqbNRk8ShH4Ak2W9zd1ihPIiOq9CtYQuq2Od7p+H1UFnTwIdYxyViOP686C5kTs7EDUa4Bg/ODHB
z6wkbXFyoT1lWiu+j/RSf9wfdG35DN48g0nFDWGp/w0RLaCHk/ReAHflocoSCz90mAxUpOuNSV0b
yrGEAdLO1QQKg9ffh5Y0yWlfDl5vIPLdGxWkoqj7rx16d+MlWplJ4BCqSZeDtwBPqeuRqtEo8k6z
ei9uOvmMKqh+GjED+USztnrj+AGQxEj9eX8iV8fE+gcuGW8gaMvrMaORAqI2d0M7oL4ZDd8mfUyR
jD9EA0JIcP5V5HxGUOLG5f7Atw+9rmm8B/jLqtZs2HE9MOC2PEHnqOLRM0Po0LTPUzwtfhVZW/yn
IzoSbKzj7b3NgIZq8s5i3GEtTbBqDl4fwh5Fm15pyBnRhsuSqNlYw/VRCGkJngWX6eIIak2OWuMg
Ky8rBgAhLnD8925siY2PWZ09E5szi/9gtMx//1cqUBDIJE4Dw9ZVOh/6DBwwq3/yAccN1Cs3wpTb
E8DMYWTr8I6L2z2iUZY1Ol/WXt0jhgb4p5nOFrXK/hAiffz7/r5YGcyaQwUsvdADNp3FvqBzNtpV
FEoPtR7lUeJdeAoHP3s7quWWW9N8nq4fHh39TkIvS5sdGZa2Xm5vmjQr/MYry6aSvxB7JmUT7Zi+
Rd0Q2HVHY7N7gCnkP2N/lJJWa8QV9z93Zb+goMRZJ5BwcSeez+dfC4l85OQnlGs90w/bN6psQctA
Wnq9P8rapBIauaSOmA+ZyyfWiaYCb6qi9cJMhCd/yr5D/M2OtoH24v2RVjbmfJHgFG6TKYvl99C4
6ENtsGvPiif13LIbY+rjKEnTz+7aM3qt8t/9qkmJLRW3c+ESLC3tUcpQ0UyV2fMSSPM/pQNTKcFP
6euYmd3x/tetzKOjYzisktrxpC/furLA9EFHQsFTa2V45pVD/cia3EcBhfh0f6g/gfFidxKY8J5y
Vc1I28XOgJkYgthBvMmAq5o9qNR63lHgQyYLAojx0Jh18R9M3v47ngniyPWuvgjUyDeu6ZUvZmsK
gVOKTji6fGgBYg+iEjP6AuzxCxK7NFudqFEuYwYT4P4nr+wdV0cXmVtaNYFfLN4/285Sq42i1ouA
oT0qfWl+8qs2g5/YUP9CrRIrm8O/Dol/k86LYACzwe9o/vy/jh/YozxPo7jxcMJAcMK0jnSQm4OK
Ovs+76HW3x/u9rQzHF6ReMCwX83l6zD1VPFC6dReqLFf0eUozgrfujHK7ZoxCtH87KumUoJczGMK
ANrwe7/2IulOb1EFcs5p4AICnxVp7n/QcihWSrU5e/ODamHutQiOlMrAYKBVgAHUXfXQFHoDpNYu
ToEZ/Wsc9mcorhXdQRrRvXGWTPGXRew1VT0MT/ILsdgXeI79TCILNuZvuUrLkeZ9+tem0EbdTRJZ
4KMRlv2pb33rYCiojNyfuuXrM48C20el+qCRTC7Tri4e6buRVHkaQRbCsKb1quuu7ZGK2MdOavER
8Ur3CWuX5jggxbhx2FY+EkMxnbOtEX6RYV5/ZIKjMxZLKFsKoCMPueK0l2hmRdz/yOWR5iOJ8nBS
wY6Qsq262IpojllGxM3i5YkJlT6DNhuhNordTQT8HNeafzQgmsf7v6GXYE/CGLr+qnZSCPJ8RfVo
daK7nE1J/KWubWTz7n/Xyr5n5nTCV7A+6s1D0IFZGpXcElBusJqF5B1PSEFJ6tMPmYYcw8ZwK4sF
RJYJnAsPMNcWb4FZVADcIUpQDTDhS1Vx/IbFtb37H6XPs/P3k8PscdGTTQnVxq9veXEIacXk6GAJ
OfGN+xoVeUjdxiial6pUQLI5mNBFlIqC8JQbzYhJRyUED/uEmCdA207slSDSwpN0Wjs6Ba5aX9jb
WrOvHRcodjWFI2YNXKuw6GlQvi/qXCoHdH+s5wnEERWpVNGNk9UnkfsV/eix+RaWogMoDvFB0OXD
j+Vh8FGC2SN0k4d7zIRUQO54n4wbz+/aAjsYymkqrRybOsz1RhoCgTwO4qpeqDqxN0GN3MVKWlAj
gRd3f9pXzgjVYKYdx/mVClkco7uB7P2EulfYfbYx2vFgzvWH1mjL/4ax2zCFnjOQxSLrdER0Dspc
9lnmQU7dt/mkMhxugsgfTUH2Gz9M51OAocYejV7xTmC95pUZtir3P/RPmHkztEkGRiJGdXf52mZp
EDdVBWiMknVgPpa5EX0B1eF+6BTHnC1hHaT3wjZ4N7VK9UVkbXWCgGC9VH4hPvcIN7zrqIQe7/+q
lZX+U9YGSs+k3HQhskHTgigxcGuFT34Jatk8IFNSfAIHGG9MwPpQdOxoJ1tzufJ6U7nGhPKCYrHS
UkXasqjBHJlR/lQowGT+h6+amw+C2hb3++JhzjpRYf/Oa4nuCiQrtLzlIVXC8AMEefl8f6yVDazP
mZpF5d7AD3vxWdVICBI3zuQBeJiS14DY7tMAOuKpTVEv+inEqGw8XqsjQrqcC2o6fyxGDJUsCrQk
nzytL20kAVC+BLuHIU0bUF5Ogy0D7WWVhIuRd1I3aX4Qtd1kik2nlHaVyNFLwkAcBgFVsyvBgwE4
ycC7Bj9VMpN/jLz/jMme5CIm4qGrutgsIWjULDC5gHO7+ADcBeopQOZz0afR/+dQ8/PzV8AjC9ry
QeeM3iScODrmeCS8zxIQTjslVcW4sTVXJ9PEAde2dKwXlzEBisaWE4Jr8dym1x57fAjOrZGmv2c6
wCWYyvIV+d5yY4+uHT0B3cygNU+3bPm0zdDCsm8pwpqwo94O6CCeZVlH6DZBN79/HNYuWLoRDoMZ
jmUvT3nc1FDSc3dAUUDQewmK6gKfEuUJhG9IKoh+cO/CTBUY8UbxaWvk+dj8vY5otMbKmPOR4Cv3
VWaD53JHtE+H3L0Yg9b+6sIGqERtFfnG0Nra2HNrmsOGA6+zfFYqs+zAFSSsalfXBS+59DtwmWPU
HVAzjp09jijhcMhJi/q9BVDaGyHgxjgF+O4Dgl+OtlOhMYR7JzcClLghcqMCNw6+s6vNqsFTaRI9
FO4emaLj/QVb2xvUmwh+aLcYN5F4Fma+NmaJ6lWpk556V7EPqBykRI+qs7H31y4uAgpVEMdxby3z
JbVDidrop8nr6mo8BUXYXHD1KQ5qME5vwrAYz/c/be2soWhId5Mg36SCfb0jADXrQYBGrde5vitO
Rqu3T1kPkOe50wvheJk/C2BoSSM/3B/4Txts+dYDhIFEwVNPpLwY2Qp451S0OLxCGUR5mGRkfK9d
zGo8aVdODW+bXXTCUAzBu75OQoQYKkg8oEUH80uPwkP+Du5MIlDAj+Bd+YXRO4dyjFC0d1BCSE4N
VHX1UlRd/ClDsm2W9vHLFhpKWAcPMAmmT3HVqYCuRtMCCAscz/gmA4jje8hT8uckpwlpCwfM0wEO
UPUy9rENLtupBrgFLdJ8j4j86JC170/Myg6gCI2kmctrQpS9uNaHOG8syMUDoXw7q66VWqo8xknY
fwM0HKenpm2j6vTvY2o2xTjaF3QylnFXifVF2EmFxkKBIMChKvORbcfNcAS262uwajuKHv/LmDTW
DdPVKR4vApA6oOg91Iw5GrbPImjAsiV3w8lUhuFjp7obG25+oxb7DRwJT6Wq01WgXXO901FS1Dsf
rXwvyLCY2PkSt529ib74Fh5o5UgZVMFNUiTLIi5YLKAbJno0OtngGQhThIhhqJqCFFEGnBZJ2QQ3
gnCa3sTNGH+/P6Mr15SB0bQgfuYPet3XXzj1cWOpJi1LgRo6LhYoW7hHnIX07tgJU2x0Zdf2KXtU
Mw0NdR7qcdejGdmAtC50MK+SU4sUk0Sv1IgUMRxsOSGtYqGzvnEPrzwhdGZMtijJK0WexZZxijCQ
elhNAK1Q/3ySycxjtsLEAsOZfbcU5cnObX3Y5470N97seXcsdw9d4Dn810ysixdDI96Wqw3pqced
Ul24/NNjJsEd1o4RexjfGhcLd61DXsfKtCu7qt6Y7bW1tVySa/wUdGp3i91LBTgjONe4FWT+3sHx
yMOX4ceEWcz5/ibS1kaykTqfaz8u8df893/FCImGCFgeVKwrYZJ4F8YmRVXoE0p+QFCI3svOnbLy
SbdbSMxY0+TfqqbKL2DPnFc1y3XAlXA1f3AKKushAo4jPRSgqSPd/50rx5nnCnMTQxBFUR67/plA
b6TtZsPkGeGUHkQrESxvoEtvjDIf1sW6w/pBBoC6IlXuZdSiCA2jQ1QsPY1XPz37XdaWjwDJg4cW
GyMY1V1f67CDtPjRxi8Ucaogn75Sxy0wUR0SCDrQAPKzakdQF2yYz78aFaw6gs9Cx4tlErbcI4CG
+CDSQhBlSDFxJPOzEdJK7Lqx/cNSGrR3Ua5WxSP5YTpenKbCG9oy7KQHSZ/ZiBmXcmSRoqTEJ0By
Wb/pxjH+MRhh+d6IguC3KK1MHvxeC6AZ+/jE7fFUxU8HQf/6QUdELzhkijXmGPn04kFXmyz/en8m
b1CSpCsW1XttzgRpsS6TwNTEx3rO6kmj20j8JCoo+/9adIk+QwQPm2fVaAxy3qiz+seqHXA7ylmY
cE8hbfxtg3rPNh6glY1ORZ+jRH2OoHTZTXA09DjTSjM8vQDHvwtM7RNZvvGMReLw8f7Hr9yV5IR0
1hzyUT59vtj+OlOqW+d9UZpYgCrcLSjPyQr9n9jGCjmQsF8/0GYI/z2hoYxCDRJ0EEMuL8tgikSE
Q4GObEVmWRfCBjc69QKrnC+jodlbfb35vC0OigPYyUTvb870lyFE2Ix03iZN9zIdsrkOD+NcWzgV
IBCffQaP3p8ytXx/f1pX3gP2E8Vjy6CXoS0xUKSOdifz0KBZbwOrRZNJ4IDuZP1zXblEz1VHmSqY
kkeI3MEWjnvlAnJMXOx54AmShbtY0z6bEAfAFhKwLULiELZQ+oqG8d+vOR5yAI/0ZDWKyfOv+Gvn
9BEWL8mYW17Smj0WmjZu4KEWb7xuK0fBmYFOMxIVZMKyKh5L0/UNAjJvQKX/4CI7hiOcVI56Qefw
/prdtC25B8gBTZdc26Uru4THQSyAf4yTtFd3Nhx5KzPfGI6MjpFiThd7tEcqxZn8YrSdfggVJz5M
2LNszOrKeZyBNKwchVt+yWJWLUgVCGHFtmdCnvqcxqb8YFeafyqc3vyMnXmw1YJe+2qw0sZc14Nm
TsR0vY5Ok1ol9CVrjnbzFzU34f9MOURT1ywP9JKwFxxx8Un6AdHYIOrxkJzsjQtv9asdonxCRH7M
8rgkozoOYaraKIm6ximBW7zH1Ad5LcALh0K3462Uf+WIuCpFa8GdP8PSF9BO6PupFfut7cHiih2U
TNwEYV0jP0gHBxa7NGZ3bif6AMQCgStHbfauTb1/NON611HyPSCT75wjxHJe72/CtR9G3dPA7kog
Z6MuggetQCm/VxWTs+sYH2xC3J3ZdsHG969cicz0/xtlcUOYKDnh2R7hypGgTMuz981xpfg89Mb3
Dr3ih6aX+sZB1tfWeAadUhUEg+C6i52NhD4hu8MrW9ZZq+xKW2nrU5EPJa4tGBfvJG4zEI9SpA/e
5Sh0QL4qUUJ6EjESyG8SVXZf0ZYdL5jx+N3XKFUMbClEjlLQiKQLaiYA0FCDhHQc7Ou+Tz74Vo/p
UiI6a099dOb8K+nwSg9HwagxCBoTE0GzsQ8R2JhzmEgk43QciuFN4jaAdkcda/4BAxXT/+D4A3Cr
Qp/riioyvNCWNey6/4cLyNUp8sGnhbGhGuL6KNrodyF43VgUwYrRPcUxYdu5rmw1vGgJprS7pjZc
ZaeNkX3RrHZEQEIA54VbFvrW+f5GXLl456YO+xBODOjyxQlxo1abbWksb6LHcIytAP+2WOA+5mbq
xulfeSwZipr4jJ2fe4XXn52YCbwpR/BeBVH4K4GuhcByiYFiUI9PcPiGS4uOwgPNfHMriOZfXoQG
YCMpaVEYn9PTxUcmGfqk8ThZXjMhT5ebotsbQ7TVJVubSrqf5IfEV/iSLXY+GpFjEjm26fXTgJtj
oGXcabH+GUXdT/++aNxpcDQcIFnEjtcziZ0HJjZ6xpvsYkidJFHxHQyx/hRJgBT3h1q7QqgS43g9
h6m0AK+HUnKkEMuS/ZENtv4QmEr1YmWZeBORbr8RA7rwtlVvRFVrE+mSV1GZ4XBw+V2PGcTowsXY
pXq2HrT2USH8yvaR2ZVH9GHijbRgfTAyAuDlhKticRiN2q0y/IVML8JunTuhmIXWtfiCCpWxcQBu
hyJhVQkVLQFBRdcX23CMIjMxOq5jV6TTY1WP6Gr75vSxnMKtKu48Rdc7fs6NdXwzKOUSZCyGQq8i
4ToVpmeiEwC7m+c9Q5bxdH9zWLdHWpuvMUDHM+LspmzndqEfijbWvT4wK/c80K8Q78226MNHnKnz
FN9At32c99WvHCcNZJZ5UNEza5IXPBbVF9cAu7ivs7hCWUuLBQ1zFOVstGkxe8MUopFafYh96bwO
tgV3XgtF/nuCrPGxKyEcnHz8O6lNDr7/00ohZ+4UMww+QX0rsjcOgm3OLm6pOu5gjSja3ul862fa
JqZ+jtAx/GmbaEUg562Y/2ElrP+scRZ8h/Gr80MiAVzsSV67EV69KHFmrOzmHLpla79AnqO4lUxT
1X1ohjTOH5MgQgs5N/vk5Hfl9AuLxzq7+AUuA4exBwy0V3FLe+lh94M+qoAt78F05dqJahzWNEaa
9/ouQObgZ5r4YXcsxliidEKo/JSUioXLX1ZJ9QGjSGQLNTVTd609676nlt5aGw/4SppMy53H255T
RWobiwMRSVXF3iHRPeJfLCRR4nKDH2oVQhHGQVsznrpS70FQJDGOm6Hlps4ZVbH+mSdL+zw5pVtv
xEp/guHFZgYyQwKpsZk1e5lIdrLrEbRUaUlk4UcHu2hkSmI00xDeHuonZ7TlEQNqpDtimlaFYriH
0AhjJJN0ne6SgvgR9eSX+1tfm6dh+aMokUM1I4ug9bq4g6esQPkyLYRnpGObIHviKPmbKEdPhN3m
Bp/tCfTKZcgjFGUaFNrjfeaqk/IA2UimD1mZDfHJiDJMNDd+2G0ARpoGtE6DdDD3ZRc/jMYXWNax
QG4rLIoO4TS/jI/p2Ffu0+iq7fdJcZNx1zWwoPcoTqoYF9DCwg7GwOjsVcBjVi8KWlX6QcfKt0TW
QsrvNObHd2Wkdb/u/9qVe0qA6HFm5DbRxzIPMnEfxbO11mmTZ+rHBEvVYT/qaE1uzIp7u1qU3kEv
Ay9mNGvxjHUtzDInVHVP7XP3a9oFOE0A33ynE6SizYOjToYOdY+A0tCkiDZVeD5oG5CA26eU1wUa
A+IpFA5BCV4/awo0dmSOKu5k/ucje81B0DYTyKUgbR8ckSxzLymAyI0kYG2KeQjo54D218BYXw8b
lahQNXKi7DV1Ao/gLH4gZRAbh3TlbQPeDBAABzCdDvZigv0UUQJINoZH/R8fe1Rf3J+tWwbvDVDY
8emfdw0pBqEkpWjIdMsrini+G3KUu72izExvxLnk/STjYKPivTJxpI021V26rsAcFp9U9U4eI/Kr
e4SVwYOvItEDO616e/9b5n9lcY+A2QCnJ1yKvGQE18uTo0jg633Ve3nk++5vtxdWcoC7YCDQ2XAA
n3K61RtjruxEA74EzGmCg9tOeD5Zg2MX8Nm0Sm++9eqMS0E6ZWcjE3Qo0UF8MxZYDd7/UH3+ksWX
4qhgUvaAUEOpbj6jf1WSGh1f7WjQO69L8F55ykQFSg7/ALomAJnqZ6YHsy28UOWscRvQ3UaxzDwG
ZhOWs5I9ZKO+DLE4ibIs1g7B0NTBuwG69Kc+muhwzRCNJzutcswVkrDUXsKAkGcH4H82hU64cL/r
uMAkX0uequ+KDLXiknBhNEC4RGSf+jRByzYjug4+pE6XWbuw2Gabrs09ewpEJoUflZW/ngU7dHXb
qKT04lgfP/o4z+BogjAiQBYpTgOVazxctKr/cH/2V7bZ3JQDpk9nDiLxfH7/mvwwrxCgM0Cua7DC
ntMAsXZ0jew9HF7nPZeV3Lhw51tludhUJ+lCkuDOrNfr8Sh+tQTQQMjxfTXf97nW/ER4LNwjA4E2
ai2nn0Bsqj3qVfnGPls5tuSW3EEmqQMzvdhmZima0q/pfrZGg4wbImlnMzCH8/351FYmlBE4RfPt
gObZIsKuJifuq9KCdBe1qK9I01ebixVrwrPK3grYsEUy7SrHUZRDiozS9Gg27ImPLS6pyQ7LZ1/+
Qoe8yE5cdB3ibKIWIH4Kpf8k8Ms2Nn7vyrbjtqSjNvOjbklL+KBgrlzHtO/Qr6AxbJXPY5riENBJ
PWl3Ue2nXjHI1D3cn6e1cbmiQRIAdhZiCScpYx0NHJwIPKWwy0vayui9UReYFneJ9o5nskEzto5e
7w+6sjZ/quLU/Ga+57Kz33UDou8zIVKHaoPCo4oNldM5x6EtXn3MsLz7w63sOKwIacvyvqr0oxdH
us4T1ejw1vSapkXLxO5cvCKMMt0CZqyF5nRf52gTeoHLRXF9qCYTKRsNl03PBAU9HfpAj77nVJhm
9eF8xLc5rA1PQ2K4A6SRRB9VJOHFuTMqE2d2YYzf73/3ytrahDQ6y0TwBuzw+ucMfq6gjas2XoQH
KH7jaWS/L9nHZ9mK4jFBJk0ctTQs/r3QMkeKHAt9XtubTs+UJGpEMwKKZIdWue9j8JgmQXPpCAuO
9z9xJW5EHZr6B7kthZZl6jG6I7lqVDZeMYXa3gwsbVfVqrtX40ieBr30z5qvylPEWTqFyAq93B9+
pWqvsanoI3GXUqNYQjniCVR7JErpoQUy+Qdht6gr5RgpPEfoaUO7t9H0AqPEbj/qUWpQX4214LMa
omK8caOvRHg2MSQRLJxEcAiLe3Ugy0aqEs7OkLTjwQKdY+0MZWjrQ9MV9VZ3feUIc4PDXeBcAUJb
PpPku4C2ZAOrqy/A6smwvZBmtTsXo58DKv75Rtq79nU2FyTFDFabSPl6L4dYyJW6G0tPDg0s9KrW
MTwa8jH4inlII97dX9eV15F2LOkZDxVbazkarfwSFchawiNr5b5VNHwDTK3w2lhTTvaAwvGg2eb7
CmGrjfvYFHzI9cNMuWUOm/nMuTu7WEaALbFfpFCHoPYlHNWOUB0vijabdpQxVJpfkEbeTqnTf3Tj
EMfHwnDGz+iTK/0B9J5Pfd1xfOsYTJPjoGRdqvhaOX6PAGAvG3wopmqIdiM2D9oBeauyPjZ9ihBf
EwCTOTtJMcxC7xOKpoHua78zF4McNCmD0cZ5o7Q/amWjpLsJWba3fquZvxNbU8KTOdAv8HRqJi9F
4KNk3NV5C8SjaT+6PYoaJxeKBjKG0lR0Fm/ERbOze7dDtdBKgPHimnYw4SMiFxT6/e8iRKzPg64n
7T02NWZ+qNHK9PeaFWFptzMzRKP3QRVa5sY2u114jjIoTsplGjnZEttixSMUP1TlPLS/S+PjrCzh
/sYDrA3PSLiDIwmzGpZJzH3r7wjZxBbobf0HEBdRtlC1G3BfFYR4z9kK77FlyPjD1ICqQWW5qZ4C
orkz3aL4LbCO5t0IlfTL/V1/e6aJl+aWB/EHl9qyGxc1dNmmRJ/QjOZNUG10UlUc73Y9qjCnsScs
uj/e7Zkm4CAIZKpJd5DPuT7TaWKHFeZEMAyMJj9GKLAfzVr9T3Ztv78/0u1LeD3SfOj+iq4HIfII
Yw2Yf605HiZDTtjodNUJa8HkhL5uzgYeq/P9QW/DDgblFDsa8TylqEUEKuMRznvI5wmfImof6c5D
NyT1RnBDc/j2xiCK/lOzpnN7c/Hn2dhL6idzvzzO+1e9Q673m1sVif69tKFTPKpGKPozPDPc3mVU
o4/uo9ONzH2KXOTRaIRbeYQqCSUpYGvxrrRGOR1wDRa4EhfZZO50TZbVLsW9bNYCLMv4MXZTiuKB
lZQtgkKgag9cNG3lNaWRds/EFpPAosDpfpWGDyc2jCqJdnboTwoOBRo+nlUy2N2hChvuVq3RJMrl
UK6Tc4DlXgd/ZtTbZyW0iUKBc4fDC2Ag5ZMVxeh8BmnQBo9m5+B85/p98Nu37MQ+GCVqu4eqjeg5
GlbY7KYeEcX9hEl3fKbuX76llx2lx7m6NKFDE1nvDHolIToqMv9ZECSeDNPX3jvA3p9rfvyj6F0s
VoMwULHVxMmsOUwTpQj0xOO4egOV2aTwjGb9qyY1J9mHGKUNfJ4Ub3upTfGXZsJDb0dlXFJp94kF
eB6zuvzmxK1T/5BpQVEUDTM3fDQDPF1xRFLiVzmOoX+oqqYvTki2uudO5Lr8iW9P9BER1Cw5Wxbq
1hcHd7HiWS04Mj9zagI136uUAf6RVgOGS07iI14EiJM1fRunx3Io2+I5riCl7dXBdKLvoqE8+tA4
NU+LwsToey2rBQKNZt65F4wL/Mjj8CKHMuEI8oDzrEQ8P6m18QEvW8fZ5yHku3epBJAFIjrH58LB
lsT/apWx9SClwHaM4jjlfZ1y7xfFrJuOkriWDC/pVAr34MB70d/5UWyUR/gOWbK30Z92XvsA6OCb
qQI/+GqhIV58D5IEUVhh1/Ki1wjKUe5X7WFnxAievlGkH/S7YWiJriaa1cZjPUVGfAmyoiafasCQ
7xA1VjTMukcrwhZ8qpoTCpC8eqlT0wNQY1MvP3dNZPefG1NpxC6thPgeVHrYPBZRjj1J0IQoNA3c
v+plxNZ0wPBkDudcqRfvTNPimoR2aasnXDNUFCotBIaHDHjvgYXI64OkEh81HC3NiI+yxs8dHN6U
PqgFJs37qTTFN/z/fFSBcfkDJ5vK8T1qBBgAOgG+WS6y0zr/aw1PRZaMFSqhedjuE6AVP3y/tqgN
JVlcPuaOO/xyGzvijepLlp1C1YBre2ibimdLSAq7FDPZCDtUYpxjiq+FtSODwDOQp1mk+6ZzpIbz
t6P/qE0QEEc6P/T2MTpFRCoLZZMdAlGr0SEflCi7aFmrZQDVfOwGotKNXwtclh8t7Odoijt++l41
pWUenRiU+gOMnm58KF0tak72ZPsed3DSvyOTiJ6wQ1GLc9pbst7jL87BssOR5uIQjlnwRtVkr1/S
VO0/pkhJ/YT2jv2vkaKlup9Mqw0Pfd8F+PuUSoyMpVW3yd5v0Ds945cwPY21Uz0ya0w6HWxaWRUt
qGw3OmquHafYxYkSGIrVvg6qrO1fED1avHKbFkcy3gUfV+1a8PaOZj47+wEGgcDFk/Urx6lE+zkI
tXsdIpk/a6nQPpkQZIKzMAbrIaMBEWIPifkaiMWqrs/8E7rXOWReu6I2admgfLQVvK70Y6hVzh3M
Ob92b8qvTlKaUZxGjufLKKiI5kLnZGTC+G6giPcxMUb9W2ma6VNd6vVTFAXOqQmE1e/s2gy/BV0+
+EdsS9HYxyZB28hJV2IMNJCQFoDuL25b/YoVCWdoFUjqvl/t2fblaXDd4TFX6/FR7XLz319+FA05
eFS/QUeL+ff89fLLAM89WTIXMXnh+xofkGHHK5ZefPZyuMsjy30ZC9xh//ntBzmKmqxmUku8actj
g4TabzLanoscxYEktXvj07c73R/lNvtlCinegXinzqUtWwctsGTp+prtKanupjuSQh/f67jX3+a6
kbzWVZg/GmbZvamgcH6Y6qn6ef8HrERwKHZZFDwErBB9WYJHlDAWsmZ2Mb+Rh0YHgVgGgGMHDLwu
94da2zg66ENC4zm/XYIOVMio6tAKvpXi2M7HWZyUjEcBmXz3rQb5aSsRu42q5gK8RfEQ6YGb6E3E
TYPtgm57mgi/G4FVPUypa31I/Und+LKVOBG4EV0MDMXneuycEvy1RWmRi4TrBNRdEJIcpb321uz6
8cP9+bsNgRGKoH+BoSiEKiRhrkfxR0tUnTY4ntko6mMcBwpmqKHNJMryQkeg2PeC3XN/0Nv9AVF8
RsfPlIiZlHE9qDXh0J50FPQEDlAoTGJKQQPZBI7eacf/ZSh6tuwQenjLs4DpSOWrfU2Za4zCE+KW
+i40zPGcxX64cexuF4ySE1AleqKc7RvILb5jUUhg53hVCLR+hqI/EfVWGzWI2w3PKLQCEKYBpkeV
5XruphRwTdwbtsdN7qtH4JpButMD0350CgVneNQ5ER6/P4l/qguL6sMfuAiPB4tG7+l60My2C9Sz
HMvrKydQ9vgymW9pWprGnkK9+wIuP/4NM87ETREAdbmbuQv1vqn73MK2A8Tejtq6XZ5QeFWKs+V3
vXboyiBOTp3T4tiABXPtHALXKuvnPpOiPYCi0+znHLNE5d04TaiUQLObnbQoL2JdgDhMv6dX73jd
VI/oM6uZ+TZ2ylLfuMpuF5WkH3krzp8LkWOJQauKbhoRnrI9WeXxJcR983FS8/Zwf4JXbmwkB2d2
EjK4t+Jurht1patwqxSoO39oxzr5io1mUe50ITUd+0s7fMgzzA52oq6KM75u1ef7v2DtSLrQKyiI
03AgULheYTVuuPAwEkSEV8xhMxedtifWUvaWrPqNcsrt54JJt5CSQ/sJqdNl17lpmlBi9GR67eyq
sUPrJwgvfZXG4Jp7sOqHYdAdvO4J3nF5BuJ5oKk71BuT/kcy7HpX6+BTuMzpgFNQWEIu1CaKax+Z
Qk/v7VwcwJ1Y+cc+Kev20ckpke4BVbvZPiVFeulwXG2wvVLxsIazH8mvISK5/UEqWGpdoLLhd6Yi
SFs9VnFv68dR6TFZ0rC83CJE3+5ItiGNZ+qQcx94OXnpZCsl58TwZKFNxyjWMpzQMAD55/0wH2Dk
nqh7sSfmX/HX69NjSurWkWt6+WwQLROaBLsy4lBPVSq2FIvm62OxEDo6gNyalI1nQsH1YDH+MTJQ
oUQo5MT71h3GL93U2zFmMeH4bBCkVvs2/D+cnVeP20jWhn8RAeZwS4pSS53sdnscbgjbYzNnshh+
/ffQFx+mKUJE7y4GO/AspkSy6tQJb7Dkh1jrdgUtNt6nxhMymJHplvBK3y6uySLUUhOEfW3Rtgsn
7J67ydi7HDZoy2A7EUuDKYvUA7j2t8ughtJaTd3bZ+R3u0eYeDzehKv7x1aV0L2jLpkkGmtyp9au
TJzs/cFSi+6SFpI2QPGXQ8UFVDb/gL4FsI3Oa0hgKBOldJFW6HJ8gOYCKxR6+plvp0lzqTpA3R6+
rvFjzSwdIHLaN99MQcaBN1Zk9+JgcfvLPjQ855etdOhsYd+rPTk5VT7lnyqVHso9GIdrc4F0L/4X
zrvD66LtvzQ0gZ7TEltfLCIP+MPEPtt9m/n4a2t3GjCcnftrI7ghMKkuI1S6tLDG37770pEDMxyp
LmIY+d7YWSnWCQW+UPW0F9q2dhNcJuTE5L/KHqvmpVAzQizGm+SHrXygB24cIpL1ne7e5gP9Z5XV
A9HQS2odoc4zzvYzqJ0qP4ZjIF4TDJF2ltpIEMlCEdRYYNhkHqsvFAxxVqVhZJ97WRlwh54wyOS6
wrGT3tCDUzOshyRv7WSIG1kO3CWO4wJxt9U1fSmYO+zTFJqXeoShjpHNw1Ee8LpkoDD6DU5QH26H
u63PxljHwgaN/XUFC8zlZhT6MFjnlHf5NGMA7gE+s3fuva13uYzgiKykbuzjt/vQyUAMxQIpNjqQ
zrcSD3IHy1H6Kni2Xap2kM4YYIk9ofSNzQK5Tl9IdiSlVxeGTYsva0ieztmId0lcSeEZkzq87pzI
9m+/xo3PRvRmEEeRC/FsXU0Q3cHpFbKDzlRUUHOmhvpL0qTxiSlP9giZMt8B521MWgHJoWkMbp+b
g6Hv21c64lYR4qMYnOn+ho8oa1n/ApTUvtCfcl5H8I+HIu0IiHPqHFI1Nz/WSRmMO5n/Rj5jkTuB
AHJMQBPr+4tMp0QLrgwvpUlrHVv6ZLifk2lEoQR1gn8ickgHz60ojTxHLUKSdKXA9Ond737RvcET
i4QVncvVm7CiHBI1IOxzp8jz5DqylE+gQKXpTzEHhNTIjMqd6L1xb9OyUVH8AlCA4NdqP+tGFDXR
6EjYAc3xeQS/8aHE688T8dTcxVE9uoUTza4g3TzdftiN8wqjfUFlQn/Rrj77EOZG5cw0Lw2rsz4M
Jj5wTuFkO+f1b3BbJSZItCGVRLW6ZImrSzuBQhrOTi1h4TDKCmbwaFEJBbdSNx3AGLjAueXfsmSl
HxIY0fhzOVP8LGOW+kNVZmN+zaM0CVyT5BD9ZNWYx6cyzsvcBWKOfG2l1KbiIbTcYTUTSrFy7DrF
CrxGSWSskPrQodGZJ9rsC2isDy2sSpRK+kwZ3NbM8DqLzMnG732Kh/RBZMwZXAFu3birwlB5hcng
DHcK6GpmG6HQXtqhDb6g0BO/dE2RqYcU9/AWWyUl6k4TDNiPM8pXeEUNi0l5R+0OUn2qdWxz08Uh
WcT6+MlMYe57KeJ7I87uvfKMhYaJ9ZqRZy+iiHLzgOtr8SrI1nCotCsyjS6QMN8yYmClXjPmDXDM
urPaQy6cKvc6bPRMtwsV3PIM5kMvXDMCdD9iKzjH9WPNLKcci49GGWE+hbkE/uZ2kY3qhyJBbAjI
uIbha5La06WgUvmTG536pw8BeFcT79gfwj7/jhxl6rgj7ezWkxlc/4RlrL02eZz/ZKQZfOubsPll
Z5hJXJI+mT/DrcLUz+ZRG0Q3evsBEi1ErsSSsiPOZ5S5Af0hbD2Rk8ogtSW2/jmXLDPauXs3IveS
fQPAYvC8EMDfBrept1tN6XsJpnn8ZRpVk+lAo9i+rhfxzgW4tRRa1chjkIeTJa0yihqDZn4GiYpc
FONHhFfKDwWGYZcYf9qdS2Lj7C6QRpXmD+SAq7uWAV8SYIhnnzsmJncpJqVPU4L31+0IsXEV2Qsb
wlhQfhTvq3dn4pRVlINln7Fgkb7yAev7KHbkGKaKZlMylXYpDreX3HowcCggf0BVySQvq8+VtGHC
gI+exITghmQJ8ZipsFZvr7L1pcgweW+0B5eu1ttV7GhQ6hi8+HlolfmQinw86P3wCzhZurP9Np+H
CAtbfWHjasu1958aUDelzDQjnsfCTvsO/0wMWqtgbx6+/Tz/v4q+eh4JCmiRFQDRaHZmXoruxYnB
Uex1sF/vbr+6rQfivqLtv8jcIHDw9oH6orZTfAlpcii94bf0Qv5tJSv5+e5VuH8XZ7+FnHbVMsK/
2c6kJnLOYStyX0Mb7qiUZfH+UwSHUOZSAlNHSrl6bQnCDzl+fQ42B7GtUKENgXOHK/bQ7by0je9D
xURfjZuQSmUdGTp5DvK8bZhZVH3/isUnQAFVQzeNKXod7iQxGxkFXShinQPQCqL98gX/s+UKaCBp
i0zEeUa+s3vMJcOuXASt5viYjmr3SH5XNOcOtFdTwmsK9mD9Ww+rs9PBd4Epu+JDqIGg/dNRWEEG
CQ7w+0EBt2J0sWnbM9nbelSgyBjOMSKxqLTfPmpoFmROKrOgjPaL5LVKwXw+SO1Ec6dSqjoACcL+
WUTYCyrU/R9vb9KN8Ig2M1uHEovUbR2rIg3trHym74/5d+5Kk2RXgLwrHZZvNb2iqBLubKOtxwUN
CQ2YkRT/XZ29OaMRmAAOOSNFkf4Cd4xhsGiD+cC4MXuSMjCgMELkp1Y0KPPdftitrwpNgwEtEldM
HNZro4sW90t1B7x4vnSmMEi1jMZ6BH6iqzvxeSPIQC/T2MVUJKh5rRZrCWDBbJUWqMDQ9BvNyZ/s
XM12Vrl+JPQwmNowQFna0uvXKbQet8q2Dc4OcIs7kBWt27dR+Txau4YqG5w5tJRRPjNgCTl0bVdP
BMBVYUoeBeeiptF0oEswRYelbRXTRtHsz5Q0zeBhwmsOh7bL29Erc1zjXb3SC2yFdZ381LfG1tyD
+V7vqeWH0ZeHCwJnbi0/IqNtZLZFvORHcxge6bumP5E21Y84OCsVAn9tp3vqFDaxm5U4zPq3t9Xm
8guQi7Y5wX59hka7xFREVoJz3PdG7mE4PgmElUCfulLYlvdikLUv4DKz2O8GNNXeneHoMmkmjRnU
wglXqwBSNriM4icSIEkO60iXHOdQyJXwi8DRXvIw3RsVbtTaXGjU9Ta6NdTb63KvaeqayW4ZnGUN
/3mhdzBaTTb5aeqxje2VTvYNJcHppLKHD0nU4tepD9XL7Ze+tfEp+ECw0LC1ruZfeDyItnUa6RyN
g+ZNzgh5N+sKXy0sY+eMXZ/k5QKnZUvMWKj0qxdspa0ZlkMpndUxk0EVUc9baq79D7uIGTkKbVw8
i0j623vAmru+Kgp7eavJdJSVDF/Mrkj8MUXEqsce5pClg3aILeQjb7/K5d/8trolf8CfYpHxBLG1
brJFPcTAYNaDM4rDplebmv4Y9nXh2bJUPEtMQPZu9w2dbh3m+XJWWfN62oyVno5zWuecZ+ApS92Y
p+p3tMnC+sUQs5kfi7wvvlhdp31uRaFnnmWmluUVgR2XeH2XzR8BdfCjVrZ0l26/jK0oBx4TUPei
qwGSfDnt/0k9jNSeM7mpgIRkRpofxZCmn2QzUZGJRRfwyzDJSnWEvl58lyUn1F1E+YuPWmypzWHo
rWT2aqlS0p0teN1ZAgJLOsKpM5Y+1+pHtemiw9JY1jmJ5Zepzx9KBNBPsdMalylUMp/04F/8yudD
mNXZ19tv5LpbyXvgP9RQCFZcGSyahRppZk63MlTMx75ID2nUeAChsifgS8Du0Pm8u73ixtkGnYSR
MNemzTRGe/sJwlCkklbXztkJIgDojiz8KFPkfytlej+6gs4ySS3XGXrK3CBvl+qrCb4Zw+pzbOWq
p0lNf4By1u18vs0HgumyDHdR/FonHmmskSTTAjoDE8QdlsKTCgeq46d50Ch23v/2DGj2/GuYVFIW
vH0k1K9UPRgp4UMTUCPY1+KAGI/hmmqwV4Mu224VOQCDE7C49xigrsc2cglr3pZ655wbRh/fdQIK
mxuMmHK4GGuNpSebMUh4VdjhJxkPzb3DuhG5WJ80i5qE/1kDjOi92KRYxBHZluaDDTHBn7WuPpSW
yDxIc3vK4hs3AUB0HthiYAydZhWj4b+qyrQ0E/rWGB4pxnT0/OO9mevWU9HsgSRGQs4Ft7pvJiEx
h6AwOYeTY8YXI1TKT3msEYblygp6H5mj92PticI2w2QkETbG/gMena0aUkVag/Zbldvmocrn4JFO
YLZHLd06CyjbokhD4wcrldU7nKS8dwb26Hms5AFhWZSWG3qinoys8k53eGMpppPohYOoWBRJV0vJ
MwgcbTK1c2SpUeTPA5MXWnaG9KeK2jT3b5+7rZuD1jA0ryVwoe6xWi6tlXmYUU46gyyt/wy5hgwZ
uGc5dZOMGv00zWU5vmjNMKPzHzYI1AgH9vYhTdWGLnALm9Yf5UrOdu73jV1rg9qgBcZeolu0inEI
sNRpHiIhkOlS82WWwy+jUUgvt59+YxFnKeso3xDHuprUyVGgKRhgm2elUkNPoVN5libYBbdXuT4a
S0MNqAg4eu7ndepJoa/0+gKc7O2y+iiZvTPhFhab4I3m5Ec8hfpOML2OcCy4qLfSyDHQ3lidxRSN
TatVUPqDRxh87Ew9P46xU30qwa248xSJr3CdCs9JjHZn6LD5qMuFTw8RaPg6jLdK0GmJLCxA9uN0
ArVWMczSTE+F8MskVHu/KgO68QZDVu4NBvFXUSd1TBAGNbDgQIyncgyUu0YM1ruvduSGlmaYihQy
OeBqL/YqEp/0qKwz5Gl4ZrIWPhTN/NNRRfn+94deKo2qZdcz8V9dg7rVi1QdQISi160+qb0DLLtr
UbxtJOU4y7Gx0yW9TpOYdNKpQrGPiTVav2+v3cYSSWTC/ALCgOx6YsaNP6J04QkpGC9Sok8ewkHv
tYHXwS0trHCT24hreD1xTAsECue2YqbbOOYhLjEmYUNV/qI9//n20bs+4KAmgU8sEz6HOmXVBQZs
1LP+GNyNZhx9FO3QnO1KGfYMva5j9rIMVyyKb7zENSt50jrUNeEW3pW2LlWepCjlAUokpsaymu6N
IDYXo+8FhHc54Wt1ZsSZdUJjHtxNspmd2r7CCcqsg7tIqfeQ5n/nrm9yJQQzgRWQk9CsN67ocwo2
a3ZuNtFFmmxwoRHyIJYv9ykyTM2kd7+mvBrGQ4nmu+nKTYYWUm90xY9idpLCDy2jwDtgHOsvhVHm
v4eCptOxn/uppNOQlT8j1o2Paj3UgacbvZV5yVyDtx41W7KetZBvprphiAGwm82JbiG0FPeZVxYl
2r65ijrbYe7TMDhwmU5ftDqofw9TmgDhBFjWo2AFoITIPqGqvDBqPWK9hVFjOrHZit7qhFcNQf1s
SDMtrnwOI/w4Zy3/MhcDIl1zU4g/cxI2d+CaDOUQFY7Sg/HrMwgn8py+jLMNDeedG3Z54Yt9D5Nh
Oo3rmgkGZF4EeC9dgrEND4yainOhArC4vcrVFgLkywnkDFJxgWRchRk5kpBI6Ebp3IJJ+6zLlXbI
ZqV/igLu9NtLXZ3Av0v9VatgpSu4tB0hQ2EYoEOspo19TTTq/VzkeyCGzVW4B+gnLW2BdU5Pw703
0RehmTZkzgn8reQX8Od2nuXqdkMuBvmURWEUosdV17uanSYRthGcGW6qfmB1madIavw1cPrkojdj
vOeqsPGd6HKj2LsA77jQVxcPo7jWnDF9vuCUjlhuK1unACygG0Viryq6BpTycDqEkkXfkTR+vfNK
ZVJrYKHSeY6C+jOVpdYdlmbag9Ils3BpbghxiLM+G6BazgNHJTK7C2aF4UuiJuOLWozyp9HQuggv
vFHq3bJUE9vn4BY/GX03e6O3jU9OVELnZYm3fI7Vu1FmMxk7qHRnKy+Sj3LTx98hd8o7skXa1idg
CQdhAD48Hae3N6QSplJWmw7ELluKAQFE4eBwJ2uUGFMDV+8uFaM9u20QIw474bcl3YWABjBdVzr7
Rx47WvRRK0JJoDUvjK94EMHYipCq0u7SIm0ml/lnZ/mDTPC8FygGpZ4RGU30UQnG1ECsJjcTBGzV
zjhJcSy1HqyH9Ecx6mLyWmGAl0SZsyDCoXCo+YbV1/Ux0oygpNUtL1iPLlf/iC5W4N4Fgbpnub31
FUg1Vf6iLkLj+u3rkYxEMfBNoI+b6BHBtp4uWlBDaL0dRba+woJkR70ImfWrKCJadTCKvgjOtS4V
v3pDix4rJRt110Q6/92YM04CALflakUL1FmXRIpAZIT2fHDOEpFCe5xV11Cz/AEk35518lWmviwF
FYdOFT3Dq6k7Eu59oAVMJ6Z41L3BRHciTzPbn+RZPLQ0tk5SgYlPPZrm79tv9Ko5x8qLAB7BhQbu
VX9YRIhlSvbgnGsHiKRbTalxF+e0BdCOrD3JRhJSNTPgfbkx+xAfyp3Mc2vjgNagcEeUipCz2jiD
Mstcp61zNoogugyROXuoEeTH20+59X5BUMg0bZE+gKH3dnui1zkLI5Ccs241SOzhhCNOmRFl3xYu
4Z0kDT+awWo9QIHv7hjwfpk4LdcRUw5yw7crSyXgMdzEg7MxzNqpajT5NIKyAt1cFe/tGJC/c5Y5
GczS6L0sr/o/zd9WFygMLvs1sJv0oVDl4r6oe+vYVGKvstz4amxVECmLmPJ1m25aWnRovoQXtMzb
f2otXBinudiRD9z4atC6lrqE8TK1wurdmWUYTaOOAJ4m7PRPqIrhVAgYvn7VDM73Wck1y9WMIjrl
aRXs7JitJ1xYJH/hwsuk6O3LtFLJtjumYJeq7I0T/H9tOMg6jK/D7Z25PMPbzBoINL0ACnRmUvSq
367jdHNaMDYILzPsQh+c+92cC9+Ju/EON5U9R++NN7pQ5aCp0upgN6/e6KRNsa5GYXyJtKr2s8xy
jlU/mdj5mMlnrVbrs2rnzdcOAsvO5ryqMBeSDKQrjh9hjqHf2+cc09JBBLOJL5kJxnBUhHHqsix9
hbGr3Wdz8wd+frDTcPkboVcvFzApAmDYYzCYWkfwKTeBOVpZdoEaUQU+vWUJCSO7DFvXGux+9Lu2
zJNjFyeldheMSisuOYg6YHMiCr9kOAmP7oRK3S+UBFTDFXpcVD5tfzxLVKc33Kwt287VBNvUbXUp
PCnSaGpu4zSGTRgz5Ocx0pTs0gizqy5t1ASdW1oddu0x6pv/2vkEl0Fy4rOo+kZ1q9KJn8D2hl9N
HH+/BqE8/IlDGYOwsAZr5kado/4Cb5F9K7BJCH0TMaLoyTBwAu5SQ39hQDs/WWxYxAJm2Zw8tJ7r
19v7dfM7cu6pb0HMXvV3a6dQ+iFDM4EeOXOvfFY6xc1VZzDcNg8r8zRM2MZ5I5xkbedIblxVFNUs
jGMrPYo1rga9mBgp9Ty6JFafdadMpCE4yjbUjZcybZtHNvzwUwKv/Uxa3KsPaMsy17r9+Nd9Uvbx
3z215OMEp9V9FSta1g9aHF+mJO3Sj5nBtQ2ekok9RBbCktuj6Dp7Er7NP9tcGT+MOCXJBzjGbeQp
tSU+zUJLpJ2K5Hqszc9CXRHcP9KDUHRW4cochyBsO0JlWbSt8FmorTxRVzBrRoaQiuvkSmycFEVU
nddOtZG5RmvqhWtnurJTVW59JyDNCFppTHKukCp6D2CCdkB4UbFwOixjTj+ppuApy8B4BbmJM6xU
FId4hA2XMjT+dfsTLY+6PvQAJpn7oTd5XcAEkyiHxsnDS6E3tWtLk/EQkFTvnIONTBSBcyxUQMmx
Kddz9cmmAoToxSohlSawJzRZWOU41PNe6NxeahmeMtoFLb5KXihDWytwUq6IVHX8rh/1j1qiDAc0
NGr/9rvbXopmO48FB3hdP1dhTxaThOElyYcOTy1ZP+TFPLu96PemwptblnIWry/MNxew0dsboRmy
qCgxXjxnRWreo3tT+FKgGa+aVLRPY1yiUCYXmSejUHrsRgWmmRZk/9x+3s3jDONgYa0ujMR1tVvj
aRZHColMr0zWN8acMTlw3VTPrZwlKKlgVpufxlSPwJSnhLdHnDzK+VCG2vCt1BXJcVWz0PassLeC
LDt4McbA4+kKHiun+WwRRcILd5v4iRT8CJQ+C+XPVtC190h6QmJWByzobr+Nv/3J1dFBtIpKhHwc
F3Rde/tJcLsUTBCl+MLUBQ38GsuWnyW4+B/lOMnfCrWvX8RkZcWLmogS5ZRa7mUXtmGCvk/WUJQ6
XWe9oMCTfJ6R8c3c3JqlH7gSisIr5l551Spnity4qGvhytog6R4qOkp/sM1ooqsgVc1RlLoK59zh
Yq2HqoUN2CfWJzwZMuOiwT3E5CpqcMyN5qj9zviiyO5z7Bb/xWxYUPlnVuXjRfcXKo/MjocCUQRs
fsqSl2Sq63+lJC4Hr4SHAEAfvRW0mfIo0fy0KIOWyDiVP1pbKRUXAf0aXbhEyz9QGkrlVyCd5T0A
1Vb7FM5j6ud6O7f3dTsmv+ooM37HYTT8u/NBrkPZm++xOiJVONlTqrE7ByP9oYrY8qfGqr1CT+e7
d68E6R/IPCxSBpzrGNNPFE4DedBl0gG9GQLHsGIQ1qGIR+PD7aWWH73aZMtcY3HpZDxkrcuUoq0R
gJa6+CJKp7zvZpQZzLIpD7dX2YhkqI9SCzH3QkB7fSFagGCxPBiTCy3x/gtaaPFT4QTxscC3ZyfN
vNZGBShJkgmyBTABf7cK0HRn0RM2wuQySE79ox3k+fsEs/EfGe2ZT33VDc9DU+U/lFrE1V0sRwMO
T4PWV/6g28H328+9ETq4d3mzlPVIe6wnR5EBwlnU5Cdg35onu5vRQMIa5sjE1/KNMlG/OkZm7nzS
jSLGtmnHEDVAqF4JijROJhV1qUSXGq0vHzIE5BIEmJ/Cvuk8PFTCz//DQy6DONqUG1w1hMH6OeQp
L0kc02Na1NI/hUph8bdZHHxj+j/Ork4XStuJkFt71wbVzQwE0MgV4oZYiLQUM9tLRLkbu1phzxhh
R/bL7ee7xpixo6hXFly8gfnN+h6ecETvLHWKLk0UQJEGICheZT1DNLwLdGTXqjD7IMEB/VUXwXhu
RZUh9dbiC+sP+VB7XScnyrGeRb3zobdO1cKNhEjBZr+aE4YqVI2mj8j+VSV9GiRrOA2B7Tykc7o3
S9t41YvgH8UiecjSnXp7F2WRMIuyqqOLGgn5u9Wo2rGbYWHeftMbx8VB4BYeBcECt7LV0cU+u3Zm
Rw8vtcqFM2rzIe4Db5KTyQtSKF89oiHvj0zAObhmafnRYl+H2mEsUP3sMFEtjCw76GYon0yFgbyJ
kMxOVN84l2BrEb7H84EV180FxMwSSc6G+FJNrXQvErt/muNEmryMrL87FlKp9jsnZKPDQFG4CCQv
6B+Gym8/WwWiVwkVToisZc1jTeb9qbXs6R5ZU/kSxVF/b5itLTHhS6Tev/0xN3bncmiYZy1H52o+
L9TZtHLZpI1YaflJt+JvopbKD2pd/7690NbexNUCbgzodaAAq705paCMxHI8S7SOn4EL/ZCBG+yU
UVuLkPSDVkZPhS7i6k0G+DFqM42Ii9Li8zOiYBr5kaY3ezTUrSPAZbAAYEChXW0SyVCKOOp4mL4T
n2ra0Cdm19ZR77K4gUgpV17cwO3e2Sdb34paFaQYc8drHLZZIH6DRyCRRNKDD0015J6t4EtjltOe
ffTfaLnKOBb+Pa08aGAE1lXNDmNDa0Ozyi6QiMfgqPZtnTwj09//aXQD5UnoIyjEjV2oHzT6jZbL
DKP7UKF2AXh2jr4liUDN0oqD6kcLVOiXHIb9pyLr0HzMC6Oq3cGprL1k/PrzG8xllmwCuWRgGerb
g8QR0tspn7JLpdlYIfWB4qN1XO00DrZWWeZm8tIhu57b2E5PsmuFdMiGIj4k6LL4U51W7z6YbGON
rg2fGiL5VVDoozHquhpJyNnMjmz47NQ0SnVOG9gW7z2aDGugkyxDYIY2VwVdYydqOwzJxZLA0ldZ
W/lNme8JWF2fGbhTdIA4LgrN9vU0MJ+6Pg+7JLnIHfqzrtrVc+ehz2E9Bx2TWVetRqXxBZCTPSjG
3xrs7WZmIkVasMyJIGmuZ8EmxRTKlnF+AR+kLYlIq9qeUPtmPFQwyiI3UWbdGSiyUNc+0Y81TVeS
R/lHlan95wJ5UnEYkh5KJ7epybBJtPmvOu8UTKzqEE3FCExA+OCUcQT4FZj4b9qQ47OBfqvpQYrQ
n3Unil9qxUSvpVadBiRFmWvjYe6UDNvBrrNNH61UDUh5FKrTie9VTF6czSjHG4GwMxjUrd7AEFfy
zrObRRoma3M99spK1v+ZtRK6tnAMQk5SThSAetbYiBkZ/PHtvXIdg3iVBnk7vTOUFNfzBWDx4Ck1
leux6JJThsG4r5ZV6pVW6uwE860Ns3D94R+D1bkS6KmCKRokbYwvIwKrDGNt86eeNuB8LdF8gpOC
Q9zYvhuLyyXIPJYYSxcOJepVCBF9p2h1SpoMckS5aycIL3LpYEk3qtIBOGe9c/auG3/AVSjoTIo7
MM1XHZ226VBaKpKLYpdGdojTSP+VNGagLGTAFKVabqCjNTnF4IN4sX6pYY1M+u1vep1/LGYfpDsY
tm1pnSVRKrWBIP+okiLwRDCFr/Sis/t2GvIHs5Prs642PbI2/P6dtbf2E+UmYw5e+zWivAGINakD
axdZ5ngL/nHRcNZR5c32Gr5bcXtxWjOpQzY4pqlUU+Lk7KcAEWN/tIvqrnTybiduX+ePyHuTTKG6
QkcIZam3d1A2aTPn1kwvqpR7ZZbnp4D+uyvXSMsAu9jJxZWN94fn0VK08kjXUhxhkqWSUYKhCdVe
RZlgCs27BPTbqx0VWOEu0WA8GGEL79kWdHPcpk6lB5GDKmriOPMKCevEO3NAtswLIMrfJ3K4J9by
F1a3ir90lpcJFhBQLs7VOxlDIh66atxlIc4Epxn4C0gYJgLYQnXIkz8oqBvKft1X/XMYjHrngfMS
pR/3VfYqYwH5BxPifL435bg8G6rcLbLajY49cpxYvgnFLjnIIrYhIGZyVZ4z+l/SBZ+eTHi2vfhR
BQjBjH4emG0KNjMR7c423thbAI1QJLGW0hN9zLdf3aSTEU89n0FBjeRVz3XH1dCx3tGA/HtRrV8k
41XMQmE6LHzpt8vMWlxxjwM0cuxmnC4xHi6KW5rMx4DmSUVzD6ATze8+rg3lo1GVuuRpKeMLtzUW
KpsKLC9HTWwaAi+x5OJTEM46oiIw4kd37OWOlm6rY6OM+07pqtgu5EenB5zoJWGRNV44TvYj9QgQ
xsmsZDypxkgY3ihU83vez9qLUU6D5irA42JXbqM48VN1tM1D2EtGe2gz6Fy+0temehgEo106LNb4
T9loue6JYQrvytIYOjePFfl7XcXB77wKzCfFnHCQsADEvsZDpv2Evo8iZVc4lXMfFAhHuxVNz+A4
pbP41sxRLrkEcFQeslBKBj/vIdM+WCGdQbccBqk5ONg4fya7ktLjjMnZeUoz+V87KKzBlfSm+5nX
YuLsgtsM0WFBkd2lqxErj4lej/8oDX7vRxvyvUFOMGl7pa6ycSMQOshVCKYA5tZdOJoFg6KGsA+r
OR9eQAkxsTCSrGUEpOT6w6Qhkg61JzxWpSLfj0GoNkjWK4YH2l9/GlDi91pJSM+ONkrH2e7lT+HU
DndMGqWvmt6OpyiT9hQjNtp5lF1gynj1TAWu0oLJjLBuQjz93LQjWtY0dw+J3oReKOfj89LYfHLa
pGTE1xWQ+7v+0DH08SyrV3fC799WwPqIAM9aKkCAZ9eMgVDV8nSY7DMqL5ruO6GIqkOdtHXzNDtj
TShQozi8Tx1nSE55RzqDJYCUxndtMjaG23XO4JzAlQXTUdMGRPtzCy2aFOFowzWYJdgPzHmm/res
NHHnoSxFnz5nj3+We6PNsMydIzT2wwZC0igJuXypeltUx7JLh595ZuGngFC8Uj7a9uw8mvNk6ocm
MpsPiSElX+0KR1zYI3qa838bW355l0+TJ7XWkLgS8gvf4nKW02NuyR349immkpojnY0CC54TPqEk
X1zE1JeXoY17fJiJiOMhcyblWdZm/PUsh8OxE/02MjWqoQWLRFwik1nuxP+gaESN2tA8ls5ZlbEV
rtW8dtyOovAwKOwBKW3rQ0RqvrPq1qZjWRQ9IMMzEVvPE4NyQRg3kn2O0FNwExO4yZDm5SGuesZv
fZl5dt4GXteSP8tqNdwjU9actHbawwRvJFDM2Kmf+C1Qk6+AL4jSJ8xq+CFw4Q5Dnc5Pkjp2PsMz
46nr5REbgNw6GsZe53rj9lcXMRDUM+VFqXZ17VgAHRytWja77BTHoE1kL6kd/bhoW55uJ4kb/VVu
VoactG741Fe9lbFgNqxjnHC207H7iBIRPsmJDWjcbbWZobWZp/PHJBZ4FFi1zOg11sY+fu0Haf6u
qag91KhZQs9ywziQi/PtX7dx/3LtQhQigaX0v+oujXjUDIv2ii01mZ/G+XzRxiHfWWVrny+jPuIb
rJYrYBr/IM8nVAEwg0wkpnEgfV+n1GmWK693LmOfWlhYG1G8l7puXwq0BqGaANe9gvxBJRisro6k
cxhk7ehrTbioTOaOAdiGf6RDKegqhLQNMf0cjXj8TSzqXtg3TIOLdFJwOY60zvFNJTDqO9LjVD0E
ViW+TCDjmD5aiXS0xwbAQUIR/XL742ykxIj1cTlQNwNBXVf+vTNbrRMBN+ZIZudkzqPTUOn572Qc
09c4l5Sd9TZOBeSYRQWKzsl1qzFKa/gkHetBncp+ZbBLaq8UffMh5NLfYx1sLkYz3MKDGzWGdWu6
wzgA0zxTOk9jnxxoP+EQgyz2HTJwxvH2e9zY5PDUiTILOutaRrJEew6BGJ6LIfLoKTNy2eVkaIfb
q2x9rQXfzObgcfhub4M5T0g6FRXUBxmwk6qeM1+nPXQKSYQOUanu4eu2XiAXBx1w6GgbvVRoKA3W
JMF5zM3+YJBZ+RIe7i5KGu9voBIkFwEyJjEKNuCrpqYeBNaYhcujxVP3ACtVRvbZxnAsE/FOqNh8
KkC6tO4WjtgVLKAbGLH2qXTWKxE/9pIznulYtt9zJbLc2x9sb6nVB8PoRonGMOF4IchytGSbtho8
4s9hEL9bVZ+uOhHW5C8mpeAa3u4NC/zfAMU3OCfYAUVuP2mNh9HMcDdapJi3H2sj2NISQQVhKaaZ
nS158n+SCqnp1AQ8CVzztA/9Vp+TpygXycEy5u91H/3WW2XYueM23uR/l7RX1+lQzEY6GrNzVswY
ahjOeuOnEt1WQZ7X7sEHtp6PVgF4lb9I53X2Ui/wGhmvkXNlm8WThDvOfVq3+n1htijfDuHAfTJb
Oz21rSdcrDmWjgs9tTWYlT+cu7YPbPxd5fRiRj1913JWj6ExlDvbciOO4MO5iGox2EJjd7UtJ7xj
lbYjOyuF1P0fZ+fRHKfSheFfRBU5bJmgEZJsOdt3Qzl8l9BNzvz670GrK4YaSvbCXrl6gO7TJ7zh
OCMJeRyMFtM+M0kOlOn26fZ+2VpvEYRd8Gtoia3nvzCDw67PUXYQXZ+ek3aY/wyN9cNsWz1I7N7b
qcU33iSFDl0eRqBkfmuueaIluSLrBWcSx+ghWzhmZJj+3CFrued1srkU3+rl/rzm0I5FAmcRpkFA
8B0ejdya3tHxsZ87F57R7Ze4Ae6y0EBDrAsVDsbp61mAZUsc1+xwUT71tPM4ZcqhHHPzOILJuFM0
ZyKnnyHVQk57Vxtl+zUbRH7QtVJ5iCK63bd/ztaTM/K1wSywl66mUEbF+oWnQ6xCcfU0QX67kB4p
p4gu7Q4iZeM4oj3DzlmuPa4//XW46es+HJweXh8+bNNj2RTRRUsU9VzPkTzVjfU8KkW6AzxZjsCq
VgURwD3EqJ7eqbMSDVebTCKqPyn3aZNHJ2/KxQfmEPWOVvLmS/zPKqsnK9WssLHbUO57O00obbHU
9FOvSnw0qQEu3f5iW0UZ2Hx4r3ytxUl8dUV0oVz8FGkvQvFwfmLIbt0PyFAc+xB2AI0Kz3iucIt7
aMPR+6pVwnQOyWwAI6vCNzPcSdQhWyyTCjL2q7LUqKmDU4PUrJxUGbS2IwMv8vY8PDZfL/J2i3QN
tP118aeoqROlWRkFjWGNgSsB0LhW3L7zvOwvBnW8U+gApEkLV3r1bgfQhGlVAaB1xxj4pe7lF9ln
n25/wc2DsCi+UcnTlF9fEYgQeLUbAosOMT3xJ2fCfMUWuBymSPD2MmkOnYh3bMC23uFL4Aa6w/W0
1ggBmKSNDuK8gTlFDb1BvcCYlrcpQgjDtx9vc6lFUIL4xj/rYqQgfEq0y9Cuhn13mCaB0UejZvch
0m07+fryOdbHG0AHAuGQR65B3UzP6kKt6OQhDivvus5VkVvpxBkB1/SYdUP6g/ac9aWNxr9oRwNM
tEk+QbEsTI7XwWwYEc9BqJooHpfeXYHc1tFJumln+LAVviiw6DyQTi9zs9er4A6gDZbLUQd0jA5I
raj3QtfFzh2gbW1ICsdFhQCnLxh/r5dxOo1Rq4dcmVJbc+QjT1WBoG37SfNt7LHqS+jMxv8YjjFE
rWdtLI91M/X1XSZna2kBjX3pMwVovaPjOUBpl70R+4Wcsz9qPtfNiU6hvjcG2tpmi4AzdQ1NCVLY
1z9a1+d4xAxOuc97dQpmt5a/vVw3TrYzan9xYB1g+0zwECS8QhKikVUPainpDRSZe1wgVH5iq91d
2eb9WYgp97OiSHd4Zlsf5cVVEN02uvTuaoeBavTiWgVqpoRDj+6jhv0mJhQnYSkfbHeCqgAd6y+O
7kKEtylP6XetmzyeDodGxy89cLTI/CSKOjmgAl7/npz5x+0gsXFyvZf+MatQla53dpbOWtmkQNyU
HJUkxglm/WAkkfYO3z0Pa0sryj7ZrVnOd8BK9wqfjWNFbUqAp6nHHGAdoZwU4yXcZ6PAGgHe+lqt
gtdEfVfdeZ2b69BOoqm0YEzWnQuzCO24aiwY8rUoB7+3Buc8YBn/6+3vcnGfBLenkl+t32WcoSIx
mz39QFSSAgbNCFpNAEGZ9YYBkvftwYugCGI3slfubz0gXTryWQ+M21VrRmfQZTchHcu6y/qPDLMq
qCb13qW8lfFQD6OdjviMwxlchcEQTxZnqqCrxvEixzonVeMeISos+rrlNNMRHPLSOWWpl4U+tJRh
pBEaD8wdZqNzDkadG+VOMrvxm0AwMIAGn87dc6V+wASxyBqUtIPJkMV91BfZIWf296jNuf0NhlP5
PadlCe5FyS5ytONjJ6r2KRrJem9//e1fwtR9uY0AHq/HWbE3yjKtNcauUlj1AXJq8milSpIeWlt6
Aeao7btaq018Ua3pPZ0n9Smu4cOBAGiNt4ofGy/6QFyL3Il8s1V9D63BnhGHT4NaxL8lYlw+OgsN
RoSefjekyp4ExfX+W3YEE5EXLjxgwdd3QCQbtOYtOw16LZ0/Wk4l3sdRmO3cj9c3DXkMerAMeJbL
fr1KloT2FDEVDFw7YfJkuL8nbNbOXjWVO82D66hIFb9g3pjhk12sPyXn1R2dXOUk10X504yLdLzP
3Ea+U8fQKxG1QDTGNyrmX5072srd7Z20tTpCEpSnXDhA51fHLJrdspGVQkxW3MlXNCC6adUUZ60e
4wsR2r6rGUGc9LjY01PbesPcrouuDNnHlbBMh6vGNElIlLEqplPqKO4Rp0fM0Ou2ON1+yKWp9Tpl
pAxkasn0chFsWO/QBBdpNWmGKBBz0wa4gtVMFLPskDXR+JnRU+7nQL3unBicqw/m7c0CiyTFi/UE
xwNS5PVIrUkHiEd84qkXp6i05/PczuYBy6LkyJfduYGukwg2EzXGopLEAG0dOeFrQVfXagSmUy+6
9IrVP7p4Dx5qtZ6OYgzbUzyoeyzEDTTgMhqgJ4UJMDzENUgYf3tY8tICiMgAcTzNkTOWeLXg/X6a
q4Jhb5/ImO6bIQrtMOWD/RE9eKxRMa4P+8PolNo3VIYYyrvu8K86xLI66oKpzKGuMuURWn0kD32u
U2DXIHecu34eow+JNrYmaIi2fAgLMS+O7GkEjbpuiu9mjYLMHbA7If2uTtufoG+r+Gxpdf0VeH1i
8tGp+I6T9FBeyC17So6ZFuHU0RVNd+xIbeXvPE69cyKHGEnMFu/zy1gVkfZN19vpM9j5pt4JOxvH
kYoXMx6k+XmZ62RMkPIVzZjEgSWxhsjAIZwhPAK6UMr0f2mZa8cpzONTH+KQfvuMbOwalOvI1blx
6QutG31xqFV1PgC+1su4IIPgbtXHuPuArRUz9z6qKeiE+vaDaQG0WlxFqLyvquJKMj3vvDYOsi4q
Tx6SwfjotPm3SjfkOZlleTdGeX9oHC079Zie7ySkG1eJheLHIn7K+bzS5EXfNBVxhwiBQSP1Hmf6
5KyiAPDmgg7s9KKEgYnFIg29urDKDHwP9kYIDsw9emRwEPpjIfNxp3W69TAGfBgwh2RlV/oNaTNz
PcRg/tD3yDM/m6LsZx5DLry9T5YLYRVLeRoCNgGNAmw9HI9GM5rY+UBVY896MnPd/EBbA+vOXBfH
YpiVnfU2HwvQObU1BQqb5PV1bwyARjBBA8rYKmWQuq38NMo+2jl326t4MLk87uIrxRIGE1YXcdUH
bs2UAt9K1TpEAg+jnXU2Lj24GsyuuO8QmV/3Q500YVSFXU9gDJh0+r1WgDstHOTt4aBme8OCradi
JdQGmRCrVyPiuND0NKuaOJC4D/l1GYoAi7F2Jy3eilmAGGDckZbR5tVffyElJr9NUCoNykzLPid1
M59KcGsPsysaMvPRORJRcoQmNO94ey9uvU1QKosHJaikKz3vWcHzShUexJS5ji5ToS56fUr3Af3w
73+zEoAYCgD2/hqLM8SuMdZZlgSwN/ofhZVXPFnSfB5LqCm3l9o6YMukAFNa9L2uWFmp1xtu0sJH
AbtcHPPag+Im5cHO569t3H67vdjWGwSTDbyMdhaxY3W6pmky4rY24oDb27kb4nD4PEIxP3WQcHe2
/sZmXJ4IvWLQnMBJVtskmU1dDkYRB2GGMj85xHQ/97X99i3BKqSypG1AOteN8qSVwzhpIxwivDzf
jw2DfBuSxGPXDHsg840bE6YpEpToOHGk1+/OVoE9MLuNAzOTnhmkqpDp0Z67mmmKh1vgjPHtP141
2zuBfuObkWAh+g9alcb4OgLnBvxWB3REMA6yFsdwyLRPYTqk5VGN9el8e4NsVZp0rIGg0fRkvLne
+YqMkCOu7DyQqCOfNKQPjkIdJfZtrXLuHfTmEs37jPw8rA0r9w6V1GLM3sTOAdw4FQsci6kVlw6j
69VGpUNeIQXZZ4HUi+g+L+MWn+YoPFuZR2rWp3uZyUZQQ8gPfV3kB5h9rh9bVwvFxBgsDwZjVOuj
4ybxd3VU8DR2tHAiX0ns942Ik+ME2/HP7Xe+cVKWEc9SUHMmr4DdlTtwhYdmFjSZ2zZ84NB6jlSn
3ZOV29jA2FuS7THe3bAy1bO5tZTS4tMOfUQ/pRcBNYVzyhuB5AGNyENTN9nlLx6O1i3MIcQxr8rd
KC3tOqm1PDBDtXnIzDq7r4e02imqtx6NSgR+C/B4xKWXz/sfmEPbWGaJWWce5HhM/G76Wb+EmiN+
eGVhFD6uTG567AbR3L394ejILHYLMF255l8vC8i8bHFbyLF+Ft1J1A7y3ZU+vHn0yEcjX6UXpSNW
tx5YhV0OvRQ+K8zWssDlCvvFH3XaFD241GgXirVxElDz4eTRdYfBu77eq5a8DPXlPMA9TEyBVKO6
8ZPKcf4pZdv/yZpCAjCqJSp2fjKNhbXzTjcgkqTnFLQmUk+UCevKxAw1wa5xZaDMY5gdZ6TL8Y+p
wxoOpJeCxKuscr70hI3Yd0SU/THg2X1FlGP8VbW6mx6cGEdMX1G6Kdy5qzdC8aKMQuRD3oEezupO
02G8CdTE+WmR1eE66k5nx5DmhXpnjxy7EQBJPOi5vkQlwC2vt5ZSpwK6ciHJ4KryaM1F/wg6sgPQ
tZDFoFztBKHN106kJQiBF7rmUCkWPjJx28ug88L2XZPa1jMZf+WegVtP7jkZVWUGE4+xzrEp59QO
DGnXn+yyovfsdEqq3s+ZMC52i2P36fYx23rtyxScPIwZCbj+1bso46HQRnZEkVrZbwXB+oNUItxS
B8vcSW63lrKWnA+YyJJUrJqbSEbIkVRjIb8m/1qh6T26ddefDVoOX97+UAg5ALGh8bgAbl4/1Dik
dpjolgzEJIrjpCYJvrR4x2a42u2kYi/NmFURB5JAw1+B0vs6cQZma01xUmVBK8P0nwHt+A/tIOcQ
c1pP3GuDZ97Z9F3wwUqz4ncJie40tDRt3nx8EFZYkM9I4izo31WUTrVc8RC8y4LK0AbzkCPmK46o
PhFJjEmv5zdvG48WPRnEUuTRj1qd1gIIk6vGGYzcJWwWYpJfJ9v+Oeex8eZLjpVgZZGKAl64aon3
3Op5iPB3oIP78S01nO+rQu5NQ6/bmssqiICQe0Jbspe9+59Lzkgr0VDzUxqn1ONGrrk/J8Ji44PR
nnHFsEQgjS7+xCg8fXD0NE53vt/1LcsPANa0WHWTLa0jM2nuYPRuwjxE2s0XNqp6IYvEj1DBfclX
Y7s79SqQ9p1lr0MhM9LFWx4RVf6slxUkDWmVQjmsIXF/Cr1EDwpFNR6SOQFd1RuJpp9vn80loLw+
L6xIDc0oAJbfNSOgqF8GQ0kwJBEEpQHfPpQJtJ2bbut1si1flNUW4uFqf2JI3ctmoJBuKhldavzw
TomU44fKS8ygV23xjJhc/vZYwFAWrMFLvclfq0OIG09jaTNFdJLmui9Czv7sdfGB/uT0qa6b9N8h
hyGvdbU8D4qKKtnQiHznk269YMIsTPkXYMU6EpSuOTDuYYZEAx9uZ+yFD2RPe92XrQMDx3ppkNnA
39b3RtfDM/BgMQalokwdbiCmd1HIHj5Hemp7Z73tVfVQ67H8CE486Q46oJ3nt+8k8N80ePEqpaJZ
RXlP5hH613EaZGEf3RsG3lKD2sw7LcetE8LRhDxD2wwTndWt1fGSu3bRxlwc1w8TAhPPAlXT+yaK
fqXw3/8isL7IuzAJXLioq/s4HyeqfmuIA1Ujuiq1YTDMx5wU2/M9MYqtMwL4VWMyTONYXe/WPtMN
tp8TByKW5bFDQuoBbXFqwATD8Al6ZBtd5nzqvt7+bBsITpoxqIQsUNgNOEg3KeWgFhT7kYWa52EQ
3FeysqzHyMnqfy0sfdtDa07anYVVpOcL9o99dpk5/QCqpDBVyiP39+3ftHVmlo+LxiZ+SVed0axj
e9UTsizNkBi/ROTmzyaKDDsnc7lEVqGPPAEyGGJsIHPXQUnBEgy5WCYSrtWGgTPU45On99OTXavx
8fYDvczh1msRikj16REx9V8dDopxqJAegT0VCcRYcvnqscoGLJJno2qqA9k96LLIKYV+TrnDPwPC
zKJfdVTEJ1Sqmm9Ir3fv1bbN6mNrV71x5zpseTqDi/rYHKOT6JeScayfj+1Qnt3Ws04ADcrmTunU
8lQ2rinpZ1TJ99bwhulg4JvYH7RxVnt4oknhHOZEjw1Ug5Wm34n+G58TJhLPCHYVBPQ6MqTFQLKp
uAgzFN5nrZP2kzTTeqcu3vqajEIRdKGhzlx7dVIjQ+qtaFHr6N2+PcJYYhShz9WD1Q/q+fbX3IhB
izjIy8ATDab1SdVjUU6VixadOajaUQO9+n5o9fgJOUn9Z66OezJdm+stI1b2KRCN9aP1Tq4rs2Mm
QCLU9AtuVt/zqZSXnqbpeySW3Z17c+tzAUuiMKWYI+ytQqxSen1hJbEMnFrtGAtq4ylK0V65/RK3
vhfPs/gTwQS+6q1X0axRXzsiWHQjH7TOLo+FoqPR0RflTlfhus6n1bR0neHy0K5bIwEQPhxKiOEp
BaY1/RaooRw6YAMXFAa6Q6m46aMDwOa5TXexPhtfDhLeAiUitjJFWOU96DYz0zRMEYhh5GyOzCgx
e8MF4N2IWu9PqBX5Xua6tSSwKS4RtIZgLq2SHrs2pliOFLeJOiXneJyL9tCZTKxz0Sg1HqWmvlNI
buwXaA1Ud0x9bEZAq4cU+HXlY1JmwRwrxQF+s3GH+MKee97GftFBvNMmWZrf1+rLEJ3zdkaTp25M
muxRnATQHOwD1gB7+mpbSy0y/5AQyaSuZrdWjBkYMO0sQO9w/gkeMwoPpVvZ35Oky//cPgYbtz7a
UEB+4MOjTb+OjT0x2kyxFoGrMcgnbRym+hBmjf4pCfUk90csqO7LsJA7IXl7WZp5AO0wc1uHlA7l
JaucUNio3RFHk47oUvo9EquneDQV61CbthtM6uDtgRW33i0zoEWPYvGjWJ/FicPS60Mig2HsMCQD
nfk5N8CNZ6Oqf7z9areWWpq/9PfRyL4K04qw9FFkDjcCXPwjpgad8J3SlKdsMABb3F5sK8Zw7SzC
jWQSVybbAwQTpPDROVIHy/7WyFFDWslonHtb1hYc1tK4aGXnPKU5hNmdtbcelFY3gim8VBOo/+tq
2bRlNZktyYXlgoksKlxO1SqpzkniRjtnfSu6/Hep1S2LLruM0N2iMHcR9c9TtzkPXCL/ojTi+Sbe
728f9GLgDSbzpQkJCXO1oKE0CHvkMkFpBKF+sw8fZZPsQcW4bq5zweW+Y7vQolpsAV+/wtbtEsYd
QLbCMrbMzxlVzlz4jtkrz5i26+pZzknj+Lj6iPYg1NDqDrFT2VTNVSR8y8jz7OBonTLd2ZVrl7gT
WeqHpm+Mbw5CGo7fThFmn3qUjRYWF7Kxn/G+rP8VZi9SwOa19zkSVp5fPFs0ApBwpUFhRLu78ZWB
2azUNDhxXiZC9RDn4/CvrSLq7o+Fq37X7NzTj3jAlh/6fgg/it6eGzRKdZwtICSiTu+lUf+ojMg9
nysvNb67WHb3RxOaJDrH0pizo2Rc5B0bq+rxklIrRQGmPc/vRt1ABrscOrs9DMrkZQfcBMVvq6G+
/BjSvCFmhLbQ7vSybjQ6WzP94h5X8sOUFEIe2lBxIJxbLYCAGdDkaFOxoTyeEnkQNpOuLEkyivFX
FmdOfAzpcYGLyaPx6xiN4gtRypnfN57DfMyvs1ZafxBnGadj22jxjyatkuE+K/G5zvq5Se8VfWii
E0m9lqJio7ryFKpS2Cc1i0zh52akG8S1xFAOhZEm72bQCvJYpFPzP6LHaD/ockz0U6QoNaisIc37
L+lUm+ERD/Isf56LqvmkiSl+TBRn+t9sD2P9jKpNXPqytufvriW83wMCHWdvBJDudwnM7Iui2bVz
l6tV1vne0PfvOgGa5Glohn7w7aiJ3CPV5UCSn1kiOuJLgtSQgGk8X9QGRUU/Urn08CrJHHnUpg5N
t3KwR+1c0qFqLkLttcyPZFmhCtJ6yUM+DU0Ha0p43xF+HdxDO+bWl8qzmtx3Fm+iJ10ZhsAqtUH6
XJ2uhtJFko+XPi4Qe6LRhkgcjqnYKvgt6vXYE8UlMvUScFZ1r4nYrg4ldwWi/33U/qnMEGm+UCp2
5fcYztnQsqZMfSjb2fraKWEM+sxK84Ps8iY/2YIpuT8BsYuee0rKxs9cu1K+5mOt24eoLOxAweX2
k5EWwnnO4SjMPplb2rMnvam/x/St/tJPjdX6Ztka38oKt9CzmRl28W8HBzyDV5ghr3I7sm9clVSH
i2qIC/ruaihdijESTj2ngdVlxjMo4PCzV3nub8QU5Keq0f7U5HJvj+gg5KCw0Dfi73XbYUzHZpbo
ggRl5RUfxnic7jU9HKhoanG+/XgblwdLIT0O2Jowux70pH2eR54qRBAOXY4TQTT71JrWWccoYKd3
s5EoGmQ4jPUQdGX0vCoskngGfujmzGKrofrTZcr0W+uYYr39gbA0Qj6ZbP96hhglvRenkaSwMDCT
8et5TL2D66bWz7jFBWjnS21dHIv4EsxlusVXZCOzLQ3E9qgtRDTUj15iDHc9w9vxzjZGUjkanOO9
2efaqVC1cW9rbn07uDR0jJgEgw1ZvdC8Ag5H94St2ZTeOWsRrvV11r3PlbZ9u8sW2BYKqRdHjmua
SW4nCHHOtBh1LfVApnJu3Xa8a5TozcMT0mFAO2B2AApgmrkqYRqBQklVz3kg2ik5NAvMtUyU9DQp
1q/be+WqbcqY7UVygXKXecMaCzEyW1OhsWSB3eD4445e9iEyWts6Fl7afi97yHCdaAqunWn82hhu
uqfa+gJ7fdUYWnCTy5gDmM1GWaPbio3xw8BcHfGC4bi0TR+m2mt+zWbu/s+OTa4rNXOF7md1nT8J
DGLdp8lE1ePYxoorz+Eokx9qmKtMjgfK29sv6Gp7Lz8PhVxskhnRXg3kRyWezCT2sgC7UvwlEJRa
fFsHPExL72cfOcbJdUd5CMN82CGMXWWarEyhALSdqpJJ3mpvF1oSD1HVZVQh4XhSjDw7ybLs7yzh
zI96Yk17XZarw7QsSMFH2adTNKz3Qu11mNrGLJgrkwiKSR2JIOVH+DByp1X1ElPXHx2LxYV+x8Tu
im6JPzzG1jP0YqHPYe/rQwRcfNQHK4IH1DLmysIKQT0SFrpzsspR9R2mtP5HF2nxQS0M97NuJeZ0
nCfYlpe+ywfK+8Rq4ovhVc6XrGns4X4cSvEPqAX5Q+ohEKpp5PFOUGW1+TRUxvw7xznUOpR9CMZC
T3pNgn2oa/0rx7trfVC3Y/8BpfFOnhDrMDAzUvMi80l7bFprQAR/IGWLnhDVgJMcnAS+EqqnJc5j
UYHeEJ5ZnvhUT6Ed+hqaQ99ub8yru4Sv5VBHQrbjUr7yXc/z2B7jvKbNwbOe8PJqv1jJrk7d5ir0
wpiqMou8QvapTtrPsSqzQJWtTkhPlKc6q/YcD66RaDwMUypCNTUIaMVVwEvSVNoSQGuAOGFyJ2U4
QO7H0WpM0o7vr4WHWOrm+zhpk4dCR88krh3j/cD4/Hj7rV7lOssPYRhI5odLJhSs12WQPYRIchrA
DxJhTqdQatxrSsOIXEV8WLgKe5J7YOc4bMUYlltEnpECxqTv9aKcNG9e8C+0QKL8f5GV9fepErmO
T3npnEOzMP+BnJY+hXPsNDvX99ah97AgBFYODIIM+PXabK2SQ1bmgd1Nw0Otyh7YGw5yce/1z7ff
7eZSi3crvCuC2lWipZRUewuCSmDnQJsTD9uijXp/FLO7k9NtfEZ3MY9D/YueHF3/109FFREZk4qw
H9KTxd1kijIohWOfNAYOB/weigfVCfOdRTeej37SorzBTUryunqVtVHZZOZzFoR21f6DHGt9l9Rd
2/mJPjt7AD9t43qgXWYiLwR1+JorT9+MCqJn09RUjX7dW9q9XaOTXTQyOZkJ5Fe4AumpFp3778DA
8FgmQP+ErTaXFAYPXq+zdU8TrD1FlTUvNkvFTh66kVsw9KUZhMgMSl/rNnpfWrE2jtwnieWA4tKh
ThIsMzGekectPidG2nyfAS+fRyFoz86KnC63d9zmO1qGpRzZDXl7pOwTZJiJXrOO+xd6k88yr8ZD
B4biPEdQJt++HNMdesEMLyEYrnZdaVc5Lu3kCqWrKV9c/J+OipUhiVr28jQ70y6/++UVru5R0Akg
hukOQe9eFxR4sqCem7VAZ/GefAecKcJls4xrX1gi/TF59XCWVVvCmc296XPYpv09RKtiJ0fa2vh0
3FGhYLxnXEFi9BFdn8wE65PZTfKQQb064utU+a2S7Ym9bn1RxltM+pdcDAzb64OdSXWuXDFkyIbY
LQrwCeqZNDkuXhk52DzVzo/bn3Tr0Wjtm+DzwKXwjK/X0+OxxAKtg4wb4QTGStZ8mIfU/GL1fW3+
xf5h+3DomDuZCHy/Xqyryjka1UIEzZxVd0IT851W6RVyFJZ96Jwx/ouHo87AEJaO5iLM9Ho9qeXC
CVHwosh2w7s5zD/23jieEpSFvr79Nf53peWz/gfOBLZEi2bSoaBl1HwEnSZoe9F200J7r1+69cWo
J5CGX9iYiDG+XkpvGiv2NKrfqSkLvwBO+CSb1vYTqHdf/uKpFugqzVAGV+tkYYJ026sRGKlUzdsg
cTjsxwKxTzrCOlXL7cWWnbY+6hQiGFwgdHwN1he0ylS6RGnQxVF3GFxjeohLd95JRbbeHtzzJTW3
2IjrO3po7MRsQeUGSjYbX9I5FqexteZzOTd7LZ6tB6LAodygslomhK8/VC89+kkVc7omkriG0U0O
gPDsAemWS3f92qhquJZVZoFXM5BRaGjIVwZK6rYlLy0a277pTs291ds43bh0Z5Oqx8LC1PZC1dar
JEOHRAIc8XpondkSbAGXWpAXaYKQtjpdoLWIg8Sm+Pz2vYFVFlMsUudrBkVjj3bmxjYGK6gtHOOp
lb7XO3sYy83bhmxq0cmBeHY154xLwmHjLCVH6HWntElnGqVq/AkF//RMcolU89Rr7ckQM72KoWuO
deoUOxSZa/Ayk7eFHAOLgovvKmMNkcmLKH5kYHqtHp1SPUSLvUKG9dyn6CAALXEzKMkKLH+/yL26
uyuKLDN8IbrwkWo7y3wABd09Ofdef29rsxFz+GUcnWvMeN1H2EHozAByUNsPg10xw7Ad5TlLil9D
iD2KNyTtPz0Th52bY+ssERooHqjTrrnFeujaiuFhPjSqvf3k4NH8zaOzery9zbayam55IDyQ5ewr
EydPFnouyiwLnMSJfmfdGH33lHbytRGGPUCicfGQq+5uL7p1jHgkQjo1GZF2dXW0ZqcJt01lYGWW
+pRpU1b6oee0pg8wS/91e7GtD+gxxURNxqXfvUYp2TVq5GrGYvwY+LxGMpR3iFWE5Md1bN5N0ILe
jZWKbLZTNfe3114eZBWpFsg09SWIEzo+K227uJSRJjviIfMk8yMK4X/EKL1/C6+JqYG7fs+xamPP
vFpvdVFi+qf33jIBb6WGYn+ut9Mvb9b3bGY3l4GIDZ2FlAaE9uswT/iHWxkbAvGAQnlSKsjSzHB3
Mpmt0IT6A0q/lJfYUq7dt/iaKmPLXAZ9rPf9xYxBkx0n3ISOdiJt7ajYNsYPVt7Zuh/XbY0kUQcQ
7ZilUI12DuPGjuW3LDj0RXz6asKvOqIm+JEzVkX2j2GJ+jK5nX0Ae1q8/bbGWBDlYWIy2qfrKYka
mrWRti08ji4rvraFS9cqLzw84yf7LzKD5SMi9rjMZK5aND2zfaOTNOJcRC4+lc7igJ6W4dEZe2en
bNtqBy1NQUINTQlO/io1mAszV2y0HmnrmziY6pPe/ZuJsviFgFb5OKZaeNZkU6EggDTqCRJnj3J1
3mn+AAJvJ+htfc2FxgAX2UACw/Ne79+pqUtX0UiS0UCLvnX1pB2Qfq0DKaPpdDsC3F4KuNTrpYoK
OQh8ImFyTyFGVV1XHZ24yt4pBoXz7aU2Qjn0Bex2FiucBX7zeqnGaBPaWiTksdCALDnQJMY4Te69
sRV3Fdp1lyneg05cRwKAS4AG2a8UcFe6j6OeVG2a17TSx3B6LMLI+kzdqHo7j3YdR1mGzUgDaMnL
1yWbEUcIHnv0EvvenU4J/PWnZlDyY6jk9mPSNHsqBlvrAcwC8U3oMa6cbHRRFcas0fZJ4lLzm1IL
n/QhFu90o7eBL43dmwuBF5tNcBoMZZce8OtPl9uj1zYVdFkcqJxPnYJHaqtq1c4q13sRGW6EzhZv
SDKaddhOTGp5G0WGYCD1/11lVXgWOOw9GarYmXNc37msRAG68MepbtZ1gDAZ3U0x6DmIJeXv2Zsy
9+C0qnXnhiNDgUiIe8ti+pS4avRmbgK0TdZcCCBUPKgUvH6XwDggPRtg6gqrcO6bcdQek7Hcw5Nu
7ZD/rKKvvpgZxnE26Tk70mrV50ifxLmMp+lsa90PBfjzTsa0tRxa6TARALYRPpcX/p9iO+1IzOHp
o906le0hx0A39TXFiB4Su2vuGv7PjkrY1hdkBEzGi6nW9bDebgwNKWBqrFqrRt+OHRA2CDhcDA76
JwUEN03JPv3Rl423F8eu7bz4grCNl/2zFP1rKPIIqr+joMoCrIVasCEOGZTfagVmdz3zkc9lJTSi
qAoSxQi7QIyd8lgBUz60Whl/I5+zfxq6FLXvjlmK/pwW9jv7+5pfsPxE+vsMOTEjvfIzdnVhDQwb
4BmCBfkYiQJBU8STPyOg1D9OSTRfQHjhCyzzwq8yV/UzPuoh6hv3SRZOvHOwX/b06zxzEZBCGwdY
2Qvj9PX2sFTAUEnbQ39HVyD3OzsL60MqDDPA1tmt/S62cOn0IplNZ2UoyuLojoqX+YlmSPcAqsnE
jDGsbRdXx2iaAV61cfKcpnXjHNo+nXvfyWagV0ns0uEf21pXdx5hOZXrJyDLIwchJIAaXQ7AfzZ4
XLlxkXh2FnjUfieTJtK5Q94IaqpbP+kh0kIeOvj+VA75xUH0cic92Thflgm/knyWcelVRYJNjzel
sZ4Hbl8r7we1b8+aJa27GpesAz2hcOdxN5JbDjMK9As9hU76OkLOE8x9hDzZ4+5gX4pmGo9gxD8p
jZiLg6amcvC1zFGGQ+906rvR6KqvhlT3boSrtw5Al1O2KAShwXF1rxa5LZuJaeZ9Ja3vVW1mz7Dw
7WXsal3qss7eG3MNCkyd5YLHsu7fmLAwn3ox+OKaXQh5q6BWFr2NJOxo33sKjJAC3Nh7Zkf9E6OH
8ZzpJXPcOdrjgL9Ej1c77cWzm7bMQg1cbHJe77TR9WY3VVPv3jPRPHw0dBuqSjMIUzyYFnLcOOO5
KEzJLvHt2q2e+65UbT/LujQ+CjTF3tPLU5VLiLJw4c+hiD7lbN53qj2mwWw28wPZg75Xf1ztT340
2gj4q9DZvbbbpVE9jrLAR6Cv4m+pgdiY6UTi3KA4gLWTWe1krRvLkRejTgUECJmgdc2cRHoTxgCl
75GKHD+GTtMcmBCbPsrUyi+3qj+/dSNASQWcQFMNctRVHeJi4dSbIy4XCFMbDLRE2D0avf5dkaH5
nKGYeQEI2u5cqVfZEIrNCL66ZHholNCzXO2DrPw/Z2e2GzeSrOEnIsB9uSVZVaqSZFny7hvCbtvc
l+ROPv356IsDq0gUoZkeDAbdaGclMzMyMuJfRM/byDmDq5rOti5sT5+QNhwGlBVvz2+VJTMUZTq4
djQTwVRdBbe+K8cwaEa2nImIoG8jbRfe6WBAft0eZ71sMBUgCy2UED7odbOqR9ZhpFZlncWQ2XjP
IYdsdSCZgjmOj20l9pxQ1uEDoRm6NrB3CB8rZm+rDrbI1cY+G11YPztp2d4JABV3Ia6LF2V0eley
yvKdPYatN2m4KNye7urBs/io89hBCI+69grcIvTMwclDsc65JgdPUKmzb7QtO0Y1CuM7qopcyo4l
Qv/2sOuNw7BogXFZkCCtkvUOs1pwzbp5jixpPqXAiz20TZ2jbNpv5r0wLUB4vHsWLt2q7BDmIZKH
Wo9rgZA/gc9Wz0MsW0dLtQq/r8bs8+2ZbewfQCd04MglQE1ek16QSsyxU1Q5EmY95C6kr+bbYKfx
u7HM0/ftML0ZDwU6Av4ci0hbf+novj6DE3aIAD4Y0B4K+4MkKtlNEJz8Cuqc7o5S/7k9v40Ns6hd
Lk9/whr75vVwXRZhD5orzjlYXnQDjNt3U9opT5pk4QnrKN15lrXueHvQVSa9zBG9BAQwFs62ql4N
ykPdsufaObcYooan0CBFc518gX3MoIzSMwqS0ncjK5QfZV63u77f/PGvrzuGB56xSMotYehqeIRg
u8E0CeU1kz5OtpbeBUxyp2q1jnALzAUJTK7Lpcm07Kx/0jc70bQOW0jnLGqhfxEImF7KOHxz3REb
C8q4qLfA6+foX13dedjgoitBobUwKT80UqMeuirdy6Y3zverUa6+mF3rekidH0W3yWkOwqlATgYa
avuxtnetb3w2cMrsSe4EVuc6YIcl214PkfO12ln4SjepZ62zg52AtTkKSwPUG326FfVrxP5gkMjo
6c/m81kZU7Dy4aztROOtz0a3ChcEykEwdpZf8c8WUEJFyUW9KFskxee5DbJTXiuxJ6xdaTpeoOtN
vQAauepIk9e2SnhrDuoYYxjeDLb1ZJUi/NqjYvGkzDKqGZ2WRmjvF7E+ukOZI/MGLkTNPhe9AbE+
6DsTJGQUAWHWh/gOXZG2cXWKkk+RlCV/UjWEAsKRBtm8EMnSx9hExMyPkk7+T8YOuHNhaqgvVouP
mldQ1osAdfX6Y2Tn2eTmOvVnNyWl7d1UiuWDBcA49pw27tVjprRC/UhSnssuftRzj7uzY5FoZrmc
+KVwshAj1phe12SV5ntzTgvsTCvJyg7SoHOzOZ1i/9LtVK5gL4TcN2k96u9tLF7QbgxnZ3YjPGWn
dyS5xr3R1MhV9qMt/yhHJ/kTRZr1DNE3DPxBSpzINXul+q3XWfGC77iYTwXR/wmppqD0B9MCfyl3
Uqp5femIL4lUlN+bvssdbzAMPBayvgoGd56s6GNqQ6zxW92oDlpgD91d0I3mo+ilsb2UXVxnPor3
2tekhYNBqV5bMDvYrR+GThtD10QEUjqmSiwe8hHDVtj6Uvo9RjcrvitQHxtdq1Fq59hia1x4tiMJ
8KMxkg/QX0ZUzzrVEE9FGSnCD8ZWrTw9y4V+nhu0pZCVSr6UFbLjR4eki2JAPHfCNZrWNl0zjXoJ
jwbb6ryk5D+uLRnVE4rJUuqLAMqwb5K2ySySKVGBaLmA3001GCh6RZN2b+XWWD9Kaj41z02oyb+L
clY0LxXIbrq9ELN4rwZpekrMcoLQQs1KcsG61P9VrHPvDXMaJJ5oCjgjuj2Wz7M1DpZrYEtU30mq
Kv7Ms51F55ohWQoVMo1rxHbivDeTSpWf+t6kNMPDpHkg1iKkABKuAo1lZdYPaaTND0eqz5OXAFpp
ucN6WGcK1GaW+h5ncxEEvjrsCPoj2mVU6lkJw6xzo3AM4s94NGh3QxE18Y9yCPYIz1tRjLc5zWqQ
NLQNr3IFM8YsDjpbfJnacLhXNIzdDbOod96kW1EM/V9ydZXcboW+mgj8Y51KyKt0Q+xDKJppfeNp
WePwsZMYbA3Fk5taxyLWRof5dcCMYN9Bg8I8TZqlyu147IDLiNMTD69mhyy+MRRZHfRpikMbrQFZ
bcrBSARWOEmr4Y5b58dKmOGD1vbOHlhnvTV44ZDzQD5AgWtl+tIaZqnaoKgvdAu6gznJ6cEojeyH
lIfZw6DoQ/3m19Vye5LkyIxIU+cqq8ug2qplXwT4ozWjnzeF8AUne6/kt7H/eBGTrS36+2sRrhZ4
cmZOvBcFyZufic7xnLquPRuNDdccVP0/Aw+RO3zaNT83w/K+F9NPIIWZH85mcTdUaue1ddnf3U4v
N3JaCr8ozZGuL04pV5kXTZlMi+bQPjdmhfFA6ERA44V8aC27/K5PpnEiBdwDp2zsJwYFVI2cL7KQ
18zSgBg4ZyCZzx1lWh+LTXHs55C+eidZO5FmPRRrS4+ZyjfNQypVr09JWEAsHZteOcfjYPs1YpSH
QAW9nRSi929/yvUKL9ClhVhNUFuL/QQ2QE8dWfozrxXjWx8G7WdS5b1RAIFfZy9MhQcIfy0RdIW5
qLpKTLagD5PovS0OIh7NoyqHgem1EToH7jRW1p+0aBVuxaxNbFfWc8s+amVQJR7y+9YnlRZY6FMw
iwN/HEJ4mOBrRu6m0irdVFMXr/HOSlNvKEv1KYaRPvoRuUvhI+qrp0epGYz3Tu0U6SkrpvZ7Bsz5
t5Kk+WfDmUL1hBkNRuZyiPz/g0aU0r2cBi6XkDOqv8y2NhrEcrLhq4Wu33RXoadjHQKqZ98K3Q5j
qL5ZMx9bLcuOszL0dNDq0rDOC9G6OipOMtm+2SOjcS91Ddd7iEyN7ht6FjueLA0d2g7YtgSHqByB
1ypkVN9zeLYltha5SFw84TTDj22pVd0ap8APTQNHmOvZBgKALp+leGXQ8SBHx12zkOvu68glFSkD
V3LMSXX1LEyVbyOOgCXAcTyi3TDVkp9GXMeBx82Z/od1sqYfi9hxvkqVDe/DCYvsvlGcoD7VZAel
l+lmEx07KOo/01wJsmNnjO2LklZdglFBXI5uAWctc0ut0x6GeR7me61yovDRSSW79/AAt78aQ2yS
+0UWetG5k873kTwNmW8jhNJ6vVxrkqt3QfmrDVIWvipR9/OVOEglqM1a9WA7Wdp7SLNMupuMofZ7
zvL8e9q22j1mKOVwUDNM1VzLSkJxl6SNfFfQL2vdzsnBTQyF9Es1US20ldr4Pg2OdJf2avazqxvx
tS6wU4Av8ILqTNkFsX6XBZrzYUq1KTk0ITndYQmAsH1NTN/daE763yy6eEy0blbeo8pvmgdb7bvs
eS7oTBx7yJG1L1Rp+tjHIwydPOv7k5RMsXbQg7xFyqCKnScEkiQBZXuI6TuYc3vIbXTwzkWnBaVn
a1r1PcsgErt6XBvtsXFmOb2zzED/XY6VI3xeWhJIsKjRUz/rZnhvY2oERyGHFfacrd7FftF0IVtA
lsZ6cgdlbF4CmO+9P2ulJh7kkGTbbYvGsPxBDrTUjZMYnvY4S+2d2Wezc0c5H83FsbPyJyFFOqfB
HF7mMnAem1KXP0wR/cC7Kmyz2M17M/tE3yqbWE09rA+ite3w1Fha8x0qCGSoCrZj/yNU50Hxc0co
ZOvpZIhTFAOmz+OmTt25FWXkRYpdDb5d9fndGCtV7RN31ZdWiYz5nSONzbe6NJ2fFgYC0v0493J7
H0UhKbkUxuX9EJmRjV0oFkxAZrVMcSEQtE91qmVQHaFeS6dJQosKVmLgfDITLLc+IMTEp1QTdjjn
k7j+VJI1tB/Q8Yyb51ktmtDrMt6DF1ZFBYY+t18CNL6Mk17M1ceqrMX81vCMCAX3JctMIXWN266i
WQIS2aSXgvV9l6Bq+t2KDefwxktgGUXHXgesxlL/vrpv8j6VAksy00vPQxzcdN1dwHZnb721GWVB
E8GkAH6zSmbtHMFwGGY0/EXsjdAd0YTt9EMW11Dz58Y89OWb+TPLkERGkMaLWNc1DNgq6Q2CYQBm
nw/DEV/i/FA1deRTn6jP1mzFfq8n005RYHWlLoOCLlx0Q2nsXee4RVX+1caGFDg2wedOTfVnHnd7
SmSrHOHvKLj2LCIslPeu1qxXtHiukR+7ZKPIPZqhigcFX7x0erkn+7Uk5a/KaX+HosC6KH+t7ffI
DKiDo+aMiWrax+7QVTit1CnQRTQWArfFlAhsU5kdU6zyvt7emss0Xo+9QJZg1pLEI2O/fgEBcS0W
NTBEvOD9hHLSH2yD0n4sCt11eBnuZNbr70q9Ul64xDRmKe5dZdaDHM2YuMJtDxNUG9pFtBM1z9kL
Ic7uFBA35rYcNjI8npRrjWALZ1wIlni15aHI70RapIc6a9uTKOXKQ+pitw24KiEttVjOAe9Jnl6g
X1/nlTTrDbONh/Sit3E2+QLBQMlPMbJ5zqVkrn+rSkraEGkqnuBzGk3vixEHoz6aFMWdpgQhFaMY
rbvOqtv5eHud14eGiAD3h+7kIvd7XRUMdCzeIz1c3OLsBlMmJXjGMLB7+V9GAXDNAtNIuc7hHa0m
nqY2NbROrXwJ9eh3XOb9r9ujrJ4ny3n522ZlSlTslrn+UxUsY0rPTQfsD7c5y2uq1qInpI+HzGrZ
UmOcSh6JmPz99qjrjbvgbemq0+KjRni9cfMc31HMbRBuqWL7IZOg/gpLSr6jHbzXhNoair4eQQf/
LgLQ1T6Crt6yDwgI86ynXj8hUq9oeeF3eLjsnJH1vqDkzRuUDilLtmqTanbQ6GOGK4xaKE8xj837
GrGQnXfuej4KbVjKLLT1YPCvnBs6YXRVgRCZbpTzQyCmX5mFk2kRa+nhzYsEzRn8N/cCbZHr9r+e
DHODAGaKEjnk1L6g8gdHSnLVqNqDW6walcsuZzJc6yBdVziHFqyQrIuQqF2i/hd2tfXNgcl4zNBw
/FKWpvmJKffnKg4hdUrAm3YesWuCw/IDAMIBL6FRyol4fQz63jLKsmKXTK0lxlNexKbjakJ2qoNV
BUXgavR/rOcaC8Hfdlspqd86VLHxqwygvmepjVpEG5mWGyqS8Wa+MD+Omj04ELbV2uMBDSVHa7C3
vuhholyq2dRPFHqlU4lr5U5o2woHVA3wnYYZDXD06jugGDSRLrAQZlDCGc2V7J1ZIB84DEAL3Cig
ulw2816rf2v5ASKCaFj6cCvWaosYPmriqMLrkmQcoO8T0gdhnjTerKeWbs8nFJVnLx2ikxLteRGt
bzZSBQw0qBwBX11Fc0sbMLKriEVCMspPGIFJbphIrRvkWpq6mMPIO8W+rW8MShbOELAGymLL1/gn
5GLGJwdSC25+NIzgcx+FkochTOCm7ZA/dlUyL7WBaifRW4cNZvn/gxJ0Xw8K6ZuEOkECb0YI+2Sg
Pn0/iIWhLHZ1tzfCIK10YHdkz+TQ12kQ2FLR2TBGL/2oUjCg5PkkB2m9w0naSvQWq4hFA3KRZ1yW
9Z+vqEUd/NuACdF4UV9wb82PTW8UHppMuuKWY26ekmj4KinN3gtk41Mqf52XFq1Gmv9XV6bRQjUm
f0dRqIkCb7FSdDF3iD623bg3ya2hsMcllaWpim7i1VBBinFNCnntErRq8jiNmfEc5DPevG06DvFO
NrmxbiwY2wCMDxSAa4gfOgSaEw4oTqtmKnuDFsVHTan3yIEbU+IFsMhOEtPRf7+KMJMJgI4+anIp
M+l72hS5P0q5ekYLethJoDaiCpJM4GxYIyCyqweVAEkppim8iFTtf4Zo/8zsi1qhr6+C13XRDHPE
c1VY1n/aVMj1PQqmyR4weOujwkyhtL84367ELZReE1Cni/CCKNwEbjMKj7pU7vEeN0aBirIAi7go
lNVDoJ3LkacJrYoEhYJ7Zxgjw7OSyt6LIpvjUBJFN8hZHAOuFg9ExtiaSNvBlo6Vi21m4VMGI3An
Vm0cbQCPeCPRojCXltLro63YqakOuSSd1S4vPHq0jpsPykz9S6jv7CpRvQhl+fchyLGdoLKxOXkd
4jQO8BEoxnVypRqR3MdIHF/iMECqzpCCA/rstt+Fc7RzC2x8SsrLBGXER7CVvYadhFo/qFyy+PUi
XPC+HizlhwFOeGeUjbuGKgY/kaH+krNff0psvuNO6oLwUtqYWR4UEaq/jdR0UPsZs9o+QlipxnMZ
8jh9c54KcmhhY9GmAyJ1DRLPir4ubRWURjtQ+XOitPbjaa78sZCi85sTVaKwzSWArCz4oaurYFCa
OAPHhph8FeO1yoOvAKMYxkdsltT/YVpc3EtPENjXqjeQ9imC5zh0omYYdhi8ZJF5N8FBpa0cF8Oe
O+jWfqRnxPsXDDKk92UT/XPJDbXh1FLcxJdUkIRZ6DP5gwgM346lvT7V1n5cqghg9SxeFtc1GltV
WjtTZ4oXRRA+UiqdTpI2/Lm9UmtYtUnblgYxlCRgVatkq3RqYzDJri88Z6tDoqX1M4pR+L7Xg3YY
k1b4VPecU5xI5iGIBwNhzunNQBh+wyKMgHQd8jvqdT8yiq0ukQNeUIOci3OmCeWkDWiqi7CZdnbL
1kfldC+ygwoXwGpnSrEjJwVaqmkWtXf2mEynMbXjHX3cza8KDxn0GE1/hAqukjsKijRwYRBc5EpR
/ahUrWM557NrQYP3OrnL/AFBMa9EhMatpy5/FoG+B1Xf2qr05aGccgnxlrs6hPE09VkoVzFU2rI8
xlSsAFyWgwvoJdv5qltDUXghdsKHB3h9NVSEBXfVNTVm8mOIa1k3WW49jvX3qdltBm4OBcsbyBxv
4FWWKSwt0g045hdI98lBRRXN18YYHnSsvRm2iroKIEsOxwKbXaUri7iY5mRKDse+qz8AnLE+I0yC
WIJjRuZOarR8odeVSsYi0SN/pY+xEjuUON2WXiDpIuE5d5RluXPnhYKt1ol0kovK/nn73G98RsZj
OB7Y9Oav81hZ6pJQldHM6ao5j9AeVtsHjWfze+Bawc7u2LjyEI9ZhlqA4yuCbq9XA5yFhfJIlz/x
DXI9H4UEp0A4Ic35G3qanBC4tT7cnuNG1gI/hRuBDgjE1euCpWyUWoV4LC8stZwPtVrFxDc5e9L6
RkbjNmlosnXyU5Hlw9uzFjrWyFdCWFneCVfnYcxziVNiIIHQDqNvhFHkY9GYHcZ815x4K9SwR3Fj
XMQZeeVdhZrGnFDyyrA0p1utC9eKzfFQqcp4TArThL2vqeLYYX57USWAV345is68F47WfXnz115S
Q2rEf20WrmNAJRlxmKlSenGCrn6MpLTxKJbSt06D36mKlbCMf40/jrDMbg+8EdIZ2IQYs8ier7Zy
mc7aVJm8bqNcdR6hiuuPbZXEh9ujbBwYColEdDSeuDrsZZP/c/EXYSa4oyi3qzRmPipyNxzVcFq0
NHb1XDcn9M9QV9k2lqW9NdJKvbRjZfqOMme+JXd7Fb6N07HYIuu8yBaF1b+cwn8mBMI1qpql6JEO
Q/4D2m74SYW+c6rIOc56UsQJDEKjoAdtdsWn2x9zI9q9GvvqfKja1NcyJYiLnubFAVkui/YTT3ei
h+LGfNudLbLm0i98fcpoFNGW1P76LixF0kyNhKgUwM8wAhARZuekTe0vFBkxIxw65KzcBsSSL09B
yMydTHswwnJ+RDUw3wO0bO2lRbKAXgpyywilvN5LiT6z+jgDXrj6keq36BA/muAyKlfXhu7j2781
FHc47poB5ulv/PhnnSnYjpoDRANdoep7QY/tGCVoSENyjP1MGd8MdOJLo1Sy3CuE+lX/0kHBCHTq
RC0mdqpLpOuNl1i65EehaezUiLd2MC9SskYe2NbK21uNRDBEGqa+Wg1SBLhoED0PUolmetQB3xms
kJ5THZvB6APJTN++h8k+luI4YWGd89B0n0YDOcGLHM8msCPxW56QujHUqntOrCTb2cIbewZBFtxc
uEOJQddXijJo9pSBPL70dd++RzVK/yPCQXyreqnbi6ibYy3MUgr/5hohZxu07zoTIZ3WMsaHIjCN
swKS7twZaFnf3p1bQ8H1ICE3KD+tbsoikKl8KYTVqO2jd7M0zEczzPuPiSTU0+2hNsIqOS6RGx4L
nY3r6lNaDKZcBlQJs9FI3o8Ag+8Ar/wP60RaypdTYU5trFNAA0/Y8tIkFNG3qWmF1wI+euy7RtuZ
kLpxAOjIct3ynIESc320JSTkkgCVh8tgz5YEeLmy6kM5EEqOI3Ch2NPqPOk8uGZgxtTCMn8GhY7A
b1Jr8vcgpD/imUoXoTtmKOnHJh/5V6J2MPFGkfoGHd8s5P+3xmRA5xxIhK08txG16tAOO4zqlPSe
EzlS7GM2xIYPy1z7ja32kBxlI8CAIG5tUEi3V3Fjw9AAW3J/SFBL0fd17ASZ1jljDpEBGVVxgNE1
HRwEJ5+iZnh/e6Str4ttJABKlDR4SC3//J/AKdlp0NQot6O/oqJsDJz0hBlpesKjocSpLc89rQtH
HPn04HB75I3rEZQzi0qPdOFAXs2xs9o6yNUSZ7E+yQ8J38MVaTqckjZs3byQ+52ZbpwMALrgI3Ru
pDXmBHDChGcTEO7O1MNDWQbzV5D1zk46vrVyf/niS6Nlo8WsRtEMHjO+BDP8vKRXhxdpQJgM4d29
zH9rKNAK2BcBteedf7101AmNMJQpKNRm6Ys4rI9wRDI3hay/s1ZL3nf1cKP7u+Ce4FlxmS/f9t9d
MkG6l9UAcxY9kYaT2WriqyohYuU5ZRAf8zHJn6GZVuH/cA4W8Ad6YCRwKzCCGBRrDhObcSNAjvCl
xm95ML7rAku83N6Nmx+TWwdYEhnEqo5AVwAIsWHEF0sKE5TmQt1DbVT3JqXcS7K3Nv6yBallU7FY
XXLt8LdNNcVo/0y5Z8KV/ZEFmewZTjg9WIICyu2p/fVEul49CzNqyjQW4KTrRwtWYiY4VRSArCEy
vtJ0UL8IUMDPMgjdL0aVRx/HTODNE1t11KPEHqh/SsAuH2yINbInd5Y0eeQ7OHVavSjOo0MnxbUb
XPMGbFDbY5dY/Y/eaOyK9rQYoTmNhsj9Wi2Ne30u9D07vY0OC7UDJoKeEf9zXZ7kruh1FGOSS9HZ
PYAEKf9V8e79WVpJ3Xv6rNvUf2p19Gc6eZ+0wW7mnUtpK5YgA7SUnRbm6PV5aAx7tGphweyfjfKL
ZoIsK9Nw3AF2bJ06ECRgEFi5RQH69amDJNT2xgLFkeqpAHQZN6cxzj85zijuAD7XnoNp8t3tzbJ1
Dii6Lsh6Olirh/bMy7MJdFp/vSX9hHKkPFZpEt2pWdvtFEy2joG98IlJwSg+Xb8P5pACBQkXcKZZ
lr7bkq780JosDdE1m8uHoSn2tMa2rjoH/NRfwCEMwavPGTlYk5jGYhwe1dUTR2LynBirqUqydVeu
hvaz1kjTIcvYu7c/6nohNYpZEC3hRm2g2BoNnk1ZEqlbZ8gO+DAPAMDt8WAL9FjGDldLkRvRzu5Z
T5dBecdDh6SvtAI7zYIMJklw7pSCtrhTJf3nYKbY3c6hitFRZjw1QWn4KgaYO3WhDVQLI3MyF7Fq
ehbXp8OeDK2OB9xT9LJKv9IYzwx3iOcZFiK2AgcoyfCdkzpFfKB1pIG4Yzifg6Yp3wk8nVS3IYVV
vabPor3Quxbooe8FtWLhjiCqtSqjoH+uqjwKec8YifUZzE1BFx0Z9cA3lL74jb9YacCUkJKnZmqL
n3k4kxDprap9SwGNzi6dwzzbueTWwYTfhL4NdCVelVTUXh9zpRxLKetIpuW8a++0HnlTs4aTeHsP
rg82ZQXgoQvqjuznuk5oFQkQhZJ0ywly49JLqR15VRZLqtvpTr5noLO1+XjCAaGkGLGobr2eU6fk
sd1JhOg0iqX7PDNk15Gz8cBjUj7lsjYdu7DU73XkfXZSlc158pgCn4xw6conCAoNzMeORj/YIagN
PcjpWnCNSQqaS7c/6dYkFz1t2EFspVW9RWhNksOkJNcLo/wcQWaJvSJwJN23M6nADG4K7M8iaKr7
ZEaydWfbrOMnrRfSFVT9FtzUdf4cJqGZ6KzgRWhT401ZnD5boRW5czkkJ11No507z9qKYnRVqW4j
jrIo87xeU6BpUyzKxam615LHWG2HEg5wVbSQRmrk33FlzGsWF5aIN5c25NSMjuUPK3Ua+2DZ3Vie
oZtM9QvibrBfZs2GPRsN8fCu1+bW/tLHg9QeqJkl+eNsqSVRsQMN5fO+M6S72kzH4IT/cJy6TTAp
jh/puN8dR+E02iHvASUj5RoUjUupotPcue3F42D2SYstVmCi+qUqwX2e9tAmSns2v9CNtkNXjkSx
UH9K/TGoukj2ADL3FaT+tnzJrBhV0WGUtPLglCKPD/UM18O1spqaWci9iKOFnvULWExDZ6yn8Scx
6biEQASIHnexbtJGz5jM/qcBTFr1B2O06HDWfcYhj+3J8opmxklWNdoaml4jFYM/y00Lw2TsU9Ot
ZqNX/awJTPuodnGkuFkl5yPnN9Kri5TgCX/sEMMXd+Rx2qe8qOTuMYe6Uvli7OX3Mh3+2O0Cs4/8
uR0U7eX2EdiIXSrHHJUxDjn/1V7vCaU35Di3uVOTLOvurMCIn51cD463R9mobAIShn6H+BUFRUh4
r4epqdsiYYnSe2IvjSM7d44YcOo41cJnb3q7OFtOBY+SgO7VBkTwsKEjqVMp2DkEW9FlUSldtN1o
Wl+fgQ4tC25q4AVTEmo+ZSxMGEmHT2Jo252kYXOoxaaF+InE0/X5bmnOi9jMgBc4c34kYNce+jLB
fYNj+u3PuxVJloFwQKSdu8ozDcj6cx739HERtdDcrjaTFx5d5qkd7fanIeQ9cPTGrgGqR+GUBG/B
7F11c1pr7sFICTjbuVUYrhSEAgNLidCxE6G3ZgZjk5r4Qkdlgq/3jWx2Jm0T3MRnOam9gfaz3ymi
dalA9jxmpnEnJm+tGa04aC3Uu0kzrkLkGOjoptu4BmnyXJ2wjxJ+mfbNS0cv93B70TaHQvyLVyQW
GSvRk5CLtZeLKLmYctffh8ihX5RKaw7TZOr/w04kY+C9o0HrVa7NI4oJ9GuWjHzFotAPaNHprgij
+hDp0E3ePqul6EUr1lyqDVcHvTXNUYsqhKOnfER2UBrG5A7ZtCDgvYmw++3BNi40dApQ26Mc9FeA
6/XuiHVlQmBj8TPU7NTTZsfuXJDmnYsiRXVqEcx+R0ljDweyfr3SPoSUpIF35gGrLf/8n1pKlZUo
rMqkRvmoxz/pUIlDqivCdmtjxEmcRkZAa8aEdQV71zE/hVLn7ObBa64x8Cz+dQSTaWAgVfn6R1hy
zRXEVXqBcGZRnSqE9E5yBlRXq0hkD+jO2PlLCB+6RucfmKiHo0/1KZflnFQjRp9mZyk2DirwzMUv
aqn10s9+/XtGJVd7My4RDB9LhP8Qm3TrpFRdI6rTg9kGe1yazRsFbCL98kX3FozT6wEdMQAes8ie
IjVR3XZyxjvRzbabVJHlp4ZI70yrrI56OIeHdJ4T6s5dcJltvFFvb8KNcww2iYoTzQEut+sfgpRd
WVqoMFzGaQx9lP44XEY6e/hr7xWCtj4ymhxIzlGzJ4G7/sgVhmZqxWWdYrXq5gAjvInv8C4hyfhl
hla/c69snC8ci4ylH+moaCdd7fRcKedWEnFyycpOlTzdeciRn87cQA61X30hNy95b1c733NzZYGs
kJXQBVl6vq9XNm/iIM6h2V30QGi9K5eNbcDaVetf5IjVEwzK5FMZd8adEU0PA8r4PPUK9dxEzZ7M
/+b8FyEiQP5ENPP6e6sm850rltZoJHjCUdbf093q3ptd3J14jNefqTqMe+F6Y1j0FyADcgfB6bwu
j4VtS4WOiupZKUYMCcvZjhRPQ8X0WEPGKjxY+cgHNZWNfOPtvbwxMjJqdAuX2hh/1tW9XllhY/Zt
6px1o7WOalUUZ2ewxpOkQzdO0PrBXKbY0+XaSCaAzC62KwuDZ1UN1JBLsaKCQWN8HI5gZLKD2VPj
uD21jWOK2xctGaoT1B6vaXEQCWz6hChHJ0BXfUkkoV/r2rGBDr6zgTfmg0sfZWgCEMWx6xwinOcI
qCJRsAJ14Y5arb5vw0TdGWUDUYMkMLNZwIgMdP1Cx4LVaDFVQeMVs7LBG1ohvSSK3ZAmDWEsuXNX
mfqjDMNhweNXonKtqCnDB0FhJ3l7LsPSkdg7CF+waa/2DdqygRXIbXgJeCweSxQYPg2pZbiRNe9J
C27Me2Edg0om6i+3/1VKSKqbgXkD5W0WmKsWTjBPXG6K8rNR81l4ieKI9lBVc/AhXnQuvCJp+ien
rbVftzfU9g8hReQWggW06mvaoo/6jofNBb2JADOpMvZwvdVil0JZAOW0UY5NVE2eGquTn8ej6qqB
bv6+/SvW25qvgerIX4ot/PZlM/6TjEyiNCqsf6VzJ1foO/N7EIqyTU+g5bVzgjYnzEYjQnDtsuXU
12NVZa5HfWhI53QxKvO0UCSaG5carrAZ6Ik7JBLU9lRGspS4VtAb0TE3wvoiahsi6u1pb1wSgB2Z
L4VRaCdoor7+LQznpK1hhPTOmgjYdlmZHxJ03t7lYdX/l0hajIPTrL9MWT2duxKZ6wPmoLrmFnOE
RtftX7POCF//mOsPo8jcxzOMEbWQi5fIsFD0GpTJehBJNXjZpNjoJUH1c+zwfYUu2NtDAfkPwFZO
IPqJaDO9/hiiqbSuR/nugqI3ahI6af1fZPRPzBvI97K0ct5NfRkc0fJbBO4k58K3kIqdKLAOfAvU
nCIC9E9r8Vp7/TMSnc0Yml14SQ2rvcsNc5K8OYubbmecdRrEn83bfcEt0lq5XvuytZxIGhTYJPoI
6c5KwGUaZXecDTNyEUWTnm8v79YZW/xEKC07OrfyVRoUISo0685IdMsryW/GajzVc9+5yKY4O7yL
raEW/iTgGaaHOOzrT1jYfVjYAzElMaTYDWnq+aE9I9BXIDSyk7JvjgUmE6Tg4t/yV4zxn9BhJUaR
F0UaXtokaqCiAYo0GnkEW2bstds2h1roATbPUJooV1GqSAEQjJGJ3m0mR88I4+ifcnPo32H25Xy9
vVhbm3DBQ1sLXsekHP/6CzaBhNG8mcDe0vvhoFeBdLTSLD/eHsXeGmZhxwAlJZmgEPJ6GC0PjTIY
puDsxN0YH61Yl9vHCRWB8H1rKN2XuE4zxcutme5zX4n2RwxzJzkhPlWkXlQ6peFxQUwxGD4n+ZhP
Y5Mcw55asSvaSf411lydbhWMZYPQUR2n+L60mX6qySxmv58nKpdNZIZ/Yj2pK5e7CBeaSIvHxCvr
zOr9tpHgos6WEUeeSoXlT4EyAhU1wxjfY080Bi5loWx8+j/OzqO5bSQNw78IVcjhCoABCpZsWbJH
F5SckFOjEX/9PpjTiGSJ5d057oyaALr7S2/o4obtrKKHKYPJ02sKxVw4zjFx1c4MxjS1a0JqaezR
3Kg6lPkGW4SjnGdvR6FfjHgxgCW6V/XVfc61Yq7usPGVCFWjiLlbzBybxR6PrGPp1BX4EKdN8+Na
2MarXWIG4Mf1kMS7Yh6r9eCUk9LvNNmg2Nmqbeneke4vxyRBq9PfdGw+GUoDJnqZlOFFuGUVR6kh
xC9qWi/dKWpb3Oud7FCMmipEgKCtymEnwZCjYRVnqEMKNCgav1f75Ik+I1z+NMFz1u91rN78utYW
hLB6QbMsU8zmjd5/ll8JFBfOAWigbWiqahZF1UnuEmeMg3W0fKLcnMpb4jpuvmUC5GOl25xeOd/b
H3uPGqAA3oxhCNVIGHjbj/nP+Y6FaIykFtmNZyfZjnnC7KMXvobVqsodkhBhXZVIITrptYXPqwiQ
M7QdtgaaBYHyJA4MejMYwnHTG1Mtipcc54Vvkzbl6LDrroxwFSYWyzaxrzzvhSiMOoRFZ2bTY4eq
8/55XSONh64wae2mTf/g8lKOqM4/TKa73uae+ZOxpnIQ80gjvhm6Kxf3hZkpPTx6yhCDgBUg5PJ+
dc9aNbOSQ3aDjGjtoRU2tgd8mWhGDRIOYi/MsblB3FLvfcQdqldwRsPjYHgUk8i1Fv6sCeOQpcN0
/PimurDlaPBvgyaX+HUGoHaqpFozoYKaanDRJHRSP+bDHM4Mxa7s7kvfHVdDLl2qAMLKyYbLkJLT
11ykKBFlNpTSdQhKr/qtGknj54Pn7ZgZX5vMX3o8rmATl1XkShE5eP/a03ypysmFqIjCgr7nAtGi
GIG1u1zRrgl+X1oKGgpFJNX5pm3xfqlCAj8jwWJba4xbLWY/4Si0EUvsejl8/NEuZDjUw0ySN8Gq
zfrl/VLx5LmAU0yCWL7Eht+UXnI3Dc0oGbvn8pBBDVOvnJ4LSzKO3OaRmy8lXeL3Sya4tOC45ya4
jLXpDo8B6yvzp2TvpQi8FdasXDkwFzbLNuRlYgEh63wi1OTGRAcDiezM0wnRw/xUi7J5BZdtByvX
pG9Ny/J/3EyAk3mzG1kKmunJzVQCB3fs2aN2zLohEKNuPyhLTfE892WA7rIM5rb9a/NGvqJm06BG
w8qgoXOyqI0cozva5HSz1SD6mNCHdIKYA+H8H59wy0bIUalJgcG9/4Ra0jeo1q1KZGBK7TPFSAMj
b9xw08Q7NFmp7D7epRdyIDrhUHo2JDHN35P14iKuckfOSiQK0b46bj0EbmFd2yjbXzkJY6T5tNsZ
odEVOz12SjauuVO4SlT2tX6YlqEOmrV2g74R1t8fO8aC8HNsNiUl/ckJX+bFG0qPpUw9ae4nBcJH
ZXjf87xzd3h7XpPhunTk/rPcKaE0B8NsMx+mdk+9zE9TSzssRi1DKy31Hei0az36S28SMBrB0aLj
75xqNkkj7Rcnnr1oMdfJR5iuuUHg2QyGUZGPH2+NS0tt7GPIzpsO/mlzammhcWiIeEb9UmzP0rRH
s515iwNs8itLXViLo7wB0BjqnvdhesHZKpwUT7har482UuPD3o7j5FmOSB2mRYPX8VQIr9hhY53/
EuYgJn+i9QxQaVg4kaaxuOtR1gZq3iXFs/2kZt4qvyI7bMqdiY+MGiBNH3dh1ayq9Yhpmn5w68L6
lpuymQILbM5tWtb2k9Os1jeUXcndbXstjU805Zx4T5hvfrWlUSEQOrryPqYWSn64JJ6LD+8DZ69s
BlgWzLqWZqEDhl31JyV2Pb81gcj7yPxL90e/jlLdwWJNXjPMSha/tCbVjFxRq1MQZ+r4vdDzaTgg
WGS90I8jSFGhoJJvpIjXmYqWFP7o9AvYg8XJ/1S0zhkXffwxLuSctCH4Z6tfCSTbt/pPzrnadm5n
LYLUqV7Yt+VUxOGiobS+TYUoPiiaFUAiv0sovlfO7oVdQNMV5hAEeySBTq+JXiOBUnHixQ/DavYT
/0ZYpj39nsWav3z8kJcaYRt2gBQXVVDW22Lbf55StooEZ2YokYJ533GhtoUiphQL+TU7UCkXxSd4
TYFIbfPBrI03NIq6zx//iPPnxcwFfDrjCZPJ02njr8IJcbBqIImVbL3ABsYbxMJZvxqyWK+E6vN7
fhNZ2iZ7aENDljq5FqvKrJ3EZj49Mf06kt0qx7Lohj8fP9ClVVxEtFyWuNBlsVYwPG1N+o6po3bX
LJMZocirX8N8aee3LrJYKCgxz7I3gOxJoiPnDs0ocFag9dzhs8bU7K0Y59UO0P0rxwCINS10lDHk
A9WsfMZdYD0sGbTYbNXsN8ir2c98Eh5gZTX9umAjcJzYzs8fv4x/ocHvox5tVkZOyCaS3J71N2nX
lLpbT+kN+tv9TUOvZvHVIa3+jIqbHCkrUIbUoQbeLXUyUvdW69dqLaZdmytOaI2Ouh+dwX4YU3uN
Pv5pFzYe0xqkORjXMOOwTnZDOqzZjC8MOvBuPx5wGBRHK8bepra1Mvz7pWANAPnVqZdRTXp/zlzF
ZQxWIqsilUEN1XLAc6Hu4l1pFFdFjC5sP+DoMDEII2A5T2edNWkBiDjy0QTS99tIC7XyG9qMxSE2
hunNRjCzDRTgKInvibF/AvMyjj4QH/lm09aQdzJB+mI2+9EEEka3J5xXT//RAvHCfdmFLOMjw7rO
+zRRJa09pekKvxuN/ivujdk3V1RT6hugo46LPudlmCextrVemvnVswDjhqo1DI/thsUODXtFE75X
NFRRq2pGT05LrNaCPKUab5IZDO3fsrGEPxJD/sxTk7q+xBfAZiCx5F2g4x0S041usqcuXb1roJ0L
O2SDVFJh041mJLT9//+5HhUmXkWfoqtSudkY6PNa73Rg259no7mG19k228kx2bBrmDowccAa5GQz
Dl5pGbFH+bfW+as2GOlhVSwZuJUhQt3t1UcPNkSIG73qZ7VcruzP8xoGPiANB8Z9iPEwwHz/oBow
A3coaQwLo1DDSngyhIbcBYnnYSwMLwRYY3dNmufSIxtk+Jt7K7Jbp4cimZyqUJA6v5nV3N0J5i+R
tPttPD9M8Zc6jheQKHEVH9K2oa/QDQKI8Mfn8tIdupGWtjyZeQM90PcPjlTOtHixHqPgLQv2nVdW
EWOg2PuzYDyh/fRoNA3+yOAjkqAmsyPmTgTFlTG6shO1qT9ORe6+6Gtt/TGnZkLMyxlp3q+Tcg3w
d+l1MYwAuk9v6EJfpjOBbjkijip7dTsAh4DIENzOyAFbmle2L7NMd+DurLM4tnaSqs9a1pvulVd2
4XoBS81OBSMDrlo9SRnqTKUyKgTpieEtwaTb5aNZy/avKRkUSGxHGAMbU/W0IpNF4fRozyvR0mbq
FFqKl36ZE/TogmZphL5HK7z9+vFeuBBO2fwO5CTINOddkaQkxyx6GUdGgetnKJTWPvTVuHg7wDne
k8tw//njFS9cLyBg2P8baBVa1Mnm67UY6HmfxJHgQuxIqnfSoF8wl0V1pXf2bz/25Hohl0dRDBG9
bdh0EoCsoouLbJFKNM22cm+mXun4FKOrGmTtPP9gw62YIABAAoHc1tUSFbmW/Zjo3dShUrfiDb8B
o/Nh23m/Yxv9aN9UbO3eKibrEXuTefJ7rcu1YNXUGYHSSlH7vRiV2rpZ9JaumdPTQf+t9ei5BHoy
zeQAcZt4ODPM4sswZXiZ6sscg3Ur9PbZynqaqhRJaYUXDKXkbhy7EQhCPMgfjFuQStJnxfw6aivD
JdF69aPCpDTy6GdRsEjF9L6Qlai3mJdpWmiOpt3cc33P8jOTKlDW7pBXaxhrJbjv0ezWzyYptxK4
tVdAw61qRRyzokaT3607LQ0VXZjYq+GqePCgo5afSf0B9OjNglaEcL3ZCvA7cGSQDbo64H7dDg+d
KkVF99RheJqW6vMAl+RpQNZJ+EqqjPdZ2bUJojNcycE6A2lsKs99MgwKKoDbo/PJAAD24mp94wKc
QcA3zBqnM/cpU1Nw7ms+r2G9rnPnV2Jk2IW5ZSICyXsZ/TXBkcnv6jh1Qze1Xe6jKi6HEDedfAhh
Q6glgiyrB8Fkbkp4J3qiqL5TtPU/MCXwZUL6Nn/5eLOfXV+0bklHmGiBsoXtdrID7anHKwq8XdRr
tZr4jjUa31tW/DwMVfytZJ6SYjqRCA5dPIM9sGn4LFfurrMjvv0GPvmW/29Ay5MDp2Etgl3J4kYL
yIbNyIyEBxg7PuGUoLWiRtioTcHHz30eWvE6hdrv8szI+572KkYhLZeZpxWpNNF3UtGz7yUy4nu1
GlE8na15j8XEtXzzQmG3Oaxy2qlf4VKfxtZUUsRZlrCjBVU11KHMzkTfy2wWi1ksxAbfNkTyuxQG
Hm90ZV22op6KpbyFqFX0Vz79+T33/sdsIeU/aRTyS2xKxUHVoKiSsMaGcdfYnb6b1atOghfeNk6S
0NTp5zFaPyWYOnbFhTLpZqQRMQJoDerNYDVphWvn6u1XLoh7aaCq9vE3vvCAgGhJ3rhct0HRtu/+
84AwEmU2VKMRjYSLQ2yrXYikA5yU6ZrC/oWVaEgAkeB/POWpPHEmbeT0c8yGBoDqYSet/ItUU/W2
G6z0+8cPdemw8BKRQd7ge8TFk4ealKwd9cSLWl35svJab7Sp/+r1GdqJq5FcC4aXlsOnic2wtVzO
xt1abTbAsXKsXfEZ2q2pNAOSKC3w8tgIzGq9Zjt69ia5C5gTbDp4AE4A7L1/PNxeUitWV7CJsVM9
x6OMwZUpWLu29apck924dPnR0qNbiT7deYMZY8TEKpFTjKwiy+JjDX7KCspar3adbvdDsC4dPoMj
DisJ0SEtH/phra+I5F16weS5/7I/LRKOk++56oxhsHN1Ipdx/X2ymE55GCGndNQ0ZX3bEjquZFT/
ahq9yzp4x6RxBmYQVNpnpahJ1KoANHlRWrh2f+y0vlxDg9khhGg4GSNgMnxfai2z4P55Q22Emhzj
X3096ZF0BkjbqVskz22WTuA62r7okRQo5bVe31lKy8+k8cQ4G/gzM46T46u4K2FXwQC3A775VUdV
/LczGn+t+7utguQjFDkiENXG+w3n6bD08BfB57bu5te2WmywZQvYhgRlqOePz+6lJ9rocUAZabuc
HabG8KZ4ZY4TofIy76gFhtuszfTw41UuHSEEXjwC6SavdHqEyGqriiKNXZ1PRVDgZ3Sgr9z6sUcv
+eOlLjwQrTR2LyWBuSmzv395C+LzpOa6HVHSuGFdV93RQHI6+niVfyGXJxuWCot4zSHlYjgdq5lC
c5VcxasugVXV9mGz9pPYEWfzpwpBAbnLKWTdUOu7XmKDZSPhiX9YKR5RMAVCs2ZW0wW4SSjWq8Dk
6XGIMZXwgYgnSaBqq1w+ecjipJ9iJ22+y8aSyu06IIwVLJ6T/BpNsyLHVup1j9yu1weqhdWZGSsY
hg0YjmDc1WtGGbVTE7/I2sl/uUNRPOGCbbghyj6Le9RNPI+CSXTjq+osYExmc5p+TtJsrkH4L3z8
TQAZ6Mcm6EDP4P0XUafRdYoJEzbHFeKgqUm/r0dD2TeyqPcff5azoE4/hNEc0Q5VQwLEyVJ1uaTC
VjDhXsi1A8Agnt+baR7CBFkPll5RMiEjtvt40fPG5bYqHUtmnczjz1AYtHCL1kI2MUKiR9lTl9eU
A8xvnhpN024yUqokqJnp3c9jZz2sfVHdKzQ0HqRd5JE9ehBHpKnbrx5yvOmVeu7CcbB46+jVQOPn
150k01zg1pq39AJ0xW5+xoq1fl6Suft/3jvlBMQUfSNqn6ySG70js871IqVBoy5HIKgJ4jI1xZ0D
oWGIcqVvfnZ5gaD4x+/+QrgkJG8XJYnxRp5+v7eEXopW5GMcAUxm1ONJL1xnLw4WO693U96oN3Iu
vZ3UkvkLRr1/jYLly9N+IMlig5tn+w1f3qXAAcEjybKGqJVeFih5WR1LMbSoWWnlnfCqYdcPk75v
S0u/MqW49PQA8pjHeKQmsCDfP/2i2XmpdRmZkOuKl03O4cEyGpVX76DWp/V12Gll71NATsHsqFfR
0RcSBbxzudY3URh+wXby/5PN8ryLG9dlHJkbexe5vL5+zN0y10I5rPrjvOpKTYUout/5OqVsvML5
p7NS8xZEx6Qhmrwa81EyyHyNY5NgXZtZ8jjDjm6vbJNLV5AH53zj9f8rCvT+hy6iwOB6JIWrM9G9
znruABbIF+rwyUimK8HuwpED6wa5nanjVsudHAYnmWdFJKTDOqhWJqXS+mPP6vDPxzv/wrunjgAg
AEyXZs3pu69TrVQVpSEAFat9RHlLe04XKfdqbCpqILtrnK9LT8U8bEN0oLh7lgUXhhTtJFIvmoo6
PvQIiec7pxpEdaVCOpe7gDYMxtTQAW8xmvjXcvQ/m2rVkeKIc8r/WpO4m5TaYrv0IAbjFX8ipXny
4mX80esm4rgEAvmml5mJ045n0nt26qy9yZ02G/9+A737Ufr7DYRHqYNrZ+di/CmWPVrx8Wcdv+Nd
p8brlQTmvCLfXgBoBSIZaCiSi/drdUbtiKZV3Wg24+EwpeCeMhi5vtN47bHitgkgWhg+RybDZXWm
STXUZXFlE184MVxsJl3+rTtAYHv/I9q8Wwul7cl0Cbf3pq3ARxNNfINq7zU3v0tLbWwzJpToEJ+l
u/WwisWq2FmNKZM/vRyHHVbl8sWxm68fn5kLe5iNC1Z/Y41zY5+kB5pFJy0DOxf1Vm/uqjhpvqx9
6lzRkrlwMlljA0SCXT5vD68ug0tL0DtCimp9UVOZHyfcQh4zXnUSFN5g//j4sS6EgY2CtJH7CYW0
pN9/K5lX0knU2o2aHpiy70xd9lrOTj5/T7UKyJXZeOnbKsrhy1zCyw1GNFSvHZBLu3ZjwuK8BPsf
Xb6TH4Fos9N39eREKH9Or8zm4oMQLQZP7mjUuR/TSEt9yHz1ykBCiFswAuvN4mJJc+X8nOExaNdt
LRbi8TalOr1+lzVG+2pQrchLaX8mg2v4mjUVu1xD5bhqS/l5GVYlsJASuhKO/423J0UBbAnO7KZv
gkLgyaFxsEZypqSzI9dpnXVnzr257/B7dX191I3xDpHLVvgG/NJj4xnx11Q68dfcc9ZPS1/E147w
hWQYT6ENkcwlspEb32+LmEZlWpaxFemV6DGk4vv4E8SH0EYWZa+1ot25lVjfPt6MF84YEokOSoIA
g89Z0VzogOS7yo6qwX7t1q6+hYuQXulQXLgyUJQG8wwRGmuo0xkozdkSVjePJjNMTSt17tANX4bl
BwaDdrf7+IkuLgZIg+kLAG+MVk7eY55sBuELfdm8aqIa6Zabzew29PrJ/PtsnU4sOE1G2tu85+ST
CbWy49KerYhuBuiMqpX7RbWKKyfk4j4laYVCTlhEpPAka57VypjiJbei1Zy7YueqdYXyT1XmX+JO
y2XQrVp+N2RNXgRYeKafhhZok1/PE+7OtVqhyPz3bxiVlM1vlDbi2Ujbc5q+L5eCnao36e1Ig6Xx
J3h3RaiOrjlcCW2XdijsFeAVAN7OW2z07Mx5dXs7UhjvBZJZUoCncXmlJLq0ayDdAriFWEwoPfmU
Ji5DY92wCmN8yHqGNQWF2S170DfD//H6YOETzzZcFFKX7zcoUoat1dYsBR+g8EtvmiMvn70wToR2
ZalL746tyQ36L2j6NOtMM6GsLQTRSHWU6mZkPZCO8zVrvQvBBJGVrQlGnxx/sNOWgUerxIUPzpHL
Ku+XxBY8DuJVyslf7QWpYw1o6i9yJBuNo2otMR5v6iI0zInR0Mdb8zyY80s2cN8mI0u2ffJu+4SJ
uZtpVuQAorofi2JsuUTtZMTw2qnu9EXq1+qHS0tu8KftJGz9pZOdY4NYzRJSxEiHqXaEt7TJwEC5
2idYtd3MxnCtq3m+VWkPAEvno/5ry3ASumkmj5XhZk4EgWAM80oke/pJ1q4WIAo/fp0Xl6IhgXDc
1kQ9nS4bs2qAkLTsqMQAG9a0ircekqX7rs/VKxTR7TW9D8Y8FbMPsmmHHPZUf4kMjEEzxneR0Qpn
p8bzuF/k+KZls7krcofBYurGSGd1GDQs+XXQ3UaHO1uf+m/j99s2aO73p1LNDSUF/uNEM85EYCAS
8YRjlnarjjG+qp02HVZDNINf4LyU+UadTp/QqrmGVbj0wrnr6IYBWTkvE0eocrllJk6k9lq11yFX
BKaxlEdNZ17/8be90AfbwIV8XWLLxlHdfst/K7cGhDGcbzsCdI2AKgJg+s8yTxeKFlf5WoJgOChW
5T0JMdvRPNeZ5g/QNO/WUp1uhWt0hyEb8y/OUMx/Pv5p5zkhzectUUDkaFOnOjnF41hWmpkWWlQ5
lRkVSj5MoVQLppvGwl7AfzpObnu08e7ywdG6KzvxwjeAL49SAANURlantxm0GbWME1b3Sm/ZzW6S
PUKLqPzWzq+RNC8sxTSTpBepSNoCp5setfGqVGRmRij4TWEyF3HgxHF/XGT719TnTfoALWDI6Bpp
9ulRbgw1adKps6K6N6xdjMjkHkvE5PPHX+7CZbgpS5DB6oTrsxZXI6tBHZrJigBTKKsPIrB9macx
fTLiSYB5V5OfHy946Q0y6WYfw5iBWXJybEdTNNVUekxoJ4oGbZT63VQ7SBqUxTVVJdPRz+8ILl2k
bRC5RA77NLqYucuBBIkcxUXijW8UBa35ebJKDWgbfdNh3/aq/bgiO9M/QTWTwPcXZVn8TfZP28/p
IDD5ra0OWZqsAKJqf25bpe7bO6swreKRMrTPdl3FX/dHMTeZPzpF9weApdv8XmpbJvtOA1Z9J9U6
1+86j9H7VyujTPUHa57cG70ZEzBsi9qs/6Sl19eB3ZuIGSqWt+DxBDI0fwOJ1k3haCyDcVAco9KO
0tWkEXhtbJsBovND/MfB+60CBjOjEBhwSpL8vh8ngW4umglzOGJkQI5kNsNbaad5sYcmArAwrVBL
DBIF0ZugdodKhhRdDIx6NJ+XhzTXRzAZiteXfi/y7mZYsin2M4gys4+3BKqKCHPpj27WMN4SfYcM
UlEsWhXoRtZTEIHZd4G/zeMPYTWjHWR6OqSh2g38lyKL00f0HLvhpsg6LT4mcafqO6wVIRP0iTf1
L8VgVLodOkxsnLd1Elqyr83eiXetAduAY54t+JUA7F7Lb2CG3PZuzjOtvp1ya2n2oqRO/TE11awG
cC7sMahn3Wx2WT0gVdagRSs+q2WrlIjfrsur6KzaDKEflU8SawTlB8bczaekKQw1ROqhtqaoX3ut
lf5gJ6p5Xy4YKAWdacx3G2EPiM8orR/OoFvxo2b3jGCQXey+WXY3FiGa1yAaNZkCDYTur6s+mn1I
USOGo464sMX6C1oT6W/NGDzKAH2e76oOBvHBbtk+X2CFV2/M3ZzOZ4RUpD6aRdr3JdaV/gEG4az5
QqulcQeEx/hkjfY6oVtm5r8GNHXblzQpy+XAEGS6Q8GsqR5X8pR0lyWWnvv5WCy9Ly17vsG5aYz3
09qML+gT6V646Mr0RYst61ZVC+XFW/gHIe1lITHMnCoYljT+p6HXYPmqiIsxnOSyItPhabXj+UPm
pGsA96l5qxi0J4FptsajoPM23trITKGyufCMvlENxhK0RocfXErQe3amWr7J3h300KtyxmkqILLh
tohFZRwKJTOGYzYO9W/4f9zAtayLH5U3FJ1feJYw/JYeyX6VdvaWoWXzWjmYYPu2WiLmliiT95z1
qaoBaSq0wU/GYf6stAoFSp63We97FpNTf+jsTNuboI29PdqbGBEp9IbCeeP/tOnoaDQesqqOZM54
4lgYVRvzI83sPscu+pecXK0LNa2dn4dksdMQ2yj30UbJsB5DW8yG83nW4soMjCwerD3QBzg0wmxT
Sctg0NRvRo/EY1SWdtLcCmg6sRIIWzpLaMDlB22aWsD/6nYDyQrToekz9akXo9MyWZQjg2EoXxyz
rZxbmsDyuZJAuN7cpYCxtPRDnN5rItfslzlfiiMVFByPrEl74ONdOU/ydi4SI35w9CwT97nVOk2A
7Kl3C4xB5rtE8Zb71lPnH2O+0piFzYITRq515uc2LaT6uCK56XEVIljETVqaPzXmckUAidqbbwy3
N8cDGLP+bqY7Zfsl9m6J3yBGhLQp/AL5mOUz8N547LDpXGEu+bGhjcAhRV5/mzAQhYVjDuuE5gEN
48eh7ctPCmYD8XGM22LcDbQ5EzZdtVgIEWbNl7apNcDwC2+ss9buqe+KZnrR0iEudwnXy8M6yNyB
g6Wor3brdg+oPEvTN/pe1RAcaCRUa3qli4/k+ur4rpTOo4NEnwkJDY28O61F+uUztFL5fRUK58NI
XHEvbPb2PiUegGAWhRuo9tzlARL13RLYBpZwYY3A5vINT7Zi2ScGGMvbZtUyzImSOWu+pUovtYOJ
bMJTOiy1s0/ctK6/LwkWwn4MH6o9WugqfJusbvwJWnWa7tvFASSJXpEjQyMTa4GICYKUfpktfeV3
g5GnD7nXD+6urSnxiHDaUO4MHZMGkmSt2VsVjntBlowgEsdCt34O5iw18P9Kjzj6bGhwFCAG+POC
l53vLGXzZQaW9ENThuz3qrSIJEyDVX5TUguJqqwX0y+1cOw8bMekd/wJvosaTsNiPjG/ycFLa6sK
dYsNyGOUfRV6Q7P842ld/DTac3/bzPXyZ3btGURguQzPI90gLop6ltLHk7P7NulrieU2WYvYk37W
z47Rt/+0sZY9MeFIsWEqynaHCKuGTUs2uq9WwSQD2+U6K8IaQak/tsu06iZW07GJtKFu0pDER31o
XKXoIlTHs0/r4E52UMBziH054n4YkK+lz8jBtw6lMts6yFWnaiMJKDkPwTTay51sbOtbCmArxrJk
cFQfafn5z+QyR0TfDTszF4rrvUCW2/QtYaF9XdpWcmeWdVv4cK1S3AMWKcJ47LnQrMJZGVBI2fPR
AK1+rpgCMnuXybwGSp1nP9c2Xs0dpS4OV6Y0+9cxabT22zy71QsT70mBINcgFVVbKVctfl+KEw1L
m0Yu/icNF4fhvU7j0v408VYyd9xFlfrPMs6dtY9FrOEgki6quZNdW3/SnUr8YyAESZSfdHk/KEL/
TpdLroFl9MPsGyNVtd/o/L1D2yyZHXb9DCjJl+XaujcODH4DxmI/Cr8QZYZYCRq+SO3bTf15WpPZ
YiBTlUMQ92ocUeA4321aEEVA4zf+6tbIKwfu0vXikcJGJ8CUWQuX3Mu9JlwUZf1ZO6Nq+c2A9U8o
gJ/S0XDsxbiZpe7mIQoSi7ablXJWD/poiWOvSccKlSYf07tSd9YvYmw684CzKZscUNr8IkpQvsEg
dWcIUtcrSr5IRxuoEADGAYpZWDiSMLSfsBdcl6OFkC2dqCRen2WS8pQeaO8vVZNNWmDaEzKe82JU
SgpTPF7tX7XsO/Ht4wz7QjG2CbrD58C6ABerk37qPEIUxHbQ5CM3Wrdb0ZTexe0S10cZK/0BNT4X
nyM51VxDrZZec+I4ryi28cRWiNEZQLvhJMGvij6rk6YBGCkTc++oWXyrl2BMTW9UQ8T0lr/u6aLY
BHGSNgRz+rMKptSgEMK6N6J1S0Xo8/ehPibeteJ7e2vv2w0swzSeJ6Kxcsbz15yas93lZgTsaYD9
a/X9g1fntfBlMdW/GZnUD0tfW4ciRTnO9+y8tTeCkI4ulpH/8/EnptV/9nMwB6fYdnlgGpOnPcmK
LHIdXV1HVjFV3lpEHWP8Knjzvr0KowyEGNQikPU4joFduerqF33f33WxoYLornE+3C0JVGOcWzDE
5lvl7pve4/vk58x1ct9M1LELhcqNzUVkNNgvdar3thhiRZNuk+UKS6dIMPE1dfnNTEZl/jbVnV4E
rVlb30e1MDkGSlYAal5bG4XqmJxARUk9x3W+gkW0CtkSlkeEdMg120zZFbon4xv+SrzetuZ2j5A4
aiJMW6ZRBWq/k/sQg7VZvvSd42Y7Zaxa9zB3ZfooWnUxX4VmzAbmXTra8OQrWhK0NDlRwUm5PpOw
bD3Y2yqkvPjQSAUbZNSqxI3n9c0mpL05hH3KK22Yj8BLdERNsnpmtNRVih2oqoyH0MwMRETdXFW0
A63zuQhHJbHsfebNWh025VgPiNPYXXPsZoeMLtH1vP002hriJTA4uvzZQVtP8V3EZLNbuNpdu3Na
s0VoCWv0YkfKVtjPJhXiwzrDKwhyWxpD0A75ugaJgWq+b/dgOuhzLerjXLljeQ+U23paLS9vgtSD
qbsb00SrdpqXNFicI3YPoJyBiHlsx2Z9m+dVe4lRM+Kir9o2uVM0p699ZnrcbGbVVGjJZFUmDjAA
usfB2+BqqLBUHlFYn7d/EfXJnY79D7xWGvypv8TK6jL5TFplJ0eRycBBJotSeLDyPqhbr/+sGG5F
E4hbUu4V2fEOgqJZjK91a5dD4leePUmO0VB2n6o468SffBX1N1vNbLJTy1zc20xzkzs4krEVjKvZ
8K4zPbEOXq24CG6qZdPfVZPeW8dFsUmJYaZXL15ddjasFd3iCIB5+DZOg33TtrPuHfpFy+GSV8ly
I0tLNH6b/Y+972py3Ei3/Csdetp9oC48gY07E7GZCUfPYvkXRjnCe0MAv/6eZOuuqtF9Czuj1kiK
aVFVXVU0SKT57PnOpx5b+5yE4sBqTY/vmwBFjuBdbBWfxF0kHxo1Nx5gQIeHziikpYe864w2vprE
q1wHOJaUWTozHBACNOtY6VFdeo6GeeigO0B1pFWEvIhVxyE0UgIMcsbQYrTJCU6pAHqpQtI3kQ8K
J2CRU1CnVYWX5lRrk+xJUdAcEKcvNl4UL/HPODJDrpjQ4gLSr56HahzQMIgDlVD3o4IkMmuvGiFV
opUQg5ECZZv98U5JkiFB0wE9uIfxMY+pFqvDtYEswKkdCmEwCy/urqOhyxt7hur6GtTrMv/MsAsi
Kypb7cobal6gIsxrhBhSNd3kbVxkyPOq8mvcFsNs3Z+N5nBOQWRLWlR0C2asB0WEqqV+PrePehMg
kJCgE4eVAZryNou1vEdBD3CRpJUTOUEPBbW/AsNfkVIfIVWJyOjakLhGnpZ2UCWGQWuwjmdU6A1P
oLANk3TZBcDl0bMhBFispkad9WA0ckb8mXw0gyg/GkSYaUWESE8sw29A82ws6ky15LPfIJkjHrtl
I7VNSJFn6RIUQOfI4M+z+nzdBqWOjK4hVddhmc0lBhSFplFRhV2PRFuMRtXokXXvVZ4i2WrhdewY
tjnY1pC08mntVYIblXLXmklZzhoa9QBzuZ3kofmC2B7DHbw57TGRGr+c0IhfGwDAzYLHVADbH4Kx
Y9iaPqC39ByepovuRtnKOMIBmElSs0B0Zb5HICUEhaLREF1JIvtjvfS1VuJX5sX2gE19nZSr46KS
5lUlu1Up6fuu6UQYcn1iKY2ebs7icTaRLvvmnfL2z0BogUB0HExUfBAbnvNCdnlwk2RGnTG9kAMr
PmaPRyPR7mGHJogIla318Y1+HcUEVTpCmBxrjWqTcch5FraoR5Q1ydVibwD7ldqwTop0xA6EfuJS
PHY+NjzAe48kJ7BovFMhnn8X9YcDGYWh6skukA4Di5PKW9c42Fu0switSEa2s9XmGv34/r7OQwLL
h2bP4CEEbQ0CtV9etNX6KmuGUHBrpShcozm+qL0w1a7gG7sFlRiYPnRgROOlcQo3b/0sAKG+4HZi
rRVUb87JMzrs1mtwuxuFWemBOlHM+o1lw25B9Qq+AB8aw1kDrUHLEE8e3D6CNBFUPwCDUhpYzUxP
JsAqX6fHeM9mgDQMmMAIqY2WDV0XpTZTG9FFL5DBHEpNeuasYjbKupRFCTIGioxGCd6BBq4UmFMn
7NVvzC0YojQQX4DwAdCK0eUDP4rnMWLibgsCOLNsgd6NtPAI62wIaXNW/okDAUgKt0YvXBtjaE4S
IQmW1MLgtlIp0HyIMjBABq2rqm08gf/6mhcPuAFsTo66wQTD6P9yc5aqdk7VRhPc5JjhZAuzefXE
G74URDz75YsRo00OOLHkNCdhaMxCiiRHV6NItBQ3TV1EqPabCy06JHdG+jmd8h8v3f/x3rLd53NZ
/f0/8ftLlvdl4Pn16Ne/r4MX+H7Zqf5P/rb/97Iv3/T3bftW1k359mn9lFefrCZ9faqDLB2/54uP
wJV+GQl7qp+++MVM66Du981b2V+9VU1cXy6HMfNX/v8++ent8inXff72t59esiat+ad5GNZPvzzl
vv7tJwXC4D/ef/wvz22eEryNZi9Z9el/Ld/eYngb//uTW8VP6Ws1/oC3p6r+20+G9jMkGxDOQLUh
DQO3+qdP57dfnuF0isDdog4I/NA4yWlW1v7ffoL39DMcG7wHFS9QNAreA2H0+SnpZ/B64Q2cmhDu
IPpV/fdAv1i7X9fyU9okuwx+WPW3n7QvzzBo1rHRwLgOJxqc6wAnjaQgguhh3KHyAj5zQtR2GXpO
UC51aZskLgI0WsKS9BCDOD8Hky46i3W1o8lLbWhJn8oEHYFArFrENDgCbcNg5Lfo0I3gvLYodahE
U1NMXaEV2jJVBxC5yjN7dnTQ2yIFd0CxShCfF3Xma9Yc/dJTVz6vkGw/++YRjY1jptV20i3zwUVQ
9Ng6QX+dlA2p1v5yfltdJ6/dk3rqnlLw7G/6ZB+ED72C8zKBE7tUcf6qnL6eodFRlHSUOh992D/6
zKwe+7f5XfZYPErAVt0Jby0QxM8iOoQ+Z4/ZY/OW+iSC3/eMs+gfEuqBxap/6wOGnh4AEWYNUzPn
HC6b8EWL0KyrsMNhXcm0D60+c+vIFj1HbR7i2amPRMK5Tbpwd54i4JC/zBl+dUv6iIZ3jipk+ehh
0c/z+7zc67Ej6Et1dpNLO0Ujm+E02+v3zSq5Hm6jB9lE3Xr0UAe0QIZpIEZBUQZgxCS/Qq6sPyL2
RwEORLB7ogX85DB5vOKdWfAHDXNqg4x7JPwFNsiUVBgbnf9+UuFL2+NyghDu4t0UgNAWRHlkeyRg
JkvQ5gTcsylaGLUxWkKHskqjo8aiHiXn79TLL1L7CymNjT4SQV9cbSSkf+PVLuUR48uB0xP6BYxO
KHYZSbxSGTJPaQPFbqhmg3bFVGjIQoZDTw0TIp4OeKg0YJ7lMY+pE3adqPGD/cEAxjThSRwh4J/4
iq3YZ1MwCzA9N1QB53RMGgSn73taw/NHxRttr/Wn7vVYEOlGKgiC8/iOKlcQTESL/GAI6NhFwURW
6kR+BulbR+UjE/HXm+TN29egGteol9HoZraR56ReBjeIVOAnfI/eWicGuOfyi8L7QyCRS4BbRe00
gqNzM4J1BRLuygwR2DlS7dpb1Sc/YbOb2Tq8QnSoyoi88Hbew4DgJWtAcLUByAHtpVBcRVdH0qzK
Wy1GN1KympdEuxdvq9fWjrb93XnpseSqIFpMgquooAryzyq5lq0uA6MCXFuKdq1It519a3gIXU4a
4pPg5OPZU/6SvuQvJcK3Hv9fzom2eRU2MtRuayIzEFVUzm9iRI08tDiwM6RekfhVSIMKmUdpGbBK
R2NLAhLZ5lDbaKgYxNRfCogQTfhf08s8ku8/lvmvuMxT0uQCYHqnxb+3NOGS+CtZAoCtCpA6ghjj
ensw+YjIiKEJQC55b2dJ2fVdgZTcvBoco5TRE1pWoomQzdQlR8rhe1xyhMf/rJCAUEA6DJQgOvjs
vrSVIlWKClTGKDZaIdKOVfT6bjD9DZ0Cik9eaKQc/ukLXXhMxgsHhC+cEpSQKXBNvryjADh+cNEh
U4n0yZHKenYmqEJHz1gldKSg66wq7zxnblQalVN0ypsNQU7QLheYEVROmao4K5iU9onby36+8GeK
QJUgPiJ55BeW1kPylpsibxGC1iGSw2OUAhx1DQRVbAlRHU/siQs+9KPbGS1QWkVaUAahYhsyTShi
3EJHB3hNAylKDIGCRNNLGVoLQJmhfduMCPddQDskKKAvWqKkqI1dp08xYshorkmnlO43j+n76R6t
q5fEghEmGF8Py94F01XuHmMSg0zxUG71e81Bvf99Dt9A356f2zWauayDiajH1JKPG6T+xZd8nKX+
Vy8533Ef7EiVe4nvBDOIilJBmsHMK57ABAOIVv5UNcRfpxOKfmprqfKXF/o9ttbUvfJg8Pe41xGA
/bMcBqoZzXBR64X/RlKrQrdDFKpHin1/L9Dt1iM1eXi4ORwmohKXxRkv3vvrjMSJBz6Q1uDX6Rfe
Ve36tCDC4mh7Tu0+527pImFkahQGsluRjtgzG5AUgpY35LzKNyl5elowc2abC/TaJiIs05zcKQTI
TLJBQTsxJo166RsxB2DJf52YsXwpgWYtMsgXZFujK8g/ACabvWH5O9E3I4o0m+CWA0guaLrPF8UW
IVZBoQCEHm/m7sfu1NRYLrVD73aD9zuOZWrDjDNZ/+yG+abefjf/4ui0q76HUGSCDdNaNZTgonp0
oWQyWwFdemyiFeJvnOPRoT+HRSUIJda7Zt1LAsrAbXxdBFSVQKzOwNcOfZfLsMNI6MgBNeTrqEXw
kBasOCIZzZqpJp1TJ+ayEO8X/Y8+MZMrxjM97wb8W1fssgM+ECkX+tp316u0xmijADskTShSG3CL
6dFRFCaeZAo0GDgsZ795l4zE5e++SyYnYSRXv8ckfCuAaKCmh7PQcFK/ccmuDKT2gLYuis3YY0Ye
c+tsrx8TUrN7K2TkzTNJxSqmbx/ovjJl4hwOG5nqpGfOsqf3DnNuQuJ8fHzlC7rqq93w66CUUYw4
bmq9AqxJsQUblI4MioZqe5WAiftas5uetAzN1GCEL7JltcBBvtfWpSXskTN6wStB+u30OPq1JZPb
mfUKBq0HlTXUcI60cMCvbOo3Rzgn+6O5v42puNPMfoF4iePOKKhRmeYikEY7R2eBXZM5xZdZE3uH
cg+rW/rW20Bbc6AVy803EAHIRLneITQ1M2E7v2XrI1N2NXmbUduN7LkJ1m+mEWo+1CTCx0dUf9XZ
G2hJiUlLsqjY0fKfoaqfPbuyAnyqRkQ7oC87dU2S1U5nc1M1XWRT3TnNMQ6NxcSsrJoILiBC+LOC
V1SWQQP7uErvAlxSY+rVfMPDZYBRuXfhqV401l1LuwXu5yWiLxpbPZzZ3UYndwhv0bvdVUJtBZdL
SeYC9Q9lbN/hqVUVEHWxMHWCl8sgz0DsTbBQRE4Wm8N+n5CI1Bbw/+ayMvnjHpg0snzttoDcW+jW
wyqzZsuGvt5KEP2A/kO5h/QVbKwkwbtKlq4S0lr3y4asY1fFroOCYGd6v16GbsnQvI51W3+1TFf8
w3JWWr57XrT3xakvSY4ia9ovUPPmNiV+ROaHNIuQzqxuJyF8GK76hbzll+UjRAEuvm6BAMYjIq+b
B9U+bnXy5Jwacnsr7AMWdkQgpFjFpMAc52bFhHvzIXLReo20ZuY+VKxhZzYsztZ8jWme0Y64HrF7
0hMnpc4Z9zdxEr7ECfxi0b07CKMoVd6gMbHITyeQl2aMO8UNrC03swOyXYNb0EpXZ5Pt5nZMxMVD
5ZriAkO0esukbMLqm5IUykiJ/0skxdT8jBR9WRdF3ZWX+eGb6rieb8/mekaAsqOPIgPJAUno4qlf
UVO2cQZSIljebrVYHPYT0zMttEZm/g+h9UNo/XsKrZHt+Hseyin5wFNp78zK31N+ApqEi42tGqS1
0IsQ3FhgCB/ZmzMFuCs/g7Diyqxkgs31Y2W2Vms1ZmMO1oB/k9vO6izknih/rl8U0JL15XU8I8Wf
Q42JlT2lrmiJlr4YGPq/MtWSTJ8mZmQGZshmZuvMr1qndWZUYzBoGNoNsQAWtbpHxkdq6Ly00ltg
6qhGVg0zW1NdtOaTxwymm1yTanbons3ZoYcWbZlonfHXnCYMeRr47LAYADVlkKabkPjk5kmmTzn+
zl18GA32W0L1XQbteBXZuyuF1TCMWnKV0ZUEvoCVsSleZHugK2jalKx2q7sHDUEBnzgxzIfbjBhk
uGhtqOnX5a0KWwHxjDmBBdhTlewb8srn5sQHdDhBfeP5M57nRsXr6yuyoQsampHlWbGNXrZMIb2F
UmSTT4vPqpuC9ZZmJSy3uVGgU7Sdsj/W21jPibUemfKB3vmpV2aI/GP1GsweGu3hi6+8DFXOV3KJ
ekUYtnwZlQXaALmpq9u527HelC0BqUcJQZQcVnhgqk5seaZvhfgtRXw9MX0WYcFlNrfQSebyt8L2
LWD8aWgFJhqI43m82spoYA5OYkd4tnOiNXze3GDCNslg0gjWABM0sopVfz8DWz/63WxFuzTPVuUO
Zs9g6R9NiUhWZ6rUgzWdwwbDzeAhYlSBecRtaPjqTVhvbA6LuzAbmiwLU95qtmgJCATFbmvlDMg4
WOAqtr2OlcmsmkpOTmkKPI3pO6S4FtxhI++zVeFKq9qmvgn+dIoAMBkwHHGROgEhMM/Nwk6txLTO
br2pN4IlsHSBT1rvGQC3FP1r8K5sqWMLc9OzZgKNYUjCMKTBLVoss9jMWIdPbJFNRqEbVbCPa7PG
VCwRd4IBKtmZid7v+JrjhmC088ODwIAzXxmrwHIM2hLtut82Fglcz6U+CW1/avtMiopRwOqHqPjL
igqQfn0sKsbO7rFBz7QAbbPgIVUQFJWp2S0Efmcd990viuGIsyRBRvBn1PujzeWDyASzxwk82gLt
gZJIWWgl9oy+tHBYsWlNN5Bpdl/BHWjYYCYMbQrxQINfGtsLlq7r9dnV7jvsZ4UcEYcFnd0WsAOG
U+GZqSXDeoZ/gdPbUyT/8ZHKViAb6d6/qmm8AOO2Xds4fJZsA33l+pvMRVKf6peTA2k3BUO5QFw/
UJ8cl/hel5dtqINkplRslCBdTnRD4cmvz5Srx8ZUXwarZTnU4mCp97E7QCoBBMxkxuUkf6C2gGi0
sWOG8h1IUcWMWWWHlo958/CzB0npmUd2ZB3+9czMRqtbM7Yqu7DFZy57I0jWFPI1ZJntH/j70LYF
7/PMYB9A+QJSx4o13gfZKz7zTxCd0Crwfp9hbcyEHtkME94uE5u/6vMrqzf+igwP3+LfvUVsBQvR
KWz8iyuCAoNWdoJxB1iX2CpojO/ojYmvxMwtjAn3mEILxFaDEXCpf2Q+7iOx8bVObH4/PHLhLUI2
OBkfj8X/xThxJxlexa98+dpyPcHfB2G7aZ0EIpeL3TkMiDkCCgHdRW4Cm2E1UG4/oNPlXl1UbnwV
Xin3mQvxDd1ab6prcXFmnaXbCNhcjJwOnj03ZlQ8RNbYKVYB/Bo0gpZrTGgMyG/NjO3sIqMzVm8G
E9Kdcu0iYb08h+/HDmsg4JSApoLWFF3/2JGEVyoVkVCIGHrK7wIrsnzTN1m4R2EambEZ1DtXXQUU
Qmkdzd6JbQ8qrbfAp4jnaguRBG5QKBhra3FV7ds8TqFjf81ZaKZXPRPpSrfykwrD4kj9NWhpGKrW
d8jtLjx2QPnezI4R5Ult/Sq0AwY1f4ReO1IYJT3Ollli5lTMJFIyBqJAGZ2t57ZKDbtwq1W1mtuH
dQFVWUKNrc/QoRIGXtKI3YuWipuuMEGVmWPb8/OFyhuAnyJLph6AUEtnCVZbcsvvUMfEYMgYPnNA
5AC1ywNfNc59z0qzYRlCWyiJ2xsYgWEbJoHqawmZI2ow0BvnCD0Pu8xBKNytXHlRrURbuldetJeK
9S8edmbFopW+ah0XfnVGwUJAAH+iML8SskQoh60H695qTXReoj4sT88GSm03W3R2bNJTCvlwOsV0
/4p0Oj3cbJ5CcnNzJq+w+o5YMNo44Y22YUtu7YlkIFc8xFKRa36VAj9kuJYB8xD17rjg6+ut4ZQM
YRDGt1lhnh1j52GFUYSPueACQIMl21oq0/Hy0kK8yT472TLDwnBZyGfriKVBl1isZsCQF4LVswLw
CuG9syUvfGeBleTmeIbpP1O+mZAtxxY6UhAO4OcQb0C1LwRsATuTzu3MndsiJk5eaPczhIZSG7dF
NxJTaY+JWVHf4eE9Yhq2KZvJ1tueMjOCEYEeiXaKB3BtuAUuqGX81cASzplm+viY2UTIQh3x93wO
L73zSMYhHSXXQTEAlk+cAW6ZokHGxSfhB5ZbqPxQIINy8U+6e+578AOdbaB8LM+RTNUaWHmtWmg8
RcWVCAHbbLzlHL/XrmCitZHnKJSfXY2uuZmqrnLrGRwaN5BiLN1eLFVINS7HYLFaqRUtGruAvIP1
uu9vGrs8xKxZg26MQNrhdZCEtrjMbMhpSOYQEhj8GZDYwKCZEWKbEUcJ4gE3w8ipsu320kE6BKvm
Qdyo62jlueqmvcvsjszwLsPkIVJEVncGfAMuC7kcFgnGxqUsNENkRzi3GmTh58+e4TcwCZASHpMC
GxbbxvEsHYeMrxIPMMK2XqICnvq3ZwuvQji3xXvOO5RIut0SktmOD57Jx1g7CNgyBO5qExZseoP6
WdjYiEvfne9Ku2Gg6MA7BRxzHZ96NENbh3gJcYh7KO0Bu+mppBRmdYntiXXCCvp29RzDqcmZtIcf
h/PPXaDQRq04tmsDoxhNxSEjzrS1+EqXCLVy1clFM4+u858QZoTKLwDkKRGMhXeKjQibwQ62PWKc
M3xiasc4NzrEIx5mCKFdYANzpdxgMnzsahHx8QZmtQAJa9hnuFv5aQMspDVf8SDt/CLGQNKHYGrP
JAJqAZyf3uKWOJp2QavwQGttduYAX8GAzwGaBpw1flwNCGwDbqqHGYkx5zGVd8kdxJwLLjy4M1gr
7IQEoo07vHA8gRjlCYwan8/dncYVCIUEx3GaX1TRZWacGT5y/nBeogsyDvPlYcWL1q4pONc3AsCS
6W27UNdYLh50J/7TbA9Fbh4P6G3Ct9LmyHQXX5etqAOu+lmhdiS/izAE7kSoG53J+OLKNbo5urMr
KOZlctM63ZIrZr7h+CfM4JqAbwYbEkaJlbLA4c7ggEP0DM+7ciuUPwQEeggPvhohhLZkrSRrbr7w
jRzAKDjbPlxAGB2YgmQ1rJttbjuBlVIavzUIVOtY3QaJkALrZ7AAW7m2fYIKH/qKfYwJ4rOtXPk2
39XcQy7u+GxDK8LZwV6/5mpods1fy/+K1u4O/1l1Q1u64pqTe4O+DTcK3iBeTbHtJgzCSR97zITw
w8f+4WP/WnwkTkTjlFG4HuWg9RCfEY0LYfxyxVHByHviYlJaT4EyP1Nnf+S88NG8C0T+cF5+OC8/
nJcfzssP5+V9IfD7siQeAf1IoI4yO+iIlYDGEuIbUAPEpF17Dpt4oghw6hqjhM0/dY1pJ2yUKvjh
hP1wwn44YbC7fjhhf7wTNmlFjxJVv8mKvhBPfCDzxyUaglBEidEhU3KmyiXvkbs8cZ6u5C0PX3Hk
GPKPBMEKZHfVSw4xh286R9x4YIopIY+hItY0IA7D49ufo0bA6ens5Y3HZSP6loHP6PVuWCC8jXpJ
E3SJCBs0COJ0AD2CzBHwNx6Q4TGPz3HWJfePp3Bfk3c6ynX8de90Mv11yaS/84z+TdNf6Jv7LYMH
beXRrFVAi50xhPxctqAUamu++RGtQ7yOx9xub19ve/qMoGoG8MMt/pAzRNOXgAme8V3moXUe70Mc
yh3Y89VAtgVeWlEE1a9nZAsowSLdptvK1nf1nbSTN/K62yvXuQlqV4QgkfRBuqpCaInsdrsXUNiR
HaKaMdkhFDUshoXgApO6GOyCqQj1N1aG6KhviTRze4BZC8YhIR2ca98ieHdLhsVDTOb70+ngkwPS
ABjrjL0GbH9CDkDGPURI1SfAedxy2ObMWt4uEfheNeRIX19DCuwHcvmI/t+W7BapDcQFVX7DgHAC
FQI2YcwInuF3v7/FXFzmCJ9cW/iGV3BQwf71Y7DHt6Po71Zm5NvHQWREetQowCrzxxIpH/p4NjuW
kfs5sa5RiHPXEo9cdeT6UstuA7xMzBUB/mUFBM0NamRM0KGyACkPnrZrkVyxUiSvQhPcjfxeQsRc
b18Btekvs3YC9iU0T/0E3PSSQv1KwL67k5FR3cn9TO3AlmRrj/n98Q0wa/u8mB+CJ20v7KV9t6vM
eUo6n0mAWIK00SBgIENbg/laP6A4UJFAGcKrabrn7EVDko/NgMUO0UkDFV4UhYPSXjNb0NE9fLwC
Mod5fjTukaFuNNW8zY84G/1GDJCnfeMp0IS+gNqaMI8E68CjN4mVWLE5Y9EhOvhrifDMXYCMEI9p
c3zwx2O6FNh9NKaRWV+XniJHOc+tIEOlUGSikAqRrXqlA8fF83kAxJDKuWBNKEiXa9HMgAQS787W
AtglVEwhs4ksYHVJysjY8yGGCkwMckRnpDDjNXJGsJpSW31AierEVgAX0MScjjR7mPrCPJhh/Dxb
oGO8PEmLvMGaQ356pGx5doDnh1IAl86md8XhSy0yccdb5H6AR6u3HI1W3cT4l6e3eZL5iPQzT6dz
OBNPf3OQPd/vAU2QfbfR0s1TmLz3rktjWSiskEmKwHPvhIBfV8hgVixYdYjSPWnbwXQ45EenOdQ9
Er9YRR2J0wp5v9a6pNMQhOYjjt3uAksyWAT8mrLleIXWlBcCTIQUieJTbp+Xr69H83S6Wb0l9tUO
zKhpSnD+IKMChm8ggSeHk8EqINR4dJzHvLne59/PiHwjb41EQePw33kWiMfKkV5EcL285JORsv2N
20salUg0ShocexlbHoyrFwwC6nUdPr3nG9kpCM+eBcSnAUQJBO9iAYlxyGlPcnojkJuE3dwcMpZY
lzuETNy/vqaoveMy8uNz8G0L8VeZcinQfKffBfCBt3KDgRZX8VbRYHUBaWa3dsZRYHaJRRpW0t3E
Rae05aUK791Vf2jLf5W2nNwPI8j+d9kPU8JYGgX7/7jTMiV2L8jAdxv3h9j9c4ndkYX0J9PqU4bS
hSji3e76VxhKU0anNDKU/ixG55TZL40MpD+v2X/pqvaVqTpHQwEwiqkoTBhJRzUrPJCOwNTT948t
kDvbrHPcbXqo1qIDkDd7A5LCjMlbtEbHcJgVIWtuAKOnwQLmhZMsgO0hAPvAvXvpqGpXwJKBs8rW
rGGdIRITEgD12nV0wVWklFcZ+DcGLO8gov4+t7OUhPuyIPsYnh6KNSdM2cnbG/lnf7Hb076ZyNaF
uSgKGkp5xxSAelIlQc0NLAFtxq4bQGSUuzm756Y5x8J2DMY4La/hfsABiZxoqV2wogVt1hwHGlq8
TKQFew2pe9LMAbQCbo8XD7BwC5CVlawNuPwcctQgQ84Bl4DyUBlr6tHO9lBBkInkrNmqaBmN+bEh
N3lzI2vhL3Vz8jeR3+9WbnTueiHyUklpwdcxR7Bjub9FXOP2Hn40sHcCoiC2vVMQcWnpJTq5s3f7
HOUyIoU/MuFOcLX1lQR4N5LRESmOYDKKVYxka7mLw8drOHmbI535O96mymf0o/scBQpUOQNHdYlQ
TWFyLGm0GRCksQJIr2cefHl2NxJ5eljZHupHg4W7QcgG7DR4ZvsMsCNellHE0HhYoTcfZbtyFSvZ
SSvN0Za6kxy8mmTOx7PHR/TRiEfacTiiu7TeYcTgtrWWCOh9/PHKN938dys/0mJ1lCmZNIf0KA2Q
QZGop9HtMy8mE1cKFfBvCgSm6nCEJkeix0x0LHHJYePcg/ctn11VCZVPJaryEbE4r2QqQjgciUzj
q8EsCcBppD2bx6uPBz4xL8bY/+00YeYPmJdk/4DSsf2Ug/1trfHrxBijEHxedH4tF7jAskYV8QBU
KNiyaIbYHkKoM3LNdwY6rtBnxFUtl9ioZEvxB9V6HhDde8P/bztw3dyU5CGHTVsSjBIFbTxC6MML
X5TkCroQBU4HxPFOAhEAyztNrK7MZ+GD3WNIeP6dvTfL0TFQ8HETkCo9Bn9vkPsCAWAeLX5c87+0
rOBwVij42lw98MWb2SVhHy/W1LkzRmL8z3/uDC5J3s3cP3ruprbvSOA23337joTuX3P7jsT177V9
J7SjMZLB/5B2nBLA41YXfxoB/E3CPF1HIgod7mUwP44kcBrNxAqtAhT72Ud5UmVnIO5BsPEOso4e
YKLcQN4x1FLwJNVE5YIocIHxtWD79eIj6RwPtZTN5A71tQktNiEqigbUwvbm+sLstU1M2UkBtudw
fgPFVB3IpoDzPKgohHpelgevJOg944dQ5ABeo6aLS3hwashOy44PgKRbm42A+5DYKcRdtLa+FJD+
DUmCqpyMyfQg4Mfe7WxeaoTGvFZgCU4I/hAPVSRI0vBAKzoMOxH8n8QKzQQQazyJ6g8JBrTEBCax
J25HF3jiY2EL3s2JyRlJ/b4IwEJ5xMqwOSqpexTTcIm/zKB6epiV/FcBon/9KFyqaXhtDaqN8Zc5
uf/vLBavwkYLXaTMuY7ICK8NeDTwzgJ/5lYTr8Th9Yj80x4Lguc+P/wdfw34g+EUXqMEDCB+DvNH
rwieMjQlJAd1VEQNtEN5F8+yg3KL/w64PyqSUBY+R8VAeymwOONdqJ1KiWF/Ru+LCxEKqgMfzcdT
9j/op1+300g/Jejo1WQRtpMAL6kgzx5xC3p17cHUg2lYkZRZ/A98jyRm6j4+3vXsTqZgrsth9Dw9
vYLBBjo8JK/70yLArs+pj82QsKm1ndz4I73077Txv0kb9V4ijZRqUR7TNk+wihdznkcq+IMvGjff
QuvavUYNEWqJUEB+MfrRKYpcPz+juTHZn25vQT3w9qaD+ymCP4xeUrDwUE+7WpxOJ9QSHhx6miEd
yxd3gYabOM/0gBK9ACU6OerwUhsFbjxfGy4OvtmTCZk3eXcjjf7XurtpoTXS9T+E1qTQGpklf5jQ
mrQURj7md7UUvmloG6IgoqGNKMmX4MQ7O/541IK476ALoaUqHHcPLjy0FbrZkcWTZgkkXkzI6G9S
zurvLjm63UCa1Rr6ECq2PxdfO0EHK4VeogFL/az4KD9txdZGH0S01Y2SxEoHcKQqIqhGlYig19X9
+Qyi/SJJKzoT8l3SSs+5X9A27UtbnUdoon5uhakRf9Ng+HXEysiUS8IoUtGHW7HBRNKiDheQHJ/m
rkz6NeKDNQp7nRw0IDdPHJSw2Hjg55/QwJco/1cG3bshjAy6pJwrvaZgCHCsuYi+8kxeKMfp7GLC
aWF43aAHnNAe1tXhFAML8bENIHGr6KMRjKympGuqyC8wgjX3jl/3a06IuLXA6VdzVpubRUj2E5ec
mvex2fH95/3CZP7RXY/siSpv6vNshrsWrQKWHHBhBUXsC6GOArCCwkZ/WZTYDg6YfFpyZhvU8XHT
MCH7FGiCgAEg0TtYEm79qgj7I8oBkNLp9uOZ+rase7c9Rqq909vZTEoxzFto62duYcIqg9mJkAY3
ae+Z3VLwEeVkx0kWXxQQC3HaRntTcj+EF3Y7zjW3BPjQzzweQ1GIfnt7Opw+HunkRuZr/k7gfP+N
PLmkI036By3plJjkbc/eT9QfLyanTutIrideJJ+jHHswIevdyvl430x8+Bjb/I99+KXRxAen/IKP
eLcpw05WheMZKgmnpcIBFkFTAmISGq3Du5qseBV8QONNBkhVA8ox8GuA7isnG5AzcMTTK884PJgf
3/HUmR4jf/+4My1OGBFjEvnvYURMaKPL5L1bse+gjSY3yUjGJkOgzfOSbxKBgkrMA5AX1hI0QEU5
9S3XCTPy2DH4/LYKEF2PAEhkHTfAItrAMh5Qm08nLJPJMY2l6Z9hTCP5+j0P0y/tKHefz/KoE+bo
17//36aqy6c4eEo/kaZ8e2o+ZadPhxp9L6s6eKn+Aq0v51je/7n1pVW+pS/+J7vBHT69b3jJ3/a5
4eVMFX/WeERybiga2lPKCuyZzx0vZ6rysyZI6Jumy6pmyLIK+f1Lz0v15/lcncvoWGvM0ffy0u/l
l56X0s/A2+voaCvDg0DvS+SB/oGWl5L6pZxHl5z5XFTBtC3iIrqqyiMrs6hFNMtJz2ih5R3byG1m
g1TTXtFzEDFUUQuuQjR4ragUq11Mz0FxfpBLX2nsMwLFTD+2x4FmXX8OWD0UGTrBZkKCOIXsebaq
96JiyfIcwciwrhOzVge4G7VUKGaFrjQGCSINLOp542lPfi+CVr0ufW9bVrMssGRd8Qri5TVaaR+l
3EfgVhwGYLj7YeZm/8XdlzTJjTPJ/iKOEdxxJXOrVSqtpb7QtIJYSRAEuPz65yWb+bo6R1ll08d3
lXUXkwQQiPDwcJ9H94tWTn8CvgIncNEOU37ayjaDfNioe7uH73gbH7PVRcNxFH6TIH137fIeFtXF
9eyCg9RkQUc4OU7d1BBRFQ+2X9KHgskACsnaix8yWu07GVP5hRIW5pqFDu7fyQQHZrcEEd2XZl5O
c5yiTSk6u/7USR8nO1P15XffJ93j5LfqXZ4qDV2nvtyS26wlUdrwzWxt07s8+wiT9yCbTEaiQh0V
6R8kaQv9KWawpP/k1Ebsro2yottXJKQfgtELdA/LEqZu8ZZ7U7cabnvNVCywYPdrVABFhr0zfxtr
BgsTjAFogL869VjFLiwQaxI+snfSdRqK6qPcoOtiRg6ctGP2Gna/9gf8vmOovKypsIexXKuxnoRK
TS3bMVn3A936e+3nETe2cM5fp3EKd08/qE1fc9LCY63YvIXBvS4i6FnTXL4xQ3BYzqTQEEHSRnTN
1pnpR0eXZLz1kkXtVaLT8XGNo+qrQZn6o+iMgxx3WayfMhGxzyqeBd6mMhqCQENW+HqBqy/s3DT1
JWuG2TkkB3Gc3GWlzX4yY41+I63LyKHjEYHxXdCL+Di51EH7czE5eD063eCP5/Fta1NweUe6Qpia
0zJLD04NvnhX4u4Znszk4yta5gyilku5iF3RFQNUukrLug9jLyoBsjhZ56W2A85ZE3I/PI4m1lnN
RrZ8g3FTBWPQsHAIq/N1fNR2IbvFjtNSj7qoHvqO99EhDZvSD2Qa0AjwtJ+jq0xl869xaim/Vk50
3Vd4905w7iNtWt5oF4+s1iuZ2l1a5g5QtjJFezBaR2ifujDIRm+LKep8UsLXRHUTrUNp2qmxzqqh
kYIxcdxYzx9jU3Q/rSlL2RhcuKROijiHn1+azhprlfanJWfmYdrGbDmkyg7YTShM1x0vs23aDT3c
dPfDYqp0x8UcMMUWaPYrkmwAWi6mCFozokrcbRE687UkzqL+ydLxvZzTLKq7dEwgjRSpCn4nnmb2
znf9tOwTPbRkF7G4Q7XfP7nZj0s/1FoX7ECSIeanJTIQrBH5MO46FYeHrbft49CxES5+aqrudexa
qNpSMn1Qo4YZIU1S+YExClPakCzlZ6Zj+m6AufrbeI3GO5Fu4Aiwwvc7/JzO78qM9nY3aj0Xje18
73FobfEXIiT/TCe3fG3ztaquKuoZdAYLanWdLnxcm1a25s1cRaHbF3OCs8mMmN+uaiCYKCK+zRq9
Sgnt7xHG180W5bTFFp0rsqsS6ZeGC1Oe2FbIte7WyC3XqvULRhlm32LXh2pS+5GH8r/Hbf5Pd/b/
72bWT5ONL9zoX5V8sq/+k4v10//5P5d6+V8wm05jXMxZ9nRx/32pF+S/Ulz38NaDUTWlCfn7Un/K
BZ780rMqyygyAtzgfztZ58l/UYJLmCJDyCose/J/udbPOm5RgpTjKen4re35LEsfuVdt0FKd5JK/
WbrN1sMkoZKYc0hmTmP6V+xk9LFM1fLIJYJEz7f5oAdSNGu7rE2kVnqMt4HvQ9yST3IM9hVU6+n9
n6Faf/+ysyS1A+8juCqTJ5V2+ibJ1uFWLiMwnYpWd4mRbROPNN9bVsY1Cat6P6XbxxB1EBqNGUxP
1zYPTbYptotjlRzahNtd2jtyfKIj7VWepO+erfx/J7DPBR1+Gx/9XaP+/UvPUvy49wWipZQn35Kq
SUc/1ioadN2Xsvseq6y7AS7Y78PWSfivthlSH+v623/59LOiJ61cS0M3ylNsk/yAeDzvIs7yfWVx
u4zdpE+uH+BCOs8QPyZzuClsy1+pcp6Qjj+9+Rn21puUbxlN5GkzDLfhUAT+wFjvrqLc5U0+0/gd
T/lK66ksWf3yCz+915+eeQY5BoqcKSKJOA3S68OsfVH3lVF3fRv/ePkJ5NJrnaW4VVZEOoYP2SkQ
1t1sg+32izT9B13w+SS2Fg3zDIZLlK3QeRy0OektTIeKbfdSzTuaRzBsysxyR6X7ZmyRHXoOyXIS
kfaVRT+DoP7ecmdgcxSp3rhihpejFEtjHBf7ourdQVUpPaVbbK7nXMlrRqluyraA6wyMH/eMWLrv
fcxweBkYgKMqj6lcuut4Jsn9sPnlJrXDehU76htpS1frZZ1e0SS5tG7nEL2b+aSq3Jy2doHoLM3t
bllEOJqhfP/yuv22/PnfW6M4Z6L4TjKVibk/qRCr665MwZAwVXTK1bDcBCRSdTLy/hg52u829CNg
u2L1ddAElpGLJw/VyNd9N3b5m17ibo66ID9PhmUnNnT+VIp1ajDDbJp2Y/aY5iraL0sfjnlHwDZ0
HvbAam1slix73bbJIUybucmCt1fLgERwyPHKoyPLTcYyiIHKHgOUDLUfPI3uEuarw8zG9BVXyD9/
bVhT/hObFGu+iSIr+hPMPUGVGDgEVIttrONhLQ8vf+4LcQ+V5z+fYceySOi64HOXAs4/ysa7gFjd
TMbfD0x/ntvxSzZ1Zjenpa0rna6vLPSZ39T/bH+YbP/zyUPU+jIbs/4kwYaFsnMuMJc3gx2BSqgL
P3WoMOVbCVXCPKBcZdb4gdCjoxMqRFsseXzaJjL1r0Skiz/nLAQPSzX0W5/jYw86vZ03GaAq7Lg+
rWsOdonJrk3F1N7maYoSoocvAZGyUc4up5Dp6bWf8XT4/7T9z6JxMDmOe0z6E6OMn0wiWC3DOjYj
az/adEa2/VQQrfGEJHq21X4baXWsKriDv7wh/okQ/L0qZ5EZBKssQpmrTtUcyoagPNuxXtkbE1eg
5CcF27/8nEt7+yw8t2uFkxUqdQpi0Ue3FkDyWmp3MbEfXn7CP2HTv9/kLLyOitKtHShmDSYvdm1C
8p2QEcUKEn9lU0H2IlnJ55cfBh2ECwt3HhoX4U1aVuYEP9/1R5lnBvTtslyvi3yL6MHli3G1BMG9
BGym1I1icSV2k28XXw8ZVVNToaTfy2IYi6vIARMvZnwdPrUFnHErebcoWPuitlrj73kytV+tbonf
xV0qvsjV+S9dHOCZ3k39IfdFPDaIgbKr8xzBtJ6nErKaq+moPBYtL9/GlR9F09OW2KaqyhDX65Lc
OR9W+KSrBD4gytMrtboK+Qcn0bZXui2rOjboPewKpGjHwiRAZnia+rdRMgAOmUtTvmF5pdc6nTtx
w6kHTrEU2uS1cUn0ec1GCQAn0st+AqFc3652YV9y5BU33Iulug/UkH1eLFnaiBzKWvWAOpHCbH4W
RUO70kKCeDDwgFh6Nh2Tri8+pF70HG/Wb7+iVkTfZ8HpPmmjKj/Z1aQPtkK5C7eJKLsdRUE/rI7m
ZE+ylg946GqgcRp0ktWq9+MjSrI5Ai6C16udpdu411U65rfrhlGTaMI/orI/+VRdq3iL4BuycAJM
pbBlaEjixVcBZORDyrV8I1GOX1mjpmPO0IoH8JJj5VVIh6oOauhWFNzZzE9udRwD9QkdZ3zokB83
achjEYeAYfsBig7NTAr5phAlja67KXc/+yJXv2Yx0JvRloOvt8GZPZKEfk+qPKBhz+F901gztaFp
c69lQ+D2+UFXG1aZyFm9M9oYCFsMSdXXBdeQiN54DwUzl8m5timVQ10Goh9nzQ1gjI1nZJ8N0oBB
nrBIn+jSpY9iLcIpreT4URghvhJZFN91FglXe9av5qOd4uI7zcMWHcqsWKadQPnNHgqeGtuQIeoh
ug4gxdSJTPp3mdb6E0t6w5pNJTI+Sevt0KRkig+tkia7ssElVzJikT/weYSVgHaFQW7T81uXrxSG
alGQY80HHtpdUc34MksX+4dsMsgZjI/t3FTcJe/hdJBAc2FKMlqT1ajdPOTFTtMOuvwjpTf52Psd
YIF2T4BtTXU1apToAtUTDFvF9oWuubVNR7fCNEm7TO/tkGNQP8/WSBxiP8A9tsq6Y7bM3jZZR6cH
RrCvG99W2OxqYr/yzgxTneXzE7BHRL4fe8nyuvSbPUWU6MPi7CDezBMp3k/d4h/HOBqmfVT02IfY
OmyXLylu6yJOxYPrOg4fHF3Qbz3Omq1LNZbvWz+YX1Hqiu8VC2TadWvIf9o1LeDGZ/0IyMr68FFE
LhHA3Er6bQpu6prcpeZnzzLxkfdOiZoBE/Q7lS1LVpM0W0ltiTdfbcz8vSdp8nldvD8k0eg/FCMf
XO1all5NVd8O+zaPWtK0XXJfuWrPlgGo2+A9/7WwfNgLXeV11eXDNQMz5sNENECwRWj7tcR2knWn
49Gekl5D/3ruUuhu91X6JTi/dHvD+utZx92VndoRSKggdjhViwKhlK1iOU2ZKpOm9WT7Juk4TKfV
iRWkTyai29bBaLJGUNDvWqsWRM1p+BKTctXX8dDGd9yn25X13VTW6VD2nzInsPCertUtsZuc9nK0
h6yKZkB2rOX3xOL4YiHtKbfzUtRz3nOYPMpNAH8rt92quUKgmFZ+CmsGEsu4UPoz72Pe7rWa4++a
AVwD74bn8srQxX+zSFnNoRoQPOuhJEw3BZCpu5X2EwiExVhAr2YaRD2aEirIA6umeo6G7EtMJ/01
qBnRVrkk1TXVFn7whZTYzy7AQx4xHDGz4ZaO4IV2XX5Llwzn8OUr8MKNXp5lq3ZOPWDQEQnUtLpD
blJ2pdpirfstbXcvP+IpCfpDclSeJauLx5Sh1X1/Akg2ohmxpicm1vX08l8/8735T8bw1ND5Bxdg
S3q6lYk5LbpXe2IkegkUwKfP2Qq8vnfvVa7mw5ZkfY26OGuWNi2u/YjchfYc+r0kh3R27kktsj4H
yDl3h2wT/NMQSnKMkknvFuX4SeSlqLGEuGVnuV3brHL3T0bB/zKH/O1h8gwPWoDHthy6wifhZ3GL
poGrcxHBWhJjfge+rWTvWP902qi7ssiTjqq1yy0ZQvJKcvdn2Kcoz5LYsstHLSvLT/kq4jciZO3d
Mg/iMbKQ6VlnDQEVNItOkTeQQN/Y+koxk1xI+cqz5HUtVxUwZ8RPrRD2h0jnKT9wM9akK+fh1qe6
yOuc+dbWwer545Rn7uuEfBqAmV9DfCwGmUIdiroS7g7bovcLmTkaI1lAu6Rsg/2E0hT9AVLkYd0v
TrEPkdIMlWeneoi9d6H4Ek1LuFFz2eMOztIWASQz4ZWVvfRdz5Jmkw2iR3DtTp1fEmQ9IPKJbVAQ
rF9mB+182+YopJKBgXkUt+ZH50TPXjl7l473WTq9jb2ZinRjJ2oK/aVgy7oHfr7sxCCGu5cP4IXa
o3p67Wf7dlx4OdrKCWRuSbOICMY2hiCRjfgPzOeXr3zECy9SncUpVm48YnaQJyjCZLcMXT2g/Ui/
5wJJ5ssvQi5Ucb9Z1M/exJitiFS6qFOab91hnLusUTwFMLv2BKI8uH6aJRfrW2MoLGR9D+uUahPH
mCXtz1d+wtOe/0OsrM6CWTlEEw2AUHDKpv5qaNf1mFADr3k58QfLoPXkgTh+NMR41N5pfieszh82
K22zOsTUoVX6+PJvuXAsq6eVeP41RsaxMSd5ipA215WK0aeK87nuVR81RPdiX9I1/DvQpDqLPYBr
SikmBhJRlcJCsGCQ/U/7aJ+Obf/u5fe5tIPOwsy0kr5cxvQJBRPJAbIFBsmODDs5k/iVTXrhpqvO
Tvqw0i1IoLCAvZakTrnrd05O5PrlF7h00M7OctXO3abLwpyszccGZIQP/ajpjVMzdN5W9prH+YVw
VZ2VxCbMlbGEmFO3DLBRmuL5XrHojg3rdqujHGjPiuNd+BwpTmiTVz7dbyfLP+z837KWz7fbohfS
OdOfdBvbT7LieKEiEqhMIpVtjzwt4q4msWAoemfGITqg2h7EXqm3sWltJG8nNbq1blsuf6Gx33/q
QSmooDUXxugo+iAtErqngjpaEYs3oxDx09z2x3XQ81vMfoTHcuEt9P/QE75KEoDpu7bMOowjt0g3
j7F0qM3KyFJUENU6PhA5DOjsZuOUN8vkwgNvvfxkVo22SGZsv70Wl56+/J8+zdmKeGOw8BZBHGBE
elhlIR+ULCPA48BGJSncLqnS7irKhl/eZ+OuWIR5//KeO6Om/ie7+q059GxZAIVU62qn6Mh5Z67d
AFJE3Ffbl7XM07sB22Sfp6AaNBGyB+S1CVsABgVtarAI8m8xHJZtPQEeYrt05vTerG2b7sZ8hcNU
PutDBMDllGpOhmZB1vZNxpV+zHg3HKmPwfaIEo2GkkUxOO54ti7oqc7D+sZOBZ3+XZwrzm4WOs3o
ZikpTm2PP6/kNhwGN223qapcI7gUj7ZT7JUz/PRH/7CUxVOwffY5CzKnQ18N/CST7WeaTg/gyThU
h+JeRYEcXTWrvzJWvmYicelKK87uk7gQq+grtKiM725J5f1D3GtQf56YDmXCh4N3HT0oKr+2Wxk9
ggQS1x7J0NuXt8+FmPtbouPZ60rSqmFbhDxlDnskVoXeEb9xsEgUf6Uhc+kRZzfHiJZLtQTTndCK
81ctT+JmAs/oBs/aXkmiLtyExdnNsVVG6sFH7DSlOq3ZbMMeIVjeDiOB56oNcMMhWfT9332yszvE
gGMGYKRiJ5TmrqnmuLiiKaXNvMTl/uVHXLhIirOLpCvNsoGxIE8aeN5bsg1RXZkUlK5Jbsd2Cq/t
vt907D/t9rPARSebL9GIwEXawtyIYU0bV/TtjoCHcjBRGt35yslrF/s3BHH1bVlovS9JP3zyJiFf
+1krJOnkp0EFV5ue9HU1xR/YLMwJTqpRO5xUZ13dMfl54xyaQZMC81THkCPEXEK9eiYP0Qh7ov6J
RDXofB+g2gBYKcg3K8m/CwQ3AAh8QnEX0VPoWVrHZWdr3yO/XIpOPxgs776VI7IdMcsb6d3YOJcU
u61o/yonbg8lSvxXNtql4/pEM3weHiYFTl4VJyiyqgFoijC9qNdphACo6osdKGjVsRuT+DRGc3sI
VkVfmLNwe9MqfqWcvrDX87No2IdC0y0l7OR0yf5Kys283xKrYIsWw5orkkA9YE0cfr68E5OnI/SH
HZKfxcPShqifVslOairju7Jw/T5tzXYa3DhezUvSHafCQW81dckuK4Ou+QLIVScgO7a8aBt09z/S
LqKN03JsfD7Gh2xeQFrU2fZXgVbLU4tQ7PJEJTugHOAnrX3/yjG69KnOYisN1EUl9+xULovbp4mJ
awSi9X7T+eeJS/6wKeBHL3+oizvjKfw9i6TryqTQg4V1ngbUkaWrO8ZqWr+VYQ03PPBwHQrpbjrV
de9nqeGv2Am3s5y/9rYXcttzUrmQlPMonvC2TzSxlYO6pTl7bZzsUkfznCZv3UhDwpAMMMKAjieE
n/ptHvflhluYLkt5M0RLAqrZJq7G3MLjMYuLVyrYp2/4p014FnJjssHKcECWGOcw4uz9YnaxFPB0
NMnYvLx+F0Lu+RAFMD2RbWvUncp1TR7TNlnuQHn77qrNhAbQ1Gtw3tnYwX/ytfNZkGo1oBMVZXeS
Jcgfli7rQzpv+mYeJxhU921yrHIVH2YFluQmFv5gEg/ft4Ijoy4GgS4RWicgzUbrPrAyvV7zBK7h
ZdH+u2/9W9Li2T4G2TidVpjxntRoxEObAG0nWwKHpzQnn17+1heW838NB61V74fg+WnqJD2ClBya
Lq7yN5nP8leqlQtp3O8xqmdv4WYVL2XK8Qgn3HU5E/BwIkkPSa7pMRs45KEY8Xu05IZXnnjppc6C
DUiwdhuqiZ+wfFNTLIm8xpaFETEorq9kUhfIN0V2FmNAD2YhUxQAYBl1H4Bw62OgY/JWjSPkf1mU
7lbbh/d4rr1Ckx16FAvGS3NWbeAfG5gvZkTu83LJmo0uapeZAnrsCvtuHJfXqtMLB+mJo/88Dnpq
pxm9N47qNAdYPueyWUW5HvoCTbSSb/b48ia69JyznK8tbJSUDPF7JGuOZrpeb7aegqUMtLLp9Kpe
ufIvretZ7KEY1u0Hm3OA4367UmGBbndLo/04K/1K7LkQuX+LaD7brD2arRPZQE4IYW7320Szu8ma
df/yh7r0Amc5HikCWNqamtNY8KLOqirftwluiGpF1/5fPeI36ejZC0jbT6lX4C8Jw9CyS6ry3g3b
G9B451eu1wsvcT7pzejqq3FVeImOVm8G2YNi1o/b2xD0a6twYUP9xj2evUTU8Y3SjOoTs+30qW1j
+CQsklwVsRtqUEGnq5c/1oWs5PdU1LPn4KePi5epOIFn+b5wwz0TrqhJH6kddO7ruMiqV/bVpY/2
9O/PnrQVuFhmkKNPmUG7JTF8q0VpCUCajr7yiEv8jHN50YklZqqGIE5CgMc3R0t7HS88akQwyXGe
HTjyTx2xBOjNnksy1SPJkutRVxj9LqtX8/JLi3cWDaouByxgUEZ3vR2WeqbV5BqSE/JXa3tw55NV
jFchaT3cKkb/Vbue/JV7N/RN8Fn6fVqj+ZrK3NSZRM0BapxCGVExAnzq5VU/E0z8z71/PhvURzxH
eQ/ObuohSSK2+P2aeVAjxHJIRjnupwVoNqiHIPUWfdW4dKUN2vT+QJmf60zl+Q7UrfWeKyzjrDKD
ZnppP3tGquOUJx1I7+2yB/dy22nMjuwFExD2kd3NOLtbGzQMth3GNHzG6hjN2NuwsuJz0VXQK2Cp
PHg23mAF7TFMEURGOUvulxiumeNrMeLCjfzE136+GdVgRTIQbBTQK5IrQRbUKVSAdxuPKBa35Fe0
Dajdx5G+ErgvPPB3RfNs94tWFM5DVfUoqhjiEJx8z2bl3lAD8FCzFj4NFX5DkJ6+cj1fOG6/NQie
PXCMygW+CnhgkkfDgwSt6BfCenFVKv795U10KQk/19uf48x1WZ7TYxmQBJo0jXe97uSh4MR9m4oS
cPYU1G7QbjxxkBd2k+qXb688/MI1lZxdJDE4J0WEpPUYyPyB5SRu1tCBu4nZkyZhcdglIef7iDFe
J2mkrpSd45vZzhhoyaTZpU5FBxmHry//nAvL+5sb/+xrL1sy6CFAmjaee4husVAcxs24e8o7yIHp
CqPNMfcHZkjxyhMvxJjfWdmzJ6IXOckikeAFRkJ+SkCL3aV6gVm5KJIrwL/Lv9tHvyuHZ88hPcbg
kmTGHO6UwcNCJeouJj7shoTLh5c/XhZfWMzf4pLPHgIWcyerpROneaMxhgF8X91wq+O+VihQtt0S
+6epQ1XQZmgjfUd4H2BCHqG1sE9zzneAVsCGq8BWGRuOLJTU5fIkZjKLzdRjntJr9P1Dg7NwCCNj
QGoN4k4TMTX/pdWalphEitrjJCt3lXDUzDXm+pYfXWhHSDggo32b2yi8AZievlcpWd56W+Q/Oms6
snNxUK6ZHC/uZjBgIPwwOd81Ik3aN5pGeb8LEZ3fMbA6wo4NRe8PEfsOgoaBc8zaJvdmIhy0My3R
/kwwblemySB2dJssq/MUEHm5xtjoHMyFZU+4hCjKWpXq5LcFhISojDa1oyuRsAd3GNurq6jSPwuA
nLulzKNyx5fUfRlDzL9WUwWScWRHilYo5gFX/LSt/YoFXT5hvPPdVHTzdb6C2uEIfTOwgLHDbU1Y
nY2dH5qwFhGamq5MbvvZxFC0ibsM+lXUgQqE9+M/vFLkthWszZsi9S285VczHgrbd1+TcnSgVLQC
NNacawX7dpORx3yyybXqjN13XeXsMdYGMB5JyhRyePM8QsNtaCHVHeF1+Oz7sqmQ1nVvNW5K0pjW
C+hDp2b52cfDFN6BVWzfiVIEsHQqqiATO0j63bZOpc2WU3VikBjsdziHLYa3hlVH6BGwcb6faKR+
mGHMH9UKhKaOClnCfmXLxKdK8JjXc9LJzzPv8rJZ5mppd36bq48TJtpEEzY2fBN+RQjfpNp6MHnX
cEUWkfo6BpGnAR3KJgewAz229JYUYEiAAKRqbMj5cSWkx8Elofo4JC3/FYF1yY+YlNRyV2rXnpbJ
iLxxowEjKFvBAKuzORVgWlV5q+qCTZBdVXKdP6AaN6BPem4hqr3wfAN7XmfLUc4Zr9M0pMl+ECzL
mrwr+d1c8I0AxZjjh5l1W9n0BeYQeUK7jywl+A8qYjA6FA9LnF6FbYsJRHuZMvse45n0yrrIfONT
Vthm8RP9ay7poa3QcmswMri+rei6YrZT0fIYYmzLhvEMzkKFCxBHIcrdzmpY5QGIr/2yBs6+unjj
hygo8YTwdqJJChfT64BOPnSUqhI/fUbUu545zMmaFCjgA2ZEh+qE0gdN9wo3ntr7ccCCIrPJvlHR
+Y9R6zC0jFNRXouELEsjceG6Oi1j8aboc//YehtuwHYYEbWrMReNGRl9z7iLJLjooGKAVUNH8Q5d
mP5oRJR/D8U67LAXIl37Vm/AwaXlH71pyx+9zyUSWqEXfBLqHNvzyfSYILBoUh4mOmwMGU073LF5
4fKAa8k9sNxATb0CJpg3m6QtwlU1el9PGAOCJkK35aBx+Vl+iDBeijFEl+iPGBeIsnqRXfWtIj1Q
GFlkdsMYzxM1ENPH+Zutehpw6WUooEZXTu0RPN0R1kW0zbeDBdB+r/QiYQ6GCAINJLoRhJohRJi8
Ug5MVq/WaL+m0UB2KsVEzb7fqumQxe3wAeNkGIUIcXn7JFJSHTqqpx8hkBzClqSECCSnMTrMZEb/
NcucqrcsUVWdCOwGOgX0kNJpvguZq3iNv1c1ydKy09g6kVx7vw3ZHq8OxvLQjeoHpWH2Oz0Tf3AA
5L/QbIwRuuS04gvZEKqrNAM1s9Yuxxtg+4abZZOsqsELzN/EcVWxmo7TfKXTRfC6ojx/wKm3YC93
1Irm/7F3ZstxI0mXfpWxuR6UAQisYzY3ADKT+y6S4g2MlEjs+46nnw9Z1X+ToMQ09XVbtVVJXUUF
IhCIcD9+zvGMnYy5RGANbjHnXb0LqHC96Hp/bmXVfSAbUe0plmWfjqoUvGb8PDsBHqFjKHl0qWWm
+OGHATKiPi5LxOKGqh8HSE/MrQg5pzb2HEH+yGXdvC7HJom2hbxUBMbU1ByjIth0wrLrfdKAlppa
kyeTZ9sxMcuUKTh1gVzKj/40qOlRm/mXVSTMy0z0yl1UQHSYEznEn0gtDbZijODckQFGfWifuXaW
Uuhno5eDfzXKqY67e1sq383C7oqN3sByhMZZXTa+2p6P0fQNrvTC2LLj/E5KsHKG0h02P9PRKLBx
gVOKC2eXZE+pnfJwRZRMihv7Wn0C+p7NrsKW9aaykAZnjCxZ8tQ26W4gww43YWyPT0GhNdPOaoWk
boxEr1s3raJhIi9LbfxLfUmmMl4E8lHOEji9neYvyG37u7nIs4tSpC2aazmYS5plDVXkjZIv9a7B
xjmSi2bC8CwpBhpmmmPYuVHURWJXItb8EfLtficwqFUno8pNh8648RfNdlDjsJ1XSU5jOd9u4XqZ
/rHW5QDhkEm6Myg1ugOHlD6DOQ3o4MqeRX1d0pBOV5ub/2P3bAyiBrqQ5XH2AFWQRwulvHz4OiD6
Tey+14C+C4fm1C+TujSt3TxPoC+2cZmOEwxifz5EXvrdCKtkvIkzRUgUj3aGJX1rYyGu4lTJ4QhN
8gFg4Xfx6RLqvZsDfgApNTONAkBUqZsBR4fTYqTtHKrQYqd01ngglf0NgKGscm2/FlpThqO0C5Lw
kST2WFIGqNxZ+LOKClxjjNY8QDpauV79T9K8Rx3eTcmo01pG8xAe+R2KzapIgyvTrvtLKk2GM7eN
cSSMDvJvE+fnaNCEW9SBslHDkMYYfCD3dmq/ZUPNuRy1yVnvj8p9nA0CjY8YPJXob2MFkEO0Qpq8
oMNWA8q5sVHTyLgS7VhuI5NaqwEuDSEwN48HKa7ddtKyjUQVclspE+oAW00vg1mJdsIsk3PfNKih
dtNw1kvluAlNOTvO0oTycIq3BsfEvMmHONskKAE8s4OJQrTdQtdspkOQzJJR/6Jasq9QvVu0Kkhj
GIqptKuMvDlWuEs3xZiGHiLGxtN8LcZWY0JomyTSSRO18k2oKFw6Vhge2CC/2err5jldokj26LMR
dfQIbpGGNkH11G6JeQ9V/FfGfv+zM9aNhTq0rqEI5+QIawXbY37TtgzAmm1hBj/8GiZwEc8DMtNq
3hS5H3zvDLjN8SjHjqrO00mqEsf5Vh3s5gGHhKyxfeylO5oLpxPyxMC+KrQ0vU7a4ket29H262Pm
d9WfPcX23bsJCz/Iu5TSx+zP7WaAIOhmfTJs/1Ykz615VQvjx2hV4iydNP3IjqhSqJGskdNb9pVQ
7PECMi670NfsWy3UdUdtbOWAHe1vThB1+f/fPZ0VjLM22yyqb5XmtW108A6ADV3VnpF64eJ4AM39
zQmy7oOWBHKWBIZq7kJ7urI1tdgldtM5pqHTf0ZPsNJAP/H1iv9uSqtDMbP6TqkL1d/J9difTTDQ
XELDYataMhI8ZCUHlm7fqvdXX90KHUnUoFJrP/N3/dDYwrOUOb2kMi5qp0agtTMVo1I93CZsBQJz
0zz3ap9BBDO6nVWUPZnBlCjeEOv6hR1Tkzkw/d+k+fKKryDCoGk1aQiP6rRSdnkEMAU9XPX2i/tf
s4v/9ZpjWjQd//x//1uxOF9/73Zx29VR/py9vreu2v/Iv2wuxF+2JcvCNCwbzyl7IdD+y7vK+kum
wZNuC7a8rdoLhe8f7yoDk4vF+8IC1MOnSl8uxn+8q5S/LFSSkEhxx9BNlYL1H1hXkW19uCywrjJ0
BUmyBisQ5wxzTa0OVLU2YsWw0L1FiuWU6mwi21djBA1paljh1lLSkgRO9oFQ4MU/ZEY+nuqBP6jI
tePYP9JiJbgHVMoBVqImn51ESxPVVcihtsjQll+qRpVvYr2ljW8fZkg5BiDBvK4UWsTqQ/wUSzP0
lYycXewss6HirZmZPHr+oGenk2mpz9rYQfvX7SmjWfRshp2TqHVhegSZKn72074wFKOOcvKoKy/R
F8mFO5VEw5u4GOtd3i0SoyJqgtiJVfAeD9S0p8IvZabpplatvVh9j6xuKGbsMjrDSMrjoDE5CXt5
SisE3PmcXBO7zzg3BPqUbSyrSW1HFLE9OJYwCPO58cwfg2WF97k0DPNWrttsdJVwtK+1YPTftK4L
vvn60HyrRcF0IJOJh7oLwht1VEfEYG2XbTqhZmjq98Y30uKBE+dUwIAk8OSCZZWFUH5gw1rHZWCO
z0Dp8QOkLeMpivKyc/s4HA1Xso2y8goljjqvtNW+8JLFl0dZHHrseVCvCKj8m2Hx7ymCLl0ITUl6
l+0NfuQm6u7I3LH9EaqwLqq9GZBoLfsxWhyCUrzHas8O+mxXljJskHxxEwqI+amWLR5DdZ9GmQM5
XlI8H90hzQJkDsFzVF7YE0V7q6LGDrAtQpha31p7MyMgv/zZ31scqfHCYwnSxfooQBb0Fu8Nkaq9
OVK1N0qK96ZJoCIYKJm4k6Ep2hsrTYvHEu5OS0W1x1EBajImTHE/UPxC34U5kyXK6FVeHJvSvXnT
NEVZ6c5GILXYsy0GT8be7MlP88Jwmr0J1Cw0DKHkvTkU3xFGUX6NAZGX7w2k5nbWzdMQlSNN0ZEf
hs+50knRSRAV41tmaaN0XEpmQMYKpSS7DtKyBBk1Uvt62htYqULFkE2T6scxhSV3omipHB8bfu3f
tn1X+IRuozyq37By06sXbBqM+HRS5/5WKYfeesg1XQBbRiRT1L0IPY+qWvJv0akGrdtJuYCoh36v
cKIUy6obyYCpHqNwy63KJbXCTC7U1eCi9ynfO6amBCgpmxQpXK7EIj4b1GE4V2gm1XmDLOMu1wQt
2SuKfRgFdhnM7ZWPmtLAyUFFAxHLDTAn3IcRYyWjCLXEjZo4zrdtFcMAyKdY6U76gNZBR7IEBuYk
Wa7hDa3oQeDC0O/PmgKfGNeX0Ku6eVjE8UZXyxLAxsB5jAc05GulCKvb2JaTcFMlmt7irDI2d0YT
SCaeaa39Mx8MTXixnUjP6PeSSzuSY5p4Ac9JLGYsnjVQy6ehROrpBGMwXJhUMMjD/XC8K2c7yly5
QikJZmLOklMGcS954VjAxizVqvxeY6JXwTRvjO8wk4HPKl2fnoHr/UdZFcErnNPijXy+E04Z67MG
vFZO0aZoAfiJzRGyOI1thmdYcNT1qSX85Kcui5zVI3K9xMYFTGoMjMy4qDQQOMwSZryFwJ6tFz0H
EndFYFq0BWzSND4OLNFdV7YBQdSOFRjEgPRVDgMsRF9dtLVquRKF0LtyJNfdZJo4TdpBmb2+NxN6
WumqTm/HOUrBgqLAXERQZnNsz3ZKZ/CizC50tSjrFxgnAChTEKraxg4ss3VC0/SzTaUl5smQdLUJ
plz00obDzY04Ailsz3X9RLrFf2tpdSW5kzxK0WbSh3O0zVi7xQ0oxIgYEPq/BbTjdqNfPlEW6J+6
Ih9lXPAI3Zy0mqIXv7c7xPmxbtP0ZYBbuhmtrM9cO1dF6UxxNVU7i/4oqK6LuHpQm6J47Y18/plP
knwJORh7tCauDQCoVNXY+WMjxShOU1QFXR81OLADRePQp5QQGdKoUd70Qae00GUDBVj6tYXXLUrl
pyj1pw2k/pPUzGkVXiWgmWGcTdthGo3eaSD93WltNEVO1xjarcof2B/JI3IdyPZF9xJ1hopSO5Ps
l2hogTl8LVRxiYzAHxxU9nybs5H5kjNFlXWs9r5Cq0Aowfd9a+rwSRGPBx54hXnuZ2GA2LrOultV
Eqrp+LEWdDs0ctmj4TO/Y6T5NiqEqQ13aGAjYG1pwEWhNftYB4fpwzsJld5Dj5ijdbKcMABbRSrD
11rcyY6UTeVNkKMsQo2jhMBCvaFzxxVZOUEjAkD9O1T9bzD5LphUNfKT3weT37jsu+fpfSy5/4l/
x5KyqeumQcSjotIw1PexpEaKa2OopvIj8uKm9k8sKQn5L1h0UNEJMw3sSd8Fk5LQ/uJnLMjV//yh
xp+Ekx8Tf3hpOLTS1omoEjL0Ysv6MY/kQO81bQB5nLNc/t6kerPt8AW6a+WR1PXdyhCATEGRv7cW
+1j//WcsgmTBjE18jVa42iTL2GhVidhgk9F4CS0hrnrVtLYiwVi1w9fgNolxG9TrcP6jnOqfkRlT
US3bsKx1Md4aRUUHh0hskqCiB5OeUR5CfvD19H65lIL5YRcim+paH5JpXSuSgkEi3bqFseDkPt12
D8EoK9byP3N5N8zqjSk9oG5pM8xQ99FFl4PnDwQQd6UmJRFwcdPtipEuDlRmqafhn/WA4PkaE4Xg
ANS30jH960k0jP2w9oMIy95+j0EMKWUMa+B9Di6XmNe4xbnkRnQA0HcKf0fZNtBlSsXjP3Vbz7rG
fsLNXmK3OUFrdnyIOvUxb/78NMu/f4eIULqKFpsAsemHoPC44M+kxbThz96xKfOp4ntq84KhmFkL
TPJuEE2bhsHH5maDxljfSmqaXpRRA0qJIcsBxGU9H9BHBWtEQ5N1C4bGGlDVRBNkahsjG4SO5FSJ
yhttW9P7ekJirz39NwpiaIxjmsJU2LO6Ij7ZjclYH5doA2d8HcbYdzRpCmdsJ7qpcbQw9POd1ndh
uCsjob0IdbBnfFt8UT6RUuGZ52DG2PbHtiz7I5YAA8LC0Qp9JH4+NbTrpK8qtNgqpkqXOI0lAdlE
SQ5Z2yHZFBwZRXcnVTWb0zqNRuJ0gkkjcnKIANediBfAd5rkFISwT1ICqlS1zrOJlTmOE0LMBBT7
wgrN68zWz0gSSRXx74oiB3GF6ZKyjMp2yM1e8warm76ZQ1sYLu6OmgXBVmrTo2j5+65MosY+Cuux
jG/RHpTUOYeq1ehNVxW2J5W5fe9Xne9fdqIL7F1nY3mLRaneS44qRVL8I8tnDbHXQBFpzlpigTAt
5WRDpR8anZSV0r2lWEbhhXYzenWQN/Gu1bSodvPMCprtTB1TdeWshukkmfThHuOQSm2pZApOP40V
OlXoi8cxRIwPWh61x2OWZh1eqZJ0ns5mQassZPE/tWIslUuqUETiuIS1KiIKv0h5GiXqNnonS+c4
2VjVjooD8v3BSK2ftoyRurUz7dE6DZBz2p5tTo2/lYRVyZtkbNNnEQu929RZP0/bPBoJzBJcv2YH
7nK+yYYmlyCeBMqVWquR7xjGZF1V1Kqu2kGY1zW+OC8630jhpmRLN0jLMKobcIXRMcImt3N9LN16
T0hT8xaO+E56uk5BFpsQoAiMocLhLqFqiwTJGGaKmaFpwfpTKmgsfammP7g/jZSSal99j7S8zdwm
VMO7LJAszNOwMv0h+UF0EWiZ5Dt8sMSuIQ4y5qY0gyB12jZIv2t2jtVIJ0YIHANyobfEqKdzDCb9
H0FQNldhNlNEH6IxoBWh2fWXw1TmD1Mqc8AGZRBc4gGFYZKZJ9Z1YxvK7IicPBQOtdTfjn1b/Rya
MiqPaQY40tulkmrslgwpfJir0Y89HHuL3rEw9QkdTanTixYZVYKZgdVi2dBHqdtDDLhWsV0CEBHT
cCECHHddTBm621pFzu4Fqtx8syheHNedAeqgYhoXOOR/OveCjOdENGVkdlLUy9dTmHUU8LBx8N0I
jDt05lkiR0nY6Jc42UBarFJTIt1LEZxqFAxx/k4U8dNUtF4+LXBnO5c0a35SSwFSyTazLtHx5Th6
tO1ACmum8pNho0KnNh+ZJdlQqd3Yfs936ZckWsUoGc/tPPmwgQj+ZYfVjy9zv5y+saXSn2EQKsTJ
wWIvHU5xWTkxB+VFHCgsU4yb+E3DGaI4qEDK3K3siY96Lhrj3NczLQVCEO3j1FvZedlOre5F7Jib
LB9LsKOkzl5zqs8wGmORsG8nS+tYHIRrlCsr1TjSqjg71RUNJbSlxSktl1U+bkcvyirxFDUXGcxN
mC+bCbZm5nZq16UOnpBV6CnzlHSuGpbFkxjg/bNL9f4KKbY2UrOxqldZlkgUDaFGgTNJyniGmXmq
n0VJ1TZOGg7RtDUjc062TRXYGjUH0uBNZfgUqPOetM4BN9HHa/wmKARHXTE1RyFCJh8xSqNbJ35D
durMelVDOzJGWdtpc1XPZwrsj3t7zjpMl1F734aNJoMWQPwIXR8PCHw6FHwgN+Tu9Xy+JM9XsxSq
KuZQSorXX95c4hkSlxtdacwRUTmm6BtMt3RSaigi8ZGMrHlwRZ2O4kgrzOWFydgneoGhlY07c/ax
m+3Qvu0rEl4viSQSulzOZWNn1AOFurw2JIl0Xxl7PBqC2aQgL/zBDaYCYGoI1LAlfeyw5YK8xw3U
mPie4/xpoBNrO9iFWysxzWGTRHJXYXdnDXdagmnh1ITpcGPUZSS7oY9Z7in6mHDwDByXGi6CMLWO
cq0jSMMXXb8a1QF1RmnSpmUTyrjIu3MeVRUaSx5+m+mFKp0qnarXToYIfvYgIEjntBArvxFgBtrG
Cvv+AphYMjZIzFJrI8usgIdvky1vUhjCoCdKZIcu5hOQOAwZSsSZniAq3hSBnuZugZlduimLWG3v
jESRB1x/NfGgj9VoHuGnNdrAQT4LJuXIuLehSqnE7cPSHxy+L50WUSGaYNghod8fd1EkpE1Hf1bZ
wZIH8z3FbuNzjtXYhhFUGsfapILqAAndKmYJy87uff02jRMN7rev5gSNAF4enka24UB61rHRUdS0
js8sqx/eyiYxU5xDYmzKMA/LFehwedPuzKjWmpNUsUPNW44d3OSZ22K+Z6oPIfOEKagaj22bl9OZ
FEpNwUkGmWZJh8VZJfDzcrTIbJNt7Sfa0z7e+W/K+iFlpSzx+5T1/jV/nbvXFC7tv2smeL392+fb
/suSDUMY1DGWVG1RCvxTADHF4vOtCc0mCCYufZe0KvpfpAD8OWSU7GuxaMX+KYDIf6GEMPgZW+aH
MOmlmPoHJZCVPZWuGzrpNCUQVdUpx5BVf4zC5TztMqmYfO/+cnboEfcUOVd0DQ6ci9C5uHrdfTt5
e/x5cvtukX6Rve677/07UP486ir2nzn39AzZj/dUOffXhUNb2sp55Dcvr2cBveb5/etu8/3h+eL0
/uLs+dvb7bfTn9eDc+g5mNxXj7HK/+RMHaU5YfLYcijySx0eIBrvbWe/GoCN8T7HUUetVfVlnjR1
u7/GANx5un+8P315hdvkPPK/p4yujXcvlzfHl093x/TovXGujm9ujs8ubm7O3IvN2e7meHdzc7L8
anNysjl9ur04c09uT9zvtxfu7e3p5bV78nZ6e3Fy7Z2evh14fn1JO794fmNV3sV9tDCljuc/fzp/
vD45On+6fDp9fNzt7k7PHwNnc3ZzttmdnG1ubi5vLreXyyOeXN9en95uLk4O5HB7r+avnoXC5Pu1
LHCVLBuxX8uXZduwli8vd69XgXO39IKenZvXu4i1XBrk3rwC+Ts3u9e7V5b3blx28wP/5UPpXH0P
nbfn7xdvP78/0wL35Pma3fX96o3ddX37dv/2kziUv+7pnlvxQTxen519pxnyG/3Crn8eWN+9uuqr
Oa3Sfi1pAbp05uRtz72jc2/559ZxNsfb7c51XGfj8hvnyDs6lKoui/XVwOLjYlIaHNPIh1zMDNmG
1z/fTl8uM+b7cvMaODcXrFXunH0/uX++er448CaXr+qrsZds/V3i3w5akFgTk5aMo8p4iOSnILnC
xgUrhM4p5Puvz5pVu4C/zxrgPcPUhaYIay1BwjqkSwkhfA/b9vNoOOsacZRZg9Nrb5WZbQaRPM3j
cySJTd7faP2DpiHH106k+XlKvg3jXdDdBSI64Hn+y3P3bzgSHE2mhcjHRYC8ncvmEC4nw93L0vzx
hg7PL1fPZ1fP368uft7Kzv3PQ5/zSkDzz1LsMdC/B11ttznEEQ3k20dKIDmt/oCNDlHU6TjdWnbg
0CoGjtSp0h4Atz6CeYwKKkJyaCtU7rnS1k5sk6QugGRFh/UqaDxTiWbY/tkQeFPbzz++ftvrsUw6
UGmwKAV3pKpZe57Ku71V90NbF21gedDM+/NmmMRzrw3qTR1H2dV/MBSdubifZXUBmD++QdDJSLb7
2PLSqp1v9TloY3cCAnEMWhl9+3qs5ZN4/8ks09KBlMG4gVwJFj6OZRZd3mm1aXpaW+iXdqP7G2Sm
6YFN+atRDL4TgCxBYCGvDoUePXQIWmrSsKDDcWUwzV1uzoeUaZ924TIZwyL0AalXsJVdTaakkwgu
AKrpqc1obEMw7oeBrhzCzXXTP4kyuvk4hd/SqjWxdA+c3f4R5zoVqz9fU2zwgZg1yCds0tWadiH1
u2IyPfgXBnBSrzpDM7fuH45igTmqmOPAf6Hf1NoSv9FDNOh+JzwcWqJdYs1UNKm97v50FE2TbdUy
wCSFsNYAJ9Yz/RAa5khbKFkGEczB1EL7z9waKb2ATdNwmvoaPd9susd9XDGjMZpY743RywfFPgkr
xXbB6UnWAxKerye0Yjh+Hmv1ddlwWDNwvtGb6hgOfXKDdpbGU+1R1/nHsdlsUil7KLCrrXCWh7F9
xD7bSJWxVcbuSDGGIzMdN/o4PwtD84Cit7HoR6Qpyrcx/tODYFkWIRu6TTSt2+vzTaafVjyoPKrI
42LbWuJRWKHkRHGdH7i2P32gy0gar1osRS6yh48vgGQ8S0UB48HHffQcKE8+k3RhHtiyH0mDfy89
m5WEgLlQWlqe4t0ZWvhJVI8VQEtk9ebGiKNhmw69emFMc48UKNSP//BdU0gix5GpZZGD6Kq2+hKj
VpK5O+rJU87Qv1129/l5/Wj/1C7GyGkfUOjeT1fzRfg8v0VX9om/qb1DAvt91er9Abt+hNWchxHT
onTgEYp7cSvfmJfaRfFm7IITcT1AGLmyOkf6Jl/Fk1MdN0fiUtxpBw7f9aqvn2B1Kvah0EJa68HI
rmKYTmj+Aw3jjuGkqA7151hvI3quC2FAooNit7RtXH1bEg3P5LZpBw9HPMlRrLm+BUiXH79+rXvP
i/dryjCaLvORiqWfFdWXj/soKIWvlOY8eVqYHVsVbYimXnm0RliuYdk7ea24UnISlt+EMuxGagSd
/c3McEMvsW+ELeWY1qluV4/0l+r0CN/d07QejjKt8TLpXAWoVBYDUFtyRPxs44E/IQYevivK98WC
wy+PFVxKZ/mnyguUpQc6VjmQ9DfmgDgr+lm0JcBqutXr5JBX5C+WlxKwoVF0wvPBWnvCFjENGGgW
MdCycbZfxiTQnoos3RxYXRZvtbjEVJoAaDNVU1sbYsWK0bWqOg2eNmUyWtP+2kT0fMAO8BczYRDu
a4sDZ0EbPr7BEfJ4I2nN4OltPjk2LEeHtnjxfzAV1oteZza7hV98HAW7DN031XjwKIWIM516K5Wq
zjpwyixn43rBFAAOWJ6qgLu3AjoEjnVKWPWDNybJonpL7Vubqtj5WM1UeYNIuMnSteLrt7ROdfgE
LAUsn/VjHTncPk7ND/D+zlK2Ao3LihOzrp8rODsRbQkkSaZ6YdODgyZgHt35lAM36K/enWISdUOM
ICbeX7DvTnFdZDQ3THJWVReJ10KL86bBUI++nuCvRuEsgffAJJdE5uMEBZIKea4l7GqzwNzGetqd
KNy6h+jl68NxWcel5Z1tqszFWtMdaG7V10WTDV6sqYIaB/VKbJ2Dq36YrJOE/i9OmIzZliYOKv+J
wJN8KJrvuP0caT06fUrNphOn2V05mBvKdgck6/vwar23DMMgPidCR3S32luB2o1Jx23pKVSaaRbQ
1vmLPirlJc2llrMo8W8MdNJHM/kpibUSNNfNmOGWKxv0p3BpB5n/+Pq9LBtr9URwqnVZI9CGYb32
pqm12CgtBdaYOSDjySaE5wQK4TbFxP3A5/uroVDmk11TXwfiXB0SoWIPHSB852FFSRdVLG7H61hD
yYdmzm/6A6Mtd9PHiXEOmXDMbfYDcfvqsNBLKyipnXVeH1n0GcWxzIFwRmM2g/qVX+bR2SxkXJjU
G8oa44HI6NNUFZScpg6Bj38sn9XH3d7Wfm11clx5+CPhum1q2B+6tdmnmL4g3lcOzPXTrl+oCpAm
ZZi6iD/XF6ispIZIqad5UPwuU6l9LAVlPN+cnqgZHzKH/nRUKRxUSxtnjb/TkXIVW0oSZb3aMhPP
R8e7oZ1pf553c3dsYCF805hRz3U2pDs099b267366WTej7zEPywvH/pq5FSyu75u7MQzJiqcqlSe
1V1J65YyfKrt8ihf+rh8PeKnU4sRCdhNRaUbL5to+ffvzsZINCO4usGxWNW4zqI1d9q5OOSdtXp9
S2dusdCk+AQFf62ZUhmFIuwjZ4pWtGURZ5kVpc0NxNZRLDJ9PDOLcEwO2d2vtiiDQlNmxyxjUpJf
x3a5DoXTamtUdmXZ/IjSNtlR56O43umheP6jZVzG0uHWAUdwsy29Sj8uY08S4ouEKmTbRsq1H5f+
XTRDKP/zUZZmpIKmwZoGAPJxFH+m8Fw2Q+aJWiCSUsL4uRYiPHBTf1o39oMt20QXUHc4M1efdjRW
AR1xWDe97DJrm4kmf1DlqUy3tARsDsT663QD0APKoc21yS6TmdJqA06z2qVVH2c0QLaEdWyWGkhI
Hgg7cjEHSLVreYp0iBt5Nc3GZYn19/e5RBThVHo3xRsktAWM/cg0w6cMteiLhG18/GrlKByQYeTD
JsyjFmG8FtHl0Rt9y2hOcRtqEH/hmHn9hy+IyVjUjnhHVJKUdZBTDXYE74nJiDm2ET7KmJrEhX8g
0vj0NQmOJnJelTCKD/dTlDjZVY+CAwcSG24B/ua04fYGEhjLbeVKelK4ffQ/i395TYtAySZVktEH
fZpZK1n0ldPzzAOSqzZDjIZcj8biwAbfS4ff3Wn7YQw6Hqkq8yPDX31HiUJX5t4OMq8aZws6eBhc
DFacuHJfzSfKYJW3FV4eFKSjYNssPYtaqxkddPvjzqya4GjGlOXhT9/pEisT9GuGurAwV3FdZrVa
lMVLx+uUICqK9WEbS7U4MPPVOfz3xIkaFfIY7re1WdU4oj/JKkaJaz26RYobXg0xapM/nwvHxwJm
aHAO196eUmMhBKk1DKIidaZPm9Tt1EjJ/4O9QkSgqgjKDJVo9eMxlYSFLqWlnRJl9/HWGgfVg7fy
T4PtH+P/DV6Lq783xXve769WjPPCBmhiILiMH0eZpX6qiCJTvmklfSuEPNB+p0KZ8vWSra7k/YvB
0FnjzYD/kF5+HIZ7E3OOZZi0KaRrjJ9wRMDE0lPasN2ByyXHZpQcyiU+H8FLa2uCVZBFTOr2pk3v
buU5otFGxJ3pWRaGPkoyykdaIkku9Krs7uv5fV5GDhBiSOKdhYW6hrgS6Be6Suc5DzSVxEjJq/ws
ntOk9L4e5/OU2AsGnzTBNWLGNWI6NJMGIQ0gNg8S47EcSAIwTmki1djYequK16+H+/zaVOB7NFMC
MFJwJ398balSGw3XNcMVvXlSc0ro22mYbBox51i/4dxDU2he7e5Ph+Wc5DJbaiGA3fJydL97cfGU
x1AOUwkWTl4NG0NBmrbDx6q4bLt6Qm3BmRV7QZbVB5DXVTLANmVg0G6c5gVI0758/W7gsVb6dpRD
iZNy8E/DwsyOEzOId/M4TW6QI4uR0kS6gJIVe/g9DQfm/flKAuGRFcIGIBIEq6vMB1ZHPaaphHsT
PNke0d8cLqJPJe6xVREAwjRF7JUDW+rz1mVQVYf6CGPEstc+aVZPpwTN8H3aMVrSRuroHzLEWPN8
/Uo/b1xGYX1VRQCWsKU+vlI7bmNo96rvjnU/D2eogMHn2hCqiJfEbKwDF8Gn4Yi6VJrNU8NYzrW9
Tvfdiwy6UdM7a5ZcbZjlXZfF96mQtSO1aqMDJ9un5WOfCI40AEkKaoq8emdS03V1HfqWK7ch8t6Z
eoxPH8sDy/fpQ1xGocrFxiR05XL7uHz02qkKyRaWi/gyv1GtLnqqCCa+K5GmhQ6+rligcC7d/eFL
Y1RuuH1qyhexXkUqkjacXzRviT/mJzmUZCRZSnI91HWw/XqoVbaIchSljUzpTSFrg7+/LPO7F2Zg
3qXN8BPdELu1e/TdY39tdKkUTU6cCDk4J6M1tV1L86QMmXA/0/z86yf4tGVIOhY0CGCZP8lc+zKm
jVZTq0p1VwxctVKJNZtjy1l7X1SW9qeJzjLWIgZc8jg+h9UBN0ldnBVWprth3JUnXSIV56oWHcoX
fzUjvmfNYmmY13prxlOfZxI4opsVclJtJE2ys00AqitDKg3MQwDh5+GWLxzSFyp6ipTyCkkZtZqa
NbejG3dGfxonauP6+ahcmhlOL3/6rhhqAWuo/gPfmavTJEhEHqZTy8ykavEC1Cvt+1RJermtOlU6
kCh8/sI/DrbamkpUJr6GXY0bDP2wLdV8cOjaeqj92K9WD+CdeIXCPJ/d8u/ffQAcwpM6qT2NxJHQ
p27c1iaegKZ1JmpLb/+D9TM5kE0CFjL7dXdzBKpUpzvWLxS+vtXaVEbJoklnKnT/P73TEK4stZql
SxvI0xryn33am6JB11zF7JrrcBaWh8ebfNLhQ+XRti878Bn/4m2BVsjgTiryGV1erWNn97WgPazm
4lVk3vWZ/P/ZO4/lyJGsS79K279HGbQwmxmzAUJTa7GBMZkktHY4xNPPB3b93clgdXJqN4sx6011
VSYiEID79XvP+Q6ZgE5RrX7/AP7lVfA1sWDRu/vSoO00r64GxLhAu0zk8WkOurRP0797EF7uHd1+
RvH0xDnef34mxlhAznRyHnOnGonnJpBSG+bviOZfqg4U84ZLl4fFF/LN8UGYv3omBRLOoSIi5ye/
YL3u7QghT9MxL0VhLr+5eX/xqDPHw9NI/4Wjh3W0UOBHaRWGCegzFKwogTp3QOUGOpBvtNUZjP7+
p/q6dWomQgnV5E6yVhxPFBKZO1YTcTViib3ATmORotgfPFiGwEpb27uQgxp905DhWL98i0+HcOzF
NBbYUwhvR7CxfK5fXmgh01mfM4iPbtWI21oLm2EnjEScIucx8PzXFnbHUu+UJ6OsYNPaxUCnf6rd
daHMqbPJvLJ1fKcSyXWUgrH2OxNXQt8RsBH0rQX4rzei4iYDMmr4NlgOUK52a+QbSlTAnRip4puQ
V4FQUSGqE7fGMhJEbgQRtLZtiwYeQSN3emN1TwVWNqKXoxobBnmM+oYYyhAljTDNV5M/fJbV5uxC
vXDASuau48UrM6oz5p+9I+QmDqvptoCkuG/jRWFRWUQgq6nqvHkERu/LwgjFNmvC9NRKyHfZ8s9e
FMSdlV4gZSnKIGoIkyfrJ4vWolHtHzCjGun3Pa1iX3RZdYp5ghjUOGkUZzO1jo6JIU2jJxBENZak
qOM7dWpqnEyk2+cHXIAunTApXQwD5II9ZOBwgSymYX/LYTd76mFZ5n7B9pj5kaJp131Vp9Mqm9ju
fYq85BH4fodTSIciuNHmsfsZaQoZRfjxs1vPzY1pXwJsf2iVubxC0WRmfoFx4lYaVfJA8qpITvoa
jjScQAcUbYPDapdHi8lb12qwg3pIDquv1o1yaXVz+kgG91QGIq5cOAF25zIKSBeTu7LwjzCpKcPZ
3MHI3DoiCklNzkHS+8MYYSo153rYEXHfjgRWm8YAzjZOnibNjp8MpVFsqG6jbu2VhQSw6lFbvHVo
v06p87lpU9dWZ6pF6pwfqnN0qkQD9DYjdVzC4s1c90l5dIpALMbhgHBgbEPEV4sfTj1A9yySzHyQ
7dS+DFNnncH2t58b5ujOSSXreAAF4DSXmd7Dtik8W2o+dsTuOgoVkIe6GUKx1LHLAjQBYqj5mHjA
YzmTLNy17GpjbyVzrKwEpwMm9ypxLUGUcbHAyFxj3+Es+ZHpY37pDbL62ce594CpNh0DkGDTSVS3
xbNWm90DczvlLgEi8RqVCND8cK7cNLCpo5u140h1HycmhZidSHNaQ1I0Ge4bvTEGZSzVCwHfxQ46
y9BuXUFKOX4pT1x2MqmdgALPtaHXVR3H4djOTwweoPcYv2a4GiOlA7kwhNWScW1EN5IV/lZO3vSo
uDChfUBdkECxugy1n5uuGILYATcIYN8qNpyMo3RTMYsFAiPj+RF+NLCtaVa6racD2UdPmjkllepH
oLtpzvdFLpuTiJMy6HCjNn9OjqzSwNFGJ9vZnmzWrTFaYdBSu8Ee8MKJKN6oxbJCVHx/UGmVPdAp
m61NKYkrAxFoPytlOoo9SonyRA1Jrl9NmLeuEtfNzU0XimifzU2arhg8uiIYMdwRQoaWSO4HnYpi
M3dzftY5JLsDPhqvYRbNtu+mssV0zC3AwVqIVl2BkctvlQbKj4Lb/UIfOoyr0VRIaLjgR+xA5In7
PGtjc16kvI/+RKaxt2ZCWlmbotWKgzSITQrqTpm8dWLoLFSGMzo43qC+tD7A7TJdwWcoETtSh3Dv
LGn9AHw8tLAm5vGeTch2tn03SUAhmlKOG03RLay0pC2Um9HN0kt9il11NfSWddtrsptXtTHFnT+K
tj/v5gJSrzQBgAY1WSpmABGwy3yTl14LhnpmQjsUjaau3Ea0J44aRz8TYbmF70DIeeq7rrucjTq6
qspSedZpMrzPdtqwaox5T3dRK0i0mLwsW6ukKUxBYoblW5I0pgGdY87ji0ZFDcu8aZpu0gUQhew5
jV7rISneax6taTVSlMudNi223jG2Pb63kPe66LtDZGG7hB0yprdm09kvFPBNsjHgdJyjNdDew7Eo
L5TUs8a1O03Vy9DwUpOH0Bk/vKICj9Nzoq7hXWf5c7yQ6pHSwE2ORloKZB3BfTkIuKavBrzEzK9n
ZfyBMmpUNx73+8xKKy/k1hU8tTZq6g0gE01dh2PL36kRxIPzEgJ5ttWLRF7FaahcMZVVXiZ1Hs6X
8/Yz0HrJHlEY2n2Jq7BnkJr0TDLsOTY2YzLS+42tkSkIbjtmjXkWmwejLPpXiilxO4w9D5vtlvJG
JbjqNY4NdoRxGFpe0FxrXiJbTiyNKSC/wNIKna25zHEwu11cBlLtLS3gfBzeN7PqleoJjjT24S35
gsWVoQqILtgAjXJVj3mdBhkIncvW7IAOG2W4H0fRvcZtFuZBD4wVXyh9uMW4i7+Mjc3+4cVYe1m+
tfE+kkb6VOd23W4MdqIycCKreFfG1n4m0jOXmyirMRYavVknzOUV+axlJDoHo6Laa96rGQV6W+Wn
mQOmCdjMgPV5qoaWu+MMncuZI8vuMsyANaRjJQHJhNiWEJWGlQ/TpNnf5/HoDFiJ+aS+NYdZDBN8
HPlJiT1sDkM8NZavjnU5ryaKWX0DA6qKfRczJpHlmcZVvUTqJM6T4zQErO/WfejO1rSzsV3e6ArS
wXWkxJUahOj5ZqT8FW7gcAgjwzcaIDZYnvkWrRtX1bYhe5ZIKDl6FYuu6T50XejyGESx164gm/EF
zAWwDvZFQv8yqUcwsjZefzdms/OzYy7crpQI6j63pfPGwEsH9xW4kf7Q4OY7MeWUPtN1ay+ULppf
x6GqX5VYw2FMz0VWPor3UNuy76dnTamEfYDrM1P8dorj89BMKIF0vccwGmZEs2/0xE5VzAJ1dpsx
oVVXslUgP+vakBGCBDT1Ry9y/UcttKpfdUQwdtz40WXRyc0HgOKUQp0AlLO1MznwHHbQ4jZ5no2Y
g0PqSneVUPClfNtBiuRV9zLT8b2xyciJkFVVPXmcv5KVwv5SrVQUtzcJcH6g11YU84cwwmaBkXDv
t6KU0dvgqi3q1tlV5o3SF8TUaiOOJg4I+bztRMYbQxyHrp06YZWAeIenw2vXLOthX/UxyfOGWWO+
h0r+mkqL6BVmjDnJuUaNGzcu0gkrTVIo6UHSXTZXMOk9DPWQtAqHxgSYkwNN0o4vnadqetJ3UVJA
HcCLujCSFQyP1yDNNWVtDqJ0HsemiG6dbIlLpDXcZtEKwpId7ZnfKPO9C6TdvhDME+d9XTZzfnDK
HNVpBmt5joPEc/X8RCEqBjNmX4H2GeHTZVcwUeUhSpVJrCJDVdSDpNbWD1ZhZeKnGVNkSh/nLtiD
gq4g9Paq6EFI9SKdtkPvJugNGQB6IYDbRI1WsaxlcjAzXCpP0TzX4bhjiNRAZIMvNHkHxD5Fd0oC
F4Ufy4nZ3+TUN/3JKOPJvDIE+6TqJ0h72jV/t5FupgqU291c5EjbBku63m5giTCvDUqekKx4x0tv
qjpqizt3gM+bcvhWs+jBgV6MKddJXPUxLUE6LAHOfZ6weVocGfgvLXffmY2EIVXEQuVIgD7Jz+oC
+pXBPqoFJHcQmUKRVoDcZTOwgPuyXW5J6Ab1rjX8cKf9XMT2wUm6VhJILUKVPDUQwHeals3zpRnT
AYQGmI818r8BTX7i+FHpxPLNDUPy3tOkHspNYyiFijBcxMq9o3dJftEgZSY2tY164gHs2grVA4dh
w9vIPuqSZ1Ez/wZSN3Bs0QIH4kscWFPU3leDWUzrqEd8cAsiUOmDvAwNhYRRewK6IL3abCCESYXV
IKqqx67XeLUkgZqQ7sO5pdKzreVA1gmWNKMeIy7Mz5fs67pXKKc8J2yg51NddOe1WkoWVwweebOR
FVyGExHSQ3j3VG/K18DcDf3FLsvWPavsgtyH2s0tYytaUFhUjV0j7/FSOMv2Tyrs9DBpQsIyc5w+
bC+KuWQc4TcKPMmgzGMorMJLKvFTzdyMUk0w6qcjYcXnVYpOMCgrI99XhGbOez1VSDgMpNYV0ypW
mjLfJHGcpadeFycdxpbUkZeaOgKqFLbZP0FsrqYLYukt1zfaVu1/YuSwyrVrSfkwpjpLtOsMZrMy
3ZZQpCifvWsGYORkG1NiV0E8IT9eN2o6lNu+ibUlikM4nCg80yK8dB7bEZSZlgAkWadt2NSUdM0s
nfewcrTwHOAW5Z2cZuMuHGUykJdBfbPpRZZE14UOvn4l9HlUTmi4Y7FQC0MlJU8xU2BwTSr1W8GP
WG7gFBRgE0NCU35oXm7aO6eJBgMLtRBOtZ2bscqvSE/XWn+yOlGcZakbJmdzE6IemlQ9k2uhDHN9
w5xibJ56xbCyE0vWqbgbzKpMbT+LOb/BBwB5sfUQqSX7qM8W6oAxGMpGDG39HsLTe9Scea78UGl7
Z28DVix8NdKtdCejIbr2vLgrgLUzmAwa1RhyaB9NVgVJHeFiI9YuOjBuNkTgFT3HKDppinbZEXEx
4fkeObPWLugPXy2H0F71NtUR/w9fcZ+LircVOFTCTu+l4PYZl6SwTapxkj/GKSu9S+gRXfgjmbUy
PqScLN0T+CNu9jBmNDVOklSdytOY9AbrXPLB53PF1IEYFlANOH16eduXa2pa2A5glI1iV6sjz383
1KYNmwMCWwsxZTQcars5Ku6hwCn185w241syDhZhd2XIda5dVbByEWjtFusC8N7BcduZhYsayJ3u
+tiomvcpUg0idBPhddqlrebFvQZCxVmPvRpemnXJWT0hzmLd1ym+DW5Y+g6PsPNglqausYnBTLS+
E4seEP+UuSeQIV1x4rUqx/fc8MxDOKbY7wkW7U9tqwUlILrSLdeNBfXCR4aivwP7Q9ZFg4Gdocvq
5tWSkctBrHPGy9RBScfbk0+DX9lZaNGxq6J4w9+Hyo4YBuuRI241b+d+zO9I/InndQHjoghg2XTQ
fSxhnk5pVBnrSlZ6t+0WvxPInizvt7BniPaF1arH61ZmzvvcplsJI6De9nYtT6tec3O/9uL+mb25
GIi0GMJuPdFJgQyapdmJUyZtsuoTLxvWiV43a62R6g+jS0p9V6XLe96qDZQTN3UAdTN9nVYJlq1b
fhG6CJQN4bWIc/p1sTUQVgQkUL7ag2b/HJ2ozANFjvN1LQry1vjUzZnTGg4P7KxbD6JNe4vjMuK/
Ziy0ORCJnryAcKm6TZPIkSgoNy/r81ZRa8goiTqqkR/myfTTgV7LYm4koZ0GCsC8F4vU4VPdC4eZ
tNwedIOlpvKGDkmjrUHntje5a8zmqtDnZAwGre7v4acAyigHpMSrAQHdU+t6ThTYg9nqwZRkXeNr
Rq2+Q0SdzPWoMbMIpkEV8y5VNNquSpvWb/xwOciKSSGLCatZ9Ew8qUJjwGwH6WO6Tx81wpegyuiC
zTPy6vK56rTM2BBNMpHQYkvlaSjnVIFWWGWathNWr2sElURUISmHxD7oulIDmzNKjVs8dmTdVGVV
/3CMtCpWoRLGa68fi7dOTzrOsFX/COGrdwiNMhQ+sKFQmMccGe6WuMjMd6E3mauuNHlyvdFObtWk
DWNfCNO1An2S73FJgwembzbXoC4j82drkE4U5Dw7F0Y4omC0qYzpXroQ7glaKfsTSOraT8VK+yUZ
0OlvNfLzrsZsMqgvGtp9u7xXPdJc+qLWDno+xOXKg/f1sxQZxNS2apNHONFgY/uSon+lpOpcUsUT
DLSOiUV+Ct1MazJOCtQbxP6EmUv8dZ/rzslstIApiVshCoWEH3pnLCyCA3DhVU+jDpo8MEMALAFT
BWI+FENIDqVFYc+rdlBYbLWRqtbnPXZ11tnBopnZTgP8d7dIbDiNU/hzhJZi+xIgfMGqniochSzX
uKQYoprN3XCE7ynV7q1JRq5sVkVUBInLvo0orkWRIYQWZfsMYJ/r2wVpZmsgPmQigXaxAstNrceR
bOluFRZ9w8ue9YOygvtKg7hpZBufSxkm2TpkSRvOEjcHJySIXxuCrK116q6srk+pFZuYVFbpEmKi
dvODaTRMYp2pJfs3YdHjkCn6BrgLFjJ36S45b1EfDjFxMZxed57FLPXEbFusbUlUdS/T3I30GuWC
/RKmgCpYCqODhMJwbcAOM4xzENNpoSNjmflNreZTca4osZuRDuElzzyMORlAbLnayuZQtDXiOu33
srGFsib+CvonnFAytUD5RvrKAYEabQevqud1GLphu+k7M+G4ozol4bNERXR+apBNxhbnSJai0qNl
0Y9tFVPBVtq51xa66jeRANKE1T0fVz2jtHKtQEYSK8cT9hKpYsbtTglL09sDWLHe+kTAUCxiGlUr
GNHR9SD08cYrigNtqKZe8dejaWwSED1+5bXQpszemvSVSrZEu651T04LobcF5dOYMly52Wyra2lN
yXshGzcJxnE24n2OnS+CtJwUcryBjtKBj0bmR9uoM5zz0OUEEyB5VN/cIsw551MuntRgubutMQsy
vRxOX9pKGLq8Fr1j3PF6EDfTMiU+zdpKg66l5P05tlb6GEqRSQZcirqurLSOVrDHeH3oet2legXB
OyGs8SnEHZWsvQqiCww8JFdA19I83yYaAUrBmJYOM5E5pROuVQ4MrzZOCMBx85DWLt0S5aZNST5n
c6/UV40UepfE3rGN9/Mg8nGbMP0gHEmW9cVI+th8xtBX7Tkx9BO4A116J+SlNfNJMVCQBxx+1XJX
C6uIgqmsWKsit3Pv3NpT2P6op5LVjBpRRNcMNuLisuW0cZ7AhItXDtS7MyucqlfAz2YUFKLJ372m
mW8tplSz3wNLIjelSXJgTVJDUzaai9XeigFN9Rib4emWOyd0rYQNjZtMT2nqLkYimwyfNZ8CCZ5m
dtLCifLWhWtT9lqjc2DlnB8bC+ecT0gaVmlqvEFuaakqOzEaoLmq0WtpXIFCj/+p/ftbJJyL+q28
Ee3bmzh7qf/H8kdfq3pqkygWH3yWf//ThXxrET69/YP/sPvHpi9/voikKo//zKe/ovtfH/8akeDq
Rbx8+of1B6z/qn9rp2uGAfk/L/fnf/l/+y//xNfcTvXb//yvV+zkYvnboHSXv5JtFrnhf4bh/O/i
rU1eX8p/3LwU1cvxn/uT4gpM/w/mlwRNqEBnFoLov4A4+A9AtTJ5MxcVm4Ou698UV41/ZSKy8lAs
uAYLDH/sTyIOR7Y/GBQuijckM+ai1/07RJyj8Sr8Rj4dwl9r0UagpDuaA7YCnbFpSedGnzV9FTGZ
YYw0iXWWk6Aacmbc/3KP/kLRaSzih18Gj5ApENLjbcJ0YS9mhCNxBPhirynmSt463mSEzMHooPut
FruHmanDyh1MwFbssxuVHvKu8sxo2+HOKFcaj/whDaXwxz6xcEmz/+6NxJjeYOE/Fa4VwTRHtHfd
mlP+THs220ahptAfdmBVG12R7KdUpi+jSTRJoFWluopt9hHLNMuDVcUbLbxfWhAO/a2ZVDxaN0+/
/+5Hk+WPr85k2TI5ReI2Ps7s0XSSQxgdiNsMVwO7sx6v+sl4nFvN+maGfTRVXvAfiyCL4byFygwb
wefprifUvDWEXdyWTiJIE460vcMxdxU6gtED09HqpIeN9o1Kank/jn7bZYiNOAnlEJ4M50jZbYAF
Jx13LG7bxtDoLPbOKhc0PU3mEb5l6dmKzlAW2CI+LZ3xdbK78fb3t/jYSP/xzW10kipWMHB43pHg
TVWjqTX1orhlo9bPowYKwehC+m+t4rxy+MrkIA/rWnGjTazOV2rc9Xtv4EFUM2YYGTrZtciUYWvn
bfaUmTQcJtNJ9ilqx4PtPdFa1jddPMyneTv9TUUwsjEENqgcVQO5Axr8I+VBNPeGkeMuuEnVB1uP
gko56Nl3j8bxC79cxOJXQg3Mxb688JImjpJEmXJjx8XWTt5EUW9ZBbZjev/xU/ytXeIsecWoWL2L
49X+037x273k/8F9YRHe/ud94bxqRfzWlux3bfJSvvxj3+Uv5c/u1x1i+Rv+uUOg/vhDZSEEoo0l
AKffvzYIhDV/8H/ZoHwRQdHE45f8k/Ktq38gzsPTBRGQ7hzby7+2B3YHDcEs8n/DQdaEj/Tv7A6f
1xE2LUT3WPJcDbyv+9VLoClkVI50iC4z3BArVdGenaxBQgfMh5izkvK7hWT5y936ix1ikQ39e4NY
rrkQsD3NZdgLXPxY5Vx3rlMapTZczrKXm0RlaBM3RfHNPnS0Vn1cBssYOmoSdjDaHKNztDrNh0LX
5CV7Dy2ktNjNMbrinFhNECmc4eJOj84YHe7JIrmx8zra/v57al9uLvU1rzmrtIFGF6zO50W6IrVq
IgmgvXQrIXcmgbqbobasDZgdanEaWAfa2PqKtASScxqpo5LIKt+oSNvNNOpCC9TsCb2n7EzjcHcS
yTr6YcA7+uZOHcG6l8qFFgHqOIdVCUnZsXJSnWPstZxjLlN0jRu7ZJZjlZGyHcrC2qEiYsTpodEK
PKM5TxRcBupcP2kxWRmFOf8kaSJ+LXVhnHNiaA6cLsazOEy9HSfnnhakQahk5GIhcTE/mmp/SUjW
8EjXz/WhzECu7jTJuVEtn+10vPnmJ/i8YS1fbfGrU0gh46dAOwa+lcVEKoJh5pcWY6lDU2oj0cRW
cqoOURdw2FKDnh7KuRkWi8dsUjclBqFv9mre1c/POzoMDyAIRhocUZCqjh6DzubAz9H3ciiFfpLn
1kMa6TSqB7vfTM6FN0e0mOz2O4bO1xfAwoqEwA27rYbN7MO096sCDGcEqRlFdDk4U7ygVh9yDtNo
fi0FU2zn0cmMb5yQSquIsm6ltDCrf3/7jzZrbj80dJsvbmFyXthEy1Lwy0coNW/pUpfeBcqtbutE
irni5ISytEyGtRs6+VabbswovehAP0ABBd9Kn4iIQR26VtJUJ5nRoGqX+XSVte4uToqtjmqPokN7
ZGhJ08BvmYN+o577skDhRmBBpoolUGvhSH7+1Jkw62FUdA+7u+fcTNZAG35qwm9EsEe0fm4Ofzu1
/7KE4w764m7Rx6qKKsedL5K02I9Rr2xHjYfUZZ7RZ1a60UQ7viCmIWaEMmu2J7/ogQZ98xN91gl+
fAouDQKJ3wfd6jHdQ8ladBnVrF+URqiek2V8qs5j/iSF514SuWwyCcITe6oXqWnD7pU/LKuxqWtr
x+XBYUzwZFlncecNVSAy1esZ0bT6vrTajil+ivAjFs2yl5jt89y33zmEvq6x+J6Qy3u6hleNE85S
Df3yhBEJRqs889QLmv2nLYXPU2fwbJEpxWySkSY6HtkzKE+brjpzEtMJyW6W4R5hkGpszJjmhMkM
+pkM6O6MYI1Q+NKYorMSQdp3+8Hnymy51bphMepEikwBSCLi58/KfCorulKKCyMtmmvdssR2aEKk
BFGmbRQlUlofmdBJiSjtDnULN7DQqslPpLvEEqWyCzJziTKvi1RcKI7RMFMoSS/+eCL+f1n3X4tt
5T+XdUFVZX9ZyvGn/vuwbzl/YCHCK/KBOvx02LetPyi3McezizIJXkxj/x3Z4v4BLA07OTMcHYsC
/YB/VXOKrv1BcM+CKcBQD+UP3MTfwN8uW8m/Syt6DEs9R7VhYS7W4cIcqc9po1k9kezGdacAkkgy
JCMmNrItQP0Q9S2PNyoNrLbz/M1G+3nJ/LgwYmPc5otzjUP4sgf+8hoWE42MLmqRAJRhtaocwmJn
Z/6uUvm8ky4tFOo4NtGlZQLyyTI+X8UqZdoXvVCvGKqcISh54/iPikIZD9nwk7Dp8uCg3/rlIfiL
avXzS/v1mkdbWNXlbT2mqnrVxSEJA5GzXWbYm1qNLt26/eZinyvGf17MpLmMf8Ay2RqObmOlFLQ/
oNJc4XlXV17Wm+smJ9scN958UxCivPn9lzvagz4uiEENe6qOU5v7e/TtJPDQNhSOftVG2TXSD2Qg
YbMvs2wfKcMtjRZln5AC2JhkN59bYv6Oi6ctT+SnJxYPDUbSxSEEwIsj/eeftDLoOXpovq+4lHHa
m/p5Qn9+2yiDsxuqvkYs3nn4ISudDn8pbrINzhEEr3WZPhCSuFf28DzENyaOL7+5rhMbwV1xVQ5F
1DCfP1TELqnVeeJcziZa2aRj0C3yzvMd8F87FybhNz/717vABXGMOxQbCw/z+HdvJSxCBGb2ZWkh
TZ/c5KbV4MkD8N+gDB+wRujzbV6OhB6QvUbIZuAMQxIo9VTvdfZa3KDVTdQTfvn75+PLesLncmzH
gCOh4yY49v2p+pgNhTc7l5XarGVu7U0RPhdp36wpPLVtbKunfTunuwmr7neMpC9PBtf2GDHbUEcw
xh1T9No8crpecm0n6k6JOXz3qOTvtGjc8GnHB8frL2Lhl9vZas01Prdo72lyWzkGRyg5TaeEV/+Z
kPsf3ep/9VwQsGXRXOFppY3z+blAljsScKfzM9VtdknvlyTRqH/LFPOp7NzvYFvHNx+GOU8DhF8V
duly+z9fbUjC0OT0ZF27Xv8CJGLfLlmTSnM7jvpzPIu7EYiNKOdvC9PjxdxjezMw7n10j8gyOlqF
hiSu61DM2jXh1Amj0wwHtkkmVoRe91wqp41YS/IKrALOF8l/CcEz8un3D97HhvHruvDxGZBa6ouH
Hj/y8nT8sqFUEfn086Br16ii3TNGRbHxw9Q3vX0OZopn4d2xEdgi38QXHdQIfvbhTADINweYLy/m
8cc4Wp7yNpnyiE38Onq3zU37qgHjjFetDBTnYANoQi7WBPmL3cIBPpjK6pu7cLwfHF/+6BEQVVSE
6sTlh3yVaLtI30kmVcgRnYtB2UV3puYzNG3nu7xcMd3OL7vYj9+++RCfz9A86Mvj8MtPcfQ44BUt
Odmp2FTsIrCaJ4kEs3epVcfXUr2ql9m6R6QtDsXfXxjy/+e94ePCOOLZ9LG6mM7x5qQyjZqSXL9G
d5fFgaliriDmMbDHrZyvQzxilrFja0D/fYaG3G+H57k6L83DNGyG/NaJUMEbO2ncxP2qqA+JuS+y
ILLP9O/6uh911ZenlfcFj/IS5mwePyaW0rdVZmjXWbsZvS0KzwtUuO4YIKklSNWpVmNNfO66vKGI
b17le7dHzMaBj7os39Tltulx9eO49+ESkuyxse67arUkVhJ3ogVev0Oa/c3d/Xzw++fPipydRYZq
ERvc0WJWx25YIHHXr7NyC0dhemn100j6SvnkmGvUe0nkO7vE5MOvmxQIwmqOrubhblTWzGpo8Xyz
55p/9Zj9+nmOfu2RINiyUno+zxSkRTAhDDh35VmUredkYyOzirBin3XRHvdaPG6K5i41dhohoW5/
ET0vEaT5VaGeWOoOZ5FibTL1IRmQfSDsOzjOWrbmSWOSVba16R88EseUhzu79dXr4rscvuMydXlu
f/0mR2uXpwrRK4I7m8zPwsP/ucmLbei+9NO9YVz+/mf8UsHBN3NNRm6ksxl0K45bLKYSM0EsTe3a
E4F9ZWyKXbUNd96Z9+wcmu/I5192hqOLHX0zhOimE+Psve4HPCj8zxftOrE9v3DWToVA2ffKQxZv
zeyEOG4jDBTqJ4RZybCrpoORXsj+XGhrFXXMaROvC0IIr9TTOVuPg48PYMjR2/jaTXKDQgB7Yvdo
bioNzOlZSrhvXYFGHW7B3c/yLE7XKTqr6dSIkHD7yesSoaZc699hcL7uAB9fGfQgZSD0oOM9n2rT
VMxy0q6nrVcxOQwKa6O9Go+LL0vfhMmW/rh0SJI6bbIAR8Pvf17ry1uxXH4BEtDm+Jgvf94HFTRO
Xlpzx71omxp+umjaVssKbJE2y6azntLz0tpWtDw2o7UjT3z8SaNmcFdC88vqbKBJEG4GLAl6ek8W
s5L7YUhj4aqUK5N3LT+du3u38s0bfZcgxM/W7RuiFL149KrrSGGMuokxQri3s3ai1jsEGhWq6O9W
+i9r0ce3pGQ0CG/xYG99/pZdTYTyzGz6Oo/JLw4yHAwv0A6re/R4cR302lkTbfTxUIZBfd5LVI7k
xgdjt0ltLAUE5n1z2z/QEp8W9KMPdLTxhgLxTTeO2jXRzEkTKPp9ap4O2Spm2hzI/KwRFzK5kPah
T080+8AIg2x5/QbNJgGlGrrcZQjrOxGR9quy5OiyGvlRSj+6cFFQVUH/o7t3XiEhXsdX1osd+s4N
T1c47zc2WGFCDZFDXrub8NHWfeNeQwBl++Y7W4tr+cN9cU4N4F14lyl5bMVmkIGuBPCAOSTVB+Xn
7x/Bj1nyl3tB/5YTmsPA6UvbCh81uVWDdq3ceBfWa/rTQ7jzo9BPhLlXtY2tbHqW69P2YL21sx+l
fnPBdy9eKMS9Rywe1QvZ8cW5uDbW9X1x2+yt9/acRw7JdPnYgztj03lNrsvT8IQGsHLVnXb76rvT
xHHp/rFMQuaC50a/FeHF5ydMhyYsRo8vwc3FqiSNICSq61ypV227xQ6jZVDWfeeNcL2m5FQB1+j3
t1H/Us7zSC2HPLg6CxTmmGYydGiN7DjWr/8Pe+exJDeypel36T2uQYvFbACETM0kI0huYBRFaK3x
9P0ha+7cDER2wKrXY0Yrbsro4Q4XR/wi+I0fXv0FmR8E9OGuqFgTwKa1E2g1FpB/B/dy8atsg4T+
nH3ig7aHtHAzfAFVMpsHsN9A0ybXWJM9mvEoF7n4vEZIvs/tKhIusqjLNbJSoyp0kzWqtuJoY605
fOb91142UejUz82XVeeEtQEXkWWFUaUAfkn6lFWkErYO0MMtZvM2txrt6QFpGURQqmzltlmd52Iv
ZHHmmfBFpE/el+kXTpj9Y/uX+Vl6iX50P6xTshI/f/jd/7OqyxaUgAH436P5JzDZguKYP+TfWuB0
kxOuiQ18vMneDXaFMGh0iO2kbuOELfpBafHJe8rzmrgSkkn+NTBSe1AB1xqbHAqGuFUxOjS3ID8H
73Nr7HP52Zr2hfcoar6tVSc1e1DZbh2Zl/bkla85nLvb5+LDAObdrtPnTfIu0wPqKrRKyFVbGi7m
C+OXLN/nSOKHtkLt+xftKQi0K2POccrySns/5iL2hdaT6H7AmB7fQQJYvRGsbVa/EmMK3gbwo+Fm
nyKIs6BannGsXRn+o+eOuoqIXhN1X/qSl1OG5o6z4JTKn7w/4g9/PHrfLGmT/SzuJNUWmqdwTZTk
rYx3Nd//DLjsRMt+l9VWXsqfdHguJpLhjoZp4fgZY75RK21IZ/hU7jL5ziDOikV9C1Xv9pyvcrn5
bnn3CxYbs6usWlUMptx9rjKbtAhmyawAEH++Pc5V7D2HDyQ3IOrmiuZbPPV+N/lVD13QE1/7gZyx
shHwHmFCpR4cedkOrW+3h7uuUyzGW84rbjOjChkvHjc4Rrbppul2SQlZ3ZlEJ0FLFrXN8iUxUBR3
tC/dC2x9fRPGK9nT2rQXh6inxej1HT/DlI6m6eCPmdZHyf8WZk66KmlyfcssJr04PvCmJ9MLGA2s
OQDkEs2NehugKKHBxIJiten0p/QBiRAPVu1wEL9lia2goYVyeYC5u80fX9yOkEJzp9JRg6KkSRkf
/vr29ud5KxJebPzFL1UvT5oWe6hw5PzSBNpd4/gFXKLNBC+QSuFjUB/8/A7cx1g6s9xGtcs4EEMn
29r4q1Qf4fQQLIdkwGjBFhQTqoceFGP5GFcUwFyMoNAd4B69D6aWHvquxTRV4+HSIT4njl62Tju6
ibDPpdyB1mmXxmva/b49w6XYqgHCkngZtVWFYjVtn0XorAloeIUyM+yyp++F1TsqiHD9UBloQX5T
4oNFaj89JwPqLGvv6FVushh6GS+YoSUGIkMH6sawdlHPIiDg4uJiWnMUZHRG1oa8ujkXQy4ihgzc
wP/9nsl9Lh5EZ+iOnbUV9d8GEAfxQbE2Rr1yXb8pEC03EdpR4ozD0mbfg8tNFMCixY91lF6pwjXl
QRVhgANppzizBauOrDFJ63gSuDktVw6PUbw1UEqiEtdvZdXuGl7NQwpsvp2rQFFgR4LjGRs5clGD
0D7136wH0Tx4uFF/h5/LXsQ6ilUMkIghL5Pt7lNFp9rbialjPZhIrghuDQvvLVANMzsw760CAQb1
jHs3VD2zcnqcGddUzd/8o65XATwvvSLQJEuUUGJFrexjbfOKCTTjQf7077s/upNNW8N7slRHzKBA
7FRMZ3+2kBtDl+NTnYfj4FAgMD8LnwA3JSYL8ECABztTNPdKvW3NffjN/xw/pJxLe4AZggNZtwtA
PtWoX9h6YfstjKQvFhxp9U8rHAHt4Bjet1uYjyEcgB2lIqRb1HOAWof/l5cdUFjpqAqvOWxdRXJs
PhkhrH+vwOKShfcHgDliv9fyS4NNdLcLhb1++FGmpi0Jh9sHe+mo93aw34+2uGQDwRyFTGe9KbIc
ql8GnxpyYl8SP+Y+N5mD97vwV5LYJZIb2U4maD6SY5JX/aq+o3bBQ+P9jNcqQMvAaV6C+aoByDhr
SC+WAKybGMZTJL2CFlRqCMsOecntiV8HK/MYGnL2/PMMtKy4ZGUMC6wapFcjsFFrESyb1Lj5nfz0
ZTvyHHx+JrzOUfD19/759tgLwBJxw2LsxXuhDArWxCljQwtST8YZugwKOoWtnTsEatABt5vRRoYI
8afYqSXHP3vUVPYxa+3b4goO6aNH/f1CLKptviXmGMv30ivO9VPq5C8IBYm1WyFftBI+XKdEi3kv
XpHMmkYhrSbptR6zPfQqir5T50KoMRFa4FUXSFy2gvgwtisv9OrIi0ckTkf0DDwmWZUuBa5ysP1+
0/dOTYYCNqdwSxMFMRe5odufenWbLZ6SNMZYBWyX9Kp/b0/VN/YY+jOmHWW2cBL+CtCCKN1kgCyx
NvB8cK8u0nf7exH9a3Ua4UvBWmsKigmu2mGRtRMfCSCVp/GH+lc77AqFLz2tbKcFzvPfm3tut4M2
o6m7iFWtxGiUrhcl+iFOVLkKknsjRto7zWrc8btuwnULPlf5V0wSbTX6Ffqv45epOFbKt1KS7FR6
Bto/efRiaQV6ip3Kji6PtgKfW5ExsSo2t7/Qx9v/Pz93cdcEiIt0DSO/ehQBVKfgnakPnnSi/diW
K2rn11nofADm4hYYOKCaymI3NLNdWqEW0mvWbEpdsvticCSVXgFQg/sACqYXbovguFr6fOPfXO2G
dwMvdgOq0mbRajmzJGxPbN5A2kYlFkryxtQdEQYqTiWdO51phMTytkGVunXj2M3Ar07IfGxaya1b
wKtuEB/G4U6mGd7s1Gir6Pe68dKpr364jbpD1x+19mEadl69cmF/+Cz+ZwZvjZ13KZeZhZJQozBF
GOg0VKYr9gfV0DH61gxgrol3Yvf2zrguSb59LTAjaODzHi0BGomEVm/fEJEFxkGZNBvf+VpqyT8y
V00OMjo20FLbXYl3pLof63Q7kANKiqOn26TaJtlJSx+S5GHmxTeuFj4N04MpO53gKqiDFYeyf5iF
II38XInfwvYB158p+Zqohyo7yOY+MUs7nu6LFMZ7Um6yiHo5Mla69Cnw7sP6dWWyV+eABgAyA6CB
AOkrEAUuw0+cM8JAR0rp1SoeckI71cSbqKHMbO7SU2UdjOYlKp44rWl656cHI9pOCW3ZF622Cx0a
s5MVTh+61l+N5Sh/pHGDQUEsuy2xGkEYwQOU2g2SU0FG3nbX7IrEKbcJQjrVtjYO/Vf5ToRRSZsN
EIxrZi+3p/fWxb04AIvpLR4AQcMQpauZnjpAMSdDdOrSyX+YjnC0Dl289Uu08GBov1BFNpAEnDY+
EkkaBamtWm0pqSENR/SJtaokbzzfsfo/keBWMoo6bqvscDRCNwaN+KIAbLxBomXYq9lrhfZM4vT1
vkGsCPVspPMfU8ORoDDLbmWi6uik01aPf6TtppEfKLHXqBfILh3bKrVbxaaeFiKKyvJ9H0q7+E76
im5RUky27jmqua20c2GtGXPN4cfVWkEmwZjKpG60pE5UUiiBtPEJjdTNKG9FjBKm5jnzCxuzXvSp
c9Wp22cUsaY59h6OerNSzJw/xq0fML9t78561cl9o0O3fjWjvVl+KZpHQ0d14A7369vb4jqvnbfF
u6kuI7FCU8BEEWyL3qYhtRzHr5L+IhuHElHC/Gh5+xg1uxCre7fO9yuDX11pi8EXkZeYKuXgzXuy
HB3a0TouLWyG4SjOpIj7ujtoCJANkMiPYbWToke/2umVY2X2wLO4VjpbAPl5txe/ZnEBTJWaSV4U
SK9pdtcYe5PuRLtRX/Pf4PZK4AP1Wkx2FaEsBlwcSRA9ajUhivYKwDEbf5fdIUVFUFfOYvopG92y
fmnTr6w6oYs3rBFIrxMf+ucwVhXNwlMI1+vlHqsh1meTGr+moNEJvpFpUps03CCGCckc/ZMJDg/J
ZfvdL63gLp7TL4Tierc2yIYyTdN2Y+U99hXSruo4/jFlQNSSJMBi1r8T8407JR1/Bf4WJwDjgRfr
81RX1UqwdXVSmcTsWwHfS4NataQpzq16Qwml+LXKZlCFXg6bgWdrt7JRr+ohJKOoWysoaYO7BXh7
eR4bY0B5wzeC19LUvw15Om2Q+AXgm6MyXMceoiSSem9xqwFPo3Pa0lRXurW5XofSb78C+OjMesVL
blEgwWct931vDF71gVZmXPvw4RGDyNpaP6iVm+Pct7dmcVgy9DTfC8I9otyvRil9aftwWtm982l4
d0UBswdkPbt2ICctQ35ZRHLlMJQNWhD+KwJjMroKyStyJnB+G/9PX1WrFJfFWZmHg+9LAW4G9gMW
XQyHh6gmTlbO3DvlXseIZyspSH+VjfzFS3w7KdRw38gKSg5Z+gPaMxgGMRfuanH6muPGZBedIdjI
EpZI46e/aID6bavtSxQX7XRA9jbkYpE0WGqBriUrUe8bBWixVnMXApYcwCXsihfbB0lNKGEgHz7J
A62PqaR8WEmZurW8+OA1yYMmGAgo+0gBl0IauKafClu/oodUlPh0GHp+GvMyRjJHPsg4Ge5Qb9KD
UXAjY4gQYmmRqVDWvq98/YHfYFagQ+nnaoa2iJj70Ws9hE7F10GXHgOE4PoSAY3eDOs75CQ+C2Es
vMioPdF1HxCFCYpsk9WyuIvM/hG5iuZuGCgWAi+9x65pPLSKhLCk9hCC67ZHUQyePebpoM9AFKBr
3WMgtj28NzFy8jSanNsneHnbsX90AFgWFku02GHhLO7aRm8jK9TE+rWLrHIXBaw+4r0hwUVmbLQq
BIgVfTV0qd3KNbGR5wOkMdIYFFxOzFZl7XAUBFR8KzrLWVx7j1FICc6f9C3SPA5U1vKlkWcpaGlM
t+jSmHYuzFoiA9n17akseyFApQGLQvji/GGMAJr58jIS+8HqrLSwPkVFld8JYf9FJtRMdeNRYyM5
uV7UThK2e22iVqogS/WYBgBasE+Kj4kUb5CkiY5Kgp6Z0eQucKfIlRWe+7ef+f/5Lf81i0j8z/yW
bRiF7ynK8//9b16LYf6L4w+jfsbZ9n/Vzf/5L3AS/8LxWeFWN0DlmHPh5t+EFkn+F9Q4qIXEoJAV
ZoWK/6deAaGFuI1HAMTUnJnJyj8htFyVhwhz4XnwwM2wiZk9ebmnSjNBrJidfxqVcjxCSqi/doEq
/MzqSnsKlGx6inUkBT3ytUeBHX9AlxTlrVJOntEQopv5bsme/74a3/uVXdUJ+D0a7GXkB7ChhYSy
OK48toEv9oJxUuVIOTRqjthcEuV36mRYdmeZiKYLeUZpWjY3yd9qUMXsoBunK5XYZYDBD5mpAuh7
zF0fhCAuF8abZMXLrFY6eVmVbFCIqxGQn+r97fleYXBnICMFf7jqHGwF34TLYcZEF7xG7ryTwGuG
lC3ey2YqTs4UGKCcvMbcDXpzx8WAqnw99X8NRRWgeKghMxjFEXiyKtmmUtnuhtQHB4XN7MHsPW+f
dZa8a9DVRJCqG+70RBi2CNqpWwnFhi9pU6RoN6WRtVGziqdRkdfY2cuLFyUGKPkQX2YyF14dy9BJ
Gxs57WghI8Cd3aGkSR2gesyl8L7MyPGMbA8j2kZy0C3y3CmD0FFGIHMtnfKh3Ac+EbjobbmfsKgw
IHLn2ygy9kPevTYaOang7QSZzEFYqdRef/b5VyMJgEAMjHJz8WLL3P9K3zTmKZD1ci+YaPqPRbnW
8vpwFCBAkCcN/MWXLibp4OW6GWbmadRm6bwI9PGIxuBKpHaFrXzDQhHpEyZT6ocidrm5fAS6AzmR
gzME3/AFqzzd38G2Ajoa+0n9UqEFK24VMwpPY1W0PAlyXz0ghY4mqg4Vstw0ldxPUKRKv0XdW0/z
TWqNU7TyOz9YDawDcetUNXjUGK5c/sw4qTByN1LvFBWFsLEEEN0yjgMrV8tHR419qLLgokpgsTzR
fVGJiC8J3glSiLTv8rC4K2WxoK+mNTzfiH0XdVRvoqiod/hPmc7YlPKrVcbZN00OR1cgEnUQg0I9
Mc9+h3By9z2J1HPU6KiMB13jjK2u0CysQexN3eRGhS5txzbN3DyGVJeO03CUUfD6p1WL+TOr5EEy
JtcAzpfrl6WhLAN38U6il/RHZJLRk6vGn7xA8c5EjNZpczTE2wE4cVTG1UNm5KWd54n6SYgAV7YI
zDtaiNzn7bttfjreBb+zxyseWEQryKVwhy77TNrgU0lD3PTsy6p/N4QSQaEgKnemB/F8rOgxcq1V
D3WKatHtkRcR7N8jA9imdElJD6bf5YZqlKnVwyDyz6mZ3kOS118NIUJxxIPNFulrZnTzk7ScJxko
IAEZ2CHjXY6m9TATwPkHZ7TaKVLkBmDVXvEdL09rtygLiqBhqaw8HMsKymygC2R51pSYYwdlXoJ3
hSIfXrZp5ZZ58mCsPgazYUWmqJkjq1n+FXqogTZodlbaadppXd+tnNh5SospQyVEd4vzquDBt3il
I2lCLTksuL/8Dkc1HXcAMc+cZIzXujlXpeh5ojC1UPgyZQuxl8VQJcovWqKFFv4RVTvBz6v1nY+6
yc+ubIN9qfT3Rm8ae6kvf5p02V68VtpP1aC5lm/86cS0dOG/5c9KKH9vB2/aC3iJEVcZ20mQW3tE
Axg8cCZsEzX+E6tW+Kio0M6kLNacCG0XZBK86k5rlfMkjuKmwOmQUhlNAKkVjLuwzsPNaFbF3SRR
R5MnfaMa7XOZWNUhT3Fz7fMw/THmmuU0otYc8qr3t0NdCK6FDjwNkEkBYz6uebN/sCONmXSi4vdk
yuBNLzdHbeCF1BWDcYK6iEB9RxE9Tb2Ymmo6HScdbDAC32tAww92JLAwk4Rr1kOD2Hk5aKT5YqEU
ugUHI9fvh05XXMnIhD2q1sMhH0f8XSaQ7zOMDaRj364ciA+2pMlVQwhFZkRlYnEKG00clSaJ2SeB
ItptKjfPheK/SGmer0SGV/VC/n1TngOEGRLEQzJffO/OXhXGkW6NgXXSwyl7NluxdZFRE91ar3Nb
Rj93GxuoQfbmqDhI9Nc2KmnjSmnhOlDmRygI8BAqA/szlqWFIa37XtBy4ZTg7+lW6F3fo8ta7uIK
uxLPUKojzisKlm/huKfAYG3bIA/2tVgGK5W4Dy5bPjrIax5wtGCWlThEGdVBywvjNNRSslMJTW0r
yvPHaNQ+NZMobW7f7R/sbTDeCuJs7DJEjhbBAmxdtcsyxTxVIZB/bBy9bWTm4r2gjPouiUb5sbf0
37fHvApQmJZKFsZjBmwC6vLlB++TvppUqTdPtRjomzHMflRDbK48WlcVeRJ6eGI8Iog2ibPMwOUo
jUFyHzd9eM4F6rL5VCKLEmNF1fe6/skzqnovKdZw9NOS96yqw10gycKxCK3mMS1hsneUKda2+rL+
yW+Ci8sLOZPXZ/2iy9+EKDaaOnlNaNFmGSS1sbuPun7CbdlLEDkexV2gKOPGC8uQUqDZH+te6ncU
CNdc7D7Y78hZ8QjMIhDEbsuQOc8ljIFy/LcQtwLFjLfOHiJ790Ta6n3Hq6nbhIOR7XKKiXstSONj
1oE8Rmy22d3eDNdhDZVnmP2Ux/gtJOmXS4LYuSgPXhmeNSEqc3dsYukzfpukwjUuKhgYEfChQJ/6
wbkx23zNA/0KHIocCwmpOgd8YJvJHS/HV4e89DsLmX4vLicnL2Rl06N045gqfT2i037fC153pjBL
wzue4D56VgluNTPPkadiMTd09XesaIunWJX913YUaYk3SXWsJ95CgMzpc1ibtZvpgWC3umfY3ThU
+zKRIQ6lmrSLLAQCMrRo3CipOhdRHX0lcry+UgAKcKMQq9OIo858OUU02IMxl8T0XOYershVIu90
2fKxNCiKDX5ng3P7k16fbxJrAtXZMnMWklrscq1KproAmn3W0g4tzWxCtFcI1JUX6jodg95DScHi
fM+ZpbEYRi8TzEksJT+P+mjafqkd5dSCHpFPA6Zso+KW09DSMc6Ep1Tr/V0Z1r/7UBZ/RXESHrDL
SraZWYcnWVO8ld92/XqSoUOD4xIn+7mKsvI0EZpUzuJzLpXjLhFTtJKrXHkRCzhttxf7+vzQeCRO
Jk5gNEh3lx+3UtpiQMU4O09jlj33FSLo7RiVgO+KfhfUZvgiyU27DZFFWLthr28zEOuzB+tMp+bZ
XMSSPXiHepLr5ByiiPDqa1wQigHhVmz0UcYYKv8ZeaAYiBzz342H2YKBwYzj16Bzbq/B9QafkzVY
h2BiFPRG5g35LoIosddDGF3LzgIKgQ6a4KmtQ7A0MqvA6bBYw2Jd12JmN2KdUt+MLZy1dC/H0+Q0
iTI5zc64Rg3nBlloaJVic4caOFp0ptG9lFLPQU8rcRPIEbWVIS1tMSrle2NIpr3ooQpgBWTHWZAK
x7AYiGyiXrG1JPQf6H1h3aPr2k5L8SOL4NTb1tgOd4peVC9FiZLG7eW7jgG4xVk6tGDnQvgyk/fz
RPTgDwbneuiTz3VkQKhSfdPtysradXJduZMWmWsR17xIl0kPVQMNuQzWkf8uQTE4Opth4CXRmccy
fvYSyThiT0bfQ/tu6j8rMavwD4tGhLHT7hH57TWG2/UtBXWMIiGSx2+138XurRtZ7K0oTc68j42r
jghY9QGWnrfX9vomYBR64mxOMDG8NZdbZUxFY9JLIz6rYg1QJRi6uzgqjB1ibmtqPB8OReQ6O4bx
NcXlTRDoxtC3SXJO8jy1a2x2XCVSvkQa7Knbk/ogttLJzVWE4Lh/ZyD/5azQhNUFbYzTc4/j5Vai
NoD5VVnvjV7pbTMW9F1bt18FA67W2IzNcxsP9LTbHjcOXUVlPbP6lRT6+muiVkbBYCblElwtJWnC
eBAqFUejMz4e1i6lhudMlrCWqF+fFCjrBsgmHbohj+piifHakcZC6tMzNI3wvjM6HToazjl1HqR7
S201VxhAyd9e7avbDelU+hYWwjbwYnDIvVzsik2VTIE5ntFQ+6vVqmDbmpO6KaJJ2cRVm6y8Xdf5
GOOhQ0rkTKOVxv/84ry7TZEsNhsxzqdzmybhZsAPc0NJlRq4X2ZHH/lHW5jA9QXK0N5nLY3LFsuo
w+05X31OhGS4zjmZCP2Br1j8BnkOTk1Plc+9AfEgMzqwS0gzrhzOq885o5LmeVoiNT96JJczpRZU
ZiJOa+dOrsKDgAnIvTiMvQscYtr6mBvtm7KIVg7P5eckzKTbxLpiaT8XkZEwvBw0ltS+ak2r/uJr
+r3URi+4SUFFCaRTmKV/bi/j4qX6ezBU1jCrNvig/O7LwUZ1bFKp8NsvKbpDCa4JWgG6o4p30AYM
p8ktohOz0UEtc0lYlaQ++Wj+bWJD0A55I3tbdaqynRh5Os4BzehIQVfvYqxI4WnBwlTFTLontPMI
ecfMJYuKdmY2mrtSqzXc6eph5dVYyG4wIRNZOr6XSG0EWNlSrj3k8Al41ransRDSYyrEwsZnozx4
SZna2BrIGwtjPwczX+wkfeoloF5qZGhojqhaYpwaQw43KJQXmwx3VTCrvKZxmsUn0Uhm762+emRf
m8dk0MxNU/fxq0Aou8FzyHAnFRJ2ZITCHd2MP0NkDbsSb7SzHBnQHEQwyCZwfDD3Q5lT8jLio4oA
1Z3p0/meAk3ahIlYgO3sDRdPtzXxq8sj8/fKAGiZ99ccDy9570nTS2NpGu2pryNcwvRGsYueoW7v
qEXUPQ9DvMfOJbMWaelccTO9ILUwnxJPY2fKzB+rbWPIVLft8u7rNMadnU6hti0rQdt7OLPMOyMk
AEJVXyYTua/TKt1WrQ6GWzGKlV93vQYqBWMiCnYvKlRLdVATx7Ax1Xt+nJVBgJMGyaH1Za2c4LdT
85/Q5e81mJUTwezwANJxujxVWYQIcNhq4snsfYh1XGTA4tsKYpWaPNG0Zq6SF5gbRZmtxfOu/C7K
cA8nYYTWp4k5ZpKt7niFKaEgosWPNBz6lZW4LB/OP5FC2lxsQLSagvYbPerdJa4GYSeGpiCd4kjT
XHI0AKphD0NB0jqgLtmw9zDq2rWC/9usOSa3d8llKPL36IRVtMhogc9dqMsFKrw8EHLdl0+JOUTH
1gCRE/pUK1N0wFY+xtV1SuWK6BVFGaqkEgnQ5VBeU0xVkWTKibQCL+hW8lwCWkzGCuSyUwL0lYVd
tPjf5kYyTTiHsJpFKWcxoEL/d+DNVyjWe+q3MVWVg4jf0pM1A3I06gluNKLRQ4tfOQjCpDpylXrb
qY3j5zjGd/z2Sn80faoLIGpQiTB4LS+nH4ixELI4yinsi9GlFK7ZA6mQrcSN6matka2M98GXZcdT
CDfoLs7OEZfjyTiX+HFpKCcueO+OCJE9lA/So2qI6dpKzy/h5THDE3x+mN8YDhShL8fSZmP6DvO+
U1vnxtNEidjtekyNe1/fTGpvAHUqxLNo4DapJIm0Ly08yshXR0o21WcZeKEb/VR2NcrmGwFDYmh5
0tqD9OFv5IyhSA/wAwDK5W/UkzQoJk+VTn0nq59UJRse+jpPNmPR+luTru82jXLDzbsper795eeV
vlodkHwGpAKNjs7iSwjkTr6aWRJ3nSxv+1jut3i/V4d/PAqlDBwggDXxlznvh3f3iGaAbJ1CQT2Z
TSDZkUkptQ6SVYbE9VxmmwlgG3SUkW5ZnCljCCIr8BNkxKhabvCK/Fyp3VpF+IOtqxK542sAIG+u
sF9ORRLwhTL7UTtJeqAffFHw92qbZ3c69gEv/3zVEJnD8kDiYsLT5nIoPKSojk0M1WSBB5SSpmWm
pO1K+PrB3qN6O8uhYiMzt4UvRyEJC/S2GtRTSKCzm3zD2KV5pL30Yx/fjfiNwzmmZ61Ulrh2NN/u
lcXu05ECJzSntAjGY7Hvo1xvog5A/ElqBwtehodx3yZKG/8HXssEWwGPCoQtbA3uwrCLvlSNYH6i
hlUecXszfxEXlw9YdFtnKfCRTJk6yfuBtbzw4ita8dQUiVmj7WZsG1Wkux6VRujh4RpNPyHgRbDN
NDH+MRFzShsdWKSJG69OhYC+bXGPi6K/Vcou4hHopbiwo8KsfiBCTDFSCDXzDu9zbYN+FQxVUyMx
HVuvCNxmKobKtqpG++WFnvHTKrtKsWvMyiL83JpRuQ+CUHbwQ0fUMNHaIt9IRq2Xd1VCMX02txN/
qEpn/BbUptA2wzT0e6TShcaJpbxMXD+I69dRbcJXRW0LlW5e7j17Sv0Q5HGeOI0y4nBUNarxa9ad
hSZS1P2GgLEPd9HkUzyOJDw00SPIoztLi3vL9iy8ah09k5r7uPSgUJSUzStnEDPj29izLe22kk1U
t0MJGNCoECt7SVdPmzoZUKUr8bt9LInEdkXVE8KUtTo1dmto1bmJTapRJb3wYNuXPc+pNnjZjykF
J9TQKPMPWS+zfp4yKr+7oaHsRVjH5Vtn+mNJMy+EWtJmFVbpPRIsuRVFMzQ4h4uiTYEY7mWx9V47
lh8eUpx1WLYLmP62qA+EODg+zXkKFHNe9EPnZ9VvxZsR/Upa5DFiBZ0s2rXutV/kJBoyl+Sk+YLl
ZB/vGqlpv5qDqe0jedAkBBcr43ccJNO9MtTo4BaF0RCb5fgu2VOTxYTt4RigZQgmBxKYViYOltDT
Qe2mgsY0QmrPVdrsjHFQ5f0Y1bP8euspKVjnavzalYJsOGLqS0eM5vIBxRoNNLsc+dh1JLJXfpPZ
jyTKEoY/E97XpWMIVRXCyy3qP30+UFmTEIzEAFmclLOJSisKL9OEOxCo2PvGF8XYxVzdiF1VH8wn
uSk8B7uS4KuUpgq+U2anb/0mi1qHQnZNxoZr7p/bN9llivwW7fDSAwqgjybOLYTLO0aYOqGjoAmg
jrfly5CPAN2schDQpWfzQyjy/E2bqeH29rAfhNhApRWq+vTK5q7Z4kVIjLoYAk/zTig8aQ/YDZZn
KxOg63Va9aesNA88SBttfFp6btG3pdslqrf3U1l9wbouQzYG0v9YkvtxJM1jnOM1fPsnLleGriK3
uEEPU9V5fZe5Rlt5spJncXOKtS58jP062ZhdZDjqVMPqimeJwwoP6X8+KI5WEjUEKorU+S4/B7Lt
wLHatCPaNSInkvGAz3152ojBZrS2Rpf9vj3eMrycJ0l9kG7l/BG0JeioK+R2HISyO0mej3SaGmzB
p6OnmkvVHlDQyuzky5owkPI50uApoxNIAZQS4+X0SjXTR6XTulM/df1W1afGTcC1PgV52O0jXgan
ho+8UaywQqkm8vYBOR7SaIrsRNgYuw1NbMcIEmvDD4fqSNPREYDBb4Iwqh8sHIfdqR3Hldfwg50A
fGGOXt7aa0sAg5rUtRVoYX+K5VFHvEc1n6VAxlVdyKS9XLbeJuixof/HX0aZIxnqrzSUQUNfLhXl
lz5pyqw/WWVV7kdTEPYdWD8b/GnvRk2XrgT+H+yEGU1ozl4jCuSRRfTUxUlTK7iCnnxf/xRGckk3
1NecuLCOvjpWK6PNv/59eMFGQNHNpAo1Z/GkeIvZId3eU6YaTnUlwBYOAggE2JmufLgP5sR8KCYR
vVMBXFKBOwWAdjyUwylryt7BozQ9Nr3+ieeguSNFXzu8Hw5n8K2Q5pQAuC12N+GaaPihPJxwLk9R
PELzSQMOfRiF4jeFp3zlNH2whhTJQNYQpVH9W+IY86Hre2/KxhNyS8EWsHK+xXFO+vKP9yGvg2HN
WhTS3Eq//FJIfpgexkvjSWy0H7hGP1ty95c/Dn8ZQ5dtbo/11olabAtAvgrXEf1lbCgW2YgfmMZQ
gB45pcbYunKMMyp8pGnTRbW6G40i2PdEXLZgduGh60KUQzNlcI0g8506CRWnELXAzYgRbv+uZWZB
wQ1GDAkqhXr26tu19i5JssJEqNBcbU+C33XbwowUF+UZcy/mPPm3h7oqP8xjITIygzLh4oCqv1xv
mnNaGHpme2oJwW1A28LnEv+q+77Qi41S54AWlAEsqIXYCZ6P43FQ62LnTUVyaIjEd/+bn8O9QLme
hhDd0MufkyCDLOZq0FEPEMrDJPP0AtWYqTLqYI8Ttae6yxVA+GD2ZG9AA7edSreVsnqP+3y/Ap6S
r/c8q4MX3bzj5+BhsTpFh9G00QiUh0Fa34kdXAttIJS1ACS4OjbnthqkFLTHxMSXJuweh9CzdqWJ
jIaHjblTQSE1pibdWfRyHVOI5ad6SsyNVmjCY1tnyXFKZFj5kNQcIIA4KgeQmpsk71egQvMPvdzp
WOZRV1De5gNt4nJdWyvt8EL3u5OcTDC5ckt5jFVSrCBoRNsMLM9J6CPcqZF6uv1FF+Lg8xusAPVl
7SDYAcl5KwC/28xip1S80Hl34upABVwYp8/AUwmPBwNxH2hfbl3BZ+81kA3/Tdl5LTeObGv6VU7M
PXbAm4iZuQBBI8qQUkkqc4OoLgNvE/7p54N27zhFUEeYvupoVwATmSuX+Y3AcWE/Zs7XKPbVx3Yq
y89YLFtbiZRwowdyhK6SIblOohjbumfobWuSBCvBYecauvDaOtR3ZtX5sK1QY56csHix09ZGvUNT
GT1FtauEdXurgD0EWxBO29LU+01Tj+lZUlWxrzC7WMnrrreQDjRLZbTPEEzTlrCSJGwAzvbR+GrY
I9oEWtFTeEbGyve9DhmzgQ4N0pmyQI61qN3HupB7zNSn18Ao2g1mZpYLDCm/qZpeWgkZ7/wgqPdg
I5jlzSn8Aq0A85SKuZHl1xZEJ3rFHXIJuGp7H++b934QionqDNsmPM/ukH82igLGs1TiifIK9AUJ
HPhP7lQ6ZztT2u3HT7q+RkFKg8PFT5I8hNz08kmJZtXMPyq6751ykBOl2phK9liOxtGk+beyeNfn
kCE39qRM72ENk41cPsyhs6vUvtBeEzOxXCkY5Q3uQfW9rNDf85tYPoyFXHxO5Wmtx/LOzwSYB5oa
oCQj9uWCTlLdUsOH2qvTB9azCPTvSijLP6XIQYTXsvqVSP7O9yMpAXLMuJXGvb1IToSe200ZjNqr
nMmKh5eBtY9sxMJVyWxfPv6A7AhW7TK66aRdsO10dgVdssUnVMwhqMfYt15DO7gVVZnb26hugrum
oFkFM0S3noe4EclGTyT7U9GAH/F6pUvszdSb+dFRfdDlxUgS2jY6SS81kKHRH7ARW3OGIg+p6+X4
K+3a4KW2oGochK7Uiqfp1K+b2CkRKG4z5LGq2u5Qo8gH9PGw40YlPTLzPt7qEmkFlyj8e9euW/1o
9Yn1BBCSu0stHVcwaXxt8BX3xjEo6PaSqgJOlw6lsIony8+aFppCaEBaqbqnsk/R9Qh6Ft5V6UsJ
z5xC9YtZKNpwYw2j8iXUq6feGJLaNdQmToEOSenXWE/idm9DOmjcgKs0RbdyBE1fRrxbMAjpZiaU
o+GdYgiP2Q/lcCs3j0YMKJ+ey9ipB50r7LklUf/JTFo690M2IZJllf7LOCaOQ/0ud7C/gW4d5Wo2
mg/DDjVOgP4Wero16PwamL+zCelpKVw5aaO7VeGgQD1ERksrJaHluknMfngcK5nGnDFF5dzDCZLb
FttDgI1F8lVpR+kvogMNOAhhJfE0NQ9KMhH31dLshWsUSTi4jhpn30AK0YuZ+57Gphgn6WsOGBQD
Zx3RMtOM1NxNuTnBBtWTeKF924OBB0T1SZaH4LaRgnRfj0HzScj29E2xcJvfizBXShZJr2m66f1k
7m1AnzECm2MzbE0BQfMln6LKPxm9g2UH7ZvwQYo7c02Q751YAosGUIUD7ol5wSJXUug9l3Bpptc8
EpvGMssDzlX2rgk1aTdyzlwGV4jGyPHK0b6+AAy69zO+Fj6TTCV/GcOqyCjSIZScV8QG6sMoJyY5
4ipL4jpezcRXGq/zRBSQ2+JMl/rkS13RSK+kZ80RDQKxV/tCQulmtk4w9LVM+Dpg8TzyXwifcwG3
NDHpCz+0IruTXksbBLNfIG/TCe1BQDfcrcWrq3DFoxh3QX1y5qtg/ul/pESKD010qC3pNRJWeBs6
yrRV6Gh6stUw2qk0yQtiJ3iKm6g5NXqT/w7KIPMco9e82CylNYLaJe5yztDm18G4BeAc89Xl5IdJ
X0uaoEqvNS6bXhNW0VnU/niEHYB1peZXO45+6E56YBxrpBo2Nrt700zRWk/gvY0FBJRbmCqTuc0i
iVFyKYkCNQg+95KUeK0+0ahE7cD9ePnf+dDcwRQ9wIDgRCwJYXSp66i3GvNVDUOYPloabsWogmEu
Eez6+FHv/CAkDXBDRAdlJk4vbnvfMEep8FvnNU5b/UYN8sQrsXFb+UELhNXbBzTnNgoepljn0cO5
3E+IuSd2l8Dt0VVc+uQWKYghy8SOEDxuVYfBhZmH6nYKesUVxWQgDTFK549/6oIB8PYSYGnwUgUW
TsZmLqJRXNVJogV1+NkPO1D9wsr9O6ocZBeySC8CwAvzNaniusNUpC1fJii1qOtZkv2iOhJkkY/f
Zw5ClynBTHmBgAJVHy/IZdqNQIcc+GEBvdFCzGcD0yqodupUGrNRih9hxpC2jXwUVeAE//jRDOm4
y21aiVQ+S5J8oNrDkBM3XyUFsbqImdUG0LqzEUn2NRHar6HQpe3Hv3builz+WiQHnFkoACgxV8Gi
vIulVjanmadeDaP2KwUUPHMcRPUa6qkEgsFHUYURAlaDG9OI1GRT5EDFVnLb690OkRkUIxhYoIxA
Jy+3oVm0ThQB8nqNZYSu9SYWeILBQ/j4p77TtLl8zKJDNJkAT+KMx1ROyaTKtErXInTcWpWqnC0p
S0/JYNcvWQoiVkVjxqNisdw0icKHsjahALZjdRqr2F4pwRYo1vkEEEm5Ghk6q9xXy4/QCl+Z2khG
P1M1ix3/WXqvI44DFi8s71JzcrYJ5CQvirJ6kwdtSkN3Gr5JajXASo5jTwn6YKX4fG+xaHvPcQ68
J9JEi41RV44/Bd0wk120fp9ATtn6c54rpSOqSGPHyCXHN7Cx+19giZ1TqfemR55IzB+Q39FtkbqN
Y/f/ODBSv71NgbhzHYLX5VYp/EA1mTAxBuq03qVdmnklpLyVU/HW318cCyrHOVmhMABksrhQwgye
4xCVMAqkLH6Wqkn6rUZqOW6jSkll0PJIQ4WMkr2g1aYced283WtyjGtTGWqx46q6cM4O495HCbSI
5YkywislHmTkuPzBWuk2vfe6SA6wMDBd6FYbiziuhL5l5okdf9bGxH6YJsZz0pgED0R3NBUmADKa
JYknrFijozGSMIRjlx11GUXexNTFrqjkci+bsJmNto4RyIywDxwAKqwc9Pd2FT1n9D+YpiHMuBTD
Hi1aXaE62K/liBixlGa4QaVqhWS8kP4KBr/7GQ61/rUI0gax7obc3RAYEtCWqmfVDGi7RkEfh37R
PwOtz2eQgAuQirEV7S7rin41xa2kx4Pz2iSQKo28z71Al/BNKpxwZQ+/0xxEd4TUe+7UIgC6TCQi
CXd2p53811K2s5tERZm41EW/gVFhbpkrlZsE+gou4ca0D8FU7EXqB6cKlvFGiMned0hn7qoIIecO
/85jRiPiqWrRlE1JXl66ym7Qpu1lwBAyf2hgx1vHanF8DLL09eOYeh25mZJpNsAu0O4MZhchtezC
QkZDJfmcgJs49FZoH5Wi+P7xQ+bde3kYZ4wXaaYF+BxU6WJ367qvDFIvJ5/DAae/MMgMj5Zn69WK
Pa5l2Nf3IbgfJiLsAM4/+NvL+KLGUT5KgZ98LpXQdKtWVj0pzuu7OiuarcyxOEikU3dFWdeepA3y
0fKHjm5ii6MkkWsbTJl5gm+pbO3MFJ4VxMFWaA5iwUzGPgXytEqkn3P+xerQ6geZhtcawgFLZRO6
0GlQ5lP8mYzRBOvsR+mXDDE31XX6rk9mpEl1AlZRfjZabmFXdpL0pqvFADZGH1sYPnq5K4civOv9
0X82esvHP8iIsydCyEDz05iS1y70ncc+K5N7aSAEudNIv2Kbq2X4BLlChr+fVIhTqa3m38WOX2UY
oDUI3wRCRN9pbWYhuMuIbdLQb1dYY9NzsmjYWPwRRzvJs4ZKu8s+1bpd4WSHRG29MZsBgwBHqJCn
OLcKB2LABD5X0varXAU4TUUpwlwrIeq95ST7IvSDF51z8MsNIJDcSrkR489GroRY5ma1V9KQ+qtP
inDLs/8pCn/GzQGKRxKKpsuMKL98njRLsim6FMP+MU1Pq1BltZFH2uh67WzVcRhWavB3cn6mmfPs
D2YFwWcJXC8GyZpKJW6Q7xAqPZvRdj6HrTU+d30XVluLWf89rH7Yv1maSqB95AgBny5P/TUNQOX6
sDn0tVE2YaLPsMRZHGz+RCS0K6n7TE+lvsl1WX8u7N7ZlX15NGEQHUk9jDO0Adkt7OBHFQLbxjuj
3MltXd9MihFs5ZGj5gxKT7pciD0dUQwO++kbBc+aG9BVGALbyM0AEIGyTDGWjiE2mPIhjRuEEGBR
Wjh8Fcnk9tnfyfA/0lk7lb/yT03961dz/7383/P/+qPA0DtCx+bN5f6//+4++lEXovjdLP+ri/9J
/N+3fx38KrzvzfeLv9nmNAPGx/ZXPT79ErTC3h7w93/5//sv/+vX25/yPJa//s//+lG0gG/50+hT
5n8qp80zuQ901upf+Y/wv87EtvwXUWH5f/5Hc03T/0WpCO8J+D/yixqp2b+V1yS64/9ivszWBgqj
oHHI2f6P9Jr1L+h17HaOGmKBM0j2D+k161/z6B38KueevwLI/M8izG8TFDnr9z+aXS/1iOgHzsqW
APJNYISQxhcnuokHpYnifrzvo9bfVWUibps+bk92hyJrUvfdfTs0/VZRGE+Q2EzHNi/ACclJ6vU1
EtmxUQ6elgoKcj2UdxJENbed0uxYmTJmZGHUPkeZiVhkPr3WQ/tSjdH3Ph7aZ+5EfS8baJVKEp3n
Pz7G3z/zIwU3CnOOKHoJXPZznbhs3vXUu6hBACtGq9m+qZxO/lZ2lcsQXNqnWeUDZJxOVZoUW6sf
alBRiX4sq2KN070YC8Ih4DUA55LizcnAFZHRjEwnZhYi309ht/tiV2N+zqshLg4dsMLcroedMvjo
Ugew4L/M+r8A31AL+EoXzHRHU6eOSQU2fUrx3Icj9tyFOUKVg4I0HbIEBLvLyBuDReaHP/Kq7e9y
J9umZYRUfy4b8c2gwV6Qwim+MQ2h39V1VeDPUnBPuU0bD8KtELZzFTV1yPgbCSBWYq+ZEC/y6LdF
gAilIS43V+5XlgR1FbajUtXDPeNs7SkNmmqilnWk1i10Uf1WolA13S7FGhF6PH6AQ+/rR4CIp1Ct
HFfpJyG4w7P4K01erVtpY7zzdpwwDihwcJoz5IaXd5oz6uUwK6fep2Pov+ZpiL6whazunlGtjrlS
b4wQBrXgFAflcEyBCzE/KSYdNe4hwLak12+DtNML18a4aKXddJmxzis38yXZNhgSzTpti86aiIRj
JrXo7+so/tYweth0Nr5uHx+WN/2M/07K3p5CK4dabFYbpwtN5PuzUdv5RlAblI33co4fa133zVs1
4QL7+JRUVXMExjX9ApwlbcNJNuEqgdzYZWWTPWdpEUSolGK15zITAB+Kz0fnQW5J8J/VpL3WTN1z
o+UVk2jHih9MEUde43fKVjAh3JVtaAyuzpT7VOZO5BqD7XSgbkv7M2Qh/ZM+2Nk3K6u/RUY3BQDS
ECdxfTH3XbCT7JkwI0zLQFH1hIV1y5SY1U92YOLJugr+9uOFemerzDkP4Cf4uwhCLGkc9dSrRRwO
OFC1RfNFTUZ9ntmib+QKRZPAzEVi55vdTheorm2sqbU+mWGFH7mglHS8/hlsdR2nP1dea96hl98P
Xi1bhPGuySx5SS4TQjRJXzrjfV7iPC6hGnmfjGbmAbXEVbRHyBHx2P5mKrr+FawrTY/YsA5jmmRf
Vt6Ee2n5JtwojLPps89z5kWOhGNDEOclFjISsyI+c2oEHvJSfCSgRgxghWbu4qDAalQp5PEbXXq8
fwrBAiazfM82MU2B8vs4mN7Hb3bZJ0W1i/2N6gJgG4zbDXgZl1tcUDYU5uR3j4B9CaKWlDCKQ1Wk
1uXRk4mRjG9XG9bzufnzu/BQmhzUT5wrmBNXsx3bwlF3RNeA20He16gaxjVk0LxLvLhyIk9G6N9t
qiC6KZNXhRmd1mUcAeSLVwrFZRjhRVAqoD9EfJsFNhafRRoM+hS9KT+KQau+6kMawq+p85VOwSJZ
nxcZmVjsLmf1DhAGy3JUklQjaatAeRxloTFWSqWtqLLwdvJl2xtBm+EGrH0rLUTAhONE3+Ksz9cK
hsu89+0d5rwJDh+S7GRdi5bb5JAiibwlhxwgmoKsL3e9LoutpXIqQst+6Bzr3hZmfLB8FQ9Ap/Ox
AUkeUBwgR/Ydq3JlDX6Ar/t/axL/j7nWAoQ2vxuyOW9DPj4Hg8Xlu8XCaNXUTx8dpOOoGPXI0zI8
qMJRidwpxsjETKpiW4aN8RQJwI6B0hrbJPVtt4vHZuVIXNYzf78N+8Emw2S0+kaC/mM8pwf5MGSy
lj4qGZJZCKdh34h6lmd7D02gm5+MTB82iLzIa59oGa7eluGPB89F7Z8PVvNWU2M5fRz6rHa1Usjb
QUYJvcry6gVRNlgXeYlnqQX1oC2hZkRavrMZFa7t18vqmRWgGcQ+ZXJFHq1etWoGSOVDPkjho4We
reuTwHvlkDcHv9WKxzzOC9gnoClyyc+Ruf8KTeGryI3dUMOc6MVknTFl1O7NaZh2fZjWK9/n+jjx
esq8mSntuZXfRlF/rFMrOVrjW3H0qAUt1uKIbz322nQwBjO4VeKeS6eW24eYIu/W7DBKUZifrrzD
vCMvIhivgNSIBpadgoMi4fJToQ4bh0C5okdZ9x+q0ZCf9GAstgzn/BvRKAoer374YFdWuZL4vPdp
ZsTqPOYDsv+2Nn/8dpV/HGSTz4PhxO+0lu2BnFa0cSQr3JlpsCbf8NYxvfqlsCZJQhA2ByF++UvH
FBaWXsfxo+GkYtP5cX9TmfjOBFVm3kQNXpClwG4ma5H7782h2dSTHe17GS3/Vqqk4yD336o4bndj
XeVb1C6xpVCCypPjQvf60h+/iTAzgVU2r2ZdKrvA1IKVxvq7a0Yey0BunktdpXFRpEx11EaPattG
WymBxBul8ZeYqZGrZPoaxuvqSp33Bnxu7lU40/D1LlfMHmS/laY0fqxC69kXSbcvMzvcyVP4VxE7
d2Av11i7Cxb9fGA5qgjpz7M/qLRvLZo/doWRRFMayk70GBtQglNf/SLXwr/po5Dmp8AmJ7KaXZ0U
T4794BjFQ9RHzV3RtPuabslWdYXEyn+cWFwvOr0wihUcIuYhwbLPkgdWB2mbGKIIxHr1wnpV1e5x
gvbpTX6xBvBfEHz+vQL2mxIe6efc3Llc9Kkrk6Ydm+gxlyYj3dR9zPhKMgK4XfUw1T8xkTnTwkNX
NCLnSlVsmCNMJgWWguG07zA4QNbYOHTBaLzYvpF+Z7mNcSVPXhBS3t4SETMmUYZJI9BZjieoBrIq
6qf4kTm4duoGZXppuj68CZ20xegJOA8GV2mRQrUDexZT8KGKAcqe+Zhixtqn3ujaB8VJ0x92UKHz
BogN31Vhtrqnily7zxujugtMaXzMU0P98vEXfZN8uAwFBDzGPTQ4Z4r8Erdi2X5B7ZEHj2k+Tq5f
2dU2BU98wD9Rxc1d0TxKC3WTtZHqBUmyBwKt3Y5Aar+YvuIcxl7Fz61IDnWFZ5TaxqFHbhluSnkA
kWBZrmon/VGV+gpSXsOMRMEjnnjqDL7v6TU2qkVn6Btq8l9B3ktHo35CPzn55BtO6ek66OkqlT4N
SaM+hHk9oL4OUK/HH2dX5WaKXrSDTwetPyBwVEQra8P2Wi6NQ9seIXUUYGRjTjT/OID02OXAGibp
PKKO4qqZABEIdm1FruTK/GOGEVNgMXsDrUPGvizJA6EUClryj8KqRk83SutGzfEESriLvLpVGFwm
GAQKSZk+xbS1MBOL2lNR9s+hn0/3QG2LY+qkuKfp5XfVyl7ahLEm9+yzOQ5f/T4LQYlkW1lUyESq
jb/3VfpQescnqWrAiv940QhbcwFPl95CxOZy0WCegVsWinTWRCK5U41rgTOF8Y+Pn/JOukAcwo6I
ieosmrUMjr5U0hCTTYQTIw6W31kktQG6cvgnnHTRnGKQX7vez8tZ2//eqI1s5f5ZDHbnYz+PohhF
myQsKhnu5Q+VG6Q1htHIzlVnPUfl3jIeJB8n1b9iPOiqxtoKK7kFBeb0OFKOw51WOft+aO/L8Heg
YmgdOys6+oue/d9vBDgGqAaZFLJIl280VXTtA3nIzlPQaAfNt7BUHiMV54bZF45Jzq1dRPJzV1UZ
QUfgudWY00b2u8KTUWDZagNqlEgjxj8lIfzjmEmZGwRGuy2VICbhWtVfnQ/Q5QGbLxOKF1SHUOZY
Rk4AynoFOjQ7d6pmbMeeOWvkgG/9eK9cFUl8KLrOb8YdEOGXYkopht4NQ5PsbL8JE7V9sEkVuM3+
CIng40dd34/Mb+b0GqITyK3lngi7yMTg1onP4OgCTx0b8Jp+lrkRClWbRJPXvvg7P+2/n4dgweKC
VPU4rjszSs5xat8AdCQGaM2tSJyZ9LgttfA+t8tjqmHom5ku0OOqy/f9jFfuqmOwZn5wVWNBJZ2h
H3PnH5HmpbhckDVNPYx1ei4T5pSlkW8UPQ73fdGFBxUKNz7umImQ5qPzLQ3+9uO1f2f7W/S5EBya
SUZE60XXw6gZhFXGEJ8jXZ/2plXXn/yxsu4trT+GErMymFDafa9L7Sxx0zoHbYSDlEvBXd4J5kUS
s8/jmNTKIZCF4+a+OhykcgzunSaO7hrFf/74ha/LDZgJEO8Q49PB+y4bWUVp+ppGU+8sphGbAPgW
G7OLDS/XTXkTpJiQC0s6FTZ89o8f/E7wpHVBs4Z2zdw7WEpPoGLVsz/88ExDcdzBMXnqbH166Tr1
p2wH0+dGYa6r1bIGDH4myKVGtvIK1xuXN5h3ygztQM1+EaqAR4E466bw7AjxlJe1eq6FWrp9nucr
q7xAcM1RkUexwpzIeQS/1OIZ47ivcNrgUUNxiK2y32Axot23UiFurUw80Ik1H8Ku9Uqm5G0JsK52
UlQh1IcWL7GV3/3ON4e1OvuzEPggEM1NtD9SCrW3zKnVxuisoTzo4qEjHmwzMR5Ve/oSITddm3n2
SUY69NvHn/w60pLE0PqYEz2YG0sJIOBUVWWpIj4rPl6CEmrLGziYazC+6/DH15zbC3TFUPdd0sIK
gS5CouXhOa6H7saJg35jhEm5nUz9k1DGFYzzO3uIyA7SGot2Qu1SdkavzKRv8iI+S5XznOZ1ssMs
COk6R+tvPl696+KPMtlG+B2tQQWJg0WYrdWqH0SSxueuV34WyHxsFV+tXwM7/ZGOjfwTPNGafOZ7
P46H/huLz1RtkUYVVZSpfSxFZyXWpDtTE6+BY0qH1JR/ffzb3vlms1MbIA36/LNq5eWODKEAT4K7
+QRbBV5q2pgHMxp+tWpf3o4yUrkfP+6damlulrM3SFFY0aUWl1KmPr0mVTlNYW7dA3ytd3YYTQ+M
vWh4GGiao7l3CBNrumN8Zx8rhlhfwBZ7dVRZN3Xoq4c6MCYGLLUV/GibZti35fBbC4fkKa6wY8um
JFpBgb7z/QlV8yYjR4H7tPgYaljZvqkX2qlGaNMruzJ+lAr9rrFINvNaEt7gFGsWJ+8uFOpxzNNp
V9I+XXyY0Y9KWMiVejKSfD/KwbERz0n7W5PUXyRUhyZEP2T0XR37X7mDLBkHEfbOR93fizxzEZx4
sScJAZjG3IDSOsR9uxJTrleFYEJHBAYqxxB4+OXOyXzQsjHX51kt5HPbOk+il7WHSrXvdLnOnvq8
ClfSq+soNtepMxyF4oKe6iLlLksxSVXlB2caaTHsJShhaHq1+4+36AL1Pt8YF49Zth1yMv6+MK3g
bIIurxsvcdJjZzjYP9rKFzOdvkyg+LJAuqv14S+A82vjm9UXWKysMUaBFnVOcGZ37KReM13cWGSX
onDXluquc8B6pc6XzD/6ZoA/FHytj5fgOiiQlrDbka0mdsGfufy0vV8leqcVRB/cXtw+5llj+1sJ
9MLLxOePn/XWbLysAlhx9Ero5DGzuRropY2GO68qB2etip9khSQsLY3AHfNM7Tbop+z0Ma5/U7ng
aEQz+qsiV/Zto5v5QReE4kTBj500x7kTYyD/jpvSxDI3laBmlXb1qxQ+PXYI5a/0F6CRQZjeS1bC
NEzXh+xWciBne36KzKRF+3kLVwVD1yEd72MY1DsVBeMH1U7Lnd9l5l9IhqLCVI7+F2Bw/p3NR1oJ
Ne99e06UPQdjVoXu7OXS+1rVOkkZRecWZ0qEsKZfNtPqo69KO61T26NhdTTgp4jOlgWrkGm28oIJ
zOHjj3KdpzBdpaymxHbmUeJ8Pf2RpzSyTsO3VsKzwTbc9HHy25mqaN/VfXJHlVN5iCj9zNJG/v2P
n0sCAUwIajm4ySWSRTWGKchFF5yD0hzRUdW1x6K1gyfw7WeZJO5mALp5yOPGuv34we90Wxnj6TPh
YiZcM9O9/MWFhJNwxUzhLKuM7jDF+N34WexlmpqWAHWjiLux949OKb3KeLs8juqo7hWC0SluwnBr
iAjIUKmfYtt6XHk1jUcvDghvNIu40aMD5LdIGiMpr+cekXOKHfV7SS9kU35WgQV8MenUb5Ih+WQ2
yR0iXabbqxlSmskvAeX5Hpj5GgPnnQg8d1xodcJAcCCFLFapFkFtGrFzihBe+e4UU+IiXp6s7ILr
5Ie5IVcLqSS9b2U5CyrSiKbv5NunrGhPHRYfmCs79b7vanPNMe2dSwyAKtUqLVwCnTGv/R8bXc0n
LTLV3j9ltNu2idPFuwAAq1tZZudVWtFt0lJd8yJ4p3fEAWf1gNeSKUOsuXxqXqkRaMjQOclZUpQg
QnRjIwo87Qo9+pqMteVmnRnu03Yk/GIj4Hv95D9qkx2iIF5hT9zUFtyjppSOiEjD1i1t+bdo13Qe
3gtGoPnozXASYVosMeRTj6zTJGf2CV5ydijUysQ7Hq2JplbbzwSQ77milXdDM8pH3sq+sSu53sRt
+GPlBFx3FtCN4XTOrsI0S5dJqpNIktIgX3dup7z8jGt0ekMBGZOK1b03Mtv1TIq1g2r6L5I+9ng0
w0/HQ2VTSoi/ZZBD1CE27nppRHl5SqPdUIaFmyNbdZum4ZqYwtXtOTNcqazJ2nCLQhjt8usqgLm1
gmBylquh3chDTee/iV8cVNs2wwTu5+PVudrCPA6teuI0yRiJ9fw6f2zhhFLB730toIRuY5CNU7Yb
JLvy7DpPd2YIk5xLN12Jl1eBYH7oTIVD62kWYV/8xpotDDWJh/Z0Yjb0plO3brJx5Rp6G8tfhD4N
zV6WcNYmcmRr6blH3WoWslw6p0TEe9oktLVzwL2x27Y3TmRh3615WbDv219pd1tIN0Min7ruRS0K
5izlrTQkXuBWP4ao30Pn3hnli+8g+hx1/HXVbOadNeFMk/USvICnL5mhdW7JU5UV0qlhcLC1su7J
mup4P9dBzwDpkgNO0ZI31s6ThdfmscuSOVHxmV3J6DHS6petQ+TY5kr1eh1tkLrgc/G1qJfxD1yU
r1TkST+gQXBumaZjdu5Hh4Ai6abuahd3reSgl0yDKRmCB1uO472jcKr0Pmz3DfipwG1su0X0kkVD
pvtXwDTyERjYtJJ2X50aVAD4znQQGS/SsJlX949trAdl3Sihoj6NjOZ3Wf5X0DyKmcGVRv2aqNd1
U4iaikSDA8rwS6dBtHhYglzNGFDHlZJtnupCP1nR0LvVG6M/KK1jaAr1ds539cKOcYBXUNTJ5L+0
FoK0xLxx9/EZvq72DIqHec7ERTRrKS6+kT21DimI6pxbHW+KoRUTjltyQJMS7NBTO/XRfd05X/E6
Uve9DcUKQ1EVg19D4xtWQ7avDNRPfaMSz2h1tz9KsPuTK/sNVsNaG/ju6Ni/ATKv4r6uPhsvTgtx
lh9hDn9VpupJOU0YMepn1Ni20xBZG0ktHhnQcV0wAPp4md57GLhNelkkIfMDLz8bcKxAT2tDP2dJ
Mt6ZBkarfs60sTE5Ogjsrfm/X51ofhzNFx04G6eUvXL5PBgxDG/7lh8HTNktVSf1rE5ei3LvPoVd
iI4LOxG83uVTsgz+vV2b+hnRw2HTlRUAHEdb1UKYt9BFLCUC0AHkGkVablYGu3yMZWUxrJHBOmeK
2t3JUtO+FEnQe63ojSdby2W6nhkVRmxNkisEvqINWEtr20sgY7at0iqOC1SqOxckJ7Nbwej/tprR
+mKPwv/UtzVaH0Euz4pjJKybNKR9QxUn97nbDbW9Va0ieLCSLHkB/g3GJxqEqN2Bkv4wBgOyIEBu
Ac2NBf4AZCXZTVzbgxtI/P0GCGf53Qm7QynTxt04fq3WmylQw9KtzE6RNnGXqh4DEp8LEOxlUpqc
EEVqtqiuKDtfT8HDl0E0BG5npb4HZ80IVs7w1ebkplKJYDNolhtxmRtTtUxhWzryWY/yCGYZLKim
FDpvhRa2xqBh5TBoV1kRMHsEmyAszn0YTJkuP2iTGUnXpMN0Ujr5aFtflU771rT2XRSmgJRrN4iP
lf2tCMenPk1cBaR3FacHbUBhxdnQMN2qWnNQe6SlLOgnv1P9F0NhZsUqc+HILat01zBVjnzJS9VH
VHzdJA5vSwZJOU27THqxu7HZMI55bLE8LZR8K6eS1/Qr8/GrYmD+lcz/8EGBFAVw+/JXtiTvvdyX
06kdOyp9tRZ3Q1ClP6Ope/44urz7JOgT/x6MMNq9fFIfaGFnh/p0QqJ1/MyQ+5adnd9MTZNuP37S
dbXJj6KhTJELIQXWxiKQgQhUfNOpplNhDKAf9R8iTR9tEyBg0aF6hxyeiy3L76j296Eh3DROzz2X
chL2XmnTwJfXnK6usTbzG3EpkkeiT0hJdPnjUSOPcNsNp1MoLOSoW1W/KdQudK1G9wMXuFy5rdXB
3GepYmNImTGrMY8Cc8KTNki5Zyl0SzqztB8srYQL3Kf1ysD9Kkoit6Gg90tqzTsSly9fsJAp/qzC
Uk7S5MQ3hl2RASbivPJhrhofPIW8dv4yzEkQL798Stc7DTQMVT4l1H07Re2haY5Oatz05KJuE/r2
17ZwzlrhqAczhSbpTzIYORgq+9n/OuTIt9Y9nMyffTgjoqIo5FMmCqLEkp6tbKM3BMpFSCfb5Ftx
+RLPybcXZyOJ9VLRQ6k9WSa3YOfE0d7ScVbJlAk9AHkQ6dFBruM+wnvehccs74tahOchr8NXP9Dq
cwr5cW8YtbhxFCm8U4Y8Cdy6dtDUq9txE5bCgczXZpuOAbtbRFaw71pLslwN3RO3K3TaZnKK+a9e
oIeoTTsnz8SPRBU6ewb97v/H2XntNo5kYfiJCDCHW2XJsim73fGGcIchizmnp9+PvmpRhoheYHZn
gd6ZEiue8IdjYXg+appDvU+dGH8dpYMdNFhiRxlBPbLPu21Qh+WmH1Rxovn4JxlEs29zrf4khs7e
SSJ4tgfFYSPmivjR9bKD8nuW7Wjo91uvNZ54tc8VxP59IyVLtlozOjilYGSGIU/TzJ6STyK06+2Q
R6WQI63uXTNTed4co/af0ZNedb43gvgv5E1fDQgth94T3XfLFbo+PAAfFJdyLGxXy8k6m8QSe1zd
sLjXnOyhbgK4HJXfP+XgSx4GL7L+6EqibSj4y6tCyqsDytDtwsa+fStoJBD88xfIH8od1x+CZEJk
DEHQuaXRKWgNk4iwfdt9mSryH3bXr6IWXrKqh7beRX2pLCEVpnMz26mTuiACGZOcBjn89fjw5VWn
kpPWVcPQ+qJI0LyE1dunviMiJQAZ9koois+N4Vc/KokspenLTaV43cpvbLG5f8rfW+uzXwM1C8gV
YgIT8HZ22Q2+prZNXlsuzL7wiLoCOFd7NKyz2Q8vI/bSsHJQgd9EYatRag+rt6TJml9KEw8vNByq
V63F7SohOHwMS9l5Rpkmexi01HqSqiRxA92JdnDEcJvKsTyhNx3u6hErKTTtSG2cAeJDXgV01RO9
NI6qqM0fAMCDT2meIxx3/2NvwpIJrQkKneicWtpN6zfTfEqepd24mpKXuzCpQhfMTbgHAaysywKB
0Pvj3fCGEJSjx0wZEsQsuJu5ZEoHtj6H32G7iidVOwsC/A8SCP9ROHnlNlEpb8JSaXbs/nav9yNi
tLHe/m4CK3sDhVduuVHVtTpAm7v/w24eEAoINMDpSwM3us1UhlYL9RQRLjcvaHK2UWYec7VbEgqa
nqGrrUXXZEq26RWTpqDAcL3RNSUNZVWMjuuo9WObocBVq90pzXLl5/3P+XggMkUKiCAp5o3UMAmM
uA1Mx8X/Jn00LfzEkAeo9nmlLonD3WanfBRgvqnb/l4kn6b2r9wcVWdtsNXYdqV2SH6naag9k4PK
3030iFwnHINzPIhvmhQXG3zNpgAxcVBUGIyVMybVD0mSQpC5uXkYkiHhaZFChA2l9tCRhLcrjZLi
KoFw/uf+DN285e+kYVrbKpoBdAxnv3poYjvM2tp25RTji15WsIUXGqpnPeoL58genEfJSIfPYxEF
Cy/zTU2OoSfINhuBegZH4XrC2swISPQix0WZMdzK3YuFMu6msz2qZGawigZvqfr00ceizElNg7rr
rdVAafhCi1DCdDmd0QZLBnPT5qn/xLIifQMtLzjb9JbqlRn0SxWmdwDEbNNTl+LQ056leTNPLfsS
a54oq2y3FoPyCVvWbqUFTb0ZSzt7jNpG2YnKc3aDXdb5yrftcWOgCr1OtQqH6b4gbPCL9twZJa26
YpB/jOFEk0H6tkAfuklII9GvXpUjVMgmquWzMkYYpHWqvMmxZ0QORwT22pA6CdBJrUrrnmlH/yh9
QwMFHnQwxLu2KgdXqvu1Ty2nWlehVOP4npfpFh1NHSsVx0EyIErFoZSFOGGxkSNUCX1Yt72jlxb5
MfTb+jF0IoSIi06HV6dC0Ujsflibjay93t+774YA11MKTX4CChGCQEcxZkWBsAyw/Wgizc0kzVh1
ooXDWCTVo0hGTFuMGr2vmpl9IKT/XNSxsg5rU2xyA+ANoeInNLtwNIB9B4m1ASbgJV31aHkYq+IB
uYRVuL2K+K1AFIA+UlfDYO16tyut2UiViGl+xZXy5tnpVsNf55s/ipf7s3L7ltGDQEpQnrpD/M/Z
u90jHArsp9ZcZbwQq4JR7SzrUKv562AqCxHT7XPBABNulCcTrNr8frUydFe02NBcwHLtk1LVxhpb
N2nzz1/E28wiUUkHgTPH+Zi9iuScLmluMaiEX20jb7EL+xnoSM5aHsCD+8N98FFA2ensc5MDwJk7
gRdK0hS2TptylDranFbj0VHzumZhnW4RhtRo+S7U62zeJmSsr3fEgB5SY5IeuLLv/zAaDBZXgwfv
r5LrcCWb+YMYeoSz+7jchlWiP6tB9On+l76HGbMDREcElAgBPLAmebYp474eO6UYNbceo2irJXF3
GFNhX2rDewZNMXyHkMeLYJRZ/EXJTRSiKdr3DrTvJhy0x1INvgpj6B4hMDQPxdD1O6mW7b1mR9nO
yb3q4iuZvwpGvT16cUfdrq0ehhiivF/Cz67UfG23yUMYwcyJwWujvQCMZlXCXN6UvghOYapkS6HX
VMKbfTNO8vRMeKZJluc5chkM2HE7je6KpDFXo2X15zgjwtKiWHV9yy6+lpJzoSDFjUejAFSDYrXf
70/8TaZBMAB9j0iLHBpu6mzejcCnJo25smvDTTo2htFQlk70hyyxm02S1m+1Uac7wMquWQza/v7g
H9xEGoaAbDvSeHArswsiU1CJ6qxcc+PAOKttrcYrVBEfG70EkXx/qA+OEok3OnfwmZEumNeiFUsM
gxRmtpt1g/jpO+mPog3khV380UFiGQkjeV+pS1jTjfhX5CWZuSxJGqNogwm/Ju5wrnBQ26QhOnWQ
qvBsoaiL4V5qYQXv/SkiaDv3P/Q2slCoCUGnQEaMSNOYpW5RKGl2oyWOi8b4WdWHJ3VIkmdzEo0d
iiw5OyFPYpK3CyHUB/MLh2Eq9xBOT5ox118+1hONPSG+zZJI2eWOr2z9XFoK1z8cBQdr7no2KxDh
61ESJWkxD/AcV4J3eomFfNaUPn6+P4MfpESwwzjfEy1/apfMptBofKdqetN281i70CT0Vwr8nZMW
5PkZt4LiRcv04VG32i8IS8vPaIgbO6+yql2sp90xsvz61Bj1wgN3e1BVKqoQgdHBwGBgjtYtlIGW
EbAst9WHH1Jb1Q9hAXvQc7IW2yi5jtaa2UEOD7mCTpKn2wtv0e2+4nV1GB7RANZ3TiYsbdlXIoWk
Qvfq4dSlXbap6kJgS/pcVJtSStMNNcslZNO0oNdXJBQBAqup3YI4wvxligMh20OhWK41Zt/iqAVt
ho5F1oUvdG7fNKn9R/sTakgU6UmF6bsiTjaZoFxvsaiNFB+LotElNmv2A94s+xwZxwm9WT4qpr+z
7FLBpQOh+Box0W0uYxCGX/KZtn2zVIf54PMhp5AlcG1BOJvnRLKUd6Sn3M5NnhpbOeSNWtlYEP6I
6Ks8VNh5uHVqK79lx5cQL2jWA4LNDpp1wxr6uPZFn+QjVG9MtoUuB5dcQ9gadDJEy/tH5vZcYt4A
u5feGxYY6CxfT1qInqpcqISUii7Mi+mkj3HTBAsn4BbfgjQ2O3xieyMwyYt1PQqQ4yZU6JW5Pkaw
McL2VbAORd3vkqF+CPD83hj1OGzTRlZ3jtZ8qkYc43D/c/67/7W3LXqHHFWTAdvROSIanOWLOKg0
RLGS4naDEh39cMyOuW6Q/lBACtuVI+X6Dw9l0I2ZNtE+rqzhIrTi2Dh+9b3yc/vRyZHEJOMryWqG
tEiOvpokJ6dZyqlvLw0iCxmG2eR8QiFvdl+atHsrKVRMd1Sl8Y9foZ+Utcom9fTVoFmHoA8/x0o1
/sgQw1rYEu+lk+ujy9hUDzlRU7t5jquRmlELO6c3XccJV1REznWh5avIQWNLOo3jrzL5XbT9ryy0
V8DTjqnZnGzKEat0JMyDzOLYxz58tOpq1doPoYmkQB2sKqP9IznG8f6C3sYh7F2kFgDQospF1eR6
YwVBBjLQD/SnwNb/S1uRPyVIQW4cvQ0WRrpNiabkAf77FO3AupwdFNkPKynJO+0pVwZ9V2iJtuti
K9tWwC22VCnshWjg3YFgvgpUsKmJTyhpeQ4Nlbg/s0GrTdf3nui652W+zYbgV6B/kxJlI1DeRrb8
oU3Tc2bE/RqlGxwkftbG+Gz61UMlHUwbMaFXCclNCc9bR34q1UdhP5stkNYgJtXVNqVD8xmRpR6Y
a18d6mzfStbSfvogtoLXQJxqaWg7o4Yw3UF/xVakz2Nq8hcVrOBLUBrRRhrLEqWrJn/2PTva4E/r
fWtMpcJAEYZntSjTf3sbE6ujQkVF/j0bmy0eOluq44em6pqdUM55LD0nmrNtOv1RQSr2iH/f5/v7
8j36nq8e2QHIYhoaEPhn8aSv1GYZ9D75poHKsFFuMc/eBAioR1W1jZoXGzi9LoH5lsVuHNJ1E4A9
NLNjUmRffNlcF+NLb+dr2TgF3jnTccKQcnfot3WEn0qtHmJtDVkb2Z/65f4v/+CuZq4gJnFSUX4n
hb1erULOrDSINNUlce2fgiSLXvy2D10rr5Q1zwVPqNX6WwN58n1V6cbWE6rYVCNI7/u/5N1XdDaH
lFAodIE+I7ucvxo9BmZ2GyQ6im0jjX39IbSldZ6ol0h0Wyd6UcLnpAk3thQciqE+cohoxQ/Yixdb
qjIXJ9ipgXRp8y+9dAKaaJRfQmlf4vvS2r+E/GSgXJdftCh7Nf0Cw/IU8V71i0iPpizxf/FdK6y2
ofzUlO1GSelc+AFIgzr65anGvlDHZ0jrn+K0wCemptEwStaXtHEeJ2o+ycESSX4SdZwFVFg9UlVH
NIUaBmze63WZDGoMJW9lt0T8SJe4WfFHMaOvUt+tG6ILYV2G8JWSWkU3L5VXmnBb5Rz0/2Fn22vK
2m9d6lV9h/2gDy0dqnKGyXFjaz9QwTNXVho/I5jgjumurj9n6PbIxuH+gn4QnqPeAPWAJA6RCWRP
rz8BYRY028pmdPXAGM+BpKIpQD52SXIv2YlRjfdhlXWPTeaFe1kqPdDeUYIndFc1G8mQ4werjZtj
4LeL8vO3YRAIAYI1blpktcy5L1fXRhq+QcPo9rU4hRXGxMLsjINi4003apZE9TSpfxDrDTvipPZX
jUnNzhhDeeU42WvmJf039IQXLpGPLk66qpBXgQnQGZgb73a96ulhDGeMcEM5VbqKt1sSHEPa4M9t
Eoi9aZbSVitVQGCUck9WoC0JGd4+sBQXEAycqL5MjTl7YFvJCY1MA0Dha9FBgYdPEx5K1MMYBEtv
+S2xeCpkUDYja7BB388pGYZnZE5be4Nb2UN7Qs7qPOpFfDLghT36EdJzRQcPpUzl4LsPWrUGZpOw
YdtgfChbVD7SMOZVzDXRPDqtqrw5km8dUBY3n+VhtB414ckL1MjbvjXJOlsacBDXPCK+s+lplEjY
ReH0biMnJ3gLvStqOsurQFapuAljFXNDr8ze0p8reQgeZEFnGq/w/lS3kX9CeRDFaDsYnqoy6V0l
Ce2nzrAQqLLqcxmhRdwYyt73KwQC0iK6NDUS8SbKJwtX7S1OhsAGGU0uWipak+Xg9ck05BrsRR1r
T2WHLhjCwfpeigXyISI2f6mpY5zMIg1W3VRbNCKb//KCLd0X/TU2A+kH+urWjjUQ6yw0lwoUH0Ve
mAsh2QQ6ABzG7CnFpFIHwtZoTzi1bpBI8DaAeNx21Jq1k+sLM3F7ETARpMl0sQA84QhyPREA9+zA
KArtqZcaZV1I2uTFXv65fxHeHio4PzSLufDIenhtrweJwiHMAaLGrqcHqVvY1csgHONxjPJ/Tv2n
gWiQTgaWvOizMh28d6/V1Sp2LV9KD07R/i5j5xR2Ilx3SnROif1XZZT8s4gTYPXJy2My/STqmt+m
beZFTignmSssx/+ijcZ3dQhe9TwCyuLYzSEKMm93f0pv120aEhaABmeGfGC2gT042VYy1pkr+bZ5
RvRHPdfGEjTqNoyc8H/kr2QbsEUt9Xrd5A4pRTQ+CMQAfmzDerApuWbh1jITddWrao+dQxst3DG3
maBJkRV9HMhqJINzuKNlp74nRit308Ho9sQH0kuV681TGdpvTqmfaY4rlKC14Zx5VDgWzsMtM4C1
/Hv46ef9FbwLK5TGMKpyd5RLrPCevfhRApPVtc5W65oNNcVXL2kPOmD3rPmZ2S21NJSDyvRTEdb0
yT4XJBZRvR+LM/bAK6rqP+y8vDgoZ68b5SVwlsQaP9oJ5FtoudGyhz41/flfP9iR0zS3B1FQL0ZT
uvYcdWs7WbQwLx9tBRouJGe8z9z8s5MlyxCkjUDOEcGJ/GMsAiYnSr8MdpKuhrApL9aoL1EWPxgT
4SK447w1Nh83Wwq1GMxqxJvVnZr7JthX3aheDCnZCJTqw8Jblwg9N+1PpCWewvxT4tgvWSutiSxO
apdcdC3Yp93Smbi9nUElTFgjtiYwvnlhtx+zockjJXXDrPtam1ZGRUQ2j6OeoKlR5Etp8QcVHPB3
3M7EarRguNiulzdXSzz0pKRxUUdOv0Zx7O/Kwh6/iEEFcKUKmOmxHnZPUaV6x1p3XlIO9OdUFIRq
FiqDpQfCbOWYvvaS1Kk4hrk1viWOEbzev5A+yKMm+DwXL8Eb0klzT69MGMDAyhzRc17cQ2Wp3rnu
NLNa62b0rXfqi5dWuzKjxLdSJDP9XIwYVGckQwtvwO0CkXVPfjMT5l2nFnk9YaGNNVJcgV2US6RJ
NZr3u6Zyin2WGzQLlWxJp+223Mx4RETTVUmLet6XAm9YhBmELFe0foSaV5FvjdoOH5NS39V2r5yz
DlWBRvThZmHGp2DrOl8EgUI/FATe1EDRZ2dStUYNt3GrcSMhG1uRVuq+HQzp5FXwOxLMfJ8Dv4cw
lNcIpEHo/S74UxASGAqPXl5tusRZEsu5PbJTTAUMCkgUm+A9qfvrMoq0spcTejZuUqvmgTDbOxlG
kW5o0mXfgdo62zbuv9+fh9sLkDFBxEyFZwPBrFmWVQ9+V+DA2FIHJ1+2lchajwqKZ/dHuY1hwCm9
U0QQO6X9OAuUwsKQwjIuCxepjAr0YFLtbSWXn8fAEQvt1o8+aGIPwc0FH8AaX+/gvI6Lwba93O0F
cYMHooWCVTkuvLPvHYnr7TMRf0FXcLkyb3P9Ktig5Fqp7D2FFU1oc4jTIwHUOU0Mc61WotjmmfEz
H/T+oUVF7o9TQ2jXLNL/uIzgbdBF2OLmVGESN771REa7TvXECgK9hpJAjDh1bibbQWr1X/+6Euwr
cibowiA/CeOvp6c0a2sAP+E9tUFDESmCtZeZabXvSsq394f6ICMlCJkCSpm158qfLUWVoOULGqZw
IXq81aSgL6JsvW0X+T5Whbazirm5D5os0bu30cRu7Lpa2HjTEH8vE/5eU+hlUlLEBVqZfy6OOFaZ
GnX9RAoi7Tpb+FvhDPaX1o7FAYsacWiNqnLbQDtnbewvSY/dPEAYFU/mG9TGkcOZSD7X0y0GYYnc
7qynBsHnh85Wi6Mo/F3vTUJvcrhNQ051oOkjhYPou2hM7yi1kP9q8o2XXGrVdRQXwW4I1G+9l3aH
TCy6cs9vHaRMwcLRdZtKLTzK04H669ZxfB/GyKCLS+sUv4OuMygI2eVRNqLM1UrgsppIm28LW2MK
fq/WhUGp8hKjEnDyt9mgfooEO4zy8JJgyPWp81Hch8GOfkxMx9PuYV4jphocJE2t1/glp+cY4j92
xdhKrgIjX0oI5s/eNAeUmSjoTNEJ2db1HDQgCQDk2eLSSc7PUK2/JZqxj21OZFpk7cKenL7t5tv/
Gmx2BEnoBRm0JS56I+wHL6o9gAIo5d6f4ttPgrY4dXIJbgnKb15WpfVxQ2rFRa2d5NWOPXIQVnld
9j0WzmSUC6d9fsVTg1GALRLGcNLQ5Zld8SrFJuGlfFXnGz9HQ4+ORlRjJTJIS8/khyNN/RtSVF6u
+Q2Ppyf5W9OLC+YhtrFKUe5axX2rjSuSxyWrzZuL/v27iHrB9E5Pijz7ri6Cx8kVD3dAqde5Fu40
e+peCQQEu74f16PXvOQRoCNq9fBwrK3hDwc5GXd5Ej0O4wC7gop9TAJDYLNCVGXna/4ZLZmT8KOF
oH8eTU2/daKb6xMej/d89lsR0bO80HTEJcgHFfpHar+MtZpu8xYVikwW3SYbDG+r5/1S3vnRmtDo
MhByJJulD3h9gPBSLMu0Y2SBYfQKx1PtQcSet/JlPf1HytH0kXSGp+8EiMITfz2UhHWyUQpEuAJh
JesOo4a15HSLNnE3h3S6EkDksc2IEudtTS+IpDps/fCSw2qkkxERhsEj3P37IeVpID1jayFfMh3i
v+5eE4lDCIqduHiO9xT7XuuWFIxPhdT1TwIVteP/M9zE0kXnQifaux4O3E6A9CRnFJIHMqTmf4SY
xdaR7J9qrPbb+4PdvivMIMV7mniYihOJXQ+G2Kqahxh4XvQeU80+DP4UcoFQVxN2+B/Zl1Ct/jG2
IWhCaIGJfC9/A3q9HrEdsddr9I42uG4CK477cofwZ7NqtaJbuF1vKh3TWNB2KHZwwU4g6+uxotaA
TpWqBpANbadW3q6nRLvpcXHdWF19kjq8Tu3A/mlkn1RfPfTiMdYvWf85SC5VOZl+nBQgzGpArTYe
d0Lq1XVppZ+ViRWudPXOjjV0pLKFn32TZ/Kzqe9Rq5xE+sD3TG/TXxuuy4XZO6SXboRJzipMtG6D
SjmxaxDam6gw8q8heoErs67NJ0Vu21OroPESWs6SNfvthcEPoUuHWzczSCR6/UOMsi7NMEKaG7c1
5WFqzR96ScBoBbu98NHTN12/t9bkHwBMgcuJNGRW7UPE3yicROrdNPDRa0IzcNfLZfr1/na/fW+v
R5l9UObnuVl6/kAZ0waarqnYN9jKPtLouHl+vr8/2ns7c/5RkzEbxHQLqYT32PuvhVQkZHfsshpc
P1V2UuW95rbqraMKSmGAI8Cp6L5LoX9ulHMaXszuFBYvIvwyhK7hndX+l2+7RnhRo3SVDOumaNe5
eQEl58b5WxX9rMpT0v32a389ysjv7FT1tz3+HBuE7HEYcLaUXFaN971DXHxwTo6NmkuN9Pe3Or/4
PY6DPztHw6KghG99CCX8cZVPmvEsja+yvCWzlbrn2kEtLNwbxX9Oe+yUL4jmt5Qjsd5YWcF/krPO
jATHkYM5qQz9TH2M6qNVGv6i2R8FEFiqN0v8SdP/EvjxtqcTZpyG6qSoX3PnyW5AQKmbFCFhCfi2
FR8xPVndn//b1Z6oNxx8Uhtiq3nAKEL+uB7gP+e50aEBpEmvhiOJtYfZySeqsNp/98e7PS78CzHg
QOsQrCLAz+vjAjO/MKmeya4qQd2snaDatX7WbzVz6Xm9jSGQeeLbsBqZvIPmb8SY6GMg+bRdLfSQ
Nr4A+QQvsFl5wXj2gz15t/erM5rP97/vpp2nUXbiWqKjBBwTAMvsJdSSDGxEEI9uB330SwKO6YHq
eIYitzJgYSqZbpAW3bovLSy9HX0zmnlz1IeckKaWkLnBr2utDoP25Nl4G7WQ144mZNmVHJctzjJd
9OP+D7593XBAnkDNJE4TBnh2qQiMAMKhMqH5a14GCaRSntOiMp9yfRTrThjhVmubpVbJB7uAjAm0
IhhNQp95zzNF9an0OoW1Ibwee8WmNIZ0PE3NdmG/3fT4WA9IqcClgOkTa8013wZpAHBiO3Tf1dDc
KK1sXuJy/Bzn0Qg8y6n1P0OFnI+Tx8+UC1cm3nrfc8fo9zoSbN/LPnrV/LbctbWm/fN1DobdnCwN
J2QwXfTro6DGSRlUfV661EF9ZFSwt877PFk44LeZOxEZbQELXNv7Os82ZFzkQACMonRFNYKPiIPh
wUbra6VAM3qsNUnfhX2xldVa7Li1zI2wOlSD09KFVq5tgZeku6yRv0NRGdfxZNaAG2q/9CNvn7ZJ
LIeaIXhszuocOGrVKiq+Rpm7AZSRz7rR5U+jHWJnLJxvRhlEj6FpvSlOUuM63OpPlSUaGrRV+4yO
7ddQlBQ0CzlelC2YMtjrx4mfRf5Bx4MForZwvUR23YAjNZvMrZtvAsmik+qV5UmPje5bmoJJSH0H
Hpc3GOcRO5FLjX/EVk7y4Fsjd6cuWTTNm4Kx69+DyDQ4X+J5lPhBJlz/HnRrRB9Q+ALp3QB2aRzl
C44pxq/a6f2HQg18nDwS5QizTT9nQLBXSKRbS95b7zWN2a/gZpuQ3ZRZMGOY3eFJ1Nvwbr3Orcsc
nxj5FOaHwajfcPuhqh/Ef4CTxJsxNn4pdriWlbdwoC2TrhpQk/DpIu3UivEcV9/s/veo/HGUQ2xD
vZOeGv1NAqOXjfljlD309S7MrK96pj4byZvVg0NCxGhNj2V3/wr84KUA9QUN4v2M8Axez6ohB4HV
mbHmqgKpDC14lWhzrQV8yp2eGukD9iorzSmMhWFvgEFcTe854BT60OCf0ziVIkWN0ugHt9FZpNCq
in0/olMcG16910Pg08jEt8o3oXn7OknjT1GjGY8ii/NLlLUc3qbx1iY0hn/Orqih4/ZqT5wCIBKz
JyGLIiOIQ192K7TDM3wGdnqb2msaHCuM6ZcO2e3RJxwg8KNHozkTWv969mU78eVBEBFUqJPvhrxJ
0Srol2B1H77LlI9ozUMlRJt+dnQslBRUJVdRIEmko0f4XB+hnazi+FObJOzBNgD3YGATJ/nr0AdJ
Pyo/Qy/9ZWa5tkrL6hOy0PsyitdtD+lTG61ye38X3s7DJOwDcpJbkEx9Pg9NjQlOU9Fbjf0gfxVV
FuzaNBr/j1HIYqkAwcmAQzzb6w1o7roAcO9adhKcm1Gg/msO9ub+t0xvyvUNAYBtImnRsp3kXmY7
KI7BO8hFVkDIJzOCVVlsC9sYN6YUALfvw39slWgTXo6bCOw4cRd42+st1Bl2Pva5mrm4jNUPciNz
u3TWQkfxNmYhiKDdy6GYLFnmal1qLfvk4GaOWIfvQzCvnrNeiX85KDHen7wb+Tg+hwLU1MziMZzk
z64/R1XGwIolp3KJVxHzaBTvoFrh3gyrYZ+hDfE7L9WDqOvhR9sPYg0at1k3qhahGK29hla6pFN2
A+udftBUpprODoJQ9uzs5HCd/VCRSrcKukOjGys7zJHrwnXYm4zQI3mdJZ32KeA53GSOvJXrztmM
ctN8xX9xooDqTkbbPutWToB+jYMK75l/1l5FSd3i2o4wLoGv0f6wk7BZITGJJ33tyMcqw7FQjuty
XAWaAOUXJ9rP+5N901ehr0MWwn3AY0a3ePaW5U0/ovo5yK5cAWTRg1EgCZg5p0ZBLyRJbHFsAY2+
ZkoujkKWxvX94W/XmqAH2TRa5vrEgJuX5+w4KJ0xjBU37pPo1bOdQx6O/cGLtR2AUKBobeXtkf36
keZhtDay1txY2DqoI7Z5w9ilC+3Am03Oz5moSzTcsSS4cbPxFbOmzZQoLm38+BSrfnAe4AG+FYm3
lHne3HfTUHQeYd+xv5DBud7lXhPUg+FkCnWGbLxIhlWte5Vu+f0JvnnbGcXGrZXqDJwJOCXXo4D7
iwNk7mV3YgmvY7VODlqmdOiODb3L0So/FYbRbguE11f3R76hMhDPUt4lPJqqeQw9+0Aw7UVrO3Xl
4uuMvVwSVd8k3EI2fdKpD0WtDAcrML6mMnjJMPOBeGL55w5NYH8aLKxlaSu3WIj43qcY0fFD3uL3
m5XFD6D1F0JAeaVETn0anD5xpaAiSKdA858eT8wThBLVQ4581k7rcWftcmmXg5XYxKkhfaeBou4G
rFsXtvJNIsnnUo+Ftcp/aJvMarJxJpwW62t6kEWJPCqVrI014vsZDgqGAZrToG9lRUvlo+lqv3pp
plGnZg2gQtyBblw1rdGOklavXNT+9uA7rOqLQS1QyluQ3NuGxLnQo7Wa7ZPyFX2cVdedajgjUvrN
D4GwJ89+VW2mazbXdaqez16HcISaTzpoBynE08p5yzt1F9XhJs6e6kDCCWGHjHPQ0AdRkkPuaVha
Irgj6rWtR1tfZfoD9A8fIZ/7kbGW6mwTtN0utMIdlLyDFXdbCLkbVPESgApBifRnGhx6Pd1WYbyZ
ssAYccSYf8zDsLY/1LoP9BPgCjBoe6sZ5S61McTm734nYwNt7/RYbDzpCMh8H1vKOvJ/yvyaXt83
qrqvvGGfEIAjJFW2QcjDCEf+/k6/ja2InumUWZSPpgryvDmdmpVM16qUXa8ZV7k0tqsIs0E03Jyz
pA2+OzBb+x5c00Y14xKKTjUiRBkVp8G0/pO0IjvGRmptPJoVawyr/a0EMWJTlbb2SJVmSVz4RvwC
0DvyX+RR7Bmu/rnhhhPZniLFKvmLUWeHNBfFGbVWhfJhJz3oo688BXIsVgHIc6Wz9a1c1t62ijXl
odbi74Ad3NSiWT6JyhTrMQq7nac56UVLxqWX9/aOBG1As5+CL/0HOpLXt5c56rVWDaCmckLRzZD0
/m5QreL5/vp9NMrEraBtQ+BJE/t6FCeXjRaKYAPpz8ZSLEMQ15RRars/ygdPHdEM2DUkkqDPw7K5
HqZs0sCTtaq5YIdkneiJfVfxRFiVifqnl2H2aXqC/2O7J+lbR2WFkI0Vjs4q8SPxwPwqCzHqbQuB
yhNYAZrL5H2QtGdRTZaURulLUX4pnVRba1nUuXaKencqfGMniuANr+J22wH1W6cZoZeEBPNaRPWn
+/NyO/sToIP5QOwaHvp8Wgzh9yH+L+lldKw3Rw9xVvPlbOEZvBlEB7GPCwZyTnSbb9olqVP5mH6E
kjsivnmGmUhqWfXZwm18E0xNoyBvyOaHR0UCcL3CoWCbasoguZKejds6bvNtY2btwclBRNh2EO4a
0ZlHabCtPUhBaSFCfxdFuHoM8C4DIjrJlFOFJam+Hl9Tx1QLjc54MjqBKDs2rSulx7WmyAJ/Q/1G
h0hGErpyBLV8e0BFTSS/B6fVViKKL1qFZFmlRsMaZZyvYdsCKfKlFpvF0lIvvRNaB5sG9ENUtd1q
wPh9e38j3DygZH9QzxD4wntm0gO+/vVZnyR1XRuRGyWFsqHInEL7CvN13dX7UhFHUzTy0pm8eT5R
nuGtnjRlWTJW7nrMUqcObWk0exLclNY1tiaXLkRDxOoz/ZclNHHsMwofyjgaj/hi4HfpmfmxGoW9
H5B5XN+fgZvok9oLh4AfQ1RIJ3lKK//qBTlo7Xu5GHMoITauK4bQvhYIC/8nDZK+cPpvDwQtNLjz
cKJ5S24y1KA3dC+SAC78j7rz6q0bS9P1XynUPWuYw2C6gUPupCxtybLLN4SDipmLOf3681Cu7tHm
9ojju3MaqAZcLmmRiyt84Q2llCc7aooAl5BTXBnlLPpk1sDrQpaZvyo1u9MXamE6jBQm4zvfavNd
HOKHmiBjtkPuPHgusz76mAg/3FU0wFZGPj/dEAbDQBT3LeiYcxZ5OnQy9L7emk1x1/aNsRlCub3B
iSHGhzDeCX1IdgH0U7dKQ3Fh4XXQIdroxbnefX3/k54fCbPKERcuUBoqPEvcmG/1OoXAOrszDBAj
aIs0+8awPCUe+4ciHkcXmfTiIPQeqWW/Vldm4XxLkVQhlQ+M8lXtYxGT9ipuEZPcZ3eQbEI3h9e1
11uj27ADj3GX2Ntcide81c4L7sAgOH9smayGGsuy8YQs6oTal63ecnHpWwLUYkukV2ToL+jBn4Ek
Z4dQnqD6C6RPXco+oSuGFln2wExu8iJRPdFMBW1ITf5sFC2bPikS7UpLZedX99tMe0IbA+oTrVcA
5qdrJJ7yzi6GQb7VJfUD/fKOipOOiI/frVw/Z98BpAZJEEAXejAQrubd+GZjSxnIiUIw0CTdWVn2
p4X9ZC7G3quq5NnP/LWu8vz7Ti6CeTwajHMB6rWxcDreVOl5RdNfvoUh27ihNUSeGaTpyludHVfz
KEhHk+vQW6KYezpKnqQ+onG9fCtJGXrYeMRdqJzYLj20aaXCdR48MZYOqeWVcsdBsjgaiyFSsmyq
5dvQVB+1GWKLyUvi6WCjXvR26PZdLd/4hfoYmbWrgrgv3aQKnH2QUYrPB/v7+9v6Va16OcM6iAdC
CjqHhI6n7661dhUNTinf2kExbnIz9LeIgsSXitBaN5V9Zx/LYXKYfDn+q6DFKVyo0+FnR500FNyb
zNlirFXvq8BqXCzI851PH3Jv2ml5QHHy+2Cm4QEgpbSXE+PFT5JiU1bqyDElaVdGn2S30STCL6Xp
j58qNNwPqVCNqzbSzbsybxSP8xwbVr0rr7nInCclb1ddduaz+3QGqJAD0yHegMuGj/zpDFiWiONW
LSBBKq25MXsY7n2nPCSx6jmiNzaMaW7qvkLAT7MDr6ykciVgOG/EUFbAs4moC4zQXG49fQTftGI1
yGGFqLl0qRnSdasF9basrOEqQ7Tvsg7TL/3UxVe5jJggRpMFDIRYw3MjyaLrNGVCtWBS9jjUdn+Z
Tapv/LrCqDlFJSAugkNFkLOPubK3JdHPtlcG+bq2s+KyjLTGkyUk+L1phPg5jZp5k/uR7toik64V
TSnxXcw56y3Em6L8/v3V95MjFokQ6uSzsA/i7cvzpBykIm7LBK7NqEk7HUV639RqJDcipeS4jJr2
OpOcalMl0yHtp8emTDephgWu3NXGRRZT4CcIbPxHYA7OhqLGXWv32srpen7o8ZCwQUiriDG4CE6/
jh2AqKrsWgI1rpeX9RiinZjCYYpt0CpRFQ9u3Wnyyo13fvJRqaWjTMnL4eJbSvDFWBIVMzPjrgyC
6RHxsOpGDuO1/v28tk/W/kxD0kBnzsogKKEt7lV0nEteAp0HmfWvjnq/FUOfbJs+LoGWrnoRnJ9+
FBXoDBNGUd9H2nR+6zf3h21y0hrpqNzFSYHOd1Gb1ETaof4kel3aln6FQ4EW3Y61ol7EWmh4iUA/
XpWGeqPG6fAIAG4ttDv7uvMjoepFbMHBRkPl9JHyGqkSa0RTBx26T/yTeWlWZN8yQQ800OXow+iv
CbKffdvXIcG2I+NDnvOqo/tmFjCKHsxR+MrdGBmB1yB/uokH0f9qCRg9JAAJs9grTSKK4qcvJsvI
VyegHe70Sgl29pTan1qtMg+ZJLTH9/fxWXBIZMYwdKKYQDhjix0SF32M/DB6enKVtLdRctU6FYaA
jiOlHjJDmuyBpNmqqL5fQhdeGfy8/YrZ16uKJNUg2i1L6NOU4GsWmU1216ODt0eD0T8khlVRkFAU
KJzYXMnbvpSfZDsstl2dKrgViG6bURR3i97wvSAwx5Uj/Txsnx8KADLzMpMLl9R6O+kkLvYwu4s0
vb6gqC1vhBDOPgkqw01oGl10snoMjcFL5Bj9pig5+Gq6VlY9Y7yALpyrI7MKD2kEicTpItAAV2L0
06d3eancjHIU3CC6qW2JsumSK6XYpLA7Nk4rJ5shx+Q7TfKV4Op8fxFVkDqQPFBNOLPLyKYg4Wrp
YIu3+qOuS8FFE6OfJYVFs0HVa5tq5dqW/slbAwIAKg1bR8YsR58DvjcbLEW3s6kzkd6NRV6hx1o4
n6tQwpWuSShd9rYMiovKQUzFjEVal9t6cCgSvL8pznf56UMs4oqMGlFSVW16JyWRtCtNKd6mIg4+
/PIo0Pzp8dCghY6/xB5kDY4MSRaHd2ofAuCQFWnT59CZ3h/llZd6elFQhqFlCIEbNUBqrqczGo2y
XjZjHt4FTr/hMnez5DnVog2spd1gfHLU+9i4bLRnvc89K9Zd4LSuk7abUcJyuL21/BFd5gi/Qtlt
oi/qlNxq+aWhv7SBjnH8oxp+8AdzIyeAMNves2twZGV6IDLf2Xn/AUrUtR10z0X1WeCVtq2Kr8ge
//r3ggrIHQhCiItgyU+G/tMGbaQGd3irXNmZpOIZUa9GPHO6vpxIG4QKmoIzXWAZbyM2OxChlOFd
goD9oTBGy/Ph6h1GR+xCyQq2WHVUXm/HjmcB1Djkqaq4oJfqlS/6k9U5879AOoOiJZlb3A412iNO
iwzKXd/FGs0NTAfluUL6/ro53/ywzFg38wmAbu3yFCxapwsiKw/u8ql66uXJeSxrq3mSOKhwQ4ks
UhwW8PGXByWcButFXA9GcxnQhzUIydBGAWmS6/RiwjDiCog5Piz+sEsTqdsQia45np6/KCkxE0mq
iq02NPfT/VHrQ0hXuMkRfwF8Ypix8SzbU7Ox80HZsIyCq6jM0v37L/pqx3G6mBgV5CFAE8B26FWc
jupk9NHKscrvGuduEr6nhPgcGinCaJkr4BpM/a6FrZ0/DQC85P4plcjm9K3fXxT+oaBWZSa3TXuB
voxr2Q9d9FkvHc8cx0MyHhQNlxqIYLC0MrHT+tCNtUclu9HCW8uhDBwY9YM5KbtRBr1ep6g91m7E
tepE2c5vsn2NZmanNJsG3UyrTr5kQKC3Ywogy67AJYcNrkF91R/en5I5U3o7I5QkqNDhOmvNyBtw
0KczYk3sbbmP+mPO5XAoZfzRSkwhD5KQNXpzqCk0Vmdts1ZfOyJfo7aToRG9neWtZi0d5FKXMFDb
ycKJSyk9Ipmpug1KtI9tatxXahNc4ONCCy1grn0787dazPY2214/xA2Y8swcUfXqMhV3XjO6RKZI
9ziExl3JkWlh4vo4ZdhvDf7z+5N11u9DZILM354FCFlFZ5aPwxAkoV6Z0gOp9wE5leJSWFJ0V4Rp
vZUKozpIbb1JDbnYSD0BzDjI9tbXJeU+tiPnMDQ4HbeU1M1RxXa8U7TH0e6qTSOC5D5TY3VluZ8F
ejNiB2o+JiWcoDQ/FptMSE7ZWl2lPfhKQKKg6vUOSoH4BHzxs+S3iKUhZ+DJqi9ugsk23NJ0WjDY
mb8rsavyuK8oQwyDvtKuWB6lYHLp7M1p7MzloFJ8uuYSMUnCEYP64Isg3MamVG/aIPRXKkc/HQWy
DDZnsPHp0p6OMhRpmPfTbKkxRsUOGz62XVk2F+8viVc9lrerGPQuwCtwg8B3CemX90KXKanSpJLx
ECtOuTMrffQKNF9hRstf0Ai47BMt2SZ2+mTOah1j3W7zLi6244D6r2M31VZkQ3Jwcke5RHblY4Wb
j9uGj2EYhWgm2x9iQx42nZaLS+rsJqcDGRAaK6WnBkq4zXWrvHb8zDiEYZF7yiQlO4qzhqfLmYWG
Z4M4HX7VXl7q+pOdmKmnJ1aJzJ2drtxcZ9uZiWAW6ChwuBKHvi7GNzFkVPST02AX+ECsszV2CL97
o9ddRFvK/FeDJ27CDWS/u+Jz8xI9+itX2LxkFl9hhm4C3JnLkWSJpx8bxeVGDatGfQDNfYDPqVfW
xtT3CunC+9/7jDb2+pqgLpCmgpIOgvN0JCwY7Yzdrz4U1/be3Ce3w664UHZwrt1gq7jyLvO0ffHc
ba0HY29dypt8H2xCV9q9/xzL+3P5GOrpYwxm20adXKoP6AW7Bop1qfFZK/aVaoLNXlnjy51ErAyu
ZY69iEwQFVm8sq7N1ZQQUbhByY0byw6e69xxVrLvnw8CMYKyHhfzUgGXgKqs/DSDGRHhqiiiONpi
JBetvMp8wZ+sExRKgEDQ658V9rh+TqfN6ENEXacivzPbABdnWNdbuxXBzNH3N8hmfKY1kN2XYOY8
KZnWFs/5O85Ywh/VHMraS+4exeERRiqjl3JiwqMcxZxhrRlYLkYB7DWjDPDhndvrlPC003fMUio/
GRIUd1Rws9ad4BQcUhLqh/dX4BIc+WMcauCogVALY8+fjoPaiM9u0LO7QY6HizAfejq1whMisbjO
lQaT0aaovMo3qo2dID0L02V6qg3Z3ysd3nRN1gmXlSC2ilZ1V2M4hu6UaJNbVq25D4rhog0PSRd9
7fH88xqlurKL5BGCeLwXavFtNP1k5WJaBEM/3oi+ED2smd6wFFIY4Y/7Ta5ld6UTPIw65d6K72RA
CXXR84lcPUBKs1Bk+9c28+u4Oh0iTnAiKtqzpzM5AoS0EDOnIFMrxoc0S6PLoiWla/QscNPS+lgX
a7bQP1kkIFJAKFNQ43WXiIVE5yLpyyi9ayw9PPjjZHPdg7t/XSP/8W34z+BF3P/YWfU//4s/fxPF
SPM2bBZ//Odd8ZI/NtXLS3Pzpfiv+Uf//Z/+8/SP/OTfv3nzpfly8odtDot0fGhfqvH4Urdp8zom
zzD/l//bv/zt5fW3PI3Fyz9+/ybavJl/G8pj+e9//9XF93/8zmd4sxHm3//3X95+yfi5q6iKvn5p
orMfeflSN//4HX8I+Q+qeq91SgD3gJd+/61/mf8Kq/U/6FbMxw//T6WLwykXVRP+43f9D0g2/CRH
Ej352e/5999q0c5/RWr3B145878mM+S+QRDxXy9/8gH++4P8lrfZvYjypmbQeS29OQEBirPQ6Hki
8/kKHV+sNSNK6O0FTXdP8VrdBsJMXNT6v3fYgX8vy8S6UEra5ijK0E6Q9XoTKzXXdmvqV2rZKitV
v6U2A09DD2hOx8gAmfhl9KQMEbY8/pTc92kxuZWkXXJmpc8DpsV4ceTVIVPwK2jpAe4Q98d2GPum
TaQ4B2nKPyNbbroNfZlNmdn106Cl1b6r9PLC7DX5phn84TrvnE9DJFWbN5/871k9mcXF9fv63Byv
sxsduBsEAE53LMClhshaiu/lor5Ic3mf503sIdEub9BVTR5E1QUX9mQ3l43aOfdI/wc7X03SfQ/b
9Iq9XX1rs65+LlL/1hguKby+vP+EyzhlfsJZP2Luz5K0UFk9fcJOpDpgB56QAFU+6ohS/YW6Bzzb
yjS22C0bV+TbsJjkMvGwXpQ25WSBC1JCF9BMugnrGtWfTO8f8kDUt/StxR5JeEjBEt5+lZzluyHq
0oOwocuUTRtcO4M8bs3e5sAcnLVg/pX5/3bZwtV/BXUQc+EbCkzo9HUwFLCqRIIzmGhmD7FYrjSk
8VtD39kkiLBcQ1jaRjgda0Pylauukb+WEmrqUa0UjRd1Y4E2U5DurbSIN4FUoyfUcPe6vmgr1LcL
6VsWSzY9O9NhuZP3S4MBMs0K25d8xPrPDdvceiqMR61z3FHU9nVZRsgcQsrCXbSZpUV8BIA8qUgh
cI0aVBm70NKPGAjakCyl7laLJ/XjFA9oqEIzzdF+k2LHrYsw/+wjC7dR1OaF71Uqbtpw3ZIE2M7t
rACVb5wmKj7pzdBv/aDzW6w1lDWN0sV9ABF9FpuGuUvhmUxmeQXRbC7roI7E46SMCtL+iol6W6Gv
KH8sT5+zYRaxia5ljWGLUDw2eI7tJSwO9+lUYUNbC2QT0Gm9KZTwMyswRFo2yJ5zX86fsIh4ykbp
0/s75FWq8M2SmqtsMwQKEyuueorfy7DW6ocY+5/iOGWTgqCXOdwKzEo3pi1saPdK5nGIV/t+CCXP
6HrlL0qO0jXMzPQqqabJzSkUXFIAMj3Dmucs7rtNNFrNXRrjcO9JpfZ9oIW8V/X+kCHKdxCVWV8p
2O4cTL3RvUCzBeI3FZ3aqUk+hnI33AQDTiEVfvWQ6ClmGkUt3ztprxz5J3PVMi6fuc/sw/tTsWy+
UPeDrwQhhO4p8FQgoae7axhNzW/CwT9Sc3LFON3EzAOobNQDHPiA5qVZdF7QxLuoF49lZq4kVctC
BePzHVC2oKNKOeAsVy9mq9ZGT/SjjwT0peHjhJxb/aWZmhnoqDE99LIfPUbSDEuNTBvn54GSuQY2
nX9P9VdJ0uskGfsVNZ6zTTE/Fgw9UgaKKBgmnU5L1Bhqq9WDdhTK+NFsVOXWiEL94v3Jn6+Kk2U4
D0L9FRA/epoEDKeDjGHi+xH6A8cgsrW9qfbuYIrqoq2alc23yJGZZHjuxOvyLOlCa2sxkAqtstbR
vz9OcRZ4khBhTaidhPgxjMMz9P012Y75F56+GQf1K1fWhuTtLCsCpIxdmypacwz0eit34x1qcl6T
md+7KNlUUbaBdJWt3czzrl0MSmfnNVSihE7J/nQ644KeiGN0xXFwML2YqscQ2d6pavdo2X21YmUD
2njbltpGjsO/VDXbv/81z98ZmNfcItDByNBDXhxwkZnpdaj3w7GXgN52uTk+JFFLj6dr+ru6Ub/y
SOqlbrfd4f2Bl3sI1N0ssQ+RivIOi/X1Bn1Tf9Hzti4wtqzuaClNt3KBiaakiEtMDozYVTCYddM6
mraFj8v3lGT+Rx1l/Z0xJpghtHaLR1Ms7mO/XK1Czlfzmy/C0QKIn7VHFAL+HU7Q6Rchg2NnExHf
mc1EiG93xmVW9qqXZbX/OPW4xw6pT+k80XZp4VxZNaIkoDi/0xLGYdXCOhRrb3MXCkNwHln9JpNZ
R6Vhcj0UxbSSi531QtkeszA9T4snL+27xTaR1BTGXwJeLxedV2u5K3XttWLcONq4UXOxCxp110sS
Xbhp5RMu1s7cSpsRDlRtidExL1mEbH6AA3DVN+PdiIi83YzmQa059TGnG9wiVYydKKcYWe+1ssTi
BHoddwatA9oBpHimx6CkMfXjMJzutD7C2qMWFLPpQHiIWq6JBi3iZjo9s4YihwHQXIzCl/2tduyV
xgK/dz+msnRr9dJ1Pkl4GiBm6wmYdiF6m3+ubIzT16NSjyYgkTCFZq4Xyj6L9YecmR5BQJqOmI+g
MJcJe6MlNTq8klYp0JIw3Qq6ILvQKJZfoAjyzZerYIctinIpT5WCrbHU7Xy0+vcgWKO1rvfr+f7f
2+P18YjQURPECYHC+BJ2YgwhlpUJDuiYOH4QCsTnoK2ivY2P8nXbaQaFXuTx4PaGn+Jo7K/9IKpv
o7atNkmU9lcWwnTbadBjcP6FubURMvXMWkGKJ8zr8E+9qwFnTrlnxxGd08jEMkmNp5sq0XE3GfRP
rU1PKtHa4VKru1WN3tMb9MfLQUqgIkXFn4W2yDajmrKiHHTTMY1T03PwarjSegBTxQT91C1DncIl
dqGXsf21zVJoqMUAwKDNHlhEH9TRrzUvzKb22/tL4nSj8VRz/gvSYa5coe65FLHWjLJLWn8ECt0k
2nfDbvMD2jSWhxFwvg2R8vrTzmgHKj7OPO+PfDYfjIyPNGEWCu86wK7Ts1C2Bl0YuVCOWASmOzAW
gTeMjrJy05+teM4QJF+QKFEg+J6JdPtNYPZKaVdHjrhuX2nGx7IurQ0dmbVa4+l+nmeSZg6TCcqd
aBfQ1On7aPQ7OFZEdTSaOPhkAOzeGrlzpSoRjMOBBmfotPmPotJJTekk+T6fxNdaP9US4PUz1u90
ULssho7boD3G5BI7qPV01Mqc1riQmseYw2cbjmP/3KozI7vu4CeGs+SNqWcbTR+CQ5T38SZBdmLt
pDm96ebZmB9s3sNIlUEXX8zG1GPlVxe0H2h4E4BEqvI5UvX2yve16UKMhY9WKJIa3Gm0f+Uiv+Rq
iSkdJGhdUawIycKQ0zeCPVYz6iVCql9FYL/ouYQpdT6uYdNfRVNOTh4ed1bioIRLrZgVeTqPs8+H
ImlFdaxUNGOnsh/ogmPXu7fKbmdXRXnJJs32ugU5GV2D4dh1NqifXp3Cz2Yo2R6/s75QYO1f+1iO
35JlNV+Nkl624UT+VRYU4kVFZ/MyqDrNS8ogugJANG47vUEVtzCc61DF1BoR1eK2EvJnOUnKZw6G
SndnwMMtkj1cdxMa9mHvO8euKexdGOM61ypGfVmUerkJtdz0ohZFmvf36aLT+/opOR64r+azmSW2
2KjBIGlZYoXl0ZLjJwfwITXSUr/shU2TVxTNXZCG0qHr23tDTNNHP7OdP+HwfUJGM9tx8DbbxMQ8
RzWAQY9OMt7C5AkvAXw7R5gHa8o0p6H9j6fF6pAnpW7NXTIfCG9iv7gFC43oV3FMR705OGNaeFqk
FtArUmPTTMaamMb5tieip3rMBKGEQ916MV6TGmZg+MVxtn761MLJFg7FjypyKMWMjXnhGNUaJfT8
UCMV46yeNe0phJ4Btyybgk0VlEfUJ0y3UiN1EzZ0W9nSa1jin0wn8H4wxCBcWQRn1T3cSk29Zigb
3XZXAjV9K2K4yVGY5Jdp6yeb91fb+XgOsEO81+gngshdYpetzESIJ53E0a4d6akvescLsKV0Rxn7
X0WKixW70rP7j5h85r2C60Hoj+z29PPVddNUEe6JR/aWeZgUwC52FHawAmvTLUxUX+MiExeV3LUr
999CG4CVOlca0K0054VDn2px5tC3NIvY5FUjR+r/HMpo+FqgZfzc5MatWhrantKtvEPRX72VcH7Y
JUZhXKAV0YPzQqVMylWxsTvkrBM1z8mUa81F5gy/w9kdaxKbYfgsKVw8vl1Xh1zXJK/U2+pjm3bB
x9Ya3TR3UDMcRbTTSvwgXCqDPUj5pr0Sk1hpaZ6t2PldLQr+c7Qxy7OcTnNR+WPWdyyjAHyIa5d+
tMs4Qgly03EldTjbkIuh5i/+5gDw2zGf4HYXHC7y4ElITBVYlpE6OB+bsPyElNEai/i1+HFye9jw
Jwkx4F+QcvJlT4fUOyUWCOikR5aqfDnoNhJV6N8IFGJgcfZtBLXYCvNt1av3ZTV1CKRo4lbOROhV
eNpt28zmLpTsSb7QU2z8siLdS1JT7ZwYszWsN82jqKPqqtQGPFYM/AYnqXmZU4ut2QFPcodqKoQ7
YYV2hSPIphxscYla1NqLLhLCecnSc+EG4LSjjn5expDGQgi7TY7w+7cNp+G1Mg5AGyYZRQJUSfHx
1R/DTmuE26Zo8OvD8y8eD/MDoBUIXAqPZTKn05lO+476fFIlx0FC5dUFmKu/ZL3e7wjYmw8jOjT7
9wdc1AN/vDKQITozCs0i0uHTEeWcJlCMEMpRi0rz0u78nUa2awhu5rxXqkMgCf0276pgg1qi6UYl
LFIjHNZKY4uaxo/noE+vzORY0JDO4qBqK8eiXBKkxyoeo33rOOE+0eEfubaPAE9bv6hIJxzUYABm
hV7MJqKgWhcdn8lHwavzK/tLGK99jvNtTSePNJaGFVUWNLVOJ6et0d8DtJgflciwP4I/QvKtN6Ot
kUjKw/sfYtEfe50AKvIkh+TMs77mYl/TOaaeRc5wLOBnu8IOUSdA+QTnS6NGOaWLsuCy1fR8p9js
sFJI6g5vqfZy7EP7MleK2IN9BvHMzuNkr9BjRgdR+MycSiUOeaELaw74vDYxjIPvOyJcidXPQnW6
jNoMaUV0AuUoY/H8uiL5hR5Sc9RtTCfzIY921DrXVLcWNJnXaUJTk9xeBWBBYrco+nEaIM7Sd+LY
ScFL1FmHPrI/ilIbPQO81AFtkcYVYeQ/aFJUukDflD2KEOOHhEKPh+NitfLaP9tAaK0BAZ95iyBm
FpmAP9EWi5xcHKWctDtLIJYloxpfRoX5BEtpusmxPcRi+Moqpyc169tDt5aMzO/85nyeyfRgNynn
zBctSeAi9Q4kpVXRYOkfFGoH27aZ2o2eyH9lhhVvMwvRmACtxZ2Wd+02o5yVZd1K9XyRDfEAILEQ
VkXUhf6utuQuaXGQQNOWq2PRdKZXTH26FXX8nMfylwDPX6+OQ30TmyXlWU3pVgKNxcL7MTj8TPJg
VgX1tNNNinaWEZtmUR+DIfquooV6TUE8e3p/expnczzHvvMc85IzGXax7kyj6qaiN9sj5VV7r+l9
sJvoTLt8DlG5I7hbIilTXClqIHZNFIauHvX9VgpD/8kspuSYCHv6YsYiuc3teNhrSuJ/GjEd/zOo
5WiPgNRsaju0OywS2p2NSAL6Oypq4xlkq7loc2h6EpIMwLjv99ROW6D4w6w2ZCnhp85Ms72GN80W
L8rq1kzGmjyzl7ZjPDpX0zSAyRtKsC2BFT91g6W5cq2mu1CtHXScOx3jdvG5LHdivOrGqN53ll5e
r8KAF6EL+1aXWfKAzFgw1BHmZfQmdMk6Jam1QZuOpRN900a791RHki/TzEEfCv94dc7r7RzjBbXf
I89dfA7C+s+kpWZcpUn0tRBZc4NDe/Fgh8jVBLBrd1IRCsSnbfOqQER6Y2SiR9hrdDynMzCfR36l
d1sxqjeIyqno7QTpYSoneff+8jhbg+ARqeVSDFDBfEAEOX0zLZOsrLdD+Uju0Lh1PEgPeRT69++P
ssBhsbcZhjOP5h39W5KWxQSakYx7u18pxzYdNmKItsFo4YosPDOsdrbSPIY2it2oIkUce0mfu5iI
3yvZPg+eAxR9cjxJtfHG7qFNOPk2aA5p1TzhuezafeSNVuuy2dxC658NbvyVg/InDz9T0GYuNTRe
FDkWMXI/9gEQ9MY+tpbINpYAq1rZgtBeVwe4CBoKU1U6goVSsB8NXZVWoVsFsbjRy1p3TZ3qTjfa
oVfE/eSVXX85hfY3NL6KvdEazmVJS/uhk2ky2JKcfk+cKtxxC3VupHbBxkDa8iZWVVx5YiddubsX
akvzd5njNXJIsHX43C4V9pRY79MwVKTjgNswSkmioT0c3KdTN9xPqObeVFLoPNfm2Gy0voXfYY3G
bV92kydGusORHu1KWR5Lt5zUQHM5UmI6SLB+MGRNN+8vokVMw7Pia8hFPXdqKOm9lkPebEIrEVbd
O616FJKkUGwWzkVVoIOdSKq0kqr8dChqhrNOBCHUkn0YjP2UBtg9HdUs9sm/yhT5strcJiyv4/tv
tYwff7wW74XaCf/jEjrdgYPRKP3UFNoR8AU+pHqgbLIx6CgbyVfkv25YiegitZNgPyrOc+OM6sGR
/RKUdTBtVIXdIcfi16L512eCGI06KEBQ6iOLZ9LFjM+eKu0Yhf1fxNJFjm+d6T+kWm+tfNU5BTsJ
AfiqrEN+H/n23NY6ff0E7Q/LAIdwHJTsgwTJz03yCMq+JAeuJYJuBT75kxXPCQSQESwBCH+6+afj
BbpgxU+5c3RaTXw1JcfxlMBONnmkd6lrg3z4NPRQszZRmKOQYEvfbaOzJzfKhylxTVKO+2IMtjpw
ro+SbPkXUxQBrqYASutNxOPKDj2/eah90FmiCjo3qpf1zx5fN2qKU/w4aWG+kSa1/6YphXYAJ6TR
cFPbiyrHLHBlTc6Rx+lH4ZYDMUbNlaj+zDCxK7oJ0d2sfKxbwNqxoP2U5WaxGzNpvKswnP+Yt4P2
hWO52CTCqe6mLAy3Oui3H5/rl8CZN9G3StTir+YUiXmK6Pz/EMLJofMf/0JJnkE4wbhFdZN9qX+7
qNMv+fdTKCc/+gPKSdPwD3Bws+7t344r/0Zy8jfUc9DWpN9ObjqnZX8jOSVF/mNmIRBxzhqY4D35
ff+Gcsp/zL8LDhHaLKgjoNf7r4e8/7FEfoBnfw7lfJV4fLOS2GusIp6PWwYxDHA7p9vN0aAKw0dS
DmVRa5eQoaveLaXMCjdFAYQzckpASn4W0cmKtXKnA4hQKhlmWaf111nFPesqtfwVgcbiIjSD+yEg
YcJK/eikOmzfromr2zJUnacu8KdvXTkonlEoNCNzfcwvdL++EV2f/Ohd/dKq/D9t3VRf0uhL/pvb
Vi9f2t/EX789NqBu6yb6Vi/X6gmm+P8REPHMQPmfV+DtS/+b9yV9+S7y6MvJ8pt/7u/lZ6l/zIiA
2aWIpBaD7X8vP8P+Y15hs4sE3tQgUN8sP/sPCqSEU3QDZojvXJr/1/JT1T9mvVCycW5dVZ8bZ7+w
/ObV9Wb1QRUHJaqT/bAGKXMuW3/CtppADwr/mBVf6aeZ8sdwrYC6PKBfh+A9eWLqXmdKMxJk8DHU
gaVpkbyNi0+Ngwmy80UJnhqykzcf4O/dddJVXJ7L82AAVMBhgbygibLYTX7k9OxawrV+dENvvHXK
7VDucdmyQNLoh3yvrkmz/+z1kGDWZiUN8tRl1UKOG6XQMcM7tn+Jz+IDRUQaRmuDLGOA+bUcwEiQ
PaC74yV9ekgYBMa2lhtA+0D3d1aArGTl6Ua8m4JoZQp/8j4g2GYyL+3tuTR8OpQPGT6gVewfGzn3
JP1DkX4yi8KlSeia0ZoM0TK54r1IegCr0HbmqF361VnVIApRNhHZTbc1K4wuxUoJYbnAKdvPuT0y
DHMdA5jo6ev0TQKnJRyDx8KXr1E1kwNjI7X99v11N1fA3m6j5SjzpL6JvPVStbsxmIJHv9v6kmtq
H/07c9eB37DWXDSWUzYPBcEEzU927lxNPh1KqQOkx50gfKREWnlJsisNNVmZtNdZWb4PN9IM5scl
GMbM6SBDr2k53aPwsQLABQPWG4tdlV8MX8WF+hUni1B44eCqH+FHo0zX/5ofH5r78zvSmYCHqKEN
tTQTUBHhyRtVhI9d+mHUy8ewFwdANd96fKnf/3DLvsDZUIsDg6sK1k5fho9Yn4IvsI5w/+7KnXo9
3GS/xGU9f6vFl6urzrAylFkfFbO7qMIJLO5ae3W5eZk4gh2DPMGcQWhLfwTZRM3LSSvehuTAHo0r
oK7bGOWoRlFAx6wdS+eba/4+MxqLAxAozKJoUdeGVlAfCx6HUMWgjMO12ThrRkM/G4R9S596hkWC
Zjhdi0gggg+tOCNEmPwlqQe4Yx+ov60s+fNtRRlzNgpg4mYyyGKU2M7pkYVq+FhSc3zSFbScQ8uX
frGUznJjGHTGiQhoS59dhvIwVhri3OGjTcFmnCibKpb4NSjgvNAYBGrizMNklKUmb+2kyL+aAadq
X23b9DZM/y9759Hctpa3+e8ye3Qhhy0ABklWsEg6bVCWA3I4yMCnnx905+02QY1Y7uXULLrq9g0+
xIn/8IT4CfHs3ftH540ZQ9KPWhUIS5T91tqYuZjN2UCq9qBkntKnilfr0jUljXV0vHzK2SCrZWlF
XqHlwyD+/eNR26u663zuHzWf0sr+5flp9iYfiSG/utXv6tHF5PFucj/+F99JpEWeh4E0sdf5/ktr
s4wiqYkPWigt2nPlQ1i0V66hN+fyjzFW923UZIAuZMGK6dnenkb6rVfS+msjrKoIFIulNmqr+DC0
dr2JjM5v6/oaUvDtQSgcgCsBI7B2jxuavhxsjGAORVrvk9ibqRD8N4vxnxFWD207JjDtp54RuOAa
ml5RcWWiVpyr19ND7vefIZa3/o+33LI6JxniMT7UW3WHp/xu9mP3mHu2H/8KKl6I+PT0w9oN/gPY
jpdBdoNn27vGsXlzJlHVpvKzMAvW6DgjGvq2luf40KXdTTinsJ3KK4HelSFeX8Y/vjOMaTRGOKMf
nEfbjndNcY3dvgbF/nN4KZy/Ouks1MjzmdRFZSXBoHF4X7AG2GE3sG125X16bzwER2vz4+vt3vJZ
R/M5u0+36r7c1rtoM7k//4s988fPWL27UZ40YZwq8cE2D+DrCWOvSW+tO7wXX7ralhnwuaFIrfgw
ecEuuJ1+NSmmHN7cIidgeaaLxugm21Q7tKEWr0/bLR/D7TWP7DcXlNIEReDXyG31nXObSPE4GPEh
NMVu6ET+XVJF8Ov9yVz+kPPIkAsZUW0sIgFIUhQ/X9O26iLieBMeT/kQaLAlpbup07wSc4r3B3rz
a/4YaLV5lAI36bJnSlH+8DS7crEPuDLEmxsUHi8qpPwPhO3qUhyjIps1XsbD/Ut+m22VO+VzOLr9
3toIf/Y0L/exDPfsTXcX+pnXuZ37cdhHt/Ld/r94Ywjo6TbT/+HXrD62K2JigjlPDjo0TS3JH0al
3Lw/n694t/OVo4GsLDqFBG0KUc75ypllF8NQT7ECK3rrVzNL/UFJxrZ2SxS/oF3Cd/na45D2uxqH
7Ms0Y4nXpFp2qvQ+uTe1UX3GKT2+rbHEgDs6SZAqyqQPftijENyOc5njKZG04r4LEvn3GCrTj97M
5dg1EXG5H2QDZgC2ZNpMb4h7gbJ9L8GLwL8ZLqVappiZScVHszDke9UM+P9GPWuO1+RouLtpVtmp
K2SYBUDLG7BhTqwUDwEar4hQa7P+PIs8ukev1FTcebRHbTMiRl+6dlaj0QusIMhRLVWHmP55RLvU
6UYDvooeQCEAPVp+mWx5LPlLas0YMksT8BR87X+/vwiX6caCt0QVEIIczXTjVZj4j0sXeEuGZHXi
HFM6RttGCARvO5lKtSQc6b6rLf2RMyvd5UBk7+moolTQ5M7n93/Fchud7QQ6dRSkQGJyiGmrry6K
vNCrIo6T/qAawcNUPZe68dvJJneIHniRrsDYL86xAnNg0QijLUVEsKYwU/xPo2EMZQaTXUtBPvkq
63WJjs6+B94RZ4fdTX6gM7vnO1uudDXMSz0+4tbNLpnarPpqojf3s5yCtvFsvZCfoYlIvWuMsEVc
MzOs2zqJkt95nIZPnSMI7NQ2BUFCkyKrT13YN4kXj7r1KWgD8l3EJsqfga3mT9I4Vr/bzpR/qs3c
fZtw8KTPHvQazGRjbEYv7+wKQ9K5KyrYpEb6bArHEC7K0hhaNgpOl6Gh5h/R0hhPOJNrEcqBAtsu
AxR0tkGNQy3cOq2K+7Au2gzPMCU1dmNMMg7gJ4v/0kOBcIf7j04WWxGY2FJXPJ88SxLgnEUfHyW7
mu5l6MKurECnRlqlLN14yNpvptVIt3ZQyl4bhFAci/BHOIhhEznmNQ+O1z73+VqSUaBSRnq0qHNf
/JyqdDohyvSYyikq8rmCm3sQ2HsJGO2mbJXwDq0UyO7wzA91VVluN2nlSZMXyvWod82mEXb/UBvB
eBs0CF3OZSYdwGJEgN/TgmLgYB2CINtKw1Tea4HabeVRKNtsMqZb7sUSzetuvu8zy/GjQe9dPWm1
azfxUkI7/0bklagZAn8m0yRVP5/yAS++2mkV+ehY2XIVlXr7u7f7MHWrUlHv4lLSv0L1n280pZYG
t8xa/eOgoTqzr2XE9kJS7mNhT/X3zpynpzktok+8bsqxmSo8ISds0ICrl0P11OY5b/NEYKJhLd6X
ynHCwusj8hFEk1bepfemXCuxO4sgkL3OgacAXG78EtVNbbkUYeJfPeYjlWfaUSd7kSQEwp5m2gsP
N7kR/kMzh78gIzqfpTRxnqKmQ4lCTnq1dfvcSr+ofSx+TCAeB1epKvkT2GD5MEhJe6+mXae7velI
fpClln6tjLkGb9FSoUBG6QiWjgqPc13ZniwzFkE/OMeucTD2a8HnNPeNg0OH22Rdf+ymdIp9JNKq
xJ07qoQYKDW2vgNNnXaoUwbdp/dv3YuLkB4T5ByaSRS3sBNYxYhzqkMq0fv02HSJA1IlB9RfWNbT
+6NcdMsNXA5l9RVtSCnjIgeTQyWWjDgvjkFQKa5A9ONDkCD/iC3PPuWp8RCvp31u7gL42jzbLUZy
eVB4cTMhjhMNxlPDGdy+/6ve+HYQbGgEmtBal6LB+Y4v2zAycm0ojsVg29u6LY3NDGH/r+M5uibI
rHCTUVrh2Vml6njUKZGpVOURc+rmLjLl4MGWQnNvL0l7NaWHthT5ByW09A3qEKy7FGubPDRyr0Nm
YzN1yB0JDZ7dmKkYgAV4XSiypPlznoLqRz+ig12zN/Hp3HcNtme91Fd3rSEExLy08WZaExsijdhr
Au2aNNsSAp5dGsu38WLTj6RrdNHnDu3QEFYjyuOANrrfmBbYO12mwIzd7e791Vqu/PVQTB4lPXXR
cV7L3gIy1HtdzOXRppt/5wSJubEq1G9RWqConeEjlfdZenSUwPEqBIVu3h/+YrPwpQaAYTjNMHdo
qpxvFtME3DqZbXUkMJW80RyDBzmKuyu4fvUiamAY2htLZAK5ke7c+TBVFctN5bTiWM1d5A1t5MRu
OrfzJhVmtFPzGONgEr/nMA9MXnjlvtYSrBkUXdqrWTbd5h1s7GpMldusHVVEr2LrdyxBTEhnMboF
UXTE653Hni2H6nasimvM/IswjsyajU6Nj4QMCZHVhYJtRwEwtRdHZ+xmTzFq/AtkBMiNxji01YKz
ktork3bR53gdEt2BZVjs6FdLE2lBxLs9i2MqGYCZYrxd7XbWNuj7MkcS+CfuV9LdNFO89zfFWx+L
oC7KdZBNKcOtVqtVaWmHAj1dJ80VkOOtjUrrPGcbvS6AWMh6dyhttboy6htbkbml6Efzja9dh+ty
nevQ1LX6mDQljqVjHHj6FBlX7q3Lo006TfoJhgW8DTCW852oIAcNvClRjnipJT5W4S9tu7xHQxr4
fzuLMEpZQ5BsnC/Y6ecjdWHTV2ZkaMew4Gg5ThJseOvn3SQhB4K6jOobkhZe2TRrYDdfxRaFQUr3
G5AgINvzUdUQO2VzKKVjEo846UrGTdNjNOMESPG2OFo69p0SdcdaFds2sIWL3c5zG+iVG6TXXMou
F5TsepHhWo4OUeZyKfyRf9Vao8doxEjHqKWxhX3S7zHuyiuzvOzF8/tzAWuzZww0wKi/r2Y50+Qc
jzpEz2tLOBtTLTFLUsPY10o73/RJEO7eX9WVIA8xPLHOKySAvA6G9hqkbU/wdmSjtY5NbH4DMb8L
gzp1Ez36OAYH/GbchqpTMWBOXKSKGxk4gqbiylG5/Gj8dDig4NRAxaF1dj6zlKVIOTXTOmowUjEh
nebbifCErkA5LaaI8pVX4s0AD2z8kvEBgriwW8sLni9eS/sYxfKk+MgQq18LsBRPjTonvVvT0nnW
pxnn1kwbjdmT1HKItkGc6T9b3v2/LqcuaKFXoNE/UL3VJs9FNvaWUTlHc4wdVw4lyZsz5ff7K71S
0FpWmmb2ohECCwPg0KuQ7R/7d6rlOosDPT/FQdWTsfc5+8pO2n1Vz8rsGVnf3oATV/Rdq3f6AF/X
mlIXRnxJLzVOoFzmdv8iVwB5PdQixtC39cHJvCpW6XWRuj7KWYkMqlanX+YclyDX6Cpq3JFihGij
moH9RHJW4Ixdw9ejN1I7/qBiVDIZY4pA8lQ/olNQy36bTR0JsBT3N2qXIFKTpYH0iRRaLbwkbpyv
MZQWHLUVC8Xb0jAxGJNSIaH5Oqun0pnRTMTYUpbcJgoKfllQdaEPkNNotk0Sa5NbpY7zOCGmNHqc
QWwOoqp8zmQh/3x/yt/YZ7DjwUICPzWBAK/ZL5HWm00v2uoUOka3FY5cec6sSZm7UNs9PUFqzAiy
cm8lya3RQ/AOkyo9iaC91tZbTtD5tYKuE6igpU+JCsYCMvrz7ipFlVvQLJMTctvh3WSGqJvrZn3t
MrnITmkbknljOgdYh/VYvbSy0chKnQbJaYBRsBexbN+FFhJOlrJYeOM7uA/suNnEnRQ9K91guWy0
a/5/l5fJgqsDTQM0CaTdmoNfBpmpz6UZn2QsVe5pZo+nYazlh7x0jto01tcQ7G+MR80cMjQofB6G
dchZgahG0HqMT6BbJR/Rn34/q8tLZMjj1gija924S4AF7/BCiSPQpRtManS+lqT4uPtgOHoaIT7s
p6btva7Rww3n3/SaQghKpQOHzylN+LFOti0DG9floMcXDOk1b7Ti4jCMbXMThWHkJyQNV/pgl6He
8gu5x8mkyNvWU4ImddRRGUtOtsISGMi7eRPDI9M16vt2kdUd+06civhqWf6Nfb7AK0E6kSwvRlnn
cyMLQyTQy5ITJasIEpgSbKksXmv4v/FoQutd+JFkAMRd6+6UGcmj3tsmYAKLMpYpt6j6Y+m4NSgV
7PDE0LZVb2lumpr1h8no0lsjTCy/iGTNH0Bu+O9fM8uCrw431QrAG5T/wdxYq+q8UEZRS4hInOLc
eRzT6TcCdkczCL9iMvzQlP3L+8NdhpzEgRjTwHeipH3RvEdEfLJiRH5Pw2xUd6YUGs+QeL9QwlSu
fNhlMgn8kdR1UVElK18r47RhYKARpRYnY3a+paHcPjmDlT0kA6z/WmmGjRJow03eKgDK7di8Vmu7
nFYyBmoBUH4dTGdXe8nu7DJO6XSerNmSb/OaEmAlm2JjISh0JYpH/P5iMFhqaCgDI1l6+QCDzy5o
swLePjtBfao4otVe7mMEymyhu5A+mnxT6dg1e2WhDd9mA3HJXSAtXmqiS8rvRZkl3Z0VZJC9hrhX
c7+aqzyFKlMaB8UW4dOkSHO4MbVZ3WpmCelajQfcRVSp3PRyF2kbSS+yB3hEuu2rtYlufT/ov5OM
WkWvVLV+a4Zd9H1Mg7Zy8f4ip0WxYMK+EG/XgLNMROCHtR1/dcpu6naoOumngaz4xVbxNnRt3Amf
xm7SX4oQCVEPrWEYiKZW116bWcMHrSqcYQk0pucArtvk9qT4z06RaEfo1LR+nCwQpyaEvlBwHJEm
Bcd2i3wKpE4ETNADEbrRd65mVK3p9UNmHZrSEPcWDKBFMKSJenfs1ABPdQFf2zUoQeynimVwlxYD
lSv6JjdW16m3IZXOYymk4DcJ8CL4MHYyMvpC6r/MSkfPaTbSbNOVnTyDn7PG3IuLkr8jA5kZ3Epe
oAUyShzyLlWqofLCso06T54GApq5nSICzHKwdo5Es4lVoD2QKOk0P9ZhKn0Vdiu3XqErqC5ElsCu
mUbTZPtDmah0WozF94l+G8q4RIy4S1CCSjcmxsGfZyMw8QrpSTAxasoC8wmHQvolVQO5yS0cuetd
zCrSwm+0yAz8NDKz0Q36uvjMTd2WfgfZynLtXpHaTUktynbbQUx3QRE6LzEF3Zeg1/P7aQojmT+o
Ls2NIYWFwCIln3VIJYhj+51uxDex00nATHM9PvFGqAi1ZjZ0bcfqtQeH4LJwrawkN2VjFF+zuUu2
OIvNN5hMNBuuAAOpGCk+QpBovdCIR1+dkcPxRiSCYYAM4wOHT64ezSatNRcKil5A+bbS2pvzOn52
aOkdVFz/Wnw55/AWKkp+D9Rp+p5QQjU9dR5ze58Y3Sy7jWThCRx2k7JtlCL/ZRt5kLgj9fVj7QQO
y2iH0ceWg/e1SwPra9XZ4klqp+xX12XZh1o3Y2DCMF7uRlmoji+ZTfgi2ib8TMtSMn27KuSnGVBz
6TZNfNIHHf51Jkq8ZjSgfB55V/7JKhEHEuYU7dA0ijpXx5PKpjYhx7knmmr6VE5k80xROpteHelN
6oYq/n6TM9HTGYlrPidNhSJKqsrfRFM7cE7nuH4WdW01bt0QpLtz0Bv3CMjWrZfYc7StdFMqNkmr
b+qpTU+TqvcPlRIPEtoaIa7JsTIrCY4C5cgI5hB/KyTbfAznInyBO9Rx9iVTy25hXi4L7Tz2hW1+
CeiG14Q8kkIRQprHb3RRydlnG6WbwQy1xK+zzHQoZSml8AMp7U03HMvpp7Cd9q4fE3VvNwPTMInI
S5s09Ic+lj+kg2z+jGobOmBUdtpnWZuHR5aDnRdSdDM2o9Q3mAiHpfYJWvnQ+I5cOrYXZ2Z3nEfC
/GM6zMrgNa0z/xyVVMHu0sl+hipKrm5mVtXBCTPrKAfN/GIZo07HDUIHYkt9tptCzKVCXSso0Ypq
/t0bptvk0kOfODeOnOP5AwPip0nfwtdzaPkqaIDPoZ6awmNjq6WroRVxL4VkNuDHA3GbI7ouk94h
MO62tjKV7hiiGuGp9iT/VnsRPBGtDYcwkKZPuSKmW6cgWnelIcDTdqQ+RxkpEtOvxHbQXAhFpwdM
Obd+hXSn5MFhUVmyIMOMNCwFdqDEL0no6zN7jzsOpy6XezL5WNhp/EEeklLxWbvCdmO71T/XihFM
V8o3l4EgnDtCBYey2ysj4fxVa5NWUkQ6iVNgNqhANQYOz7aNuLRDAz3JJMfvhn7ad6FxLSp/rcac
B0WLRAM5Ox1KU9HXEKV6NLU0nLLulJJcJ17As7uP9CLcpJ1qDL5cWnZOabbFa2KcJp40LBmxZUb1
qfKyomkem0BO71U9UVERNSg1yak1f+eta24mq7H6LToYWLFRW63LXZYb7aPDNW35TEgHrGCo41MW
ItrlqSrxZ6PgauFS9MZWNrJHE885fBVTTx2pIiN9qYQfO8Rur5HgLwFpzDrlaTIiAL0koKtcQdcx
5XU6pT6paoXqQzKZH4dW/547Wv1gYGK8Keuy8DRRxLtEG1q/zvPRG3IL78ky4RyYVktvq9U+6EPP
85mhxFs1luPCI1Af8NzpdxXA+R0qZuoGv3P7ph3D6pm6TXirU1++Eg9eRp5LrQYQLEuLwupaAzzh
lUMsz6hP/cxsplOJNnGE6kyXm8aVktRlIvHnUBdBrqNifxVKVn2auijcaDG2xs48O1fivjc+CPI2
jAmVeh/thOVX/FGSGWU9mgrZKE6BVH0feqd7DG1beJokGb/fD9rf+B4AQrAY6PEBVF5THStg8V0Y
m+WpbkfLHSnvukaqX/NXe2MUItglISKYXRTFz78nDhJbmBicnKKRJ67N0OxJTeVvaQxwg02Y1QhL
LCxaTvj5KJMsBXSre/Ep5aXwyk6PvaoFgPH+jL0mcX/eIIzAZEFjXXQUF73G82HmsjXaSQ36T6X7
zRcuXs9u6Vle5f7Gdsm7CqZY74X1cKu5Q6sixtGR4WTPcFWPUM2LN9KGu5yxks2t7Mbb979wSWDW
H0hBH9AEHgzc06veAYEAuBo9HD6ZlfPYakTmWpW8ZGn3S2rKKyXX9c5Yvu7PsVb5TQC9vlF1qf/U
5x9040ecHN//ltee/HsfsyRYfxwlVRmoIo5M353jCtdxW7/b9P7Ni+5BPHYV7znydlxtvrqN3NSX
3SsEjXVJgOwNwUfSxEV9D17SGqsEFQTLDFUbT6koZMUL0nKizDfhvOJVqdrcKmkFpKwqklbepCXa
fIDJJguzhVHO9A05g/GYyc1cXEli15Ts19/F/UIsTKMSed9VFivXCE5IpZhO8EDHL53Sdm5qkMpa
UjTfdEIPvKLUgmerRK4LtlV705Zq4GKQMKBCXJlbjInrRyH6j4PSZB/aqW79Scihj6Zz+vz+Gq72
yOtPxY1w6TApi6rY+sCRXxLVmePJmS3J7yYBumQktXx/lNWu5ygrFCYXtOQiR406zvlGafRek/K+
s9DNiuyPcS7JSFE2nZdSdtsH5vB/pBn/is/6/yjLemGHvMNxjbtf59RW/vX/McnBCocCko125EKD
fvW7+cckRwKP9y9e+EVZCwSKwqE6I7fiu47EKlENgiE8BP8htyrOvyjGAVuhuELTkIrY35BbV7Bs
QlbyQspOcL+JnRa08vk2mY3MCjNHqk6ytBRTYtPCUS7CWmQTGJHxoko4Q7cYqpCMqxOlmK43E7wc
VGVHL2Ae3CkesYSPcXP+MGDt3bvqkBfPdjK3BJl5+xTJYsAby66aezweohcwLek/Ko//f+f9L2Xp
i/7fd96n70X3ve3ONx//xf/wqmXY09QwEFvnugYy+G9etWn+C60ulIyXUiotZ7bXv2n92r+oygFB
gt+18AqXRum/edX8gYsuH5g8+vxLi/hvtt5aepZDAbmLUA3EDhop8GjPt14yqFZa5XZ96I3R/GwH
VDuFJOs7aYIT09oU4aIYEcKmSdWbuO6SuxoB4e+U5FRvpDC7kaRG3BuJNT+GulP5WqjNjwSf1g6M
GlLhbMGXP2b36Z9X9k/q9OpKff3BYG3ABdBDhjC7CshC6hVgRoCHA32b/Wyc501fVpCrEJLaKoj4
+u+P9yqR8udjv8wQUDUDGhxVugsmQdIYqJbzXB762JE/6cJ5NPN5csdcGjbdaH9OMx0pyCJDPdiK
4U10NBwLJEgoe1i2W0n9fdqGjZdkQ+CZltN96Iew2dRtJqjV2Q1itom11Sfd2iUYQt9okXpNr3Od
GS/+zgCx6JAgQP6PSMSf4QrFRJP3P0eu2qCS4+QdN0YSxiikNxmmv9ZBTurmRmq6w/tTd9GSZODX
ZIP2NrAfWiXnm0sakz6fi7E9AJRCJlBS450aVvFd3rXdrdPqNTJEUneDG8+wryZJ8vPZbnzbrp0r
GdZbv4TxaUsC1eIpWCc/GSIaVZCJ7mAURrNPslL7gE53/yEm4dxPht48UXJTtm0j1zeWkQCpalIs
gkoKqlfm5I3FoFu1SOJSPl6sUc7npALAp8hFNR9IKTtaVRkqGEM3nAQ7aGdN2Xisx8Zy41GGc0lU
9MBpSjd5TBIVULa56eTe/jikQ/YZ/Ih6nzVd/8mWsgzGuKPtrvzYy8O26Eqxa3gCIWOsF1DLLSXL
AJwfbDHE9yhUVz+iCj8Xo4ib+0hDBUsba3OHvH1xQHuuvjX7gi02zYWylct03GqlOW/5x/GuADTw
KMVEQO//xnUqw6tO3/VV+gpSMTIl5/MpdaHQQ8r3Bz1utF1STZM7q8SXiZNeYy1fdEOXsThH3Mjc
leD3l9/yR9xPgyBy6Maph17oToHGUFzMLrRL2BotPoqqlwB2O/YIb8suJsjyM9Wf0drG3ZRkG6eq
axjpSqw26Eoo3bi1QmGYd1LsKJ97DQOn9ydmubnP763lF0Kyxu6EyGINtmmM2pjbCNtnfE7jXd0H
8zbS+2ontxO2232i3olsnm6orBY+JcOrQLiLjU5JjNT8tU2Npau5yjE7Pau6TLecg6b0xtdsAh95
CwykwfOp0OUDEP1Jc5tiTFNgcngsuSKjGuNbSQZjJ5Eb41sO2aPw20pxbpSgMjJ3xGX7pOmZ9cOR
I6QEx8a4A2ZnNR5ygziWR6Y9Yj6BENWPuDZ1iFAReNRNk9vdPcNrEHucIWluagAiFdQaAWNnmFMF
nYqxH2a/Re5w9pqyyHNPDUb92DvCqNwQSGuLMlyX/qTT4fy01LAJXPSWw9Sz7bQ5WvAgZ2BqyvwL
xzjIMOFgqsKv9MmOXUBzqbwD0D7TJ6+qrN86bbVYnQ95tQt7NPM8G2FHGFzqgsKcM5DtG6VfatyT
qDEvmjoFlcFwrpM72ssSaIqg1jI3BzqW3idohUOCsBot9eMgBqxdNNUxMWu8Q5wuTH1dqTU6xrWq
Bru+rZPRF+mcSDeVMSQ3g9zW5VaoefRYNYXdeoM6GLJXNEN2LRW6oBSxp8GDcOmhRbZcKquLLyz0
ZkiSzjqY+ehsaBLKbt6Z8baXKv1bCdfkSa755rk0jANCZtHPMcr0K5fFxX2GTg2pMyE2csOcZuKq
Pw+wgg1VHpWtdZByke7UGQOQgt6M24dFuc8tdbgSPFxcToxH0IfzheOY5Omry8mqknnCK9o+SFKM
8neUpb5RhtaWovo1kuAbn4bAOqhMzDEQGls7MnHHJpKBK/ahLiM4EZERbpEIJk5p1HCbq0Az3r9e
3vg0njECR+Iiwsa1Kj+44S4MRts5pDNNs1noJoc2/YX1ufr3i0a0C+uRqUQsYE0IFDowsSCXg8NA
Q+cG/cnQDysp2PdAM/yhDsZr5ZU1soidSi1qKa4Q8AEsWdUG8iqVLfR0pYOeqeU+bepF+zhL6W9z
SguU37cxhpyuGIt5IzKh7500qa7snHWNB8UjBZgiCHPKgvTo1yiqwFH6pi4l4zDBk8iQ2gJvfJMK
Idc+yDo78I0x17nKAp2eNDB+LI9bNiGKloWlnebWQHHQwvHzGof4MpQCwonk04KWJT1Gguf8DGla
ji+HCJyDEXemh/vmTRU4xY0iTOWgQS6+K/vYch0t6H1Zsuj6l9Pw0JuReWUDXgbmxHOL1AHbnmSI
vP78h3D7CbOM7fSYtbn0I8BQEk8YR38Ukdb+7JiMyVemFiaaSLLxu1pyzXlyFyPLiIC0pHxxGif9
FLVZ6yaaEX5KUGuGKW+Rdt+nULJOmsoHoh5oWQhbyzL1ZXnKmeYq07XQi2EUXDObuTzD7HEUmiAi
Yo8FD+f8i7q6akfKQ8FBirTIRctXc7vZpGkcFd0WSuC1M/zWeMwb+xyGAeatq3im0zJTzmczODhq
vc/KRdOcQtsc50gD2t2VHf3Gei2QQG5D9g2mROtSOlXTRo0QMz8Utp4dStRWH9UghNIQmJVXdFN4
E4lGghug1n5Ut4OvjeQFWqf+aLiZ78MW5CfeWv0uU41s7yQmXqeRQ1U+DxAox+igsW8sUOKbrBIz
uMNYfAGedQ2a/tacsd3Y94sMHiHn+RrlhA5yR0GGMC8sKNUE3/pk/tn06gswic3f3rHMmAa2EPgX
hYC1omiiFaoY8Jg9aCC5vCLXvkVDBRHT0L6+P9Abh5qRKCizFWgS0b07/6oBjbx8MpzwWEai/Sam
cv6uGcjluqU+DpI3CSORvCIJmphEu+9nN1Ra8xs2oZic5QA5qits3DeiBX4QQcISKJBE6qvDrRet
EudVER4zs7b2llQOTy1cb2+oAXvKSdNuWiFnH0B2VBvbCexH0pLqSkd5iQbOImjmfoHHE/ITu5Ct
rSYlShLc2KPoSN9+uKmAD22MePpbOQTeNgPVIJIKKkRA3FaHvmjqxkzFCBAlbSM/IgDzY2AHV07f
G9sWv7eFRk0mx6WpnX9LXpcWXWlaIW0zC/DOzQFoF/V30ftKN/16fzu98uTOZ47ckyeUqtciO7vm
b0yFqUp4OiVHXmy/COWCwuTY4UMMkKVWdnXUGg961tPCDjLM7j6CiUcDskbv8WmgVClvZqedTpla
OU+9LZUvalHpN2bgCUvstNzEqC1TwWx7cAnq/fu/fTm/q58O0JID/tq7hB5xPlGm0ksOKI7k2Mg4
xZn0fqGznTC4vpON7IeKQbn7/oCXgRT9WPrL7DNQrBfPmJFE6Rw1WnIc7DEmqJAw784Q0a+C3rmy
Cd4aipojxWbYLUtaf/5tWWGEudYpKa4/k+NGI/bZGGwY7qTg4fT3X7V4AixygJiDr1tUtZqYhtHw
OBP/Jv4synBn4ql9E6lKf2UCX3Wi1ku2GJCzWNzH2rp5OkYgvjW9LY+pLrqPtlmrX8LZtl6wlVe+
dsqk/dT6TrpPiqhEVBSnLYjDEjCVPEVtBeJALJ36kmlPk5om2VCH5Y80nfXUC6UEiALqMLVKi8gQ
xIHz0H4IKiyZfbakNm+GJm6eitQodc6RnkAlyNr6qylV5ktdBybUB23sC6+vWzBiCZZMiSvJyvAo
tcK6SaIpzz6EZj9+kJsQdMgcmgOZ3VSbmo9HkxbCZYwGL59nFecxZ1SnO5muveXxeNofoTYADezV
oGi3dSIns6ublfgq5Tp8czWIom9yNWpQGpKyzjbCUsveRZkIIegh1Hi2RLdNJCqmbl86ZuNKXZWF
Xj5N5UMtVQ20I1gThPZhjxJ7bqaS8OPEaT5oopVm1AvG8SFVxKmVgiDZZNY03WVtJX97fx+9ur+s
FheAAFxc6rDEDWuFIVXLdJEqdXXMwzyKXQzDswG77j4ZwSMZVuAr8pwgbjTZJmSa0U5fArOesGzN
6vpj2dcDN4YmrM8zMTt92qKVtyDmk8jtg7G5oWWq3RRTWH3Kwt7wZIAkD2kdlVDJO6196OElZ4sN
T/8xNhPnR4NCRONhoTGA8tSt9Jcw5DjGOCBTbW+IWmXcWEObfInHVrqWBr3Sz1YzQTrJXNAlooR5
4bsGDa4FIVYf9VR1fhhFyzNcQ9LOXaWvqp5fgWUY4oAoIixmXpW8M6WhbV2NIr/j6UpebnOc41ov
c3LUJZARCX5IFq3I/83eeSzHrWzp+l3u+KID3kyBMrSiEY1YE4QobSU8kEDCPn1/0OkTRyzyskJ3
3MMdW1IWEomVy/xmU7fSxFjH0l/UVCCWAxa4uuaR8OG2G3L4EJMk/OUwMKGHrQph4INVOtUXxQsI
Ub133fPP3/r7IAwljfpnFaNFHO64uGz6OvPiPmge9MnUdkZQxReJMfxQGAhuE3/2Lr0c4s3na74P
jrTG8Q5hUEurk4HI2+CI7E2rgqGrHwy61huJodbOLG1vq7fj/PXzpd4nFlR1axcRLhYD6GPicjsg
fFIbmXwQBsxB1+j6bTBNy4kQvKZIb88Lq6ztSmPdRNZ5+0A0kB3lJFI+TEjJbDrdv0l6TW5FDEQt
UfN9JSkynCGftp8/3QelK3Mpi/oZMSv63MfxeDbsJoWT1T10pB3fdW/Rr71aT65nD6GKetGM2yZX
xdYl+G1yN/e/0CsN/sECyjtL2zI+caF/+HP4ZBjUrrO0dze6GhTZY+GqBwCh095OywcTT7Awdvrx
dW6SIar0Rtwj+DPeWh7ymkbpBLd9WXdXzGWTv84p6ciSXDDUQ5QdXeS3L8XN4AHjIdhBj4ekgjV1
stGr4RTW64NYsYKWAB1wkNGdP661pPChPKXD+IB+jnGNKe78A0VAkmbUttV29VJDT0kTCMDUdndR
8lvnLZpMSRpJve8hhOsFF5Gr5yD2fK1v/XPY/KoMkzhdfvRF1/Ubx4UYF7lCJu5mmU2sYHRtLjc+
6GlzYyZDk5+1Zev8iFNlRKbSyiBa5jY7RWI9Bp0AMkOABbqbjrku7A33KLPtDX+wRTpPD+BZ4705
dNyamLzIc5ks2OAE1R6f1O6KN/K4VEP2WFZms69hPIUJU7FdKbKZloWsL6a4Gnb41BsXo4jrDXjg
6cTL/0D0wkGSjJqCDx/YyTH5NJgNN4XyPj0I3ZufCjkNEbDRogjT1bSp7TINvw39bMmAaxqcFVzg
Ju2885v6QnoiuDGTQL2AKT/llH0c+9Y9XL8NPlmwdFgnvz2VzdAnneNW84OsEhE2Mh0ue3N1Uejn
ZPd5dPhoKc4jPBeAYKtT89ulhIbXHqK580OfSmQZdEdGoxWX+95K2hMB8PgWWZ+KuQfyhHxxq3T4
26V0BXjPgTzysN6M0eAl3cM8xn4kMjlcV0XuX+NRLE/k2MeF1rooLEzU+hl5QLA5WtQIZA9+Y2BR
aRcg6CcrbO1J2w6CfpQuk1Mt5nfhjQVXWAtVOwpJwFGOqlQ0IgvV9Up/KLtg3lkkJ1PkiDS5aobW
3ph5LPf6OkxYJod+yGA8Dm3dP6LAE1yPlWhPHPEP9nylMK1q8Ou2H3PK+ybQ+LZs/YF2ZR4NKUa+
NT2HcBxLYydbc9o60zif2POPYsAqXg9+EiwFPOujwsZvbSs3G395cGJNu1wCpwpzO5UYFAm172CW
bZHVqh+atip2+pLrD/itOht6Sc1lP6prjXHHpdPa+l3faOpc05vliky/3khX+2sRBRIJTj2jSgae
9FuOABeoIDFa9urloU3S8imre3PNroJdO3TNiU9tPWp/JgCcDLIMcmeLo0E7+ehk1MZEALYL48H2
+uWcKcV8XsxofDgFhBYxDzo1Rj1tpzhXJ/K34wSHRJ0RC9IsCGMx+jt+SKAkOr3nYHlwh1m/UK05
3yLu8/3zSPL+8eCYE7d8chwGSr9bSH9MY2ck9ShxC/2havJyM/Cfz5Vul2Fg1/nO6prpopXl8KUU
ajiR4VjrS3q7szB+qdXXbBG5iGN9kRmfVSCOyFs1iz1vlK/Z9yWAcZgj2BohAWmnebtZlkX/XnWC
zFnV/TRuFAIeSDbppbdlhqnrUeMPEK+WKWkezS5xziZG/21UY1KFJVUWfLG8Gor6Us3Lr8mESRY1
kB+RB037r8hUvDjOUtz6LciFHcdAwJSHTPnLXpz6MgBLsly0Xr/m/7ohltCb6+alTQE3RDYzxic1
46EJw66ZborAg6FigVmRJ3Lq392SNxu1+iRC5QNfh4UltcvbEOwXwzqKc/PHrNPlJdwtvd9kTj1d
eXNaCJTZkFS80RhblBD87PKu9HDsi+q4RJjFQuqpj6alxGfTliDkw1hpFRZctvyulX22Tm0hjyGu
kmrhVFXVJquGKcB7cSzrS00pcBPzJDJQc6Uc7hf0U8QuMJUDpSkWKjQwakwjGj7dGaMU1NjsSmYv
n5/R99KdkPqNFSKIswttxGMZ/Forx3q0lHz0rCS5bJqyPzOcrE6jTLiVIATVdRqWSS+/UNdkZwId
O3xVereeI1tqmgxr+CaY2M6JlYfWUgxnAqrRthhkkIQIXBjOBgYDjmoScdzQC/K62fjamLzaDKbU
1m/zbDcsNE+iuPLam3w0aDKW7mKrnaEb9olq/d13wbcITH71IePmIwC8fd0MMJohF379OAyy3SHA
R6DhzSUXGF7Ye05JvS0dvzvTRWKrEBSiPBF43jWyCa5Ir0MXppWy+mscXb82OsRd76fDY+Dk41le
l3Jbeyo/g+3obBbh9OfamKPu65vcxoVVR2PtZneJV877z9/8ezUZxH/+NaEi41/xV2/3YtCnFGW6
enrEl1m9eMboA5lTiZND5vSzIhKNwwBpMhvz26IvVEbCy8VNhYnXgMxfoe5Ka/AiPZ+Lf72k/4Vq
/h8Gk3+8pHdWTF++923/Bqi5/vn/AWoCx2QAQpKIziH6GSv/+18gYdot/8WhAr/GNJgLZT1S/wZq
YrGkW9Tv4AORuvAseqv/QWryP52ViAY8iQG58/vj/wsLnCOUMABhvqm10gFFQYpDkvX2QMFPKRIo
4vEt1yGJXYJ4TNe9ghGZz5jSny15LyJVDnkUO7W1aSzzxuqHZ1sJL1Qeys4KU9xOm7wnwwfAJbPI
bbRi53v2M2Rj+ANKzf8K//970jhpvOj/Nyh4tVw6/PP9nd/X+rf+jUr3XDDkv+W6VgA5JKP/HDjn
v9h1vCTIaddJBCXUvw+cGQAnhpBG1WuskXaFqP0bGeyY/wWukIxrbYUzwmaS9BfH7aiuWBVGqJxI
qvm3fuNKjo6bSX9wHqCQvBTe5CMuIubnkVQTWgl2upqrzG9upzBAd4tiuI7j1LsHVJF8H5XDReQE
ef/yxw7e/itp+BP4+7ZwXH8PCQRKH6STaK7A3Hh7/NMliZkgp/aLUQ7+5Zim8gLHziKacvMUxmF9
tP9kLSyFOoK3Zi0OuB3WO7rG6BnMJGlTdmjivV+eLwih+65DNYzcCfky5j9Feko38cM1AcvhlsOh
AHH59vGUE8wVetDZoYP9Ve8BgkXZVmxOid0fXZD/82x/rMOJ/BMC5XjDMPZizg5qN22qnbgQW3n+
XQ+1zakR0BFc8v1SR1WZBA9fWAxMD16IPlLoQmiLQ32TRj/k5mwMrRBm/+bzQ3I0C0I5g0djD4HV
mysz6phxU9DeiNssM197JiKgrivfPBdZazcbl6Gku/f0thEbrxycbWw0WhOBIanFZoBfGkSmIDmJ
kF0TS9RYNdzalsljHA1O6yYkqBTNUdDpuRUJGBbmLgYnJ6MswZwsTLQ8v7G8KqbSHmv/1Vcj+ACq
kMkJrdkoq82SCvK5tnHcl7gc3DOUPoaKgUzQLOEEb27fpctgRT0fkAyL2MwXUPhdb26LyTN+NHVX
gIu0OvWzq1MXYxHmQ+128rM4RzMtZtY66XWMGl8xT2FHfHmYZtdo0AKtZhzFljT3UTF3yya0EN8P
9mlsLUFUNkyz8I3uac+Jus8DJBcA+28MVWXdpSWNhgKiNLKrLlAt94tmY3E8lLqcIlj6jcNgKAXY
uHT4G49ZsEIipoz0eyljs4uANrXFRvSqvJ8BWv3d6Pz3y14j5EoDJSTqx/iVIAmwbS7b5TUxFrVv
jYqyvZ+1E5ncceCheUSOTa+KXhLYleOO1WyRPzZ6rL82XlNGQ4JUfIqHbRS0sjtRL737On+vRYzz
16SByvIo6GKnmLVpVxiv+kgMZLEG0OowGBUopk4vmEW5svyaTkn64Kog/qdomE2GPZrRh96LDXv7
+ef0waO7ACDIbuBIcbkc/ZyubQUheebRK+Hu0D8Zd7GhmrN29pYTOk5v499KsuIS5DUG4O1A3h1j
XRI/zoTZV+UL0bHY5WmnRX3m59E8pyKyGTFGnjtBUEVz4Qq6fPn4N0+6Lr8uDN/G5lIGdnIU8ulM
951hlNYLqmhViDkf/fEJt3oH2doTbZmj5si6FLLaZBAgNWGVHDcP/BEL6Yxk80WmvXU7Mmne+YM8
RTQgEfjjDvv9QDRy2VFGTNQhxwCaTljm7KnGfallgka857bXJiLxUbyk82WA1Mjz5xvIlPl4Rd7b
b5dhMhCan8cuW6rxixLfbOv7kGb5a2ksvthrDgYBYaraobqivwCaItbc3g8rGOL5Fm2eyoyEnzZB
WC2JJfelKwvmqYZXtrth9EB+UASDz/Wx693WDnZX572pFu6uLK5eJxSV8s3Y0M/F0oE5P52t2UXv
omrFtY0r1vnY2VzewiBi7smjsp8LnZs+ymwh0/PKQz9wn8yOMaNno9QhTjNLnPkON8OW1qY2hYs1
Tk8wRzK5T4PEG0O31eIvWC3F+T6TSe7vFtsrgody8OxrE6UcMN65QCZkqdwxQ+7B0sZmayOL8BOt
sKohnSi94byyhlqFcz2pGwR3mjzq2tFp9qM+O/ouQCcm2Kwo5qfJbvxHlM35w1lvFnWUl8xyIoFV
BfDXBclnblhjOnM8kWbR7MeBfV3HHU2QVAgXK7Xa9JbrnplMdmZVoIdvkwYf17PCKHUXjUlnuOEo
DkUUu0aRn0m7TS5g08Nvh9uRJXsoFaXDN9CBD/GNpNAjq9HbeDPpzejsG2DwQRhgasArM4vKuA2q
dFX/AR7a7r2uoROtWRMA9wWpEqAFvJcZrsE40vnxfPGrWy3YaVro3Lq2NNptkMBi4UN3Da5VnenY
alOgjygEmwpDcydHy12MRIA8tsXT4gr/Ps/LEmZDZfoCKAfqL/Tc3eABUPL4VNb6XET0PZw7xIXa
ksFXQKVTjw6KRCqm8hkW1Js2VhdkmzlbmArqRZ/JjQcVGCuVtpc7Sw5tcWc0sBXA/sZed14kQTZs
Fq+ocK23oFPtM7dMnnoZyOd2WcSPfA6EdSGtTF6OzF7jbV50tb8d+lH7OUzTqqVl0Qfe6mkdPC6t
mfyaSlwetrFERiQKps7iOGtNwrWaWclToxLbCB3w1h5aWGZ+q3m2QogCYbpdXyaoKDFKcffC6pYn
11YKo13V1wRNY0IivNHNdNcrC0lgOGZIftaJ63a7fOim4bzgp96NcWdeTAwr6S969ZhGGmJsTdTN
I4PaClD+FrGrOOpcKBUQehaZPRQJ9emBVMpPf+ZkPv4XUAHJjegr7dHpOoM7S5/z8aoyzSy70jFC
UZepM8KM8zu4MGE1B/ql0NoKucbJnPJdGXjjsF1U3GSwD7LxQbiFnm0DNdnX5aj7j4jwBi8NeBws
Pg03/1a3YFbD3AKqGJpLrN3LzK9JXpRe3KSzYXTo6lT+XQZV/x9c4YJfVqaM5w7dpSl0nFaY5622
8BecqXHXthu19SZHFft+yQvg1q1n23cG/2RJO7aatj2NnDGyCokqEj9+klvGaaIOg9FubhzRdtf2
JKqcDZQ92WFRyJ8IL43ONvOd4kHT+2AOrW5w4UuCJbHaPkaBKy49sKutecf0NX0aZNk/zItVw4Tx
xHCvdX52SNTo8ChJgOY98n84TfKygMEWPvKevh67G8fJDdA4vTdcg5SDTq9po4Zn35CzVX01tG0o
Brv7MYxIOIaBP+huqOeO99rksMtC2Poa/gbdwhByjrvul+cN40aqfI5h42nFNSMQ9TVFaD0B+DyP
t7HBAAPESYGyYu5U1W3SJ+gP5RkNZsBPRndn1XMCSNXK0ylkL9GVq7RB/JwdcEgExMoL8MzuSZyF
ErrkHBfWrXSIa5sRs/hvQs8pILEdgYRa5i4d4Fy3i6hA5mP+AmXKoIOKF2bMnB5EzAr+Nc+ckbzv
KiinjhTVNLJxg2BaMF4QskxrAyC+brf0foopimXWNNuhmHonrKbafXYnUBIhE1/tRpIEpNvSKvsm
0vJiQU4qrYqXPDftR+YQOGF2WlvgZFoY87LBDCV4Uej0dtugwzg46rIAqVs1uj3de+EHMmLutxAa
MX25kcsqHtN1kxiZP0JnCFMp8E2ZiioZNgNWE9NGGPFMlCu7DuWypfFo6GPBgEbVlOiISYBKvMis
uam2Y2Nmj1A4y3qLurD2szBqbvZOG0sFbqlECW0RY885qvFN2NimMlr2z03BodVu30XJEpR1qJdV
6USD2/fWNm0KHW08JV+mSoPd6jtzeT72czvDLWhbc1ckXuOfW3U5EDThwSnwQwaHuqIFoEIAZ4mz
m5gINptY+DSapr4NsjDT3ADW6zC794gKih9lBRgO7fVEXZpZk95XObjX3NET1OvSuL2iqdE40dz3
aw6GzBrmY6RGU2i3nRyw6cs7pK+0LL7rB6e7sfKC5rmF3tEvmhWLjg1w7B3MHEWRLVSn5fsgbLXs
xnKeoL6K4dGfhgaAudbO/aYxpbjxUtv9WZFGdKEFqsnfMDEy7vKkc390S7z8Ki0x73wtJgYWrpTo
aCjfLTcmWHRUwRBXetDLURh7SIgUXU4XDLj9jXPTbU2zBTMspDaj0Dr4h7nOqMVsPR8fihSx2i1P
QVOeKEKV2sbFcmuPjf1DIBEQhxKJsyqci7F7zfq5u1FVjbCtBgkl2WI2Fr9OcprZMmeSemR71bCp
qlkqvDFa8VPzCvVTlfzZkGI5/0UGO1+KIrO3qr6rmJcVUS1jv9rB0Haeu1FruV8XL3P2yvSmIloG
DfFtICLetcPcPNk6iNOhHUhkuup9NARCbemFRozAADK0csd9rat6NlD26j3YMm4s4TTbHWcDzdVD
DqTucWQkk29Kb+7uO6R2JOA7vVYbbszkgOhc/pLJzuVE5m75nWQp+1GCDSZwMTZDnUb12a0zC0x1
JVKw+a5Gudlk+4fg2cgQ6rTKaUq23IqZjYiiNZ2XSTdewQJ9ChxZ39SVSJ9gtxl2ONZqaXdM1bwF
gSzLPsiiyodIijpIdpU+9vdz5WNpP5F1xoyXtLHiz/lEAsF3koSGMU0Iy8lWqcjKsvTa7J2gZN5n
jOVWTrkUBDXCVGqkqHyBLUTpcoAhf2F30py3CDRMdFqmJlNbTu2kzhJNN8/KOesjTmJ8DdkDn2I+
DfXVlBVppDM5RMHUHkMRJ1W4MDs6DPXQc0kb5WRvmnKYsAcr3OnZ5jvNI8ukQ8y3SQQ2szm7ghik
Q9FShr8RLkDACB5lqoAZi1nfuJMS8iJrRbGLIU4AmlRFGd9gclZ+b/TaRX9xGiyfqWbhm6G+xGxB
MsZyQrinEvQdytGc6gqiYVr1+9iwymFr9l5mkTFoDdF/6IPnpJL1LXQndQ3aFhoDk7YOM6FcG8yD
EB3ow7Rz3avKxq+jRxgb7fPJHMcHMLaNGWl1jQGK4bcY+tjkFyEdiOxsjSsFKXEDjtNR9VjtYyAz
D9kg145KDqlx35uS8KGPi9tFRdM6YxQnxrjsACl5r9U8F7eqtyBJZlzt51rqD0QSMDt37oI71oXe
Dv5jHDtKnM+y7JpNv1SpfWmuUJV5K5qsibNN4/Wyu8N/PO9C0di22GkaSNp9DnZMhMbYxD/SHK5I
RGFu3SBemaO/h4ZCd2Yqr7sp2txU57ZJ2IQkqtM6qSTqpJFhz+aynbU2gQ6wuFMVmmrubmlNDfrO
Qynusu1m41tZl8EPvSEcRIao9XILzzNvw14nB4lE5wVLNBYl3E/PrlAE7dJ8uMbehmsBFgcih6a7
pDcy8PJQi5dq3E2MBMjU27aZNy5T5S50ylq7UUpfpp1cBVK4Sfzhp5+NcG8N/AGqVXJU689wXxlD
5Oawi67ADaOIRJexCpvZrg5Gi5prLPTm3KGGc3dykNm9L/oFTbUlJVwq6pdbCaUEacBhttLIC2bv
n+C3r0JRVdkzlV98QxqTwys3m/bMziqmH32LIF5BxCIOC0t/DWoxo7Pa5veSTw2QCcrhUIl8955D
4b+6uXe1pCvW7t6eOGVh5rv+I1Us9Pt4bIfxksu4/25WZl+EDsCQG79FECF040RLN0VT1E8mIS2+
nlWcp2lk4wkIIT8Z8bgxdSWeRGek7dXQlCkKbsP6YJNbdMlF2ffmjR8nXn05O86AehiGdi8a7Tbs
2KiQdbbBSS4Ekp7NhgBU/+zbkuCP7QtubNowpgg50YYf6KuJIA7bxBmeE/oYr2Y2AXbwqGEZj/e9
c5GmyfzMQcD/J7dSy94PZo2TkUH3aJMkK5I9QX+bUJZ38V0ZYNHjNrKJN+g8e5eYTyH/GKu2vFtS
HXoWtuoH3R5RpI3dQgNZUfEdKpG3TxTnyZNWN9XBkXaPs2wxPg2xstoQBQDtqinypr4d/H4AhwxI
sJV0V83+xjLc5cEehhLQpYcEBUmB8zLMQBR2QZy4La9fTWm4msZ3r2Lqqh9z7AXxBeCWWL/UNRO0
oQL+A/o7yPJv/Ij2udQG92s2NdO9I2YCkYfn11VuabgyVt4cIEqbuDTtvXiu78rOmngrZeK3GxM3
Mfc88dJkX9YChyJXYT/gM6mfgI8s8w84jK+64POHoGJllz29ZnKDyl82fUY0CSs/pZiZldXZ4dwt
zmPb9HRT01oEO2VAH0XS1UsCwB6mV22apGw4p/WsL2GVj4IaP7G6bx0tGrr8o6jtazfFEWqP1EKi
rmxfeM02z3I6X+MUTM+ZZ/UaEBG/rNDFbbxi081LV14mptu4WxSyHG/r9+1w701M4EMkCsfufGB+
bD6LBXZEaLWpQEzVHyt3a+TV8CutBsveZXpdpbtE81IXtc9uyUCk2O547sRIddkxzVXsKfT60faZ
BN0KNu3MEVXTngfr5xXNjR+8jkvbe4gYjL2BR0tbXTh10xtnelXj58HNO+S7RLpVD7F7ihsyJb/x
IopmLj/LzEZnV5uZk+6MxZ7UhZisJduO0rIqUppJry5Qdwjyw6JVso2y0p4dxG9Fi/avLycch0uj
lIBd4jj/SgOisp/S2aErzoZ4yxnvxRt3hba+8RjHJO63zExulbIwwZpwUzSiSS+HhwaQzzfqo6kN
8RUtnhK4fyR5Onqdu7ihxAkyEp9oKOkQbnLwZ9fFpNsx/2Yny72XTJDlAzEzNCjI+tbMoq6/5onK
ngeOVRb1rpcx/kAKjU+hSevuDEEz6uy4HUmsDNnbEgnndH6skPrAvoq2zF0G4q8K0YOSz0ZhM9mN
Cw7FJWjrtb608tK5NIu4QUEhr5xvPqjiMRoHp34oi1l3tvTzIVT9X3rupgPmxHrpXbf+pwlShOJS
PbV+ft78e9fS9LCDBfK1jsjXNu7ajPwDirUsk5zVMuOWUbjjFpCZv60L48Qi7zqavxehT4uOF6T6
34CLPxbJC5cGDR3Vlwm5g83gW/FZ7eCmDq+FfLXPTuHYj/Bl67CdRhMbtEJZwOoeDRyxLlAKS/f4
ZQk65BjJzynuUv0axlu1w2LgKfHTeadNS3ZiCvD+QU1cU2i5k82yl8cyI+2o7NRVeXUIPFXtoby2
lxo5RtSWC7TvvFd3f/n2uOuQKIBtwdgM2vFRl9+RhtEX9GIPwZgs+ymHX6TnnfyrWQIN6TerYGr2
9ox4tTPOwrLoaZRafWnW3HduolrsXbTmBIP/3XFkfM4JIR3RwV4BzHi7lDYokm5PVAf0vgOS1ELe
zE7VP3y+bW+HI+sDYSIEuA1mLquAN3q7Cv0fFU9LUR10JFRAxsMJs9Gh72nDRp+v9NHz/LnS0ec1
TVizBnpVHTRfqHOLpt3GCppfny/y7tStmAM4A8xggLmAYH77OHLUfR3GQHUoRpHv2trHwVOY8mWW
nfVl9Bft/PP1jsHw6/4xqYX6yLyFMbtz9JaQVS9gxcnuMK9gRqE1VRlBEXS+Iq9ebHC3aM6qSTzE
2NbdQo+bdlprYUMKVMK9W1zlhk48ym+TrfQTo6gPXuzqssKPQ+Rgxc++3QljFu3Q8MEdHKLmHi9c
O+xhYZ8vTf/j8z344MUik8mXhyIvpZ17dIRahhZcl5M8qLEtI682c4T2rfhEPPnoeTBi4gsHGEdH
ev0VfwTOQuFpOtqlOmRFYNL8KX8uhVZGCZPhEysdgUZ+fxPMXIiVnCEb5aHjmEnJ5o2i6w6FNsTb
sq/NM3rr1Q3FhnGmSfj8iA4l1x2i7E8Q9ECPqLG5XozO/McZhDgRB45detcjRlm/AgII5kQ28+2T
T4299H41jwfUuDFFjL2BoiVIMndfkBygqE35Y25jU8I8kkwhNm7XNQGsSF/cjkNtf3NjJdERt9GU
xcQqmCBqUfLHzCyC+bwyYfNEuVsZWAkWvThrpFVea14lfhZWqd34ztgsmwW/5EdcyGs/DFpapdGM
DfjdQPi/0fIYM6y/PFLrLYklzfoO4Hwdx764zOtMLq7/kpapcVVnk/Fs0ZnYfb7Ku7tx3diVg8iH
QrT4bVr5x5FqAtUH8egxMmvgDLn0JqOezHGnWHuTYBL/jUXVdwZly4mVPzjMPgo3+KfyzayCwm9f
qVdLsOCJ0R8sGgsHslt5PbhGubOlc8rd6YOlEJMHVIjoDAqgv0/XHw8JjwepkyVWhwJTWGi7ZMng
k58z2VYnHurd6BR0wXpEDaj5rPiOf6M5Ao54tRzG1tsumutvyXunbW6M/7hZmmGIe8p3+N2zwQxA
QtginQJG9o41lfYoqNe+pQ5CUTQ6hfGVrFpH5Crpvn5+VD5aiU/QXx8OFMVvxM4fuzj4plYVUgwH
v6ehFKf5uMOexYh8E/Lu50u9Dz881ZqGeqShxG//KNJ5M73CuPH7gx0nCxxrwJJG50wRTIElqpch
2TYSPino55eJsvabVvT9mZYmzkZPJ/fpxK+xOIr/gZERDPk1SMfDSoHrFAAEf3tU56JsdC1thkNG
YRkO4IXPpiFA/8tkckSHwr+PsznGW651772h0beU+c5TW5Y6/ZZgn5md/vL5T/roXaw4GfwN1+xS
P9ofzetGpgTWcOh7Pb3CSULfJr0jL2honzpgx76169Pj2c4tgP7puhdHt2jlNuMwmv100Dx3FiGD
fWxz6G+BY186b74BN0vB5ffm9OSjVFaEVuEE+9apAQCg6DN+QRF/WsLOnBkkeEMBAkv3uuqXnfxu
YNJDuKCXR3HbslGvLk2SJ2PUtKciS/SHz7dt3ZajF8m58pDm0RG1Jmd5+yLNCfG8IrWmw7hUFVJu
A8YqflyduK2OReB/7xjvRgfORJn9LgoUTGaNuazmQ2Uk7VaTnvtlaRbc5a2mvE/g7UWyVF6YlNL4
4mVpe4sBMjs2T2qL9o3YearsLwG52WfUfNPZ53uwHtbjPQDhTDViMsZBPu3tHhhmm6t0yebDZDh9
SIZUbhMpXmTMN5YMY/231xinB9KE6bMTcEh+E1z/iBoBo4wVRjAfmFcw74ynbNuI6RRD6oOHAh5D
g4u7DLbAcdxtLRXrqdksB83V15ZrCjNgTq2w1hft2uyM/4+nWnmP8CMIvNwfRxHB7DUAJkE9H0ZX
1y5w+mRWj6Xf9vNX9cFxxY8SVtLK+kIl+CjrKRuB0rhoZ3R8Fl5OMWivZV2f0iM4lg7muLpg0cGq
gsdgLf8413PM0ZdBZhzizGsvegmtFaZPTEvXZoxU0rXbq7YvV2UwUAedHR9quqYh6i3FVQoAnW4X
GcNMs+za8lHs1PyUZD8wLvuccWc1ZtWJI/x+X0iCkbkhZUEaE8Tg2yPslk5TxZphHJpcpLtGlthV
9XZy4jN+H2NZhc2xV2EfWN5HCUqr+Vbv4sN9yKog3meDXm7mNpabQI3WiQd6f3wBzRFl7fWa4ZNc
f8ofH0mmWyrArss5+A4dfuj1JizX1r0ObDldMI+3Np8frHdpCmeWpXSXD4ZQcKyiO+N+DJxJDw48
t7HH0R2KMEIvLh6oizRoyqfzHsm55tvnyx5TadhMVNGpJmgtcZkgDPX2OZH7opXdKu0AHMs8Iyoo
7UsjUfS8rDndXzQ4R9f1nDeIvwCT7ZheJ8632CzhOCyuFhw6m2l4hCMO/dfPf9r7I7X+srVR41At
gsx/+8uS0Q1qnAvjgwKw8pVPO3ksvTQ/scoH+46eAs0MF04T18/RBx3DEYo1lWmHfITThsKi3LjC
kAwFk1Z+Sd003VtweU+E4A9W5WjxJrm+gSke414NacXYrjG+oYLRzgXO2f/kWPy8ZIVK9kZfOds8
KPIT/OH3RxpQJIpBOlUFRK6VoPPnke5muQQQR8vvLcnveZBNYJmLlg59Vyf7TJ/7p79+gcFKzoLg
A9ifF/l2PWlqOkI4U/WdM0aKyL12nQLpOxET3h8T5PXAtXJIYAFCCHy7CuNGabbKbb67zvITbma3
0bvy1GV2HHio712KXD5OGqQrx/jtIkytzAYclfO9ib1rApN76SWLFSZO7ez/btMsA8YK9QNJPUk2
KmlvV6osqsr/Zu88thvHsiz6K71qjlzwZtATACRFiZQLhZEmWAwpBI8H776+NyK7ukRKLa6oceWs
MiviEe6Ze8/Zp2Sfeshbu7oCAaJ7YxgGN5+PcgoMhLL3++3joMc0R4XyZHqzFAlRWse7MMdDjiJz
cFQwbGqfxLvKkowd0cLJnt4EzI4hI07GL22kM6Ri9UbtSnQAUOK36hoYtUYQY6YUGnKbyNmMjpKU
myKWm9aNB6TzviSU/s6ZbedbLUsKG828zlSO64C6z3xUp+/372viveZrIcH3vcC7T0XH2ZpbNygr
fOdihT2wumxn/QZtwjmmzel7dzLaKSwfSaYTFA6jda2S+VqLB1JYQXrmmt69eMtzWpYh9hwYP08J
HOw1WgVSTn6oklTyskzD5Ozg/8yG/tfnr8T7kdh5LvrwxeNEXf5kIoyaLpxnYvsOYcazGySTA13J
sXzGbOD/8VA6VlKNhF+2YDyu43c8LyoUsdkYHwp5VK8yMdDBqvAOM7ubZ6b3d8dWNoJ4GHCusJIz
9Z1OD0PCqbsv9PRQgKrBIaK3vkDTj7gYoJZv6Pib2c2UsqtPRfCr14rR12pt2EVTBNIroZt0ZmPx
/r05/kEnFy+FIAkbS04PKHtoByq5dBFmwDrPXPhHw+CnxF2JtILEoGUFerN/qRU77+tSSw9xHcp+
7eTyra0N4ufnT3LZHbw9uXB3TVC6zL3L5oGz78koIkakNrSQiHoZNEYmdzuqIuMVknjne5trnDEh
36zmqZxXXRAlZ7or7794tscUAZgoZZAPp2cMS0ejizBQHOi9WTuhCrhvS4ZcFycCEUTE7unz6/3g
rh4NeLJbCtSoQvZni0ObdvnGDCGgdXbfn3lF3m3KuK3UVDEcck3MZ+bJbTXMEVV9IMpDlJbRDwEF
Dl1cRZrnpHSrMkOGFSk6DX3e0W4TmiTfgwR0hIuUZPZm5nwqaoaz+vzaP7jZFoYgIuF/uyNPkRcJ
7PaQ9N36oCP63mWSZXyzl4AxjXbkvmvDc9F9H4wHU4FipLzsTOGeHL9badZZMeDg5oAKcr4ZcQjc
VpU1uqFdyPtSh+vx+fWdmoBZE8GI63SbWBURHVgnA2plJSwNGeohsGrFWCd5bqhu3MB1ctvejp5B
tNnfnFmWXtoUulCMXPsiahoCd4n2zK/rkTfVr1gztwbbY6Bv5uDIfoVPS3Y7kRo5f1lmreuyINZd
H23r1WwRhJxZMT54RWn+UBDk68dledom0AlvzZS2aQ5O1ikoYOzmSihBcOZmvR+FsykiO5WdCi1j
46Rs08UDLY5obg9G3oyrUIrlC6JK/zAhkCfCKOCwgShrFIhOYW5xNpitjpbvYM5N5il2mvponLU/
/ahxCKs4X206ffoSGHX8osEgx/GqpfMh56i3luM5WCGYjc98Pu+mSszsy3rHhLmc8hZP8tsJeXFy
1DIMkwPtG6lZRZGOh0XLEoKowrbeJ9oob5HoDdkKnwC5xpaTndkpv/ug+AUoQHFHLfsjXvDjX0Cy
DuccTe4PbSTpV1M/TMife0RW+YigY1G2f/5BHR9yWHPpD2kQ0lQOx7ySp2+iUnRdQ4ruTBOy/I7I
U5Su2c0jgbGGdgFgJVlF8RLU8vmov9k0/1qT/h6WOYMyLI7C99U0pDBtVxrK/NROmrjPLdFC5Bl6
VLkpAauKN1tWfGlZIXEpuhb18tbEhM0OLiH7+MxXcryn+v1TDOhRmLMXzibIuOM7rsYIywqdGlg7
2zla7WL2lJhCWDk63R81Vn8PxbVyjMfNKtPQOBmqRaibFbWJcwQHzUbgdEEJFAUXyEvPHcxPJsrf
Y3E64G3mNAlI+hRBrAUwDYjolp+cMg4tz5in9FYkAUpatuV9vBrUsH7oic8offZ6joHMuA81b0qz
akf0c6D7ALy6C9SD+FW0sJQ1kDJFdVMYTiDdOmEKztWIpQdJoenvFrxdD7ZeNV8/f1GOP8i/r4J5
BRe+RtXwHfNhis0abrLM6wklEqq+3So3utK0XgVF634eB3mHZ6b6mWtFv58SqzhzBvvg5VikIUt9
lNmHftvxyxFPjZSZ2jw/9YrZ+I2EvC1ms4Tzg9yQzy/1w6FY3BQKlzy20719PxZtCxVXftJj3Nqd
LYGsCjK0Zg3OkM+HsvnVJ18fi+jSHF5q2eYpSUPL1EkryAl5ypGV+jEqq19NkKoejMwachhFjbaS
nMuIdPc/Km/8/TwXJp1D+ZEJVj2ZYEWZWL3AUPI0ZlX9nLByrPh/60sVNNrOWZOc68h/dFepamjL
sYIC97vWhSgiIwO5+STjr/SxKNmXZJ/bfmQo9Zmv+3jqXq5tse2yqNugGmj7nL4rvULid1xpT3rO
lOoBYEvWmlNVPzCdY5uKoyL6/vlzPLFL/z0k5AwKK+zwua8nQ+IxbYM+nuUnO6l7a93belmt8FpF
94PTDE/FWKKqjtM4vet1rdwx5xY7ywgTr+JvPLOSvH+pSFEA3gBzjQ0xH+zxp4KWs2e/t9R9kXDE
1CIAT8XzhLlSJQMdE2aSPcT1iLCzKNXnz2/E8U7n931YymWsnQsl453gaZYE5OhW056IO+ovsznI
fNlBj/z5KO/fJZQ6NPQoRPKZkn15fIXAN+YIa6PzpEqV7cmjo5LT0B/CqU3PvErvR0J4wzvL7M12
ni7i8Ujq2Awtc11yoMur+Eqi52ujljrIVnF77hzz/t6x5ZUJYkQooi+u2uOxIrryVee06aEMneIx
HWmpIdVUV2GI1LjuQ7FX8LytsPDq36TB1Jn2W2haeYGoFFuLZ3UIj2OpOrcT+uAe6CiyiD7Axb3E
Jh3/rlmqSsirVnYY7CTxnSbuPDE14UaN6Yp+/mA/ugV0EMgGJzMKxNHy39+ew6tijAzY8NDqxnwj
z4VYiUhXtp+P8n6rBY7zN+ceZB84tJOPtQ0a4AakUx1A9Wm7mhoPfV15wI9jxBgPRusRmUPrfz7o
B5dmcUDjkAY5GyTJ8tW+ubSyVbMR10/JvhnebqvrxXYqkj/fQ1HkhOe66FKYjk6nPiuSpXGckooz
QBaQEw9cUpYkdV2kQXJmg/y70Xq8eAH/JnmJ9j2bZOa+4ysyEXJ19dxRsZatEJOV05rPdihFV1qQ
jje86RXNdtNosWwpBgCFDCVO7ALNtkxvsCPzgmOwmWL0yCSAIEOv0W4vZ/ym7H5x5xRWpriDNjcP
6hjV6VpOTOXSiGWw4ODECRVS8K6QSzNavJUUguXXAoOF7Y5jZnwdKTmUbsXcg0tsOQ+5raVh4UB4
/AOoX/eYlwa/ETlE59WK5Twgse1fui6lVqulSVH6jkrbYYs4VPo5y3mpu3lZ6mtZhrjoUU7o8Sjb
pBDWQuYyYzRAuYvGfJhdEmPUq8bCr07XIEherL4i+EoqtPF2GApqZyKoxejbjYIlswWpCHstqQ3p
iqCRUPZykcoRRiE5DPwEL7PkqWmrPofU5u7bMBpfhYG1mt5LgLl+tLLqYMw28IK6le2fhQbD10Ps
LvZmYY+Km7dpTk3capPC77MEx2sxazmWvnE2TE/FGoHnDlVIu8rthfCB4c/+1oPrPFfF/GAbzEtv
MbHRqKWmd7qBy0a157Uo6gOxNYJMIZQWV6k2/YqJS7ktncXUHEvjRax0aDFU4neqQC8fat3o1jAw
Ir9S2nQ9dYbY6sz/27mJ7FVTUHMI5Xa85ACIObPM1C3kBf3MIvDBp0s5WSbrDcAzuNSTo2CE63BU
yQs5FENdciCrEX2bQll9PkF8MM1yhEduTXQa4oZTagXMy8GcxiY7VB02V/IBHX+ae5wB4WT8G0Ox
gmrW7ywD2ubHX26oawP+dI0ZndDxi9wMTV/JWmcLgWg6c8D8YK4F3bWQGGlAL/Pf8VCBhl2wN7L8
IEUq3lZaG6weYV1c9dJcRW7dBs59W47T/Z/fzN+nLXQyVEROZ1s4GeCIrKA4dAaRGeT3EhA8BJo3
x3Z0ZjPyfrdJQZftJq8HnWhUHMdXqGhF4oymUxyERhiiNWOtiqIovRj0DpbpUCfrzy/tgyM7EeAK
5U7EGwiDT1GmEmmWg55lC9Bex3RTUQ1PE5I/G7WnaCZbwXcpg+Zfsym4BI8fr3S60GcW6nfHQcoF
hCHxmoJ8Bqt7si/SumkMqGPxWBNcSy0drb1mtMF1LinxDcjhYJ3zE11sHumqmrTxzGL67q3i2M4d
4HgGnY5m9MmWRLeSEH5IrlBJV5ofvMS/FF0XMKeTZFsi57pwhkacec7vL5m1DpYX7Ub211Tzjp9z
MRdOwjqoHsJmhoKOsbhyS5nkACIbm9s0G3DSN12+t6q6Wdlzc07p+m4W4prZO3DjGX1RZx2PP5hZ
hJ1AUw96ULf+ZOjjLpmNc7vQ30rvt6s6e1xkgjS1eJnxE5x+OQNFcoRhuXGgEtsobliQy4qzsXGu
RBlm3cLNkDJfRyL3Q28wuAEICcGoyBzPhReJtL2OJNt8bB1SXDxBvofi59okVNxEvUEwyjDI91BH
7KtOaN2+L4Jg1WIzIcwkw34q6JYuTqLg1ZpS8RwURDaUZpMnvsLbpnlNNSWRD6hHucCSXZpktfbY
YUKtnx8ldVAjvOUBvu8R5v6zBq8GuWymzpVnAgP7agc1JomADMoLyFX2Vpn6Rt4oZg/KpmBBDl0Z
dHlPrqlQDNfA/lShF8J1vmr1yNhpcdgPLirJ8kaIXNXduijka6kz+PVjMmqXoaHnz2Ma6xDIeHG9
vIhwuc6wX1sXo03/1OA/26AxAecXjLk0nZsalrnm+OHhE2KaXcicLLWnMZ9jiL24Gkf9MNdBMAE0
6nMgr0I32Ygp5padCOJFZRDxbdCkTr/FNorNlJx1zfLaOspjHyx3fKdJkvWtVKnBusNo6fcTCQ7X
CvekuywyRzrzYaEwPv3ZOv4VCn8GqZoyvZaTBRZkgDKkJbZXDU81dt8OZyrx7rXjWhBqoSlTHsEB
u6ANVK1yiJkNFPkhmhNx0JMxs10aaiLwTSsM9A3ZP82OoPP2J4lC0henk4z6cixUGBGK1hEyFTv1
eNVKYzt7hZBja9N3PRCTLLCTZ9zg5ux2FXYQt1hchX07qD/NDDutWwPbCNw5sMZgPWZDigBm6PF9
Q7QBxybUAjOYA4jIWAPcTmJPyZryGaqPVPupII7ZHPpx2iCB1pXV4BDJ5FlSaUCPloPU+QKlq5go
+dgAuALCIL/AFhsNL64HccORK9wniMA7V2nE/OgE43Sl2nEeeFHZhPsubSGVOJOEQUSu0/mO/PdU
8sO0lC66wQStDoQl2YdyNwZ+BJRewEgALOIraef8MEWnfInbJktXcTvZP7NQzPscQ6K6BpclNaQy
DXSfa12+GY12eqQ+CV6glw1mPNKOrV962mF8YwIO7oo0t3u0XyJ1rtpMhE+iAdTkJsQZk7nmBOyx
02gAcKLViWvqbX1viLx0PJmIUfR6WWc8p8NcBdx8YZQrzKUSkCKyQx7INxXyPm/hJ/iJo47JpnQI
/fOHqhCKT3jbIH2bJGTFfgRmvPKTqh2nfVYRZufB4e8PYynK6Roas5TcYU4OkiezDAwJ9VjVDThm
lVhq7jU5yGyYBkkokotu7sceuHUxmdl+iGRUESgzJfPCok0seaIOxdcE01/jliQS6X4SpnJD15yq
hEsSU7ehYQ9rg/NAAIdoMstfltm23wlZ5o8oRjQNyEXU5iHQ4CCZZHlp6zkIml0uSZGMPzdRFyxz
VF1ymFNStwm7AMzh1LPDyCvVSa4noqHJxigbZdiINiXGwuqS7mLQmpIE5bQu+1Ug2dGSNipN6VVu
y9kvygzmbtIT8r+iQDUA3AyKuaeKVj/rWqNXHg0B8wq8WoLLcAygC44lvBGgQCC2UKfEI2Afmej1
burscbOoPvk3CDqiFcE32ryla1fIl52eTNKKMo26s5ox0v1cqqC36h36zy1UpOo+HHup2AIDLtMd
qaxOfFMPmoX6n4LGVukacYlztagAlEtz9hxFgXVtBzbxYKVG9jT2Fy2sXaXMrT3Xqc1raSqYr4Le
rK4hZkqvXVuiySa0VoPUNOYB3IUsCfaDDobkchRKGF4gI3YulIg9ksdLnzWe3GpC9VNt6NT1OIxx
ca2XZhZ7jRI0+VoRPVQEupBQBhJh5xbJLlGnXSBLA0UWyCHG23ngG0Lh34BcEPxwV9hj+WxBcECb
qNL5W6s86B8OlmLitsOsB/umxuF9L7d55VYUSB9pKwfGSpHGdFqlURBsW+AilgtSJnvulQp5vhpF
s+yTzsa0NaRqsVIdfodfOmF8ZcT8PmhnShq7kVVFz1oTG9pmOT8S+p6X5l2YwjO7hI4prmgmwA2o
7RQ30pLca7BaShPQT322lolSzb5aAWdutwFV9TCzzL5WXVq3LlzBEPE1TBwHftkUPwWNDeEMB7FT
4nWfx3hjd0r4fZxrZAVqbzcm81OrqJ4WZJz/CafT950MvdKt6znW/YpSRbmAwSKDAzmpNWuzIyjA
bYGgEkbYpJweAihcIQdVdX5A4OOgQg+q9tuki/LVbgrtibkcZpXQQv17mkzVz7Jq2Z6ZUpxwZzUr
EpupLq0DD3cuvbK1RhY9EaUPUhkruc/+oiMICWT7i56lluJHXCS7+FZRVlpcg0LV42gsXSOKCeej
UJD1LkuLEvtFP1BiVcAseATmCJlEdSFNrtU5GVzUnA6zPw+2thEhZzKvquXgqyrMpqB3IiVfcX8b
XyezrQQ1iiYmjx1k0SNVt9D21dFJb4Yx50YYTqXsak1qd5Db1C9JUZgHKwDD7QIY6XY2WTahpwgp
/snEoede48AacDWY90xxwaxfEwAAASGYJmBP7CQprrR2CdIQjbNDBQOqEIWNQFgX5kRbwtcDOWHN
0+RIgqZltrY7dLG+TrOSU3ohmGTdqczlRz3OnG+0hPMI91XVGWzAEuuiJfeb1aFU1NcoaczMq+U0
fhbE0eVwBpLsSm+zuYOTJGTIJ6MYVB+A1fhYN300sI8WVbIWxZTC2UzhTwG46GB7FWms3bG1AyhW
EtXwY5birLtM6YZDnhBVqLpT7WS6W85SX66YaabIY4vDh9UUM0QyWYu6p6qQ8ucqJvf9AjSYvEmm
GKQjZvXpUuvz2IR1B9DHVfOs/WboYftUQi+5dQYlqi46vdNDlh9LfdALu7xHGlXeFsQBphj2S3aE
GcfudRGoQnax9ac3pi09m5XWFnQhcmbUYZQ6QpyzuOdpJ6OtrEbFkSBuCcUZt1SiyccpgO1esTOR
KZ/FffwCri+HwEXZNNwEnVokcA1LXfvK7K0n0LtmFRIFbQQOn61W3FrUrDVgA9Osb5oppeExZN3A
dGHG2q+CvDP1Jgu1YB+38kBjQB+B5DVYyr4yq7PKjE2iAxVsU+V+snMnRr+YGF+pfMjWVWzbRbpR
4JZkLl2twP5SMNUOHmiSYXoc2Pd3rjZOVrfpGlhBa4q5TUe/hZ7gZpx1lvxhgrIxgK5sN2w4+JoE
RJPp0klmOXjSqUDN2zRSSvGzkE0IfPJczd26s0PzUNtSMrnmOEf3ml6p0IuGhvTljhPgdzqvAIdH
FO7SpQlm9FtEkgjVNkJBXTmaetPX7VE8ObGSgTgDVzasAFyoOGiEzZ+IOAh59IuS/G5Upmi4zoK6
NF55fp38mAaomEBsxrJ8WTHNhKvWqdVsFzFpAG1uVe0+r+ohv5CMJK8vtWyMwvVArpz5rYTbugNe
bj7Eit5pa5r/yitAiKn2TcJgUr/lVWz8fMBftG46rUv9MRN6SROpq2Ycalp3hUjJUVdJy1ajZ1Z+
AsRSdr5MRSr2cfC1ArG70CmqOVL12CuzOqJ2lPtxryrZbN1OOrF6GzGr9ehbsT2Ens0HLPt0q8aE
iUsl2ERr0+FXl0yW5KEdE0+5EkjldsprNhG1iXTTpdejYVHQ8/xZa82JtWKq0nStT1ka7iByxESa
Us30lYCTHHQAaExrq6eu6gWdwDdEMVO+Rag7sFO3reZb30ZDteUYA8qHK85fylK2rsupl6S1hDV/
cpu6tQavL5RY9QwmolvDAEO5AWPXW6smbE3NndK6+cVJWX6A3NMemKIlsRYyhgpHH/IQbZGpblNF
0ievJ/3luxRIc8Mt5zCxruNO3iUcVpkxpoiMY7uvrcblb2zuRjmpOHPklVRuAN3U12ZdyeN6VDix
+VquTo1LUJEcXJWpUu5y9BlQCoaQ9PZ8ID54pSRZvs9yFPiuXJnqzzGqWL17C0CRF/SVsgobCRW7
ANG91sNZ1t226+PikR1YsrLHRnjYyIAOlwYGDmhJQL88J6xY09RpYs1N6jn0mh7lnhupaeOHVS5q
lBKOVnk9VDWOFWYapsSQ53MMmhE4xAaD21Bv5EaVN1YG62dXCiadNK4VeZfOinqbO11leHodEuLZ
LR1OTjuyZPoZsZ5PoyGPP2RlSguYriP6XVE3Tu2LRrJI0bIlI/CM3pItmFJzt+tM/ocrYjpKfFT6
8Jw2qv7q2LNzPxmDkmwzyQSOJxFqzWkuD37IVTff5Imkx+7QysahB0qpw3qVbLFmuh0RZCa50l4T
hGnU12o5zs9GUIn6sp4GWN9BvxCaAeZyHmfBeR202uxX/eSUMikUC9FPtSf9S1aMCQlovKbDamim
CdS5Mc2mq8ICdnY2hK3Z77tqGPyBiLDrrMMdiwd+YOFTkB+NXlyQlnNhWkX0Q2LD/tMKwrn1wHzK
ONgBW/HVaxJNwkTNo1/QcXPtoR1pH+AzaoY9qtmpvwgcuhobSqHjawXrjY1pMRo/l1jU0hdgpw2/
NEMHDPrC2ErcDKnrQwYELfJESXOKWYuMA+4tJ04uNq4PIkntiOOKGhe0H9LxxYFADr8rAeK/6qRO
v+HAaE0ckKlNsO7o1gMOeBsvg6qGIIaojrYejUfwPwKfBchcKUiuIYJa0hbcQQ51ETilclkr+QSH
VuspuGtS1H2Nh4XZqJu5hQ05SPO1ltBzXnoydFnw/+G7Co249gwdYM6FpPSFtlIHWrU4l3OgjRD1
4tumrJd7UBvKt3GM6Z2wIHaHMRqma/rHw02c5FOw1eESVGy4Suka4klIHpEm+kecP8TORuMo9kTT
5ODX0GMjTBk17bmP4ia4dOYZ5eVkNeZFlVvVrzmArbpSsW1KbjfrUe475DM9gF6sryKNwpQrTChh
bkZi7xeAvR2O2LadKGVKjtxcZEbSGDfAPixYn4PIOYujJ7jo1ZGNL91c/QrjGRzUQAO17+X1BMVR
7+RkP82Kfhhry+pdNVVYOgFTRbqnRpwiXWs0msHtzL59nGcBh0BYVs5RMortqxFoSHClajp1j44d
leyOkdk8LFERX2cI7TtHK4do1QhiBXwjsaybINLN6yQu55e8kVrd4++qXqMsNV+Gim2z63C/nkAZ
NvBvY0s9YCNNVYaMxsQNRKb9oIwXfkl7uE+czmO1d3s2/g3oOae8rSDL4uYirTPlwEsWAFMPSO9V
K+sjoX98TjpcYwiUFDS6gHmkZEFmP9AUOxNJMxhDIgGajWbW7Y96TOLXM3XxpeZ8VPxCd6FSm0T7
j66Fri3//W2HNWWmK8K2eGFGcrvwlYzhNczX2X4oBMfYgvm42IrkZxrfK7Dqzox+Wp5Fv3M0+kkN
SylKR7asrnjhELVn31k+iy/6vv1h3jE9looXd5vS8tvN58OeFqVPRz1pPhSaXYa6xKiZhstmNp5h
YV5KUu2ONXRdY2VOutc1/ZkG+rsy48m1Lr/qzZ1OTUhZQTtwrRDdLIv7+w2ITsZtb2HCBvqZZsPy
4P7/B0uF8Hg4gKqynAZcpDmqfpbl3iS/khcNfDE60xj7/MJoUR+PNEjdEKh9X7yMUn9DC4GRNM+0
ew41MLXateo8fP78Pn9reHmPBywLwO8N6TUvZUoPnLtZxLefj3DaVjx+Q96pgYyiDCVwp8ULdTV3
8a9Jz8N4Zox39dvlfUCNg1QW4QrqwOOroBlv0ORTipdi22x039pI2z9L2IB5cTLEyY0a58Zo7VEt
XtCRr+r8JVLOCdROfATvhzhp8GAhVOAocRWce1llC9Ulsf5b5der+dK5C29nL/p3vt439215O958
RwZu2QbGf/ES2R150Juqo+a40UWxycKLQvqOa+vMp/Th+/ZmxJPGmVpPTW2ljGhiIwpIxmvONXw/
/FjfjHAyC1M7Zj9A5fJFluS1LulbEwp0EFymzRn9ybs+6OkrcTLjBrh+Y6ubihfcFFsUod5k1exo
Mr+r9wC7PVlp1knxq1bOAqM+nCZQaMGcWRTExsn7TqF+LmkGFy/WF4Qcl/m3+FKQ6uCmG/0LBZnU
T/bA779Mu8k9F5v04YT/ZuiT74CmzGTGql289M6hG79y/guH2re1Fzm8lrJoo2tP/8b88WbAk68C
YXOhTbVVvOR8cU77DVO/J4MX/3yUjx/mm2FOPoWZZq6Vgy9jClHW97e3YLd9kEZnhvnw9X8zysnr
j0cj0jpKZS+5RYIEO9o4Xn9+IedejZPXX510CQk9t6uEmduuKAwpC5/CG0nTOuev+nDafXM1Jx+A
pKfEKimMJWzPWhtP1hPI5PzMLVPejUKmM81g3nPFIVzMPHky1SxCXZ1H5UU1x+EW0Reg2t4MMbQn
sz9Fi7a2asM9zUiNmKUi89iXpz8TkgH8btTRrCdNPrq5Y+p+LaTeI8dWRxla2ud+6PImvtsmLCKM
hTi1uBmOZ1OrovGbLyudnVwAPjeEax6ax/Crc0cNdRuJa4Jbzi0a727OyU5IPR4zT/I2VjQ2DLmd
sKN/moObyX5FKkbL/Fyk2G+n57sLfLPBPfkUkWzDFcrZB+WH+Dq+TO/srXmLzM2iALEjIywEMP0r
PzPNfr5/gCZxfIWB0jcGagq2RNOX2flelh7ssc+/mQ/ntDfXdfJVTqJJclquLEqI0FxJuZNQwEnt
bVr3jzpF9aI7ONHz52Oq794WB2iYoS/6FcQUmO6Pr0tTu3JhSwY/0RejkaEQMaaeRRRaRCyxFcd+
W2k8yaXA5JZdAiAFxwqpOr3WWHfK6Gggj425uHKmYP6Z4iNBhTNoQ+uyO27LSzRBFmE+tkOTpZPI
ss8XwYrbq7ONU1yDIR2omCJ/X9R/Yi7/gRfrzfN9F6h6G7fPeHOL/6K7eChemuNsVf7oP7MuVf2v
ZSJC/Ms5EfkUT/3vcFUJofxfEEWwjiP005nueNH/L+xS+4uHy/wHYlOFMLNI6hvRtdF//0NSjb9A
fCkcOBenASqOP8m6XKaof33hBmwGCzEThgzdQLurnJIoTaetyr4r5mtjFBLUwo52fhiSDxKnfigB
0n1zk27//ovfJlme+L2X8VBv4ZSgrguxAZfS8UdQ6/kYK06kXksFiVhypGcrNRYR5UWIT4P6JCsZ
NdWgTTZScJvnP6SwooZWqecyin9TlI4uHM4n3ihqatjcLSqzxz9EzDn8xUaI61KL6IJSqgiKGCRx
PkZXVXNo8iLYaDGtIaFH1kVdG69hM3wpIKH4YNSNa7QXd51wik2uDQ+WaGL42rpyr+rBRQs4eh2i
wfGrGiJzj/DRb8MeCemjapZwsONBnJkz0UudPkgs+9jIEUijwkHqc3JkLQ2aVIRiqHtKd2HkoWnt
yN15NlCax81aVy87+ULPLvV0G7brur3ImruYBvGtU26TzrUAZ0me+Utc5in90Q1S9cZezeqqjlxm
Ka6X8rvb7MV+ErskXtsFh1MidWGNA/D3jVW4NSsfTU9IHLzjUmbCDm0Wa/XFSN1UWiMCmq+HBAja
RfRdeQI9P1lEbF0q0x5yD6V5kXlw0YpvJpgkTTwXyqWJXNvaLvXewgd33HlWSTnRd3rfQUGVY+ze
aPU6j/yuwzPoW4M/GusMHCWh4roHgJwZtbzvbolCMDnp3pVfrUftkehwiGwW3TWUV8TRrPPmOwdh
QrCQ89C9l3b92tz8DFd0KCXLVb6LO+m7QxcBxYi5HvN1IEEce4Y71lPGivaz5rXPqAAqojKRHFwR
AvNUyReGg7DGnQw3zWkBu4biqvtkb20N3/qCgQTdc/CrsdY25HX6x1fhT56a8aXhqpKLyfIqpvoH
QkI3wUbfAH+hj76Pv88g2clUqbaECTk3w7d1sHd23VVwPVmu8SCu2nW2G384dE/2ReEBcMc8Gv6c
ierypst6bWyDe1qVFN7SyBvLPbvDcdxot72EQMt16BC56Y3zSLV4Nz/mP4u9bWzy0k9GL1wHnroZ
XpPADe6y3eA5O2cbrWS/IbrbK5+mrb0ev4Ve7ZF4Q7CpRUvNRWubQXJHAYA0xStfk1cHb+krkqNE
3vbkMF+ScrIWVwPdenAlt/BMhM8NfSw29Ma2VevTjuvWipe+pFvxY0o2zr29mzfOvl+Bx/nVX2fX
zh0qKWnysuv5wGcL/ZzQ9d41IOrfKqvirrjTU8/pfFRKcUr0HepYz5RpdPw9rf1nGfwHK9CbGf79
Mngou8N/LZnPG4JOfh2OlsHlj/5vxLjh/KXTN1QgdeFtAGv3z1VQ0eW/EDMvy6CJehgw578WQZks
aIP8cP5R+VOAdVm9/rkKKspfi94QpO+CNJOBlP7JMrjsKf+1GtgWphxk29Sq+As5k53CrAg/wMYC
l3bX4OEl7EFrpddC0dWLNzfng+XveN/5exgDCTGpqmwHTFbc40UnD2YhodGzd1JbZl81mfOMXrfi
GuZA8T3ET/udVBF1C31V/l4RVvdHtoJleEoHDtZLCEkqNC02FW+rPyS01I1RGOG+kAmNVVI79/Nx
uP/8Gt/fSocV3mF7gi0SnONyD96UmCLZQoanhNEeSmbgoe0hgItG45mNxPFy9/elWIDHsckBxUGT
fjwKQV1h4ExxtJdRTbkSPVYiNWc0NXYu+39+Qeja5cVMYEGrPVlZ067itSbLZU+oUPfs0MBfA0lC
ef/nwwBK4dCLLhVe88nD+R/OzmtZbhwJ00/ECHqzl2WPKx6Zbrkbhrol0YMG9E+/HzURuyoWoxin
56ZjWjNCAQQSiczfNEgHj7gJRZehy5sj9DoVC7m02YC+LnijvxduFqhGahdFWoD0i1dI3MmC3pga
XVBs4w7A1BD8kpqRc+k/ezkg7ynR4DXa1j316JccumEqKH/a3tv3InznWdgO0dqZVnD9ATsS3ECB
lHWJJHKmkZtbGA052UYt6Tq9/d9sybqZKJGEV878539sRnqSvLIMPbpUqfqjR6Fs59nlewvzRhx1
BvvtOwWVHfYJoYoMbamoRgNXq2PP5q4GtsNVbsgd8hvV/95c/w7/J/xZrASRla0P406FSM3W5yQv
Vg7pi44KZ51cjGkIUPTKyDPz8WevAjh845Y0ke1BRQCA9+yEvOSH5mmtZYBi8ksDmw8kPZuHhrLU
NiLGzUcy2QiUniFpW5yypf970Lg5xgslEWMCD26HefrDDksgf23uvqe6u8WBv4lQjOdCrOIDIcRg
LscbNUP2tYziC4bA6SFKsJhVDDc/vnXxYFWhw4AMKZrMMFmvt14FBKpywcVdBt3SHrEz7Wipp8bG
KLfnedbNYr+B1uaStOxFdCpmRkXtBDmkBVPs6sFUwQNUw49YFN4pakL9FU7Xe8Ot5K+yq4tXuk0C
tGixxQS4XVQLpoijz0zwOXotwldsZWOhwXO/mJE5Iq2s/AiUeHjrAaPGhjwiigwIFjLhxf2ZSb1o
q5gD5oEZPgaihj7g8PB465e7HmUxFRzMApkZY3Rp9BTDTt1E1KjHSOf+KDfHmCtlPlzkHTzdqAhd
7w9vRNVE1Yr8kiu6iUNdj+BvpLRHml7uRrdsfSi6wbwLyZmWlSe1cHu3cNT8Muaa/dFAVSXY6VXf
fEpn5uTGPTaHn6tUyuQWIwKa2ly/gId3Pa+plvhROWVxQUjw3QD54LEaTB1/rXGvqd0+q1AidUW/
Jcp1u/8Y1mIdIQcTRZaFDJxBhq4JwWa4WggLLo+DHVjE9M0fjVFwOEBii4DIdr+enBuJpAQ9W1xA
ybnlvtOxM3uuwF7TC2qaOHy8v0dW1hLRZI4wPH1KFUsiPHaCk6S2XV7gHWsuLslYNOFm2oIQcSfX
D53J/TEqrX0ZSpS4Nj7kbVgmGSHnVg1I6zrX9PVcw9oxC2NwqkvRQLc7YEDthDtEbJKvUZQZ37DE
xlfi/nxvNiqZj4nKAtfaLCFMaevqutZTHAirMJeXEJDKDv1reqBeAnw10KwNeZeb/cJQJCC8P8Bu
cJ8uZoelQeLYZdFcLF3Vf5l9rPmlKqkAvHlG5DeErNnNCFOOxS0A+hQwjsi6y9Rq3TOy8/kpb2X4
GCIa9+X+UDffi8yD1wkpHWd8djO6XrzCS2sTeHh7qV0wnhkf6anHzXM/uUrzYGqNu5HBrXwsql28
vkhYNTTg5hX+I7cKkRawIk+2F0VnQpiHNAcxe3HhSec83J/azTmYp4Y4A5UtIMY8X66HYuvVg5q2
7YVsSPuO7R58g7DLXwZcznwx1XjhFh4W0w4QsMv9odGz4y+/Cmjz4Ih7cv70+R5f7BSrVMwMjUP9
teqgO70fnEExj9LtLfc9shkAaefXKWzDatKmF7zWdfMprwEAQUKCZZ6fkqrMuz12bbI/4qyr2g0A
tMwtYN4H1Pl9cLhkoobZq8ojkj21cbDqBAd0HHhBzFptF3xSbKGQH4+GmT2kZVDqB2hShTznGsTm
XVCVlaT1FWvDwVR72ESeVyTWtzqZ8nFfBvn0ORN6nL5DZILXmB6X0n4WgYxplYUDloUftbgFA6jC
arFOyNu3yXcsM/vmZHTUM7G5xoX7NU0s+cuStdbNpqhK9IKtS2k+6sLDlavNwrI64Dyf44hcYWD+
YICEpC1ttvJLmE+Oc4AL5IYvrovOOXUnI6c+KA2KQ1EG3OUFoHT5oqpD9qlpnNo4JjwN4r/s0Yof
NdxYje+DAUnAxwa5jF8jgNzjMRaT+02Sz39WMPHNzpOXNtFJ2n0Rnqe0D9rPWVqlygtEycR5HFzo
w0jOjuiTv096zaooSyGT9DphaNmfMEVyvoN7wyw2yoVLxUlACTgEQ+tOD5VTAmWpMjwOD3hYwhrt
sPltHjszifOdqPvEPQW6MnxUuhmsWqpV8qWGZhRhD+vgVC3h9MxFPwNvPQC+8fcyUumeVaolon3D
E/pRwV4SxqmU0LlKCBzJLk8D+U/Q6/aHph94kXF+u/hFbcxiFn41qX81SIftXUgh8T5uCNHnIArG
/DDZSmleFNFZ/SmdHFgEO09yMI8RGaLzmgMZRUML+w/nH/SRwPMrqdOGCZQLq3KPpTPBTSoUr/gH
1CbmEuAlsaIFBtqeTIk91vu0jrGtp6yn6t8G3kHRzwm/cf1BiS23OGeBiis4JLYSt4bQjtrTNMB/
OjlWkqmPgU7J4CQtGGB710sxFt/xSkonkh7w5U+U66X9mDZY6BqoFrstZTsPPuRB0BoDQp4CFjzI
qa/GvUzxun22Mwenyw47pfbbOGqVPHl9b8SnOMX28Qh6ruyfJDh1KXejYQ3iGV8iypyVYs2Q1w7K
wHMtRZZeLKzetR99ICdRYlyfROWlRdUDmoN0OxhAtO30xwbhwPhsJUGpfLe7nNZuiQpgdyh0tcjO
nYw9kK1hZr+nfBMBkoWOpakzixS0iE3PA5uKrCzq89QGTfkYp/yfd2Pixtlxqht8DssGyt+TRzJg
H2zUGShVc00Fxx5j23d2KHp8LHuqSq+yrpsU0ctSd7+EWZbm3Y56Ty0+TVpnBz8mrRHhlxHLwh5Y
XoZ3xEGoah61j+WU2vh8Ku5gyO9lVlnNh5TTPr4oJdfKOXVyCg5NaTRNsEsiTCvrwxT1xY9uTKsG
V9AIzWBxcoa4rVX2Ym9R3Yf4qeY+WuLGdJaRYWWf58ZmurcQro46uatqF8vX52GQxjkbWa/H2s5H
IjZFtr74WOLDrGAt2rTFuz5PvOkB70kze2/ateXtlSrWlCeOFoJ8dkYP5aEG5mzt7Tpysbceg178
O0xiGt6NtXBm6Zka+ts+UWPR/8TCveh+pfGodx+8tAgbP0nMiZcymYxxLmtQ0T9zXc1HHN1La5r+
GsUUAPFVEQHunipcSup/s2JQ63dqkYv4oLIJkqNEDcF7yseWvhGGC9kHRRpQerN+MsazlrR5/qAl
mg7TnLTOOkE6CYtfOWTGVttHhOfEhUdHJtvuzX4wXoLQMf/V6P963wPOdXi0JfD0oy3gdu4KrLvp
mgC8boyHhIbWeEgBhcNbKyNLz/YDtl4Ayt3B/tJlQAlfCHhOsHOjJEoPih6mfiEHrz6SSLqg5GTn
fcqj3CVGowz7w/OQ49q5jTINz14ugaYPmK3T8Rp61zqSOuTmQ6R1nrprrAnKrBch8L9rdDWCwylU
85docP7b9blVabvWSIvs2GdJ/I1bwAAX5VkIjpZKGz1FUHngZlUGLRl9dLP8hI6m+m4AYuztoR+b
zLQtFPMv9ASjf6u8TycQPwSil0rzBJETKH96cPumVf3GEgjOuCIW8sC6FOphdAez3DsyLH/Q0QsA
NOftVO5QMaGGNSgAlN+JIZ/qB7QhYk3sB6VKm1OAHPp4roPJi17qIYJPsQMMbSBx0ID4PkaFk9uH
XJ+xXO7A62yv1oYBMqCza1x8mgo64S7PBg8GdpJoINvbKiHm4bRhva8AG2OHjlHAh9IjLSOYgxh/
jXAjHdBWtKT5oRVuWL+rqyzhiMXIKx0So6d1RSSQhe/BOOWA1/CJDqZV2dVDrPVacO4deGtPTh11
yvsc1He2yyu1pOFk2ZidUBMFQ9hLb5eEQxsfM1K3b2DJ1PypytAiAYJvJM2PNlKrF5DVnVPBlEKr
4Ex8sZJ906ZpN9vax22zD6bAEmf6iY29L7oIlnvakbXsu65Q9R0xGxY/wVyUM9w6iB4UZOiiE1jN
HgoHlkVgn2XV2OozZax+3HkKZYxT7bjJr7HTk/iR/3n8MTRl80nW5VAD+x7m6ydCJS7du7CbceEd
CtC3aWyxayyzzpUPwqgq7+jgA2x9rMKgg4cvNcAie2nDSn8eRFb+sObc5BFErSOQB48SiiJDWFr9
QeeY9ueq0IzxoqlDWJzKSRCzAiqt7VnPu4RjIRLogmBs0vxQ9xCkH71GiT7FTl7TOyoK5yPyELG7
qxDTLeCbBt6PONZwnZa13vPxmoCycF1O4XeAUpV4GEkDxSlLZi6pETZJ/fbXBYk+pdJZitpAPfI6
LzaEUcIyJNb0bspOiZUvVTL7JwVjeLqfBq8m++gVz8Z3OKBYi6o+NndhZzROe/HKHOaGgVOQxBoO
C0Btq5K0OhRPbBARQB+QXbmeFOrLQzdC7LtM+BCS/anqFzVQp6dYmsK/P6sFHIGlY+Fo+tCOcUEm
8Bq8HkvqdteHsA4uLg6NMS7ebuJPip0+QQgOL6gX6OJhmIkwuxSyCTzPMNd/orciXitcOt7XZFBb
5kIrD1OXJxzCyujEUaBc/KRSHSqVWgaapj0sqynozSezi4ONysLaKCgIQRCgpQFsYPE9p3hSmqlh
lKnLgp1StcMppZJ4vL++K09SWjP0uejQUUtYWprAXm7aUbf6i95TLYmpYpzVOoGIp2XVl1bK5M1P
UtJ0eDjIC9MQpKR8/Tn70YtgoagTaiiWvk/4UNwLSrWHcFYe3jo1No1JIQhzE8RFl7p3o3REMWWm
eknUmpdnLqWuIRRAS+qgVL0T7LNkABJ8f9Dbd/Aspk8tCBk88Ib6Ym+ETh5UuhZ6F7MdvBGBDkvG
Z7R50YqdDDcoj7JrRPcuw2muuGSzxOTGD7hGH87nhUI9jtDcHFwcKLJfL3Ab6WqltbFysd3afeqd
Unsdc4WHqNSQgkokD+RDIoPY3Bj3drvyAKcLgZ4rBT5nqY2NnFRAdaUILhO77IhQC6oXBdfO/eW9
HQWFp7kpNTvguoDrrmen6sE42IUbXIK0mU6jibiPM2cY90e5iW8oroHcotA1e2XZSzWtrKNAonqd
c2mLDDVNWld7Up0KJkumb5y/mwkthlqUhFSZdbAAR+fi9K12qVThvlIm2oKk3o4C3Z3tQIOfnhR1
+etlc8Myr0zRe5cyUVCoQOIPJrHXbESs22Wj4E8lki1IB1tfFng7aPamltWhX0LY34/IIfEWNCtl
gD7nJZ/uf6OVKeESRF2QLhEAg+U+dzpHx0HCmxHuoVq/Crr22Nu2trlxrd6MM9eWiFjITAO+Y/Nd
L9006UiOSI0LnIT6VJmG9k0Y0bRxzd2e2utRFtvAruIqbHHvvRjIJ7SmGOAkxt4DZuTBX0mS9dwy
Sb/RpbwZk4bUnys4//kf1cHJnnIvUvLIb9Di2HVCOWryp+IUYM0CazqhcbXFTFvbILSgqMxjQAfI
ZF7rP0ZMBySJ5geED/k2axGx7PMnqF16/NBb4xaa9+bDUY6k7c/5pbILlHD+MX8MNup9oqShGvlx
7mBJiVSkQ5Y/bDmTr6wigJk5SiBnOEvwXQ8joyF2tbiLfIFZip8UZcHjUROvWEPhMa0347gz237L
cWFlJWeYDskXhBPSg8WoFPrSuhjbyHdEIB5rS8THJIZ9WRXw/O4ftJsMYV5HAK6kCHy0G616Ohia
VjZThEyShE6tqOllRLEfDB/GRvtaL+INpOTahyPtwdxcR24OqM/1ijohfkdWoUf+kBvOl9C1tK+p
ZxbH+9NaHYW2ObqJkAs0d7H71WpoywEBGB99hEo+KFZpB6/eOKnRWwMI6zfX4GHCzV6USyGzzjY7
OOhN7FeWUT3qeHsfjTGpz/ens7YhuBhx+eOlgQvqYtHKRkYKoPnYB0AUPnhgQtDFSMTFyZDTvT/U
2oaYnRYJH6QaNIKuv08GxZ53Wh/7llp/aDKPd6CYoadm+5Ve+5f7g63Oi30HmfC3AOHi5kqKyKld
a4x9ITPzVQ376t9JDjVEHX2rW7K2I8jbiPfo5ZEOzz/lj4AhMpEVRpPxvNCMkCpK3QXyk+I5UffX
/TmtDsTziRYsYYN+yfVAmRnHwkAVww8C0VB+xIP4k4HiTnN8+zgzcIPLmAehO4P9/pxQxrPfFEqS
+OgHt5+d0R6w7prK7I3WpYQhMGvkYxwj/gEe8HqcqULcZmrZEAg1tYcw0pCqddzo41tnQ6t7FkJH
EXD+SotRZBONlEuq1HfrYXjJqk59ye0020Bf3e430lPQSChd4gEE9v56LrRvVK+meOLLMEu+TnFX
nay2AIyUITOycZC2xprfEn9suMTNXORxptTvYn16DxwRWw+p9kfqxeFGeLjdcri5UHgG+aGCMNAW
Q7X0K4IQPQW/yY3gU6YE2omWnPPWxx20sLkqwLOYC/Hm8ZPbpWHWcZ74XRpL56jZvdd+qAFCdXsv
nVxjI99cnRSfClSoBZRhmdWqgRY6VmsQ8/qeAjX1a1Rn2y3rhDlyXjUXXTBCBATO0QwW+i1U+cdX
0uf3hdUSFgJ07qhNgjqoyJ6t7qFW3eKldfvkBda54iN2OEg0YXI32LiCVzYKApngoTBPIA/1Fl/P
kklVmGOV+I6k6UcFcQrifVskxWctROf4cP+gzX/bzYQxSpxfWVwnS/65GZooSCh14qNPJE8U5Siq
2Oj+mGaaPNlJ2zyHQuoPtUeF6f7IKx/URamCJyT38fyf6wOBsFXsZXmU+MmYwSOotPjY9vq4sUvX
RoHABQwK+It9A9mw3IF2SNUkfgxc7rOtJqh+8C/jLYva23sSRWDqHPMy8ihfbpyAyntgDayjYvTT
R7sxy48JaqR7OyBHLOlgeW+PJ0gQk/TSCQejai4iZO6M/RTiQuWXEqzm6CrdKZNYxTTUJzeC8fwl
lnsE1BxvSp57UIYW6YYQMLoTM4j9NJTtiTMRAju8lJ2ufkLqrTskU7dVYFg7BL8/GHeAPQMRrzdH
Tz8xi9Ht861OM0+Qf8STowzKrjYcuREt104A1ZNZ75ioCwnpeqg6bniMDcQxLB+yj3aEfUbVKPlT
3wj10GlWYu3qoPSeZOp0x/tHYHWWM7eWqVKddxbPzYHGnomJU+IPmi2/GV6TADaXWG3SHoVztXEU
VrcoftmwHokvRLjriUZRXo0uY/huizRxUBrlIZoQsRWdJp5xdjK/3p/d6rb5Y7zFtsnx5U1V2jB+
3iNCkjjZz7BV0l0+JMkTrff8RUuzfONpvbaiEPUAnqGAPJvOX8/REFnUe+jT+IhAj89BErn9rota
8TWIoP1txM7fJK7lwfhztMXWoQtCfz7RE1+rZWkeBjyqd8AXgndJmwxnkYgIVAR9ybFxW1StHUN8
hnGwlVksdCvIK7mr0L3h2YvtIzY1i/ehF0ST18cON3HfUx4T6K/+qNKI9gaeFzQQuyLE+0fYwB5o
whf9+9rSg3dtXIYPeWkkj0OtTsfIFla5EeLXdoCOyQDXGIHKXAryuK7s7SBR0anV2uiYFkkvT0JL
6VdSN23Tcy+cf7jsy4035eomQCQdHBTPCHdZTKcUGgRtC5SntaQ/FcL4NCWBeqwyW9mIHWu3Cy9l
sqwZmQ0o73q7Va5SB25D7DCGmdsbiORgj516un+Q1iIUT3GAJ79TkyXMtinQQ5ftmPgFhXpfRQLq
I1Lw8kVH5u7D5DQehitm86BhBLCByltdSTz5+HYuD3RvcYTNOlVLKbTET73UOnoS6ZVQ74yn2X9u
Y6/Mf9XyLFHA1g0bMrbpLfG3XGBtTBqe+tNQ/8w9tmojq+mnrAz9K5WK8RxF7vi1cIv8J6gNuQEr
Wz1DBukPrCMwwNZvfuofiV+mhhV/EqR+zZvgrChY2zyhL47BnD6U9ce0jJvPTo6B2a7qtR9Dbn0d
RWeeSrc1PuLUDX4lsvppI4KufXgIDJZn6/SFsF+73l7pONZ0MkmR1MKg1FNr2nQKSmxE9X7sKCxk
4htNbvlBQYhsY0FWh6ZDxN2L+yaalNdD90baeYVK+80pgt7ZRwmOCzvE5oBc1bnai4MChHrYaWrq
FAfEDr1242itxQ6MxHQ6RwY4w2XSoRhBxGNAJr4+pdprBTjsb6gpyUUblPAg1cg6e1FnvE285n+h
FPg3tAcKHvOZvp62V2EjpFpl4mcYUYY7qzARNgdaorx21PUeDaFt6bmsHTFY5QzNapN9LG7lcIyG
FIBF4tcGfkn7PofFfMgGNBV3Tpwhl3Y/lqwtq4nXIFwVKrNkHtcT7KZAzd3M48qKapdx+uofmYYg
D70ojk4oH3q/Il5an+6PupZ6AHafVUKpYtr64oaCaNEiPstF0KKA3+ymMEM9TwcCdJ65de3JaDX5
9/0h19aVlylyojyKkEhdrOvQJMWYQB7028EQr04UDuOhrMMOYm9gpu//w2DYbQH1pYHNs+16VePQ
nZpRNDzurTr7ZLV0I0/FEGf/oLWEecT9wW675Nz3DIbRsw1pD6/D69EGT8jKc1lNWfCOUZK036MK
Gx4BCE17W0OaPzO197Eq0WZL9AgXIYdidSidYqfgpPUfAjcdE24IcJ8UGxY7au46YD2dp0CB2vRr
kDeNnxYRXTTyHdc30qF6xVYrsHdo+5YvlkvJcuMX3JJu5gUhVgEG5qYihl8vCJ5VdWWh+OTXqTT3
nibV4WXqrBEPgHh6xcVBifcA5941WmO+KLGjoXSgzTLMPXq49z/OWtwEkUHVmicZHcX5JPxxj3Rh
ElXo0qd+YkbuiT4EYgrmFFbPbemOp7aNvH/NIc8uZVHYW/ti/u7LK3QmlKLmoOMFvcwDZd2OYYar
gy9yuuE7opb5pUFK+IvSWEm9t0eJ+GLXRu5u6ssGwwtRDQi+V5BwNzKWtSjDa4oqBuQBNupiTyR9
nqXp1Ka+1o4AlOOaavgejxcQUdNIffLUpGHwS1EyddrI/dZGhoaM0TbX5m0ZtGFeQiGe+Sjxaogh
lEKNji1SmB8QdFXxmwI/iX5CM271dtfiDWTUuUEz200tnQvNwStGs1e4Oawie9GGqt+bqqg+dHrs
bLw71uYI/Y8tNjtA4ddzvccwKEFvHAEIH3ascQoGxMUpatmP4AyUZ5lHnxLRqRvruj69/z/mItOV
lguwuRSpr1IZe+7H8APQNvEcFGX+eP8Erd0VVC3psDl0HOBtXs+uAKRcqYDf/KCo8K/v9XSczhXu
2Jhb6ALTgb5V6o1sZ3XM2aKZAg4AkmUACTwDRstYpn4vQIftzGbCuosTDtkmNbxj0Tlb1/5anCCh
nJMrlx2zrNHiadBWqaGn/hBb6jHAXzDe6yKoHnQ9tZ97J0YiV3JLHhSv3moVrO4fMirKKnO2bcx/
/keMipBqDjud/aOE9VOhBr6dDIDI7Pa9EgfyMOZbdY7VhzJSA/9vxEWAFh5Wju6QpL7QYQCYpF4H
WVbBEQBL/eTIBr15R3zNcTs46003nWPU/jdC0tpTDVkZGhZAuYBsL3JparaaBCuc+nourHPsqeXO
tYNuo8ay+lltD+37uYdK1fF6aTOsjacKj2E/Ek56sqjtY2Zlu2j3dNFLB0Tm1DXjrHE1wh64f25W
T+gfQy++qo2EJKLHGs0MelnKzsMu7O/KjYH+qs5Mg7g/2upyzoT1+dDQ7lx80TCWXW3KLPNHBUOk
ndt1ZFZl1Q9b1Y21aYHbBq7m0VPFfvF6RRG4px8Qzw8zt9SKXWJbQ3Mivc0pKNQqrJ7781odjmx8
5ofZFKcX0afUS9xTQpedatNx2MUiqz4D45e/FDtos/+wJ3nbzY20uVNjLNLGbEgiRUwKoa7NyoOE
cbSfiiHa2JOrU3KJbux62idLfjXcJlmEXpz5DT0NdW9iqqOfDRE1H3vpuHIjAVoLpaSCkKjBTOIJ
u0hOFUlPz2vrzMfeLf3YmPhF1fi0f0HRw3T3khLCf6gy8WCb++4ADXmrLpKNQGgCUYQp8y1Hccjx
8/LceQ3Q+Axyzb6IRvNdFcjx4c0bxYMWyWOGArzLxXG9LxsLnyhDkGyZkxGg6eMYGc1D4NIoqEt9
432xluHCifz9GHe59G+8QR01sGscHShPCJhnnS2fYvwVH6tRjGc7xC8Uj6kcR4OK5bVqtToopnS+
ZJoUG7tp5ft6tG3YSRbsP94h1/O2ZaBkRNDMTzpzKB/bOgDgHuQq1IU6noy/GlHLb/eXeuW+Qqpm
Ls+DImVbLc5kLaBcdVNPTked9R+tCGHd1bF6zCG5vAIxDU5QeBBXvz/qSoSjbDlTHDmbCEwvDqeM
Sg+HQZUPLKZROdSR0wCy7rFQP94faK32RISD/kqRZ1ZoWeRWgJ4dpRB17g/1aKZHrfZowNl6kf09
NQXPZUhJyUPSVfuks5IjaUN+iKoQQi6CHZcgk9WDLQbl3f1ftfad566ZxSkmx1xCPKfaw2JhTHIf
qIZ2bKoOfThFK6ozVED1EfB7+fX+gGtJAhp6c/HP5CF9A/7Wg77pcKzIfDKgYN+IxttPpT4+si/6
mRem7lMawC0kPkgaKiv2l6qkYmPaa3uNUEnqST+GS2Bxr9FfAszgcawpq05/4a3z3VWy8UExO+dj
acX2ie22RdGfd9Li3eahWkqdHFdyGNeLK25IM1Pp6Tr7LkaZH9pQtafnkvJ9jWY9JjFo23yG74Wh
VCNafLYRRjKmT/cXf+1rkw5SygbHTFN/EUPLHmqcNXCq8b9BOL7shWkdLJ6HP51adM2zN2G8vHFT
rC01vvIa7zTQtzfyR3VtRHZq2pkvlaz7W08m5TFXE/PijF15aDJVeYiAH5/uT3R1UMr1lJppPCO9
cx2+hsEajboJc9/Ru+IIBVU5q2MMryFTqwdNH5qvfYry6P1BF8Ktv8uKlDI5RTMIE4j6MvnMmiBr
FCv3MckoPlPsjeEvOf2neir6s2rgKO7GI94J1rRTzCA82IgB7WnplI/a1ERHty7Mc1FCP974XXNk
We48S581vUi5KeEsIk+AWxgxG76gcGG0dUrjHQAR9bjGgAnYKxrM1cCA59jFSCWbuqQJimAciPNg
X1QI6WlqlGzcq2s7kWcJL2lSCDRMFj9pTMYSF9cq92kzO/1u6IC+szrtTKOO1ZpbphuFtrEQaydw
bjvMr2n+uaxXaLjABbanw5scS+1kIXD56AGZeQSXW50Ga3YKcRV73+WYHu9gH49bG2RtW1pcpzTn
SSdunmRZ3EdC0HX2bRN9gkPf0qdDadaA1Qa9CpW9MbIubC4c70osgHoK3zb08R1Bpd7XSlo9JbIe
f0UDGFisH9ziR9CEZbxT9T77cX/TzHv1es9w6uYXztxtxKx8cRujKVObSQCgDf3cvt1D3tP+NvBc
nzZO6m3aCrNg7mcSGSlyLjsQaTIgwTH31pqKqt3If7W4BMu2eNIyB8L1m2cF1xk0+7ztGGyx7aqp
9WDP2UAPM9PGOyoqKoT4w7jq35xWsG6gKdA5nZPHJW7DKEVuomxKFz6FZGAERX6AzLWlXjZfU4uP
pKvIurKjIc3TmbwOc4puSGZLeYEGeBED/3JL9wCMJG6ROzWiT7kiZmdECVhlV6le2n2/v5y3B4rb
DGnk+WlDerzEbyA2awENi1MfpBXqnhBpp6PQOzX8Uip1SS0S8YR/sY+KuVqaRspjrxQIbd7/EbeH
ar5SfxMhtBmwOP/IP+ocVURHIlb61HfiMTtigtP0NOHjIuXEaCOIp8rlsFSZ/vX+uLchjAsN8MEM
+eSMLFMnJ4zDglSFZ1096AFCqdEUHgfp5pj/5gx/iDqz3KIurE2WwMGGmnXcUHe8nqxASbDUB754
bWbTD8qB097prO5sZkb1wsM8/lJ5WAa8eaZAdWnQ0WiZ9ZMWgypKaJdtS9HTNnuPOi/pOxzETIwe
PFQvhpmbqe7GV12JC3M+SqaIFjOQ/0X8SaIsylPc1f1JRVDi0OYdTjBZZVTGzs2V9q+3z5Cmxoym
JOCZS9P1impAEbg5j0u7NxA7EKq+wz5L+duVDT6BStooGwFiZX50IGdlcovwCrjr+kMWQCns0gsy
X9Mb1X6cGrXCrZD2S/kJfln95uvW4UEFqQliIOXWZYd/MpPWGnVD+EY2FQcVTpff5TVsaUpZZ5Mu
xd9vXk+wySrvCaBy1KfnbfzHmURlKxWumwk/SOzsYWoMA2cAffwpMEkb9g2mWVuhcOVggJsARDyj
u3Ty6+sR8cTQknhqhQ8MXFcO5RC8BhAFdzk2pw9W13rPXoYm9cYuXbklKQ8QgKlIANBZ9mKoVUSA
ZyfhE4D0vxX42//glTU+3l/N1VFQTkI7EsrXjRCPVodmm8Aj84uhKI6RIbu9q/RbaeJKPGPtIBqw
fjMcb7EjEfwUlVkNBdAM3sMnXHAnb9fHVqKfJt2N9JPUR4xD70/tdlDwrxDUoQTzMAE5f/3ZjCjE
o1F6wo+a2PrgRJP5EZdl8XOKAutjVrT2lrvC7VrCp+DFB0h0Zi0tSRWJmCVMVaPwW9tWjm1ptqeg
a5SNPsratGaBXUhKiNDzGLielghNM4lsl1FyB6K8nvU7K0fr2pGIdMtJN073l3F1VjOMAwjInHAs
vl0yBk7jonPi20pvXKIGkqZRjBvXwO0R4+8359uHdxXQc/V6Uo2i0GWr08rvM5E8iWDKjkHYddyz
uQ7cVsbDlyB0A21ji9xGynlYSieIBEPhXPZaS4xZs8HwSh8JqO7VChPtidY4gtq27aXK4c0LCcwI
XroBGgZgyGIh45Y3nB5GlV/b3b9tmbfnMXw7rxbxQXbefNI8CNPL3VGhVDJ6XV/7SVsJY0fpu/oy
Sip/x/uTWdmFpNYeKpXgTm8FvMZAmGFGQcvHBDLedaUTPmmu/kvPSuEPSrkF9b4djghMDV8HZguY
bBlAxsJENiidej8qwq9D5Tp7RZXvbQvZ8SYbtyhLt7nv73j/OwejLrwkceZNJVTUeQYfM2wbvFqA
STpe1k165Pr2XkSXRx7KAVVeHXvh9Vtt+NvDQLCEUkxvj4uVis71YXAF0H6RViMnHM1g4dafG236
FIKn2ldW/ypKtTq98WtyqQF1nHEuFBh4mF2P2FoGdIvKUy4RHraHejCPih4jSSNc7rdJe2vG8Hs0
h2MHyoH1XUQwTZWQpUtNucSZrj7wQGvgSsfN9MCFb5e7gPiwMeLNOafgTML3+yGo02xarGg8tGqR
Vbw4kY6Y7APOGAr+oYHu/KjVaLA2zsZNxGQ07u350cTkyKWvV5MmrAGKYmbPdPinYy6hvDfbcQtw
uDYncgM0MjlYHPp5E/+RBw19HRpEgdjvh6k/pO6oHdwcL2olE/1bkwQmNNPCOO+zlvoyqGSRlQjk
dXF1LYbyCSRPdhw1jHPvb8L5I1y9OBkFbcb5PUfic0OoI9oHnYWanN9SXvmrADCK7GecUExs8jAQ
//QiTtUMj4pQC59bIxiKnZPWurelpLG2sOSxNLtYPmRBFgsbKWoQpgOYekqOQXFs9aqQB1SHrO6S
ePaWc9HaZgGeST5LHKWsOP+aPz6jJzurdayO17wAaK2raoFvUCGaZuP2WZsVN8IMoCMToyVxPU5f
j/kIzgZATeYkCLa2sfsjxtB1rwWxYv6nwcCOUIDjabfETwdNoMHoYDBAoB1VA6yNjnCb6w//l7Pz
6nXb+KL9JyLAXl5JSafYR3KJU/xCpDjsvQzJT39/c3Jxr0UKIvR/SQIY8WiGU/Zee+21lgJ7rZ1H
fLuCXCK4L0HXltY7G8alGk1FHAG4j3NtHhO0pRDBX7xHq1bva8fTDR1QvgmrCEUkkdfbQqEGWjQe
HV1W2ycoIhnp3zTSJhfdLtKHTx1fi+eOOhkIiLYOvIoaBS/wseJMtUL2AQmnVE59UaFieP/gbR5X
pkahFVlwggZ6juUC/7QFx7QMY6sFu2zzfmx8tdYKHERGu5oPzlgnWL80Eue4P+jmkWNQzhjfi0SV
aa5OmY2jsZY0RXSOKlM5J9LqUUElEF2etnhe6u4PHe25nSjzxkSpNeHdhHDyjTJZSokkTWD+ns10
wgm7rc0/Kq8RX3g50oMSojSzM8ntoWNHShsKCq4woNdq9bVbedMkKFBkE9jHwauc7m9FjeZfWmVG
rOz+im5nRy2ECgydHMS05IzXn7GpVDO24c2di0lRqkDXW7U+iHpWGiThnBjbIKto9mwbtp+RZmsY
MZLmTZ61FjdKPTO37aLHuWWxcOhcJkQO89nsv+iEj36fThFyjkOi7bwV2zNvIrPBeafQR4S0Jj+h
wzggkkjZwRMLnFQvhZ45Oe3DYRHdmXT2kmvJyupajcsuoeMtDhXMzFl+4J6d/JuX5fCriyE5ZFRK
6F/vf8HVdqFGTEqHZbBkASONsj7xC2zITtGr6Y07NQw0Wb9zEfrDBdLZE2ZeLaAcih2pU76C9urQ
YXO9WVTIU2rt2vNbiaD31zapbBDVJdmJu26NQiEG+xV+MXDb6pD3C7KFZT9Pb6rZgZfw/hxT08h3
Nv5a0FdORh5oUGK4KTSDrt5QKxRTW8UW1lMEuVlgaGmjH0uvRYw2aTgrB2/snClwGmf+N+r1uvKh
utgfI5JD4yxQlv1DiyrnS6X2zXTsysLQ/cTIQxQKkw4PSuagKrhiIc3gd7g0Di9CRfHy1axSpX/r
Rk5IUImiyU9Un03xpM9GFZ/UPCzsizIZs33wFrV+ifCLj49NKEj9/Nl0ouhjajtd/JbVblcevXpu
RRCprcpKmSRvzyq0m/ml9JriW5bFDoZmbW1Mj+3x97WDyk/UD8LFkVp9okXXajQDXfWtGcruJcxr
76gVeXpCplu6JDf6Yw1BcjxAc+g9lGTI9deojFZkiqkUQnszRGMGmlFbR0lu9IfFSPf2BXv4p4Dy
v6F0wh1ebWm7t9rjVCZGG2tF7U3N+h47d1gPSxftvZ5ygdajQBqn2sgWRMxqtYCmE+fIV03GG64X
Chqx7RSehNNpx0jLlECfh3/7VLOr0zzSQnf/vrhxvFhIGWA5kJc2ZX9DEWORTPn01lhlcSiVMvqs
6rmzs0NWVzzLCKwJ5wrgjmIIUOT1VcFBUO0JmYY3zxS/2AmajpOr+k0Z/4gQwfDncC+z2U7L1Dl5
lAglgYIS7vWASjkIuy0V7S21y/q5S8tvs1nvtcTdHORdeQqQRIZ114N4VTf0qY29XtRD4R8iLT5x
XyyH+19oe6ODjeNrjhIUUlrGWi+vz+veUKidv0GCCKvTWC+d5UOuBh9HT3u3m/DGpwJEoyketTOI
uetJOU7fhHM4mm9T7Gl/DAjpvhi0xb/CWIjeGlrzT1M2pztv8Y05wodl2Hcza+qS1yupWFo3oxtr
vpEUK/+Ybht+W0RCgxeWG81jUTh7EVI3p82URi9UqlblIkvMWtKmrvmGpBFaioqVHcw6prsMRdpD
SFFu54StYqr/xpMFOKmlAC4id9FPoXFW2CIKAWTe0jDDjzC0isCZOiSNq3HwUTqePt/fL9sPKCPi
d4sI9P4pPF6Pl1QJjYNoZbwRCztjEM5G3b84mFq3L5rXOc2Hjj4dyPp5kVk7ser2HrMQe+YZIIiE
wr6mXfYqIZ5YNOstaeYqCCc1/AsiNGQpeFJPUxvNX0y6GYNJG/ckj24ssmSVQs0FAaBL1LiedEpF
O5pdRO2opwpMAsMefeM59GGbun5ZTvbDHxXUhJvaohAhX4fVJkInsKlphAXtcqISW8cie8qWJA6M
JM9G7Abn8d/7X3V71zAeGoskwhBoSQWuJzh7C7aoSa+8sfqm3/eYOU5us1d+WFM82awMQwuVnBh1
j42g3rSYmZPZypulYGdqZsuhG+s/haX+a/VG5LtJ/zWJ3e7gqPNFaNazm07TziZaYTj//QRaVzik
zJZ773qm8MYhfBLZnAfTHuKDPYW2+JpVJAMoGXtuj2EougK4YnpZHP4YNA0RY0dF23fn3t2eI0iQ
FGLIuUhrqaJf/47F1Js4S7Lo7DWh58/tUGvU6TFBtWsacOuUzkUznrCkvP+ht9OXJnkkXyCVJEVr
Oc/R8SYKpUVyruzZfqY5oJuPZl3Uqt/Fuj0jtqzafxr6bFl+vRj9t1JrzB/3f8J2r1HKAFg1ZCGK
x3p1GztOqzqJgJ4WowX31mVait9qI3Z29PbIgiVJ6B9nHjbcmmOVTk6Y5fCFz6Wiq75IxSu1I1xX
R+UVHsEeVnBjTlyJIKnEAya5xOrAcln1TRr1xRn3lfKPzCjNo+ul4vn+yr1nI9eRHJOCP4nMm4Yc
5Rp3j3FDMBddqc5J6i627jesnjTPBRh9GgYt+VGVprocvFLUqGEr2DqI1whFDHFwS7T17FodncAu
MNn5iiiV909ElUTzNQ/6cZB2alMdZs2LjBduHCfd6d24tUSgzby+lA1k6eB6wxfp4FTl4BXnVBvs
gOK/EjgVgvP3l2j71ENwkuZ7NBzBN96AlROyk7MXlmcHiyusIF37IMLcDmpo0Kf7Q20mBKgHe0vq
JrO9Nh2ZQ7jYdemE1bnXvCQQY6wELrrlO8XUzT3BKJwV9hQ5EPW/1X1VhelQarmoObBFcsLdmVCi
nW3FD0MUNH3I8ONpsPUHdWmlQJTUs4DCRbs201xtaMMQuY2SSXPu7X4JOmWg69bUpuPDS0h+RT6M
pSqo5RqyzHHmzmZsXM4i1Mag7/qItLNODvdH2ewJ5iJvWSqBvKfoNF/vPPwprKRJBHNBkf55me30
LSe0OYD87BUdt0MhkPQea9KnS9vbatmmBenp0VtqjMU7+6kbTAdHZJu2RSV++AEhAKL1hPYM0DvJ
gLueFUhMhll42pwHbdJ/49tkqKDgVndMm3lK/EYMIbI3i/5ofCuHxfIJC8B3JuFqhmqflnpct805
1Q0a6vo5PY4iXP4Is7g4eUWuPNitxE5kQEgLhNLkWhvwPOkbiUSUzVl18/rZhaX9FGdZfxwy58Gy
3/tQLKbkflIxBjW8XtLJ0gYzbzWGSrT6WU0RFuwSczhmYEMfUoQnP9/fmNsbBE0VgiGQOzI85Kav
xzOdOvWU0GjO0JPtY1VY5anQlAdJpv/NCoSQIwDlHwjlehSrGcwkH73mjGCieohcrfBzYS8nS5/r
nbj15oSAISmT4XxKM9v1UI6W2aJf3Oa8WFr4J0wr8anr52Xnjt9eiSzbT6OsPhMlryhUkF7CIB62
cGI7/RQYqY5vPDFd9I9iib8He0y//Q8fC5MUeVfxydaJXeOUlkZjd3teIjd6FdIAxMCS5/EVZLtD
YiGPRGNh7fxrmX2oxK3dngeESDnKKYZQcTI/fCMSkUhqs5Qeo+1w9RaHeMM0rctG78I0C0zELs9u
E02vjjYYn+4v240bEfNpCmiy75gnYrXHIS5GNK4tzTkavehr3i7qy6zFH6I5GXeio5sjgSlAh5Xc
2zWUmwDbWWXvNIgxq8PB7dzE1+IUI/qE+sL9Sd3Y51KDn3sXtoykb1/vc8KY3hiLtD33U6QERa2X
Jz0yvvwPg4BESjSB6us6gi1Ue7C7uGzPmszs+2IRfj9re4dpEye/7wRCX9ktAgi5us/bEduXehjZ
cJzUl6bGdqaZMWEiWGteoqLcMyy+9ZV0SZSRUSymp/Jw/4RXOAmoljfMzCoJp5Q4cB6UU6kk/WUY
rWrY2RO3PhTMQdhoUkQEwO56NINW07CYl5b2b6N+SiIVv1oL97L7X+r2nP7fKGtuWOjRmobGanvu
kqQ9APOXQZPirlXF0Y/7I92aDxUEghgCMwMOwPV86EHsF4DJ9twqyfiSisUMom4Kj//DKGSIfCS2
34byHOllhRCh155rpO0OrTb/rRWYHP0Pg0ixHKohROzrSD1pG6FEIuvOoR5jRit68RTP1uNBOsEz
Lx8fB4bghvuL8qDrDW7VnSFMuN81Y7S8FxNvR/3pf5gNDbCyx423fJ3UYqbX20tYdCjFtsvie9mk
2n5bls2edOrNHQCt9r2njGKI3Is/nZ/es3oauhKWrZjnA6mB42Ox+HA+y50tKQuQ7BHH4s27HiUf
rCkZTaTlcOszjmHdYX/nQMV4eNHI0aSoDlJU9DHoq1FGuNFWayNgl49akKaJcjDq4fEbjmAEPol0
85D/Xo0SjamNZZFF1wDOSJ/0JFH/phPO+BwtffYycQn9eX9WMp66StKBlZgPdT7gLlD11ePqlmPl
TC5k7MWp1eG5ivtG+SrieVjeQjFXzVs5haF9ShwMnp8pRPfRwyE6yCFIMA73pCBQp6+XVRQs+WSO
9TlrOyDaOIq0H3WOi01Ad5jyOwJDw94NuH1FyHoYUeols2fWAYXppbj9zSbHjAhmCMpSMYsTPIbl
CXc+2pYdvSj24ODtmFL3SpK2QW6IlFYnQR1oFE2hyZ2jWRXxwVPzxv4tX4wx+qaYrWL8WWdptANi
yL/z+ttejyl/00+nL+rEOIH59ud+UPWPGeDYwY6L/vc5Iwa9v422B11eJ1z1VNylm+/qK7ru0pkK
Go9nOraUw9TCos6bqN55IG8tIlsV0xGwMjCf1YSSUetHtWuG82xkvxZmN/hLmn4cFv1lSKu94PbW
6kl3LWrctB8j53m9elWlLRmQ7nDGKrN7RVDsL5jN85O74GV9f/E2I8nbix1NDwJlLZ6Y65EUA+Sv
7qf+7Fa1ckhRC6Uhyej8ZJnbnaE234l7ixcZtrR0it/0XhRzUyU21sDnsET1K0u94ZD29d4BuzEh
okAI4NCsJHt6dSF3zTRqiV6OKJ8kje5HffLPlIUFHtkWjtUPLx7ouA1hgbNMoXO1J0xMlhvh6iMk
JLuiS72mVxVHPk+rgwbv3b2pbe7Ld0Y97DiyEXl/rHYFcZPVdoUpzroreAYGqIZlgLa/3T5jjmlR
Np47bB0p1Y2/NqR8w04gsl1aAlGpxsk7BNi14Y7OeA3widWznefJcQRqCTotHJ7EYu3pLWwyVxBi
NiaNepxt6q6rYBty0xI3ojBg+WKTrBFnkZ246QkrOPOs563zV26EyaPVTwpm3M28SVL6mdT5+iy4
0dRQyW2d8+DSG/FEBSiyntBk17ANG5V5T3lpex5AXZFfZu9QLaMGej3cJIYxi/rKpbl5VIM+1mxf
1Xdvx+1HkxYNFOHpkePsrdMWxUDfzDPS5ZzHtJYfWrdndzp955Z41yIctnPI5fG6uvcRhqVuRTGO
lgLZrHs9qVpLpd/ObJyxPjQPcQXlyZ7d9qRbk4qLXaMH3ZBQTwYEfu4afe8t2OwbRAff9bMpBnLL
rOVt7BgORzE4yxmRtzY6uaJliM7o+vwDZa7WwhoZT12Mc3HHON2/DDank6EhjcBNAXsmjTKuZ25q
MQ7BYaWhUu7W9SkdjVg7eXUc60dO6jgdeHYtN7DiKV+OtdKZD4rtSMYUTDpWH961tDBbJYyNTRRV
aaN5ThfMUK3Mcz9pMbFULDrtK27Se0WWzaeGdqbRHOUS9VInXN+0/VB4ybLYFj1SSvusK2Fmv1iV
lVOm5I08ZmWCj6xoHKgRZq9jxGmSKRvH+6u+OUTyR0gTQ9mt5RAaX6+6AkuimPPMAmBAeIcrKX9d
SkvfqS1sDhEtAMhHk6+AserQMq9HKbp6cUcXcTQRa9WrmJ3sUIP7HwZr1/by5lCy3Ap1nkvWWx0g
KiUkLZobni2vN+dTj9lZEUQ44S6BOaAH6z+6ftI0CMowr9h7H/r1zByjcYpp7J3z5NWRb0dILTdJ
Uu8kfZvgSYrbkezBLAVF2Uhj17pHsSlznfMITndx3Fb/24HI8lILvBC9olS/35/VdhHZFGTL8C5Z
SD7c9azyUTGWfnC9czy7GW0oyCEEFHTzzzaya4/eeLxOgO6yWi97+ddeJK1u5bhOd+GZXvoSlXVl
bg9K3dZHtTMt3KsxKYcqqbiFftSU2M4RvzeXnfW9MV+KT1Q8pey7LN5czzetLZd6CpumQvP9udKG
4ZAUlXscnWHegeLfe8evbniD6BfMmteZsjOc6OuxbCOX3RYiu7Sh1vR+jIN7/ZTy4Y1LpjZDe7QT
LtwD7r54prRECv1JbdvWfKrHeVaeuRFzcgEr6ujEENKuOjXidP6GxkvZnpQ0EaGvl72dfWgXox3h
bXrWv23XWJVfWaM2C9rIi3H07aZGhDrOPGP4tZ0Tk1EQRG8P6ZAP/WHO0wqBppnTZPpZ1NJWSZdX
Gf6SmWYontWsciO/5UJRfKHZ3dMMQB0GyAqZxlNm9tNFK3pbfA49Owxf0gG63EdNKE37pkVN2x46
r0ZPYyoT03gpdatKMb02+wICXW4Wv9HfNi+n1mzDKZjTZSp+GRyac5/aSI2iY6r33XJQLfIi383t
6U/0Xco0UA0OxDEpCgQC65TG3aNbRJPrC3cxms9Zp48Y1be2pTyjKhyOAedMRCfWVTWPS4Zcz+eh
pHTX+do8C++kYuja/hbj/+6mfk42ZiAh0jS9eWkV0WA0qGrjt3Rs3eL7pA9D8UlJWnDgqI6y8Jep
wc9pDPCKj8NX10jK4VM46er8xTOqboaTkmjRyyJarfZr5KnqJwhOFvEvkaf9GeKsWz3fP8/bW/7/
GjESmIFOrv2sRifhgqmM+hIjCn/sML3yaz3qjo+OQqc93XpgAWgKEJpd7+zC6oo6H3JxIREfPteF
OR7TWN+rMm1DFKpL5FwGLbJSE2I1SmiY3Twq8oK3c/2AlVH1S6uivnssBwVfHbMrPQtQOR1/f3R2
YOOsHZJa7A1j3TiHBkTSYnSUXpQmFVOQzsL0Y7exy50sYXvXU1lArhWJeip1lHivV7GpMlMdeLUu
Ius5ZGOl5//mNAT/yu6HR9TmmlXvfDj5V15fSQzJjJge0CXs9OshjVjHarQxsouSLZV+0rsmzI8l
LcHjR3QhFvfh3UiagyQkm+Sdr7t6XZIKkMZVEUcokK8+5uOsncLi0Z53wjnq/LBkZEjJf3irmKOc
RLTQ7RieM8Psn2q4kV+qYRmfVTTvjvhBw+d7dIMwIB9MKobISsAqftTN1ExxhQnPtM3pT16KfwVu
UA9axslp0U4JS4PX6l166/pbFUBQpW0n6cUTpnkxltgOHCVydj7RdhNSDAL8p9EDJgPJz/UokNU7
jBCL7EJ+anwXTbP8Ghu4shi1W5wUtS53Ukd3swOBu6iIsy8o5iIafD1eOWkLym1jfalEbn3QCPHH
Q4gfwm9Uq+JXZqq+cSmMP7pJm3aQtltDyxIEe0Vy1tcITpZHxdSOZnMp6cYdn+syR1AXQZIFw6LZ
cKqnGdGS/lVoNNI9LVTKdroAtnczdVEkmXCEgnpAu+f11PNIX0ANbHEx9XJ+Res69AuAmZ0PemsU
xO1leiUHWVNawwwQ37by6fJO72wKJfkx1fWypw+yvUnAHLhKCBk5AsiVX0+mhDJGR9A4XdK2/BCH
ihNkfZRinUNTzf3T9m5TfH1pSWo3GTmpC+zgNZqzJGZjtEY6X/CcXEqY+FH8pbHnoQ+cfNHLw6iL
xf1Ud1GrHok/rObTlNm95gtaVcSfUaGAnzViKSM/tQbFPVqhIz5aIlKsf7wYM5iH71iU+ejqsaWB
Ar93dekpTh5pRD3zhQBIIpG5+jxp/XBxHaKZ+0uzPbzo/xFfcpbY1RQirj9CZKjjsNBWdyGiHVu/
o2/4uYzF+E9F+fUXxRZtd7o/4o3PzvFDVpT+a8naXsFNRpi1IrPS5TJmw/hKu2IRzOCLB3dxtJ11
vLGRPbJI2ZuPzA4MmuvJhW2mRGafFRd1VrXnPlrigIbXbGcJt0EGAQZXLMr3IKGkXtejOIlqLArN
tJehGYdnPTXrX+mYtI4KuKDvoWZ5yIdh3imn3JoaFGwpmY5c0SZ1lYrw0eT1DFrTiF8nZRHoYKR7
B+fGx+LGAdFCOIW3fh3IRO04pEpalpekBk7wKGQ8wUUqA6Ea2SdzXurvA0IAhU/TmHgKW/E6qab4
bqZR/prj0/iB6nl7jCpobrZZ7KlbbNYAsFKKK0vOCM147/KuP9c9vGTWZ2fQLmNRAhJYbueriqO/
3N+v21EkhA41FHYPmOX6hFCVo8EswjE+nuHsLkmmHV149ztbda1UydGTXmIQ+gGTJBN1tYtSct4q
0/vhnOvFbPueSeD6A4mHofsYLVajvpUDKe0zJemZlrzFceunXHEX97WJykgPwiFN+yO+0cvkT7YY
gU+WudgTdttsB6mqxDPKLgd0hP15vdVtjSLh0LbDWVf0xk8TA54doj6+omf6ztbbLrtsMwBig/sP
VrzGUmERkIDRx32mktIGoxNXT0aaeYdHP648sowgB5FiNtcTyhEbxmW5Gc+T2cEx8fT4CfS0eDTa
kx3GkpcD0xi48P15+mmjqmbWaXDp1fOi2NprNWbFQR1mZWcLba7y91HoBgEnxJ1yzWVu6GmDJ98y
CjmOP6TWX4OxPFcNxjN2GO0Ztm63AiAWG4H6hCzSrWE6S6Qkn7mhgXV7YeIbGe0gVtdEIN258dv9
r3RzLFkrl75U2JqszkYVdrRwInd5VsoUdfE2NoNK4d3wbADf+0Nttx3TkpY6qJZBY123nuOXlw+I
MGhn0Ud2oKlReEiWZq9KvHky+FRwf2kgRoGES3z16i5ZLnp9YfHwlKsOYihn8JlB+dobtO60RlWf
NDvZawK7OTWQW1UmittkeLLduAM61M7LPHcnowQTjLNhD6K7OQohBT0k8Jt5569PlDb0URdXpnaO
DbsIhq5sPhhDtGdscXsUKDSIk8umjVXl0e6neWrgc+Jr1VtBmKbNi6J0ex1WN0ehz5tbiAaKDbsy
s2IkOmeXfdc66Pen3MtNr+xRQW5uBvq3ZOsLGfWajFjMWWmPJBtnXKSWQC+Si62Gv+CS/kta1W9j
GT5m1clLw+b7/+OtYfxYTS38cfhCad1/LyOsTgYvqg9WOeyxwTdVCzkSPAFq3iSGG2ueDvnkwZwV
7WwIzDhH3X1OovLZiRECMZrlW7NU38Mh/Izfw4MKEu9zZDXphAU+oKopv+xPN26Xt1afJuwPhBDC
J30YZzjGXvmckzI+Gs8ySUmvglxDegEAfj1U1rMtloVNEg+eHmCU7fqVZ4BGin4vj7m1H7lwIYLz
jBCRrO5BFcC5o1yrY+vp4UroFcqrTRf10/0r8NZta5NZSxoc2fyampRM5mDNKDGf29Bxj9jw/Aih
RxzcKNsrsq8N1fhMMIIAtqnrQimhaHG9djRzdHU4VMu5NLIY/dIJ7tFc60FeOeWTwM7iMizx9DaM
2niqtT48gXfWz2UfCWBQZ09Jabu8kMSJI5HjIBqjSev61xSlMVvmYi7nyYrmoMw9xLaX0ng4sCER
hYMlOTvUb9cmQNR+2giZUf1csqyHqB+/W1OzJ0+wnQrXIvsR0R0KCBsVTEq+GaCMMZ8jpVZOWjTi
g+b25s5O2UQcSJfAxaDcLRvOeZyvFywM40GLvdg5J439cXatt5FWTj9Gvovy895m2UzJotqCLDUd
knCCoGRcD+ZNyImOaWedkdQyD6Iwsb0pjD3JzVuj0FYpKYZUd/hG16NA/B1Tbxqts9VajW/ro3cy
s2GvP/rmKIC29K1CR4DhcT2K67aQcegTONPmntA0rBg43Efh1/sH+cYoUptCPpLIAlAwux6lhnZh
LjSJniOjWg4YwWvHsVemw/1RNtcFJTl6YZDplXztTQg9zV7fTUrqopDV9V+bnKpRYmT93+iiDDtH
59ZQaDvRoMnnkRTN6wm5CYLOLT/kXAxj6VeLPj45JkXGxEvbR6vQzApCk3RAJSYi+70eCtg0R0mq
oNKoZPEB/1W0R1T0ybti2aOF3fhMGB7JrlDq62y71VBJVfWF0lHUjFQMX4dQG940t58fffXlhOge
oi+ARIdK7fWE2hi8LzESJuSZfyTYQr8Yg4fsgDs9ih5K4QaYSVjIEWsicHA9UNmj45JERXQxUBs6
urX+d4Uo3aMZFQEF7x/PhxSl2qT+QxMl4BYamLMov2CkGH9TELX7cn9nbz4MBwR8SiN3c6hQravN
VHaGZMyW8jKqFHHaDhFjR1fEzqamp5AVuUInSWqoOZCGAk1um8nUkrBQtwf3LNp2rg617kafGiz3
pmCg7GfC2NYr58KCNPkhnjMR/ZrM1eR+drC71F8j9LPEb3miZuVxLht04mwi4TqgXqqf6zYbw980
IerFj42eWm6lKaPl6+loGy+1pbitj+cBXTd+b3cT3s/IJ5dPeLhm3aHw5jn3K1eNlIOO3c8UZDbB
/Sns8872NT0V5rFSJ2GcCk/0zcnTOlE8RRg9Tq/D6NrNk+eExSlBGc2ZfSpFk/5lLqpF/A5vj1qx
3Uzua5TFZvOMnqwXvwgvq/7NuU5+EIsb2mkRqRt99MrYTE5SK3/o/clc1OQgaqg5X6aJFORzmJlx
/DQLrQVuUpK5/agL18K5AYAZx1utzCff6ELve1UMnF1ibU9FvQAzCz+pyuKrHcNlDaba1DO/Qve4
/EhUMrWnxkyXL2reOX9kmsgrfm1ex4dpUczvrgkOcnTnctG/2qNh9c8J3r56QBebovsIXTToNDth
betHGzJG/U9XDNlnSC+ahqIJUeSp7C1cf4sWM7BLqiHZ9jq3tRBPU4dz1ClL6XB/Dkl00bJA4238
LBJt/EMBsIb2w7Nu5YEXK6H5AyQ1UgN7mfL5XzznHD1IcVXpg3Iq6i7I7TR0vixEi96pGc16DMpi
XMYnSyut9Lm3nQllgaKahfLG605rptma0aeKJUr+8hwRZkcVADA+NW5m/B5bpWkE9Cnm9dETWeF8
VrM5p3F9DOMvkVC8PKjtrlZQkFKb5jA6qVDZGMOoH8QUx9ii0oZufsiyMdNeCxHOCTnv7KWfehqu
52ezLbPF52MoMAo6p3GDAq2COYC3kMb/LnPUu4EXtcXfYdSVX+wIAzXfImzsgjoS6ZdhNib1l3wZ
jLdZnXJMnNlpmoe0mq2mwVxaSnXAGbZaXvpeLXocGMB6PluLmaeHPjaV5KKZuZI+paTJ0ROEFzs+
Lkrl6sc57gcIJvIz/NbUWqefwDp0K1DTVNSnqUpr9Qm6y6AHWubEjU/t3pueKA+lsx8n+fIdPUJ7
lO4lnCffbEIzPyRI5nwfNYyXDh30jtpHf2DSD67RaNahxt3eOrZ9p9o/NK0p1CA2Wj2DauLpnxpD
TexPmlp1VebTXNb9nnFutcC2skiHCJdr/anqTPXv+1fh5uW1QZSkKj6tynBF14CFJlQhcqVqLxEQ
1qn36uTZShT917ZH0vf+UDduXclggheKZjxO2as4D+cRK9a7rr1YdW8/x6MoAmPUjMP9UTahqwyJ
ZI2LPm+u3XUlrewpe2GA3V4a8qBXGO0tHYdkOVDPTwif/3N/tO2cIC2BYbJyxONEfNdvYqN4oZqL
dLh4lZjRI7MrX43U5nh/lC2GLNEdNDbpNpSCD2tWIk1kzhDxqS6zUpTC15QS06CmjmiuDVNNH/zM
Ndz42GXFUPyjebPUrsyUEBpRJqruY5ln1XTKG5pl3zIntwYfF+vw4coFtA+q0nSTkjRL9ur1WiC4
EFKIGftL5o2udSiEUD9Ykzc9aLhO7xY96NQHeMOpTwNWX4+jd8Y013TYIc9JE2mdxWPhQw1Nv1HB
MY8TPKhTZA9ltLOxNiViVEeh9hsQNaWJ0rrPJU/iKewFOVHjjOGL4/yVagLvtqij9TgroUrEve3r
7aA83B0FM5MmeFgFSESjgrSab6QiVrXUtn0ua216MqVZHYpPX+9vse3siIeBBN6TIwt+5vWitsZi
FFIr7Wy4oXKyFdP4kFIFPVi1a57yTP+QJ0jmeJ0wHo4qicRJytH7JJ4hwrwe2BgaHkKj986iYf0i
uG4fOqzodqL+za2ADh3QB7mSNN/beCyS/TWNsBXv3A5h+tnLnPSkmbXyWx9DgEKdYfl2fzm31yoH
Fhid50QyJ9Y9mlrNIYtDT1y4fVWe+jY9pMSPfjxMe76xN4YiwaO6RPTPPbQuu0YR6xZP6nAprHk8
oEuXfUM10/hQV8qwU5u8ORQIM6xFKoa0+l9/KyVuZk/E5nBpk2hyAo4bkI4VRQMBlto29un+Iq5t
HHkpwNEpzkmjGJIPU/6en8C+uc57VZ8dcem50YoLrZsK9lhLbqEI6WLtFnQD/9tLabWO7lfGqDbf
XBPPXtiNdeog/60l0TOO6FRMhBYne1jMJrzn50Ha5jbiSpZ2s9c/zxVK38PLHy+OoiWBIVKCPcpo
HxPdo+RkNbRnTspeheHGiwMgSRcQLecAa7r8UT+tSWyg8jFTeL1wTQ2xj+ON9SlkTXbWfvup5bvG
jpJtjNuMfM7R3cyKZbroAyXhwFCq5YINq5cchnkxo53Q4MZo/3W9OJJuvIEL5yJZNLCz5UKD5Pyc
JAMk1jBJPtIL9Nf9PbX9ZrJTEphVZsuIUq3uOa/C2LaYw+nCy618Rqsxsl7AzPVDWbhGcUIOppmD
PBNtHDw8MMV2UGSe8Xc92+vvljsRlBOYqhfgh/oApK74saaIw6B61UVrmvxZyCD4/qCbaw8JcMIh
VCp5QPin/POfNouzIMpdjdF8KfPZ+5KMS/ShVCwPub5k/NgVGYry9we88SEBJ8lquSLweV2rp2rm
0JFOlQzI4r9FToqmCZrg38KwT57uD7U9CDwb4JR8SLB+b12ntMtQMxanmC+d6sYf9DRDhbBI9pwS
bq0g7xL9wqiZbqG2yjQijZRmvphhPP/qWEl3iDQrf1KHNDwMKGTvEMFuLCD2kWiI6ZwEdurqOewX
u0NGolQvWu7ZeLLWA1ErZnZpO+0Z59xYQIZC5kbqqUtG4fXmwIpnrJKuUS9GJMIjkubms2mkDyOi
oB+cNqBKaobclasJGUWexyWC1xdL9OZLJrz5DQBkT+fhxlzQ+ANv5SKGGbSu7oqy6yhPt9qlc2BL
ZHk/0Vk6FYf7W+7dCe0K0GEyEt1FAJaLn+Lh9ZIJJ4kU1wnVy0jN0DiEtQF5rgKtQESwmtS/lMmF
0t5DSv48t3HjnaD+d1EE1FIr3vPcqnoW6KE3/To707z8qYsyd46l6gxWgD2ocC+tXqp5oNpQpl+z
sG3/dsLE7l+rJhndbwBmtYq2WEKl0rDiOD39H/a+bLdxJdvyV4zz0t1A08V5aNwqIDlosGRLHjLz
5HkhZFtJBmcGZ1400L/Rn3C/4/5Jf0mvkO2TJqVrHad8UdlAu6qy0mk5ghGM2LFj7bXX7vyae2d5
eBy6iF6wMs1g02E6x8yJEupsUZ3kwkqOiXaFuw10/cOMMFaiIHx9e0IP7C6W7IgtjHshoLDR4mhp
DCMS8MIqSnnkbQsKSLMmcuukNYBiWjg0CkT1iCu4v1RwJiKwDAiJ1aAbR0n1EvJlbZugbgwXilNR
J+Ax9XJxZKmwJx+uFKDZSKPGNLJ0XXE0slAU6iSESMPKUNP6PlKKeoKFK90kPcCgrqXqVxl1vedC
x8tHqKz7FgT3IxBJcdGGDgXsyHCNVq4EypCPNQoRjWwZ0U74UoUg7DYdkL+3X9+BqURXiAMDSEX6
05jOiAOn5IoUXblS1FxKWCoXRKy0+du97B/Z8AgYbxIOJy6XY90qrYRmNcrASyugpdROlEaZxG2i
X7Yi9W5DokaPBmrHT97udH9oUOSGqho4rMj8RCrDcBahtBzRNBGlFaIwhqXSkHzRDV95t0PNmFB4
S5CERxh9XCGtywK5S1E6aoWijmSJyrzY6nqjXqq5doz7u78sALuAdAojCacafx8OKG41I+MQBF0Z
vH9Pe6Oc81XWTRq/OBbPO2AloUaHBBDEpyBXCIM57MpXgcrKuaSswF4POdQ0RoJf4IQBhJ/mgox6
jzaRmwzZRyiqJFyoft8Xdq7m6Yo3cp06Immz7ishrQGl0lpmEa5W5oOZp9VknXeh19kd5fJH1Hz2
yLUGnog3EyGxETtqwhMfKUo6Cj4LVUwME5yV3EX6U1R0x1wdNmHDHY4Njjw8aMRhDQBsGo4S+uyJ
2+iptKIF+Z6WuWRpcjXPXCQAiaTYdLU/70KKmmbcERf2wNJkpHxcZeGSMELYsGM1KvoGULG4koxU
XfYyx20ihQpHNsCOhzcaHyLtOASgyYJ+xnBdDUUW2utUWSElSrcAmitXka5WtheU5bWgFcWKh4rv
tFOq1Gq7Jluj7ACxU7U8Viduf+WyssU40+FUIhwpMPvwyonFJa4ikCHQVxrKTphAKzmLtnkKyLsP
nffuepb5xzYjDkCmtjXsqlRTL3YRS1vJnE4cCcUtEEpAPOHtXg4MCJRi3BkBYKFgx5h72/VhlnF6
pMAlAnAcK8Sb1mKPitg+1s7bXe0fQxqL4sNxZbjcXjwa4m6hUWWFshI8jbM7ryo/q0JYWx7VgQIK
uo+MwFboAruVouxIOsf+OkXfiOTBcGO1ApYdTmYT8RnhRfQdEGLYPSpI4LIjEvvtER6cTNQzQOIt
4nbQqh72otURKtYUtbIifVZNPRTtXfq4iE1QjP7YXWB/x2NAGiOCs1INYI4Nu8op16KkKq+sOlAy
oR2KM+LGIHHx1ceytUNJih8jGlS/u0DaPNPzVOOYgumhwbICvVg1iI3unRcykf0aa0dZZch0uG05
v76E1qL3VY2VY4jZgf2PIxdifVigYGLv1SpJqQypCldUVxD0qbWZ29ecZoa5aiA7UgsCzUoNv/mS
FoTGcF7bqJ7yRkHyS5UKqDiVg5CVHLnxHZp/OMw4xXCDZ+DQcP7lsNOgAErVlewVHXD2KEassrvL
ityRU1UxC1e4LwxvIqTRu4V+wZVHGhRoIwJgKDDzh133KHnSsAo1K7jOulUT3gUj3aNTQsvqyCgP
vWOmu4IzFNOPLIBhVwUCJwApfW1VJ61ogtOEoimlCo2S0JVv3t47+zQtDAvCNVhQ8ECA9oz6KhvU
ZM+9RsN6KmvORmZcsw2iHCqNMRf3141QdJ2p9VW06pqQtDaybN1wUqZldVMEsdpOpVD0jyElrNPh
wcOu9HC8gCIAQhzzqOrEK4s89fVVw1P5Kq3j+rIFm+zu7bEf6AV3HAg4Qg+VlYgavVGVeBlySCpj
pTVVC85JUqR/1IraHTHAB94my2NAIhRu2XhZI9qRmvpa1XOxjhMlDkE76rqbRhGaieCr8pERMYdj
NG8wg2zK4CNDSHl0TmqB3GtVzeurSC/rz7XiuwvQ6xDz1CLe5GW3+vLuGYSQDejASB8BJUMeWd6E
S3MRmJa+UjU3MrMyQqKeXh4riH5oAnfBPEDp7FweTWBVF5Jn6KGxCuOkcly9qiwh1WII8vLHylsd
WBK7jDWQgpi02FhzVVE8zdPyyFgVbd7ZTZllFhTvjskMHOqFVVsAjw+zBi2s4f72KW3bCujPSilR
+6SEuJ4dAOaZvfvlIN4BuWvGkUUcYmQrW8FPELkMvTVORWWapE1l8pJ7LLnlwFhApsIqwHqD/Ri7
Zir0hCGzAUmorJEiqyJaOA9hIY9hYnteDPbpTuQXYWM4Z+MCqXrQCFqMkrprOdar3u5gtPrPQlgk
wMXKltNRSgq1z2zka2eClRcij9xetQSzO2p1ubiGirnY3qBoJhgLAAZoZME5R/VtJjPBBaYCM/eN
8BBdMXPUsDVslHsy8PewSrhZ5AKsutT1JgULgtcSxFWIosSfKYRM1iVsC0HBXbXkTaNqIMMFdYUu
uk9RsZNephokFUzB86KbviUKagVxdZkFJuJQLiov5RCYWWTUBZFG8jgChQXU8zTMUFSChyZEfdEb
EihlOqNiKiqODGWjZtFC00ozeQFI8beG8qSHZpXQqQtOJoK2IkaU5nOCQgou0lAaKEslYmcgdNcX
fWeiGkadmRwkSkNqe+ALyvdCiVo823cuPLhGSDhEiBRBRGRCjK5FtUTBxMb9bCWKcTkpCyRbxB5Y
0+/sRQOBeQfjw7Tuq3jVcDSgSdLpqwpuhq1KsWeXMcTq3+5lz6KyXpA+hDw85gaNHb6C4wQRiVf6
Sk+rYK2iKJIZ1568iKS2ddwmKn5/u7+97cSU/RXEeQHfYBLHh4Uh50aKnwqroCLpJBchjOtTWXn3
qFhWI1xZoBsA0NWRAVKQGsJD3kJcUU+jdqoF2QR5b9xCyVpuroj5Ma2G/VnETZVpQoCDLeBoZ7v7
9f0t4LlKpYW0QpUneY0qe4Zv+mCEf/FcifNMvkLZ6LfnkY1gcBICdAM1mmknMLrvGALrCqPMQqmG
o0jjWLMVLcu3ctP52VRNYOSnucK1ygSlHVr1CKCzExUcdY3kH/BmwZ5mAP7oUATRj1W+M4xVXLRV
d5W1RvQQakn4O9Wa0JtooVj9gaJGiBdGYeu10JE0oOFSGW61zcq44OZGhAJVpqRGnGFjTeqg9Eng
e3z2Vb0Qp7iW0t4mRNaQqpm3ZfZN0mIPcnVV0ClWFtKKOCkwJWpXREnLW8NV1e+uWGtfkcIq1Sbp
oINo8iAJbuoCAeLJ2xO/O41HwwddEXE1ZIXg0jfWWxY4oatUSI+soBuQmTmieqvAaBTZDDpDuZfq
7kui13YH9f4HmtbFN5mq2bHTYvzyGUwIzxGoEujk8B+Hy4364FpB3sFYcUFIpk1JBYrotOiFVleG
4RGwde9k0uFvAR1kIvQs33r0ut1GKpOCFsbK8MAybHA1M5Ej+4faxrKZcPk0ScRrT8dR8/Y87xkK
HXAIuEDAQ3G5V/fGSLWYV0ISrBuSVr83XBqZUDMWv7zdy57rxXpBzoQA6hEM+RjeVfIeZb3CJFgX
NRdOtVjgl0nbhxNAXMfuV3s2Ahd3dASoAJAB4LSxjTCaIobMGoCXyEA1CbX91oaeZrlIyS+r2j9i
H/YHhixXBm7hBBEhujDqzfOTNvWyzFvTps4sIAiINEeZdCXE1btLEgL+AD8bADkGBVRJHK7GuG2h
kocaFuugTRHkyWk8qSOIxrz9pvbXA0YBEUWAE0AjcWsc9sIBrEvFJMcZRd3Igt/hz9PAM6Zv93Jg
2tiNCYcH4tiAq0fAY+5rqRY2fohpCyXPzlIj+0Pvkc5rBkXi8/bbve0ZcQRNcAZiRBo0ghHRGI5J
cUmjxg3OXV7xelOJoaxm5NwDzeoFF9TpFDTMY7qLBwaIMwpUbcjSsLNx1GUFW6H2YRmuQXPP5q5S
IvTVlVyE3VW69be3x3fgnRkseoKDmGUi7sjjr45FX2s9mfcyiEalhXdpQJz6LpDj1Hl/Lwi+ijh/
mYrLeBaBkfhcyWnxuhd60ORijnOgzpEeeVeHxsLCr9CtxLYCJj18V74XCAmEC+K1WOnuBPkp6sbz
leCP944F2jAyaFJMiBxQ8KgXzshCL1BczFgmg0sMQTzTq/NjhTD3TTp6UfBSkCwGOcvxju01vhfT
IknWaST10xhZXY7Rhf0EglPlXObE1syhH74o81g9RoPZX/IS0yOAQcKNhCV0DKfRbYQMpGM/XqeC
Vjc3Io3V4Aq5MWK7prhKJnedmFX3auYqwbuF3ncVGSSoqCBqCISLPdqr1VhkUSEETZGuI19tdCvN
DBSiQ5Hd928xRM8RFILTgjcIAaNhPxHpXK3XvXTt1tBrAcU+tpQY4mdGpGrvNopMcgHnF04u6LaO
vUApiFPQtst0nWR9NQE6oq7ToEyPeHz7OClTdkCKFKRu4FeAZzMcESkCqeK4KF3XQdjM1FAOJ77G
uVPcxYgjNplqxzF4qcDHdatF4Smn1hv5KoHNO2Ke989QZO1jqyOuzSIY49XTQZ8VOKWWrjOU2pk2
eaKaceMnjsRR1xZCxNHevR2h3YVXCDQaqdpjfD/2ZKXNaJCtc1qnNsiH1wlqX/zEoHCnxXnNFEH2
4rCJGMmRHlfZGhkxntVLRmAlhouUUtHNnLjni9nbgzqwBZElCF4x7g/gOI4vK7hT9LSjWrbGTpEs
nE6SQxDdnhgRSI56D2QBPFVv83an++YT8hFwf3BHAvkCIN5wCcFsuxBZZOJErmhYLsQwFUuEa6kf
eWMHVgiQLSDYSOJChaYx3UIAbbhVOj5fp2XCfydqkt7EoZp8KVDgzxEz8m5qKjLFkOKEoxSEJujm
jdwSXaSNIjV6tgZdXbpgktqTqGl1m1ePYZF7oQH0BLMCOBLWCw7ryA+nNAfv08PIgMJITuFFeW3h
GoLspFwMoWNCopj/rHZI3DZqv5xj1aa/v/0ODywcgMlI8gIVDQZ0DOsVlZjXfR8Ua5i4VHJgrqno
SEJTxRdGKmT5HNIG3E2S8kp65D6/S18eXLoYdQYBUpwdzAMcK6j7PgnACaqUdZSjjoaG80nJIKIK
8YPMu4D+Z07mRgZi1NKHwDn9nmltr035Jg6K20TrkXZmhqnaq98FtUjzBSq0G920bMW8YDk9fDJ/
e6LGixCpAVgKeEeMX8HuTsPFXjVIPah7IVrXWlLYdR9eeJy7TmTvK2LH78WJWGcg4ADEYde0PZ1V
UUgrQeuDZO2nhYCKr1GNGqz8e28v6AXSzTBSjMqEq9JoSEWUiWWclHSN6oWqpSicMcVS+6wYWWqB
KVEeOXLGi511B8YeLti4WCBGx2b41VmdyWBu6npXrEnGadNSxhETGbXgIKOqthq9jaZF1+gOpapn
iV3uH7EiY2uF7pHPBh8J3hGO8bHoTV3nQtgXWbn2a9cF3IqEB+ry9eTtZbLfC/bxTukBVhEmeWQ7
1ALyv1LvVWuo1OiXOZLF4lkb580xB3kXFnm9e0SkuqNABGpesJCqOnYT1CLiEqOqmjVwG1TREaWg
1aeF0fMX0Jvtk0mk98E3WeFy4dqnEJzobaQvQT4WzIASWkk6XxU5oAURKb5R5pG7oJb4foq8tqC1
9LqBxExXQ20GKZZGEJhVqOr91HNj9T7U+PiOuAANzJj6ASot657xewctWKT58NxnSS3U4J0+EQYL
1ADXXhC2WN3BUTRFCpHq1+ZJu04N7g+xlv2pnwbqkR2+l67EetFhBSEhgK6wzYcLVMo9UY9J1gEy
rQXBoa1SymYO0ltn91wC1SejbQFXcW1pQK3Xa71kHUnY/dNA8fRigjrXAQRZKFA+s4W2DWcj0CQ1
77wZsdoLWMnYtgjsAkQZXfayXG+AxvXZujZ0+NqxoF1xcYXA/W4d/+2h/R/eNsUlAGT7pPjHv+D7
hzTrkPngl6Nv/3FJgGYV6ffyX9iv/fmx4S/9Y5Vtk9uSbrfl5SYbf3Lwi2j/uX97U24G3zhJScru
utrS7mZbVFG56wRPyj75V394tt21ctdl27//9pBWMF1ozUPW7G/PP5o//v034JuvtjRr//mHV5sY
v7feRJtq7/PbTVHiVyX5HIR0RHN28BIcn9/Omu3TT4RzIPu7i6QCoIFlkSUpsg3//pt+zqhIQDnA
LZOAFuF2VKQV+4l4DqwWyAdk3GQ4bvjAby/DHrygHy/sLIEac0qSskC7WJ0/DAKuleD+AImCA85Q
5D28uhahhp+mWrcEt6O0UYuhMH1ZRwBFIJB/zrrSzCSUsSYgnL2an+cHed0xW3HDjhV0DTcQ3DlW
EWNk8vjM6wykJNOl7vehWauBirwLMZkJLfc+aQI2RnQF/weBBkgZ4wwa7tA6ylEhqknoMnWR3huW
tTppFZUcGZDMzMloRFATBheVye/C62RG/tVJRbzCq1CxoVrqSF03ear7k4JXos+oDVpflIRvJkoY
CaJT0hZAnxhAV7FVZR9J0LLRbAiUQZxGLlTV7sWcTrledEtLFdIsNcVeE1dZS1PN9GSVPGZGiJKt
clWZSdl1n4W6K76Gdd481sTnvmmcFJlKnxuKSdqgvqoplwJOav3uJohF8bNcQc679ARt4fntvVIE
/DWqqTW2WLcViD4unyemK8XtH0YvcO8Dc3fvgjkNcMxxL4bsLfMsX02SKBSxiDzcchk2WjUxmjS2
3ao9Vg2J2dzRq0DAFxsEqmSMJTB6FWrAgzXT6MVS6f0vdW5L1RWKw2RTSXWP0YJ3tJG9vnAZRa4q
01weV40rKg/xzswtlsgFn+Qdb4lebOeuNAmQW1M9eMEkExVUrUOKN6SHOoVOqrqE08Kbegk9IgoY
aRPywZzk6dbjZMdvdAAxK6lozUa8UgoDikKd5TeSrcRfdNTsqfLYbHo4P9JSoOuaXPCllRU3Lh+Y
Pv+HTL4G9UWRWlFicVAK8DXe8ULRQS0gSw+qCVcHZtBPBT/D6vtauKsg7a5R9BflIpcByuu1wXWn
bt3yS9cHi4bcwChNIuHCRTnWDOJeWmc16kTSPUesG/x1o0nRCvIYs6S6oQG13zYSO4Rkb3JxzWeg
Ia7546o+KPyCkm+FUCxTnwhTfDtR9YSfBGGyJWHagSckkKXoBxFy9L10CmKPfyeE4RVJMn6iuD5n
x76rLlIaN2bs8ib0Z39HFHRSy1sc1tSKgJTYcZ3Q66DgydqFVhnq3faLliORU/qSZAlFSyy9ER6j
TCnnoabUCyOttUtVLnIW9RBsihygWylUs3nYkgZvKemmYpL5RxyN3V1hby6AIzEJMiD6+ggwA6WY
z4JKLZdKoUs2ciXIBLaou+izXrHkRKq/G00L861FtQlZQ+l3SAyI8wSKAqbXGKpVu2puEiEQbAWc
K4uDi2gKfG1YkFGoLBeGZta6BVquwtiRZQTO336Zo3jZ095H2i1q90FpESfYyFPiKl/xSxT7WcZQ
kreC0sutwjPUaZl1slPoTTKN9C5cwKlvzUyoviJvuzuCsBw4dUAPYaLvwKEBro6uzk0C7kQohtWS
08GDcg0uWEABXpnqintM5uxgVzhWWf4M/M/xcZDIfp4XfVUtjZxCTkPuBCcWQ/6bjxDPsZk91BeS
tnApQ+4o49kOrSovlHqhgPq6jDK+vIr1WLeBCErXTV02C0yGZIZ+r1taQ8OlL/CZk4tQRIaaRAcd
uxwczypVJ2IZFEgzj8UjYcPdHWm4cJH3glMRDGD8uZeE4mkQSykgzrL0qCs6BTBXU1F5H3yWItMh
jYGyY5qnQxijlH53cyLZyC51Z0rSNJNE6NWpGjX9DKgjqvT1NY86iN0xmdZ9LwjQ3u66gMsm03Mb
zp/sej7YalK2TNsSMFFCU8cP2+hC7Wky1To/nAeQv1gKCIAewTPYmxnMDdATqKiBuwSXAVmso9t0
7vFCpflJskDCiu5oXZjZHsIK77oJYecBaAOhHE4QuEvwUUYeUFYbWZ23gbyIedpO+Jhg7rWEm7y9
wfdOXQACEGXCbRmeHcz1aHOpHq/2UVf3i7gTplJG6azqeQARgpZDJOVZsfD/3zV+Q6LFq4nfu2vc
buDKn8220TbZ/PezT8XDNilwWznbJI9nd6juWG6Ss8fNmVUl/ub1lWTX7NOVhJPPATCDygbgFxmL
4P9h3T3dSThBPsc1ERFwxpcZXko47RxlA5iIKHhwCCbD6fnzWsLJ/DmsOopQwZ/HJlfecysZHRUs
BIrK3GA7Ic4AsRbAWsMNiQo4LcoR+Rc8BC+iSaGB0xDZKFmYJzOaCHX8GRycLL33QrnNXFQUkmh9
LwmVmKJYjub7xzS6R9xhFTXPGVjCBo1gKSMTDZ8HNHkUozKS0owQyjQTHVWLXKsOsphKlip1KXng
6kIv/UmqxOCemEWvGMUMGkoSB50ciIUknNOqvahCNsXQjhlYtrF+GBFk5sgGwvvIKmQQBHI1R0/n
GTFK0NZSZaZlILY9FAWrHCmVpeYjZaWEBDcuCuBW+YHl4k4p91apRHq+DiAqZUwQmeO0azD3dP7Y
cw3NKrP4qKsJ/TkYOMgd4igczZqUSwmnkguaKFHaOT1fye2SQ5KGWjg5cltA76MqikHIZgVVkfwL
RLjkeh4KBtF0S6gDV9WhNMB1PbQkDGRp2rLaFcFdjMrMX4UaQpu1HdKAQEiZ1kpVmJkrdMgo3W2u
/wQ7c5fG+O8YzBiAIP8hOPILQh7gczJ5Vga0A2RgyW3YhX97wRr2zNLnhJTbx7PbclNui7NLAiDj
bFWVUUcS72xeRDBPxWtzdLD5Z/OkKedwEoENwADAGABwfjFPSBU4R8QPWhSIaACvYAjmM2Qi6ucI
ZCMfH1xgEbwaVijhGTPh+HOwGqEohNAMsy04B7V32afhsY1TFLYJLgNiPQhCICY4XtlVAYItUb1v
eZ0lZk195UYogqus6BcomLBtsthJ+/620LtyCmEuK0Ul0kyGYjCiF41DE+nx1VSvn/b6azRlGJB5
fh7QiRAcAZwDrdThTmtoKXNdV3vf4jDLJ5ynRubujxBKIDYXaroZV/zXt/scGWl2CrAajgBWQM2C
5PO4Zl4hiQk4xUS661QQKgXqxHEDomMH+bCS+pFD81a2kjyOrTzxvyDX/4jvxA6BH2YPPGxmXJBR
BgIeypAjzD4cdIxUez0HmHIDwtucq7LG1EqIu2WpYMoKOEhQi5dgmbU+OlaSaL9ncFYRZQd5AncI
/GfYM4o4+UxpTLoRVU6wJS2sTZDTElNy61vIBk0KWb1VhGyWp/K3I5O+i639GDWWMN4w4s8swAP2
E7CUYd9BLSsJIPT4GsppJhx78/Lyj/k8tjQLmXWmu1SuDAeSrDOUUZ2rczJV53ShzoH3Or6t24Zl
OJzF/p19LpuhEPCsNNd0VuKvhiPOxXVplqaKDz7U1sNatZMZ/40uDEe2Nfw4uG++deto0U/b6/ZG
ufTmmQMt9isIHH5urxuQDsxuLc5rk7NKU7NQntyhzsMajT48oLKDAzVIG/NkEftasStLd7iJa7lW
g79JJjdTHWrzU36aOvy0ntBJ/D2Y505pN5YxM2aKHUzTWQEVusTsH/krYd7dtCvImyzihepoS/GS
m/HT7gKCNE5lpWhNmNNd+yh2M+cmkmnM+rV8Jc1ZS5XpWt9ni9SsTFyNbPYYhg0Rx0Uxi6zb2ESJ
Pkua+1PXQh29K39q3BWzxjx2AdiRkvbeJ4rPgokFg4b1NHyfxKhKFxzd6Hpir+5AoV+gIPTUu67v
SWtJqJaomwaC/wgOLPqZ5/QmcQRTMKNJPwP7dYqPOrkVTLbTqwso9ZnUuu3MZubZyKEy8Q8OcpHt
Dk8dYcoT9r/LTrAa89o3kQ3QlGby2UA80kQqMWc3M872JonFfnc2e3vh7jJkRuNkxQIgzc/0j2HT
h+PM5LgBr0yKr9vI8CxJafSLFsU950YKkWziF3baQWsQbsh9yZf58umP2L/wq9if775DoO9b4tXF
FBmJwKW1tHJI0qGwIWQvEX0CQ89UhZyfu0JjUbFNL3Z/CEH54IuZZ2kVdiiUs1WTIgsQJiKRF6XQ
rNwk4C9cbLwLwyue/0hSNTNRO12zf/zb7nN5W+lHzNju9jWaGbiWKLmMgw2n1/j27vZJG3RQzbpG
7O6Ck7mlnPg3Qekv9XgL1aVbwUV5PxJeQYr2EupdtwXRJ30+rz3D6RGOE/uLgH/0fGmZyM0dVGg2
aWpc5xq5EEJjUcXl1yptLbdoIjO5RzL6t6KMZ2nrg8VCJwRlUJBZPSXCF13odQcKmmsQgKZ51vam
2/tTVSIMoV22ZQhaEQFE7TqpvwKx3inLzHE9qKdqqlWqNdJHDAduqi3L5SJQyEqKfFPIoxukFt82
4CIhbcZ8e1GNjqCdMcRFEzQA5CpCWUAaXTnjQIdcvRj7UPHEWVMG0NVA3Nps+O98qRULUk4FZY3w
9KT1jGMVx4feLXtjeGE4AgG8wBfBdWi4oHW3Ubq2FFxHUSBymxsNsYK+yUwZoVxHKcryJpN9RyqQ
Pfr2qIenz85vekpCgm8GXd/xTlIaqhdto/SroBC3YQwRfb/O40nviSvIiipIE5IUs4e6pWkEhTB9
u/NdIYcfqxUsVWTHIzEYkoRAIuEcjqKqmVy5XlIp/B0i4+Kskz1EFfRwIVQFEu9cLpqAUlubpZJe
AlFEgg6pLkMlndRCvPAhtQbgNNnIcp9ANB56Ml6bPYAHWNzFGg3eRx14flLcjhj0CFmLkVOU6DxJ
IzgQd5VAvqEUn2LFPA+9XElb4Eb9rQoVMyU5SotDZO3IwtxduV7NEggSLNoHnjwWJbCvsai80MRU
F8sqvY6Syo4aaA5ldT+f4C6YxVOfIhMd0Vd5HoNccBUTgPGxlnzukqhaeElOzCavjCVws5lH/XJR
y8Lv0OltrstGpFNKEUvYfYuEy9xRkOxhJZ1GpiXffa68OLpCss1Kh4jBtVZm7me5vOrjplsG3oWh
+fVtKvjU8jOvNSHIwduofBVYRZPUKIOd8HafFOWN5rlXvForttdJn3fr513Xqb9wUfrPig8/Pye7
vewFiJ8i2c/h413A9C79uQ+9viTtN/TXIs4s8W9w29o1tAt2v9VAtEFMvHpETJoTcOvZfTGByyhN
vJcfKNI5Q+EZHrv7P/ZzdPVqbvYfej/A/nOfeevZt7tI/C7czgiWJ41eFM/ZVQ+hEjgarwavGeeM
1Q8DyjYnvuBv/VpjB2X4xLFLxjmgOwgngI6y+8JkvpoC5Dme47jENOAevPt66vAXev84pE+cA1EG
hMDktoA/PX0N5gBbAP/KylY9/xSHw6+1DPZA4Hfvf/BOdndkIPJPg8RSf70MVPwcyO8TZZWtk6c9
9wstA3asnmQFJPUcfhrUUl5WOnypV1OAZK9zJIwwbaFf7vUzbP2ksYtY4mBaY/SYxVeDxrkgwj4w
EW92FfnFVv3Jp56ogG3FYnhIunj6GoyesbGgKo7cXDBE2NdTrOUXWvQg6p345rGxmXIjUy0+tPEN
7RyZIlBmNZ68gF/v+AeF+cQpUIxzVl8HmUXQfGFfsO+v9gALcgEmBYX8x+nwa20EJoVz0vaXAZQj
Vwfw6NDsi+cA9Fk+BHL/nr5+NRuATOYTx87B9qEMLVNsOWwEtHOAt+B1Q9tq9/UOB/gvWIo/LxIW
SmM87q4QZFu84qke/cDLBWK/gWf/mTnJDHgX/gxj7D7KWKxPjT/50uz7fwxIrTsv/9UPX7z+17/+
PMT9zg8+1ss/zsiWbuiD3+0G3D0/6BM/1tz4FGHr1/EfBpr/eI496u2fa/+tZq0uo1Xx0g6bE3ai
ndrqdNNvEMeiJHtpa3clYWby1KbndDOcBEaWObnRgm620Us7T9enD5hcPGs+aJQZ5VOf9SKlj6Mp
ED9gChYVGLLly+PtpoDJIp/6tMvt/SYZEcEZR/HUdlfxaA6Y2sqpjV4D06AvzeymgN1tT231dlM9
krNPdHNPNi+tscaRUfHy7UHq/F/av7dIIRi2ylDUUx/5ORLNnvnMiQllAemXVnePzi6Xp3byFQz+
M3OThC9N7VpmWfSntvxtG28HRkJk4lyntnqVnmHR/ZfijAXiX5pjz4y8ppdvf/5FTlM0e3Zb3T+C
f0TJw2ArgpXyEWb5rkruDxEJBBZSgsLY6aP4dF+dXVbFYEU+t/4Bc/SvN86tc/PFsf/nGVs8W4oJ
G69/+Ku4laHSJYQvUYEHSUVHrc2hw/pPLG//CB/ieO//+fNCZCsHRD8UCNL5/zdckE+0uh++2Q9Y
MAAsvWqzo96ZG3pfPQ56+IBF8ynxKhJFg2ZZTuyp5oA97eYxHdhFloNzart3/hZW0d/Em0HTH2HW
rU0HC3bIArASYac+uDVaHYzNcmqbdhqThDwMXh4Tcv2odpOzm21W3Ufk4aVNti0ZOfHUHqYU5NLh
Yv4IAzutNo/bKK2y7csjsgdmiQCnPvAM7h95aebJOH3ARF9gHY/eHwSmX7r5+ePycoNaNAnJq8E8
gLr/AU2nyPPbUjg9L23tZuMjHJM1Ei3L9OyGPKSv20YC48u3Pz8jT6RmBOTLYmdNr7Y1GVoQJq92
6ip56mVZPYy8zg+xfBRv9HHz+MTDTu833nCWGFPx1Oe/qxDb3XVgYV2mxSFjCJ7t6R09TdQXkoBc
Xu46LGHYn6wCSUbuNEuXOHVkJsX+LfyzL4R65KCRh2d0ejefb9/s4QMWMsSTN4QO9rXI2PWnThCq
JG8eNsMlxVRvTm33djP0ikRGPzq5UZah4FRIRSjJEJ+BdNsHNL/LgIALU/r//m/RNu5emmSmDvUc
X749wRyxAVxu0MPwKgZMnREuT56f3QCeToGz/zoBKPSw/W8vzbJBSGAXHz0V/3mePxRGfmSdv0YO
QXb/MTdHgMc3Plv8c1DKT989f5PsMmgGL+Plm59fT5/6LfxtEgxhnw/YCp8owILhafYB6xO4hhfB
VSv8l6GzRcmKsf54uz+H2F52myQewlQsPnFqs6glirSnl3Z2O+gDzJhJK+QRD1r9gGe1NvF9+jh8
Z0xM4NQ5uKXkbAlAanDdYJkJpzaMDZ4MG/2AhTsDH+lswf64/XTz8ozsxaHA1su3P7/f5sljCjdl
OMkomfIhLY9b/YBtcbHJhssX6VKnP+uio17Xs4TAl7Z2E8x0nE9dE1dMpgTvj24HKwOZCae3fcuE
Tg61/QELY4HYTujvT8kH7OvlZgSnSB/gF18yp29vizAdhFPf4CX2XhqN1jKLvJ7c8CZ6JPXwjrDL
mPyAhjfdeE9/hDt2tc02w/gZExU+9XHXG3js2+jQHQ00/49oP9xzVVAt6AMaRtSaZNnePY9RZU6d
lFtkA24ymI2XpnaOxUcgmnf+hoxjG9BDeOnn58+Su01A9md6J/B46mzcbUgzNM5IXPyAJwZMwNzC
sZnb1Zo+9Zk/9/fbA9PxERjsF7Itk038MgG7pfERpm6FmFRan83LilbZ2d/OnDKlKNv0vDNfd4fK
6x+BMz13uKiSTeETii5f/koOdaohB//lKX5+nd5mAP2i7pC9QaLqR/g+l+TxMdqeOZA1e3lc9o6e
eCj/sWkoXrF53mJzPM/arQ/pHiZi8LezP//6lD/8ulPky0Gf/QOgrktIt3UbvCBKov/zv/53EbLv
prQD/I0nmG3uU2DAhyYV9SiQBHr0lo5rLlIK3hr3HaQMKLdkMcHXI2TVyiBd+PJPJyyMLS4F4cty
L/5mk03a4b5Ezq6r5HGIKUENGOIPH9DpkgDUSCtant2kDyGWwJPdYesFaauQZzj66v558AZUL7S/
FtVE/C/BwPbgiiG2kT5sN8mRzwxIWv80/AOh+4E/v8tsH54Yz0P+i3v6UwJSykM5ahZFIvZe/zvb
HfmBO0RqZILe16JT0XQYlwI9kGWxnjL8p2vSp3g7nlhWVvPEtj8BX6WbkQcPnWGmb3jKMz9dvw48
M7LO90N175vkFdsJwzsH5Gcg2oBMHShMQDuGFSs/7fnX4EFBpnTUCzM5MmadFShHwj4Efce9VD+U
P/8vd1ez27YRhF9Ft7ZAC0ROHduXAhYtK4kt17BkF8htJW0kxrToUqQd+d4n6SmH3nrszS/Wb5ba
RLOkRFo7rQyjJznFcDic3fn/pq7Fgs4oRxGxeQIwLAACxIIXQq8wMBT8c2zwoJaKcIYW4BqWcbpL
DQgFlmqjrR2wkxjnWVvoq/teXT3DcGaqbrgQaU8D8DOBt4D+eSyuwdIjy0uJdar9MKzHSPTAUjJv
9Rr4HfgP21CAMkGIFhIPClQSDgZQwMaZRjkroWiBGSYg3gFtFVKkvQLAH8EuNMvVyvfbnpUyl6ht
vkWOLhoRk0/s/uWG6lkYoVKLgQVnaz6FMUbb+xJkJV/gh4jGMFvKit14+vZHyXGo7RAg68SIFszV
0v1YkyiArWYIpBlZGlxfee/WpYsgmuVOaYbcmyii0OkotIRIrhKZwmCiRss0i67L0+Vq24sa8ccG
NQAElDNkD1l3QdYU8pG+iYcIXWHfqp8nkJ9E/UUnMe/qrm6zrA7jghhhHE8BS7QsBNA3uHmNw4/k
Q5a3fK01+jU/Q6BudeNKJyMWhK51k2pSPvoUYgssb88isCbfg9Qez29ZIkIiF9z+PVNID4WQOOEJ
8/IGIaB5c41OF6dqQjC03mTTSRjf8utaIo6nhs4OKpac8n6lNa4+Lx2kVtjlStBHvmLooIDPzEAx
Gsq++fk1FbioCGh99uc1ePw71Y3Rd+/uYqdjCFNr/uRP9HTOREFNG94CPg0HrldgFj36fjikv+J0
wowLFpSI8OtIQaJdrYvs4FjNhryTAVsG/Bnuqnmc8kxgc20cUlOJKc95H1r+yOswiH2+3w1kHaIC
p7gLQzrkXaYAg7S8b+58dhWyvG5LGkAcpSi7uY2mhJnrxg90/7rNwrTQzPfjnYVw8S0ZoxISJsNQ
5faiKdH2l1/DP7XC2cxdtiJwUVw8fsmmha0vAkK+QGTCW+mBNG6Fvrku9/R8ONFRxAvtGGoXIG0a
MHKH01Ij7QCEuP3pw/dUj3m5fUemZZO63hunGo0/lkvDNEEJ+R6UHopAbqZVYnS3h4kh5gMh6eTP
bT/mURr2D/gT7T3+GTeA3PX4xfSDnyePf02HIc+YY+be/0GY8wudpKpBi/T9hn01fXAv6B2JCuLl
uHDAJfr5Wqjio/GucaxmzC3CEnR/IWMsP3R8egO74CvkNvIwNNpiOTQnUMLAfijEIFhHap+y+W30
IbwZqME9vzEkprHzKkrxfO8JmKoWWgr6cOZYzxIqJ/7iOBzMecMrVorsY4EekLL2AHmNi7o6ntpe
HjYv2L3ETCxgCLhDJfGt0SMLi2mVhk6qgO9gqpKcV1qZ6HuvtHQ0DjPeGiSQNWlhuXmYz+++1cmD
Hsd3Tq+zxNgWmFcOTolEKN7KojFKWuwLvhawDUeaWvQZsIEEAsG7BGLg2AMSMUx7lrrFXjRveCtc
8KCHEy5biRjmOJy6QqAdeL7H41glsS5rUlpboa2ZOcjnkyyT5p4QONGdcIC0tgNZItG+2sGY6nSm
58sM0+oRXxl3dIL5c05WQg5Ygjpk/gdhlfkyGyQx/DB2NcB2+9N9m6F/N2FCALqkP9136JR2LgfA
cwnQTVXEuZWY9X2vE0fBsHLbn9n3KO8g/cdHDs2KE191OFXYI8y1QSJEOQ3TSea6Jk2JymMviu/U
tcuygIxPQ9zrmOpEsyUv7TYlwqrT7LPGdFeWjK020HWJdWj25+aRSjeORpCJJWTo0ro4X9XAHIhy
U60CFwXywilnViJcW9G405SIqtCrd6/4XSFhmrG9x73YJKA0zjGAlTl5NCzW8NeHC6S6nGADMKH+
dOlEo52C6QS6NgUIm1sT6As8SyIRdfRuHdBC9IUJMHynooFKRpYSHWWsRbU/N78ievd6xI2HAVL1
vSF692GK+WVXjXckTN7lNeFCMvcHnZP+orjMt5GdYNxoFPOwUWIk9oraVaB3AfbPW2bNZxSp1AHC
RSNJnnCFlohqehhDd46gRPMBxjM09Qh1eTIbe9clwB3zJmpMQmoM9XLuaQ+bgLE6iWfxHZP2wQGq
z9W5ruouh8c/6NyUhWaA5wcIP5CJscwLIHyvsf7VqtKqK2B7qbW8X/3lpdYCtIvw4pxERQBAOboQ
50sY567+7KAvYSFildZUK2kO93MOAN9Em+pOl8rNwMu2pM3dVt2CW/2kxb3cM1siGXXaeuFrqb72
ypUMXGAwYp2zMauZDPnaRG65NY64RUJc/QY5/S0eYPP+vgd4mX+6pNBtvvynNqZBUgt1zZ5l/8X+
cd08HNKl4YPjElhpr7oZqzUviDEOS+BlzAOVGHhvR42eiu4Ap5hYNkkpJFCfAJiXapSeGc/F2ans
yS1tgN8Y0fDKMsOAOrU/NxfzGQScKIBiWlLmfKw9ejVP3jmu6htOtjqtV6ada3RWEB01n8Sy+v6C
5jPKxs4k4ji4eR/j6HrhKi2rzxv4kQCaPXiDpeTYNIvRucoobHvfPZ+Se4HfPRmTeebdtRJT5S2g
kDjJSYmooZWoB14hl+iCoXPMTJNEj2oQR7HbYS2Be9AeAm+VGyUJb/EY4LDDCbXHO73WElm4YxVd
r4yYKgOkajegkwGBjFuRtcOFNY1TD42lME9MNZoSxTdCkYE1ZVmG5v6uvR43N9TnOsksldxGV16q
1dK9TDKX2R2JE3KFfMgDIhL24TCoaV9glRi2ZwbK5oB9jcLy29Ab/yfed0fHgGBlgpZAK7rIZm5T
nwS2Rf/xH3TJzdm5Q67iGetFybi7r17gXJJpTuekFBx1c1tIEnkAjg0H6iZmuiRR1G2hEu9C7Uuk
z8kMx6XgwxKQeUFMiM3fn2iEt9PxD2UpQYnRFJMtpeUSgJclA132HIm6YRDH1ldnUeSuQD72OPwU
2iNsQmkJmqiN0CqY0QJFweSrw2FSxInERovVeZya/sDCR0Lxb17AoZQIhhf0TZcpfWzKMX/FWiEY
UAfZoPJGrLbtyEWwQkoRp2ODNIRGHWyhoXnicXiEenRk/8Y0C+2d/h/mJAQIBKo3lpJxfSTa1oNJ
AsA17L0oCWCb1RapWv5n+r4RqKikCCJRGToLnWUEEnWhKzVFAitjspbAFz/DHBenKnFmScAfNJJt
vEkRRRr7AqvczOqPdx6mQ+DClxoXoMQIPEDdYhENvULJtOqBQG79HILhMqel9t/8jg3xoFUym6io
HCVTItGZlzbe6ggLTX5sHM6w0GCGKS9z2fTpxKKKC6S3IJtOmJ8C8B7/t+vH14hZmNR2JFyJPnAY
OLcSuLv9DI0JDrMCmvkbPm+Yb604zlJAIlq50tULLCH7c/PDVXAydySGRQMCQaWNJ/bQWkaJ710A
BO3tAS0I+2ORN/95V6JViBXHGl10tCSNXzNgOsJfLHXj9ghJ7xU2hu0jOwr8rGp8guUQsr2o1vw/
+fA3JQhcvoHP8ttUB8TL/7d996WlrIyZJ/374hY0nuorYG06eFyM8ILNNSFbAShwme9n8pYlQGAv
8C1LUMhe3luWgZ49s7dcPgAlB3ORBhtGCCZ++RcAAP//</cx:binary>
              </cx:geoCache>
            </cx:geography>
          </cx:layoutPr>
        </cx:series>
      </cx:plotAreaRegion>
    </cx:plotArea>
    <cx:legend pos="r" align="min" overlay="0"/>
  </cx:chart>
</cx:chartSpace>
</file>

<file path=ppt/charts/chartEx8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7">Leaf 8</cx:pt>
          <cx:pt idx="9">Leaf 10</cx:pt>
          <cx:pt idx="10">Leaf 11</cx:pt>
          <cx:pt idx="11">Leaf 12</cx:pt>
          <cx:pt idx="12">Leaf 13</cx:pt>
          <cx:pt idx="13">Leaf 14</cx:pt>
          <cx:pt idx="14">Leaf 15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Leaf 6</cx:pt>
          <cx:pt idx="6">Leaf 7</cx:pt>
          <cx:pt idx="7">Stem 3</cx:pt>
          <cx:pt idx="8">Leaf 9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Leaf 16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14</cx:pt>
          <cx:pt idx="7">25</cx:pt>
          <cx:pt idx="8">16</cx:pt>
          <cx:pt idx="9">24</cx:pt>
          <cx:pt idx="10">89</cx:pt>
          <cx:pt idx="11">16</cx:pt>
          <cx:pt idx="12">19</cx:pt>
          <cx:pt idx="13">86</cx:pt>
          <cx:pt idx="14">23</cx:pt>
          <cx:pt idx="15">21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sunburst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sunburst" uniqueId="{2AD1937F-AFA1-4697-9A45-5BBCB61EA03D}">
          <cx:tx>
            <cx:txData>
              <cx:f>Sheet1!$D$1</cx:f>
              <cx:v>Series1</cx:v>
            </cx:txData>
          </cx:tx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hartEx9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Sheet1!$A$2:$A$6</cx:f>
        <cx:lvl ptCount="5">
          <cx:pt idx="0">Category 1</cx:pt>
          <cx:pt idx="1">Category 2</cx:pt>
          <cx:pt idx="2">Category 3</cx:pt>
          <cx:pt idx="3">Category 4</cx:pt>
          <cx:pt idx="4">Category 5</cx:pt>
        </cx:lvl>
      </cx:strDim>
      <cx:numDim type="val">
        <cx:f>Sheet1!$B$2:$B$6</cx:f>
        <cx:lvl ptCount="5" formatCode="General">
          <cx:pt idx="0">5000</cx:pt>
          <cx:pt idx="1">4000</cx:pt>
          <cx:pt idx="2">3000</cx:pt>
          <cx:pt idx="3">1000</cx:pt>
          <cx:pt idx="4">250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funnel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funnel" uniqueId="{4AB5E242-6638-4541-AF0B-41A6F6597DE6}">
          <cx:tx>
            <cx:txData>
              <cx:f>Sheet1!$B$1</cx:f>
              <cx:v>Series1</cx:v>
            </cx:txData>
          </cx:tx>
          <cx:dataLabels>
            <cx:visibility seriesName="0" categoryName="0" value="1"/>
          </cx:dataLabels>
          <cx:dataId val="0"/>
        </cx:series>
      </cx:plotAreaRegion>
      <cx:axis id="0">
        <cx:catScaling gapWidth="0.0599999987"/>
        <cx:tickLabels/>
      </cx:axis>
    </cx:plotArea>
  </cx:chart>
</cx:chartSpace>
</file>

<file path=ppt/charts/chartEx10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</cx:f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histogram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clusteredColumn" uniqueId="{E737457E-7140-4C6F-8840-3C6038EF530A}">
          <cx:tx>
            <cx:txData>
              <cx:f>Sheet1!$A$1</cx:f>
              <cx:v>Series1</cx:v>
            </cx:txData>
          </cx:tx>
          <cx:dataId val="0"/>
          <cx:layoutPr>
            <cx:binning intervalClosed="r"/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1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Sheet1!$B$2:$B$23</cx:f>
        <cx:lvl ptCount="22" formatCode="General">
          <cx:pt idx="0">-7</cx:pt>
          <cx:pt idx="1">-10</cx:pt>
          <cx:pt idx="2">-28</cx:pt>
          <cx:pt idx="3">47</cx:pt>
          <cx:pt idx="4">11</cx:pt>
          <cx:pt idx="5">-24</cx:pt>
          <cx:pt idx="6">-24</cx:pt>
          <cx:pt idx="7">36</cx:pt>
          <cx:pt idx="8">10</cx:pt>
          <cx:pt idx="9">-78</cx:pt>
          <cx:pt idx="10">47</cx:pt>
          <cx:pt idx="11">-24</cx:pt>
          <cx:pt idx="12">-17</cx:pt>
          <cx:pt idx="13">-12</cx:pt>
          <cx:pt idx="14">-11</cx:pt>
          <cx:pt idx="15">17</cx:pt>
          <cx:pt idx="16">14</cx:pt>
          <cx:pt idx="17">46</cx:pt>
          <cx:pt idx="18">-18</cx:pt>
          <cx:pt idx="19">19</cx:pt>
          <cx:pt idx="20">-26</cx:pt>
          <cx:pt idx="21">-20</cx:pt>
        </cx:lvl>
      </cx:numDim>
    </cx:data>
    <cx:data id="1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Sheet1!$C$2:$C$23</cx:f>
        <cx:lvl ptCount="22" formatCode="General">
          <cx:pt idx="0">-3</cx:pt>
          <cx:pt idx="1">1</cx:pt>
          <cx:pt idx="2">-6</cx:pt>
          <cx:pt idx="3">10</cx:pt>
          <cx:pt idx="4">34</cx:pt>
          <cx:pt idx="5">128</cx:pt>
          <cx:pt idx="6">22</cx:pt>
          <cx:pt idx="7">-12</cx:pt>
          <cx:pt idx="8">-28</cx:pt>
          <cx:pt idx="9">6</cx:pt>
          <cx:pt idx="10">31</cx:pt>
          <cx:pt idx="11">3</cx:pt>
          <cx:pt idx="12">12</cx:pt>
          <cx:pt idx="13">-12</cx:pt>
          <cx:pt idx="14">-13</cx:pt>
          <cx:pt idx="15">6</cx:pt>
          <cx:pt idx="16">15</cx:pt>
          <cx:pt idx="17">41</cx:pt>
          <cx:pt idx="18">16</cx:pt>
          <cx:pt idx="19">10</cx:pt>
          <cx:pt idx="20">23</cx:pt>
          <cx:pt idx="21">16</cx:pt>
        </cx:lvl>
      </cx:numDim>
    </cx:data>
    <cx:data id="2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Sheet1!$D$2:$D$23</cx:f>
        <cx:lvl ptCount="22" formatCode="General">
          <cx:pt idx="0">-24</cx:pt>
          <cx:pt idx="1">11</cx:pt>
          <cx:pt idx="2">34</cx:pt>
          <cx:pt idx="3">-19</cx:pt>
          <cx:pt idx="4">4</cx:pt>
          <cx:pt idx="5">27</cx:pt>
          <cx:pt idx="6">27</cx:pt>
          <cx:pt idx="7">-3</cx:pt>
          <cx:pt idx="8">44</cx:pt>
          <cx:pt idx="9">50</cx:pt>
          <cx:pt idx="10">91</cx:pt>
          <cx:pt idx="11">-8</cx:pt>
          <cx:pt idx="12">36</cx:pt>
          <cx:pt idx="13">16</cx:pt>
          <cx:pt idx="14">24</cx:pt>
          <cx:pt idx="15">46</cx:pt>
          <cx:pt idx="16">14</cx:pt>
          <cx:pt idx="17">-6</cx:pt>
          <cx:pt idx="18">48</cx:pt>
          <cx:pt idx="19">23</cx:pt>
          <cx:pt idx="20">23</cx:pt>
          <cx:pt idx="21">-18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box_and_whisker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boxWhisker" uniqueId="{DFD08769-9015-4861-AF63-4407F45B43B9}">
          <cx:tx>
            <cx:txData>
              <cx:f>Sheet1!$B$1</cx:f>
              <cx:v>Series1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7E89FF27-0744-475E-B782-0AA6A74D6C26}">
          <cx:tx>
            <cx:txData>
              <cx:f>Sheet1!$C$1</cx:f>
              <cx:v>Series2</cx:v>
            </cx:txData>
          </cx:tx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3C75EA72-571E-498E-8F83-E6CC1E6DC82A}">
          <cx:tx>
            <cx:txData>
              <cx:f>Sheet1!$D$1</cx:f>
              <cx:v>Series3</cx:v>
            </cx:txData>
          </cx:tx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hartEx1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Category 1</cx:pt>
          <cx:pt idx="1">Category 2</cx:pt>
          <cx:pt idx="2">Category 3</cx:pt>
          <cx:pt idx="3">Category 4</cx:pt>
          <cx:pt idx="4">Category 5</cx:pt>
          <cx:pt idx="5">Category 6</cx:pt>
          <cx:pt idx="6">Category 7</cx:pt>
          <cx:pt idx="7">Category 8</cx:pt>
        </cx:lvl>
      </cx:strDim>
      <cx:numDim type="val">
        <cx:f>Sheet1!$B$2:$B$9</cx:f>
        <cx:lvl ptCount="8" formatCode="General">
          <cx:pt idx="0">100</cx:pt>
          <cx:pt idx="1">20</cx:pt>
          <cx:pt idx="2">50</cx:pt>
          <cx:pt idx="3">-40</cx:pt>
          <cx:pt idx="4">130</cx:pt>
          <cx:pt idx="5">-60</cx:pt>
          <cx:pt idx="6">70</cx:pt>
          <cx:pt idx="7">140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waterfall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waterfall" uniqueId="{EF133686-9F0B-4740-B7B7-9707236C2F6F}">
          <cx:tx>
            <cx:txData>
              <cx:f>Sheet1!$B$1</cx:f>
              <cx:v>Series1</cx:v>
            </cx:txData>
          </cx:tx>
          <cx:dataLabels pos="outEnd">
            <cx:visibility seriesName="0" categoryName="0" value="1"/>
          </cx:dataLabels>
          <cx:dataId val="0"/>
          <cx:layoutPr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</cx:chartSpace>
</file>

<file path=ppt/charts/chartEx1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5">Leaf 6</cx:pt>
          <cx:pt idx="6">Leaf 7</cx:pt>
          <cx:pt idx="7">Leaf 8</cx:pt>
          <cx:pt idx="8">Leaf 9</cx:pt>
          <cx:pt idx="9">Leaf 10</cx:pt>
          <cx:pt idx="10">Leaf 11</cx:pt>
          <cx:pt idx="11">Leaf 12</cx:pt>
          <cx:pt idx="12">Leaf 13</cx:pt>
          <cx:pt idx="13">Leaf 14</cx:pt>
          <cx:pt idx="14">Leaf 15</cx:pt>
          <cx:pt idx="15">Leaf 16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Stem 2</cx:pt>
          <cx:pt idx="6">Stem 2</cx:pt>
          <cx:pt idx="7">Stem 3</cx:pt>
          <cx:pt idx="8">Stem 3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Stem 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9</cx:pt>
          <cx:pt idx="7">25</cx:pt>
          <cx:pt idx="8">23</cx:pt>
          <cx:pt idx="9">24</cx:pt>
          <cx:pt idx="10">89</cx:pt>
          <cx:pt idx="11">16</cx:pt>
          <cx:pt idx="12">19</cx:pt>
          <cx:pt idx="13">86</cx:pt>
          <cx:pt idx="14">10</cx:pt>
          <cx:pt idx="15">11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treemap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treemap" uniqueId="{A2F4185F-FDD1-4872-A248-6C54DB4E2C89}">
          <cx:tx>
            <cx:txData>
              <cx:f>Sheet1!$D$1</cx:f>
              <cx:v>Series1</cx:v>
            </cx:txData>
          </cx:tx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  <cx:legend pos="t" align="ctr" overlay="0"/>
  </cx:chart>
</cx:chartSpace>
</file>

<file path=ppt/charts/chartEx1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Sheet1!$A$2:$A$13</cx:f>
        <cx:lvl ptCount="12">
          <cx:pt idx="0">United States</cx:pt>
          <cx:pt idx="1">Mexico</cx:pt>
          <cx:pt idx="2">Brazil</cx:pt>
          <cx:pt idx="3">Argentina</cx:pt>
          <cx:pt idx="4">Australia</cx:pt>
          <cx:pt idx="5">China</cx:pt>
          <cx:pt idx="6">Russia</cx:pt>
          <cx:pt idx="7">India</cx:pt>
          <cx:pt idx="8">Sweden</cx:pt>
          <cx:pt idx="9">France</cx:pt>
          <cx:pt idx="10">United Arab Emirates</cx:pt>
          <cx:pt idx="11">Namibia</cx:pt>
        </cx:lvl>
      </cx:strDim>
      <cx:numDim type="colorVal">
        <cx:f>Sheet1!$B$2:$B$13</cx:f>
        <cx:lvl ptCount="12" formatCode="General">
          <cx:pt idx="0">8</cx:pt>
          <cx:pt idx="1">10</cx:pt>
          <cx:pt idx="2">7</cx:pt>
          <cx:pt idx="3">9</cx:pt>
          <cx:pt idx="4">12</cx:pt>
          <cx:pt idx="5">11</cx:pt>
          <cx:pt idx="6">8</cx:pt>
          <cx:pt idx="7">9</cx:pt>
          <cx:pt idx="8">6</cx:pt>
          <cx:pt idx="9">7</cx:pt>
          <cx:pt idx="10">9</cx:pt>
          <cx:pt idx="11">11</cx:pt>
        </cx:lvl>
      </cx:numDim>
    </cx:data>
  </cx:chartData>
  <cx:chart>
    <cx:title pos="t" align="ctr" overlay="0">
      <cx:tx>
        <cx:txData>
          <cx:v>map</cx:v>
        </cx:txData>
      </cx:tx>
      <cx:txPr>
        <a:bodyPr spcFirstLastPara="1" vertOverflow="ellipsis" horzOverflow="overflow" wrap="square" lIns="0" tIns="0" rIns="0" bIns="0" anchor="ctr" anchorCtr="1"/>
        <a:lstStyle/>
        <a:p>
          <a:r>
            <a:rPr lang="en-IN" sz="1800" b="0" dirty="0">
              <a:effectLst/>
            </a:rPr>
            <a:t>map</a:t>
          </a:r>
        </a:p>
      </cx:txPr>
    </cx:title>
    <cx:plotArea>
      <cx:plotAreaRegion>
        <cx:series layoutId="regionMap" uniqueId="{3064754E-E20E-47D4-BA4A-AFAC4CB653F3}">
          <cx:tx>
            <cx:txData>
              <cx:f>Sheet1!$B$1</cx:f>
              <cx:v>Series1</cx:v>
            </cx:txData>
          </cx:tx>
          <cx:dataId val="0"/>
          <cx:layoutPr>
            <cx:geography cultureLanguage="en-US" cultureRegion="IN" attribution="Powered by Bing">
              <cx:geoCache provider="{E9337A44-BEBE-4D9F-B70C-5C5E7DAFC167}">
                <cx:binary>zHxnk9xGsu1fYfDzA4XyVRtXN0IwPYbercwXBEUO4b3Hr38HpKidxuA2lruK2GUoRLKbmKxKnycz
8T8fp799zO4+NI+mPCvav32cfnwcdV31tx9+aD9Gd/mH9kkef2zKtvzcPflY5j+Unz/HH+9++NR8
GOMi/IHahP/wMfrQdHfT4//9H/y08K58Vn780MVl8bq/a+Y3d22fde2F73a/evSx7ItufTzET/rx
8fsi7u4+PXrbfeju2seP7oou7uZ3c3X34+Ozf/n40Q/bn/eA9qMMx+v6T3iWmSfCZkJxpuwvv9jj
R1lZhH98bRnzxCaaSWa4+fKLf6P94kOO5//pY3051IdPn5q7tn30x+8PHj+7yYNv47Z0vzLFLdez
v3/75bI/nDP9f/9n8wGuv/nknly2vDr6aiuW53dT/LH8xpN/Xx6UPTGMCcOUOBcEsSkkZZTNhflG
7qsIjo+wz/tvz22Y/u3jLbef//Kf5/abvm3jD9+u/+9zW/InUktmG21/1W51xnSjnigumK0M/Woc
9Bvpr5w/Ps4+5789t+H8t4+3nH/z/j/Peaf5sMTZt+v/+5y3iP2Effllg6n3PY5gT75yW8ldph+f
ZJ/p357bMP3bx1umO2/+80y/KT79ldpO6RMmqOacwonfY7kyT+DgGRz8P6zga3z5quaHx9hn+B+P
bfj9x6dbdt+8+M+z+6e+7ZoP2V/JcouKJ4pqm2tGvnoYOO97rCeMP+HGJgrs/6Lt5JuJfWX9P3Wk
ffbfe3QjgnvfbMXw03+Bqzk1H4qPd9/48O+7Gi6fSMrh4em5d6dPuNBMSa3+kMwmrh6fY5/x357b
cP3bx1uWn/4LHM1PTbgafPEXhlYLmm2M5EaTf3iVe5pvIfYaCdsQ5A8/j8zzvtf5p860L4F7j26E
cO+brRx++i+Qgxv9pTJg8olYU0nyLXnfOB+bPVFidfwb1h8eY5/tfzy2Yfkfn27Z7f4XOPy3492n
u+Kb2v37nkaYJ1Jxo6igX12KPnf2/ImgthZaiT9jwX2NPz7OPt+/Pbdh/LePt5x/6//nQ+0fZeNP
zYffH/l53Py1RS3lTxBMKVfmH4y+53qQYYL/XJNvIRliui+H7z3cvlT2f8pGRvv/aCuxn/4LJIZ8
JP79r02NkOij1OXmTzmcW4t6wigjxBZ6tw74Jw60L5g/H9zI4s/Pt+x/8dNfYTD/NwbxJz7jfeg+
+F+AnXswxOVvv1wRkNPm0Uv40FdVv/n042NKkW7+CRetP+LMDr45kM0Ddx/aDs/yJ0RKog1BgKFC
aPn40Xi3foPKzmhKmIGj4zZlHNVGUTZd9ONjCTQJJimBYhCbCEnF40dt2a9fCYF6UCtq4B+Z0Zzp
P+G0V2U2h2XxJyP++Pujos9flXHRtT8+hgVXX//Vei9p1gMoSSRZMzwbCBa+//jhDRA7/GPy//qM
RYUZDXetapr9rurV6yxVrcejhV7nDQk+06SUfmuLJHDu8WiHNK7wgLQ2lGhUWjgDB4vvk6Z5WJs2
rYSrGk2cnPLqeTy0sacrUtz+K6QEpKDBTDD0nBQ8YEToUghXj7z28nRa3Liuas8arPHgVpDZg1uh
PGSSKkIoZcgk7t+KhFnasBa3InHEb8dezB6v+fw1yH8F6HZ4tyc2wF+ccNSpgF2QsN+n0udhmARV
Kdxqkea6Y3NwGma7uu37or4JqB5KZ2ob5hd9MpGDG64/e6syRnHJJSUokdnKgfsqU1OZJUkt3Nrq
2sLpeVPc5HZWnoacWW45xsoNRt273y9CpMiCaAK6Rmy0xWRjNTYSVOMum93Qnie37uPiumrS9uYy
qVVEmwtSWzCpmCQwT2afX1B3JJ5JLrlb0znKnaZn7CRlpF7LJp08TuPBi3QW+EY30/OgatnXqPR/
CndHhaA4qz+guK5Yq7H7DC7iKCE6g3CHqUme0tJ00oUwO3FAB47nwT0pIG1tUyoZFxs6g91PJkwS
4bIlW26qjtmOpWX7rCqixmvKSF9f5uuOwVPKpQ0j5BLua8tXa0qDPlHcTW3CrmU4Ds48y/m96Jbk
QEd3SQFN4EprKZlG3n6fhRmnNqt0LtxprD9mTaWuQp11ryOR0gNKe8rCQMgAcUY6u9XLYEhM24gY
TJx15SuWkNiVeUiea2O37/LJnrQ7iir6u50G5Fk92Ll3mas75rhGfxQvUtiSyo0UlVWQxKKRcKOK
Wu9M0MeuUtF8U3f59L4fWu3pwGQHotzxP9BQIpE4KnQ9zMYHlNNcTSEFf8uYSKcOy8jNNROncBqt
27Sy+qu+MeJU9XHz+fJ19yTLFGgbohBT6ca/5kM89V2muUsLujgZ6cXVkqXC07WxDji7e0ljM8B9
HGDgVl9JW8KHkoC7nTSlR+oluZnkRH6v2kE+z/s5fjVklkmduOL8KIzsXBPeh0lbKABeAMXOFTiO
eRLaleBuESXZdUvjxGuJSf2YlNGBLMn6szb+DrCmkkIJYa8o/zmtlhmVIrvkbtjoyDN11jtWsfQn
hNLFsefsWRbE9Gpsa/mW5aXtk0R9suyoPHC7ZKXz4BzgM0UVrgXjq7+6F1hsbYZhiXCOiE1Q5yB6
P6jC+HEUhs5S1baXRCJ3uUl+S8a8Plm9fXdZt3YcIlI0JEVUKxu+fxXKvQN0fbGEdsS52xZd7U2W
SJ+ytI9Okk/FKWVN9P0xDe0rDshtTRCZ2Vy4KhYzcDFCwcqpPtlxxTxbhLEf2pY+0OUdN8WRhiJT
EF8Svs3VlsFqbBHk3M2CLHRLNWjqcDKPb+XYNzdBLuR1rYbqTlVj9rIZcnHgJnf0mROkuQingLps
tdHneaB2W1gZdEz0udtzS17P8FKuZc/11WUp7lxV6zUvNtJm0NuNh6iqbihsK+KuQgh6OXMWeyoY
KicZo/aUhZy6VNihn/JOO1Ua1f5l8qvr22jxffJyY01Vs1hhOVsMIXtV2dBOT3U7lwfyPFfVL5m6
hCSRCzGFv4mN6thyHqtoZpVfZCR2GM3lz0qFzCuNHfhBKtOnl2+1Sw8AGCKMQrixN/SqrOhon5nK
l0XTeqZpR6+pCohzjD+YSIcH1zuX4ZfrabQTNTDnFZTTm6Bm0zCwE9V3vl21tpPQNDwtC/2QVjw4
tYNNnnJTlZ7s+9CLkGcfeMTzkPoHdUQ3QmExFCXKuR+wemK3ccY7PxCkgzeamZNS2d72tmj8OBuJ
34iWvbrM4T2ia5EIzaUcxcPmyqQPrZmSpPFHkuQ3WTFmvt3yxDf2kn5WOklfq6UfD8R6HuK+3NTY
wkaMI9SWhm/ypCDJEp2mVeNbtVicNC7FdVzN0rXrRcVOp8rJMSHtT+FSsQMm72iUgXViLASJk40i
8JzJfYCxjXwaGj/vwsjtLCt81lXGuPagiE/rxb65zN+9qxKCClAiT0KYW+32nnNXUZcklI6NT+y+
cqc4VLdKjLVbTVI+y8qsTtyOWc2bKu3ogZ/fvapC1oI6F8nvigDcJ51FVq6CCKKd1Zg8VUUtHIzW
TH/vcQg/macj1hKKH/gPH/RVrMQoODhjBJz+xgXaA5VFEfLGrypmTkUuhV/JaCFOKJbqfalkrd2K
Kjt2Fm6iu6jQ5lUSIKKzgM0+GUZ1lDBukoyvRwKMApRBI7AC8zjnQWpNWbwsbeOrfHwP+9InEwJn
CBPRuZ2hqTM1VD5LQsZ8bTcTvPXITppH/YFnOQ9EX8/BkP4bifiwZq/n51BxzviQ8dafep6C8rzc
pmOoPSLL+MC4Vo3aSkHY0G6EPLR26EbslinsaBySzs9DZZ7zkZZXQ1B1v1zW6z3lEmtfdIWJ1jLk
/EIEkS6aZdn5piG5R2OTnTJ7Ju/tXvbeZBfJ96WmXzkIGEtI+CktgAKcE+yCqFaxXXf+1GTFqV/s
6dZoNt6MLImuvv9uEsmRlFpTCmU+J1WzsJiTHsLKsrr2K1sV10vRzQ4Pe+OFc1efLtPbUw4JwM1G
t01i2GXjk9pmzseSydavm2E89Up015U0lRvQID3wCXvuCFmfxIyBhH7Qjeflkw30JIo6vysl9Vqx
FO/KVqcvMx5SJ0W+7iYkCyOnm4L0IBf7AuptFVMiO0Ldj/+0vbHFpdJKzjJufZ1LfdOahftTTHt3
VkN3opbVv4vnNvg4x1F7HWWLsa+7ME5PVleqyImCLHjZRXbr5lOo9FOZ0bx0uBUFN5x0jSszNesD
S9pJB1CEoUUnoQ2wqI3vDmgb1NT0rT8WKXlu9PRsYjZ5ZYoiejmFU//Sji32IW7n4sSKyVxf1ood
d2psG4CXImgCMujiuRpmIpkBZAbwXVFqOVnUB9If6kSEXmyVkrjR0tLQsYLWfKgaS3pt33eto3mi
r0xWNO8TsbC/Xz7TQ44geKLuXjN6pAtf3O29aMarqh46lVZ+oIPupKJeO1GiuttFjPS32p7Z+5Rm
+nXetPPruYrlr5fJP9TeNXZLsATYLZKHTZI78IqNpmwBeAhVu6JOjQsOsSva9tZtXZb6esna0CFz
UxyY6KZKXN2PAUW5jikIAKxy9Yf3br4AR1G8t0DaKHldiXa5QsCy2VVdhdVnZS3yppVj+HQyQRX5
bJD0JYnt8f1lBjz0FAbtePh1JoVggGDPTxGpgCxlMZc+syrl8YwSWCpJXqq5nG/+FVJwoUYiF2Vb
7YMVl2UXgFS68O73xmqEH7RNGzmwRnlgaHtylUCSNFRdE6U2hjamqWAJGypf2LRdnCQYi8xlnVTO
HOjl45IvyqnrSU3I0Exz5Jj2lBrhEh7YUGQfehNZpiRv59REld+kEX0ayEi7sR3absDywk1pYF2j
irWuU21FT3lBnl3m86o4517RAFxGDgyhrsF0kxkkgahVR7PKT3pdvAirYUR6FEn6dBF2eU2y9PvT
QoxLYp4MKaECuW2hOsxDxzS3cj+RTXgd19bgZu0kiNupaXkah2QqDzz/qpWbKyLzsde+ugRUqDfi
DVilxjgwuT8AXPJ6BOznc5Ir4HRt8DSpAAAPJk3/BYulUCVAzKCLmm4TboaySjQd0tJXXRdcsUyk
zyfWhqdJmOa1JXp1W5shI94YDq2XlF36QnbR+OmydHcMFpFOo529TtoAqD032FbTwrRhV/oNH8jv
MxnyK6am/ERF07y/TGpHkdYxQUnRWwN0SDZcXmyyqmlT+0Pah3ctNcVtEdDJYZ3deKJNlvpArHs+
cc0xUdesGA+Tq2Hd84ltRstw1kXtAwMehGfVXZAD9k3fBcIKZsfO+PBbDV9a+TEwoKtWyKDzWBio
zL989R0usxVlwqgYgEthNjaEbwYrE3Htw3ebyc1Mgx7YxInHghrY4mViO9qMqwpolQKEhlB0futF
s6Eu+6H207kTz/s8Z68WOYrr1JjXcP6hP1ixfX2Z5iq7jQUx7AAIZRisVqqN3xfCImM844JhWpNX
4yACD547/3iZyo4bBqwDGmtZDox7c7OkxMnFLCq/Nw1z546lt0Eat+6ikI65bMR3TjL1WXW16Cj5
F9QX6S88BLpPTD9oPzHZRGJSyLdZ0D7Lq3hwh2gIJrfgE7mSUbnIA/3dESSyiLWTCawdGry9bjeo
smFB5WuV907VFbWrIzX+mlXBJ7sd4tAJB4t+v6rCNA16v8Cbhc03wSYb7MXOZ8B/lYqnmzw1+kU3
LsWbCsOQv1wW545DgHYSitCyTrhuwTpWtaSyUoX8kRWpW9UpcYogt56SWOdOKMviIGPYiaMY6SFC
EI5sCYOD54YBWalE66z1aRJVbsJhGChGZ+XGLJJeJ8vxWUOaEoGmCyZ/mWd1gGXtH0CjqgFkCD1a
GXLPH4lBRQhkOEC/BMVvTZD1z2iNOkZjUuFZZXjsiEmHTl+o8pekoT9/P7s1Rhkw0Yf2JvKJc+pJ
nyX2iAUJHxnG4nSBriOnrdCWHgY63cLh51eXCT4sENa+JoOdAuDBH/TG/6ocCJsQmfH0kqrrOK0S
N5wm4tnW9K5ICnYzRP3kzotlOZOVJ3+feyt2k8lUXm3p4eXl0zxwUTgMeroKKC3HaMkWgLbTse4N
74wX12P3vJkS4c064Kfvp4IyEW6QEYWKeaNjgUmLOR2l9pjKllPSJYtTD81Rb+pBPKEUWa9GrxSN
A6yfbKiUuCNdQkq9qYhyN5+b/IY0YnTKiIXXly/0kBQDKkg5AglmbjCceK41Vajg2qRNvcaExa8j
LOO9nlvljnUsD2r/HVLI9jh6tci0bYyJnJMyU94BcpupVwfhMjuVFfedw5Kw6Nyp5HNy4OkeuB8A
9mj7rD1TiaUotSnWRKP1GI+cec0sf7fyYPDFOFenZlBogOSjdcDIB8YPSuierdU6IBR4oPPbkXQO
2aImiq5LFHlxIesXSVJ0L+1RDM/tsm1vMfiTR17QRsv10DQWPzLHlcJZkF7vCjEKbYRAlrtJwFRV
ViLmPfUGONjWDUkgZ1cFE/85GnSfuDlv2M88WTg6YXk9pBgGSmYkxRPJI4elzdQcBLg1gD04EEoq
YiuMgAF+PGfJWNVLSrKcebq1+G+6oonTdGH9iobZm9lql7eYIunuoomIA03bET1SUQIEWAr8tp1G
ylvZWl2NPlRWxvPtmDHp1XbYPU0ks07J0soD3/MQ5oXLN7Af9FExW4aWwvlNTb+wfurl4gFGA2DS
EEzLuPnSwHqzrG8TpxUVysspGOngzejxtA7aSJnl2knQfB5sCnTvu+0aJ8IkCEPniiNbPD/RTHqa
F/DQHp3n5KasVeVW9mx8WHl3QOphHr6O0yDMQ8yA3xH/zmlRWpAmtPXsMXTn/ERHgz+W6fB0Hnhx
yg3gvMEaCn9ZxtmLhy5xg7ltv1/kyE4NKp11OuuBBAbLLtRQsNnrFalvyoBkHg147Fc1Cuuxz8ID
77Jj7kAS0bLHhKpec/HzO8dtNsYyFbbHeNQ5SkT1c2LV1m2rC+uOtIzVPrdM/RqDItPoLkht+QHb
d5QcQwtrugNEGvAcOz9BEsRAUxcoOTCx9JbaHXWmoF3eFxNd7sbSlPEBi3fMGePrQKSx78gIVn7P
CY45TWcTBMRLLXuMbtOQRbcst1LhWlLUjYtGkK6doszTGONxQX+EwO+wHKUHIghm5A2uvJ7vXnoV
JQJTAjqyPUsvycnOlm5x5iaTV5XsK+EEQjVvs4oGVzUdFjebo38hViLB4GC4phgr2DKAZ0mDycRm
8caxp07Sk9QpSTj5mkXjQZG3k1th4QtgEGbG4FvYNpecwiFLTaW5N/VFE3pptTB/hO4/01ETOGGS
ql/bgjWejix9nWYm48ixiHgxN6rxRtFFzy/7k4fCR0hjwB0pUAT8cRNNZ8B8ZEALzxM8rJ6HsZyu
kdE2Tj8s2W1RtJXbR81wBWz6iBUPEzsgU4B7EdzQReNbzDFlyKknMwlvanl8rTIx3FowyYNZ2YfW
hBRoHTtetUvYYuPD4hmt7SrmwoNZ0bc6rOlVUkfcS1jNvTSFAzkw34fZEMghZcWSAdoudNuYtaIW
084slN6wpLlXBNPiM9bGDiRdnS7LbpcUsD0AfUpSZHrnhjNmvbZ0VkgPwZi4utewmzZSrp7UkVvc
ZSOyDzgkwzA1sclBlrCJLRIFwitT9mzqk/AUs4z5gw4Gt4qT+MAL72klcjuMAqNZtqIG5zezqTUu
kqC6o3NdvcNAcHaC6VZuR9vkTbVYkZMTFlyVskgOnOHuRbGehtAHfBojgeeUF3RTCzaM4GlMGneo
WIqhy8h+jnH07Br9kqNuzC499GNsxhnw2m0znegymEPgYJ5Ba/NayTF/Z0KBui4LihsZV82nyzrz
0NkCWFuNHVM92LfmG2eb5GGckRT0RgkG0pDFTjSL5tm45PwUmlQ6Vl9JVzcmvemIOKqz9q67LucI
SBe4E92YYzdVOUszsJdWs7kOAsGuMNIUApQ3/HaZwqP++Cqu81SVo8UmNZViHdjadgCqeUx5ODTS
S4OkeZ6hh/3WaiVD7tgFHms7dQpleJQf7xJFKYc9B4KW/BbvYosBKqxL6WHikt+akJVulCB5qvQc
XM/WUF+NVUdP3y9YhbISNTsqP6q3dcqUMFOPhfBaHZSN25O4ObWYSeEOiQb5ObXDfHBtEqcYjokL
2+GNit5dPsKecDEACKgUURSxfJNIdNE8Ll1EhWcHnbgtJzb4C7ECr7KWzuv77qgy2qMHHApVGcII
wPCNlzCTzrIc0KJnUTZ/tPOEnDDtWf5KMFnPnDYt098vX3DH4QL2wpzAihFITI+dO4c0s6sy7xnz
xpYwBMY5PgmkvH6o+o+XKe1cDVABA94O2AeBZONvky7NM1IuyqswZp20xYdyEbEfx0nuJrU86t7v
UMPMNSaukZVgaItsUs4yzaxpiW3l2T0DjsUASaieEa9Op8Zru2g4SDoe0oMHwooM5vRX3GDdQ72f
8TV1EOXSikN/mkl2UgjQ7phYlpsnyehOwTAcJAFfNmLO3YDEtA46vMjtUcrYG4JVNuiF2SgWmmKm
Hyce6496afPX+TjYL+yF8d/yrBpeRVES3sRVX6dXgTLRyc7j8RlaETYaDUXrZjrQPyOBRb17Wdqr
NLfHQ3XDsTaFRBySOOeHYRZ64kUUeJJm8hqWWbl0zsaby1T2uA5L4fD9COTI98+ptOUwYRdjDrw4
Gcurqi3jG5Wrd7ky7U1ndQca/NAJoiWHAGMwM0QwM7Se5l5Wz9D7Q+bYBl46tYNLMVrumqBkjh0W
0ykSKvexq3U0R/rQQAEJIW+AlBHgYD3nRDlL2iSSS+hzO7NdsuSRm6QhPyHN+O52DVI7ZM1IUTAJ
twJt56TKwSxEVy3q4iyabrtQKYfLuvSXrEqddLTrp0tpjiLLzv3wXhoC94PliHUg+JxoMkUTum4y
xpidwGyLnfcYWVX927zruoP+8R4p9BYV/bKxp7dlaJ3rMEoDGgFQJ+xzFci6cCR2BWAKfEqvLqvm
noEKRGgMo6ASxB82FoDKT47jWMS+KqbyrpJD83Iclz5zB/SoruycVQjUfI7cSdPmo90Xpd8WWB70
xnLGrEKHUGNG3r+fwzF6XmO+xr98wC8Z58ZEBcAQDNHCSm1AneecL7OMBeFkRf40zFnpNITFtzGt
rJdJLOzEbcescuIpp6+WkVYvgmaMn7e8iK/quqXPa1bOL01iQsxXYCZ1spugdZKi6V9SKyp+pcJi
1EHWgF5mbU0HzuWL994cfW1+YRkCUDoaYBtLrDimevKgi/zeLt6WlZ3dkDqN1jWpyC0URoCivO2u
0r6izqjS7spCUMVyQq9fZAUNfcyMVAfcfOCJ4OuwS4heIDrp+P8mCV1nxIoxWribjCq6CYu0HZyR
A0FMTcveCDvIT5fFt0cQ5oIAgMbVCuycSy/oitLqJ4u7gOD5NY1adlv1dPJUVpQ31RAd6fMD48Gu
G8hgPhfgmYS/Paen6qXnIsAaFY/H8VRjXQXjCZhHWEY9eZev9qBUWht+KxWsIzBMwG14iaTXSgaB
2fVhrEXjtECJPhOCzUIAoz169ql9bXJr9IrStAekd25pODIveHmM8iAfOr+lhWKszauau5PVax9r
WpnH0Ld2Oe/7N5dv+aBsAQXYH2BAtfbHt11c1iUNoCgsXMh4XHwrqBUQimDyqlwtzqjH1svyuXwT
UWvwdJgfDZY/BIJBX62zJkjqFfpEGwWKQBFzQwnoY6XHawO7jx3TDsl1pWRiOxX657EHOwraU0xG
8s604/w8VVV9HabB6F5mxkrszKDXw2CoByuVADbQ1j7ne4UpCKJCbL+E1ORuXRHlFW3Rfr+Rrnux
Wmm2bqhtd7bsOhpooEruYpZ/OPWmqBwLQ4uOrgbjpSU7Kg13b4Vaja7boms9fH6rGQsiasIYs8vQ
UbgZi7B41tdDdsC7B2nJyjsUDeuQGzziNvUkY44xkbHlLnxu8ImVSLpYLIvfUzRNLBfD8vzVjImj
gwXnHf+D8VtU+EAWsKPON5VRguSP8FkxNyad/KWlRT45Qlb2aeE1SfyONUfY0D5FGAuwPYDZ2zG7
htaDJAp7O/WwjE7Oy9S3wzpzcrZgQj0JugO+PpQeQ1hELQYQGWsf29ZmTlW60AL0aE+tK5Ho7gbt
RnHgxx9KD1TQY8SkikHetV2k4SYII8DTWIZawvQlbXTis8bML8aqzzC4OVsmcUq7FQdzhA+ZiaSL
oTqCJcABbWfpUAXBpnuYAsc64XUfNMk1t0ftxzqwnwqdTQfXfOjTQY8DoVFUIXCLTfhA1z03VWsw
NN3xwudqKm56vObKN2RChhQAMy2Fbp0y50eLbTuODqSxVKJXUWJeb+Nb5pBbI+aomStoGnhhNyp3
6gT1m1bl3oyZZCckQ3PK+2n0RE6nkyUt9sYWmN297OQeBhdmwyiQ6mLxA1n2xh10A2aeZAInZ5Eh
9YO6jlybdOpWivkoq94TL/QKsDyyO7zAYUOqjcPRogHeGhH2nfBUxSa3IbN1TYUaHNJ240G2u0tP
gLfrxvFamJ57ujZjZMTMKNQJiuWHVg4G9jJ71kOq2JBt54Pyd4+VGByBZeKdKngRwEamvRwlygW8
xCHVdu8QO8m8OdKD3xN61JzfcwPr3jagb2yCYtbh/Gpxa6WSFSDVqLD3DRI7jxX6aMJqj4GYXQCA
iJQW6PDGPsJxDqOgboQ7YsfXCaJMOhGfA7cJkt/VoMiBb9vzOhhAwnwVGkRg4nqce6VsgKYnrRTB
Ymvb1siwEnKVpYWFbc+mvW2x2e22pJAHSvIw4wGMh7vBCrAqgq7UOVFSzWj+qo67QUgwHW0lpn81
zVN/basRBUhRTs0rbdX533lqVbdTak+/XDbAVVTnWQYOgOUEmKDG6vZ2gw9vc5lNihkwd47nyMvs
HkvxfR1fEbw8+B3q3QrFTGE8S1bj68uU98QLrBYJDsKlwvXPr86mtijlCH7rrKpPLe9qJ47L+MqE
Xef0LRu8y/S+bNlvr4qWL17jQPDSIQyxnBMsMmGn0g5hkK0ZI4eGhcS2ZNjrT6NG4evRPKMFXhAS
yNyTLBS2M+dx8cKehvIXEhTJ5PC8qrjDpoKEfjlVCkVV3LWjM/XlMDgmysbR1ZjM+7mNJfmcAXTu
3KKmeXuNif+0xYZiUQElkTK5Y6qbPqRyKhoHPQCMcIhk6QunWobqYLxhR8XW3SDMtMEvIO3a6HVX
RuhfL1gQryfsB0WplA4zWefHYYQ90bov3NnI2qVA65ysK47mhh7W1EiIAM/jVbvri4HQlzhnu2Gt
qUSgGV77Yse/zox36OvIxv44ZqQN3T5p+rcdwVCqw0UKduQxo+9qMsvWWbqY/1JqHqJNHjW1uEq7
Pngl4r4OHAp4e3LisUfijWmuPHFCtF6wexTl41FCsuNa0RrGzNOXlxugNDi/QjIvuYgaJHbK4pNH
zJy9HScrdFCQz/5lLd0jJdAxxlQCen6YuzknxbK+qggMEnqDsUuIDq0a0i6IGll3gM/uOLx1N+hP
UpuAWPDV28W4lRA9eTrQKvtlWUsjB1VglDmYaJ2uJ1Eup8s33CUrFBbIUDtT5HfnN+Q8xOtUYtxQ
13IoHM5bvm5O9mXs2FVf/WJMbPkBb/QB3R3OonsKoAvoE7KNbSc60m0xRTiPazcsv07LuMbUrq6f
BdT+ePmGu5TWbUPkdetU48bRZHnZdtOcomKOVIGB4EmdzP8n7bx23kaWrn1FBJjDKUVJb3Aah+0Z
nxCesJkz2Wzy6v+nffBtiyJEeH5g5siwS83urq6w1iq7682w8tzu22NbO08xL+P/bG2iDFk3ok4m
YuV0KPVPAi2cb63qSz+2srsi9KGoqRA0OlvKta03/lyaLcoeRtKB4u6Cj1Nj1i9ZEx9xpfZMoQtH
bws2AuyLzanMmsAtYhCFJ6u1IWj10B2A6hRP5lSlz49XtXMSiStohNDCI03cgk5F5cnZTGOymaUH
9ISWxUXzZ+q6rUiuRd4ZHxdZOX88Nrq3YWDb1MGgqUUOfHv8M38KvEawYeVScRYzAY3XBDX/2Mre
VyS9JqCA6sWmbdwI5dPJXTqWNvS9+UfS1/+0tel9dLviX5x1lkKQgvgUFa7NdlmeAKAqpHVqUpG9
bZyOV8RMkjZa11g72K+9RRFOQ6XDF5O/bGy1SjGiDGbrlJrzGDk6sLtxoqjZLMsRiXdvlwimkXWx
4H3Tr7ndpXQxZqeb8Y3GkMvL2iTp1RvjX0Y6UstTnF2Y1nwlDv2tlbZ2/NlFEePkjf2fRH3duSrM
9WKyoJNwRfz0+FDsLkrVRonbVdq5WZSrBYvd+hP1CUqlb+ppINuKSy/Wo8d29u4VDP7/s6P28adI
Wr04pqVhx5rhaRmG04am3U2gf4IVSYygfCm52we1w51wksSHNJrWgolCw8YorJbELesVowNE0zCO
h+yryJbx0qWe97Yc/aY9KLnvfU7yE6o9ToD0q7UJrHKjGPJJ5+j3Tls/j2v7vU508yCr2zfCIVHs
Fsj/m9dy8UU1m+5AhacS40vQ5UD1zUKefn3HFMFMp2xG3equzWXkdZWNpnUCyJS9QXmmPI1l1kf1
kmZwhP3XOYj/+9jk/cKotJgUd8A/usgJqbD1p0OSG6PZGjNnvyQ/iAKndT8awvI/P7Zyn96oeo4B
Cl91hmG93loZKmGmKURbWCReeZ3zYX0188x/V3dxe6pmYoAG3YlT3eTT+bHl+0uAZUQyKSgrmVNj
sz7UItoZWDkb59fVB0uzsq+AmqfXZuz6Z8uO67MjATU/Nnp/CSgkqcqjwtBCxFIf/aePSnVzKFMu
H/SrWaUyjg+PztMi2xl/r3lFL//GHHBOGEI/6ma35owscVHtUeYatz9ZQRacYh7QSObjX4sWH+HF
9laHtwyg6rlK3Vf9+U+rG52crujKFS/EBNsKWF7kpkUaGhD9vxRTpR3Uc/eOqPImihdJILJFRmeG
BycnIXMht0pOdDTnJz317YMW7N5BAY9BYepH4WZbAst7xPCgIII0CYbsHYnvfNXmPD/p6zyesqzz
I6hzdfR453aWRhcJQRFFeAQpsTmdwCiDEUI2O6cl82tpluk5EHiZx1buH2ywX6SeoJyZQ8QSbzfM
7jy3GkusTNUC0Nar0zCz3eE9gl/FLyczxDmqhMLfpZq67cXNFKKEW3HRzVyPI82Seein/hoFa9uc
DLueTtJJjqjJOwfSpU2vulUckbsGYN2tmd3WPHSpPf1hFIn/QlOr/qppsxb6cVUcxD9qU24LGIov
C9KCHhU9zi2K13MqmrbrghaYv8wf7HyWZ0jH3gllmORUdu180iqtepFJWn30U/NItPF+NyFHEDvo
9GigsDqbaKVMRakHiwc0v0rmb74b611UQ447r82STAeP664xVbRgQ5nis6UDVvMq9WmtYQR3RX/t
ssV+06+LeyVLNa6PT+k9AwIFGmZ4KAo95VNkGm6Paa15ZtlMSxWlcykg/wh51rkS5yCfltdklMUb
R6KBJFMHYrAm39jC7z88/g339xG7dKvUK4V2zBZ4AIpGc60VLRy0eOWznhntOcnW9MBf71pRby0B
J+GfrT76Tw6UbJwzWvpVNJvT+JQR5YKsoPb3eC33t0IFKlBpVHGPVZm3Vqyxl1pRU0SzBsrdVraK
Z3MUyUvmzksVGs04HGzg3rLwYRadfwfu5Bb9ndgDQsnACaK1s/qPo1G4b0XrDwfR896yPDAh4FdM
pW+5+XhV7qFvu6Y1eLnCfkolEgDl2ki0zmQVjkZyZO/+XeAL/mRP/Z6fNmtp6CnDTKkjb9HeluCh
viLMujxlTpND2fS/jUEaHFy6uyVCKab3pQB0lOvuKBJ6XE9tlaD2Ks3eDkU+BafZ9vonWyHPjaw5
gu3fXXLsQQmgCsUQOpXy3y7RS+t1GHPBSdHS7JL2LY0fC3gDv3KMHh/KH+2dG+epbFmqjcAhgTu9
iQQl7rFByLeKhl4swcmeZfI7Z0m+99ZJIF2XVTVNt6U8LdUUnLs2sL7rWW4ipVzo+ZtxTc0vq2mh
K7rkSOIWZUUdSQr6ynZdfUf1g99fVc1XkvrhyXD75Tcq2ALJNquTodb0B4He7pfDZ9GA4YWlW3r7
5eoWmWfJdYqySrpvZt2bzo4g2fGHQTs4FHfnUH04zADIUCqjWxzCJD1LzqTeUeku35zZr7/PcbVc
63xMQc13Qy5OdpkdKd/tWVUIMaiQ/H9HAqyDlJjSklXUaMZyDlbZwn9wtDBGMedSjZoOTN80zo8P
yd5XpVgCARn1RsB+G8+1FvkUd65WRqWDDlmfm0s0IMBJnbA+AnLvmqLhA9YMLUHyu9sNnNdh8RIQ
AtEIIix0Uqc7FdkcRymV71/1x2wginoIvIMRUIWnW1MIXc727NtlNM6Vf/XoqkXCGcVZK9L0YgVV
/J/HX/H+PVUGgS3aUBCQhNiiLzRJqc0EuhIZMsn70LCb4ALQuXyZeq15Myfr8KrJfECTt2j+zoLe
PHt63hy8qDsHCCtAP+Ct0XjYCrgEFejBpvaLCC0GL+ozq4lWabehgxTGuyAOutCt7PrA6M6u4jqJ
CSmr8/Bt0S1DNUJW9O0iQsMwO8dIEX1eDW+g9QJS4vFX3jVFfQrRYfgdxGW3u9rVJJfLjKmk15Pr
MJTJRfjm9G5w+vLXnQ2IHaUqquhOd0161AeFbdUapkQXhE28+hcNQaVTU/dH5Y67EJfoR2nZAetV
w7vunvIqVzCluEAIpgoiPSmca4tW+ckRQfCX63TyLAykU3uFWEBU6igt2vuoALOVVBepBIWJzUcl
InL1OCmjPjXKUEwayq2tbp6MNp4OCjs7by0wU4APqkOAE9h48NXL065ypjJaLaHDIOvbT2WMUlUT
9/WTUVnl9fF52bsPFE6J/lygLZRebpdmTRRJ3EKWUZGY7UvlOd25ac36gu7PeiqMqgrzNO8OXI9a
xObRRRD8f0Y3j262VKvoUdGMZGwJJJSrcvkEqdu9NnXhPReWlV6CwjMY/GCbxR+PF7xrm3IW2Atw
1MAmbxfsG3IZhbmSrsjRel1rfQyJDEFMDlZ66uvpexHUxssk3SPg3t4honKs5HBRbAVvcms4WOra
17KsjPRxTZ4Wct8vuU4BAXd1BAvdNUW09uOZVLJNt6aobJV1q9cllALjt7XSvU+N8CAsT3p8UKXY
s2QFdHLJTZRs/2ZRfDRpw9YrIrB12WkdVu08y7o859LrL7++ceRi0N4J9kAkbm5GTV0wd3XcDRKh
9fNS5X0XBmX1set67Wq1MJZ5JDWaAL388tjy3stFLZJ+C+Y9mHPKPf0UcwM7RaBwdvB0q2ZEZpBb
l67Xh2d/cdPT1MslDb3M/yq6tOlDU7XSBTW2g1B176bSLIdhhVvg1d6sf4mzQtVNimi08+B5MlO0
+uw6PXVl/d3w0cumlXMk63aXQuF3FdJECQOSh267Um1mViJpF2xm0D+lPUy/ofvjHxTU9q4kpBSk
i1QdA87n7ecdq2SR6RAUuNdJvq9t9tNfZHzhtfzmxU67nrrRa98tLnIWBx9172FRYx/gzQGW9LYo
5rkWyBj1VRnZwuzbkz1m81kORfLkOEX/NR9b/7sfJDINe79aTsPq60eTGfYcvmLgg8NA3oOoZLP4
qehSxEeLyOWRO5E+gw1Jpzyadao3eW0fEf73bqx6QYneAVRT2b+1l5WukYwa9pzcKU/+EqyR0bn5
JQ368uDG7i0N+g9JP9Uhru3GVN5Lb8gai7AnyMwwaHwXKn88PJVuvZznYbUPztH90vCvSsSTrhnV
xW0r37V7Y42TpIiEnD8m/TC9jDqBZgmK55cDOiAYlGSUL6I3so1HSiXyFdhDEVV5O11nxplFQOXF
peqFfXBC70UDFNyD/+hGqxdz6/eCobYpBldErFom/zCHQnShPWUIT6Fcv35aaOr9PctSnoZgymiK
O9Nvoqnd0ESt41LNc3PgDe/9ED9G6aTiEmFfbgGFpa559rgW+GEtKz83tTMXp9IZ7Cd3plwVxlU7
fEmmtk4OgoZdu1RYUBr2wRps27yTmVT9KPIiQgf1L6lp2RnogfdmciiFk20vUTU51qfHnn/vRMHm
YCiBEgG8A9sH9L7sqmuKyJ6NEq7gXFy8fNbfLhbzNP6FKV41tPLwAuRJt/dynaeEf5Rt7kE3Xhw/
W7kxncsgk/5o/tT9vTTBanCAebEVuH/jcoYhHZ3JxtRsm00oCrjuY5cuUZck+hN4M/P515emXi0Q
NsBCgW7eLq3P3Mmsy47bUjvvU79vTrzl9cUf0/XA0t7KSBQ4HQqsefdeLXVm+drMyko3U9pE0BbW
rkpCmWXDp7Gc6wMQ3f37qCAiRM0QMsgqt5tmm0uieY2XR67RdRfhacP7zu/NA0jk3ikE9qLk/hWX
fdugN8yGGn/V5hHSpiKk8uGenYJW14TPOT/eqr0F/WxK/ZSfIp06s8c6HTHlN4Xxvhjj/IqAt/gX
V5k8ikYkeH4Y65sYXPIUGgnDbxANK+RrUI/+27hHWtQRMv7ToyN5asfDvvzO2VBjRpT6Cn6L63y7
tGSoK53nPovoov0dx5RuqtXymIEB/2yB0/PrX/KHxjaQUpJ+5GVuzcWoUvkN4iboAHTDZUhd+QGO
1K/NPUNBGjDZj0IY0T7Niu0B7AOzstMOK1PVih6gcNycur7Nv8lUk++Alx51JHbOIrwE6gpEoty0
bS0MBT4fi5Y6i7I/QQFzTm6aoqmcH8qO7JniwaOwQD2T12/jpqZJbyXtjyzSrawNk5jJLCIxRnwx
haPHx37vkVV1TBhVxCpEu5uMyUoL2N443aicYz1kdInxlxFrdh3GmVJXKZmH5jOcIEploF8TVJNO
KKCU13qq69NcudP3x79nb+kKlqBzTEmttq0nG6757Gh9hii7lr031jJ+i9NDo0hPjvCPO8+qR4uU
biWtSiiim2sxMPzKrdY2i5iVUoaW1/WXop3AWqdZL5AoMuJzUwTr068ukNcHcABwI5QHUDS7vR2p
SRvP1wtIV30WnE059WEhcQhOnuUHKer9vbegFgMPg/tOJ3g74wFIv9fqRZZFlZzLMBs6cQawxqwW
po+eAgNt3cdLu3ehoPdUZZViH4vc5mkwhUGJjQjqr0jFfaXWW53hDWrXx1buTwjSSR65EpeDFvMW
0jEV0i3htaeRHGcrqrq8QytrYMQOw18OKv17C4LLSmKGZtW9aPtcIzZXG1oSEbFrgN5gKs+U+aPH
C1K3+bYmhAWqwsz/4BRymm9PBJqjtAVFKqMaSarf9D7IL66D7lRPbngt+Guhl2j1b0O3+L9+QHjE
qS4SDamW0yZNgXnuyYDJsREvMKNcxmC6DNaw/FOvOdMi6mI5OPs7B5JoSLEbVAcF0sHtShm6FA/O
iL24rxYgVE15qvQpeQ7Mbrm6JZzegw28v+IkD0R69F8NpRKzqfGV7Yi+UEWEPORdfG0h7SJyupqn
OOudF5pV9ouVTflB0LJnFI4qPozMHpExdYB/iiREYRGZSykjmPP12Swm7+wNzLgy3El745pJ81vG
bLODwGLnVgAO/p9R9el/MqqbPRgJABB0Qt341HSr/0oTaj71Y5l8fHxed9dHmI7IPzfjjpQ8FmU/
i5bzynDc5U/DmBmb4WdafcnMRYuGiqNUN94vs8fIAyEicuWpRSPxutlKG1GhRqaljAoHlgpdtyWS
aJK/EIMG1Pcc/9fdDPYI0RgmoBL5zS620xowNKuWUe4t3YlQZzzbKFCeZi/3Dt7gHQdAavdDCJC+
F2/R7d7FsTaIZmplNNC7eV3RWzj3sQXJKM9zw3hCC0e7xoZev22sOT6wvePiaO+pbhhlGIoim3NT
mDKfumCdee/mTwOTlN7Lzs4/Pz4xO4eTOcowj9FnItbYlkOImoyaGa5zNKWWklecsivPexsV2dId
5CU7hxOyHz1L5diQIdiEM0FWFEsT4D39mu58X4iViqRev1QO/b6yzYf/aJUoD4zurA/RA0p4yo8y
331jdNG1ldJMNkduIIMwrUs9Qmt9eMq9eQgff0q1H7ePBUxuaOIQ1Cm/oLRwe1ZcZ4iNYIbuz4nM
vmkA4U42FKmPVPGqKKfwf1BZ2rUHahMkDuAjqh+39hYQF+3cEw/Zi+O/VKXM3qZl0sI3lkn1ZxdM
1YHB+wPJAunNKp02kuZtx2nw026Wxioio2dGStKJ8TUb5HjwEu1YQXlOAYyUJBASGbfLStO1sMxO
myIOLNRmYBAvzCeqD5zyzsejaAOVESgOp3JbMFqFNUwGr2okUmu2iKhncY3npPiq9VP2uhp9fFAF
2FmWokkppQjqU7yzt8tqnLnJaOpOUdDY+rX1hHZOj0n293eMsJVGBLLkys4Wqbz6ZtEF7jpFozNk
H5J+jF+0fsnwzLNBOXnyPiBt0h/s2N63RIGCMAUxJ5Va3i4ty7SJeMWZwDRV/p/o/panJJfyKV2Q
3c6FPJK+ub/TZGDUHZVIJ/SALVRzCDo4X20lmANVMSgnzbqX3ubAUL09gvHu7Br9FZBN1NugYm5R
P8uUB+sw1hz5WnQvXW4Z1yIlJXnsOXYWxC0GDqa0nVnT5sivTq71vsGCZFyWH8y8H8+53TBdMD0S
V723BF4EvDWEemAy9tZn0KxKvTFviEV8vX9vD7rzOaiq1YSc2AXpwbJ+0MZvPSLWfuwSQsm44M3r
idyWyBiaJ6MpSxuBFnitIPpr5nshuhakVytdlqcpqRZxdYhpUP9ZMgcFqTrXSWFb3SnDmMnEf42r
5gynIhibL/O8LH9p/pB9XlJb/EXcGgDU61BCe1ooMVthOZvWGj3eoPtrBQeQAgNSGUozY4sSERAb
CivJxihLqNeEqayaLwVtowSanG+FiKxDwgrmg3t1L31ASE51CFIBAq0c+c3jFeBxhyptx0hA8Poq
41VD9Vg4q3Fup2kZr9k0uxdbzdi99DPkc3eJrf9qXt+64VqkdnDgwu7vObLb5I4KwoHG+nZet0yT
cpjpMKA9PmSvA5nyeUlK5leJYnwtMi85eG/27NGTBjVCa5wzqy7nT4Gzzaj3wshHgq/KMU8V2rjn
oIN7m4KdDCfmZx28CfeXnTI388jJSnAwdw/qIGirlA1xZeZlHViHnhtYF0fR8p4V5Srp2NJzx1Xf
rooBoMC0AWNGos6Da8MI3Astqf7gxN5fdCVLpEQNebCJRzbBgVh7o0kYLxslpp+dqbv1v9lxV4Q6
d/CX0SHKFDEqZHAawVsMQb4AZi+DjvCf8WKhs1bzt8pjGCshuXxy4yb5z+PLuLc0ZCqQX0LvUimj
337AFu01mEzExa0t/VOPKHkemnWDfpnlln/9ui0ViHD8KN5Tsrm1NWjtxIFBrGoZ7PSV1y8+U3wq
3gptqY+mTO04GQ4Esaqa3USgsFlXL2WNJ0hI3vRJf9Jk4IWo3TVhCwjpuVsceTJJ08+PF6gWcOui
ETMhNkaOmncBYPntAmOjk8GoKxctuwmwYpZ+qop5UsME/E8LimHPbSy8y7AI4/fHltW/vLWMcjO4
IoB+NH03J1QGSbCuJds4dRRVUVtDegT/P/t/Prazd1yIjtHqUpQ0xPJuV+iXnjch0UXasVIhrugj
hmXrt8yLbeXBx9xzWAgNYYe3ldx0Y4oGwjJrS4y0GZcvzFGVu7Q58gW537+6xSz+eLyynb0jlEQn
RkV7FvjB25WtssiYFauS09oxmBMKQnPKgrYLxboaT8vIPOI0nYJQWOuR0NrOWVWBF2kH154Vb0I+
0BmGWfUFcUSyFvAkrZLRBBlYAcsctd9pEdah9Fp5fbzgna28sbr5vlaZLOs6U2iwEP9hTGG5vBpJ
Ik9tMB0JuuwvUJWflWQox+b227JordMXnJrUk+wibXcBytJQ05h4g5mZPr/6hXE030L9o5sroZoK
iBUr4W1ni5P04kYixGGgAljoCEQnffIuntdfx2PzpNKJVBEVGcJWkrSUs46AbMYzFyS/j2XufSxX
L7701mQe0U5/MAe3K6K+R7GbAIqBiOoz//SEI1wQr2MDQsYd/Oq9k5bTs0hiG+hw1rwzpNT+Hpd+
jMzBG17Qg24+WnMxriecQ/FxdRw8+1i6DgM23L+T1I5PRBrDf+m1Un0tnYXRcMl01G3cu1Uw6UjR
aHwz5GtTCY2TeW3KlpfTTFclMIU0eNkDrmwAGUXoODfnZKrXM3197eAhvT9zlJhxiTrumM7H9szN
7uiMhechY6W32RJ2ftH+ptd6N4cU7LMPxrr4xvME3Sc5MHx/ryjH6GRvlESZBLFFMQhhARlZKP6O
i+te1rELXsnuy3AVcfzLLhJTiseHqDNdpK1gtTvqsSslPitftBoOryfaSOtn972jNd0QFoN1JFu0
uziVJwIOARyzlSHXta5HsmXiWR2dOcqywL1UjNEIM7M3nh77p/ujw+Loq6LcA6Scw7M57fFk5jY6
SFE1evZlNNfin0Kr/fcM7B3OrYDs54wQQXW9OILo3788WMZT0ZyjeELt5NaylVhd5wbc6aVd5Sko
ZPymqXjp0nhG5KAu2v7T46XuGmTYEq1rKl5AVm8NErp2S5CpWNn3ulcPCl9YNnlzqnppXtIMcPBj
e+otu3UkPlqidLBoUqgMdvNpE9tg0EuLP64Yg/6S9db8Ehgo8CxMforQZyo/NYA5ro1o19Be+++/
bN32VD3d4gfQIdkksolZdhM9QfI/16avnGQUbUOr8vFhQT+eCvgdFyhm9ds8m8azYXZHqLWdQ3zz
A7bv7dxpRjV7YzR2NPFoj4AhGSvxZnDkEdHp/hEiqKB1xe8F0Er3+XZnpVF4QRXUU8S86yFCDtI+
6T7CrY+/6N6C8HZcSCqJaMVuD+w8O24ruinqXFr28YKjWeKJSfB58MsDNChCUEWnNUG4osTWbxeU
8YetYU9TpBeMTI0NuwjrGZ3Cdqn0U6odqkjtLQ0qIYEDKyPm24Rlou5l67T6FDlFUj/5Go40HZv1
bQtS8/T4Kxo711DV3NDmoA/IUKrtubBUF7Q3JzB/UJaJvuhhh8WieX/S0grWkFnAzoWpy0t9XUxo
/ucU7Z33/pQ6FZ22CYUh0BLGdKbC3Hwqlth94zVZniJB4CxHss+730VNcESEz6JGrv78p1iAvhvV
oHKcIjMb+6dJIE8l+/RzlpTBgXPaKZwQJzIqDIEBMIGUqm9NSeEnQWfwWfSmHS790DCkTqOk2/Z5
e+769FMOX+rK2BzJ3dX9kx+s4wuUrf5gf3a2h99BEEG9jYRg+/Z0CzTcCaG6qJnKgCmr2eqECLe5
J1JbC75i4v1yssM75/KByQYIXbdd1ZRpcG2VJ3Mk02x69nxBvVIIim5OrB2sbccjQxwAf467IG/c
tjv0qgGUt8wiql2LSQRwxJ7XvMojRo2MEdRCIDKjLp66NV0jq8qOkJc7p4k6N9U4bKusbnPyJxcq
bdb4dFuyRH/xS+vPiuE7/xH94SXbcYikc4AguWVUgrdw7A6JllrPYmSc69Y6T2PRfl7jLjsQBdhd
D0BziszMT6IjfHtkna60U3JTEaEitb7k6zyf0zIzKJpq7cHO7YQp1GqQwoDvAsh7G4N1XlBXdGBE
5Lhp9WVah/qljAPro2EWZihaRlPVmSHDarR/vSoFyJtSCnUpA6hdsHEBnsaJAnEuoqrsjAjKDbFu
1+TnJR2tg4Bh1wcoNT96ccB58Py3HxRxY/SWHDp//Rh0F92okmtV581ZFumnsXGKD8Ixxzf4oioS
7lqEU+A314nc6OBr7/kAwmoI5nCVwUpufJEx+X7nN+UcNQvqeGG5DvSbdKOUX9PaBjCdLkilP34W
dhIJ0NDwh2FR0tu1NnfDXky3XHOaukE3ZnT8hcVgKtd79RfG7EgmkJ20GL2ox0b3ronaWBrhyK2S
ON9+7wUq4WQ6E9+b/CksXal9tJYm//DYyt41IbJWB4hQDCb5rRUvtzLH7pmCZ42Jc45j0YTrUnTv
pNkcMcx3vyLnhmeEwhHAhltTQbLkE5O9RMSEYwQUjRiKbTaJ5owW5D+jrMSXUrePSgB76+O9AknB
ifF5u26N2pXhTG7TzBHCHJJDOQ1NpE+u+W4qnaMHeW+BFLp1TqfqMmz7dmW/xuacLrgcQ6T+s+uM
WfaxQ0Ha+WJJ9UolDWq5jjmXR52hvTsB+pSyAC6N12MTY87rYtsjQgtRq6NPnxDER60YpsuUGfMZ
TOGRQseRvU38HhuxtNoce1k75pHeifRcdn1z0ZfAvyTCOlIV29tFh8nyqlMOsncrXqH0hMS0NCLS
wLB9ZeQeE7Kn2J7OTAXPDrokR7Y2x9SS0P8LExgAEBTzPC9O8FIv1MOaJT3C6O+aolhMaxmRKlqI
t4czGa0OhUgAAFZbOV/GacxOqaj0M4jYX+fw0eEFsUHbTeXU25JEIQJtbkzOZqP1wRV1O/9q9qAA
Aq7H5bFL2XNc6OEwIFFh32gs3K6KB8ivHVOICCKVbZxrvqdQLIQjr7x3CMkGOO3IMwG+3riutMgo
tds+QantZr/ZWunSVXDyl9azkwEV4fXofu9tlxrcCheS3BXC0+3CfIbEI1iTAJglQrvo7mRfupp5
bLGczIPKx64phW9gYOsOUYTOblKba0ygqy/1uWBo6GcOxkRNwMkPTO1tF+hcWiQUSckcN5+xj32T
GcCZiIJYDM81ud0nTTucVrC7ILDkLs8oXd8tWAmFrtVPkRGKGlgU19ytGIDliqkJs6YtDt60PT8M
yuz/bG32abQay889AAyoDZRXqEz+q6dJ//tYQuzU9NSLcqhl/+LU069DZQF4OfVOFST+lI2VeTt2
U46LorTR/FMZPQyuZPTjg6hg9zv+oOEqYjNwm1szTlnmUz1z6GE45/mzUSb2S5oMQ3/VCzCmj2/y
rjF4WAqroTDIm2elB+LVJEtLTiAGOw6t1klflrHXSPUMvHz4L6wBCECfEo0iRnLfLs1AwEoXRf4D
htK8c+OZ6SDSeknKQ+2uvXXx7RirA+ZJUQJuLcVG7hkaHDuwQ2US6WvcPzMS5EsqGu0AdryXGpB7
kEKSpTPEZxN+uGvXu3XGF2wZdfVVkygLeI1ZKOXr7CzGUQ9rqZWnVZZfH3/MvUoGYxpRoUa/RU0e
3VyCxA20oprJstDRXl/dmSHfjbM013wSKLxPmnMtK1t+6FqR/Y5+UvzaI464nlDrLs5N2gxXN0+s
b3o8Ve6b0k3rfyZLLP99/CN390H1BvDhSIVsDzP6421uBLx/gT47n/J0Bl1basnfgciPppfsPRb0
aEBZAJhUvYjbLXdqiKmdx6NUxwECtfiHizssKPybYB+Y6nVEqt5bmoK2EOmCTAByemtvrI2Mp0Ty
tBcLamK1m3+1lQZ6M/r/JgmEUUgLTeWeSF7emuLqprQqWZrb5YxkYAxU/xVJbeGespZxIv/CJ6in
wkcOCHrXNv1q1IBBWBiEfkYePyFCMD7VZmadGGyYnh8fj709AwWn8i5QK+BNbxcmhJcm9kyVWKgG
fmIyw1rWNnW0KikYrB2I8ttjg3ubRmWTqgFwLRKGjb8Tdjf6VpZPqJfZ2nNSmghC1yJduaRjfPBI
7T27SM+hckDhQKUmt4sjmfeaxcZWI2zxsSjcUYtIB4V3sF87dlTHFeoYFEZ6Upt3yTOHpa4Qq42c
2UqfnWrpzmXcVX88/nK7VsAEAMMhz7rrtMLoqQSDh6lFVsPQXESTms9JZs7B9f/PzuasU8EBmcgT
GAHNkuHiyxboVpod9O/ux0WAAEAG7ccZp6G7zTccO8iEwSDYqDWtdHlxy0YaYdOWuCXRlcXv+pg1
3+el6acnqykNkpEphW1vgyr5zlwr0zrrizM8G3qipVFFz3kK66z0cG+mN37ra8PQQt1Ks09jVpdm
FLc1xYXeQND0neiLWrnBxRKhiGtrPU3waAvKDLn97A+kEue+KdbP/VL2RyLROxdO0f1QiSEhoWq2
KfHM7gx0zGaUb+L7yAZU2fLJchvxZDd5jUz/csRv2js1hIOcmx9w8m0noYhrO2jRg4gQx82rcJ71
PvTGtj1Kj3cCQkpzMGsJpSmIbSsP5tBVuWh1uj19DxHNBPVPtKZHTVsZ17Wv0fAjLTo4qjvORLEq
aEBTgCS/27wAK53F1Rr5mDqaHk9zLouPA/ZC+AH2r4fwlMMD1fhBEYEo9NaXTCVVFaZgjxzXwqEA
VhVfLfrCB7HM3m6pFoDS5VRsPnV6fopwW80UppbUNO06XfsdZOmchzPV8ejxFd8rNKqwhda90vPm
Eb214wRjYQ+mP6JAnU165Poy+SBKppqf6jpz/+qGGS5M1w/J/Hbu6/ETw9uXP3PX1YyzbRTMOXn8
e/b2kfCNsg7TjuAhbC4FiMU2BzaKy7GoXa2JYT6BiP1vbYxH4Og9S+jBAd5S3Ao4crcL72Zd6vHK
hHSfitgfwqDbhcRsIcOYQaMHwfbelVB7SQ5BaQx28a2tQiZFOVjaEBmD5hlvzcTzADOKXGtONtK2
xccg1/wyRPxP/vn4e+45GUqoeBk6KjwWm8B0Gcp+MJhyG6WOzqiRZSwZucN8nvdGkLgnmOnLv9hA
GqKQbD2ao9Dlb5eaOppva5ogjCjNItQ8zUNaGWX/1jXbg7O7uzYCTEXgpxq3FV0omXltF7MzRs1o
j8+McXJPsZOKq3Db6dlRGsiPv+XuiQHIixIcyAFaHbdL66kKE9niY+xBxK9po1mM0AmMFys1jpoc
e0ujwayGo1NEAk5za0qgVTQKlAOgEA/OdRJLfkpbL7t4Qzz+R8P+Qdzy415tEAoweqkVqJIBEaX6
QT+5G6K/GZVTWBAVTZ5TJSY/CEcpX1tZr0k4V4P8Uq/28peldTysNG7Tj65V1EcXZe8T//wzNpeS
+txgJ9ThI8FnQRkf4iZ6wQ5qKGnyL14M3B1Ilx+yCVsMSJpagrE4cGgQbJtOmV0boDjz4dL10j4/
Pjh7vhwpYHX/1OCv7Utv6HOORhoZcLpoxakwzfkNpVf998dWfnis7R4yBJiqCAUVhYja7KFv94PU
5AQLtvHccz4by8XK/C4C9Q/V2PXnN46VN2/SGnxeU0n72SqS8QrRtK9Cyl9yvPTF5MFpoOhyBfvd
fK5jx3keyZ8P4vEf6Pe73+ooeXnUPznom/faREWxRm5sglrWj/8UiSeuw1obOv2e0YZQOzAzuSq8
QVxNs+g/g88Pfk9tq7gwmzf/nrWWUTGf0h/aqG/n+mC/9k4hTUzSSYPtIqm8/ZB1i26QQQ0caGrv
Zadujv0nMJvOtwG67YFT2alZYAAQEh0F5B+2cuoNNc0hiRcunmeRIMsqORfMKjmtGdAcBJP+HuFn
P7UyO/KeO4uE7gSsGIECiHF3N75v1pUAjoKu6P8fZ+e1I7extusrIsAcTskOkzWjMJJ8QsiWVGQx
FUMxXf3/0Ad7u3sa09ACvIwFSJ6aYqUvvEE0+6GdOeieJKjbWc4cFldumAvzRDkaujc3DG3bcy6q
i97rNIZwkWQaurGvEVev3SmIp1bVj8B+7UNemN/teeqvpBcX57lJvFGH57U/x+oEfQN/tISeRJly
AmniVfsWacujOYbXJBgu3aJU4TcMNckZAufb7/KfW7SGubQ4VstBr538pl20HdeB0nEksTo2hjBI
rLSfXoTBFWNMOdYDzvLHtk6MTAsT1i/ibyQQ5zd5CgIqG2h9YUan7tdwaB9sOtdxra+2+y7Pl5QN
xMZmS3HuwxuEsgWVTxl2XC3jg1cL7yMcsPAumnBPMbOuiNd1CXYVUvJx4CzBPpTptSfjQmxFVPX/
fodzxGsIgYN0BDl5Zffdt9mkKe3jOfIJvYP6bprz6KWXVfHnOQCxKc1pzg15zvmp7dMoM6oK+MjY
j1OM4oZ9nxK2XhnlQhSwURtoWVFM2DxcTreTEJUEQMwoFq4On0UmG5m07hA8rdNi7tOMSs2V2+jC
SwX3d2urUtva+v2nI5pm3uu0N/mYbrascRV1ZhPbWeT+ev+tunQo/zvOWXwDZTDDUJlaJB0QdZjm
Kt23CuTNVE3tFRWwi1OyQflgZkJyeB6QlpZYhelpzgOqiDuJhUIC5/paBfLSLkR/FXUZtiImI2cF
Jt9BvVJJlkq7hPnCTrfY1533eunaXcZde1Mt/jUy1sWviJLPpnHGv8/bPKHfoNap/63oNvWduSBo
PXhYkWGikF25vi9uxa1wAO4Z8crz/NpagU0MA30rv0ELvcZN2YrXkPsNwl25E3Xff/ofdsgmUeTA
RwHwf7YTpxAdaTETMzmtU6EsO7qJrObho4N95u3/MhTxGQkLEORzSpa1rKGxbD05q8f+LluWZteG
MtwHjXONuH1pxTCwQmmd/1Gq3l7J/zwQboeSvGVsl1XbtK+6XcVfWHp4D1NtpZ/fn9Wlfb9F8htH
HIGS8weXPH4I9LS1k0wZfoZCXb4aaBdc2RcXJ0QZjKwWcTjy9tMJDaYB1WTgxaOKZxxw92jjqejU
zVSb6ZW76dIWhF0CihmtB/Qbz3aEwKVktkIeclVqcUBr3bgpO1l8Xh3dHZDpSq9cHJeONDABJrVp
2PAZT6fWQUUXuBWQILhzu1PajD5kYp7jkKrHPs+cDK/eNf37/VW79D1ZL6qhoJCIWM7iYl8aSs14
pOxEVYSfoflPGIRrdZ9OKKq/P9SliOw/Q51nJeTORVsoSi1mmFXzIc9y46lsAkPF/pRFSTB41eMc
1MAjue6i3fuDX1pM3k2kTIkdKJmf7ZtVydxVBjjtzTvokWzzQ+l15s60l/Uxt7NrPuyXDgOgLlgG
W6UHfPvpWtq4JaIKOwELd03IQq43H4ze/HNZJ0zWSO82bhk35Xn4N6QjoftkDDstMuvWChWmNsVV
WadL+5L9uEnTUYYASnY6lyxFwwnvL/blqhcwOsuylyUl46Hz7INTOLh6ZEhTv79eFz8gwDU6JcCe
AM2eDlrYlS1FT5kQ6F5xVAM2FFBCrjXXLo3CFcy2pyQJ6uNsV6QIgDh+XtLYmCsFjAB/mWVIq/37
c7l0xghX0SwBfU6qvO3N/1zC8woH1xvZ+BKNzq+5rOcYUs8i4qDw/5eAaqOpwRTlZbHeAGMR3y+1
T0EjUKF3kF5TwawJr7G+Lp0mYlFuRgcaMwHI6Yw2V3eZaROCkDEMKK27WyDgVUdVFdVtEDTiyum9
VDUmCgAxs4EVGPPsHaOdZwK8gEGJbTIYzXyNjqWR+w+usWb7KQXG76zKO7SrNOKh8Gvc6tz0uNrL
NS/5SzOn07zZeyARRwvpdObDNE52GUzTjraS/um4pUwqoC64n2FDYQnpfv/zvYOe2eYkgsMxfIDT
8eYAiw09MF5tD81N4GbN3ndV93V0lukKpvrSYaAzukEnUFB466Kep0sYTfDasrmLDiLqiy8TJqrH
P58QIlREWQgHEkieTcgqy8yxZqhQKrWNuLak2C1GSPRqRP8Dlw1qDlw2ds4mfnJ2hzTdlIG8Q99L
+kMaSy9t4tZKx8/lMi1XuicX7khaCPTNge0g43lecO+LnvJYtEmJZZ5/cGRfx0uppgMqaR10hiBM
aMtekym88KBu1p6kT6j2b7YEp3tjTHVehtYwIb5gyL9sGTo3TTfqxOm74vfidCtM0fwlSrVzZadc
uNBo64E0pLtN6n/eSVfAH+jmwQ8cjdw+0Ln/2Y+dd2NKcSU6ebMlKRZt5MeNreNuVL3TGfojpul5
nlF0y8o+WXqAAg1N14/vb8k3Z3obhdeNhQOaRDPodJSsaGuq9yWjjHq680HWPNVYhRwIDj9mo/HH
GufbcAgywEFnv5C+nQ4nSmfqRkV9rcnC8GiYutsZoysxZ7WcPz1sNA4JDRCh4gLhTTgPQxY6mGkz
qF0bzfrOjap11y+yukdt61pgvv2okwIrQxH706hEmHfzkjmdlTmIKqiEaoE5TJuXhPLioPOLw1Ib
0U0KwjdGvaW9VRS/4yma/1jLbxuenBARVMhkFBhPh6+Q92ryHvBPheDRnkpZ+1FVG7eUUGzX1S2N
r265FqS8OQfboDRLN/w+T8H5nJXZYStWiXa3+R0lPYz0Q2Pg7enkqTi8v0cvDkXODaCNQjjb53R+
/sqT23uO2gVrsB57aXO3+ATrqguWK4/tm7uMWRE8oDVJqXwz5TkdavOv8gF3qJ0Zia1l76T9dzur
9RwL5RovjTN4L9Aysi/vz/DCWQd0tOEFtiwSZOzpsC2/SjcJS+1mq0GuYBmJLkQz/A/fcZsWyQ7P
N3Dp01EmrHlJfdkn9TjUR8cz7F2Yh1Y8TCLa/w8T2jACXGGUSM9NbcUSGJGbMiHbDNRHp+KQUk3z
kRt6f5xLW4N6ExhOHjt008+nNFDqzkpXIfCVV/uwlb9nHQFMGaNrfaVLI23kPET7mBC1/NOPh85w
ZFAmaXa+tYY3IaCVuJWR+TBKT/3pE8MmpH/FGoF72ECjp0MJNokxBVRGPJVPWDlP5jFcZ97S3i1v
3/9+F65/GiIQ3tkUcGTOmZZsgXxExLzeicbXbdwvpSkfbWK824IWZp6oIFTf/3xImgMgvjYJ4Df9
eQzinJwJ4oHaT/ke+qgby35eYwvv7GMdhtea5JeO9H/HO4sU5jJlMUfsQT1tuUmjBiORs73chjp1
0GvIsqNqi2tKR9sSnb8IlDLY/BYv3hubkprn2uvNtt7ZRl3vqYmbSUlF5b4r1w6hU1s9CBQpEmf2
7Ssn7+104ZFu9iGkj7Dgg7PpBrnX+arjBquRGrstxerspgHOxyjK4ZNZTO1tYHNU3l/Tt4djI69S
YiBFhkd3Ln4X2QBX2hGBBv7t0IeojbuZPCK2UYj440uM3co/lDMQWWK408OhGyIz9jKN1nL2Xvtx
XuLZS6tPVReoK4fjX5H701VECBRuCX07QBZQkU/Hkp5fGiszA5G5DjlWE30o49poiu/lXDcwAjEK
Ttq+EkOiZ6t/BG7OY1tAPbN5q0T+3U8LRBVCF2jslYvv7YtBUk1YyEUB9SU8P7jt2LRV4fp8BsOR
nyTFucTEauXL++v69nqg0wQ2AmFrSgRoSp1+APwihzILCWykacMWzw0vpnscfdaF+mZPQ3ilfXhp
UgxInk6lANj0ts3+UyxYF79zWyqcu9Af3EMHBbz9gDe5f03b8NK0NgItXE9ETN5UN6lv1ysbp4V8
3CI8NmRlEYMzFXEd9eKp18a1iv5bfUNYPCTxaHSDDWLrnu1aZJ1MSm7s2lBm4nYWc/PkNktz47O9
9ovrGUVsz7bxCHvE/RwsKSxCxLT6x1RH+nvhR/0uLaLmq6xD/74fRHg/9NL/7VaN90W1mYubrhQf
S2XltK/aq2Cct7cZvz0GultxFpmHcwZIkJIyO27ewcMd6iA2osJ8aVe7vHMw33yKgsF8qL3F+bZY
RnQluby0VAAXNnQawR8yr6dbYkF/aw5Hh9B6cH/rWURP0drW+zx0Xzvwv9eqipeGA3IE/ZaO4wZg
Ph3OqfMoNbu83y04Ff2sDW++0bhgoAXhhLGu3GvFnQsX57+iZgG3JkHMeUk/r323HkajQ6jDHp+y
obNiqqfurQqna6LDFx4GhtqyPDIAcq+zw2W62WAWmOXseq8b10PYarWvTXKEOwE4/K50+nDXizy/
Utm/sHeA11DF5BalpnnehbEmKg50a/udLEX6pXdh6h0h6vXzvecsoaJ+2hff804OR0uBEDy8f4Ft
63V2gxNhUiPeGkC8C2dFzrpPy7Bv7G5nTlp/k9pFTD2s5ofOmjIU17TziiZBjUeEPeUfl7q4Nv6l
2cNbAJpHmZXe2rbf/nOjRf2aQrzu+10nluKbwm8jDrI8u20DQyRhLtfPi9LTjWqCax2HCztrc10n
HeXT8zKfpRQQCD1rmHW/U6ER7Fp/Es+2KbJ7IAvly/sf+eJQVGNoYm8VynMIzwAzmr5JgwRMjYNx
tQo31sD3kioH4/3+UBfOJ7WeTW8m3Eqi563RRltw9FHf2GkTO5rjanTTwIvsAfG0hqXa93Z2LdF9
f0gAVKdLGEoHNyYkPnFODuiO+mGakw16vpHkq7E8jL03/ylPF6W8/z9J0AinI7aBv0jDSDvA6uu6
E35HV2hY1gevcK5dChcnt51Nur7/Kl+dDjUZvZWnboFQazE6X/NIlw/rqAysqZcchFQZ+c/vL+Cl
A4GxCMVsklBuorO5qcxX5pojYprZOo/Tpm5uozH/ldt59wwFerkLei96QgXhGrvnQmxBqQIk6ebP
QXfqLC5G46DvnbzrdqkufCiFVZcgrvXnWSKsNCowGxpoa6WfXbJLW2nHJ83eCVP9aOpyfXQsK4Wu
uQz79z/khUOHex+tUipcyHOcF0D7XjWrGEmj/BSHSbT52t004RWB7O011M+FS5Toh2nRy4OSfN6z
dxfL7kFVVrvOcXSfzJZs7zsN/Q9hIKO/C1HSes3Gqb6r3bp4kBqA3ftzfYt92lpUjE+Bi4yYw3+6
TdcwGIN6wybww2csfaef40gVrzUa99g5FGqszA/3gvgnrgc/OhKtXzMyvHBSoFOSshKE8Du8kRWT
5jIPOdbtbjWVB1+604epjYAnz/u8isqb92d8Ybf+W7WEbM5RARt5OmHk0Ps5LZgw4hXZfdn42ZdR
9/mVUS4cRkb5t+hkeiTaZ29Eqa0sIORgTlgIfx/Nwo8jp2ofo0Cp+wLjg4/ELIqob71271zaUoR0
8M25DJC+Og/r5nDJps6kCCAs7ybrVLirJa0kkcvpps97g56aZe/m1WkOQTiXr+9/3kuLCdWYZtbW
T6OAefp5bVmUqXKpCUjLWblygm8tYcUBJdvfppHZV3K1S0eVdg/3HWBFwtizxQTJ42Z1zqWwsm3m
uOnr/s6ui/xppep/5ai8XVK67oxCx8Um7jonxzZh1MmxRY4tmtLlJfO9NKmw0ohB7XlHpNvVTuQp
DKiUX+T9b2q9neaWUZHWu4gFgTs9W9M2Fb3OhOp3gScw+isyL9/b2ui4aPEBL2Nzsd2bYJ28fWCM
Ybs3g6U49mOdFoeiydzYHNpOxoZfOSgEGnB+Rncaflz5JbdvfRoQgvulQIEROhVDwqPTlQ99IZt8
Qki0m8Vyb6/bS6SLJtbDXCOAFQ4Pq/+Rlv4uEu6Uxebseze50/0xhI0EAxwPEkcbB51WyOmvgbSE
r4TQyF81jn87GON30WPltYxuebCQQd3LdL1WK3276aFqb2yRTZ8KIs725/+JRcVqN7lIe1hOONLI
vbHOoxWX6GiaR9DrKEJGQ7fI4/sf/O2mIPZ1adMB66Frdp6/ASoLnFKTamscSBKajyKZRz/90MvS
u1I9+BexcLq2Acmpy3XJA0wn5Gxt9cKRiCqkqFJjcHEyatNqjfvUiezYUtl0N+Sokh/xh2yb2JnA
wiRj7c9/r50xOvvIkYi7mKsXPoa666rECPT4fbI7nCmMcAlfUcNVywHzYTHEfW32H5qxxNPv/c/1
do1YG48PhpDE1tk8i1JA9jZpKdmUWpZm4k5+kICKMn6LJiuhS47V5/fHu7A8ZCeEEBS5qLucZ2c4
J/Pjg6LbBdIVPnqYKnpZkTz83HkTn+3KYG8vJ0Br5IL0cLh4+T+nO1AVUnpLF+ByXppN+1jYTup9
n4oJ/3okNKrwCdSLN8UGfrzDzigNnCe9Ssv0ENA3l4dy2oSql65UX236h33cNL6dxaHZZI+iyqmQ
6zFLKZcY65OjqxH7hUhFX1oFizumjoYJQzqFwbNc6+zzqldlx2aAAP0hlV72IUhD/TCFhil2TUM8
FLdlRhu5KB3kEkEQ9s0elJGHe3EKti+ZDO15uJdj+3czwvxakllNS35Ys1pi9wiBVtxVRamduGgQ
L0+icjbhhKEHF93j7yIkZtm5HA+D0Yb6fiTCy7514D1xLrAHYaM9GKF96wgzfXbmwlI3qJThiVFb
ZRdQFPPDv1aFCNIf51eAICi1gLamWkX/4XSFAJjame1TtxZBHsUCX/bEG0WFfHIU7cslC/ZXtgQ/
7/TIwkBCSfhfQMRGWTgdD8MU3+qBdwMYLrNvvduq/YDw0nM9oSz//lBvjxa5KTkqOkokAGTEp0Ph
AyBaSJ7tzp7a6piGVnYfLPhxkjsu99BOriXg//a4TudGI49dxcW3vTTntR1nWBywTyB4l9TDzXSx
u/WrLXWujwX/wUPtOOnfPUq8YkcEm4rncmncKmkozKxJ4KdR+qUJ5+kLT3XexAXd3/Te7TrrZ6Pa
ro15XNqvenDlcz431FGyXKzhE5LPJPrtKKbbypDIx5Ft2XPSFX5rxoOdRxmqdpH3GvSO+Obhs/25
tbo6jT2/8tS+EuUs4lVL77XLKt0kgGLUP7UzVZ9MWRvfhxGEHJoSU/iaUX+s4i4X/S2d23Ld5bXu
XoQ0zF9gzZHxVlEq1zhYagL2bTW+2trVrwi/+XdlX9i/lhHLkp3vrvnfxHed2lszHi+xKrHu/bBm
YUV3RLbBSzaW/SsWRSt1dCPtq0T1UMvvq8IKv6wQ7MRT3WemF1fsU/Vp1dmUPQep4w4IHPRyLXe2
MGvvOa3QEU8iwi4OHnoBd2UYza/OkHlDYjjt+M3oqryHmdXly6HhCKDBiXwQugxYVRY7DZisoqqR
Fi9lsdlOu1aqnyZ0msxY16jXxdZIjfTQUJv4rA1J+lrjGzIkfuouMtbQfu5XHTXTs55XYy8EXbAr
+/v8Kt+E04lk6ZJzdiFpnO3viWMGGhjQ1+x36s4aovIBZogMkm7hD64Mtt0D/93b22ABTy3BC9QX
oJGnh2kY4Ess2rMwQDXLZC51cAhTfQ3k8wb6tnU2Nt8+XqatgOc5p8PQfndb2HxmYsk6M/Z1KOZ7
Kk3p3hPcu3FnR/OnVHj63h/bHvHcMnSnuAxNQyZWbbXXkK14u24jnk6csA2nFL7mphF+js1EQdDO
5yXAf6ImrPsc6NIYwYt5UYdOuZ97XyeBx63buxsV0GqRURCTV683KKlIJE7rdh6AEtgGfu9q6NTr
jPW7A15qygBRiHrKdnbUFUHcK93JmxTbBipbajDtBEDJkL4oTxbOvuntKovTOU+tfVH5uG70EC72
Vpbq527sBX+7zLYrJyr7OJzCRhwAKq5jgp3kUsfaG4Pfk5m39TFyxrzcSyOyXrgpgnpfDnP0obP7
+a8qFe4at3nq5ce2EcM3L1fqOdRt9GN0DY54lvZ89En4/ZxkfuP+aNUIqDNve/2UljDqY9E7lv7c
jcX6ObWV8b1ohP8UICpmwkrrxJRYnkC0tK1U8WBEETJ0RVnjD+62dnMvs2weH1xTh9+arnUXHGm6
6rbP1l4kxZq15sHswvk7jb/hdulmCSCkSK3P2g0HLzZ0g9RjIZoPNJEauZvFij1cG4ZFGmsdNk4i
7EA+QgVnd9FMWz5Dhg/usA4gvENfmh5K1aQ6jDFNwtFhgNCij6RWKHAW5bLei7KqgYxjiJIEaO78
xXngN7QBA9xpU3sCPm2F7ZAqjWY6tMJdIKaFs/zkw4+xdmPhteRkGbaNcRd0hdqlY5U9i5qo5aMO
2+6vTJqoQQscCb/Q4avDeE7t6XuN1KQBHHKuf5pmv/o3DdLFa1IYVfhtzkVnEPH0okiAP3jfKNYu
n8ZyCJ+yEB/YZDGG6J+VX/7T3CkMHNDg8L8PjSWrxDTc6Is5r2m27/0sVbulXq0A2FBqI9ObOwo/
g0mkQ7IEqfigrTqzk3mARRTjXCwkmBxnzuPKX6L+tanC/udolOayBxGvnsCX0XRwcst7qNbWLnaR
bisn7lrIvwATDdPYRX0jD11loBfVoQXhHOgtBj/roVx+kcQH/OjW1s5wW4Ye5Oy1tPRvkoq622fh
vH7xYK0sXwJHYGGKGbvRJ3ndTcbDtHRemwRZKOVuzAP/Bf2W/JOGDendewVfLyZ/3mhzXZ8jQ1r7
eXXkHImPnTOG+InV3TpI3sRhfECbuYruPOE2UzLmsz/vN65dFk+DLOt93fr85lm9jM5t3c/1N+xw
+zlug8A4ZnLAQQCdmuzvfK7Tp2YK2xLrI2V+84C1BnHlOOJFT7gtQ3aw3R0HgrTQmLz+2TW80k78
bHF+jV0ZDLGrYerEM2otT3YWdmzRYiw/CajI9hGhqfK+GNPQewisFGCkWFxl3uKU4XqJlEXuyVjU
QW0nHhazD07UYr5kzDbndS7kxzrdymtzsc6fUxzUUkC9wldxlRbTmEQzuKvZsVVLHGK5GOQ0cMqe
fBIicZOOufoAK9//oeop6OJhxc4l2dyqugNaNnqMnY5NdedKp3gWhisIyx2tgq99IexjNeUkUZ6o
nCTLfaE/6NQu8xcbg9826WXXlEjT0sKNSY2scGcM4/wxcOwu3KFAEw5Iuqr5U0DjoU4GJ0sB5Yiw
bGIfU/MxtmaZlwejqzMITWGarfe9O3XlXbW68h8jJW29LaVolj2GP5l5aEP0SxOAzEG0S/lkaxzO
s8AtajGmj/ifbsxdNy+e0CYHSWKjadPeQTn1VX6UqWqyuBFrVD2Owhe/6VQEwR4g/+IcDFcjLBCU
i/ljnujqxiiaTN6uswrnJxk3sVCzSOe4asqOySZk+IwiSZUmrUoHMDnBFADxtmVJpdH1BvPOMJpI
cBRXZ0rkCk3n0WbbKf40jD6qzA4+jIHl/iXyaMpvVqUm/xk6sC4PbRNl1aEuW/NlKbx12bQr6w/B
lLEmuANl2KTk5cq2tkt1K22v+mFu8jIJDqX6xR2rMDviZlvPd8s41zo2msp6Xatu4Gq25+xuROLT
o19hN9+o2bkj4lL19FosiJvH0xoMAyZwGEVPncNxaeCgtIfKLcKXsbOwb5mtIfB2AInXcF9qgDlx
mXszg/d1+LubtdeBPWjrV46lOcb4vhjl7WSn5j/SXVt1t+rKesFVw9F72Tf+XYHCnjqqsuxDPlLT
fUx9n+jR7Gx/fZk6Ke4NQlQii5RlET1a2reBUOVnIzfMngexr37k89jYsWqV+Tf82tyO03QZHruU
bb6bZvS97hC16huQ/66XH7wsim78eVwhLOFW28V9aWKWk03DGCUK4M9O1/BHduDiOvc+yroBSXmp
5haEV1ts5bFo+asdNzx4ZA3DV/ABw4cysxbeyq5D37HQqanuGkvxYuI0ln8nynQxnreipkmCEbDy
3ZSPWZ64+IErogPLuCNM9aBRsevX8ogFX1NA2M21iz7g0qAw70nlYgE9OK9d13IX5qvOf4LbFXZs
tG4pbludL3bcOGNZP6dtDx+wWUe7fZQh8iZfVkLv/KGho5LFdFfWCOPLWm7gl8z6UKxWFcW+U6V6
v3Csx0SMVumQGQwhPN5yXbrYHxeaP3qymz1QtLWn2tH3y03qyiXblUFTvZqllGlctI360BtF8EO7
FX9N+sJDD2julg9Kwo5IhOCmOqg8klEMjkB+zQ2pXugou8N+LKxgPqCnOtlY1hSDTHicUkTvAwVZ
pPEnWyak4t2hVGKhCCHszIzHcGZ3dL03PSqrXUdQPLM1PVjWTKa40U/cxFNt+hHTbsrmllDpR8Ow
dJ0IEDU/ZiEjZze2ZooOvDJZpsXsuierbczgOOVd3t0pD/LE1zzPieQCqb2vvTSNIcHbMvgWrlQ/
drZXoh0V2DpFpy0vxSNa72kYU0TW06OXuTqIV34qEMGG+kU02EYZz43tUPgQueEuO92EE8+KMiXJ
O+6dvKMdM09EZc8fAr1IbL9S038msQpve1tPRlIz2k/cSwWyxwKFjt4pnfLgSpuT2OZYQB8Loe38
YFI5j+JUdek/QAgg+xLCmdmnoFC9s1e+o75KKyirWLqj9RD548qyVJbzmlFgQN7MKIwbJImMcKft
0XWO3OXtQ7CJJMTtYpm/KBh4+FPOmlBgCtNdO5eETaaTZunNHE65mcjWy7pEeZMnd2hXWD9hKBjb
agiLrWs5xa5InVAf0HSpPzqNJ/AQXexFxU6Ut2tsw1j/C0Ys70bRu6CjrRL3A16JusmSRshwune4
oOR9OMq54Sz3YE2Q0Avu1gokdrxMbZceOJJdm1T+sD66dW+nu1CLcolzQHK8q4HbUdgAYDYl5ahV
dtTQlDU8jJZeuew9fISFDseb3Das4GA1tf3VqykDHxH84RC0s2m+kB7lxT6w6jB6yAo8GWMzLafH
0vGK4ra0eKxi5eSoz6Z0TT6ZfWcN+0yv5g881zrzkAq7646ynNqvgTnTSiKHEM/eRCKVtBlCcLEX
TQpj1X6hZTCYGC0Jvw7viKwdyOiUSqsjhSvD37V0TE3E2h3Obp3x3hzo1xhZ7G9ibRj84JlNMtf4
eCu2dh+75BxUq/BD6AjyIKEkWGv0n9PI4/v0SAx96wUKP2zObAkTU2chAWXt/VX09tAmJS5BXEZs
a55yyicP3dyindabPSAtm2aVQZUiaJe4sIf+sZ7LYozbKljB6Pl9qZKwY98m/lp6zsEVVBDi1ItA
jLP2ELcYWYyxmpT+u5e5X3P1VNGr9HVoEUF2bprH+Ob48pj6E4A/OjsqJAzDjzMugDV/IXB2CdRc
fwzjdhLOP6pGPyy28Y/qD6HRKvk5rOeIjgaKaEHseeM8wuBTlParKCj3OnCKft+ALfRigOhKJRU0
Hq6zKMJ+pFuNqj+Wee7erc4smQZ6U9ax8orKTZxGYlu0OnWxJjATZytxaj0+e2s2oTIH3uJXK4Rf
khHkwUPXtDin2HVYBzyBSFI9p1zj37U38IJI9uUaF6u/PnAzEFY7TUdogsOv/asusvSlq+r2W79W
RvXgFONioC7nzfspc5Cu2RgraSKjoPhijsvSJmM62T5dpTC6l2LxXlgRy0k60oADnAs72Of1OL8K
uYBzKUCsWYk7po5MZk8E9zaCKz6Hy1SP3rTwuHd5WOdw2eiM7tLJd0uCLWXsZGfoJYn6zv/te6sX
3XtqyF4zjEdYfT3O37SmO7UrBqP72bgRZS1rdINbq3FHOwl7x3meHWupqfi15cNcmD1gziJTn91G
EGaOQrLM04B5UuK3eNDHnWNXQ1LPKr23W4TokgmCqbPL56wqk1G02acRHeEWvGsH5CWPcp3dq0xP
Kb41/tTE1DWHT10ze+t+7DO3uUNb3vuVBblb7PJBkY771iSCmwUiWLPrc3+Y4q6IjC9rbXdN4lEw
bI52pfTBt3UVxl7tQ6Plb1AVq0wygX6sGh2vwThLjl2k8h3b0/2bpy/9kRkS8ahuVhr7cO7zCrP3
dPjptYO2H4NqLfu9Ew3+r5kuCc6hqyrJpAlM476QudxNkaTiVuAMpHi2K/7K6mBL9tMyVvsf3Qq2
sSnlJkwAB6CnQ5Ivv5Y0z+6EHHyFPAkyMMlITexrZ7jAK3GDrzhoZm1wMfba/YJIZPg7sBYPXwtr
CLOdHOc+eJgqd3iptZ99R6zNL3f5aPZFTOG2X+9WvPZ+4QUw3IZEXBHOo2b5j2UW5sT7m1NT0F2o
P9lqysXNYEK2uwlTZ+IAmnP9u5rsSe4LArOCQmjtfJvrcvyhA9kYCRYnpqIIU0UUYcqpm282rpuK
PbW6beyN7tgmOtTBi9F5dElQjHYBwqaI2fFyp81DSVzF5dJ09hEWC26sdSucIEaDKP9dYimQxbAE
0OWuQZ//HDA2+lvLPitIo4q63AGa0gXpjOQtYvvjPzdPW8aTzdnY7ojKSkldUbdPU5C6rAZGeNSE
gtGmncAnnw5mO3rfTPV/nJ3XctzMua5vxeVzeKMBNMKqZR8Ag5khKVIkJSqdoBQo5BwbV78fyP9e
FocsztayywfykOxBo8MX3jDRJLC9bBp8M62d2s84Z6qwW3T5s7Vt8okp3VqeaC6Qd2cpsGbWF9+7
rPr5A8STOA1iAqh32tJoA4HBoh1bGjSuD+et43KeRrqzOaIVvhnNeNr2hPgf2rI1sW5fpvGHVsXt
TdGm8fcyr6OPi0rTLyPRMrVqVKAfWoFccxBV8fqg8DDn+SwNJmthuco30Q2JA6MAG+iQm6W+SGPj
ulPkOJBNoW2GahHxYcJz+b5T9XCv3JRyS9/0WU4y3XItdhSgx52WcEMEKHs3710Hi1XfiuvljvOa
GkK2aPPXRrPqn20z1w10pdTpgmm18spfke67Q9DLfBeNUX5BNjD+lOtg3ifsoMelqQHuFZROalJ+
ndKtl5g29KBWt2c/QkPX9XVyUHztLeU+tGSGk59QbvgqRF8nO1AtTha2jU34jd5xT2dFrt0tdRxV
EFsP2RTQlKm6O0kKml6a3go3IDNK83OX2NXtaBjTVy9v8ulNqwp3pjU5O9LXWztu3qRd4lYh6Td6
2Is317u0b736Iqd18COl1H/l4QVZXSIq6dyhVbYJzNF2bAKkv9w+JH4pb9alme6ifMq+wTKfr9C+
i5LAGhLzIR1yT/lVVVFAHmnlXjv9Wse4N9lIBwPgynu/Hyv5sSyXMeIEtTlyZmVPb5VXUP0XllZ1
R47iZj9YZaL5thFxmC/cZ7TI9FrTg5Iz+24VXNswmwdqkyDjJJpOuqgplGZxdS/sblSXVDesdyvR
Ml2/icQ5XATOSn5MCX6l4lgsF1NJzTQoUr1n+XQaZfyyxALPzzpViSBxNa8I1WAuZdCNBbpnBiC7
t0VnovgVe17u3li0EH8WOOI+1C0JL3txi6QTlbsXcVTOGSGb3s537AaKQ9jljDd9nFUdWtT2XAaF
h05ukOed+SCtmu7FgFfE1n/RKvGmTczhMqGQEflzB133oLp4bcMorZyClFosND3ntfk+qyV9AJRb
tzv0+OJsFyUSJ4G+Gy0CA/roP6N5Xt6odlp/FDln6rVei5kdCvd7OBAKT5dyrY3+qNpCO9pKj0ca
Q/YY7cvZ86pDT/zy1VsWclmzWY19E5ltuSutNrvDR1Z7azmN9a6nl5r6Y2s7dzCWy89tOmtpWOWO
bPxeM/iTi8KXPLDlVJEazlZEKWBRXB0deaMMTA7yfJcM0YY17ofNVbJSwxeC2uxjMrpcjE6kNTH7
36WPBfR3PFIbWUc4riYbJM8zsi1H6Q0yjHqFQEbeEih4Mv0emZPs/WECoIWu2BIXdGSMvvThrNeL
D5TeeCA8se+tYnH6YCzc5TKuG+H5jSO1i2JSg3U12+18MY3lmB4LZSQP5Uoh6U2CzmO7j5HoTYn1
J1IUy2zk55XEJQklhW6uh4yC1XFw3MgLFK3/B+SAZLaHfVbL3VioNtnTxI3vQEwV+KoIilNNLbwD
2Pnxs2wX57pbtJwmW27oF4D7s5oOU8dGyEsvfyPoZw2+MeXprWYI7vZunPosrIYq+hqD/2v8duo4
GHFyhhPmFqtV+jrh1LtITYIwsqjyIbSnqP+4FhUY2K7h1PCRXOweIC5q3zMWwPcBZEMS0LOIPlm5
kb3tByKIYJ1bk/44oi6Hce2o8SVpU43hZMc9rodTWVwW1ajFe6H32qXLwWeHKKRY1a6fnKg65n2x
loGNeULpN6nNxdP3UryxrGF0QtQJiL3IgqEwG06a7L3OiOsg6VpxsVKop79Qt+MhozMm/TFZCF3t
cppdiuztUFE/sy0uak5boo0YdJ/H8aNoFnvZtdPVHuGRXI0fJZiMb7WF8GuQi0IQEwwoWnhxyqE9
ohwf0H7rHd+ro+7tXK6p2LEzSgcVD4XVn+WNyjrYotBjkohk/TiYctaDXNm1uRs0aj5EE2LMAqde
rI91Aab7KsF+yfA7gCbXSlOeCFqvFG+ndUszOXxkcgXWtH4fYQ2ygUoMcS8JpHuflhpt3bLIL6ct
6AkQHdPeOS1CIghlZcbbgmynuouMcv1RAnpwL2qrGh/cNI1v7dbdp3Gj98dFE0lHtb0zqAtYKreA
G3je9eCp+RMtC7c5wpEqr0iI2h9aEXMydIvBb+SlZtyu89p7xJbTAFaUdOBtw1WEU5W7UruNCCIo
6jhWQcqZm0m4JdzTLm5yd8fBGnsUb+axPdaAvageNQXiFwpP+OJNV5gJh6U1ZzfKipbPLdf2vcnL
ScFyDcbP2k2Ieje1vDeD6dXLgWes31pZ1hDGZktEpdzkMz3FPMtHihj411p4BemowzL3sbqw4MWW
E5hAXuydOUfU9intyy/24hBBGF2UfgcbgdzTgPJn5jtIdHjXNHgp+rmVRYEKfxup7xQrVHJ8FxqE
JnAm3dukikvdr200w3B+t4c4rKt2eG95eIZdjTQ2+lAV0OdIh23YuY29NjiG4Iz9FTRJ3uyVRo4d
6nPGZWN0SbwePIruD9Cjza1sLMlc1ETL6aioWo3+0OdwyZJOxGCMYqe0/DxzXWpAGncH14MdV6G1
VogKEvSJYp+uOVDIUHdHT299s52V3E/mUGo3JbVnjG2bvBiaxybpuuRmid0Z74I+zQl48LE0Fado
auRGWBSLBgBlioF0djdjSntaBXZvtuNDO7bteiCAaWLNzyITbJO3AN5EmM5ItHfGsFguavRGDkTK
j0ubczB0WlFl92Zst1Pk68iLFkiIqtZ8b2G+W920lbboFGK4dKxjr9vQqrDVNIiyK13TPupJOZcX
2TK3zvZ7ZVpfJehVjO9sMa2EWpq7uvUjBqMGoQ1tP8YYGg8mgz/WmpxJ89dZF0e55MZ83VoU0ekY
NFP1EyHraa0D2skkYvuusePoZ+StDv7RVtYXV32FPe7HHOeV4YcruDtvdLeO7GBBeH75QLul09+X
k00sFESeXYrPtdZI3d4XBT3CYySmiaZyb67u+kNb6g3QQziXfK2AzuYHhunoJsabHbfiSsSc4JNp
aTqbWzixQb0sR1IYgXy3s3qknmoAClRg6Kig8pAzO5An+tGRx0muo/aulEZNpDHOjaRZEk2dAuI8
6C1bSoK7cL/ZrWk730bbzZ3hkNInjRPfWuys6alApVb5qXG5ZX54pK5RuLiLmV4taVoMb6VqEccO
4L0h+Z04S+RcLR2UjUNqTlP5RidDtw4uDhtzWFA6X+/shu9f+7pLqwAJfxz8fsRpvBTv7UTXli+R
Wrg26JUo79ixvnk0W+TegbL4OF2IYeLKTHSDVgrltbm7VNqIqLPdO/l07MsZL5GhKtKZq3LssxsA
UUm7r2dnrC+7VV+zcJKlmX9B2SNqyXN7twupelr6sQNqsvpZpVaxMzVVOvQyKLYESlqV+ylnx9yj
CZgtb3olyWZWnfs1HJYBWQT0ntXnMV6Sx25ZRXdhcwjku8XKo89a3NW6H2vT/IDKZmzsF93L79O6
NEcf9nyByRLXnxWiYpbXX+I+jxxyLdNbjnHDDwXcGyq6iNkuP0bZZnKng3VWB4CZ4gECEjUmSc3e
80ePOpwPqUa7pZMaF7vczdYvqnXqe/jQ4r1yY90hYerTsG+TtKKJQIzoJy10W58WSnJdkXvfuqh3
AGS2+lL6kR0lX4Y+7kUwyW6Y/LJp1KfSWNVMIDvp+k6MRvtdIUr+aR7z5VIj2C+AxdT2xdgjeE+S
Zoeayb7A5DK/MLOsBTMwrG9oA01FWMeTdVWze2Z/NUbaN42KMOi10jl/UziYZM6kDaSRZtOU/pQY
DR4BNMbpzFME+lauYnnf1I1D+dQppmrXFsDbd2tC5/c+40R8r2tdT00aDVPMIaSTKPoaJiCEQtiA
PhJm933aSkDTeT11n8AdufdRXop8H1eR49zXOH9/bDG0BLBjLfKHV0+5ohgje7WLlCyrQM5LHnax
t2zaDrmDUjOiYUUwL7jgvukHMSPXUbTlxaTPyXEGzFxfS6hMKSm15Pr2uopaBnJy9GsQm6T2Mxt6
8gbSuiyCZoyymNpzj38vF39F47ONHMtvpdN9aWPupnBRJXiOjNSd2zj3cL4d10gdKWvF1q53+zK5
Ak2llTgbpmURptE6PqzABPqQNFJ9K22RfEfI3nX9OZHLVYnw07RXbZt+6YYZuLKbJNnt0FgprUvD
rcEtqnWgyzIY3RX5EukrMvze9UZviANR2skQgPShD0NzlW7vMFU4HzQlvqs+hqM9l9VUWJrfRuvw
LknIjH28uBDPd4h0up21qOV2yMypYUoWqfsJJ9Dqx51TcOIJD8BVPPUc556HtPpBUNL8SGMf5MOU
I0odsCwpXGdr2lzFCyFWOEHdmTjcNlNCuabt57w1rfe6t0SFz7HPujF6NRhvtKbrUl+nE/Qpjnu7
IMfrgXTXfZe5ew4jN9ljpprsR73RxsCheSX2hfD6O9nH64b9k8Z1HXf2LdI6yLyWNYe4r625q8Ik
Veo2BZr7zkzbtrzqPLtOwsiasjhoAR0MYSSj2KXXQ5Cxdzu64lsJgbL+JMe4oZYpZLsXRpmV+7Gx
POo/JIAUYYdlCkYlxi8Vd68VFAIdnI9QLKp11+pg36i7JU4c6omXopLumP0VnRRVfxLZ6qbhamnu
V6fuXTNo22qZQjY36glZWZX4uy+9Z120ej1cTwsuVwFKSFTZ3bKsLo1ao4SdCDK5PQGC8aGVU/fI
GUpzK0/1rVhEZVsn/VyEG3QZZtAPWdatxwwoRUENVqM1Czwof+iSTr4XC8LEV4L77m4thU088DpI
8xmuDLQ4skouqkc6Md2p6FFVDGokqKIO22TdvlwSeTFlZ0c5pcIi8ovcEQrgKNN5aB6dIOFJUlq7
XCs3aBpq0E7B25e1APuUg+lYlBkHKWrkZx7tGT5vG/QXHBRGJhXF7fPf4PdjLLiJImSpLVyGr9BJ
rt/VWAwcSlr4fz4UrsmAdVGP4lY5JWyhwCMKlTdO0AhwBaabDofYzsdDItrqjFbJKap200veXNp/
mUKgRHeC0EvmpmLbTW4QZU3l5xFuCblTpgeVZbbfjOs5EsMLC2QDDONJjbwZyMCTV5erZo2AkHjg
B5RxUazTcuFykJ6ZwJeeCkQznFYD+dNnCwQye+nkS+YFQPgwnJ1BgJuRyHfFJGn7Zp08A6d8YW0I
fNwNAnnYEnTqn64NA4R438PwDzy7/ZZaer6LZzDm6Vifkwd5af6QRkStioOd1XiCEoUi1zatlnoB
FZDuHYAA57og7D0zf88Ie9uy8ODpsSJs9BVOebqN7CTZIa9JGyji13ljXIPaELvO1cy3U+tOQVYk
0X1rL+IDncUxNMDIvPvjswSOD5hvizsTRs02Fb9tOFI7B5oGk9p3QOeD1AOqAkrLNP/Uq0RA7tqW
pEvlDvdn82QgI0tgcmN4CkvXmSwfiwHwZLPeGB/XuTkn2/l8qZiIQNLTAnrLOemdbDgtET2tE1J4
LcmXb/RPaG4qNBE+QbRLz3lMnxI2tifbuLq2ucnO84RPpzDLehHR5qDg5Qj3unGqry1d6j1RzXeq
X2UAv8La5fE0n6HyPD+gGXdT6GD/bZDmk3Htxe00Anr2g5zkvsGuK2hHy9mXXtPstNhWgS5KsX99
vbz4sDgWs2YAG0PAefqwgEkWq83pKw0UM+CyA3UH46f2C4aD/mDlbWiIFiQp4v5/vP153M1IZOPX
OjCAno5cWS0GQeXiBZG5lh8KrazulVlQSp2XuXz7+lM+PwCg8KJ4vN1/3EenwjGp2WfN1HqMVcXu
QZ9VexArfYTXR3lplUoyWqhF7H9xqj5AWh5RRnU4QBfZwRiu6VuNVXmlwMefuYFeWivSgPkFmdTZ
ekFPJ2/Nvb51UGAKPNBaN8ugohsL7M9ngR6DHq6VFc0+QUAmw9cf8aWJRP8OFzQcFaHRblPw2/Gi
ZTr1z5HMdp2N8kthxLLcFd5gzrvXxzmlym57EGKlA6FToj1mntwNvSbwPlC2B5UAqiASsOy4bBA7
OhLQJwEwYD4zyh8dIMib2XT/1KpyG55jXDp0LtFFPbV+HyeD9izN5SBCJDuwEGv3M8PBcG7O0DbU
h3MKfC+tHDQbNy1Wk7r9qb5mgghHpqCxBu6oT3s8YO4iTIN2+KO5Zy6pcyOdTCwKomuqWiY2tmsZ
FqXA8CHLo13ZNtbF6+/wxaE2j1YD2Qrkxk42OOWsKO4iywssLbW+IVSBE7qZNh+aNDnnUf48dNms
tf8z1MllRIBhjzSavGBKPMSqDfxEY+pnIR7fEkAm3pKvP9rpqWlIApdN0UH/pfAsT8YjuUHMbczH
cNZmcYB9tADNUt4+37wDTHOZ9k5MCcdURX/mJDud1F8jIwwEp3C7dU+5i5kxwmk0jDF0+9z9Wda1
d5HT/UUYX9Rn9uBLQ6GYqHM2ozYorZMzxkZ4v1CDPkKandyfQOqtAFrE+2HqtHNpwun7254Kutim
D7y5MZzut6IYOyONQbFq5nJNx0V86Mq582lO2PeFW5xjxZ2engy3kXNRigGziODlyZOJYcT4xPWm
cNFSMJK2e5C/SBNwKGia1jXfg+7dmTd3eqRtg3KcEJdZW6LnnQShqZzawalBZro0OTfHnPw4IUXy
0MEV3hNxyJAiT32ZjK37NVHL/O6PlywhDW+R9MjkmU82/hTTROtUOYSl6obDkO/r+t4s4/G2TFwZ
0mqtgYzU5x76hTUEM99D2sxD9xDW1NP7YhoJ5hlkCPMuo09jG9oaEKHaP+MuBUvw+iO+9Fo3Nr7l
bgK4LKang7UjwBBiswGilJkGXmnPN3WX9LeRUMl+aAGbaU2tn3mt4oW1C2UKmVbkBzH3OFUqL1In
1uO8GUCid8aNQdmWrotrD9+KofaO7TTP751kzS+zoTfuyPCKjxSFzbCFsdvif0OrLPLKlMoUdI0w
qiPTF5iLn4ugX/yWINQ2AUEwpqdLfiFJx1U6A5SsQ9BrB3f1WSXy2BVaf+xsWXx//V28tNodqC4Q
0sEu6KfRHWTPqjTteQxNUNEaGEStiEITRBNgmaW6wks13cFeiq7ytOiPEZoX0/71b/BL9eF31tq2
4YiNbJzuEUUGQvF0OXQUOY3NwSjMG7u8ouxW7h38z49OnOa7pldrUPeDvO71tQllUQPj5g2H7Tjm
tFIAOL3+dV5anFjNuMTZiEVYp1I8APjjqDZoMa9zUl6ValB3kw65Qkvkt7yJHXpMS3tmbb40JpIP
xL6IxHJbnVxTc6HrqzbHQwgzKAssZUxbK2pw7jLlTrlP845qQhlZzpmb48VxMQvYlCqBJZw6ogm6
4GtCmQ3zctOmfzBUm3DsiA8p3ZQE2qymJ/ssb60zr/zFcRE33E45iNynb7wekiUdZTWEulGYRyfL
bRtY8ZBdRbC+d1OtBE0RyGRnzp1tGk8XGluLKwxBbAQct73wW1A8A+8dDROmB4KZ00OaLv3OGG35
8PoCemFHYewDbZwNjF7kqY4AWNJCDt7ah3ZXZ6GH6tAFtABAFH38E9ryFPTGYgSEBiZ6/qN58fro
L0wtbE0dA09LgNo7jTuIE1SXi4SlVGT2VWaDmnfxZDoQofbhUBnoB7T9OcGcFw4tBqWaQlSwsdhP
1i83GUqzHnfWONJDRjmF21lRVM+dKA0cOU9/vkeROjK2SxrXZf30jnT7TXDZdofQKpR21dt9d5eA
7K33OtzINNCLId4rz1G3fz63ZP6EdEysgRXz0/UzwJiQoOmHUBvX4aBqUR4H2eghLFv31gCvDkGw
U3f/i0EtyhsG0ihb7Px00KbsU72Q3Mx2ntRXi0Xdu3Ol9j1umuWgV8YNxroqP7NTXggHCANYwgbz
aKDA/3RQFWWOXVjRENZR2VPkNsd3Ax6bBfdDBwX19Sd8IUjH2AI2NauWwU6T/mkAQThOMwGXglts
Qh+7lPNqvtPoY/oD7O3ARKN7P+Rr9+n1kZ+Zj3L10AjFQXYTztosb58+p16tXPHKA09EpYD+hGpv
WpqQPyFgqH3SmNijmk0nv7tN1MBdB6MMmEMz9MsC4+8HujEAEo25SnagmuALvP7tXtpV3MtsLIqU
JBEnL0FOs65xcnMvuoDVXLzSIQ/F9jWdcd2P4ulPlf1+TQa1ayqwxGR4ZTydDJW4wmlbUpZkpGYt
B9QLDIqTh9QYjD+/ADZ9YHCjclMvPjXDoVdk9gl8sDACY34g5P1QscsPHDDkLl4n33pGmYd/Pp0Y
4qJ7h4Q+/jsnGwlKW20D4h5DWdbUCkQ1vp3TSoVeBLDEwuvt/vXxXjqJ0dhzPZNgzsUF6ul0upWO
76aqpnCyIv24JKOAQ98PD7AfBdrTZXRj13V+rm7w0qJByBQfFyQvN9XEp6NOaeLNMZyCsBqlGdhe
C7KsSLUdwEBtkyQwz7zJF04KE4SwZfI+MQM5Ha9xOYFpO8+hVHF+3ci0+9gZljpQT8s/vz6hLzwa
lXKk4Hg+Sr729vlv17dcqXWuazbThgR+6bitA43YhoCojYC/kYpfz4RlLwxowbLmEqfXt2n7PR2w
qi0YKJAlwryNo31lz4+llRpHrNIa1I/q5swCfWEqkdNE15cOL5oSp2kRjfSRvq8+hz2HVgiyLz+A
a7BAl9vnxMN/qbqdhEJbHIQDGjJfVJNPDj47ATpmp8sSDlmijtJEtaBNtfEuGzOxs+ehJ/3Uq9t0
7PXLvoFfI3tvfavPY/wlRQn7G6xuC4UDsztOmyGLY8roXRx1441L0nfJesiOFSSWYxznwzl5spcS
BngKJKkUHeVzk6tVmFhogn8LZdfXQIQiiFjSWOQVFnXVxxokB1GsWuJPHvfxRd2m6I4AFdIeB7NO
IYUgCNDvXl+bL9xhdANokwliHYcG1tOloms1wqgdS0XYgwbYqHQ39aUJVRYQXY2w8uOqeT3kyto8
k8C9NDK1eQrZ9CJQKjo9ZuSIH3wSL2GmOz8wnLAI2NfhBka5DMVgFB/tfkr9uffGM5HmC8uVFgh9
JVI2lqthPH3kGPZXNTRiCRFFT4CX2bmPR6AZynY6Z8P9wlGKyvY2DrVw9E1OntEcitjkOlzQbIg2
cL41lweQOgs93AVwo1q7o9Ma05kHfGH7bycNFhQEBrpxWkNXQo5dXkNsbxQKJzqIWLDayHUc13mp
OAGQ9miC15fRszllNRNgyq03QTnvNEOh9V+LxR0Vuy/tb3qRVAejtuYDUMo/7QsaDMWCRaGCKMZ9
5kfXZMVkZw46GBvo8hLuXernkwvOiIr2mUDmpadCacrkDbqI1pze9pVoVObamgqhAlOhLztrDCSg
lQSY0lyEr0/hdo0/OdkQEaQwiUo6BVaAtyc70YUmAxIW2YQUuPQNCGxa/etaI8Dy+jgvPBRnDwmP
wfzxH+/p8hcxogdxa6qwmNBBsOB8wX/B5zf26vbr60M9W/6bLqJNaMyJTerxS9vyt4vPzj0kCLaC
ObTV9jiMfRP2sCt3w6ipPaVv9VEXxbx/fdCXno/ynLnJyZIJnJphJWjkQVYVgI6Ar6GbYaT3laJm
5wyAY/83Q5lYEGwPR6z0dCpteG8C1OKGbxpwqZU9qCX054DEe86/+3H/5/vyX/FjffvvhdD/67/5
9/e6UUh8JcPJP/91nX7v6r7+Ofz39mv/82NPf+lfb5vH6t3QPT4O11+b05988ov8/b/G330dvj75
BxQIeEF342On7h97mDu/BuGbbj/5//vh3x5//RXE1h//+ffv9VgN21+L07r6+18fXfz459+paPw2
69vf/+vDm68lv3f1WCmW3b//1P/8/OPXfvjn3y3xD2BN9PBouBKs4tT197/Nj9snpsknuGWT/ZAL
UvFnN1V1NyT//Lv8h87Kl+B4truYfhiHcl+P20ea9Y9f9Tz+f4ogeGVgB///HvzJK/rPK/sb4kG3
dVoNPU+ybdnftjQeuFvbgcIYLTec2U4l3KMEvlRZiW8SjRphfELimdjFB5E/zJ+8pWjkvYemjHah
QQJ89JSC3Vh51aK9iWotmkFbuly+B1QmQTIGqDABrv1tKv/6xr9/w5O98usLcrKRQLJTOFdP7icj
duomyscfS2KLmupphFSeLItqCsQyNs7h9dGennBYkm9nARGpS+IKlflUlnDCbYkTNCfkhYmAxvNa
fGiWvLn781FoW20nDtc7fOunmzKBWmYmBroCsWqZtTLrL4rKmc6oyT+NXv79LJQ90T5l93vus0qO
TrbvGC24TlFm+6mZ9RuPVOlY2TK+yhPNI9hvHq0+PldWefrK/hoYFAd3O9B1TtWnj9e23tTPVp2h
lRAjPiLUfNEh4bEXIGfPXOpP44i/hgLVAFhrO96eyabC0ZbtinqwRCguGCkg+cnafp219aduln8G
r2M07MQ5C8g66eUgKnmStNCiKESmi8TPVfxxsFo9dK3+UWEMduaxtgXwn135ayCXIUjiaXNuPYin
M5jh19FZQL/9SAjkQDJ8myprtsLWruZA6nN15eHCdyYle7b2ARXhfSIBv3G1szCfDgrUNc0W5Af8
fO6ckhp9M/6E/QRu+Q9X/zbOFkmQjfO/U1+FiS6ZZ2eMs2Ls+klG6E3EaZN9e32Uk57Urzn0qD79
+i+mUadKhTLLFMUV+DVWNkCGbGBNZ95kHdI4f9901nUB9b7IrEPfIbjUdkeWyzG3p4tVr68pW5XQ
ueob017PFDpfmmUsbSn+Ef9usLGnszylEqERD/2MbJXVhZBwnBDvOreAnm1B5hjLxM1FFAwOS/Xp
KHAnSneymGNayHANINUuli8374CgMFV+Lgp9tg234bayAbKnXCen6F0YUzloY+juWhZr+9lyv4jJ
vULT9zKWdXzmjH55MDBMZA/EbeJkBmUNMsBqGWy2ygrXEX24EynCvWh0mEYYGW17bik9346UxAFo
Yf8q6RyfFmJQUsq6WbAdJ29ub0D9feqFewl1cQ5yEzW59aANn1II00tv7FZsGXZmvjEYWgRNkKWD
i863xbPoQ6LV5xq+z9eTQbWeUjLFG7BQp6U3uqwOED2gjbQHNlIuBEaDHP6PwshtMzEKAvbAfbeS
4mlNQyDw4DJS4re9bqurpSEr3k1ZEc0HQI9IL53ZvNut/vQAZLxNKp1uEmfg6QEIyw8PPYmQTKN3
fXk5TTYE0XpN8p9WR9LmSzOOP8G7y7IA5kjshq3pbuyyzHJ3XTTXZ6BmL03yhmbb4F5buWpbkr9l
CcMIZA65yU13zxv74zyt43Lc8OLn8LPnBjqJDOpsTOScMFDVZsWx3piYQnTnTodnkQFvk8uZFg+t
pa3V8/RxjGEG/TxtMj3VlIDNrUx98QdQZh/mBZ3iI3rBs7qwhgyhxqitk3PHxfPTifEBnRiU5LbD
6eR6q0XhqHTgDMwdbUUJP/H2JRTsnddM2vH1lUQx4XQpbbcA72xzzcPf9dc98du703tTqzIzQfIl
nvv2WAgspH0LI6qSw7GK9d2Yut57w1pKG1ua3pkC1Bngaq0bh+CHiJAbTsuo0lyk4/FPhaWEAQtK
GjWdqfob8X1bfYf8OTo3HtxrJIRkAhfdJ96KG3Te1jb6PDRqFJda0deCBZ3PUdDPxpLfAZxCLGXs
EAi8p23LxVPNbd+VfjysUXXQuwZ/dMjic67tAPyuwy6q9fUmaZbYCkaEmd0AXFKHLA+cLOTOFpsc
b4aacihdT9MgJmXpj1iLvWFX9aBnr2gArfHOFeWQ8BWGHByh1yDjMZQVAk6Gqcwp0FPY0rtBX4by
0Hkw9S/Z5/ILAZFZvsm7okO70XbSEZJTKR0FX36aC9tfCgcVV1jjpBRQ/JFlmaPrroc/WNwl2qQ6
70qvY6vLPsMXEPT6kVzMJw+y2ObZipCUWHDfg8sKyXDnQsVDpq2Ohq8WMiO3TYk0JI6kDmpSfVnD
HeqANVFWtRqFULtY3+UeheSDnjUw58amyr9MQ1n+QD6vgY2F+xlGscpB8HSaI+82X53oc1pmgtsf
UeHYH9lt6SVaQ7Z7AZfYzUN3AZyD4o+ZpDtr9qbkEhRm+nnSbL27WiuCqCQAvwDDcyIO7D7ps9Ui
GBkX2mcUqOBU79APK1DKnnCtYoITq72M5rjSrE0EwbqNPSQgLttya/mhfDtm+CQsmb2jtoi7lSrq
BnrjsKmWCTP+ClK+V35kRSWyITks8NCLC9hTydSoD5YskTujOllOu3GJrGPcpl3kxyasucIX9dyy
xSHL6QiGUVP0R5caDl4643KfdFUKGVko923mtt4dKlWL3K+5vuYD12tMF7+bjQZdTWdu0uU6c2Dh
etR8UAGuCKfcuGfgoipYcc7cfYxH4ZVBNQzNnVYXkxYo0+7e9PSU0x3xkHDeV+a66PdzCXELBdQx
8Q6NJSB8+94QT9WHZenHXQMJXH+HkIndha5RaeJAJorCyKVl1VrlXlWIhmjpBbYNMr0go6nsY6l1
G5svGYvysGSufutoevZtFoiwXtcLbS+sjwvA+blWoIor0PrhiTQ0UeK6chAGF6ItaCHBhPalmiPN
T1WfPEpVRGghJf2CjF5FjkX1Wfb6LjMygZartBC3q73JjJCC0exol09NJSFVAhjcJy2e1b5dVfCx
7djd/iSAhtnP6oypG1sxRGy4BZ2uZi6X/EjLHRFYo3ehXGoLSDSg2jLBCsWDcNesXv+WXK72wsZp
VzRiapAICM0KFkSvx8Ubu6xWSklVjG1P1BRNvuuRb0doskyFCiI0ahGUXVKI1GU6rF+Ft8qPhRLW
HCI2VFwAPDSM3VQ1MCiFrjWfk3mevc/52q79RyuCs7EbjCj/3haYA3+e1s42DnZsVVgadDV6mG7n
NE5I27vs9h08cdSqitL8MkUDDLwWNUZqCt7SarsIJavviesV06FUiX40yDqq/8veeWzJjSxb9l96
jmpoMQ2F1JJMkjnBooTWcKiv7w1W3VsZTmbGI0Zv0GvViGQ5EA43F+bH9tlT8wXPrnYAvMGO0UHK
UdFX1wd2AY69jUis2BuHgJ4oDxNARd2kpd62suOaRG5pfsw8kfwoOzugfqwVEEXCunYM6km1/GPq
qQCthlyvoC4YAJp8I+KGdC+Gngq3NAjGlGKVMu/8MkqtB9Tqmb0Fd5dacOSqxbdnSKBG91MYZZfU
qdXTY0eRs65t3byjXFrHJhySm9JRx3poYe81e9FnQD4AtsS3yuxQcRkSZ3P6NNhe6KZnbPrZxO7B
cTYVXxHxo+i67wClrOZTHlUWOU8NNGo0MRbhVxxAgPXibuxD/VwBw/M8hImGG1dgFQmWO3WaXkQl
hc/MONk47Yu4VOMKajiURQwAjHywrR0HkSE0fU+f1LT+e2/4//N+/2cxmvm//8mu/ZL223xvcvHt
88vE3/I//J33U2zzL3aLKHmXQ57NvSqbnL8Tf8tfcZFlotvhiM9l8vJX/2T+DP0vtigkDJELulTq
Lvdz/2T++CskyBwYUc/CAkbg/CeJP/v4TENyhrziku3ibIBelNPo8R6wFrliV2PXHEYtPY+s1K9c
sRmCYGtyHaIPu9F6oPQJYPl0s4zZvO/I8qEZAV7nRRorQeqXLGb19NTP6VZra3h5FPtTdZV3iBnx
FHUV5aKiut0zvpndM6LPzViLMzcKP1Rp816IgqXDPoRRcqY1KlDDLcyCw8jhqbPjrcKECVEO057o
Q2i2O9aC3VyCqEnyzVJlpdiGn4zGVcoyAHsAEBOlyMPWiyeq7HOmG9Jr71ggPgZe/zDj9T3Eyj71
ukvb8o3UYMdDqTjtaMOfqUx/7Vjp6E0lRQ9zrW1Q25YXFfKhwb4zBSyD2jq8GG6/SY0eHxZ+fZK0
ja/qKo3Gik/o6bCDPvXaCQfXn8eaf09hywPICCMMIS1KzRAyRmmMOAps02RoDm54HavUS7uPM55d
WrC1gZeo70BDbL0KKlGd3lSQb8oc9T97mOS2c8FWdfnegFiHI8FFq1g7u/8guBxWtaeRgROVwaZl
DQz5/5OOgnHaYm698oCpgGKhSv9egYAsKNNOumITTOV+qsp9m7QbYYb7xoDdpqRnBeAooJib0rqo
Afq93cGShumfDiDjR4xQY0QFxXEHkIF3gmoAEAychTeO/fFrEqpbT3xAbHiWarDH843JZWmTBRss
fTeZHhwoU92//R7HGY9fX0M6FcKdNewp5DskXrDBiW0zgRQBBMgW5JR6aDl6/fLJX/xiKblSVmbv
cbZnWjDmHfYf8FOTDSLdE79omRh/8xxOZbhLO1z2LX//4lQGBbvKupSebfV3LHnniRpsMhgESl75
SvSh8a6WrGpnXjSqeJiVm7Ls9y02Ol68nU36ugLcE+yD4EvQn1Jccrfz5qtJNw5mK0YIXKI5cKux
jUZnxwYQIKa6wB33YVv7va3slT58WPOR/+0RaUL2IKlBYeIj1xTOWuzQS+jULZiHLGhPjOtfJw7i
mmTGfzpfmqIKK46rUPCoia1o20CNzp/f/jGnniDNHJFo1NRreMIwPTfOu1acmJp+HxGwoElVk9+0
pMC0Sa3i2sEkK7TbbvoqHEYHYCov+Pr27/htOCwCfq7nuMWTM3+x03nQfHgOnmAbr/cr8aTOj28/
g0u934041OmOtVwxkGg8DobWCrlGoSz7AIiVGQ6c+bTA2NxzfVZ3XaruCviBWAJvRD4cYozgQW5g
JBYzST6NAF7DyvmhW/FtPAgQQxW2Q8r4vucye2PHnLO0mH/qYhGbBv0ZHmtX+fg+QUBkZsUh0tJt
EUW3JCd2uUj33Pj5avUt7KCLChhE3nzTOV9VeGI4aKdOBThGvdCimx4YiFtGSBkHODFQ/ilb+taa
77VyOzfnncVZGOxXPXvnfcH7O0R3TdQo1O/HxSGcgwNnQKbw6jwYMZFRnV0Q4804P9WKdmH0yVmm
irMOdQYa4LLNbvTiu3oRa+WXuHF+IHB4sq350Q3Gh87xO30xZLoXmfMjEd4uUvDq0Jp9kKiPEQAp
N4kugfse2si5BGq0M6NoEwsPXQH3N5WDJOuuyeC3DM9NSnkMUHJrsNDAzABRADui1Ky9PUPkLu/S
GzDVV2n9TbCFmM+c+67+ms5+wNq4/IShsA6BNkM5fxDl58L+Gs7PwvwAuJfF6bMV53fBmMG1FhBU
vF06zLuZMvESPG2HyxpatMPQJtfz6F6KUfeH6P3AGahOywucbXU4wKqot6T2r5NpOOhdebUMFyX+
Vsc5qKLEd8zogc8DXTbZClaKfMKUobSupkj/5ooFhB88DsATt7EK+CLU0isOfdclSo+NEg435HEe
q3o4E07rj/VjEGUbb7rMdZzE63gv9GFLNvEyd8ONqSwsnDMV8BDoyU0PmzNZwDolDEgdnB/5I9Dh
jI0vCmihKWIexzS7/jbyj+IF2VpMO/dL5yl7O8Q0wdPO687EheGyJMqg/5wnyWfDSNicLdLkmyJk
H9pdm+rfOwKOZ4kCOhInPQx0thTNQTsy9nmZ77reg+J1C7t/xz7EA23esu3rxBc92jdJs/H0m1Ic
BvVONaPNXCvbpI0eyrw/UDeyG6EpKUb/MQlNVj8TbDJRlua7UgC4DIuDnvSbQHjMx/q1B7+mzvSD
VWY3jWN+TtXkGcrtbWGXN+U8PLSDe5WzlVXNr1oQXsBjwP498jvxVUC6z4vmCY7TLnDe4wCxKSOK
pEuqQ78PZrSF54uRQ3JGiRgboWnJbz/qc7GPVNyeSWREdyLGYyIhNWlujI71UNOouwKPh+lYF/rm
YNMPla/Z7KS9+GYkEahhdKpDfcP5I9GUfRbNV1WWnjV6d5nXUBn16hrv6ueK1oSuo4W5LXWFN9jg
F7pxw+62XJzCxbB3Odfadn+IlWg3JU+Zxdmhzs+EkjMgrUNagQSr7gJh7CPbBOU17RqyoF2XXLvu
44DZQ6BaWwUrBHg1m8nS9y11lMtmUm+3NpnCJrfOBxwA48k4TxHexU1xyHBct9TgyTCbM5sUmcvo
nxc6bbRIubCMGq+8ybnNlIAtmgq7GTIOXNQNXNhzjxwMfLCzubTBqGLLxC9M3e7Rbke/15/7Idwn
xSOwtZSPUw03bYkwM4/PoyJ/BkVwH3fNxdgGVzoyxyQcfIQPiq1TLgyTfn6myHaHUxnH9HrTTc2+
twZQ6I9dVR40HqRV1QHT6HMzAMHTmmcG1hPkogjh/mAKb49fFx6R3p50FRvNnYE7wWADtVX07ZQn
Z6Gym0MMe3DMRSjiB6lzGTXhB2QLvpJ2V7n+Q10SJepd5InLqY+2il1vpvAKRty9o/c3Rv1s6eFD
I0Dk9teV2+6Q4++VhWClF4cmw3mkOC/0alNmqQ8VljzHeKMkyRPoZijx0WUDz1dz8us5Tc+EpW/x
A9tjNXEet49N2J9I1P+8tjvaeXKodfiPm2Ekc5QrHC+CCl7TMIjK5mDF5UWCpZMdMxnoAItdb6Pq
2SEvOBJiSwVxFpevdMcN4d50cTbo1euRvVLj9ndK9JQOzolX+2V5lt5MWp6dFNIaGzJcjXJ3ZzTB
rRpQqgDm2GqfANEcuEo4dF22e3tb8MvWQ3qqtBM3RIJWqa2ag0KCyjOfOpH4JpfYbz/l563+L92+
qLC5kV78BJYf/2IjHjlcZap6yo9zKrzZ7DNLYbctujtBIqtUnF1J8lMbhttlA5BEIDF1ExorzqW1
+xGrqU2G7QeWTf2UApi91NFtWhYWdZytqdvARW3emMJ8TxqfQ2O3aawJYp8D+uqbRV16N9nng/3U
PXTxu07D4gp/oxQSnAET7MzgSNhDvQ6arYUKQS3TvWZ+rKihNNmdhECsK3NTucNhiiy/taebhqsC
05kPrvE9TsO7SGnvlpiDLfmE0dRHBTqxNeO32f50RbkO+uLghcMTyqK96w33baU/D+QYnejRBhe2
gQtyyKf5sVXUXdQjnJmCp2mwP1IC9TBzNMFzxFd0nRv1BTSc/Bgx+BLC3YV5ve1KMrBUwcYsJEZC
QEenbB8l6RanwmWA/Pvlfh6xXnw5psAA6mS2DMsblTkxah5N5bCkcYBoXvX08fwkLgQ+Rcy9gXdi
Z/xL/gjN2t/JKBsRP1XVx+OmrV0AHyZPL0u/jcWhOo9u4ty66vCH+jlE/yi/+K7M+U+WCh5JDP9n
0kP/e7mI9lq5qf+NqsPli7+efjwvvsVHycefsJW/s4+e85dJ0mbRYCFfB8VCVP+dfLTdvxY2EmUJ
CDW4/l2khf/JPTp/LdPvYiJPtoMNLYe2f3KP9l9My1yfIiJDY0CG4Y9yj8eHQyjWSxoTtIk0o7XB
GJRp7Nln3Dl71m3bn4AHvdauND97esyFEOTvfTCjDsDKqhyfG9iXp85pjOh/Z8p/X1tamBL4vBOq
dAcY5zQ2DxW+et+TTEvTE5WXx2faf9uXIsnL4Q+KNLDxf7ba+T4l5DFF0Sy2n7kxci9rGnUXHF6M
lbu/X/ulrPK1vlr+/MWk0fLtE64h7f3YIoLEQtsIm0054Sr9dvvH08O/P4Yh/LJ9x6vVKvEmey+0
yrzWNDQ6j4OaqPbVhBfl6CvODPMgn+rqRPrktR8kpU0ql/2yszywz7i8vECsEIgtOZwo3r/9i453
Af/+Iikd5MYQhzthWPshbZ3hwp6MQN9WnAOjK4VHatdhl3BAaYzandACZaZWH9Qi6psTuxAJrfbv
C0ipssrJW3jVE4CKMMSPhFsDH4bIjyoFCY1DSjgspTCTo1yVA2c6Dmpl6UJSDl09PzFCX+ljucgg
C+FvZxyK9wMVplujKX84sJhP/L7XGpdmhTLS7QFPOWtPVbPzEfxGuQkQG/+RuPG/nScLRDMXn6fW
aKx9asTxdxXt+lWhxOkpmsprLy/NDaUy4AUXWVCEIMA9aUNt4tc6OyeUvK+1Ls0MDQnRir2Vtac+
dZ736qj0zc6uytLZvj22X3vA8ucvZgN9DDV3oph9P5ZcUWwn20YmWEOH93ZvP+D3cxtsgOMH5F5P
gkCEjp9nLZ55Ds4c4omDjqdeoP/xnPspBI9w/vbDXvs10tyD5aYCk7JS/KKcHPsOX7Soe8q7Tvmx
rn1pqmldVajDaLn+THn6HnIvZ9cRK5TmxNdYPutvFhrZyNsrUxOIwhRwsebO+WFotKrfZ8Okxbs6
joBIvf0zXnuMNJ8YZhm4Q6WQN8MRqkMOXhYLLk1bqrHibhhXxTUZ1ONPX2NuGWC64vrw4+d3GJRH
twU69XdrfgTlAcetD+nokh2yyIspY7zPID0aV6E5lfWH1HLT8URX/X5EAaY5fgpYYwwQnMr1GwwP
zhW0prdeqDWnDmGvNS/PHkFM9Rt1sL6gxG7E1mM0P9nzyeLX15qXpg/ROyW8BfgffcYXoNAv35s4
EVZ/78+Pyn5ObyV+bhdfTh4iNoopo/rMN1vcS/bZRH0Y6YgJBvXb3/i195fiGUM0q/ZGet/T8ro4
rzSrGEjjOfNwt+4BUkA7+mS0mjLavkfq4clx2/YOM+16Wvn+UqCB16Zsj/IzvzLMDlUlrn7eJkrz
QV0XYq4UYuNCsYPw7fhpG4Kua3MdY8JEmM2ptXmJpl9nJEsuh5nwYVLBDbp+TVoPo3vMzZy7HM2h
fRF2cAH3Y6hPxccsd41nNLJDcWImf2XPQyHsceBlYxg45FGZCkGfVRec5ANEsSAf2da5EAjJJBQd
dkFbOHoVt87jHJLINwejfOzVzhYrO1gK0CmwFcdNFVjNDh5fRjw4vutkp6DDP3EFv+teKUCtvhvj
mtsF31AXK5ZZC+AFWcE8Z2cV99HTbYjY8QfOZUN+ZgKWt25GRLXF9UK0SD7iGk5aeVUkyDf9boF/
fTnEpl85QUumZva+VyMuHevmUVeKZMy2bG0aE8dHj4livNO4MgoNN/y27u2lOBZaY+P1jr4prEb3
k8XqdtOqwPTXtS7tYWojLBJFcTzfyjjJbAW+29zEAZJrT4yy16JMmifauCYTPjau3yE91M9ds2nU
L2OlEXERjsQlHsACWwV9tqvwa4UL8qmq/1cmWEeaP9AzZwyixvZtN8gFBdg6ouhJmMrKGVwudpnN
Oa2F3Th7UVva3p56TB/sUtmt+jCONEnYgYf/TD3OiHjDzp8Rcm5sbj9PzEGvdY4U+7amRsrIVtVP
dDSyeqdhyjb9IZb7P+cSbn6PJzhOPSVKynL29RZbBDXSPiDdPLWRfO3Vlz9/sa3H0QHfwww/otCZ
umsxFSrLM96rybpw/pWmIboKxxvKXoLcO9f7Md1huWz66z6rFM1G1WPvmtJ6F+jmdjC4q2xzLV75
7lI0u4U+uz0aWkp29IjyHdFv7BRh27p3l0I5wcdEhYA8+/ipZIfWK0L8WMz58Hbry+D4zXoh18UX
gRXNs6YM/qBY3zl2ptwjdWlV+N3g/Blv/78DU0Y5Gr3TF8BwB98gcB+8Ds6aZpbpquO4ZUsh2xVs
hYbZHnySaPa562HDnkzFyulGpthoXZ4F7pwIP2wz8zLOcue6GrOVry5FLAt1QB2B0flgKgJt21hc
WTrRmEbrZjMZ9Ia5CCaNM2meqojHi7QLuyuBJ826oJJpXORHlZ4qg+7QiHBoH41BdbNbq3GxR3t7
bL4y58hOBqkW93XY6yNbQjFv08r6NHlTcWLgv9a4FLRWoqTIZaHSIMPhcqil0g15/KmypNdal4LW
QOStB4nb0/PKpwZsIiXuY7Dus8rYkbSaG0Vp7X9e3dRrHV9hgJCrel3m9FOwiO9fpPV7b/BULFRp
vV3dMXKdeqr2VZC1tI4jRrQVLnWjlM8nK99dWmAjyrpL0DC0burfKeXJDliLrcts4ZlwvASmY565
cUjjXFXiZO94DScve1y3N5DZ12NnOAFGK1CSOiDzo9brG60KunVLlCXtlikB0IGGAm0t8MTD8Cn+
Lk5bxbwy2C39uGPauUGeEAGlzdPIRHphfVL69s/KGP+7eFhSnKpUMBhTpEAyqVVsQsf4M9UYp/SZ
r725FKbYa40JO2GxT2wPvHDCDTPIbGfdaPyp0XuxZ3KMRAljxePVPaFdt1yP3AXUrq26orJkX4tR
mHoBzEP4WM6V7QYLIooylE5BJr1qIpD5mXo9ermowt6fKIpuNgomtn416N3Xdc1LsarFAcb0eGNT
7dtmFx72IDuKfKb9utalYMUrvDLCyRJ+5xnPuKHet6Zxv67pZTC9+KxjOyX5NOGEGkcKQj7906RT
iLCubSlOvTjOHa3AgjEZIndH5e67Mg3KlR9UitMiRRnluUL4SoyUKEucK+q/1JVvLsUp18JD1Y6u
si+y8RsItw+6lZ9Q6L4SpTIxH5lpqLBeTz7Ntt1m1tvI3mDwHK6beg3pzNqHQNlSE3y753nqR7Nj
Hti08XzKE+aV15cRHwJRn5oFpfBz7C/RvjhfMEUO1nW7zL8O3Lh2+rgRPnVd0zbPF8/p9NTN62tv
LoWoR/lBXClLGVvTedduG2rXSOKqD6vGulyyDUmja7omZjhGsAwoKvvouPHKTyrF6GyWHuwIbMoa
q4f87o6fstq9W/feUowCTRmH2KBtJWnfmWK6tsz2j+AA/13sZH+WkmKpsDMgi6sBEkslCa7iWf0z
265/G5ciVEM76MyKjkJW9W7zyfnkNlO2bmoxpIVUidinNyV9kkXFfRmWhyA/ZR7zyiBcuFkvp1uz
GiZjJKe+L+f+jNLhS9Nat4LKSvxqskDPVZzt7Dy8cvGRLppg1TWrJSPTMcaliFjw0lX+fu7FNnGe
Vg0+uXwo85KmmlM+ohmlX5rRu8dl+rCuaXnJrPt0RIsGKrtNtHcz5ph+slRXrWtdikijCMYiib3O
bxWkBHqRnnmB93Fd21JEplncLlQgsKcxu1tFtT+bIDDXzbByVSMDu64zlSU5iu0Rfaap7MDI9OsC
5yf59cVmwm17pzOtXoHD9NiUFNWu3EnIUr4ojGpwT1PnCxcxx2C01Uar7XerOlxWeA7cv09TEbR7
LarOhoy7/dpIunUjRdZ0NUKo1NTTuJtZd4aovsYmrrLrXlxKFlE7O6m167X7JjfuLNoeRb+2bWm1
1IYYY8tRI20Mie8KB+0E64vRXtkrUnRGrYkPqyUYKBZGmLOavM/saN0G62fN4otBOHrCHFKPyB+N
qUu2qhnYJVbHsxavm1p+6k5fPAAcgRlwV4N1qFl9VgaqNpkX131R/Xh56A1DbWyDfsHMwNrVIgUL
gIXFun2ETAVvot4hHz3y4uN4J0r1YuxR5K57c2nNTHJHNR24Ab6bGtcZgkN8tZxTxZfLtPqbvK6s
rxJhg+ZSLBXWVXZvKtk2aaJ1mxSZs91YSjGFRt6CKUDBP+QaBs1m8mNVp8jiqokbhRYIQovAwP4U
tuNF7FiP65qW4nNsuiB1daUBHwirA7fS+oB1zyks+GsdLsVnaQ0FKDha5wpp3hVzeeMYAFbWvfry
0BfxIyodR2fqyv0S+Qt4DtEol0qvTg/rmpfWz0ExmBVNwRftp28tO7ixdb+sa1o/fvOOhQcETom5
iB0+jFV1rub5ynEo7Wd73KntJDMbf+7raE/djb5TsuLruveWgjOmIrhtxrT1PSqpUnO6ySHPvd30
MiJ+DU1TVjENCvngvnIaH0yRJWB12Ml1DTiBYhldTKv2FaYsZrLSYizS0mr8LDaes8j8oFTpu7ff
//cjHZzs8ScdUTyCzgka4r9vz/q20WCLUE20rnUpSkM9wpTAoAwC1euHvFcKSgOrp3VtSzEajeAN
GjVqfUuPwdTMhqDYpHChRu3WPUCKUzMKQ1e4GUNypNAr19/F9bqzOPvX417PYqvmwEzTweTdd2p8
C1tt1TUUdFepaXcK8hqclm8Eue5jYgL9MBziVUpfbMSPW9edXrVAVPLi6jyBEK99nEbWCcbwSDhu
PB8DpRvbqPGLnvJ9tXcO9RCuyw7jOHPceNeYgtJKupzp8bKf9MvMGtfFkKyC8qDYiqQOG98JwmLj
zBP0VWrTVo1CWenkMUrUkforXyv7O0Orrxq1W/neUnQ2MbcTmFTV1Ea5H2Ktuc/SetUhDiLNcW8H
I65bIdQm36ZnNh4idEgwGDOs6xMpMjsjqZWk9GrubaJ62+jpvVC89+valkJTVTlnFZZa+2Fs5Mlm
IFGxF6pir+wYKTyTxEOVluCtbHhTjpWtjXlnrM4rv6gUnn1i2QFau9qfvUYHumPesJKuuz03ZU8k
AVqttMaS4VJ6ONEz105pC2vL69MTi+ny/X6zmMp6I+S5qheOBX0fRoOzLUie+UFg1uvuEX5h68K1
FW6TB5XvUupHSeJQ5T+EB5huXazKgiMt11VYgErlNxGl5Xloww9roz/D+vwn5Qc06jimHGccXbVX
K19klBirNrpyg9PvyneXIrbLUOC1RlH5renAHNRmPf2cwv8IV7YvxewYN3YzjPRNGVEjHnf5+zHT
1q15st4o08shVxxBvxdudTa1ansYsjI6WzUjyJz03uiNqcqGygfANn9Q4UGeMbQAF61rXopZg3nS
ArtW+V4R1O3BES4loVZQUqy97gHSssplXFoWFRX/pdFCWm/c91GdrcvN41MvDco019EYNxVwie4x
Dtv7Ie0eV723rDQKg2kwsiysfafwnotygKyKF9a6TpGFRjUpc1cRwISMJnGfISSPZyLNTxWtvzKR
yUKjTgXWMxtW6ROpHoXqfQ1lQHH26zpGCtVmUrijp+Lct/pJQLavLtLilIrpp9ntb+ZgWWZUxyPy
OlcvoRilYQAEpaA6WXViiszD3AshvVXT8CjyNjs3QOfafhdFtfUuFalT3wGjbJtHz8nts5R7yfIs
SQvoIU4GcPQmHGtXHeDmJnUDuURXxFad6iL9XEaRUm9tNpb6jrLGSOwdzIXEDhRvBpSCW+rxXNQA
xH3dGSPzPMBRZtpqKtmEjwrK3umgGUkLIMEZaXPIAFgewtqDyqRm+iwOua6P867toTs+j45pBned
aSvJl1az6tp3Zx1wTzPye3dVN1uYOfWWuy0cHfSNPTmhOAu1MgQ45RbUhan1rD+CHR82vW4351Xc
NrOPlYI7QazJeixUGzO09r0zmKSws6g3t2FW5SX7Wc+btm4TY5GRl3GjXQ5FkHjnmaF1pj/T26D7
jRTA/KzkN03Rq+bOVPt+3iRBE8yPWAuUzrpdiKz2ykdT2KkwSt+2opKsD+6GIUXq64anfjwlGGYw
sZHMKj+y8++BmT4GTrzyvaW5sucmZsx03tsSAWji7CKwtFXJQXB2x29t9ShT8MGofPwdoForXop5
n1au6xNZ5dWooWGnXNr5ACqSzZjWP+ykWbfpkzVeCeWtfeGopS8mUd1QoBWflUaXr1v9ZI1XZMeq
KHS79cMmNa9M9q8o/0X3adVYkTldTR72fV/1pZ+6oXhq3HommV+4p2xOX5mHZZVXXcTYyc9e6Xsk
lYGFJFfRHK4r/jJlkZdKCCPkqUrcaKsADJA6JHCR1HjlKUeWeWlFrM2KwYi0w9wa93pbiHnjKFZa
79Z1vhSoXV5DMo46+A9m9mOozAtLAdO5rm0pUisxNH09OaUfqR46sq51xmxreIn+Y137Urj2uLoY
vdArP6u92QUtVRvcsbu6vk6L8TeT7UWWdqiKTFPHkA2Cqpkb4QDhiuN45QZB1ntVzhAkM94XZCO6
Bl6kZm8rZVDXpd1ksdegUiptxUVJoWuWXdhGb3Ubu27sdfp++F/Hc2WbFCFCJsAeViGciwh7gGfO
tNOqVLBpStsbZ8zrOW/Zr5LKGs+BmgvfUbtT/uuvTAm/eBsYmfDiZXXCNCcEcl9Dd4ccvW6elx3w
tAbTqZFzsq9MhfE9Qm3+fc5Fvk75aZpSxFq6USRRklY+yvleOU+9QtuqwTBYJ+4OX6mrw6Tw+MtS
bhoEduYW/pxpRvOuSuO+3AYOFKjd0JbKOwrOboD0ZcmOXRws39DjMHqIFMv6M0uN/55yZX0Ydbq2
KhL2n8NUR/gX5AkAihyEdnZYNXPIAjHQkDNnlmVmCjotuMzjkLqzqZ46dd3UJ0vEZlU0VLzqhY9l
TJxuxgF/vU2SAk5dN8hkmZjdznlT6DxgEjqy5Vl8QL3/dV3vSKGddfnUeWIu/KopYIiHxo+5g+i/
rnEpssN61to2dXKfve0h09MLXW/XpQCMJdxfTNe5oqjhAEHE78y+3aaKyVXDMD+se2/juHFMv5tQ
G/rCD0Tj7kUEfCy34pVLpawTGxzcBgu+qB83o/IlTwbja6Ow3Kx7dymi28TES7nQ8OrIwxunny+z
Onxe17S0Bocj94x2UxZ+O+rRxeKLgVFXOaxbxGSp2JDasdunRg6OG+/NTeK69UXkiCJaF6ayYMz0
xtKwCzX3HTj529pzz1JTm9aNdFky1lRFGAZYePieGQ1XbZObW6dL+vu3O36Jl9+c0WXdmDekUz9o
rO/ZbNZs+dU2hFiGiVe5tznVFev2WLJ2B/pHEIAPx2+kcb5wUL/OnejD27/glVVYJtqavcrVIOVY
VAiWAc4Orei/D0a98iZJ9vSJ2SsXUVBkvle5Admd1j3PbUusCynZExbushjnhpcPwogzvgYiEaTE
yulA1u949uxMVkuyQxs6bdoVMZe/26Qokn7dSXdxF3g5VUIhCjBdDktfFUZXbfgOyTJjql657lyh
/zIXx23dezFTjqU/ik59CLVgXdfLXt8wQzpXbXh3kqbWLm64oZmFVqyMWv24ZwrmGMiZI55aThM8
9JNSPRaRta5IDbO049azGBsfFWPfZWl176vcsPwuttyVnS5NxhVJIzXIlyEfkWwqa/deMbE5WBeu
UpZXTF0xiSnOEH5A5tpSU1p/wpSn7Fe2Ly2wLq5LFTvbzNciG/QvuOu7knq+h3VvL33WyY7JcA2Y
y+DZOsIOVTX1Rtcr65Qr+0+R+2/mY1lYtrhljrYtmM1sYeW3taYV4ixO+xqCemsJMMCeabe72srG
8kqZOBVcwYOs808Y6pkHYevzuWMqE3zyGTQuSUclTW/zwhr1bV7XEwjfMArmL2UwAVIsKtbcrbCS
8auRm+ZlXyXdxRRHQIoDMdAEDIxoo+bght/hZDQl9+nCqXhXxG7V7jiwmTN/2wwQqVF+3iRVhMca
/7qNrw09KPt1G8mfJ4wXGzJ0jbW+FCTvw0BLbnov9a70WA9XLrCyJK5UUqskO5r6+qh+t/X63tPC
u1XDRZbEcdac8D4ZYN7O6Gwz3TzXy/YUSGPZR/9mqMiSOAEJOZzbMfXrClbHeYOD8LCAqKNmN3BC
CM9tz86iddk1VdrMazVgfLPHu0WpFHtvpkN2mKssfL+un6R1JJoCwRnRSP2+NKOdEswfugS699uN
L438rp+kNURTw1ikjUh9OxPxI6pq8xZnmPHzCJ/6RGbztUdIk44aeE6oVzVE/dFI7V3U1U2NhWdD
sv08HqhoO3Gofu2TS9MP8oRQ9HaGN0SMo95BWKOGOkzJ9nE+u/oWRffKrJIMCAsjcidBA63ZLnQF
oZv9gYlo5Z5KduRQAI6QCChSX+M6rjOGQ2doJybo338JQxbROQZazpka3F0a1k537mWtdYDqzL2/
HfaZukpdAKz0eP21aNuOYwePsQUkSK17+NGrnXWlrYYspGsnr47jqYGy71jdAc21uwkiTADfDodl
2P8aDnjCH797H5OKNIQW+TEuPIeqn/Kd68WrznG4ZRw3rtqVlmVOFuy0Pr5QA2NjlvbKPpfCeDJU
TC07mp5ncx949SGP9VXnQ6w7j996AoQWt16Kq16sXzqWclnjpriut6WIRVa4gHDjYFclQ32RtG3n
K5bxuK5xaRsY4F/QT4bCYNdAVFdYTW8mLzMP61qXtoGqlzaBpSqx78RtdYnq9UMdTuvgsIhLjrs8
xGNR6XUR+9kEb114XXGm1tk6Kaohy+iUaeQ+JW9iP06SeldF7pXiNO1+Vb/IMroxUWvRYm+663Iz
Hg+6PryvmjRdl1TEO/e4Z6LS6+oMu0NsJOubNCv9pClXLeKGLKWbohELl5CNVNYJHHlFoW7nzDox
874yr8hcrx51/kyFH0HU9uUG1RimifnKKVGmes1Aetq+q2KqlqCmF2GFP1vQFN46QRqFIMed7uUT
NRep5VFoVc7/j7Mz65EU57b2HzpIYGMMt0BERuRcWZVZww2qqW1mgw0efv1Z8UqfdDr0VvenVN+1
VBGRgPH23muth5T50Kx3s+vb9/kgaX61Urdsaia+0KIebcDM9gNUAP/ygrkCiP2/Lje91tKlWUgQ
TiXkTeKBFLmLkYwOg5FAlucnJCXNNy0rAi35so/skKG7ZqvF9GxHQqbK/HHZing5BHBQyfeRM7Lf
NDlt+bvmL/RadzMUhgY8hvrQcnC+WGOQKRz175urAZr095tGLaFh6I0+UDtKqCzMJ1gq3b9c1z88
ztcCQhctCSJDzOWktxpxbgGw2w5S93qq3/UauQ4sm9rWZED78tqtMsO71XfbVEmWJfTn+77g6vKs
pt/C3qjtsIH6chjz1NaqSN/VJKfXCkJUm4wqOm6H5BJZZtkCk3nK3yUNp9eJZYrvqW4MPnzfEDs9
6HQBOIS8T55I+VUhkcoNRv5t2g5A66qK9uDOoL/3430X/aqUmPs8j2PagJBNJDiREWCEi0vj923J
1/pBAZlsnEbUHGaIgoBnXsXjwKl5e99vv3pJpVYpmmSge0cFBjZpH8Sh9eydF+aqmmhXm8yYIZsD
4jXJ8wQO8Y8sDvx9Fdy1djAwaRez7fowTRmgU/2GMJu0eV9gC73W4G12QWQW9wCScCC3+rhfK96/
s1a5pluwfssiuuCnhxFxLdb4v+IVPKx33dJrCV4U1Lg0A90OAu6ZurAS0CcCK+f7Pv3qYQ+wQTTt
jsKKK/IDmOSPoyTvs1fT65AvOaL3CETkdmjjNS6dIhcEI2R0//zL/3BMzK4edSAVFtLPND9mzcD2
Z7mNAJv5jAAykq4Ku+A/f80fNpFrJVgDXneadPgjAMSJ6p0wAXTt9j4lGCgaf9//lGy4MRk+XYip
rXPIwKpi9r/e9dOvpWB9hzUFPeN6UE75qh2XDpCZ5n27x7USrFBpbEbGgLHqt/04ypyUCDAO79s+
rpVgfsQKDiBCHowMwzHR/WtIOva+W3qtAwtyTMOMXs9B5ZJX4+C6CpLU98n+6bUQbOKeG5436hAB
M191QU0lVf59yU30WgbWpIDoJF2mDq1ZZBXYOFQ5kuvfV9Bcx31tiUfLeRX5seum8CnEyr118fRv
UfJ/WErXeV8NtTbZIFY+sDWBH+WyayuS/FuP8E+ffrU7gXCDdrUvimMaoXW+Rz/nYfr0roV0nfbV
JyRpwM/gR+R8NUO5B6gTjXT6XTpWei3/SoaZziFeiyNT4wQBbucyCaDtMOXvW6vXCjCl8w2lsCrA
HkvKriC3Q/zOcuZa/IUgrsV4go8eU2x/Fz3E9D5BIr1WfoHP0DaSL8UxXKKPepukVSpz+75t9Vr5
1cWDNMHPaY0UrtO0qmdg1v9lZ/rDk3gt+4oZREV0HNM6g/yhm6L7dGo/vO9JJH/fLxhihCRg1mlN
sm1MblI1wHct7bi9vu/zrzbVSSVLN2wzP6Zz4hChnur09mLVS/7lql8OLv+lc3mt52qjXqW5bbLj
qCJ9Ms2+j4+ax0Ic4FPlzVmMwcoHE5r/j8P1f7ak//Kl1xov7kkz7d0y4Ozn7OSqZGgHog59j1U3
HGXjADlc5hG4mnKiC/Z21/l14ud5UJkcjzhYd/1YDqHf/Vk2PmqAG7WQ3U0xJK0Ainc+WFuiyFHL
fQ+QlXrYdWOT7AxyOQexcw2DiNoypkVLAQc1HFA6OHpw60pWLLP4rlY5bkmZ9rwdzzT0iHuuPQ70
XNR+AeS56j3t3EdEyNm9LVkPxA9ivn3r9FQmxRZlYOx5RMP3p0T1GaLvR/QswRqHr2DY8AM1n6dX
RUacBjre5X+NCvDect2WdK8zyH0pIKzT3lf7bkl7E/zmQF3qY6qn7zOatnwD3A4QRluyPBPy69Sm
ffFzFBtAPzBygpI7lkj76vyXi0jvpMLoXTkhNEpX1rY66WsO42RzCBjZkENEGqerJseTVlR7Zj0b
a7IHFt8l+Z4Vx5ZtYYQvbJn9CZSAqeKZ2rOHLt7avI5bamklebagCssBWMxHBOCWbhHZMkG/2c1S
gGOKQzOv0CFxYsYvWyawSXOScfhG9vamSTnKRrxLsnG7xd2aZVuCBolhVZFEw1hv40S+LWbMauuD
4z+3Nnh6VOvM+sewAov4JhfC+SM1DaX3oZH5JuohwKOSHgu7JUhECBnfhgc4NHLcLwV+Nn6ciEMh
tmOMVGNUY2M8h/7kM+rsjyUf21lU836B2XI4kIpPieMII6yGKQVJTOTRJQZy2IbJRnCxBIi2kKDD
t307eNzLeT4ThkYaOWf9lMuyz/rimPVyqubM2XFFS8JHer9Ulru+izfdH+yKd9RjNout++QcEVOO
x2Em27GjTLtqFjIlSImVfqhxrpH519zQab4rXEATSLJ4A5vXKoNmfgnsNgdPczCGUlqBjE27D0mf
r9kRASu9u5uITdDVjg2y1QLGzGYX8G7FXmcGSs4MIWvxAOTuEMEzs+48VR85G5O8lo1m3Q+cfXLg
liGZmvdad2zWj4Cri+wT5FnLeOw8h02omOOZ3QYWkf4+kbYPv9ppmDc4ZtZoTh8XLFp5mJT05KzG
pFs+y2gExrLspjm3fRWvTPWHguFc/qNH0xl5DVA+js1NH0WU3EbArIbbEQn74bAgB4jdWBRf7c8Y
v2wowRJNQKPFhY/qPgOxqMfqC2L9K8Lb/wtC9hr6eXMX2eqKMFyLSe9A2oe46Ziol2Vasp+ZQRIc
EJDptn9duAaCu4dRitZRB4T8D7hOpDuNUse3Qa66lm7Ypyptcj8/9n7i+D+YNNnKzfEQPyGZf9Fp
FW95IpZSSBr5H+1UTNuL8y1r/yI9Dhx3RC7LdirY7NQpbfdBnGlW7JcBR6Lhz2oHqz+qTKzITOVx
gQwLMisaleGyOoxgFgRo429wWXR/0nxFkAPQJc10RAdWws2ZoCP5MdIw7daDz7blde6TgT7its30
OWXBzF9IVHD/CtUUQKjt1qUqxzKJF/8UNW7cH4BIS8QD64xMP60pqE+43RpNtkrNl80PfBc0Bjay
QQcO+AQfH4ltQTZvWdqyTzsyrL7vzYzYwbKYc2A8YafS7sxtscgbN8YLL0kqRnKcxM5DtRmRDh/7
xPjhw6iUykrTRGv2Q8qiA2p50r0B1nhKmhhwopS6sx5GbWpjSRzVRk8kKachWPWVmmIp9prFIkHe
ocP6ayOhV9CuIz0dpktmT4nEu9A/LhbOtQNTq/1GAOO8ELXFhOBOsCKyB9RT4neDNc6rbpBkrLLR
svmzXwBwRALSOCITraR9CO3ZGthoP3kA7FbgjBfDHTaEoOw8l53BPm5LtMR3/dNuO2VvYHSs2DF6
xNkULwM+Japdq8y2HkB5xCj0MFkCSDfMoRO7GQB/7Q/7LujgQf82ebizTgu0NRzQU8UJVFsUkbC6
SXnWwLDh8VjbNvqYsX4ltUyzLap1vCdFzX0IwATHgXan3QRb3GzjHDX1Yknj7ynoXs9xorv2I9rM
xPdlOwymOCJWXpjboscR59Gj8ZQf077Fhmiahi0QgqfS3Y8i7vpqDmtiqlStPIKxYdVNa2GvCzp5
MXE/wq0xpcY8ty7m5DRjptw9zojCa5dy96BrSwSPl4tdgRVPaKHNE9NLNH0nrcuH+2ygGgt6kuMg
f9EhD3gSRmS66cMs8nY/4i9z3YGNeDpfs36Xza0WbUfPcNlmw8O2EkC5DnhfDVkNlhJtfgdkKSP0
XMuOnfTcCgHxMyxaeEZyBC3dys54dVLdSCEqJhAZxwetgEUsd+Mn8hHfmb/tiTTu24BUeZjWCyLn
tFqQzyiqyJi+qVyj3MeOZIae8kLBDMOmCWrWcV/zqPJqM2DOrbN1cJjsPKkwccjlM34uY0/OetGe
oomkGC21TR9tn8YxzNMttL0yoGyagvuJbUVPPUJU4zj5cBnl0LiicuHhIcRFOmq8qoNvznmHW48k
2gxEsnuLpb88AY+h13NsZGFOzmQFu2ztTiI0ACktPUCwIos23AxLRdhEtbTW+w+0cENRgnSWZ0ee
jtKheUdttz7FJsmX72HVKu3wut4dO/uUxu6xYLYfv6je0XnGAmoLeZKp9jG4GYADqds9zkNST3Rj
5oQKIVICV5eM+8EGzq1AeWXmgLsJaPUxRRJR/KmAElu8mFnS5Uwmn0QPwadmqkPRCPLF7Ax5VnkX
I9yqxEtvhn0EUfw2IYiz3ab9uUdTsP05wy3df1MaCq4S+EXSpNUOgA8/8aKZF1fxLhXxyUUhNocc
Dxy7BZugR4LdSmHsrdMeAbNZxADq1Yh0mD1Epjz6gQx6j9c9SoDuHLal/8Q3POyHPrbg3rcuYFoz
8in9zAhUFBX1edNVOLmmHPzEmW83ZOAs20vq4nF5VHKRMCgnCPs8qqIb5gc6KhsNZQa/1vduXow7
sqRNwfme4hVpvZjKFp/SfLLyuA/g6jwvRNIvuQYTptZpg8ZB3kYme/STavgxXjtLnrA30Oll6LkO
dwl2uBlvzxQLBSJ6yNryG2zAen1oxqFQrgLJXDx76GSiymXtuL/oYBfYp+GSJbZC6GEDjHSRtOqp
1+hIlXIUw3KgHi5cEMAXC1JzQ6epXuMGaPCklUPykG5KDkgE15dSKYc2WIqqyHdG6nFb4mQr++D8
5y4fkLFUhhEex08KVjj6JnQ236/ThvqskqKLqqRDhhwA0LnbS24zaj6TDSEJJ5FZVdws3MUo6ins
vsqUnqaRObf4CfGHbZ4MrwjLlrr3cptueod1/5XFq92PhPdDAo7JioC0JG0pGOIDVKelpkk4FtiZ
7AWL3XT6cYPQqpiqMRv5cN/rxj/l/oJLDWugdzrP+/iQg3fjymIUvajXkGIPsMMeiXOfTcx82oYm
2V+mdUsqjCUW8s0Pjd2rxsr0hOIOjM0enpsZM7pydR2WkVGI4Ujhwu52ALpDMAVw8EAnZbVZY3IS
Ik4/25HTO4HgpbHMim7RlQQaWiDhVZFyntMuu82t8L9SeIVQV7QSwuDQ6VA8LBFZn2OLQFgcmKi5
F1lOQilw7F+f90hBd24crzKYzh8wQoG1G6hTiuxymJYf/JqT19lG4tCTLkMFNjpzt/dD8SQs8vbr
Ho9xxdxmKyKb9pTC4He/ZcLfisQN37zYu48FHdaqjbMPA1vHV9YVU1GKGOv1OG5D3y+li9vC6lKg
NvZHD9acP2U7EW9Z4tSt6Xxe1Hics2oMW3DHae3YrYfYMX21Uc4/isFShLgTM/Ho1Ix8t0PZ4MnN
Yar3Mv7VmsabV8ayzJd7O7ocws9kt75uL+kB58G7gJCVfE28Aod3WTTBqaelc1eLbE+i2z1B6VXB
hGrj21UmTfGoI6fNccfLI34L2UCyqvDpbu62VDHxLe1QKR6YIRE5qVa16X3n9gFvLjHtQ2kTteZv
dBtU/LTQjaoDQh38hAADncnzHO3F8DWSYwHAFbvUlXWsO2nKjbWxwEO68bZaBxQstmxoROlQeua3
9qfLGV3udzfv4Qdxq0VtJE3O8HQPWFtMlR3sRd0BmTsNuVnzoe0+uASdgsM8pXQ8Go73To3zj+Dn
5SLWQzk+EvoEC07H7qC2pUmdFI4V5wQmK/dXCzfB+LRpk6u48oXY5a1eNI2zEvEjOSaSoSOD/4CD
NCc4M0PgGe60HjTeC3LiNnlQI5bkxx5HW/u1Z31xTmdMpageLf+aaNpH30bMNHGodjMDMhEta1nh
6UDlVDbb3oOusW6u3kex5p8zJACYt9zKOP+i9VKQrmZ8ibB5NROL9o+ZDZ0TJQjxnJbGNOtYFQ0d
yKMOufN/pQgHGH6tLbxvh7wDd/DFD9IViCdg8/oMIjTr3WHakQV7U7QRmZ8zrDK8EWO6LjleT9Jx
tBblBBP0qaOxtCfayz4e6zSsqAfKIcsygdD4efYPKP+6pfK7uhQmgL4Y+6Ez6yrsTdGLfn0bdDTv
x7mLTHHWutgY7lgo7FovZHD7t75gcC5lsi/0N2P7ZT8qEY9RVfRbctcuosmqBbNnc+877Hm4JbyF
dVCjJ1+tal9QoS4ZwmfetoDsO9ipl+Z+FmS5sY3LXxZKvNGlYSGoJz/gALYC7lnCQiY2ChpZ3s1H
b3PmKwEe6nYOVOe+lMXGS23sHKnSbMbqDzyxXP61A4SSH0Ifx7LO7GVfLYUGkeLUoOa+bxHkhaeO
JiO9bToAVu+U8PPnIsdFqKkxaTKUcQuVwZseQhehZPVxdOMCnusbTljCbw22gO67tbS9wXkgKb7O
CETnsmKFiNsXtTMpESCdjFm7lXjIGK1yvFX9MSYRbHaBy6R9zDsbh2rFgn/tEzYehqbNJiy1Zrud
Y/Q7HtDdoOw5n1zW39p9LX6gb/MFRA1DMgBYMgjGZxBlyMtERPMN6RddW4sRL8W2W/sHY2KUaQFx
JPY88BwnrOCBJ4FbID61fKXDw2KoHh7WZtN3m1Jz9x04afM7Wnqta7dFuI2p42/9ll5GQX2Ovd2l
9i1DLWFqERYU7lBBGRypLR+PsDYXWdkpK1AbYLC5A42XO3R38SbU6AaZ7tHCvABeY37pC8Emvr71
KMxKwqBXP6PxXuh7sLOX6JlySP4gIeI4xZ33TAgcJanZfKzh/2669uBimnf80OVZ+0EsIMkfEpgi
lr/cTvq9iiT6XN+Q7ACc7cpynR4mSTzBo9mSj2uLw8mNnzpdkg4vUFXu2wrmnSCb/JmzUZM3aje5
V37UCY4+PB12V3Z7PkRf2zZpfuSX0uSUO3jSX32mfpt+MClq32JJUNmOab+dChBE8qrI1vH3zLBk
yxyAjwoQkTg9DEWa/6dV2NOAi+DzA9IwmxTnGiDYj45wy78oERVwK7dFgz5iVIzIUdIKgQY1ipLR
3rJsnn8Og0NIHNq4spvekOtWdBVZpaWnzqT+Vyx7Ee7WgTS/RzmEgoEW7ndyP0qbLq9RE2fsdwLA
BvuFc6ZEH6UT7L6Y1x7vjlj6iohksc9r0XAFYxImUanIRPzcRlmG3jdKj/iOWR8vx2JH76N2JsT0
sGe73sth3NxHJCgn6We1FvuHKEr157zhySvkFibczA28JadoxinZDaPbD1maI/43dLv6jGve301J
DxFc1gHXjUSUdD7PsiiWiqkJp34VNf0X+HpduTB4gpRKbXa3OhU988y6h6wIMj/ODYIaDgPz7mYB
hOImUUN8TgFVxjtvovpNFoL5JyVmeI33HelAJVu2xny0GwJhvyFuBCc17W0qv6CRjBSXbPe4DsR2
HV4LBU3ojIqDw62cx+ZVugxFIkVfQQhUGR2LECbLQ1SvEM2zA8tFRr9YwNhBNeFraG+IitUbwtq7
/oXkMyzjDq2klxY/pKTtnqitwmvbG1uu6KTRJ9VLnlZU4ee8znNj52O3NJ2sSMqV/XFRxp7naRjH
O8d5GPAdfaRf+iS1wxMV3KJg8y095rmK5hMEl9x+QON6OuA1MU3HlbFO10TuQwJxHTCyh9nGeIkg
TeMW9wK9iUaxWeHsbSFx3r03LzqS3V5NbEuG2yjax3CDsLLwK2KALJUDQJJ3IswOy6fJcTl6Gx/6
It2qZTH2ls4JCk7ZTndeSfYCrfMCPwHSINH0QKwDTXnzJQoQnx9z+Gn865Byt2Mj0nHyy+SrIBzE
nD6gV6CHTU3nCfOM9psMix4r3CnY4/NeojLHG3PYx0oujULaOaKOigcEquW8KmymtrOb0yW/4YB4
A6Ta7FnelhFDSOLRFvSyCKNuFwIsxgUnJrx8+roLurBnAwtHUZLZmQHLGNOx3xv2zuasVhOLekf+
dgzd5kjS5G1OUaHVuy3Q2OLpnsEZZDLfv7UZQm3qGOn07ZcB3Y20HKdNytfYBbw9RBRlyW3Gk5FV
Y0EGUs85Jp/VPO1ydiUsU07UHTxr8VOqljX/AHxIu5cemdHqsPmGzaUnIUUFU6jE/IxWMBhKBmNI
8QHkm53fSK8s/4kGnLCfNQrU7J7pZOBVOvCePA/CxohYVjgUyFaP44uH3b8/kk7Hoy8ZrPn7A7bW
KQic2g36D3ioHYpCQNabBWTsQjcPco7bcE7S2E0PhUJXt8wUtUhXV3L9HTPaykcSmglSoCbupxNi
7iPyDDsez7CmVhospkWTV0fQHu16hLhMjTiXOKI+wzkWowmzT6m4b8fesbdGtuIy30AEVJ2s8Bwh
Y3larXnOWASFe9V52P/v0Gcrtmc6L+3+rSimwCpobkh0g/bzPD2GnST8QAqsYmRALgEpL7Zd8/TO
uWiSpU9WN6PbLZr2OBTr1Bz3KEmSA0O3ZwbNNLjWVLxte+wUcwt673kAb2yoWLN4dUsj9Acq1sql
q3z6n/PwkEzqwHvnxuPUo7H/nYLW4rHyMUxEsTzjVI1dbvVNp7K6TQYQhW4uxS6soUW7CpecjcGW
fxMFmUWoAUXfpx96OtNgDmJsGf5xtqEfd7BzrA0vIVewGKzCXnGhfpKsQ4hH6SX4tc9prBMf1z0n
YyNKu7Vkzep5CplwZTqlEjkJZCLDZOpmDM7yMt1cEWMG0XcSpzF45f12lKHd0LjKSe4+QF9kxV28
UAo/4hJpHX3OJQ4yz1jR3fjLkpylLz3Ml9kTi5GdkQDblc6mMphz0KnEaUGrX4Oa7LZgN4zG4mMz
cA1HFkYD+fwp69NCvo5RR9cXvAgX+jypCQ9I5YbLwXVuMTZ9iAh+qSoxzZ/oOdkdRNRKDF248R5O
nORg5jj1b5sYbZuVJNIeX8zRcQW3KaLjOt77aUviJ9vrnJ3mpW/9M659L55SwkJ76FWz4gyBQC9n
q+xSlx23eYy2cuDERvdzjLyqD9Gmt/YL0tL6pDJ0gNExxvGGPgIuiCJvZDHfP4UBSsEqjzXGPi0d
JoTOrCIyP/NMq+YTtRov+AnEg24Pt1EA0BtlKZIOh7NVgnrUTIBeVwl3Zjv5eSroadVstTdDn4X4
DW1Exm7bHrPBSsUjJAEHWFHjNa/9BHz0WHbasei4rIRsFc3GLiqXJDxkSvsU00eGwIxjnEBsvRzb
KMEEKJsw9PHlAOhaXvrFKVavkrP0ZNxWhJNKXRRPCHkjdivQxBOgp81bkXT3LFm1fmMaOeu/uUi3
8R7Fa8uPA5MYJFiLYU09iLwT8CtCovbcTtOQ3TVimPqPNseFufMk7/VtvAGy87DjtxIwzn1gz93G
R3HrurXoX3GYa5sdoxFUxEvdzfmIPnWK1LY2rjaODJioQhpI5lWNySDPi2MPgeAl1Jh/RaYhlkFV
FHhgcG8aUejtjCJrxYU1vFPrM/biCZ1myHMwXEN9VviPFJcddquCyT68Bgy93XH3CUaEIfB7HJSz
6I5ETYHiDREnaH5cBns5uYm7LFM3fccXdh+GGYskIX42X227FYix6DeEiRyNUM7LMrEZ45h6Esiw
4kXne5WheaG/jXuak+cZQQyaHC/hrwn6Fo4B956vodi7qhit7Ws/rhfGHF4Vj2xt0umcwm5uT8uk
NlqL3avpnmgk16AlGmMCO/uVb8cWXfukjHSSREdMLU1bD7kocLRUi1aogujY0u+Ogyt/1wTRuReE
NKQGzXbZrOEXnRgVP1SPYdU5pjA/nmO0eZcHGM5X82lASDXql4ml7j5Jse7+8gvr1L33ItJo4jmS
V6FAyVGiobxhmNJqDfnfYtKHLR61rYwHSvS84id09RYI6Suo5TNM0dP0olrd82MBwfDjsIMV/Brb
XuiH1YRkuuUA4YXL3eYN3A+F8WDFa552P9DKi2jdsTxSmMtpnFkqPeFpHw+onntsgqNH96FmdlX2
qYjWnVY+ipIViyVfVhgoFLtcwUKhJYVqYWXFk+b7EMGp3vL213bZA39xEJLR9l6YOC9z4ZMyRgbU
8JGuKzFYe4KNiylVrvF+RxsJ6Cgu4zauKWERBDdULM0jkdzYI8a8SEfch6ndf5vOKXc/Bz6yz6vb
shQHlKXbbr3nwX3O+aj2p0uqIz3pcWvKEfE3S4mKUzg0x5Xbsa8uff6ce1/wWy3hPXjEZGREKgPq
34D21dKjM8WAskyZ+Q4r65KXsBoRe3CZ6tGZWxf5AuFEgqpnB6b5pcPokSGWsRmR5ljseVO8cRUX
EHBPMQZY+83UrMtsyhYOwBSbHJQFtMI0fN1+o1kk0KBFUyY239GRCG1UZgYlaleyOG4M+oTDjOlj
idh6nC2PDoZR4IIml2byKzzXflvLzQJrs9yMu2FtV9kFieKoNePMsaReqYS4o/4fvRoE9kYsv8Fo
ipoqhkZIl1FulqZCdDJ9pfjX0d1upVDnQl76uwJHbKcu78y0eZqJXg/oCIQN2uWoic7/02wudl6n
wwnR3c7VcdbNWxm8ZE+YUE1bnTWwg/+LuuYPwqPrrKHMp9M4T3o4xMWXLv2U7e/TrF9HDLGB7g71
9XCg7UuOxkTL3mmqoVdOqRn5jUXTcn7ENhmjUVTs8YPG21r/i6v3DxFWGM7/XTCFdhcxwkO6hzaq
KBc5t+ZutNGMVEQNvc6NJXsHUAAvFvLsNNqzOER1UVzNkcN9+mdR1eWP+W/6o8vt+j/md4ExjGuj
lR9n8E0x74ZX5AFywqUi3mHeiOFbfv7nb/qDvIpeqbnXReNRozQ7IiJg4R+Nn5utVqLFedxiZ0Je
KTJKBvB/nJ/+5Qr/6Zm7UqR1UIxhNyHsmOWgdBibTIcF/eR/+YP+9OlXejQFxp/msmCorscf/Zq8
2Vw175PpXYPtzCKWUYmGHT1AIKVc/bndBvq+D7/OKzJJYqZ5y9gRfeYDJqdt2SToLv7zbf7DVbkO
K2rc3hpWtNlRxJHGnr43ZSKx+7/v0y8P1/95XEmvKPRCuC4kjFCDmALcyTB//OcP/8MTeh1WlK3J
aJXr8LhIXpBfGn0jW8WZJyAN5WRUpdqgzz7BO8TUu4B92BT//vfIXFiOYCF2BCCVfU6XVT92CVqo
//wH/Sfn57+sbnK1unnnKVo/Ij2OeSHRZS4mbzFAwX//y9yZNceNJNn6r7TVO2qAAALL2FSb3URm
MrlTpESp9AIjRQr7Hlh//f2CyZ4WWTPSrbdb1tY0kUkCCMTifvyc48+Lpdx7h8ib71SOVbknaZN9
zNb0o8VMk4eoT4fkMejiZEe/xqd5tGnmvFEeIdnx7v7j2/yf8XN9c7yP/p//xb+/1Q0JfZyod//8
58e65H//pX/nvz/z9jf+efJcXz2Uz/37D735Hf7u63W3D+rhzT92xOVq+TA8d8vtcz8U6uXvc4f6
k/+vP/zH88tf+bg0z3/89o2KitJ/Da+w6rfXH50+/fEbSon/+PGvv/5I3/4fv/2fKq6Lh3cff37o
1R+/Ced3MBwXQbGkfGBSdf/tH9Oz/oll/e56woN44LiSz2hBc0X70+SP3wznd/jHHk1ihQgc27Ik
21xfDy8/s/zfQZJN+A4maj9+ZP/2rxt782L+/aL+UQ3lTZ1Wqv/jtxfJ47/nkW/6OB4EprC5RxM3
0ffWAaZZ13i/c1h40C+DXBHhd4Cz9IYqm4Ed6sS3C/OmjEZ5t/RpJrcZ5wtU00AaoaAq+RQbsA/D
KvHLh3axQSYh/M1fOsCI60WOxleVOvBLxZRMnzvSDCfsVTZdOUC8/nkBWFWGTjBCKbXKzvhG36uk
2wRGhg0yxEjtjWZ4hABdthRNWOQkaBmF1W7jCd/UBXs4hrvRhwZ4AqYQB58pkFQActbgfIRAaSLO
yZPoe5ybcYnBQzkv7I7DFIRmX6T35N9tTQCF4BUaGmsFNzZaPwTaUXKLe2mBjCgahgxbbXPOtrPM
fQebbFEjSm2I6EJcldS9AxlsPmumnGSt7z1cF9u4loHaePM0xZdGjomZZ1ZjPcPw9KGrbiaDqshu
mfGR+ZBXrdH8LcMD3qmkms8ABGRQ0iage7sFocpbxeK6p6lZede56U2fo2gOml9s2G+VUPx1P/DA
UAKLQr5lm++NMwJQmAGk6nrCKA/6IPhleejqoU8OY7ym6S8McfAt4q5/mKkWRHZhM0G5oAwkkPbb
p6rImKIoHR5dN+jgidp58aWCjPeQkijXB2L0OjkL6kq0O693RQWwlATU0ReEPbsE5tl5Hc8gK6tK
pj8z4LQE2tiUtv0z2nbfqr/E8RJgPVng5TPnA+GYivH7OvEVnknn+HODfrt9D9dYuKhWyHCDzt7Y
rSasYZ44n9ndXFkbqCRJBuIaN5eBRW3vxlZW/bljP063UDBEElpT3Nqb1AfXOwzrJEtYB6nlf4wm
m4y26Kg971Zvtbu96TcdTK60RwGOF15zKDp7Ws681B2brYGJl7WXxPdPZpl4XxYmVw5e6WcrZG1n
TA49Wf+BTjLtuo2TrGz3TmIgtJeykM/KT+TZJJsp2U7Y5+Pzjmf+CEbS9nA4lq3AIoiCZliLJcMB
LrHkdechkYAsIaBMNPlKgNRirLGJW5XCRJpdY9w6ZHLeSWCW8mauqj44S10Y1BuAQMzMMzLYRxWP
cbV3R/wVwxXyibn1JJlgKJ26pLpm2uLBSmIIpkNeLlboGl3qQHMyonJfLHklbtfVcijmFQly1rmp
h6ueBoLywlUl1psmXl5nPdJLiHZQ0YNzGqThcrMC9n9O7KB8SbkbiMo+93nmNPaqGQVZe4EMoChP
sw4OWlfIlMJ4HDiAGUVufwaO7fFT6QaDGhRAodolJRR3LG5K6KdZ4ucd2F47qTMqagyFK4P5jkhP
pPB2GhsmPjZ0+GzYlT+fzJBs5GYas6in9tdOsEi7JfbO7Cr3LuA3l9U2ofencZooIE0qmrAlTrLW
pXecV5GGh5iCmNVusDIT58I6te7zeGyfqb7nz4njY9JN7UjhiFTjgXXWxF152tHsQIa534PesgOu
B2VK7wIHl5F+CJ1ZhP0qr0QmquqsSbvM2vt2lp+tWoQcaljrs+2vs6aVNGelOaldM6vpefbE8Dll
FMXWczqIqxLMuN7Gkw0PodC2w2Ejgad2hRi7G9fPF5/mCGtV7aZqySj5grInW0Wd9VpZq/PNZYw/
F4YRUy5pAmrEcBlzP1yWZTRO4DcnOKi3g5JhRJ8PH2Os1Peg59dds+lENd1Rhy2hkdl+mSBswKos
TGOYWBEgXRcWlJvyvZo8/1S5a/u9YIepNlldTda2VbIDLzNma1fZovtoJfn8LIfJFkAkbn+KYZIR
nwTS6ySkjrJ45i3mHjY+MeycIDcQyvvLiLCnxdrwQ10k0E5R4Y0JPKjV6MN6KSARxm6qOuSctf/o
C7j6xoLhyPmwNv732Zbu9WTGzXOy1k23MyDeVluzKwqDtaV7eRUTVMjQte38E3673aXXrPP3oWTX
28xGGX1pyrHNNkwPFAvQENinVmsSd4HTN7cLWsB6wyKiviswn162S9p417GZC1QE8USaWCjP0MWt
Jv5W0VX1M+AEYJ8OC/OwMwQteVffVvSHGCPmH1BteujtdbT20OCD28jHxpSMNoXgPo3zwO0ujtlu
qaW0nyJOyXxj5E707K6SagalJmgCdVCYCwWe0b9Q1J784ZvuMahCo22zkvYHg+QzU1/6F4lw6w9m
P6PIStq57Q5BUeIcuYljGrOf4Daai/U8Eqvyw2RQ8JBXE3bLWTtY1J0KQ+C7J0UgiXLL0aNaUAbe
eV4sK/RhVLsfBLUnUnC2gXHrVyK9Xj05NaFbG/HlnKWxt2twMfuaQyjxD8ZSVM+pG9tkE9BuPnWt
Ebl0hIfBGia01jioqodNQq+FrNrWcSZ8msn1dnMVLOMAc5zkw4Q/siwWkHgMsje1tducJTYhwZYW
83W8naKUQtaQ+Ob91CvruYta/0mWklFVS5xc21IYX+Yxgz/kREb6PYvhd28wzW6HM2iolNS9vnUg
GPt9yRIiARnCsk6G7zg2W84WWdBQ7/3SMTtoYPPMu4rE3O4KBw/UjZ+mbYXaMAKDmuZ2zjZW4Tpi
M0ZuBEssCNj902WtPiZwAb51WeD8GaxKXa/kVp/rrjO/VVEEqEfvExiInr3ChGGyK0jUHkqvDUzn
dbnyGfE+xOIy+5x51OE1xQ5GlzOOUx3aZhaZVDNL2e5Sx7EfEc0IQe+EZSKGo3RGCcdU17SEp4oQ
w9tWG7gGDoX/spb3salS3NrsuAujReYfulyw41Nnj65nFWirO0W2tzHS2bC2SV5MfzYxbNpwoHCF
AmqK1mSLHKM8kxTasGKgdwBYblblN1PW4244L0EtsQpI1I21EkxuA1ST32js0nQbiwjpezsO1Zd8
jKMn2JAFVa8s9r/4I4TsjVXRTByRSRmrjfBq9wmWJf0OfKTSDnIGVYldkc/ux7Ur3AcVD/GfpWK5
bape5QC5ed+qvTQzSl0iXpMZqr9h6iACi1/wzmr8UlaR+4XUZiXxhAvlGeuGRihzcZ5PEwz9TZrG
NeHBaNbfSwtXAo6vXlzNrK+vdePZ36Q3gWvSDCeCvgWzjKJuabf5toQ7O140vld0nOZT0t308Dq+
jGQBFSKKPDuU1opux5naoT31xqQCBW/HgmZS0ZAXuyD3xzXso9yrdhBu8yaEUF8MG9HQFfpC2jOO
Dp4qDHUe4HgI3SIGjg1nIzXGWzQNwRjG01TdSejs4moy+rk9dMaqmIuVA05LuoHWy5nDUTrKGkP8
KaX1CPIaj9nGxPIR2ndAZElM5rb01htO8jYTS0ud2Auchtsw4/VznhJNnrWyKZeIsxzGVbKp4klO
exjV5AubEj50+phCoHIOS1zYaJZqlAEXRWO5gmy7FF4WEzCOUXljuMuE5MoggBChXUiK1JsCTmc2
hSUBKyU2t0iFcbPA3Mwv/CEwojiczX5NnkQnC2NfVk7m3eQd1i5PZKs8jx9h/uLsxnocKLTVyhsH
lBlmgahnRV4hQhH4dbpvItE1W+jdPIVM/YVcBg/9xTvpvaFNP/UQUWSxzVo/G+7XpV3rTwACCFOK
Pjejj7DPpG1RKluBeghCRHeg8pS1dHkqIbx+SBM8F7yN5cnOvU3pMBXALUlmwm4cBT3OT6Pibrdz
jqIQihAudP2nhZoVPJk+cSHE2zE8ih3uik5/aSR1Ul1UbTdOl72H8V4NjQaOebZJNJGKzgtda14j
GZR5WFrSnj40DWWUO9E3vntZdnEhwsVexvsACjvLL48cd5MvJYGNP61laEWZY3+eEriMPfW+MsSC
g4KUl0IaPFSxPX3Jp7kOdpBO1QUEwNTfCHuWt57IKXvU8ERJb3OdaCB0o/pQDmn3YBYjsp8cbjtL
Lyozi1hPifgic73eZM9cEFbVQT6dlJZAnNb4k/iSrDBHtx0kdevQJk6x7vx6lcD5MkEZbU1tYoZt
knb1zrN5G0y4CEZxo7yeNNZZVlhIJdjwdasKO9mpKBvzHVXCZt6mpeE0ZxllrXSXBU38vcbWSWwS
vwqyDbh8d2vKMl1pSSdLsXPgNqxwBwp1A9uXO6vP29JN1r3EKcPZEL2n7Bic9PVGwE54stju2bOR
a95Olhy+iSywn1bS4fiLYWqmSNPFH+K6inI4ymOOFMbuuzlcx3l6EpBJspuodtjGJaWiFkZJMCw8
fz3sStfiNAd/7587JgplRYOmQVQK13GTd1g/bRpzQYTh+bKjuITr+qfZwbEGcwlC3mUFY98UY+oy
E9UYfZjHlT7qcLtMcZL0iGZCg/Q33UxmJa+tzMtRcQZx/NHs3PLPlfDJ3QScG2iRssYu9m1iQPoq
knh9XL3MjzfNnBTtpu4j4IXRnFMMWGXmf2sjL/4QuekcbbNmzRfYR3lJtgY5h6OKDuwRC8ea1bEE
8reAtMv0G3rL+rt6D5O9Qdaum+fqTnXPz+ryoXn/yf8PATWhJfD/O6T2ie5Iz0//uFMP6rn/EVl7
+b0jtgax7/cABSRVZx/FIAQeSiCv4JonfpeWCEw/QKbmuNrP7xVc86zfccmgk4ctfEujs6/AGrha
AFprBYElPGAG4f0dXO2l9vFvtEJf0RKIFS1bQ3zYw3EDP8LaNEzrKmvK5bNvReyBO9E4jVGEZsM6
u5dyaPIHerzLfl+1CxQHUqFZcq4bdWQ+xlXnVAa5N5nGWZBAZqdIbFTtYSIB6S8LCUmdYwC+UfOI
fgg++JaxKjI7jD3PsZ69uV6GWwjbXvEAMNlEmDXbrXtFFtLC5y8ttHjQJxuq99eJZaqp2sboEHJq
rcAR5YXlLS23HJdECueCACf7jqC35nd+eKWvYOSP4ONbVB4s1AwEXflcYCpenzDf4VRwytjxwAGf
YRBWWXvAHrFwDgVNNDrvsPZU+6dwTZsi/U4Ml4pfOUlaoKg/IEpc3/NszxaODQjqWtzM23e0Zrbf
u6abPmVWbucpolgcUEjcAmG02b6bp7hTkEoQbBI1OlgjVTeTg9wHNxFndSf7DBATvSZCk9buLKRg
PkKJX4zR2yqe45m2jUUHUwhyKkz+9wZecwJXFw8G4wkoZDQFiIAXe+2+8B1lm5uqQwbwNZcUpX9R
Anv3bvR1ncDxhAB1C3z7/XWbAcFWbdj+U7ww51wo703Rf0mcSNCVdcIOLb2uokQpRcxYC5K6n08N
wO8fXw2X9xw0iD74t/QRIehh+aEqFMsR0tmc2E+GV2CDGMrJdOUDCwlZUw2XobiCBVRbl3beLsNd
3psmkX2fpAWD8vM7eQtz8gKkgO0r8RoAU8Wj7t0kUfSgy0Ceom9RsFY0H6/bpoyWHYhUHywni9/N
vJWfX/KvD085wKUsAMiKTcN724rES6ICcn/35LgTq3y/WFg25nvIVAPEcTiSjvtV6+fJh3oXs9iv
tbnAxN+NaW020y8mgvUWd9UDEJgOq4SFiusqpYd3ryJYMxk0yngkSvFKAzFlohcEUUnS4wU/Zc7q
YPfU48uCWJcEvyX4NJPhrmzcDOtN6CnVXYA7V1fhQl934rYc06p//PmY6f30h/3W0wmW45gOOgf2
cBiKb+8SLpbf0R5zfpw71TEJzCE3GSxznmxpbObOHo27RuStXjQoM/SXtImHvztYluV6DqUUN/Ad
ajjvb8NvRa/wGqgfq0Ia7OEZu9eKoHYx1SLP7Qjp/0MfD13+UGayYkftmpJWfgffyIyRykHCbqt3
/iXht6p0LcZzZ86buvzFtmK9n2OWHiRPQC0TvGH3vdHmbE9VA/PUfuwj4RrlLlN9Uww37apSANKp
XVpuzvDKkZ/VS1vWtEbIEW7cUV2ITnsi4yxGfLaay3mZtJWKNlVgupEKBxyAi1uXdq2E4QJBLVui
MLIF2hOWFAV/NU+jqf1Vg2FLw/8/TgCB1UmAnMO0AMwoELzbMZiZVUsi3Hz1ZC0zCcmQMgmQcjQE
OMtaK4lXsoloqap3z2Jw+Nnwsp1gLe7zo3lSttvuQf5+vaBffIne3pxNMCIDi8BfbyTvZmc+51ih
JXXzFe+VtEMz2lNKuhRWYi/ndj8sDEcQjcV6j+QYxhQQUEdmQAAqJveW1lWRccCTIlvvQajhz/lQ
LJgmszMiXD3J6fvA66l7m27om2X05HjbdFm+3q+Fm+OHaRaFPrRSRp8XVFcBphUbm7Lueu+X88y7
s2W28KVfTWoe20b2Nkw3b9DvLp/jlAADFQmXR4xkUF326znjT9QED9w5JTcdG6gGZfrD3LtV22gN
hjXeOThNqYuuy6OOFBgGZBkaMYSsQ4w7R/xn5VeRcz8i22eSeX5MnDG2FeYPf3MLF67tYZpt0bza
oyD2viOPHS1VDP28+LpaZY/0dxamB79uqrOaRsJDO7FR/L3dSNDJ1xQW57ZFmPGXK/adiTS7tKc/
7XXQk3EaMJeutqL3cqafO7agilFmr0zCCYisjy89Nhbm6c9vQ4ezbxYFZV1ycg4uKUyBiOfdotBt
KlsjcMv7Eq6WQulXD9J4rtukZTdKsKa1dl3k1enNCOjBjoMCoqZXgK8EhSIfgXoxbshw2/OCtj13
s90BpW96zIbGWzJk4OBWrnN9ziQCmcpMzB0bkEmXHiRnZmIyD+sxIbo4jbJc6ZU/OtK+Fpz3zYK8
orPnX/kmvt/XfJsDinCDp+ZpbXKCt+dA7kZJNbW99wksziSIlbAaCWLHVc9bhyDLOSQW8CaVwTyA
FbWJ1Utka7j4rbMqhgzG6V00gwEXFLhT2t0dUuQHeots19609m0xNj2+RXLJWXXRBEfR3lgLZhr3
nWe1LKOfv8S379DjPwf7QUcXsX2P7eNdJpHKhTccp95TDlDHFClHbpzzNw8QfJwYNXq5X1zxbeyn
r0g07DmBDsF8fay+HcPBpwmumcTVc3m84pjKhgOTukTHSoEh5QxdqMiODZDvNGumfv/zRxbvNnOf
oM8nUmAjZ9Ja1vs2KC3E57XOKvHJV4nNdqKaWI+5MuxB71YvW5cwzYXXEQFBsatxPOhdFJIdZ6uR
WGQu1iz1t2DM9/lDEWSec0inQr/6dplq9ypqZz4FrKXf6hKXbr/PcX3HfAmOk92HC0ckb/gXj/Z2
cOmQwClg04CJ3cGUDiHu28FVc255eKUsn+x41Juz6lpW01qsaf1NmX4uqs2i6na990SlQ4LSqKFG
HGa3LOIFy1fXUuhbbGOYPhGYdwzH5GU2C84eVzbQKjUCVhVSq0Zv6AMnxSEVvCIRKoIwLoj22+Rf
pJUWQ1HGDkOhlEetOpRIUNkFQKZQ24bH8dG7fw755b9z+Zvjwfdj4vd2SjMGFKsEyYX0ybTNv0T3
1rQ67uK2xsex9Go2xGNELxKsDfKQZJq596udUO90P5zA+pLwFExhkvebLoHi22FHukrUTL3yYz9Y
zBC1oFlJTwh3GB8na5xa7qLJqKlt48ICVf0Aa5v28DQ50kfc1M0AZ57b42ixj5Tjs/+xB423XUEN
6mEuscq4VXPF2fz62uJ2qhjKmX6mbA9sHPp1xPmsX4SRpRZfgiULxluz1oYdJzLPOY5zV+nU/Oej
7by0o3j78PrcY1+0LIwp/5JEEgH3Rgwx+GOSLG4RbdSQ2wDxE75QVzSAcroFTXXnYoukGUlZsuno
RtOemcUAJrppCPCM8y4Gb8QpI/HssJ0QWX0z08I8TNHguAh2cGp+crJi7W7L2i27h2m1iunaGS1k
ZFs/qwLZhC0hcz/sp0n64xV87WiuN25pltaFbXZY91QVvjhhhpIBf6F6piE3cHBFT/s5jOd8ZDGM
kDkWPIEMmTnZPhDwfO7cQi1OHJqzNUzDSYONGB3f6iWK1alKPILREA3itK5k8kzF5nSmJdWwQT6Q
4RlGGx57K0tjXj9Obi3S+8Ep4mhrO0pY4UJKjvWJG6s+2AZwzfMwlkV8YJdW25ae29QeEfSaJ9Dv
ErFHNeAnyFryunQ+wX2Kc+MTXmHz/HFWs60uYctXxi2HpDc8gaG71J092BAg33VtJf0H7M5onxOl
ADr7tXZ8WqkFKAihjKDR7Fv/kRbxfvWUiKYeZ9y/1NI+B8jLJzOkmNVbGQ6HVUtTN1IfTGJOotLI
3avA8ujodTK6De3fkmfgYVsxyrNl+51zudr1yJRewcib5IPtmso1scR2mgb7OrjSSXFBK7AcBzj0
h2oaLybYFWm6j5xyGuRtVAlcatzMSXBxZa64Ntj1uJocUxgbpEgTY8NxW0Xlq1uz5XSKkWqmyNlK
DtgwDyYIXNuxSQf5pTYGV/anTI7JgP4OqwNIZYC8yR9Ri+3P7nWBDx5f1PGbRopzWIB4ASCjC9e6
d9pHTGkCMZ5lbtfE4mDNhuF54ZJhme2dzBXS90JrD3UoQJ0Ye8MLqrkcKg9ztLhmEGaA8jK+pn4z
Nd5NFhkZXas8ZKCiOc2HBd+WaxfLujTYtEGgEwmvUwhu7tHiRcZ6jltuz0gZC7K68pJdu00wirCj
DscUK22Rzt1k2ZT50Q7T1QknB/gbNvfOlqVvCapDYYodpGktGTKbHJbStlImIrwvIha0g9iXWREE
n4YYS46wI/VnZKnyppwgoeUm+o9w/0Rpm7YNdBrjJPRgIxdK0Hq5+yyZ9IjZhcr5UveJMu6q0tNb
PlYd8YsWVdVMgJV6sXuigq7kc9Ax9KOi31oZvjbT8QNnCQ4wCDMTi7y6Qk7Pe0GakQj52Spw0Sgo
zwUZ8JkxIEIW2DzlfuI8ty05XLvHuovgMpx8KpFtmMJFGgzeoDO0w73KqiGtGC8k8/RJxpbBmi9R
1utbTnnTzXqHOHbiCjY/ah8jY9YTzO0M/eahEvO9Iij10IyjxUc5YiHacA9jhb7UC1+fp+tsu30E
Y0z4HkWQ2r3DDCgK7NCZAjCvTYMfAmPxOnuoigf8SS8z9MNFankZjIFZ04WvYX0gV6n/Zfcyv7TN
tDPuXoca/zr98X8N8vFzgCMiv/REU3ID1IeT8TFPXSg4J2kF3Wy+bMU681uxQLto3oE5xHWwkccX
Va8jjPIdYAMGyqeVFaC0pQqWjIt7HZRDzSiNotTOjaIBVuxCkJ2IJtC5ueg4Py6hRbBGvdhsH4Pj
CNYNK4h97fhMiUhJS3HAq9zJOuB0oQEJ8/hqj9MDy4GC8YH3w2/spFfoh5/dhXrPnhYY+jIJ2ja+
iamG6SWfViN1BnXGk9p6eI8TaUUtw13ykPqvWGmH5xKRpmczu3qFicW/BtRYJ90ipi7sGj8pw5RV
jgmVkN7cnMQaxDN3iNZq1nSQxRrs6ZE4PaajJ9pHy40rpk8vCdJ5eBjsTNce+F7/QYENaBc6Y+zz
pahMvRzKVer7rwaYHtOnoYiLOMW/D2XwXdLaFiomFH+epc7t41xJsz5Q3snrkAcZDgTmbqaqzB/h
BKi5eEaxnHN+tNrVNT8RuWX+uG1aQ1UpbFQa9nahzJKaLFEVDXBuAUZC0M1rSlD/wV1kOQ+cr3wv
XwY38/c5weK8nGEjR2vHg3JqsyxDvBwKfFKjHuXmqRVYA5+nuxw+NLgEGLK4KtuB/1/KCdxQmtT2
tHZM+MUVRbyIvGLqMq4OCa8e72lCAxNiFy2rnvsTjSTBxWe7FewwPj0HBn9XlByx5Q5lchTAlgo4
quY/kTll7DeopOo8P7wi6FgEJl22H5KCFP8bLoJIRzCfSxiOE/tlzeDegbPhBjfbPFrv7cSvJ/UJ
W59kctEzvTz6HGBxWG3hGWKjwvEIC4smNauJXXuoUO7yM4tmcQwmEJ2e4kfIGFvGiRGwBqGfV6Up
WjYsSJeWz7cp6C+K12IFSqdojwRa+wEsbnlpN1bHJ9zF0mn7KIeeeXXElVZLFl1EubbtInEaR+3K
30CSrNHGiKwKoLSVTk6GhnMe2X5Zki5WoYJVTOpd5pRep42CgErdIc59xVZpw7PhzENUEzDMpLd6
8IbU1uiIGKBOVDdZUUFpOIe+z1P+ORGeRcbZFPVdl14FdqZx2XrguLv08sh21QcH5G6JdnOUGUuy
R10oC9pw1oYF4doD93K/OjHmZi2kGHwGcGA2MOiJkEeV+tgoZaSnG3ZpFpPvOJKZqgHf7RRr3PFs
wi4x8j7k6zAZdx3BNOnh2rSB+5X9lvll4K7CCMDQ0c9Am1WDzZ+MWgNzBYwxDX8EZT01X91gSVrr
0Zmx8Lty3bahbxi88V4Z3yHHZnO040SDTLHpCyB/AwIolgPAUc6Uq4/Y/WUYXURysZP5doKLYLdP
wZiOrfizj3zQmJOOtgFlEBoCE9H71RkEomLcYUg4NohnIOltaJ2HDHJglpd4locj3zQ87bRGMW7e
vj7J8V22TQYmHkppL/qxXrabohj1/hcssd5NiP714sWxQH+ieilYRJnQ35OWafCJJcYiAaKSDSBT
7gArdDknLbBTrA/wlFV0hTMPdo4ZC1WvyqDUP3mdssSU7ESQEvWPjiUAvZ0acdjNSwcH3xKd6d8M
iRdD/aEUTsEALkEUiNMJM1N+CSqGRkB7SmN8cQjL1Gm7msxvx6TkcgVUq+88x+OURXG8kOwCjrSW
qWLcHTO2Ks1WL8fYthlQ/B83rPyIrba+pfF3o2g17tp3bufgpBqXba2tQ7HrvBuOqIKaKFyOZ1gl
6DAucWaugWRV39bwsuCMOucc2UQS0iuhjNCV1W01zXpOetEqMGqRSV+V5S7JClbj/jggQN9608t9
V4dYTm8Z2XkibFyHfoH1vUvoga/YH5jBgs3Ntf6CpCeKsgkQvbhL6trlrr04nlkNU802i+OWXkHF
EbIZ01bf+y+yu7eJrb486BASkkBKi+u/S2yx/KqNqfdA545bYwbszV2QB7CSfn6pd7JGBCyO6ZmI
WCQwHf//vvPM5OetT2PJ6nWSvJ4YWLjrueQFFOrYk+Eq82VIM95x7XQOL23FPta5M0o1d7+4pbdI
AmpbppEP/8d3IQIw3cXbtJ5+KRh0sQLvNJjlfk2lpWPVvvc9e7fWRNC/Gu6/XlAEAfgB7kUCWPV9
M8w86UwLDmp0284V50WME6Q69Zac3e51gf+tMddPCGoNI9sSvrAoxL2DcOcC17JKFe7t68YxJZB0
cAFx7UXK/eygw99nTbR2H4bJXrJtOVR6W7c7dgijXx3Oo1/c0dsJzx2RUSH7oCiMdgmk7h3EugSm
MXmL3d4Wx7U1Ed6x1Ochj9jeU0zIdbrg4I2FV7bNGUGEAcuGL1Bu2mENx5YEfy9Lu5YobNhhlpAd
v+XjIJuRdZUuNmllOB0rec1xt/35Q7x/jbw4x7Qxd6E9mmWh0Ho7bzh+WyVmY7yiQZveoNaXeKjp
ZTXgS+MPzi86y/xP15MmL1L/h0b73Zh5M0EJip3h6vX0m1HMQlCs2WChZ/dp/LcQNuw6LKBbAEb2
bxbsX3YFe4rA4Mc0uzqeTsTK+m1g9sm6qPDA45F/PqB6m/k3xARMG1B4c1iBMHEcgM13sKb2rk+7
VeYHrzK6HCJyWXr2V1hSyS+X4F8vxasDCsc0kYTfe7/jlZEolwHvr8MxIqHHtC7nzqIt+fLzp3ol
ofzwYECGXCqAGvRCSfDfF0pNk4qUlyb9SbcKM+l3Qs6ahzGYjhjq7/1aUcoP6z4GYg02JRxiC0dv
GSurPOfQhnyE1X7eAABdCAcIQmvpZBzXh4UQQdZX0Zzm1ryEELF7opW2LcmGukw4VbsrC1wlsAWo
Tben524nQdwu7NmqbfcmOFYyc5ecxL6OqtJqkXnHyRhAFhrQ11hAIxkklQP5hpeWW0wgMFzZvsYp
nsGv4ZtzjC4I1H12cNyg2MaOGQcmWezfE/RQ9m8yRB0NTKOgy9ChFj7pQiUwYbgj0nIH74oahI7p
jGOI01AWZrWbjW/BxMt7BUUYJnMX0HTKbbwiGzAmOiIfLacnDeOP8cxLIEVNcWJ8V21oEe29dgRg
IsXIXUEDpZpL4rOkAwaTOk0ah8Vc9qRVwPpFVnyyiX4D+8pdFOTe08w1DY0J9CN+hiGWYzodCyYc
zFr43ygoxluAGI9iAzIe5ddRaAw1hlPlptWCTnGDwXrjTbu4daEyfpRLMK71R8oOupZHKGgK96pW
PbWEj2kD6BxvqeVApNgnXYuTHcRVYs/vCxlo7+OQN0/iqyXnRflXoGdR8wFj9CwXu6zqDSjiDRvH
rEIUorAIdlW98G630yzWbsHpAoBiDInQLIkqxlmi6QLDS4UyjEL8lJJUB35HRThNzP7EMQs1Pbpm
iZBjGznE3dUGX+ay+1IBwOAM5B+Lja97EQ4sQexeIOzwyDuqpHCx4HkNt8C/dbi4VEofOsepUbwE
hZWHsQ+BdQAXCMPCznRLi50srj1uQ2BWsplynFs/sonX/l1TBQYeyamM5SbB6uvu/1J3HtuNY1kW
/SLUgjdTEvQSIR+SJlhSGHjgwZuv742o7kwFSxS7c9ajWrUyUyDcxXv3nrPPDHKNMaP0PrHSnbaN
ZG3aZdXQbWloFHdWZarLAZHs0YqaFIms3lUPPg/1Vg8M0il4+8L3uBLpM2jLAlKPjMCYsBp9zZ6X
zpKaz0Yi+ZUsAHOR98K8MvtI4FUKIQWXslStkSzrqxhCkzfFaSOvWJyDwh5l8LFJbWbfQ9HeY5oQ
h0qXggPusmZl1HSikeAE2w6UkBs6vX1rgbFG0SCiH1Fd+m6KOWIBGCN3DRKngWqrpMT5oEYWOX4o
/rQ9EqcQ59a650/ubLZl7+C8QGOPof+jdJIUPLOSotR1cK2HsVzcC50W/SKlUwMbRCuCx36Y7LdU
ykkQ0drsgSCZaCWrjbzXZYdwkYIYiSudbt26Ii7gZx1b/i09xAilVqMh7GXiw7ZGEcodKt0Q1fiY
Syulzpq7utPpO1AKXGyO7R5BL3x8g6SapQ82PLSfo051RqTLZvu9VvVYgagkGnY7cGJxiGiG/dPG
QJzBz5OqPXaUwnB1pYlvsZrjPUClcDCwtZTEsYTFmxzX4mqwcG/UpjI/ob4xT4+Drt8PrGqvZbIE
djTBJahRWqi6NtXvh9L3s4dzIgeV3bOQXnpR9j9LSRqWaqRMb3UdFypaCoFwcppqntwwFekCrVgF
mmLqk2FvtkGJpQIV8nFULAoxO6tl12upttdtORX7aiirtSpa9WAAg1zQ8H0y+vG7DGb9qCu8Pl3d
Ni4dRvwZAfkRlmuMhbbSrSYHaq5XL+PMs4nl2ftSL9oE9Qfc8CiAOCy1mv7GTL5YaFDMNgX9goUq
Zw3g4Ty5rUPg48ukaYJHoMTlczWITF2UQzssfaUS8SLm9zFrtmm98eINUPL1we5vHLUO02U+dfFb
nIkJ86KcPeUzrlSITrl1mCXshFrZyxYy+V6Pcv2tts3hKqbt3zF9AIVI76eBIiwB4sV8cmXaMEsW
hB46b5XEosa1WZ9Bv4nr8sbsIYxR6E0Qz9FkbfF2hjcolFC1YA95VItcbEjVVTax6My3SvMfe7bL
j1OZTTZ5JNiT4jILfo5ckE3YWG27Yhk4om12DH9R6SWDW7IYQB123Q6IvdiUrEMh31i18+jkDcDZ
QWgPceUX793UTT9bHnC3swr1GmqxtpH5Urh4xZp71pe4Bvu8u5KqOnmd5CLfaKnio0mjq3wMIfjw
LRuoSHIc2bSFjMTcWsxnlqLO401itNUjqjaN398h1ZdzbR2jcn+hPVfeOHlYbRWE6vcZASyHAKPE
arAoueyGs+iYk1e4r1q9v8lrv3qobFv/riUdxUEtx+6ojxkvD60tTwEie8DH0u+ingwB2jd2voEH
rLvsktGW0v1wdpNU+Vc+5e12Uu3w0aaD8lJOdvPABz/Y8rJZ15OC15hP/cwExJjCoFvRlk3mpK49
zUgoGRUenBapuIGaG94EQyHIc8Acta76uHwRTasH7LGn6arCLXtAooWwH1bgQ6BBA6BmZ8NKQ02/
VRj9LTsx6Z5NWgcN+kr6IfmY3eSr0dAn4MpjNrDWda2WzrZ9lRhaZzUrGZBr2iCYF/5VTwrCDc2W
9CjpY/6UNtUb/01Avxc/a52xgoGkFh8HJ0Z4agglwtct1NdW8tt+mQIKvEbk1D5GateVm1BNNX3p
hIp10P2igrkl4zbYExGJFWaA87zoGHu7tjOh14f47XSLTPPzYyEx9j+MElBv8LEYW6sr4lSY9yik
T/W7HDu7pw26dGvlToQnkDyYYhU6orqLg6jLVkx+x/CQgVmMXKnKDbSgxI1KG6ur6+lutAHdh5t5
6SG7TjkUKe6rThR9kOwTtuZVCimPlcvSgIbVXdM0ieul1irBQw9oGHIgIR5XCBV9xe0VloiHhu04
JoiI3R+eV6kSjWGycApyBFXknJjW3lAHOY8fJg2cOQDOoQTrtVcpdvIOs3s3bsp0zCt4vRCq7sEB
Q7Pq4VM6oLNwIKXJUtIxLkcaeiEsIHp6W5A9MZG7w65yKVulKl/1Tow7RsWaY11bKeXURRo4zYDG
aB+rJMqYipXsG2kc6thLR8l0Jo3Ln8tD5tKuyZJZnyZUI/OaRo/txh1B6qbkoLV1wftgM+Vctsqo
ZisdZEl4hT8kNjGP0O1dQjXCnqhlI/Mfq42TLblgRrEKmBdeJxHdUhdO+bDVAp00J9OWQ+AoBJwq
uySoBFPJ1rBgFPYMwc1GbY4QrwfSOIH5AnDWAYjhNQ7MJ0VI1Y/OYWmiVWJUN9i8FG0FqVJt1SVL
uFAqlozoEeH1UM5NcKR6YbEwa7EYp0sqacO/UAAmG6LvFKHSNlchqXkLIygV+Ol4RhQrXAkVhLtx
rUid2T4y0838La4s/S3outcJ791jEIrXwBEGhpeyz4ASWvHKt/1qI/PxkCkSZsUUzJoO6aimxwrn
0LoLK2cpSjGJhYVAVZBKYGT3FexCt6oAJbZ2pFNfuyb73gT+tLYAXECqGPxrBo22vFSGui/diY+N
fuPUoUYuVlVVbgQ5jYVfyAOzQAnY/yDZMbklYay2UQJZwVVNSPN9W9ZNsGoHDHA7mseBtZCywdll
RVy6al6m66T0jfs8kZWV04TFIfEN6RqrlX5QBbPLIqiZYWPTARSi+t1b3hIWMg2qCvHc4iOMhQdS
+wqzXXFEOdk3O1H1/sKpe1w6ZRLES92sO0GiWuajnkUK2u5qk5NbkRSk3E9+Ff3wGX+Xm5gxm1vx
UmKSHpPqyFeej39kJoCyYtYX/AT/jq9OtG4tx1y2xHg9YQRWXmnADWu0O86mkJ1sbQkrvpFiuVp2
uKie5Tx7TGd3ZsDGbW2pfvxCkAWmNoNYmBdN9qt9q2r+AEZgiGEQ0zHb+0LlpAOZRnc0dEs2u5oH
I6Hdd70SEXyjWa+JHyjPiaL1Vx0DXNcQZbHT6Bw/0YNXk7mmDQJMq1xem76vsW6lOM4Pof5dT+bN
8Jhn81d7UOv3orOlaJWacGEX9JQLc5cbeVQs6yoaSJdKp4KeodXHCpZF6giGsCg2rlNRqyRTASNY
qCm/YRGnFiEdoE5IxDNNngnwvcYuM7FTuk2IhJWIDD7f+0wUzTfBri1cJkLT5Fc+vP1MdrH7bis1
CRkegM+2UWmoj7N8YK1MJPviL5aEZxhD/N52tuDzwM5zXbQ+oqjCN7QrJnjVQYxoSxZVwJLmaqhb
8Z6oEM+WNb3GbkG+2PC9gdlRbXgp2ae1gl7mD7DH/EMGc90qjzttT686QDlFZg2LeQSzP3XEs/46
s8LmQEJGxV6W5Ujjpn4pGSupzFA7y1NnPDV1mr5YohuWSa3VbipLpXxse0u5Z8gGxpPJMBfLbABK
bHoWVXuqXw6ksAyxoJaDw9ITMYdUHLWwV6Rl688axDGTDbGqRIe3AmEKDxF5gRnO5qRbB53JRCVL
lnHCIq1azdtYUlPGMoI3aWi5Pz3ndZsnnloofe2yq/ATSppjkoGyrJQ2SBEJymqc657Zar4N/L6E
mZkimJXyZSfZQ+yvmZslg3ydhIVZAMeReDPFYkZj1e3S4oNrjG7IGMtOFy06dn108270s+RAwo9K
IlMNhVcRN2lHd0jDQAs3v11XrcAnGASJPjvbeVWYpuBD0vJq0Q1Y3xt4YiTD7NqwlbJfRGUMnbGC
ERJl+cooGbnd+7LKCGYj0EuRf1SNugQiOG5Fwn3QJVRTbYyGm1FAh8Cf0/+ZkfMGXx/Gcz66jggH
49lg2BTe/7tZK4l57tCkxPXeS4TsDuIww5EYDyAbmFvYvIeT9SPAKzmYGxTlE+9bqdRO9NJCSpEw
Bds0uiR2tgQ0mHwiKMfNU4vvsARlwIJyOMqxI5OR1AY1+UibiSEXd4tPXlzE75qNnThzDYAzY37Q
Wk5vWgCiUlUi/Yxay/x7rTFEZK5MJLqRBmK2LYHquVrUsMZh7xCUayHsmHosNYWbIEa6VtF0sXQX
M1t1nOFpja1vosbKRpDVod7RSY2WKKvatNdXAYzKKF2JHuGNQ++ARMKriaWfvfKl1MT6jaXSEe1C
0UtHXxGlpukbxn/Zk7Db9FFCZIN9vcB2B3iZd2eF6CT7IecJqyx0/2GVrAqzdrCkA+WwhsWklswg
J7Mdf/sL9k4UdDcGuuAtfeAINLGvLRPVbK9jZRyzldAyNFudwzxYSOk9EKie6BWWcNYCkz1G+SGH
srQBbY6YcZhJAtiSuuSHmGRsqH6lZz4ub1tv3Uabxrs6kvqBBYKUrliBskMEYG0Ym8rUG4ALmT28
S5M/jAKgel8qdxD/E8Ptwf1+r2Tm2NBJO7YG+SQRpEealBKuWE5U9bYNjaSDezXMHRdW1LCGsDwH
axxqnY99u1VsNDrAsfKlL+tFsdKhk2yVurBe0i7VyW+0fDUgfmRScZQTzzXWx8wGy+uqstE2zygg
UE8sKoHYbom0g9gKANAq8iKaW8eAnXe20EvW4dcDc7cBTkliwe82Yd8HwD5qJOfYSpDYYWefqY9t
DdzCgIVEYl24wbHBjbGGAMA3ErstCZGgwFsaZu9gMCqeDd+5bSUZOFE4iTVu3eGGNJ3B1R3fJgEG
icVPCQ0TzcNYBFcSZbh+ZXPZh7dWnGHIr5EzRVtWMOa+0i0jeqdEauNG6/T4rug1/xq1ZPAjmLOF
Fni1B1RrfktnhITBYY5l7B/twWhv+ioNOQUMfAyJrQwGOs80No3EcO4U2oeW68RFv1NoWkQuIW7R
t14jpW9pJLW+xUEPOqyvjPvSD4p1o+bys1nVysKxkCOGEM7wJtTTuMD5NR4VbHCRq7Z1h50tzbEG
AMdxul1gVojUanLoABr7/cDPdcjy6it2w0tB9Lq6ZkLEuFXWsFS6Qad1lF6QLHRhCK9CZagFdcmi
IB/ra60V7VWgKh2GZCMQ1ho9hHjoB6tBfNyQBLxAFGC96hUEwQVgYt0rpXnFW9tEni1YU4/Rwkx8
B1VKUkahywc9RoBFu+RmAsxfLyZTCHOVdOjsXE3OotUECIAOhYGqDvVIJtxOE7+geOcr1Sd1tW+M
8cWiWnSHoSGS2k3Lzr6rDSz7HM6YYw+R9uy1TCWZDVDIwQ5hQaAW8sdsUZH5dJCkUH0f0yjZD/CK
b5DsxaSe2eobfqCWCMoaMPUyMuq4Wlq9Dnum7ceYZNnKbvxVC64mpf4S+nKIFXU01o3ZG0+SH4rh
SOcqIZUBKBSEb0JUXyIH4QNIOqU6FghN5JXVGyObAmeOcit9nO4rolbDh8Qg6GnJd5NVHetzYEoV
oGCuG4wdracNDb3NP9pppj2XiC0I42vTF63OiudqxscQA0HvEWEleqkAnpWTVi+BBJ2HtdUgLSVW
HtdVi7Gppu/ymgettKtiXmq3ihLLa0DQ7BujxOVSWckVfQFrS66J/UTHOLJ4DALzXaiA8EEr1Xdd
RUBsUheNSsCZ3c+rNTlDQZPT4rHq2oayE+YmsX8SC6cscoZNbqhdeodPOCJebQJRzaNOHKNmtCuW
L8ohH4sQiWCvPBNBOzw7fqMsRN3KmEaNZJXZqf8LdbHs6obePNos9zeK7ivvBUL0Z5n/xFhIAxcO
s8MzbiP7emDWvxFdw1tnt2/olJsb0crAJWyQ9QrvwXTjBBJ8kkrRsw3fg4qkILvWXNtCo8J/fdWX
avUtptnh2gMbFYBVOSyzUCmeJDvV7+NQ0+H/0dXfCZHPzB4El9Dkvo8t3f8KtD39oOqdD1SSdS6j
cPxbz+xoi0zcVXoNYMBr4rCkyte2PUuUqhLnN1qBYYR3xqyBgWPh6SOKGgJkVVwqqqsV8tCEOxny
RTzt0HMThOZHQ298N3K9SLYzqr3RlwAoZCgBdmfofUXxShC1MNNCJhGTo2bKLvo7ZWLZaMtEHlWJ
CSJw144DXcyFqQ7GWtfz3n41YWJQVEqRpANBZ5YRyobLOg+5giuNxAiha9GRWqFKZhmPuGrEBc5L
g5pdN1CEhqL4KZfSSPAuA030eiuI0wTlMbGMyIVqwO36s5acZ7BkDBLEwSSXt51mN2xhIm0wq+qJ
1GG/i10GsTb7PsxS0RAf4xg8cOHWvWmbykoWWluX74DgOmVc8FdENC57EkP4Ak4EGJbd1scgGkNe
A4PEmehmIDvphojtziq/tVIwEWgdwXfhnyGJt8zhIDU1G+ZDPNY+6ZADPEHrEiH6xPTH8A/rOOFE
rDGZSpvoH/4c4+bEe/rxIJzvcoyZ5L+n3qqZGIyfKsgYiD57u8vBf2SkPhI9UaVYsOBcyHyFyZge
rMf496Dr99jw/4Rt+F/wT/93ZIf/R5RUnbH3Xz6QGcL6ByYVL1DOGPvfvNUZqjr/6/9GOTA6/hec
BAzWNhp8nBqMj/9NcrC0fxlMljUDZxZDHW73XyQHg38E3FLh1htMYuzZp8Q8daakKsa/dMXhndeR
K8wWf/X/AnP4U/DATkC3dIv99zzU/2BCt/jV6SA1pecr8YbMWwwRY7CWRiYAZWcST5e5H67HJ76Y
P00qfx9onnh/OFCLPZhOelh6rTq+pe2wjhJ1zaBLXpiTn66/PsjJS/P3UbQ/jwKcpykLYQtPWOYN
wGjds5A2gZwAYCbKMYBYZy1LtkC0Jq3lZDmekaa/vj74uTM80ekEcHVMQzi6J3wG0+CbrochSZeh
ynL60tD+T2vz3+c3m8o+XEX0ofA2Yk33JFl+YLm+G+3wKHfingpLD6ZfRIJ9yCX6/Sxs+Fsf8PfR
ThQddlxB02Da60ntiPkEl213i3Ej8/sD24yFGK+/vnJnzuq34fHDWYVZWwtLHgwPqcibrNdbOG0r
RFFgKp6B/N+bTfloWxd0D3/KVf46KeVExVElgamUhqV7MogbLR8REsfGFgLm969PRpmftU+umjK/
ah/Ohr4TPrxO0r1RFMk3iRbZvna6Ld/a/NWRBzjEtmas+FQrq8kOfmV5rW7TRnodREh+c0E4/IUf
Mt+mz37I/KB++CEZ29zaH7h9EY9gLfXu8L1O+QqrN1iMXkv6lvOyqkC3fuHSnnlefgO9PxzQktTR
ZrKresZofg8VhuG1hPmYMJA4dRuapaLpN1+f3Lm7eFJOinYKxsgPVa+QGnVh+aG+LBRJ3qo2GW1f
H+Lc2ZzUEtlEE683seo5PTHnw0sRTjtTW3d54uokWPk/vj7MuTM5KRuNUrEGwGTkEQC0HJMA3hnt
ftGr6oWi+FtG99lzcFI05ESiK2T0mkcyx6plFpgO66T9ySIHIeddXBZr9H7AdndhcW2oqyLey6Q0
mjvIqvgJng0ivPl/eUNLnDDeeJ8S3Galv1hjIdjZUwX4p1Xcb+d/adrTc98N8U9SfJb4z9b1pdJ3
7jqdFCMaYiw8O8X2ErbIUZfTtWtjENq+LrZf34n52fnkOslzefrw+DZTR4uCTdEN3cx+PeNqt6jz
xwsvx5nPw6nfF6YHjfFGCm58ZywwYZAIZCG0RE6dd6tGvH59DmceWvmk+ASgE4u4EbbHLmTvJBXT
lX7YAM8k0HNc93K9q8Xq60Odqdozmerj5TK0suusrgpvUEY45M35dM7lb6ExXdHyeB5j2TN98o8v
PgAnjv+/Krc8Pxkf7o/UkuvL6ja4yW3pli3BDbQOkkYaHVhwZ8jN0g5NQu8T1X4Fix0tBzK7iIxT
yi02Y8ydTKbhZ6zYHb8Q3dcvQPEGREWNP0n29l2F/sgUartMwFKtQyHtGhtmqiHR2bzwCPz+BHz2
hJ1ULYNUMrnRpPSG7vOhnJmaUgGCJLSsrWbnj6T7weT8Vfo5+dprf1L8qyl+jjs5WXf2s5RMrOfV
+goOe3TpF33+jfgPBlINoCCSdNk/0quOxL2M0lbxb+bGtRMuuvg6UvQNk6avn5jPXwHNOilERoti
1apb6agIiJJRUW7Iu3MWtvgmtG9fH+JMlZBPijYfW0WlAUd8k6z/aEd7M4QDg5XSqC5csXNFQv3z
IQRCKaXQyRIvRycEAhJrRnwpW+fz64Pe/s+/bSftMGiZkXodMV/XdJalFeJv+3aSzQdgAeGFOjfX
gs+ewtNKqpdmMMF19fQm2CuD4hrdbW9+I7t2XSvJBVXw59eJBIY/zyXsEAVNvZ94kp/Wm0zt1nKg
yBcepHN/fK5+HypBOEmDDuck9lD5wQHN8dL36oW//XkF1ZyTChpNE+DGIo49ua/HvcBmuJokW6cV
zKthsRg1ot5jQtRfWGZ8ftOhtP15LpXvq5A9ldiLU1ocNGDbZIuVYB9HFyITzh3gpGySmOoLXVdj
endS5Aq9JAKzfwa+Ey2l5uHr1+7Mxgug159nIbB1lwFRtvAoiWXGXSQ/GGlZvFuJHqyscFyCoT76
obmpHX3NSMLD/Lr5+tjnbtjJK09IUi1Gdiqst2ce7jy6ipFK74SJvWayXOW/o1/+SH75iHY4d6CT
Vz8pS7mksZZ4gZ26aHyvQwTDZb7m0bOatajUf/jqnJQBSbETGHxt4o2BADTG0G1JSNqw/WeX6+Tt
l40JT50/Mkxte5XhgyMfWlVp3ILGJUx9AP5xHtLvZFR34Xw+D/TBzHNSC/gWm6Id/MIj7eSGkdAm
UrZ9vqe//oCoyFz5lbHXUZtKJI6vSpMAFulKFNeFMuwZjDUXXrTPPw3/AZkh/jOo4JnnXqNO4zJj
oj63W8WV6VyoHGeqkn1SOXKT/KUJCoenxqUpk23cjt8qn0i0r2/cud9/UihksjswEqaZB1lpw2D1
nS75j5nz/fWfP/frT8oEcCDDAvuRemy+r3hnTMX4ZwXIPqkNiV0xGUfE4w06Kr2olycmI7jOtd7t
S/vX1z9/fpb+86OGJ+TPAqSQrKhg3k09ZjvOMkytfZiD0R1spuR1usFYt5JLBCTC0S5csDPlwD4p
B0qs1JDyuWBkZh4TSM4Jfv2+XE1tMpefi2Xn3I05KQc+smRJAk7uRZJlXtt2tSgCvb7QJNDnv/LZ
dTspB+gzaXpnmfAaea2jnUMO44qijhe11e7wti6r9rrTx9c8e0FrN6r5lgDMxTD8/I30ZpFYZqjS
/V3ZXMtZeyxyUI4HM35UrJ2i7zUgWCDfe4W0SCeBDqC5FMwsf6Rg2rF/4H+q7CfKkTsJzUQ8PJjW
3T/9klsnZaedIpzQ2SC8HPET6QoFAZYV066uZ/CW2QaTRyLYxSKRVPvC6vDERvg/exTNmh+WDyuT
KLcxUIS5zfozu0LBdGsoNtTU8BZ9x1VMf7WzYOWQ0XjFdfj6yT9TF6yTsoOvRwQAdjlkaayNoKKh
SrB6FFx4zM88fqc2MrPQ5zQf3T5Ocdsua3aTk44q4evffvZ6nVSdOOlJIcZEcmT106rPhJgPdgOQ
70FWNoVyD5hkbQwXnvWzB5tP8cPNQTfE5oOJ7REF9qPPwlfyER8q27jVNyiybqss3NSyuR4NXuGv
T/DczTkpS6YPGRCuuHMcupGIjpaJV4XxYNnq3XTh/s/1/5M32Dp5g1E9jFmXN9JRClMyF1he9QOS
7HqJ0/XCl+3MWcwDio8XDpNVB8xelo6hZGjLMLSkRRKh0U2HCw/ZuQOcvDYSBM++rSbpmNUYPVB4
y0XH4DprV//oNpgn74ie+yl8N41rRJOt4NqE2Bb84e7rv/57FvfJLTDnW/PhwcpBgDJBV6Vj0GK9
ke5VpoEZCanO3dCvp/DBaNYxc2/cQ4lWz9vqMf+hEqs8XLg/Zz5F5nxZPxw/VbUIG6IhHetoulZj
osIm2Y2RPuogKJUg39bJ7deneuZhOzUmRq2PrF7mQprYRgplPqFxgVNLMS8sFs89CScvDJrOEt1U
Lx2HYtiahuSW5ps0Xvj1Z2qZqf55nfqkh0vrd9JxjAsDOhDviK1eetXnZ+mzh+DkOw3ehXRYsPtH
4CNe0iGbDSYvMZoUANhANIxyYTl17mafvO8pPkVQWLwr9I3vCNjYA67clXlwg01vIwwlWrTWy9d3
e36/Pzkl4+S9B7gWYIAbeK5KaxFO942xyfNl1atEzEUQZJCQXro154qzcVIC1ElSa8PhxvMlkHpa
4fmPjIOQLK0aRz4FiaNueGe+PrEzj7FxUg/UIPY7+MPSsbSLlawbu/mbCeh+nZWXsHxnHodTWG+n
tI7R2aN01LDDDeRSzwEKrHeKdicwbX19Huf23cbJm6/AgG67mqMMQXk99+yq5pojUGKwcCBheCI+
foG0AD/QhUt39kadfEW7DoljgVD1yIox9LV1TUwdh/yNSu2fRIwivFlL9qVTPFMQjJOCYLY10bI2
h6vHbBm0D0rzVJPo9vX1O/fHTwpCZxvECfmUM7XRbyEauTjmoaBf+Kr9nil+9v6clARcj/i4Dav2
ULr/QNN89CN/wiDZv6ThOnHy9450zYXvZF7a6a7jjLPrM9kFZXjwmXsORraGlKaybp5Iwbk05yBG
9fPX+qSCoN9XYN13jcfM+iVwiscYURCcpN3kK1dguhD11foybufBT+TvhM62oK+2vRXgP0jarSTC
VSFhf0UTuPT9wtXshMY/D1xoSokbtfU34Yfe17fod9b6JxdRPylCTmq2tm6VpHA1YoUsfR0EVbOA
D7DLDFKTwmjXaVgCsnI7OATKKBr6p2iry/FzDqdkod2NdLy6H+Aylnb1FlrVQ9m0qznNTE2T1dDn
ByKTl0JJXDWRdqMGlczOrxy5c6dWfTKZl4SmtkGthTaazdICPSeqTr2+6YV/aSitzSfz2UmeVD+c
u0jxq6KCMDceiaJE5T8kKzWZdZGp7MkSuk7yFAMj9jLHf69T5TZu8y1BON/Bl8F57nF61iyeh0Ou
zRmM8ziu99pOxKx1zJi+H0zJotwi7VrA8z+C+kMK3Zgw1FJ97Y+2Z9SE6uiRhWNY3qETTpbEUTIj
RnPIjtNE/CnBNJOU8FIs9u+gkM9O+qQKh0FX47wsay+Wg3dfKCAro4q8Qn9CHZl6YwXYMtYrZuV8
BSA2Pg5l8GMQ0rTMQhR7BArWeCT0zdDH+3astolRP1idnG+a0VmhL9sQPHJI4vguA7G5CCX5diz1
NQI64Hbm4evH89yNO1n6abFJkpg8lF6Px66Jil9J5+8LI7xJ+CWIksUKsMlDNzx/fbgzH/9ZXvRx
pVcGeu8UWVx6iS4oCbi3CEaDgPaIOxzqENlLDh6+f3ask0KPK5EFnm4KL3SCd8WiL0j2q5RfBXWz
FTr8i7Z4/PpIZz7Hv3NxP6xf6ajjjYks4SWJfhPk6a2T2cc8AME2pv2FG3Xme4xc6o8rV6O3dcSQ
VV5omQdHTX/aU3SbDTXpt9FdT+jnPzuVk5LvNAHdU2WqvGQqnvAXpevRmu4sH2dekAX5ha3suZM5
qeAEn3WWVEnsZ5r2OHbjdYwuuWvsw2QYz9BJvn99MuqZp/t3ufpwY6yYULoJNP8xcr4N+a2TqHAS
hxWsFzcz31vzW6nc08hokltGhlPXuWZWvjYZHjfE2a1+byQ+H683LQcEh7UKMjn+OJTFzgsQxYUl
/NeGrzp2HWrrpQXK/Cp8UlV+f0c+/GYhkEb6TRB4TpDfmKKAwIfb5W5S4umfXX3tpG5JoVMZfcMj
SqQPyX4ZAULRqm6Vq0TBhous4uurf0ZJhLHoz0e2iSbiyUXmHDGdHZsYqa4hNhKRyFICdTTJbyR/
clujwqegYRzHhB1L1n1XXepmnSk22nyFP1zJoWwtBpGScyxVtAPVcBf32aaMk6Wi1rdjgqhnDB8u
nOu5Y50Wm7IMTaWLQi/1PcchNESt15HyWr+EpDpkO9h5i0ndseScEmUpRSaA5GcsQ0s/77FfJhtx
6fE5e9VPFpyRFZe97Ze5J6LgOjE1HJWx/lCqgccwfB3gderLddnEr6inlmH2UBGGOYZ2ewH7da6Z
cMr7EgW4T10vhWfK4kaVk4eu6R6kzJH3zhDELpye/RwWm7Q0EvtRXpSm2KRKSFsVcqIrSOdNlnJE
bjOWtfHCOvlMgT4NJk9sY9DIYcW4WLN3UUKFjO8WP18d5G8QJS6JRM9e+5O6xnM+jXI38snJq/c8
D80dwzzCx+vIQV4vz8rwd/wyz12WLejfNsBzeN0qH2q12lx4u0+ys/7q4f4uhh8eewDFEL0Agntc
1GOBK3oRaZH/zXAIZMySxnLHVLtvtf4BbuxNJ8aHVNjJT5LGygufQ2V+6D8pYafJaplIUJsjJvV8
He82fAYwOaUlkbsZK1dabgkCCUFlpOLa17rHLOoPilKaK3mMfbcko2s95DIb2q9fzTPfGkLj/qgC
VmsqoxJFk2cSFrsqOul5RGhnoExYOIM64mkHoP71oc6e+EnFy6Ysqxs8eZ6j3U2DDdU58ZBYJG29
xBSNvSS+C8ujJnHP7RJKSLxqFfHUpheq0JnH/FQNXQBlKzVlUL3SUvEbAwYvK0zq7TK9JKk983FS
T8pcX0SdAHqsehg7v3d9fxV1w3Eo1xeu3/yefPbgnNSuSenDsZc7Bc8IIxzCEHwYG8irJcYxpd3V
+OGiQ9brKMIwuuZ1EF3orJ1ZKKgnqys9EQkOTlnx/GR6aMtmGzRatiQL+G6OftdH50ErMA2TZh6v
vj7Xc/fqZKGldXAMwGMhzxxCN7RVY15o30WxUiD3lqcLT+S5h/+kIEGBw64TI2kdxHAoImMF+OYB
Bj6QZhp7F2/cmZM5VUAP1tAJpqMDOI5hj9frl90HR18Jf/UDtp6vL9i5l+tU+SxCaYp8KRg8Mg8f
irF7JiLoKbLCra1+l8LmevJvG0nZjzFuXnHnp2/QBd7YAwf/7FqeCqMV8poIIZUHjxXaU2OC40iS
bA1mfoUM7e7iXvrMLTs1zGRSWAa9Uk9eZBW3atfctBFBFMn0rdGTbdleOJlzd+xkbeRIxqiXtTx5
slytm0AjSlxlV9bk+zq58CE6syT6fR8/fIcM2uxZIGTDUxPtgdK+Et1BJQM4lYYnlACE9dx9/WSc
O5eTqqH1GCJsp7a8KsZZOJFhvejb3NjbWlIvC7+4cMnO3Rj1zw/Jf3F2Zs1x8twW/kVUgRgkboEe
3aYdx3Zs31B2BkYhBGL89d9qV51TDq9pqnKVSi5CA0La2lrrWUAnRXUlLefMgKTwLgho+EFVCmSj
9dIgRGkHVvfKpZb6oh///unZlcB7mhFtnDPvU98q6SsUNX6qJq+S0+CV3ZB6ZgcwVVf+adiEvgpZ
2WZ+zHhfTMEfbdNPV+7gpnNFLJ0zeKCZl9vjsIFzOH5vWVftIpC/2ho9PwfmO3TYMgp4jBDmDXGj
V6uIcOaVaW0Ag2e+wzn7z0kU+r10ihfkVLbAnXBM6qkGKlrbIW9VAn73bwWePn83kewuhkp2hkF1
Yxcj+FD8PuHxA5q71wfZR/36xYOZqxsdjVWRWTfsTNiAzfAlg29Q8GLKWH13qmTyYGxE4gM8k3Xq
ZspLqW4CRR8dEX/8Z8oAYpKDPT2OZkMgJkD8StNimA55oOLKBXi1K52jGxsIpTYKAOGTIf8WN827
buuweFTivhXpgaWD66fABqBPrrIgy5zIPoLE8H79HhdKRzJXOrWg9NMSxtlzb3XPvRF1QdvhrFRv
yYapLbfa2kO0zX1LZdhTCCKAykNTr8dndv0HLHxicwk7nTqw1+EJPNuddnbTYgcY1Pe01J+sETum
oVwrY5a+r7maPakggJyAnT07PH8Cc79B19BNd8lgwOBJ89oj+VRsSlO7dB7FN1kTbcPB/F9Z/Jck
ZXOdO/JdWh7nFT0TzUSvFCEkPUMiJrcOkVZtM7P4ZcKGfuApjPwgq0iFktWxMu4VwJdJZW+AYf99
/Zkv/pbLtPrpi49Am5OwzdHzdIGfKURNeszcShqrm4wW+yh13wqCFw86neMmaK2Ot2DtBwjle6eQ
KiN2phMrZ4NLG6i5Rp71Bfjg0qBnO88C4NDq8YCB18MlnTU7nKzhIGXDeBE4BHCGcsvK5+sP4bLs
ffVxz+paTiI4ZUwsIeBnHyURr0D37qe1Wm8Wmvb/W7K5rDtqEd+gYpueZWq9K8Ae0SXQCnabielE
S/XMEgpKSI9wtFreRPFWas+uDTCADjv80KmfFKe+HjJR5RtLKlD/u5LtwbY80HJNkvz1Yg2P59+D
gDhxpCE+tzsjZMbTyvGbG/Ot1fUvTEx7hxq+XWeP15/1wnKtzy6FBBWnts0Mc7Wb75FA85ZV7MZi
xZtO05V5ZOHkCnDgv28H8XMIqo45g5EyOgN2hSajdqxKyL5KGLNtU6u9tD43rrEzxjroG/Hq9tMe
wi5zOEBabgRRc9HeixfD6NZEHAuHJMhs/vtHAZUGcuBksnMHyPNLPgKZOKpqC7IN9yrYPoIYavmt
Km3xLTVtwJ56cT+oSQF9i+mwnNQv3uR+pRN06h2nPw2I2PG5WTmeMKvXxKimnT6CBEeK5gBI3Fvc
Uh8ItyNEfsbGihBslfR/LAOHSoa0po3ev3a2AxBBfGOjwakDxuF1DjRFg81eSxsxwlVW/vyXd07m
qvQsBh+gtoF4QMTNvcNRk6vJ2CdpizO7FeXFLF/y/z4y+JD/frxlMhDaGbiGjfO9KI6PyJ/2deOZ
dTdIedrVSRNEgwswhO73abdl4IRVDdznexLbPuJXbmQK/BFolz4pi35lpv96YiHu5d8/Ta7MMjpb
gjh0FrXk2HBJ9LbyG6Qn/FORjSzuv/9/PsKCgnR599zp9d4V2b7IyL32BIofiJ0bY83l9/X+mHzE
1326jQI0hHKccBkIdyERAlU4Ui8RpGYq3zdtcgKG4FvVrtzTwhE9mae+X0ivSaxJPDSM8po5qHrL
I9YBxs81M3d5r9C+K4BAXcs0X2haEne2GzdKBEIlRe2eezfNd9ISE0DRKVRQEAbw75n5ZvevyhHg
VtBIbCsJMF/P+J/+olJoUttj9n03Ald2/WtZWC+QS/z3W9UTRyfYRjM00PTftZDlhjbGIdJPKdSs
crAAFPppgHMGqWt1wDrYJWAMP5tj+tOMemvf0uYubr4DDXU/Auht68UBp6yrXZqFMT2PO+0ro7MG
SjG5Ntoe6YnZ3ijdm6miDzk5mICN0MLw26zeWtqjXmlBD6I9olE2jZLZ3gXA//fKY7o8jv+u2qDA
zx+T1WQgyNIzAFrtxuXOr7JDXgAYfOAPG2iql/mvop6OcY9ERZ406hhlbhZ0iGRKDECKMyOfbgGL
/l0z+ogwn8xXig1BMrXulsZTvTaev17xCJvNTE3B8sI0GU4GtPYOTLoTqKt3l2hxnnTfK2o+xf3N
8IsC6DFESO+2npWsoehMj0iNRykKUNnKwFqoewmbTUfTJRg4q9ro3PChuHCCzdAAxxR7iqK9tdse
jUJEPrN7oJfANKtStgMQonrB+d+00mlbehazCSuGfZCbJGtANiB7t5JPCAa665N257RyZRuzMFnN
tfRtC0ExZAHNeWLkjgPmM5ak20RND1gkvegRIjQ72J00nTVL2tIXQf4eiKomvSUz3pz1uP0JJt4d
fBSPyZoDaml2YrPZqS9VBnxl3ZzBQvyOsD6wUiYvTn5UUIMCZpnzlxqtfB2c7z67dYGFdp0iiGi/
czW6UdhSXv/elubluSJdNMCuJhoiFnWevcepm5wmQ5RB6sS73tbuGg41WqqDxQYiXrG1ZdPfXb/y
1/tCBEf//XxLwwH8FyEyZ6fs1F6Piht5USK73XeFk7X9lK7lKy896rkaXeDMMjcynJ4h+xeSe/OO
g8OVFHyfoLlT9GTTVtG5qhCc15ZnpDbdiEmH2TS9myDtCcaM7BTVfly/64VRNZeum5YNXYEz4beA
Zg0OJzjQegjx5MqXuLDxQ0T1308VeF0beWYa7oMOZwRiZJ4ZZGR/8VJkt4BSnkFw3dT5iC3wdKPs
6L7FyoweeAaJZr62N1rY8iGW/e9fUcYdGbDRFuehLQ91VfmQUu6KGEg+uBxSIGVZgcMTyGVa56ns
yZ8SidAdZNzXn/FS1UjNvy8vwQN0EFxWn8WQHUAsx87f3btqi6sQGxvNKYL6kZ8TAMYiAghW3j2U
YEQGke0ctQs/UIIrX98libM3qdiu/KqFlY3OJhSBHtBYXxrqRW6Bs66/ORhqTaHgea2PwA3eAtd/
yunbqtZv6QubTTGGAdAHGeWIT1tugJr2RFecqOx3yZQ/r7aEFyb/udZfceJ2XR/158xq75QLVWCG
eGWXvcZ6vL/+6BY+mrnWH+e8WaPqEnI7h510Np7sqtsjZGllvCzcwTxrxrJSnhujoKFj5du0Tm6h
+g0Kgiw4+nT9BpauMCtqqrZB05Bgy4rkFwF64Kh5Q9XuI3gpR7nSZ1l6SJdrfyrnuRAsKYVK4al1
HyRMKtC+3DJ9Oly/haXt91zQT5sUkU2pgKc1/9NExrGnYVLCUhjVd+XzIDcFQbAGeQESL/YsEu/G
0X6hE+jR8qEutAeL1z8nfaWjvTCy55L/1lEUVAwZn2urvneHbNPH6Z5V6kEr3B1IdtlKbbXQQXFm
E0ljVvDfmHpyntz25HDnD7OtJ0TmPSKTDYkpyKpee3sL9c3cBgCXI1jBNu6o59HG0hRiZTP95ZKx
QLh9i+z4Z+RzHrPByVcG/dJwmU0OemNYtGum+CwT/YTPtvQY0rE8R7grY37pHc32O+D4IsqRN26Y
iGGXQxiKyORjkfe3TjyCf70yEhb4FQB//j3si0klTcc6fKzI2Ezhn9GkCOq2O6hK+SWoiJr8Jsvf
yO+4cYffbjLd6kMP/FD8Dus02MNQQ658IJcn98XOZe4W6EAz6SpkHYf5OD60vXse2+QoQScv9Pg2
ccHbz6BBV6BX1/o7shu6fxukc+MA6LNTIdDqDhHxjX7MxhbTzsyzU4JsRrfT8Y0EK3d4Wb6/usPZ
FIOjWtcSgxaFw0BSn5dhyxhSIMHHQrfzW9eigYCw+Gzwtemhi7tdOUxHgAvXloGFETU3FkRJk2k9
Ir1CWPQe01SDxV3z4WdA1tZ4SKKVxWapeLFnxQuBUQkJXg4JL6kLcWP+VBmCgFxyLFQS2E0AfGmW
xIDEISwa6hB00B1zUwv1j69zNudUVgkeQoMI+ZbY0HQ55lMF6vMOfrH0BqGFOK6B9MYN+EDqtZG7
9F7/U5kglqcH9zxU0t1msXzhenJbs0c1Md9+z/nBGnPEkMhjCXOCzwdtjzDGQ5u7f64PrKUXO5uL
2kbP8D3kfdg37k/ECnulm/ypO8NruHpIpUlWbnRhzrNnU9I05ZEuWNyHVs9uNEu7R6rcURhv1+9i
aSM+dwVIF7T3Ljb60B5198IBsVsvAfYeQUUJ4NgVx/EqkohjhKsU5Id0U/MG9i+0cZu82V3/DR96
zy8+0XkgIKi4DUz5VXamk4IS0N4pccuReY+DLujknyKkyiMqx8X+bo9IXw9/gJ7n2K43Gs90fLc7
uqmRhDNMu7o8RbAol933HNi03vo51UAht0hpHm9hcEBYA9KyLkeiQDNbPy9/2OqO4l/xt3zYXr+f
D0XXV/dzGTKfqxrQeLO+S7KzHZFvnZ4AAD3sW4cjSOweYF5wXDlC5bY00YBmNgK3NJBNty2J5aXI
8JOR8sFHG9TbZKQBGjZAkTrBYIcKXDvZPWW0xFE/0GFrJ8qLY2A2RYJ0joRIoqfnykbs9PAbjw9e
D5rVG/ws6NYOOA296VL9sFpbLu125vp7GOXRD+sYCr8RzU0XQFgH6Vq9HyEwqBsCO8mCqRoCB6LR
VAHU/UuNB0RYIpMQ9GZ5GIxnvGpLrB3bf3Tqvnpl8/kzRxoNUgdQKDalV8gDBpgZ3WGbd/mL7KER
+GWmdxiXTPzoWuQfqsazkbnSt4mfJTVktj86EPqRbO5PSE3pkM6U/eB0DPD6vbz4g7P5UiVbIsGn
T38XeQck8iaVYqeyl5IGDfnhElj8+UtafmcUZ/HiFhfG+J74pWBDhR8YOKBNjGkzKAe8XdN3GRoB
yAbi1g4wKKTwWU/IuwYgptuXejBSWFRsHzHHF3WVAnQSwJIjVXe4s8snwMgx0v4MHXoI6UYScPit
/oTYqAM+g3Y85Em0U/1LnNNbFvNdvcWbMJSPNrM/wd6XDsg+0ldmOLKwyZzbFlyeck23MP6spN61
tT/AtqiE6xXmGFjQG+kmGjlvIIiDbLDFQJmQDmVCe0CMn1Z0hx9cmL/EB0J9bT1bar/MXQ7VKGrQ
3Rm/A8kFqhbtD87F3pFX8NBGwzNOoQuPW2QHOe9dhFjAFOZdA3GXJjDviMfyEKW9KVy6Ui4uFPQf
yIlP04nMI4W+7SWISJCNA3Bgl0/3sSjOdsJ9I+/9urZXCuylS80Wm1EyJkBRUqGdmL8jJYAybG+S
wv021PXz1Nj3q0q9hWVt7oiA6kAvJuQohnbB9m2R3prm9Nsd9X9bnefmBYkVrANqX4U9V/us134Y
Jn0azSxwR3bTRu399al+4XnNHQy2JuNqKAcVVpfMS6eBltbmuIa9zRjZFsS6g1rw4fq1LrPxF1PU
3MWQmAyB526hwrgstw53n4uh2Q/xAF1ztXZAsLAdmDsV0qZTAwIcm9BQxRGxdb60itCtUl9IckMc
kEgd5xsByG8spzO8uP92Z7PJ1zXMdsoR2hciuuSxFfVBL7BmyupRqrVGwNKNzQpUBI86oJExpGdo
fDuZxRtxY0Dx6bElGXItLD9l9eQ1PahGzNg4SNFbqYyXmptzG0Le13XFRQS0DU55t206IY/IHnCo
npHXMcEpeZHAGEhS9qAcqQVpb72hmo5uCMHKAeCtDJC4+j4q217ZKyyN2VnhOkHT2XeIWghrOgSI
dURgYyF9nFHfuiM4y13bbC5BRtdf7UKVbM4mFNC4LVg8hjKsSwlAjZW6v3pbJiee9wSOyoxPe9ZY
9hqbauHe5pYDg3V5xmkuQrcYjk2JNEJTz3/VKfLvYPwwPIpdkdDESuG6cHNzewGSi5K2m0gZEmeM
ZICE7RJYu9Y+6bGAx1YrML8hxM6YppXpeWHSnFsIJtboCFM3y1A1yQ1eVJj3Yg/j8NpYXfhKyKwQ
tGwEwvA4E6EcIbcavV7utfLZTfeXwnmQe9O4ZQieRDF9fXQsNJDmPoHWRfCcgtkzdI3iDYnq+x5T
jY1SzyDqJtJy4fN4qIKYmtvrF1x6Y7OZJmOJqkF2ECHODaAAvewjqvbNndqgX6N0LVXTH27xT8s1
/IQN5Cx2GZYJs4CgFI7HFER1jCLqd4QPejs1qdxbhW7/ILLN7gtp/EJcJl95i0vfAPl792FyiVgl
I+ahLM0NYki2EHjuBZAPpqZ7lE6HTK1YyhdWpA/VwKc7RR6qWWjIMAm7Ci5NvwZZNUHqlwuBSWmj
1YkMRUN/vf7mLm/oi9Xvo3b8dC1jQvwZi3qBeqFDJEgVOV6n8TW18cIzm/sGWAxRHBKVytCuJTJP
DEwb3SPRIC40tNtksPbWGqlp4ROemwccxeKURQBfI03P9bS+QcZoUwxIcNHXJHRL7cW5QUDrs7HG
fq4KsWNixwJBk4DgwuVW9hFCj0Zm+ggnzzzFJSBUDIKkH8VFbJc0d92U70jyYtSGZ+OWDczPK6Ny
4cv7KLQ/vb9R11RfEKMKgV05tJb5VnHHr/IW8zGfgtW999JlLo/902Uqc0I2F2JYwhaRb69mXzwh
C7T4bSZJPm1bwvt9Khp7fL4+KBc+gLmzAAUxstDyrIXzaN+qBpDkCW/zu26vlC1Lg2VWtcB91lp1
n7YhRFXSQ1CwrwhU26BMXv/9S8N+NlVMsqAVaJ8t5vvX3jaeMvcOC6gXTd8YohvLjKysW0vPaVZy
ZA6NEbMeqTBq7fIneoU+sry7exPxy2jOPly/mYXFZG4YiDicdE091aHrSoKoowwhTUCRvCE7094g
S7jeNX20NVgDg5NZ7K5fdOENzYXiEqFarq5PKiyn4mhPgJHHTi/9Ji1erl9g4dHNBeKjCexJH/dV
ODnxWe8Q+IWQrhfwmR0vMlfm8YW5dS4Cn9p4SjQzlmEuzeEbchonf0Rg2z8+osudffokk0x1siSp
DEfkPtetvMsm8zA00lyZWZae0OyTR5yogJmMVGFCq12bxkfwwfZKqgfkn11/B0vdAP3y4D7dArUn
Bd20VoWQ4lXCq+L0pQB9xq87LbmZEIq1b9yoCEWaDCg0EVQOlXILEJ+eoAEEL3ZlwyxjG4YNVhon
PiHIdFr5bQuf8FzRPTWDjFLJZagNhoUluMgCpnV/8KyLp85K2t9x5uIMrtcTY+WKC1Ps3OIi2mRk
qKObUANqttTSvV3qPhm0c14nx9WpaekqsynDLsQE5VTehCW8+D767A85nD6k1iGY7rtA1x+vv9ul
0TPboDAkH7fZxJuQmsYpxZ7E7epdnclj3q4Zfxe2gMZcBM4i1pmJVsmwlO3kHAdX6OyF8Ji7niE6
hMhmd45TUohenLF5tMauIFuNMog8evABbBuZ1L1VwidZRw14+71ozM31u/+o7P9bViEH6e+RXSNO
Din2DdKNc9pSdJyljgN4FZXPpLdY+8gd2TFcPotpuUNYyCVHNa716qnXKamPFhWwp6aG1lRH9E8z
OETMuh0RaYhlBCF6JlD7bgZwOcs77SFC/nIRtrX+MDQ1XAM9Mtr4Taops911ZXIxM8UDAfgPApaV
wbrw6Rr/EXwzFD01m2QYKV04QaXxPnTiBpahIoO6MGVvVdRWOz0B4KdkQw+C+9DoW1eOUNZoiC8u
ycYcaIj67Fcsa+OfenrGXCMuNcJblhNMuW1qB0bSZn5uoYJAo+DRyMsmxFpGdwmyYVfe9Nfj3Jjr
v3UhjApBiTJkkxXY1MbuuBygRUXIryNXQV1fryQABf89nIhjlHaWK1jLo/zE8hDnRb+QneZuXA1q
wC4Z2n1mpbDOxO+N9iPR8XNE8r2xG7kjU7emol5oKBtzlTgKdsA7Iq7d1j0Ok2qoASOXtL5elCc2
Ob8Ruegg0DZH9QutVyCSBDmriUSsfeeKbZQq9JINJO15BjTOPk4veYDA1tu2VsyX2MB5lDXv1z/A
pddC/n5gDqgnuW7SPOzM9BuUjIdMMwbPgYjTc2gaXL/IgmPZmKvKIwDl3XwA/IRapuNnJxzrEDdN
vERC1YAU54IWO2mzPXiIZ5oYJyqk8A3BiYeY5u31H7F0p7OJtsXuEAGQaQLD3vijsbNdUTbfh6o7
QKV6/QoLg29uGkwRjxp1DY3RaSPiQHRRnIzOXaPWf70gwXb195uKqj4uqzRFMmVrBbkwd0gDQOZ8
DmlED8NUb61sdC9lyxcz8lxLXsOKCW5GLEJEMqYegGKlr/H6kNR8pRhfGg1zFbiZ8LJy9USEw9RC
noum56YTNfWNaoey/KUSSQxfm71hrO28rFX3omG/LaHuaTm+DE6lVgrDBZenMReBR6CXiyxHNwbA
iEODtcCrlLvN862iu0bW37EJKbwUFpmihxbUQaJT7uyvj5WlpzybqJo4H0x4pUWYR/W2LrN3l0QP
/ZrAZ2Gsz4Xfo8x7M4t7UE+c+rY2knDItVMhjPuhctbwNpfv5qtxMps5GmhiXW7qSNBK6l9Vnt/U
lRv0lyVkIr87kBUKha5nX7vH1S761zssYy7/TrXecdWAfqfVaoCjFvf56Gf2kwA6JtVRPcEOI4xy
ZYVceoaz+cKyMS3nBQaHnjS958R0L9Io9XtOA7rGyVkYBXMdeZwZVWXnaPugBnmnSXyTZGyzagRb
uIO5WHzSedH2DZrRZjRgAcz2FcZZnmtBCdTjPw3juUoc/WcrTSIuQqSf/bLiPvMmoU2B7egr38ll
dvtilM2l35ZgrGEOvpOeI8uil0eVR0hVF7sSGKu2nHarm6yFwTUXgU+JsDOYL0XIDWdnWabhwbIG
WGPx7JTIL4a4p2/4bb/25Bam87naO66ioQf/VKAYdEBArIPcbBEVVG8n/Xc31Gtf6eVr/Or5zTo4
QJZrkuStCJsi3eutfZ9d7uth+NUz9QsYjwduFlhqYcPNqH3b1PXaudPS/c2mhyTtJkezMTLahj7p
gu8akL243jaAG2rI514ZgEv1NZ3t02SvZNTmlQhJkwaR1EMbPoHYtTeDFMfBiV+1wgq0TNYeAOvo
7xtB7LKd5Nz0kMyD6DOPD2t61IUCYK7qlpQhWGioqtAytCOaqru6ntZMnQvT7VzOHcfwjQq7rkI3
yl3fdoVvtvJp1MQl4SN/V6m7x8GFAxWS82ySYkUfvbRWz2XeSKCmWg9EfCiUjRjyg02QsF0Hgt9k
cNOhSYtyriUwiZH70eXVxsnYrr/QLdZ6HwsTwJz47g4UKIaaFijUwVBlWfuusewclc1vV5phHE0b
y3y/PpktzJdz+jt6t27vujhwLrFh1KzoAHHNScvMzerNLF3hsg586uOMUVUSJKhkoaXXptfE4iK2
xckW0RHp5/3bXcwqi2mCCF8nCfY+eqJ5JUhzU6U/Fzk5r7aFF6bKucJbiA4JOemAB+VO52z6kdp+
RO0dhr+v2ewOZ0/PbbrSG1w4zjLmIu/RItKNWlyMxRnKwQknF2MJNVvzA5GyweUrU5IcK8WPPDG+
G2LNOr/0rmYTC0Ldec6Yjj1LFv9k1rQX8N44st2Tnm2uv6qlycuZ1RiIM86Trp8gcYij/E/CB3en
m+m0iTlUtEWnbYwme8/cCLiLwW38SJnswoY9O9lrh6TxwB4o8fQoJqdEjGul6VJPZq4OZ4rkJC4d
lFmRu0HifbZFzjOEXTVQtURBxFVBbNo7B9XsSBU9RqI9pqKCqbvNaYB8GUsrH2ya2F5rDTqC5Iff
tfrFiIbpgqe+mZnYu6R7HLnk7h2Hm+P6w1wYlHMleZ1M5QjKIioFpz5YGjr72EAjvcWnmnox3erI
gRoe13ZJC6Njrh+vVQxCLFRaYcWj8oDoSulTN7JuBUtPFp1+XL+nhfpwzp4HwBkPvo9EiDl4OmWO
nh3MnoijVRbtr+uXWLCoGHOBuECnlqPljoPNvoV62wVhPvZ06gYtDuDr8qaqs5suLyF5dPaw7n83
dW3Po23MHrjq/DzbMutGsfpl5edcCpMvCpa5kLzTI9sYAZMNo/FRcePUmuK2q5CqrN7yJtkxRr6l
07ARaBzV1fSsaHcCCu/6xRfWmjminmZG34rYxsk1CkzEQFw0vntuRTcuCn9XqEeIOVaUB4uPfVYf
OVTrwHgRuJbQGrB1Y9Of2gwxpckRhucgEtYejazUUw1g8giafpnEdK6QvO5bdm76jVI7sHFPox5/
n+z2FSXeWrdmoXKzZxMfjkQdiGMUD2vX9Aajexnd6c4dsJlDUuZ5tcG+YKI15sLyIitjEtG8DMfR
2Ohl+mLbciN4GbRUP0WO8nWr9Q3VB/G0Uiwu3Nlca94mlFd6VZahqZOdSXXlVTY9jrLdxkAq/usq
P5eTg2dYjpwSHrqju01cN7BRFCGDHSGs08q2aGH6sS53+KmQSGnejoCZ8NCBaJtk5o84UoFR17E3
rdENyGUkfvElWpdrf7pGg1MJQpK4DHvku03cL4vIvItzq/1tdkJuhsja6k2b+vCXSN9q6sgfDcTB
Iox0WxuXDEy50SFQ9VJm3o0SzZXeKbQTl3qMt7rrIj0Q/ZrTfel5zAor6Mbbhg1dGkqjehjAuUZ7
5ZiL/J+3h9asrDKRJpzhbEG7VTRHat+F3YyMIEOLYDKXY+zlZAKpAJWwubJ1W5iM5qLkPC9J6ViD
dltACOwTzu46Uk0eesObLgNPtxTHtu1WvoyFhWYuNy5KxKhYwslDrhgLahRTsDnbAGwdrs+sS5XO
fzTExjSkSZrmoZ5VW+oWAIjE8TYuYJq3vun9WaveBX/q6+zU4Im2pEH7aLyBgeiHMtRPU8Xfrv+Q
pRudVVwMVOKa1ywLm8R47TVEpjuw6ZtptbZPW1i//qMrRspCLuI4B2md7WIAVFszbTz0yHZmnfuq
Y0E3grdtvXbDd0duSkK3RqW21+/uAz/7xTc7lx0XrkikLExsMBAWAWxbULphCvBym76WsYE/4Q3K
In1bcoTwwCI0ymRrqwlpge0jnFktBIyeqZR+gGn1Ei+fuJdEE9NDsTa1D5Fgj9d/6MLg/phzPs0t
mp7pWe+wIqyb0heMhrGL3aSjjMCi2UEJzeNr+6GFN/4fiXSSSBypYeS5OrM8pxTPReUe2mhlQC0t
Y3NZNJlg0miMMg8LBS4fQtW6wqeMvjqGmT2NIlGn3ukeEOOuexUdVTC0ZrG5/hQXZr25Whq4ub4q
5JiHWTLdpVlBAxQJT1Hk2D5S6tLd9assrJrmbOarBmMcudXjKmaDPqKMI1+4rDiQEVJMDt9QtaZN
W7rSrFllUrBmOtpiFqqiWwP6PUkL5EwWN/ZQ3Ntd9nb9hhZ2CnNFdG9gd8xBxA8bXW40+jghSGK0
2iAG+AFx14+ZdgldW+mgXJ7SV1/krJoqMt4TAMXysBlosuka0fo8A9Xh+q0sSO2Mub65HlijOlJn
4cAHR4fccmCOn/TknjgDRfivY+xhrGH+lI26n/cayOdFeiMVBXmMkdS5Y47Z2EgrQl7WOCkkodtc
7oa2jVYK3YWQImMu0iwRDEP1wb3scW0GsBrrdpR328QpgNqlReshis71qd68q0nvD+UoB0/LRwCo
x11UQk0Sd9j+joUTaEi6caIEmlzw3PreAieya+1v8CM5KDsM5MNXtPw3F7sxBzDi8LF0xgyj3ibu
saJ1eY4iaYUVUjPAzblldsFvlDOuvMeFL3muG9elUjl3VBbClTL6poYdttK6N7AIRwh1y5XFaWnW
vfz7p1m35GPhsmjCYLGcn7wae7SgdonKNxaHUauqvD7WVkUnlwH+xcCfa8VzxL5wHXTo0Cp2FQJu
YNb/BVf7SZryRpn6OfpByzu9ESeerCFUlkrWuX6863BiY5eyCDUpiQs7hTo5huZrmsO2QhtPwm53
jeMGDdq+wma/TfV4oWo2R0P0sJxTZ6dR8+DyiHg1RUpOksYmtKFAI4x5Xd+6pX1//btdmOnmwvM0
NSOXioyHPev+OLWubos+vRt6J8gQPnhxvqwZ3Rfmn49K4dM7H6vatfUIryGPo2c3dk8uhDz+9btY
WFrnSnMOUUMPjOPl/+5+W3qyT2r9O7wOKwvP0nCd1WruSKQQE/qxQ4VAP3hRDeS76rDGA04ovLHV
NlOX312/lYXHNBdgI9cvHc0c17IoB0cKGoiytlbWmyX91VxzjUBEBBcPHQ8rBfXn2HevaOJDnJ5y
BL7wcym1LQIyEQzXeVrV7ISe8qCLLfjIGwvOTfqqi3itnbqwq5trs8soaUeH6jyEw7Okb3mGQMga
CUCAOzX9DZoNWwmoE8yHuyGPT7pZfbv+gBde5sfG4NM47KdkHMqyR78Ds3hhabfxxA+laC9bx9Kn
MvJz+nD9Uh+l1xdTz8d7+HStMrVTU00WDxmZlAnhowBSojxQQbOn3kkBx2uNjSgsXHNM8oMxjZnH
++axtlsYsqcchYfRV76qEVdGY5gXkuJkihqpyZR9y7COe7HBlOVZWndqDLvwZaIlGwwfE2zv1pR3
kxtrTyLPVNBgBwBU/vBrSFRxys0MKMpk+GmOEpQHxJkFeoEcnOv3vaRnmOtobRtuCzdWeahl9Fuv
zJ8lq091F+HYKwu7ON7rteuVNHoGKzUcavn9X1se+mVd+/TEO0sQ0vyPs+taklNnt09EFVnSLdB5
uid4gsc31HhsCxBBBJGe/ix8bmbzN02VL7d31agB6dMXVqC4LVMVBbLSj4A0bDSngHRUtHJ5LXXM
/o6ovqzR6COEn21056Kk+pUQ+qfS6UNR82fR2rAzFD4Kx8aU0HsbPLs7VkfLSU/cql5yhreR9g9t
mH+QOl1pFi6Nxv5KYXz5PWlmEpJXONWZq3u19QynxxNzRJCQj8KiGzcHOOdxElyCo4wXCmDnZXro
VuciUxS8tslnDURm8jhrSw0HKuzfkxYBy2DPHW4QKGpDPSX16NTBd8HqXgU4LQayWTIL9W/XUsj3
L2kZ70q0iZXamjndMvBoG708jczeW6kufTDFYKRl75o636VtF0AOcJNH5cpGX7g9/5ZiX9587jpF
OzQxHl3p39tSfM8dA1CTMfYNDaZZ3FYvt0/UwgU3R9drzARtN0GTdqgr7RuP7DiIaqfCwEv+vL3C
QuI3h9cD3GpqRoNNlDTmtm20n25Sw/xV7z+hcfZvS0xX3pe3NUR2CoauLS6j9ckKyGpb/B16NK+r
h3+puTPHgJeGKElJHHGxzXgTVi7k0YdzIzrPhCnzqD5NjuSqOpgPJIk2srPealttc5d8M+BSaZCV
HHppUjgHhqPWTmgCvRJgieU31danHgzWvhzfpYneKzXOZt9vda18tplYN91Y2iOzMxFmNYnM1hQY
WKjMHwEwaLPkvU7JSmaycHHOVcIN3JV9rQieimdeQz+b2LgDGNCrowHvOv6xyohfeH/6HCYO/LXZ
lJIBC6rjVubkIF1zDzGdC01hJ1JT68xpujNMcjS0X+uBbHpR/xvIIHL33/3JTQCf0EcWEGBt3yVz
yBn5cB5AiLjaZHFbPzk16kYWQ+ObYkBqKPFs22wtik+9hWurTzHmy+loO17FcVWLi3CpV5O3qe1A
OhbY7A3+bbusAKYJUeVEIlz7lg2CYZ8523pN6OF6KNPnOOyuHaUZZ2gP6JGz4WZ9Supso5n8IdPc
gOQrcex6x0Ofg68JYkBcxuhRjbzdVrK4a3BIqdSeHJj22KaGq6pxT7ZTrt3VS990FnOSlKpSTV2P
rO/9DmLvOyv7FVXjeyuiHIhv9kTdYl+FssKWziGyqKH1dzvcXT8v+hx7XUEnFCIt6PBWJQncOjo7
RAVxBcE94x5N32A17C291NkFbAHbraXAWV6EGF7Kun8ouJ/3kMZmNMFj5cZRmMZu9ZwsLTeLM2BG
ahFMXZKLaTRAjIUF1kjZpoSCWyXhCiYa6CN2Xb/RynBl2yz0NvW5/HZWshS+1/2U1rGAl2YwxiX4
EsVxwikKs/Co4DvahYd2bQR7PZrqcww17Jh7XRUt2udVOplok91IjB8uqAK3d8fCW5yjqF2wMTtb
6UDHZLnY1hIin0Xy2x0gLWPCbiLVC69JQI5Bh2Clil0Kq3NAdTlJSCtmCWTc4n50RL3paBJozng3
jZVlyQp8txz+C+qDWM2doKsSZddTRH0OtCaqBTScY+WK8H0cq/wdQ/wBTUi9CSjEoT1uuakHzY3K
M6u68ggbzZX3fD2vwZzvv2G1y+NCc1tkTo1kv9Gg3MQ2O1LW/loFIS00e9C8/+8SLq8cx3EjAHRU
J/xYdvFBkZ0DS9tChzSIUmXrZ0ZBdmZP7qOOeByCJZsuHzaQ1X8kdlP4pWidu6ZvfUxNSQ7X4i2K
0EqDNBLl7uPtHbf4/aeb58sNU9hDXNkJmlJGWqSe0aOOzDV03KK0hOKHACJ3mziHiNt8K1FPeIlJ
IKpye/GF64XOY1RjOskAhzvMReM9Ze47Fdp9nLsP1tj/XJUcWDq0s9DkDB0csCzQOxjXyX3YuvSh
Vmm6rSJzrZ249CDTFv/yEhloyCWAmuA4iqNrVbo3xEBAwgigBY/Ih6nW99svbOH2mCOyK2BW7RxW
gQA/hJuSSKheVXdtw37CuubgIiNZ7VIsnJD/QWfnnVOLEo2QwkH/Max8DrUnVwwPqxfU0rNM7/LL
O6OVYq7JXe0cm+032Cb3IIlod322i6HYG9bfoC+1sseXVpqV/7TuSo2koXZWtaMOVQZhsohbeqB3
jvMUwygT8xTAWLjka7DQhf0wR2uTEXrdchj5xVH2VmX2z8ogv9rKKLZlMkBKc2U7LH2kWYzJuAWN
q5bHl9Te1MXwJOth8AgmuR5bm/MvLTELD9SoJLaBiCHIQDxDVY+Dq/5wwALhkro2WFtaYxYGZJ9m
TRqDBwK21xgAO0SgN6T9ZqSCD3Xakf3tw7MQB+ZYbOB4aGcSPbmkANAaTa92/eg6waBHa9KGSxnJ
HGLNqzaRlkQ7K4Q2GwFQKs3ys+GIexT9QdiV75GwNrrRX1ZP0cJDzYHXWQn2bGnWyLvSaEdk2nq6
4XpZka25cy+Uz/ocYx0NEtjmAgVQUnSHMStdWDJNsEXnGI56QIBnJxUelA4+AGE7vGT8hNH8mAht
XlVUW4drQKSsDb4W9soccB3JXjkcni8XGoXeGLfQpuQcFiGFs1FrVc/SGtO/f4lMrgG7YxtsGqhh
aTz3TTqYUDADOCMom2lIaJZaTf7tCpxLcFMr61zUksn0PBgARQ9and1JM91BWQ9KaSsRcOmJZoEi
R0qp46ZNLjmvEWcb9lT2xXdLGCdIFd4+XQshb466zsH87xvT/P9AMVTayXDthyyBECNz/dUEfIG7
qs/x1i0G1hqLnPgy2uXFjg0vhwN1i4FkTMsdNw5Zbv3qnWQfDlB3FG1xGFVT7CPbbTdRdYJUpKv9
GDiA4FEJsl7r3keFtFZqu6WzOEs0iASfbcgjfEsXHl0pABCwFGeoQtTu9jteWmCWZgztEMlaBw4K
TmiALPcnQ6CuA3D49p9fkEnW59BqUuljRXW0WGD9FR8NIHKYAYHbutqYXGwpKT2RlOEW1OFAoq6C
PTjER4tT1esrrdOlYDOHSWvETkiTSHEhJhEw8si2Q0JPOXq1jltv4PL21kjJfMh8R15rFG9VEXoy
hnpUjaKTfGotet0UpdntF7KUxM9x1C0dIWsxAPIxVsXWBQudD+QYRo9mCqXJcuP0T84d04zHvu+8
nsZbaWZbs8j2mmhPtW0eMyvz9IF6bf6YoOTv0JQWmlxrDk376kpzaI6/NquYOEmFX0cduG3ZMB6I
3QNMn3ySXWrTQp8ThtI6JNNzDG6ttVUXWlJzRLbqCgC9rSS9mMClSZgeVKc6Eo/2UACRl0awvQBC
G/JWjRehtjwIw8JxI3X2k4AXvs8Lw13BbiyVLnMwNowgq14AWHRJC/jDM/lASST9LHaDxiB7BeNd
B/WXSHVw7TWY8tDwcHtfLJzDORLbMNOiLbMCrUgMJK2kvVOF+ZHA9/L2n1+Y3ejOLCHSW9EJxxHi
MnDEqlor/pg2lGphNz6kbb7hYYpile2ge/p9VPZvmf6GC2oDe0ITvPzNyo9Y2l2zaMYs2OhMZj4X
7hTSa/sNycI/8DY9FiG+rTtme7Ox73oNsD1YG6vMWDt1C3McOOf+9/6No65rUoKMo7df2+Y8lHvA
IKDCmEIH0vDNuH4c4WM84bGVlr7pvRb0mvkJm9bXzExfbj/+QidmDsbmvQHBbIcllxLKYE5nb7XU
CczJS7qkj8aY79EquaxmHAuX5xyT3dkZ5aNCV7CFyUodFSbQXvo+TnpYr0RFjbEA9HJuP9hf0OyV
qDEHZ+tN5lggeiGfc8HqSrgebYah2QJMDcs1EUV3g1s1QRaHQW/L3huHUH8tFDpPBcTFbaEuKZV3
aM8clPnHciA6XYQuVJQFjFAJ7qITgtILB+TiW6SBkzE5bfS2c58RY6Mg6MwhcXXoHKEf0jTKNpRN
clDA0U3cDez5bV9i7s2SQuxhcp56PBnPTW7vmxYSi7bT39nV2iFefBGzNI9Y48jSqkRnn+XbemzV
Q25DbFdAd6YYo19VCoRDWaQ+wzSxs8Yq4A5zghJYnLehdY8WfzXG+hDp9AlU8mfVNNlmgD/rmWus
2Ei32zsOaTzAHS9qug8oGz0k6htXqG8F7b4za9jHlnvvjp3YU2HdAQRw0lGD7gWa7HZowB9A9yPX
esTldoqUcreR3fyAabe1EsYWqFT6HKEZde0wwMg4uTSsv2ikhbh0Xobut7DI2FtZZJXH26q/K9Tw
LsfMOnfwPP1MiahDP4SpCQ1I3D3GOKrSF6Pe7GFtiou6CbVX3ooMdUIKr5PQMo90KH8aofFUQvPG
A+W2+V3oxTchsn7lUZYqr7liOmBw1Zj0aXxpkvYh77fTjQzEwZY1hp+05AdgxIMXif4ApcfbB2kh
p55D7k3VxpmSMXJqB8GfC8ABo3swdoPVqLC0wnQDf6lDVGcDll6gDhmS7KAN7pYAawezjr1D1ixj
lgLP7KZBpdMr6mgodWx5REMMNnRjoOcQNKcc/mL64+13tYD90OcAeyfVElSWWXxRBRTCoAy4i3sA
c0cKJYaBIXjbd65zN2RwdWXwzCyyAShl9DFuL7/QALJnF4qFMzhGsBHEjLlDLTL4jNuvMbHubZk9
wShgFU67AHjV5/h6Al3tnisWXyQbd9kAjKhOPeIWfvdoseQ7IJomVDk54D4C6QKn0QcyyzOr7NoD
3moL7OYbdKRXQv3Cx53D7XXH6AgkGFErx2pLO36JW/2kKetYW5VvrakkLiBfIMfz323qqLjNmQJt
OMq4P7iT+nySvPBWeV2eHBENt1MgG3Q78iaz2F7s+34TOd+1+I/RHbuxPdiO65vk8/bHXqpi5pD3
3BooMLeYfOXRkxnGd2NugSLIt3md7Acg2WzqnKd6xijM5zzUD7ZBL5pccxFdeumzUrszpVlpakgu
bquenSH+niQt1Ipa+tznxtM6sH8hPbNmwSEty0SkJd564pSAkAIkPW4ilt+bY/TKUqCUdYbcFNOC
aep3kFb/tvJ6p9BwJX+Y49PJwOwuySYwMH8cpHwbTOeeYHMpjV+KLHlO9Pqx6uPXalS/27G8zy2Q
q26v/TdcXFt7lpMmo9sBT60BG199GBREf1fBYxhiZBBev8i4IUAqQj7TRWnMkTBkoU09cBDRXInO
dmZuTPrTqMMDjbNNnyoDxBIoWGlKBjUJj2aroVKB68kOa7SXTlMeWGBZAwh3iEzghfUCExvA72qj
uISu/tM2W6SE6iBAbPGkS6p9IZ3UA8gdPrpR67fh0+3nXqg35jD6jkKhqlFGeSlhBulZIT0aTHys
9hCnrXnlrc7h3S4Bx9tiEBO0Bohl6xBVwysuVoLQ0h+fYvKXS0yH4ndU5n15cROnhkmucyBasbIX
F5L0OYh7bIEoNJsBempG/QGF2VMEUbMyGnduaJtenejPNqbrAvColQ24tOAsZcwIdGo6AgE3QNvQ
YmIbA9abkR5EfDhoKQ0gZbNd5fsuRJI5CluFTdaGbVheSNG5PlyGpI/zFcTEhcTatE2trA9XWld/
w8a1PTALW2aa2ro5QnFOy1j2AYm9P002bAazq7YQQUTuLaQ4OjZOiN4DoQ3f788yj4dtE1uJXwJY
1ff6gHlhpvYtY/D4KEeQV8Lfg8iHR3iBhj51dHIn4EHbE/yHBYXMvBfW3hncp1yvgF6Ji5e8y5nP
UhXWHqCv7jbsayOIVfHt9jn6y+q49pSzoImmdRg6dVFeKuHsUKOANl7tSe5exoztSSWUpxG4paO1
E9XulunwkMVEQjmRV7gfuvFN6g2edoxf08r0BbX7TZiLT/GPKeWcd1ZHlW1Aj1SCyzSg4v4hnNdJ
FmCVYbyQB83JLiJ2ktbIW3kxHQviQXZzdLMO8BZR7QU8mIwSPdM1ZtFS72wuSY4pW5v2/SBhhSsO
pByDUBRvIG9j7JZtzKrd6+A+RF0cgKAWpD3aikD9WDivYTPuJIugSm34IXQJeZ9AyeUnpbCEQokp
nm9vhqVe4xxU3xU8HHQBXV/eRz96eKLnzXsGmSHRAScd042h8V0JWQir1byKP0h6VJ/FEAPoT4X/
r2XEHH3vwpoZ/hdQ4Kzj+Ey1V9uQeyTgb6tVxEIYmUPqObQI2trF5cH6B9HdRbWN7tyk46j71qpu
+1Iv7u9L/hLmcyYRgyUUO/WU30GN9R5whtekSn73kP91jOaZZs2mkCDQFt0HCMkr39C8fnX9bSF9
WTatRNyDJ4uHS6ZWZPyDQvkekmW/p04sYf0vMAPBgC53FOmoRKcQOLZ/XHoWMUXvFtAWYeUFhiGw
+Hw1C30b6QD005KoDcdhgj9YjmyhtoPGirclBqgaqKO3l59WuRLJ5vBuy2ozcBbS6mI7bKNccUqL
/NftP20u/e3pZX95qZHTN5XGeXUBgNo4wI4h3Q8hB3H9CYWMXVqhr8YfdDgyNbSeXaX7pOxOaJS/
gsurewXkWDZln9Wg5BeuDzmexK9K+lQK9cj0gLfpObcid1t3/9ir+7snv/xeY9AM7HEO0gATQRi/
CTcIVf2SZkXvSWPYmEJ+rOJQ/xaN1978rJh02hF214QWQJk3w/cBLC7hRVmYbBQj8WnSLg6bqPdp
a1Se1BoY2hRmfrYy+9w2dedJabcgperfMkImikkZdBbLTxoAUF5S0f7JzRvly5hAWNcoDF8YYbYT
aTI8N9VwryS7b2mIOyEmT1ZSpX4h5OjXjIk7zM0BXhRSBVUt6S6GNMqu6jq6zaj54YBksbcFf9GH
Hh7Zt3fK0qmfK39DDxYiMFxIyMTxvWkR0MrbJ1ZZLybu7IhZgMcNj47aa6UeMIizryy7sEHniG7q
KG5reo57stbuKQQzLBf6aRvJP4unjouNDsPvwe5PZSzQXejhiyYjL26SlRHIwjU6R3LD8AmoXLeQ
lzYc9xpvL3I4lAnbhYN4qq3yM6mq3cqTTkfuymbTZwXPMBC3CTNIMNqd9tKORggjNbYl41RGQ/KE
ZnDKg2JFYkH/ETySBm3ZwTAebq++kO3Osd11PGpWH0FrdQDNwIP57wPmqMiE7niG2BbCkqVm+Vv1
bz08wuYIb9e2qibNIDpI9D+OZd1bqXXMLX60G3RMa3Fyk/S1kqm3KnC50GCbEyhqAY6MM6QSEHL1
qgb6lDlwUne1zarhxt8a6toHnJU/lsQoJ5MZlsgKv1CQIkswtA4r8WAzGD1ReqlDaLZr6QYg+ns3
fMq79smtbbJpcPy3A4p3rzLNXZ7aT3khj7jKzKa5oynkqkSH3nvOvVSwcy4fq5z4dZT9Upn7gTQp
XTltC8XnnLYVN21iGxWS0iENv4caP4e68Rk1axLkS99gVlIp0GVa5SooB1bojdvRd1yf95bS4We5
0qhdSIDmXGmrpVZTVDiuo/mauOmvvFa7QVU/y9TxV7Osv1XZ/3xobN7Zh7bbzlA6bDwuWlzTvaZT
8+KEaeapKPqZ8lDexTkwbj5aBX5lZ/UTyzVzJ1NCRy8C2G4L18IITYQs3XUhfpUwk2PFm+9aYTie
TTTzez7E1pGUYtijyioDEyv4BSFuANOcNerS1Y+Bh5he4Zeb1LbwqpwEeqY10x8int67HHifGpi1
dWGlq9ETa8w+uN7KSnOLHC0UnkSAtrIEttOvyXio6vGnGq1vUWNKVJkj3AhL/T1muOOa9p531p1V
6o9SpQfFHFiLwiUO4gHDyjZf+FlzNDK1tB7TmR5uTfDDbQf3LW+HCxel8LTWfIK2CMwcVnVPl97z
dNa+vGfZoonVFHVxiXTyq9eab1G9QY60g0bcdhDj4OumF0Z3Jf8tYbUnYvdYGdumOo+99OxMrGhp
L/2K6Xr98isMlkAkLoNKXFRYj8IpNnFuJ14JRua/ifziY88K7iG3WTrAROJi2sWpK837pI/egPTt
PZWvzBYWPhybrs4vT6FD1NyUHSjDppUrrzLuGMBmWtX/qKvsvRC9r0gV3L4Qr0+m8Tiz61jnAwb/
Pai7GU2h1Oqc8+hB7/kmbtKg0NKTkPSu7NIfxJHvjiQvmJKfXStCnxSHFTi67e3fcT1Dx++Y5aDM
yfMIGyi75JQdGZQ6vTG02BYJKcfBgBgF4WII+rDc8746cIwlvUiqhx4DViC5o33ToLmJxFIDfCcm
uwbesdoYlh7oYvCNzZP4GYYb8R3lWiAadDnH8eX2L78aiwmbEyjy2rEruwI3Esf3HcbWvpGXASaJ
l9HhtreKXl7YE3MeheMORo2JVgafCKDD7BcJ764mv+hxh5Ey1Ps6h73dfqDrKTCeaBYy2wKWCVWs
gLjBvRgIyp56zjzVwWNd/1Mk4ZGGap/B/kir883o5j9X1r16LWPdWQiJ9DAtW3B3L5nDd6MsAsUN
FjDNgkiRHd/TEc63KjfU1L64Q1Np39PG9CI9E57bpdumH94dDS7CKz/naq6InzOLJUlaEVI5EMKd
dEhR92/GYgiQGsrmCO+IAAJaEwnYycZtHH/2VrfP63jbRG8Sk/6s7/ykbHbonK62uq5jaPCDZpGn
gzGUqxlVeulCKj3DlO/QkAGZoY+2RRn/diGX7pmpUW4aHBqfd3BzkE7xBpFQAQjZGoF28WfMolM0
usWQCVAcINrvWD+18Kgw70MpNAyxb458N5HeEW5bw+vuJoWp1XT6L2buSkbyP3r0Yz/qmtunSNyQ
LboxD3HAdLpv60YdnKphXsP735ZkdebbqWZD1IrUnkqiep+VKr6riOlue/CqdmGVUB8SidGD5cLe
YVA6SnmYbMIHKzT2EjnCtmj0ZBsCB2VCFqLKm8Acxg5IpdDadkymm5xBUs+Ly8begxCDln1TQEnW
HoeXSMuzbZX0hQ3T7EL2vsUYQpHqO/g581SazyKGvpzfA+DUBqi0tbMZjtAtSDNgqfVaQqQNfsY7
jKQkjCaikVCPRk56gBmVkeM9l2743VZG9s0GFhSO4HFkvlKzHh7QzTcPhFpgiutEPvQJy1dklRZu
VjqLzxwKWw2UMcKz4PJBy9VJc+KN7U4KTqjWbh+5hRg354JERBc94KbaGabHxh2FydW2p5gvE93e
1mYxeKUolU8T5q7dftOvv7Kh5pyQpCoNHcNMaP7pbuw5+FRtn37iNzywUTsVtr0Vtf6e2fbT6mhq
4UWSWXS1xwobIMVDQniNoZHjNkgcUEAJkNIDarrhygdbuJfmQv7RiDqXRREoIoZ46zkKs05impdv
7IY+rQ+Hl77ZLGijq9x2IhrYWR+dbSWSs+u4h4rQY+v0seeauMIhLHt7fyy9ullENpWB05ma7By5
g5ebXRkMnEBzGIClgBpsZRcuvbhZmHVN06TU0OhZc6DHK7G78zKGl6rtRWH0gOizNnpbWmgWSC1w
TwxFWnq2uc7hVOXw/m7gbvpHtqEBI+5CbqswXUOMLNyuc65Ik2uRlrkJO6eV1SEoRhKSFVApK21P
2jUU5G9/o6X9MIsTYrRcUUYVHFCa8pSz5hibo0fj5MVO2ic6AhSSpmund3pRV07vnClSZOWY6QbW
ov2wHSnfhimPPUtonzSl967ueiYzDpw2iLH6Cdja3arGw1KSNOeQ9GqE4FtbRBAoQ/ODZRBJE14C
C9beYOjcQVI8z3ro7rjCjzRks6vd2oVDMKeLuDlPoRpmw/QImp5F+yQh2gu5hdW/v5D2zEX5Bzc3
+qF2+UUar7YyA8geCI+7/fPEhdHT8EFZHcSoV7E2CyF4ThfhBcvgOZ9q5x6Aalq0MsjRhjMLpLmx
3CGSbBL8H3iiR+wubmm50kJZKnzcWTBRnRsJGN7xi6WG7wQeIJZ1tsccHcim2/V4alRZ1BdW28A2
nhLIavSfrmZC44JvsrA+j+maU+604rVtPAs4QrgpN1XOL1lS616UaC6aOLB9uH0grwPVCBiI/60m
i7aPTKlT7eyoAaWc3LrQjyf1NtQOjsIyKUqobOzuS6pdEmDsV+eASztpVlqSJrZLUA1w08WH0Ol9
mM1/Wnb4bKlHNQlAblelkxdi21zWHw1W1gnDhFZwVQHYDWQUlOJPfdS/3n6H16fshM1pJBQaT3Am
YLCGjhQmuwcD+PCu1B+41l1aFxxivfkRusEAF7fBuIOztJ920BLvwfQoOoCMUwaGJkTfj5NX8DET
BhoT7sPtH3cdKIofN4XiL+0CYXGZFEiMz2gRfIfYPxRPIU6UiWNSxn2Q6ZDk19xUBtCNfnfM1Nne
Xnfh+pozSWB4aoUONtclYm1QZx4ddpLQia3SPo9lt7m9ylK5MaeE2Flp8dbssAxiTkvli8mLLW+A
qyZHR2VAFZiy8BuloKvRPIB6PgABDrTGoEHFdPhY+RXTWbxyRucUkcbicJQeeARSoky8ZIh8NuQn
WAj+NOJy2/DsoSXjhxtrpie6ym+EcWwgOrDa11+4VufEEGZl1LE7GV94+bNxfg3xzyjfdm0UKPsQ
5/vbT3kd4ICdNItEVPIkL2KsYlm/7byGQ7jA+O3bWOl7mNdv8wpYmdraQsY06H+5Nbs3iuYCQMFJ
52YewDDnvukM02Oq3mvwUYcWVWvcjdBDuP37FgLKnESiGSqOKgPkYIv3+7aA4pHwneid6c+lk3lj
B3U/sbK5zaUXPgtesiWwpTI0fPCmy70YRDJvEB+UC/R20gYMyvTDyJ9tqId60Hh6kaLh/qQbXo8o
/esa5T98ZkQ33GsCYA+3TJ4bmQV6y4x96UDHF9IM8oTuQtBVo2cBfe8Vhg50Osd0xCTdGvFz6TFm
6ZhmYNOUNoUJ41igwNXeLW085g7/00iowJRGv1sN90sndU4w0UtgBzRh8IkqvK9DFKIJHN9RcUgF
ceuEdK/McnztjI+UiQKOJtGvRgM3YI2vuXCPziknTMH5pDOwPhATOKP5+G5FqwI7C2nKnGOSdJnW
w5CYX7hr/BFdDnOfTYTTXnZ50MdD7udgumYRlBzXhocLl9rcDsDQTFllPRKUscpeQ7t56ULe+DUo
jLdP00IiOecXUCOvukxvOUyFGChIfMJ2bInSjoBtrxzY6+BxwuaMAofnpcthm3FBU/HctuA2G0O0
7ah8tE15XyJ1tUILpjvkT133z2UM8EWbfk7XZlbDkRiOc8IK1Joy+cJhmCv8UzQHXYAOkfI5fZDo
9iEcAWQerfgbKfN9VgHZovqVR196u/OsKy/hgww0/TmU5M5I6q3Zhbu+MJ7W+4FLW3IWohjrEvAb
DHYu8qDV5JkPyUem6iAGo0kAYmEz59Slxjcn+Xl7xyzE3znpwACmPyo61PqgLFUQ+xWbLGu2TsKU
X43lSzFSABUgsrmh4RomaeGTzRFtfRM5ht5Z9Gw5ufAny1pWsoubQ2WxNtQ2jvTJwMm//XzXcfaE
zbkO4whbHksWqJGN5EkVyTcoabzkbbdvBoNt6wr6Ma5mn9rkN/SxdxiDny0FVRf+cnv9hYedsxvA
GxBDMkqGbqAKzOqTRvwuBQIm0tSO8AoIUrU2tVhaakrqvuSMAENnIZhQ2DuEB1W+Yx9xCTlvZ3ji
mtx1rbvWdlhKnefchYRJzEbDnp1x450lBoFF/7M3K3/4kYrc6xsY/URFgHkp4LPQCfyeJeQAnePH
mg+/i9Q900h8lsDMwqGCZ/EkXPZvDbI5VcyMejOuGhfdJBCDtDIP0hL6HyDrPUzRIK6tx9tfdSGO
z+X8CT5makcaO3PVP1Wa/p2n4zQYuP3Xlz7kLGXrtVRaXFH032ztxIADcKk4SQRSLTMexpA8rOIB
Fq7XOUuCckYzTaIDHA6ZvmmggwYPd81aOXsL8dKaBbOuH0CricbwHKGME3H8LYwj2L3AewsGiys3
3tKXmCVDY5Lmca+G8ExUuZ2M+mhPRi/HZl95iKVSbM47GOIO6Ad41Jxht4GBfsNg6PzaOcaJht1j
SatHcFMzXx9gw90VayrsS2Hrbw775TBnpoCnmOxAFMiqXdiE0u/7MojRdMtI3W36KPpdE11DKprZ
vjZU1cm2qz+NMFMvqf+xbTpnLgxOPA4tcO7nFt0S5iWGIS/liDIcZrKZuxlTId8YZCTylQx9qQM3
hxmHSTbqaZVRqIzG96WVbdpGAsOV7UhsSnQ2s/PEX4/TFjrFyXb1GPylqFwpBeea9yCR56JNErBi
W/iHYWJxYTFstWtzrH2Zqwe0o0/KtX+no/C5Rj/MIhIB2nbNJtFCj7njkY9yU/Nqa7gfqUtDPxJQ
5YYaOjoGoPiDeGMYbNMRqW2gG31oTL4RMvQy0kDrOEVkZo723teNXDkW1xFdcJKczsuX/RO6BlGu
tGCyoGvdjpPuu6QiP7IOHVYv1/IDmLD2BgABCDI0CJDw12rvjDLewyM83rmu7vgkLA/95Acd6ZH5
hkrGgq4a12MZlJTKE6i1ccABqt23Km2PJQCHPswOk0AZyXDM+AhTgP/j7EqW48aV4BcxgiABAryy
V3U3tViybPmC8DbcwRXcvv5l+yTjic0InybGnmkQW1WhKisTLUpJYMdJdiAZOEBvm8eFkMWEirfj
jJb3NhNhVDrQGblCqtFGC1HLbT/IjTtGIIjm4eoTZMEa/0E3vFtJmEjwfXC41Tzbe4P4QmR1IAke
dwAf75uRbfnkrQSYC+kXUwsgLrDIc94iGMsZqImu+YjAsk++o44uSVcM2tIgzt8no/dcp8Em++FY
iOPVq4xlcqyscZvM6qX3nbvbu7S0bIbx91KndVuCYVpnOvGI7lzLO+C0AVqIfvuc7dqUrDGlLo1l
OAHRJETHQCaFbQr5VAaE/XluHruB74H7Vgdguu0NxEfabDuU0/eBo7NmiOhmVqP30tPR27DqaSwo
Gj4msaFqTZp04bPMboM4qduyz4UIiWtdwIHbBFLrO93Xb9ejk/j6aTWXtHQnjOtOXVmMJQq6IbQQ
NmDX/4qi/fP1JBXW9ORa8uj7Pfqe1pzi0nBGor2gEHX3riF8EtGf2p72iSZHIoc9PEYWsDK9xraH
Vfv8JyX2gX02+wj0zKMk14giImRmN+5V/qAvWnRij5AFs6ENJprODjwACcCzU209L/6asfZKNoKs
DgDAEh0dLPnacbQAcPIo22o72/28YRbI2zhtHnJly+01GzmzM+iKE/QA94DTlfZxkL7YSJH8ali+
m2KcsVlVAaAGu6Scnx2qyiCS4M6Envqbzwie3FMVb0BfDfWZqt3lSXJRzAPuZe4OXjz3AbosYHJb
dWxb8dRpgAgcMMLgj6FCmznqQkiRbmwuXm/fw4Xr/qeE8M58QYhBA7mUeiF3UaWzCDh4qvYFAJtj
j3bAti8+3R5n6bAb9z3TbT1T7aExCfjMsM2FtcmvQkMpiek2joHt8pGcuANRX7Ry7T8O/UAl87ch
K1G2zVxSE4zIfqOW9InW8XaVUvDjdRMmUtbph1RGYILAE5w++pUfbah+mt3K2eRozgvmyKt2t1du
qZrzJ/J8t0Vp2wEDImYn1NOsDlE0N1/UiOb7yHeT3Uxls3Ui2CWmg9ETYA56odAOC0SlV47IQpxu
Asy5kyWdIx0nnLrq94D3BZgRLpabvay+aJYqcyZFfzQzBLOgoAidvtnzKZKHgUHQQAVQUEntQ6Gn
rdcgZlcgJtxOLlSpgHO3e/lAc7EHH/waNvLjXfVNmHg3y1hVceKEeUUkOIuc+1w2X9P2rUcBJ1C+
ctc29fpY+8BkmWoezqhA/ZNIErbVpnc3UZsFvaygo1QlL1IqUMigN1N6+7kvQdTC99OYo88xX2Or
XMrcmnjySoOnpqexE9pM7yYlv+KtDnlWiZZVZ5P6FD3oEdgskiSYGv80t8U3z0P5oaMbG3Rgt0/2
0sEy3EQuwRic0soJFZp5kOh5xILvCzRxo6I2rBVDlwa5bsC729MkpfARjpGQORCQoUnhPJfpkO46
zdkZXDn9SnC28FY2+2kaR3hNlGFBE9tG7A8tkjyO19JUH9sy3+yggXRuSSiaEwG5oY+k6c40874I
UFv/20YYAZKq/cSfaANTmUNop+teoin5D9W+MxtWMi8L502YoHwt7HaEkBUL6wgnHrHfhhbJoUF8
yTOxp/F0tBo7CwbffZ3tK2tQvqlAXADU+C7PV2LOj48CANp/HwWg2cjUzx0Le9WcipFtvKwCo1p/
D5t5eyE/th/CFAHIsrkDS+gEao6s+uwhUmz6+W6wUCOgonhi/rAykwWfIHzj6pTQusG7sGDh0Ism
RwqLdvsUhG4b4dU/8JTTz8K69hxk3Rykmv+sdJntqSwmPyAKPRr/Nl3jbuXIRLPRzrGpYLsFb2Ro
4+mIUEWHnobWNo1XMl4fdzlzYcLjJ9U3JckUBnLtTdLU/zUdu1gc7x+Rts/unP9qUv/JinI0DE6b
BjRTQVunUH4tQ8L7c9/En4jlHW/P+uPLKEz8PFBovALeyQm9HvBXkli/yewdwMBz++c/Dp6FCYsv
uyGxZaTcsJnVnfIAcS/G81B9iuufHie/4n4KV5GJHxstYSLZ3WYWhT3UNHTxkA+gBnfy1Px4ex4L
d8GEr/e9MyNTUlKk9vKnput2IxtfbVrtJNM/Vxlbl26CCV1noqsgEtHTcOJg+FPgar12GnoSUGjC
x60YgLi0s2nHhmYrXPIIhscKCs/s9fYsF3bL7LjxfECIQavLQ7/m+7G8CpWBuyVGvrcGOjuQlQdp
ve5tBjn9yvn4OJIWJmbeH9BEZKMXI8xq71PjsTdH+t9RxPsE6v0uoNI7XYtqt2e3cNRNQLyA+JYT
Ww0PVVpUAfP0A7Wb1xT8Ebd/fyF7KkyA+2j5SBiC9DBsub9tAPuXFt1xGA/pzNsmxTUmKHDNe4+Q
w+0hF5yASdfv+QLkgYJAAYeNz4o3uxyGgdj+o1+0K85uadWMtw704v15zDCEmGS/haLXl2taEqUH
vbItS3Mw/PWcAgAjJQbwru9pGRdn5eoNcMYM4ssrYywkPZHA/dtbDi6iwzj1sPcxECfE83aOt9Pt
+OTmvNj05FcBCtkaKpFlPpAXFxZxM9A61My/iArqPu1VhrtFvYeAOta9NIAk7LyOvhU1Ca44om3n
Nd+nsbZ3jPQN2i2GlyZvtkPrBvixAKCp2xu+kDUWJuKb9tCkAss8Lkxbk42nVBcUVQymOw/62xWs
gcuzs2pRpB6Qz80b4h3slKypH/3Jzv1/pC9M9HdR2dDtoxr5yHhoDwNpXxXoUATohtmogyyGN55I
1ZwgZ2UHA2RUjyDS2MC37z3u2Yd51N9EN+7TgQbMLrZlGZ96rFPkpFDa8nsFtpPy82yt4Z4WDJoJ
rMsdCIxSyb2wTrTz2U3QWIDS74l3BBnaqUqau7iYv+sCEiozwBFrx22hoiFM8LrH4w6tBY4IZz2Q
s4Xmm2xGtTnSB6gDXIZM518S2HrkB9W5yg4DnmICOr4TVSv+askWmXoHOdTkUSnSPHQj4R21+ko6
+9VCOwZ4Q3ezJGQT12MTxCJ7VLIiK/ds8XgaoZx7JQKIvR4paTDR6wYN8XxsdkguwJazC9pnj40S
QAg5jyxBAzvyvrfvxYIf4UbwlpZx03i8QuaHZIcMISqp1Bk07p/KevzNQEDwj4gkwZ2/LQlLYlCy
8gKF3dR+5p3qg0xEPyYg6gbuHhSwx8FqjL80K8P26r50omkGAQ7Ymty71gZ0N2PgV2NwyyGvI/cz
mZ0xmIYs2t5ex4UYypRLyO0kqglEYEK7nfSOQbL9rgVRxcqvL90LE/GOFrnZYcJmYTMSMBPWXjD7
DfjM+4cOcOTcbx+sCHI7xIMiZPbs6pmC005NQRKpu9sTXDqhJvA9alTV9JDvDiHKsUFixA4cTU+z
8H5WSDzBGYlNnsofQhfnBljBXpUrIy/4ORP43luuV6OAiQfbAAYcOwdAPIq6B2bBUroFn/9xmOvw
71IE0F+APluKRtjMsl5k6SCn5xySmJ5AV72yhNdL9YETMCHvDEoF4DUf0WuLR3sx+Ecp471oI8Di
nJcRBBUbMnhvWWLv9XDwQCwqThZz1yzbwqUwge9N3cVVX84sTKw63ejeO8hM7lWeHaDo0ZVqQ0X7
ybbyS+/Vhw7OhTD9jRBIOcABJLtkdH6BqXHXFv7KqV5yMobt0f6cI1eCbHA6eCc/cZ+qWe+tq4XV
9KWJi2+UT19X04sLyE5h4uGZrR2ny0oejlH+TCLH34E3cQgsR9XhQEF0nHOQHxasP5cq2fD+G6PR
60jRDDBy6HglloJCh/LSsz+2byWoGneF4ttqcr4wX7Qb2Vc/yUz/y2KomPdu/dWCdz91Q4cGcS+q
dsy11rzF0sIZ5i2JiF2kKfVCCcEUiBe6oMkfwQ9cPMxVtasze0KRtQMtNV/xEh8To3Jh4uCzKw+Q
GGqsXc2C6d7jD+K38gUqF+XWteuX0vnmIfzzQreToKsvvvLRDed+fBJ5OgddMl9ou8qZs3CNTNw7
qgOA4Ps+DePM/gxTcIoU2QE+hK4f6+DO1iFV3glC0WE9jbuZJ8+1nu7xxlhZjIXVN/HvFAIkhBUW
nsuE1QEo5fc6cXCB4t9TmXwpS90HEJoNVs3Gwr01gfCWg2ovRD5Y2PZ2u0V3PMg1LF7v8FC3NxYI
l2hWnyc069y2UkvDXd8z7+ygjCMocYFcLHQQViIqbjfX/pGOFc/zmB7car64ZO1lubSUV2/6biyg
uiUBSQcLrXo88vlq9q5l+jr6lFsOPNnwn1bq2+15LUV2Jsh9rq9QOn8AeVXhf57IG5awHcQpByZA
Iu1NHbSnuMnn1SfHgt8yUeuaMZRsvJKBZcb63aTpW56BIbCc9/+auGGGHdBU1iIBycY5tt0IoKkW
hPMJWAlebq/YwgvWFC+oXJU3qfLHs+gUf4C4uoUKeeogr+Czia5ROy8FFibpMpkRaCNLCi5pv4Go
yDjs0zg+Q9vzIW5T6A0iUnSH6ORUbAuswDEHhe3t+S3kpkzcukfAL9Vw6pwztwxlme2sYTjGrPvs
xXQ97l1YRROdjtpC7k2qGs/2ANoAWI6MBZlrV/81V16D2zNZOtsmSt3yZEJcmrtQz71oNYS96x8c
FR8BfNvGuj5UnYuti++Z/+kfRzTCJTtXkZdI7FpGwN9bgdXGa8593b8k2jrWEUcrTI/klP1AwIl+
e8yPFZO4MJHr9Qw2DH/qHai/dyDuu5t6tkGxJRhVdaibT4UTNVvLIbsMhHwBrcJhelXjN+ZVvyr7
1ziBXBpZcDTxVNUhB+lIMCBC/7eEkgl4L8dMQDVHeudG6fs4RlyR62grWwYz/XR7+gvG0kSxp5Xj
uqocnTNXb/M1qUnUG4V+GWq/myapzoCdPzbTiiLNgvH6ozTxzjKnviQox2cc7f79Cy/om51GIfQy
L0hrreHPlm7+H27sd4PYRQeMWMHYuQHkJiBRdh+z4qlV/Zax6c6myWuSTfeuT7pN4s7bsZ5Wdmtx
ZCN3xlFBq2IWeef2xBqAzIcpBAVwiIbyXUsRHXb0hw+DMAzTGQmZlVEXLIGJMm+YleYtJ+4ZjB5v
kUr22kUAYa09L5Z+/urQ361mVyR2U3t6OqPPu4YrLa9Kih6wKWsqTVev/MHzxUR0e4O0hC+76cw1
TqGk6B1HnVivZOgWTpwJy7bLkcppKuZzPzt3ZAI91JgP+YFniQqGWuq727doIbwxUdm92+ZkRuh0
hi0418r7PCU2DIa6tBriMKT+Uqxpkiy4F5PWPrV1FSuWuWd/3ssYgmNgOB3th5IPiKLX2iSXNt3I
qiDSlcotPeecVHLaSm949YAhQxOaXqm6LQ1gxBgjWjDHAnWuc6SifTZeeUDyUy7Yih9Z2nXjIgo0
yZaT7EByP4wbOYmfTLOfmdPdSatdrS+4Hx9cE53t9xN1PeE654o7x7wsT8j/BwJ0g01KkFGZ90NO
Ty4U9ESkT1Hc7JVFrkXUdsWYLpwEE6ftTzUXqNN4Z6h7vwyd3NvYf+qnERqFOdDiK5H7wlaZSOxC
u5zNaKE4RyM92j0ieA/UYfrX7Yuz9OuGw++LimeRGviZxO4jxN+fB9at9/AtnAMTiqyS2Zt1xJ1z
i8SDW4vXdiAbIJY/9+n29vcvWC8TohvzEnoK5Yyb4lVNQIYSXLc5/TfTboJyo9ydhdVq56zH/ky6
4ahBFDRbKzZraenNSw65mXycyvHMHC/Zg/a6PVtxJbfJOOrj7dVZGsK45gX0eWoQtsO2gzLJB8Q8
qh9k1qwl9pcW37jmPkLdHpDvGeTA/a+i9cGUvhpGLNwus1VMOkU0DQjlLmVb71RJ7zKpXkF4D3xm
VJYbrvm4csEWDqnZeWBDPgvCxxjJd/m2Ey28bOX9qnmMdkZ3/08bYQLX58TL0b83gREm9Z/HyTrE
KKWtmoilGVz//H2MwKcZWgEtfl0XSH11/gMvBwB+sjvIGtyewFIt/g+8790Yc66zZnYxhqscucmL
lxZylzRWYMiHsBo0kb1jkiffyvxNFH7goD/ZU/XnlcEX3Psf5NG7wWWcAUJmt8MlQkJmG5Gwplc9
+l0lfjBEzva5nkI5TgFFFaViEArQEDehw1cyQ/dBdEdH9OPeq8HCfPuDlg7n1SW9+x4L+VSnmuzh
Aske4LYsecdJVVxQSG2fPJkS4P1otXJ0lqLaPzvyfjBXal+oeMTPd7si8Z8q1JGAUcVG33dSg6dG
Tj8Sq9ons32GHt3r7Tku2I4/n/NuWNq0ZQ69X2y4BbADOn835UR+QP9gJQRZ2lPDePS168uq0P3F
1l5oZ3c+1fdybLzAz6IXrcYwdr/800xMkGth+0RUmegvnlDbJmke1OxfQEDzb4fBBLgmruhdmVnT
uYewKuS1xKFF59vOy8nnsps/Z1Yar2zJ0lEwMazAovhlXLfOuQDHbO9sCDqyEFDvC2/cVHay5574
z2mdY1rmYRqtkvpc3cUHTwQT0BoNTZnOyN2dQSyFCyYjkPDxQLryXLoFmMwtJGSpeOINZFyn/tRa
+UqItfA4NpGsQpF4Jr0cwd0W51+5B9Jf0YkSrT/Qioa0EQQBA97H1qcO6o6P2u5m8Y+benV5705/
yuIMuMxRXZKUfRcpYCq+5/d3XZuyAx3pPenKlQTAwj0wueJdtAkQCJWqi0S5oXVaHoAPWm4R1ehd
56scXB3jL9WsFh2v9+ujzXT+nhmXvq/mKSkv/gTGKZBAqXpHi7C5iiLkX7vyhxyHY1GuvP8WrIiJ
bs0niuosulovtl2GeHg7d+5cpYcqAq/G7du9lCUzWeCpje7nvIyqS6qSz6nq7ohtf44bdwtwO7gd
3Serb8Mh4o9eOq1kna+O9f/XEPy2f69hNcyZptVQXRAtJJtWOFu/ABlGgfa+f+OLAD/o30M4YCJN
XY/nF95clYx4EXjI01Ttanfrx8EbN1G7XmTPdQKKXmAttXvULdvmcvZXnNbHDhI0VX9/vVdCg7XU
KX5cF7/rzP8yz00TuGNyZcn8D2yGzdruf3zAwHLz90iqp07qsVhd7FqVOmBuln8Hiu57Ptrzr05G
Ozp16c6muXeOWmggcAty15FvK2hhpU+l9jbUmThIhYdK726fyI9vNHgy/v4kaOr5juy64gKoNbqv
5gOxmm0t2y2kub5NnnwTdvZv8G6QHPw9lpxmJD4sv7jUpNlHbfTVYfUdmctN4pOvt6ezdNgNgxE7
PJ0IUMmXtpZBWUFoF6LeW7uwv6xaiT/poI8ulPFQ4ZkPkBDpYG6R+M3BPsvkfsrjDQRMet+FuNeJ
yEuVMDSkhpADDTAyuCQ2JAZELTlc/8KGnmvcvg7DFxDS5G0e4CY28XBl1HXRVOLpaIP/0mIsiEZ2
/Z/AOXtOyu9j/lqvpYv/hPMfTcOIaWyNuled4DDOaH4FHxrNDykavEDSjs41gUbEPYTyAsdNDz0l
hwStEemUBo1CZxFSpU1zoWssdAtWEbjqvw9GD0WRwuPIgFnjvY3qF6+QUR/+LELBXqkPl+2wT543
rNz4P639H8zdxARDZl346ZjBj3WdPkaVYPeUFMMF4jENEE70npM42fIGJNBOlaN/WOLVy2oyPzYD
12GXtii9Q1DmLpfZb9sSEyjBeHfXNUlebNtMypPvAjkGpkb/MNBctpsYkIazTHVPdqxpQSaROsAA
Fq7GclLQlca0mLbpqOgOkM1pzeB87D+hCf/3wtYcWtipXbaXPuZ7ztQF9x2BUYtAb7rzgXlQ3rVh
rA0gW3z7Ai6YOBNl6EB9tM/nsb1Qn2TbSJU74ZUW5N3Wau8L1trE502jKqKmT9sLidEZOcg3T716
3XwfTS25ayLk7W5PZKEXDNolf6+dZjKufIBlL1diSLA73dUWu7ObCplhPGWcBzzy7sE7g3uTnd2x
lEHD0gPezXh/ZB4PUMRe60/6OLIE3fHfX+Ip3Xa0sptL3lnbYUCVKY+C67AT9zd4vN3pyt6s2rel
0Qx3ONdUTSPqWBcJhmh/rI6a0a1dtwdX431l5yFM+Eba/9QdCVzH33Mbs7LRHvpgLlXGwslycWTm
p8lPn2/v4oI/MIHjqk6bbOiK5pJaFtAg9/nU3omIHe34x+0BllbL8Gm61khoCAxgN+lFWmyXNAGo
4ecEjNhWvQOh6cPqziw0L3ETM97XtBudycJssnKfEqjv9l+4ENu0l4fEOUZptI1aN2zdHv27xAbR
lAUtAD5ueNKvxMgLuRVuEqGDSyOr8xj3b0hDp3mYrtJgn936mPIqpLrY1Nl8l4jiXHnTb7KWflwc
1XBWcYEKA2NRi9ABfdOqfQN/HZjJ3BMb+bfKKi4pzfe174YepCtIdGSCrRzQhRNkws8tv7cpEDbt
xY/yAIoFyNDHD3Et9hGrVkzN0hBGDDbPVQ0Ba1ZdLHRTiCw5O8q/zNR+wAN65eG2EECbINsxRZTL
wK90gYLXi6NIGFfZy+0bsPT1RsglB7R7RaNTX4aqCxJXoXJ64XAzqxSrSxbfiLdK9G+52pdTWKX1
WG/aRkNVgCgi/A1NRd5vqctA7sfKNXu7NKBx2Ia+KJ02z8ZwdFu98+t2r+DR0D+PpjJtFbtVWc+F
4NvE1NpWU0h7zMewRoMYvwqHzKoEjitMmifaCGudunkpxDKxs6Ab8K5K05iTiuLAG9PXweFA7UCa
WJL6PLdDWOfpGIgMgV4yZm+3D8dCFoib0NncAbdSO4sh7GxxAR3NySvH7WAjTZ4PiPFEmPugJUoE
f2yrBjpdcaXWgp/r+fggyDPppFHqpqUidR9CCPaHDzL9ofKPwtJb2tr7po2/6RQg9kKBTkSWpwry
UrfnvOASTIwt9EcdcD2MeWhRiKxBnmwCs3E0gctUnpuiBlSiK9mXpMlfyyl9uD3m4v4aNsQfNQhB
oXYfcuoh7zRulFtvIWi1SSEggeyrZMHc4OloA2DaOiujLlwUz3B+TurESSzcPIx80F5Got8kXfxV
NYwEnpTPGUkeb09vIao0gbOl7KgbW9clBR+sDZnHhkd4MbmHf/t5w8IUTt3GImFF6PvWfmzn7dx3
n4ux/zf7braygNGiRL1fViGoWvcZ5SfA2CFEJ4qf4z/y2HATHmsPOiVt3lVgvn0t+azBlpQga5Bf
Ml4fGI7hagFnwZWY2FdeMqf2FS3DmtvbhnSPsoi//NM+mLhWJ4ckt+SzClNPfAN7C9T48vaUrQJL
F26miWONBQr9yvFVWMnu2LvNY0PtHyAYeJnApJz2EEIoyUm07YohWLgeJnPzNKJ4BmxaFdqDeLaa
ZpdQaJom08Uekv+StazlghMx+ZkhNSb/mLqQjnkHtOxrBSBmw/oumHtn16OqepR2vPu3HTJufJaO
uc4tUoZ9DhCw31Y7UtroIqvVygBLa2ZEEw14vKc0H7BmJUVeKPoETFsdFJIfwZyFh/f29jyWToJx
4yu3tXzmjVWI+G4rqPK3fdaFA8TUIWoICgA5bIf8LWltveKNluZlxBQg9OhUkwLlOfXNFEScHC2r
KQM/5ievbvqLU67xay6MZGJKM6+QPWmnMqTCeWFIJV5PnXambjNYyTrydyHsM0GlILNJaiDqdQhG
HX3npDGAs22uL4Po6VYwvnKHloa5zvJdbWPyyggERkUTZnEP0hc7zCM3KJV9HNmX20dhwbeYZMc5
oAbj3LlN2MUdDfIePKENnr4BRHHWSIeWJnEd+t0krH4GJa/TtWDKPEegMVN9Gm3QjfZzndfiej8+
CHZM9KdLB9AYQREqvCYlAXVAG0mOCEfGv5l2FcRk+H6gOsGfyqcZFTiQW5xcEa8EAksTNMzCUJEJ
0wFaicX2schfgdI6gePifpVaa8HImWDQ1sXyzSVtQyTXftnJf6Kd4dn0aXLiSzqzT2wN/LA0E8Mw
0GLkvYTcWdhE4Ogsd3zw32pq7bvB/u/2eVt6xZtcxnlPkiiOcRqivjhB0/phGsQT2IWmep/7Gswz
hXfHavFf5+hAQM5gMwn9o6doccO/rQRUC93A3ESCTjBGzNGkDf2qafZpdTfz+mjpfq+d4VPUzKep
cMW+ylDXi9JdDgVIKeudlYAL1xrVcXYhNFp1VzrkI7Eu1I57iPJ25T4j0z5K64NKvNeV9VrYe5Ob
WAp3qHqa6BCpLqhPqx0EZ1pQbkTjd+XuayvaiBicG8OG87BOv+Xjfi71a2m/MmS06+Zu9RAuZSHM
PgFXZaQtOZrLZ7SIKf+ITfP3zdzdMWv8NjtQSJfx/GnqmkDZ8zod+4KzMlGv6NpC/tlJ6rBH8RqM
JjuL5xvQ1n6r0GalSfJklen3gTorrmqpMmDiYCd/pshp+VWIf5ZBFvF4n9j8ntZ3XR0FFmH7Dnlz
FC186KL13rek7+egrnwZ4ADB8Hg9iiGedLaO/jVmvljx2UtvHBM4q6VbZqK6xtEuPwjSnpoqfSmS
+8baMXCZKqs8JP2X0RLPt0/eAtqfm/jZsYpoUqd1HbpO6x3lyI/10B8IxKfxKY9YiF3j87d6cvdR
GVd3kzsNl4ywnw5oySnoBmgTyuEhyfZpcRWIqHbTWMjjP36cESlx5EG8FlUF4FFOgxumP1zxvWnR
0+w6IXXRXznW4MKlNQmA+PgPVNhbcNLsfTlfnGzTQxs7v/P0HpqCoWOv1bcXzYphPqd45EwMYx0K
AoLBIC6co29bL1lZflG2Orhjs29r4fz0eQl2QTm/dq4oN+hRCjPWP8YtMoqsGK5ah9N9YTO5I/BV
dt96GysTjwStfx3S6kkdp0+3l3HJuBhxWcksV1pW34Q+SItmofZpGt+5pNjRWnxKtV0Hqz564Rqb
GGC3zawx6gaEMsNwGQbn7HkQz7K7oyXQ9K6yX4menodupRCzNNp1wu9iDvS++D1R8JicdCgUMEQ2
4yHKazxubX1AdeOUOl61vdrWldB9Kddjon9VGutmrDBk5VS7WFJodnmfB4S7A5++IO2UQ/a+2ug4
twM+ozM9tyr/cHsbF9y2yYws/c5Niz5F2tSHzKYnH4ohvS+JOq0a/6X1NGI4YvXKT3hiXVjEoV5n
edZd3UbRlorq26w5HiuZDmRptXjhuSth1dKYRlIHQEzAQvoGMsgSasxZE2jYXzY8i9E9jFYLZOHw
JV3vu1zybyaGWPaOT9HJLy4xiXd5TEAzCn78sj9DB+0hArWA7+rvE/CKpXqLXXc3avHj9v4tzdQw
ZiwukBibR+BMXb3rW1wIzfIHcI6cRuk3Qa7c1ylzPlflmuTvQtT/RzPg3fVw/QpI2gF59imd3iC2
81S4AOL4ay50IUnyx6O8+/lhxuXLwKFymWzrUECVqR134Duvqq/VCE2ujL6AEzQQv3PobEMqFiFL
BkUSms5JcHtBF+ZnQpJFyUubWNq/yKwU+86dokPRakQt7axX7txSnGCCkRMXEFbCpjxs3Oin1cX7
MXZVOPlQVhF8m9J0c9XK7rNm51f6BHWJLXBbNIkPdpKB/x2C1mhNkzn69Fi5tvAfz9szOT6ypq9a
Z0iqkCjnINrDLANZF18ZHx5tmZ5H3RxVruimdqxfEbXioJ2si0+SU2lt58xeCVWur9MPXmMmhNri
LlhxvDmHG4TMS1Owo5pKB8KhDZAACd2kM1UrQy2cNJO9uQH5az9VKg/z3D7wrn+GhOfn22doKeAy
cdSdw90WVA152E21JU7UYXG6qXrFj3pyBjCm5/WBxEXyVKts3lueLfa56FeeKAsm3cRRx6U949EF
oZOqSz9FPhRro1jeQTNeQpbRXQPUL/AKoPftbz8pEhcoK6sswsgGDKMYvEOinJ0vOokSO9l3vMgD
wY44Snh2eKNzEX0BXoMM9PQ5CgeTv0ustt9W1Si3TdGsFREW+Fb4Hxv9zoKUA1rtqxK59SHu9Gdg
giF9iTbEbZeWzxR9O1Zi9XcgzhuCJOe4Zlzx6S6hw9MYVy8DX4NbLMRHJrK60HkGxiHUFbwIuJw5
OwhhnXU2tWjwak8AqVHQBE27lQP38e3lfw7iu0nDmIDfZXKQ5x89qH1OEJPGnXQ9+t9Q8W5T+OzV
q8uTjRadoOQFGC2wQd9LGUL026lWwv6FjzAh2J0/TIlVtHnYe9Hv2Ko+u7zZV84KHHMpSjIh2D1q
b9CiqfKQWPWjY4H3W7fTr2RmB1uKzTDnuwJi4Mjw7xpHXnzWr+CTF+6Tice2C0+TiEQqdMcrG9os
jryoTw7WdpUEccGLm9jrKurnQXSpCou5f04s9DyA5h00Z2AIAwM7mp2zbb4GNFq6ICbeukvsvvYH
twjjHFMBMsbtNrZW28yOj65mB64QilHnR1VNR1W2x5HYR52vdg4vXAz7ao/fHdWh9CM0uMkiHLT6
maIxbVc6tdxRzZqNNfyPs/NqslNXovAvogoQIHiFncMEjyfYLypHghBJgfDr79p+8uGaoWreTvlU
DRsQrVb36m/1JRBBfUUhIxVJxLsjPpsyzgvIpvO2vfMx2ZfU/nmMSNKDdZ7yqthk09qhZulVz2Ia
9ApOCVyKuA4Wj3OjXgPiWHFqlb+jaa2CvnSNWcYGA9uRMKDnkYRanzukvRWKEeCtJCSyVrQmS494
dpgswmJKgbSvr+4El5JJAveow2wnqK82Tl4N8AGLoECHrOf98LOwa8/F2T200eAw9EhhRvUpBRRv
yvKX0p+imPHsXoX5SuK0wAECm/O/a8fLLT8SYOvDmKptz3A+wRCShqNLXkfVBvfZPt0eZE3l1m/F
1lLt93yS6SH1LeucWT2igwUfTJjNOtui1HVMpn5T28N+tGGajBaD05+izsGE0biB1vCVtTfFWhcH
XG1ptjZcvCCQw8Dqf+/Cl7XdT62prtgsoxgIyz2p/KPjxmOZBFaAWh2sD8I3W4wH8IiTVFVHrTuU
M4m3c8r81/svbSEOBHNteC2Z1JphsftDDQCPZQ65+aNZG0FLKgb1RtUrdm98cjEMrLGzYPK2Zx1d
GQ3693cQzNXjjkoDOGc24kpT5zO6PPvIqh81C3e2f3z/Dv+9LIO5alxElIheOuJauj2m/Nw9xtS/
yyHawALv2oxv719loSwdzJXgurXkhDFGGMtV2n7InQxWK0S0dyEZnWQ0dYTkKK82keqTzGH5Oe/y
NIaBD6TKbXWXtzi6+E69e//X/DurDeZ7sCUiFJF5Sq5ZVT2TSeAYUajX9//20sKd78CamapBGXG6
hkBLxmPdJLwIPo2VTlgV7sI0/Un78AB46u+bp1NIKGzWebS1bX0qtHdtm/Tw/i9ZerOzOG3CCq2Y
SZXXoZC/UFo/4Kv9GhZtQqG6Xm1pLKS4wZxaPVQl0HIclympG260QIwunYTw6huyjk9DaXbM8C31
VELt/Kn24BPb8LPbDXdccLJF3N25bgU6v3Osi/FD55ZgTq/WedSWqJOW+GyLO2RYMN7o1Lf3n+vC
wQWjVv8NTbJo4JgIH90rg9wHE4lJCsaqBKb2u2vpo+eHSaODr1yJlbPK0gXnCvaql9Gg7Ka6cuaC
gkj3We0+1H26t6bHsEVW4kNagDitgpi7brnyDBdiz1zGboRhHRRWFRrX7Z536A6wCcalZZ3tI+Zl
yftPc2GVzuXHeTXZtGYNv7a92KILl2QFENN2f4Iz9PmDWXcwB1jrURchtZ3iWrUZOJwtmilF4YK4
shJRlu7ilu3/la9ZKG1pTiFarW9JqZnqO4+TxB+t59SRx2oNgbJQFAnmimMorfJG0j6/Ftw+R32k
37SHZFDCXvPgpsOZGqgXWQAnWJ4fWJr/6O3aeYimCd6JmTPFfTiV6KSb45g26mGUxUqsue3K/1+S
CP4//edN1HpiQu+q2xaEgVHU3w/abDjNjzAbJZuqxhL92JKZBTZUdwelJye/AisZp9UGrcxTR/1E
c6D4gjVC0MItzeXQPivGNIeNJ7beZzugxc1P8aybfJ8xMsUWPv2usMX+Y7c0S0YjzI1VbNT5NcWI
x8RQB/EsF9UP9rXvnCNEK2zl2S2YDAThLHhlMi0Dn0/5Fabn6KY1gHJOXS72lbQSX36D0jawi3zD
hvZopMBnODKwehtzUh6GjVp1ssfgWwd3q5Uf9O/zcDBXQCtWhrBrTvMrJpsKpz2ZesjQgw3kypNd
OBEH8ykVnXkYnQVp5xqwp3zMd53pYbvW/+aT2ad5kcdRoW9076MewrvMrBTXlxJHeosUf0UEG8Mi
wPGFNara6XcxTEk0+V+an6pDEXqA42t3yl2+9ZRzMbQsY5+7G4698v3l9O+jMgja/724VUbl6Apc
3AxQFSOGHysKi2rnc+R+EpG1afVwtVizImJfSu7mwyy+yoIB/dHmCn/3Y2CR4WzQwp6a6msdsric
9ClX5H7qThg7B9wRFi9I3cu9zPvbIMHT+/e8+MRnZ+aCq6Fhg2yuZcjv/czdymba9gOWb9nLK2Ym
3rjnJYH2tkVbbyPunwM3elhtiS1sAXMRPLYXAMv8qL76zu8xzIaYBF0el3I4AsfWrkHxlz6XWaDg
1ASVgXfU9Rb7eSZ27ejd8TW131IyN8c8ox+qGDB76dUvxQF2Zo9FxDcK1ubSYlsKqu84Tvd+1SeG
w7k45DuZscRGF9XtxksaRl8YCYsYnYDVzthCFjJXsY+yHxopAvwiZu4bXwNZ3j07pk7QYX5/4Sw8
0rl4nepSUxeObPC29J+Z7O5yPjytut0vLIu5RD2tZFpjgMG6WPDFS5pQRrt2stC8RodrFKPcpZo9
vn8jS9/h/2nSLaPrHJDYS9WjI2vvAyTejvuA/yrIiBYtetvW89g+oUceY9bE8UyS+isFwIXtcq5L
b8jQNmhQWhdayk0Aa4Pa+XJrKBK/SbymPNU/37/JpfUw+8qZh8QlzEu8LZyiutE7UmJOWYCPYe0j
uP2lf+Qyc9050E/MyLRNr7mWdux5k4hvnab3f/5CFzSYi81blGdNUOTpVbcu34he7LPhbsp1t5Ug
jGeiaOMxNXcRz+M2l88G3e6YVe1KPWHpKBHM4odr9fZgQrwm5rjPQYkxZsv+FEXbYEwhcXlrtXPF
efiTtXYIXToOz+XpXI4mdHRvXQpCxm9NWlifcvyEOIMvXIzi/0udBup3M4qnNudi03W/spT+8gEw
jCkr6bbuht+T52cr6cDCxz5XsjuDcdJBagtKmuabzNKHtPS2q1/gwuKcq9dd3adCNRlebk3MvW7h
oamtEMqEKnIRJqtgu7KKFtboXMue5fgIBMGFWvdESNP8ED1BScxT2QaEhOEIdvWn3p9QpoM/s4wh
M3qtHAkAsS3KDalGGkdE7N7/MUu/5fYw/sp0AkB5KqUkos7gwIS0kEPMm2nz/h9feqK39/jXH8+8
yORW1loXZ2i2MKd+KHm3xwwITPpW6rJLX+Rc4j5atHfgl5RehzpEcZ3euyhrR0/wsRn58NI0zmHI
URJ22oM9ifNq4W0hYM5xzRmrfdE0uGyuyjid9Gfuo+gcWeVblzWbpnfrmN7SpY89R/e/z1F7gGb6
ac8unIsjT4O9nwELSOrDsDZFufSm5pHFHWSOuG+BTMU2ICpvypGJ2GvVWYXVyg639PXODi+eUjkb
INy65JNnnSdivjl5pg6qysKVcsTCXcz17YEwUos2Y5dJ1/iU0ufAG5FQui9sGFZi8MJNzLXtjZdJ
pyWEXcqhOlq9dZwKeQ0H/rEIN0cllyIMppyhZQkt5yVn/nOl7Avvp5UH9Efj8Y/tca5ob2iVcX37
+Rihee1cW79WIY1t14HNUA97AXbb8v1YQmEDq0ios/qHQFYb4QMEa5cOvC1qGefAxWwJNDIwxHW7
DfJ2sZLNLeRbc4ZyZnoYGURVeh078MD6ErB6cDqafnxlbr9fbUYufL1zRbzdjwMGy5E0evZ4IjT4
bcLs3NI+DrX8Oti/RrWyWpY20DkWWWaUKJPCPHuqioc+yNHArY8erB2bFMf3p4xD/enr6WVq9qao
du4QJeNkfe9StsssubLhLMT4uUJ+9GUAl7SIXcDKT+oe9U7t4ut+Pzb9OZb+a0nNQkfZ+h5YzLcg
X5coN5atOtRUH4wK9Z3sVB8mpsHJslGl/5ajKrNvYYcXV1Vt4obDv6IEHEjazb3xm+DeURzH3a57
rlp4coshcuC6CnMGr3O/sTr43KBTVBiAIDsNLF6k0gfXQWshhr2Nl6R5qOMoZbDqajCz87P2c7Lr
c2ZtaE34j6qQOYfFdtM+6qKCDKISgUoB0SH6d475kTeJ41FmaroRpsQ8hM06sivTECqk0NbfsrCZ
djiYw0+xF+IeGG1Lxx13VIiuVtCh43jjagsOFVFavExDWG0zZYtrHXgT2GKum4gxrM9jB22EX9rw
28xussce7aZeVl+zMkUzKncm0A91nsC62WysLBTHHOXPk/QKlHoUPkl3LLv7qRrFW9pHaxrJpag2
C80S1BO/9QJ2cVp7z8LyafCxea0WcP9gTP+xRuYjBR6RgUKRIb3WxSvqRe6m62WK+Vr7jmsNwInE
dlD1samgfMvz4rXlOO6kuhxjRsspgT0a3laXfxMSfkIk0jFpMPoFGouz0Vb0mNpsD3zSqapLAGLq
NdukpeRiLrTxyAixdNu6mC3N4WDK4G8OzR4HOz1vv2flZ1CLjjdHwEibZjc1KJhma2OtS5FjPtrg
lcibXNYhGy3CnWTVxki5ZxrGRujoOiEMiJspjszXkOhT5IHmjtQnfAyDLHHJ95VPG+nFv97aLUr/
nb5h1qVxq9IGsH+CAYZ5tgu1twbyko38xYK86P3LLOza8xkG0J4w9OI0NqQhKAeX7sVDlSeT3V5E
h/evsHS2no8t9J3btoPPpmtTZ5ch1byOMccFv09TPzW+99NEDIl1F8YONxsIRuLA6Kc2yqCgEkTd
Qdz2MWvMYD6owJjt2SkKbFfVqmPLIPEJfbLHwT82UbojsrXgB6pWjvVLVbX5lELW5AKueArO0rZ9
chz/KNL+EPD+ocQJOZPjwc+cx2hgP1PZbT3Ajf9gsdYclRd2czJLW42KRDAVrg0fy5TGivaJA0kW
VDAktr3O3pNw1aJuwQoSopX/rlWhPBZ6vW1fYUxXUtacejf74qcMzE+UbO+rykNgiZLO8Qnm30X5
asheF3uFfdBu6VMBOy3w4+BzTqM4a8bgvm4MnPxYuXfNyyReLB0gHEMFyDDJNjVJa04Y8UELCmn4
Go51IS2ZC+pGuwMuw0a4odBE+EwnSAnuhgnOIuGwtfvup7X2yS19EHM1XToxUagGPmLGnzYEQFkv
T4+8OjvTnT34mJmJHlJwvGTdHEKiDh4DpylFgzKXK0fDhXGQ4M+L/Cu4lHVkympK7WttQtABXKdt
Ys8iBy5VtLVIcUUi/9Mpy1+lLaqYTzVsa6PmU3RLDGX/i8J9q6cGGl6iMCtJf5VZZUdx5JQ8Dpmn
NoOlbECu0/GH32Qfm3FGhfm/q6wZCFhkdjRdq7Ea9iSrijgK+u4gUm/tzLykAJrz2CsTRSMdnOkq
ddDHXc/3tgtGqoQGgYK05B+5ukyZGhPHG4OY2rU+8L4rEjCodvY0uWCxVSEW+zEHeM6FOyc2jxhK
72GvtYteet8h57SJUWdJyvDBpo8Vin4DcIJKf1qJt/9eyWTumUtHbVP0n/ozpjrGp8bBMHBctCEO
GV3itvKlntK3krsWxsDcMu5qgkaOBx5rhDfbDHm55TX5XYkQNsi6d5/H0mWnyU5Xmfu3CPT/OxuZ
twe73G8gKeiHsxV24BsOdoNGkn0pwvTZxXIBACCSsYAbwyaTim44uadqZ9qRrWTk/97yyJyU5Hhe
o5kOzVl1t6pLkH3vuwpW8/KxXiMH/TulI/NWISBINiADrTkPffCQdR7dgrditsDLr1mNLbzkefOv
18Sh0vD+zMjOt/SwAZ7umHEYyZWQ/gbM/uI0a8YYC3cz7wP6npflqcrVucCdYmZOBdtssN7yEtDu
99fsv7tuZN7yqxlURCD+mbOwy7tC5V8ZsKuC5C/KIndDN4TgJ7Az6VZajEsP77Yy/gp/mJLUFS+m
/twH6RTXPQfylT1EZftzUN7GePyQ9d0q+Xhhvc97fHZoC1VS2DwNTmUSUkv7wfHpvQQHRu1cKr6M
lNZJG/jgaVRZYd2coHGecsPd+w/335kAobeT6V93G9moWoddY85dV73e4Ey5dwcwLDwuaPRmRT/f
v8pCt5jMu3iTIaqDIw78OoKc8wOsgJO6hYwrGiDUt6t4lMBMwz9wx+22OAbDWI5H3w8/VLwg/zdf
QpoQJ1Bin4xX7Lqhu09ZepBZvq9ZfQ3N2nz20kKdZzp1FknTu/YJWqEsgx+vLJ7HSJ10GX2zbeep
lP7BMLqyTy+cgci8qYiDquk5VPVnWWNexavI5zabTpK9qmyKAys7Vx348UO6G2361tftz96p1qon
C2Fy3j5U3gQFys1N2YOp4TfmPeIFP1CttjYQxRhZ/VSAk+HBgics5b4jRGNgCqWTJOgxUmUVSDnt
IcZ0wJpRxEIUmjcbw3DKixqez+eoI9jMDJzNZSm2Tb9GS1664dmJi7q1iNhgFee+kScCPVVb0v0t
3YRy5f1vZGH1zLuMg+Vy5jtRcTa6uEYdeyllm3R01zks0X3+IisMRn1MWEXmbcWprY1bUDGdBGk2
dkOe6qA7gEHzFGVPVrmSbCzd0Sy2tKGwuzGwqjOYFfGYywdoX09CQToBrfaVZeW1KoMXs6biWghl
8wYjzHiywPWNczLwTmWUf0Wx9mY2g6OAku3KW1o4uJF5oxGKZMEgDpxOkyde5FAcB6GiBIXnLknb
Q4e5x8HKtn5VJ5gBbdG3yY5wc/oEM4c1QcbCljHvNfouawardcxZFmqTdYWX1AUg7pKivgBifyHe
TDUmtm36uJjqozWML8xp1to6t5f3jwRt3ngEsKwPKGl7RB3IQH32MtaoiavyHIFPThVkahoS7oB2
z2kv4YtxK1ZFFxniH83ax7jwtc+7jZayRuYHoj9PeRjrDEJjD3BmZsBQev9bXFhK84ajQQIo4Bar
z9Rz2O1kecTe/yxqu0S7MRN7LqeVb2TpSrd//2v/FbouhW10j0kManaibkQsm1tKI53y6NQKKpto
jZm+9NhmmY2epqw3aSrPPRKniri/Gz4ehBO9vv/Qljb5OTpL+JpbmM7VZ1+3baKsXQHdTqJog4pt
icNyZo0JDYIvjfXDc6sk74uPnc/JvNfYVDnGx1Vhzj64rROHu2EXOHvBikPAnJ/ai74MayM0C+t/
3l/0qhxT6jZR5zwfdJLaXZW01UoytiAjIHPv14GmtuKBdE4BecuE9zuCfaEy9aX1imsYaOxsKoCH
EzhUw9qJayFIz81gg0BYhtdTB7CB8pOq0sUWDPM7jkFghvBxKpvK2WWoyySuVvBVXVkrS2txVte2
aqvSU5j2OOdNBx0BcojOOU+ytN+MbmVdexejNX5G5BaM2hdMWhUAbw+YuKl+UJGW+wbq1y8Mi/lj
X/y8Qen5GF8XwpZng74ICk/BK7OhQs/6DQ8lTAXWls/C9z7vUnbGuO0wYZNy6Z1PvqPg+PWm6mGT
X/2hZLz/eJeuMosqPMhRto1of1aVh2GrSHqxMD6Pfcv/RqmH6qKpV1LBhePSvG9JxsgA2TDWZ0nB
AVEYqd0av77rGXLBiYB0DdYryZyV6bKl7Xfeh2RVYPscrd5z6BxRfto1QzvFQtyl2AQo93cdCPSp
FPtS5lGM+cVzY9DEDh135QcsrNt5g5LqugKUFXQOt1CHjphj29X3I11D/i6kmfOuZDtFII4E1XCG
IB0u2n6BojPcTrdAmNebSoZrDtpLC+SWW/y17TgyFxhOakcwZJsnGAqpCdPuedrHUrQ/dP75/WW4
9LBmByIMlRZuneXDWcBd8ozsrDuQotbXQfbeSiBZemCzOKI8qso+q8nZtrM73ZtTM7ibmrXXaO2V
LDyqeYesKRD86rQeT5jVAHQ/LZt0U9N2+Ko5kvIxHzZtkT2//8AW7mbeWsp415GqCoeTcoV1LJrc
2UDspC52XdNtuP3YRWbBwR5RhPfabjgVgQoP8MkO78EErDelGqsnNEDVB69zu8m/1pisBhwORd2f
RvguP5RDYT+lmJDv4dVdTA/oO2IO9GN3dFt/f10p7GVDtMz6k0zt/pwP/iBii9vkUuQ93fm58dfK
8wvRbt4kcl3SRaLHPdVyN3hDuNVpwV/D0vXPLXPsTyBU5N87Vm8+dmPkvzcWWeAPRnwkcE6tIAAO
uQh2k8u7m0eDG8QWDAxX8vqlG5sFhCIaRIeZCH1yUZON7bHfBoO9gy2EhdmPcF/z7GgPK8L2hRRq
3hFSdRrWvse9k6o9GJcUbusDui9t0nxw5c2CAg8L1frAgJ9k0JaxbQXnsQlQwguT6INlz3m/oax5
pLtytE8VRrX1uYoQA+oMyuBzU6Tuy/uvfyE3mzccrFSG3KRdexLROev7n1UocJwagxIStvR16DEy
Sy0nsdIf71/v9r3842w3Z0HB/MMjBXgAp1T3Uh2JxVmcwRmW4Azn5mZlUS/d1Swu5JjzcX2um9ON
URGPw+cerdW8sR8xffRigSqWafql4ox/LDrMPWKp0+ErCqAnMllfXJBO6gFzRmV/9lxqgICyULF7
//n9IQX96wHeVvxfgaiSnimcHLfmqDaux2+ZcyHmC/xEL1N5E97u0ub76PtXRI96nDZtDsGu/MS9
Poble1wHzzJtDu2QnoPm9f2ftLB7zelQGnkQLBC75qRYuPW1iwae3hnmfHLo8AMFkvevsrBvubPo
ASsXI4rGd06SuNP4UPHK6KSEFRFaEE1h36hxw6pmYOlis6yiAN2jy8qMnAasymoTuqgzaGmJ3aQG
R23BplsDE/35/f96n7NA0lmiYcKd1ImRx1R+gr3S7R3yLCnJncse6LhrMVRme+6GAdCfpSSZxAho
4K6hRQJKaKKmdoun3KKNlil3Y/d85SNaiKH/h4qKZMYZCcRpwsRBNqaXzqu/fehlzglRkASFrG8R
BUrb87dAKrjJmAn97AZ8OI7Z1D++f52FaDPnLdHSdJl2zXgqYOu0q1OFr14R9zBx3/70/iUWlsqc
s5RSvIPR6aCwEIWskqjg6A1TZ/yF87N1ZxVyLddZupfbv//14XPijdDh++TUa4o5NBsjjD3YsNS9
nzDEmq18ZksVlj+igb8u48FZjJkAIxllKpPQCvIkh+4ThyyMNaSg69LUPQEbhtKHr+CWaYNQtuYD
t5Ag/DmQ/XVp1pI+9frMPZXSoYl2AxjmdDC+qEgKlVcRXibMVKDeXwEd8/7LW3qms6DCbLA9TdC5
WOIdmgWih7sXA0AIgjwQw3bvX2RphcyCSVtqXcOjhpw6HhWvcI9KNxqWjgcJ44UNpq7WuopL15lF
ktChmL2g8JCviffgFeM9H8zdoMFfKCyx1vf1F8Q2ZI5gCF3bJmPh16e0acVn1yr2tadfMkXAr2ts
O3Ecq77o1KPHhk6noe6SUVbTBaoSMe2MCtIXS/X8WMCAL6EM8DuRdzUkIFmeqEj+9Ae0bdxKasBI
aQf0pvPIOqBNsrZ8ZuNtJrIb002g7QpD2q5/Ql8eknvzgw7+/Zhi4gf+zuEDaoT8vrTLdFP403Dn
Qf15ojnMxrLMOpbae8q76L7wzCPOc68D8KTbAQwrqvwAViu4LLTSVv8ZK43vVGCnGG9HiZR3URuX
XfPIR4w0lOlt4sbKzNHRYucHBOsnH88DKmwADfsaBkhsOJCy6+vYKmvrZ+/mNMb/MadekhNw6C4m
rXqybzIYpzpAKt7KlfcFTrP3UcvYfSqarZ1K8+WmT2o8FWxwrCJbX6qzE3ZvoCJCTazLe6syctdD
MfiZdvXwbYi8bR3YZ1HxfWuzhgLEnOt05xT+sQxzmJGBMm9YUsPHYvAszHw4pCJl7DK/OpgRZRxo
6PNUXyJdn50GJr22U+EAz9jet6SzC/zW3Nk0T6JmBDPWVI+d5z4YnzyY0O93UwpZ836iAwSwKoLf
CLOwYRa9ToIiKl8LUOc3ubL2jm8PD9y0j25g3TURCCKiLp4niODBuLKqEZJK64At+HODI0gCA7yL
X+b+Bhk2HzewtH/wMKebdKPvJvh2x4PyC4D9eBZePKyXbeGMF4tAXNensFhMGUtCvP3WIj7dtDwY
9gx1wAOkZHs6VHRnlxCmVOD9QTwMU2V3qrRzpAJYl89lWeQ8cb3CSVhu48DSW24A5HYOyTjKDeeQ
SNi4S+a1pxCSu1gR6WNwflQX0EfvaixGFzKubRhBxbAPO5KPsZA9jFbNeNAquPRp9dyrce/wUFfb
2ogk8KKg/CRTpS+jb8MEmWHuOfCBCKQR9nzHU4AbeezsV0wlqrWfHRd+c3ahfSy0IhKJHwoOKFsY
7qmfJkHY7nIv3bf+hO4eFPyAJ+GBNvp3xMNxIyi0ebSj+qgnYm+gBIbSP/hzDJgCO9H2r8mbHpUK
y+4hSqlEzV126V3oDBd38Md9hDq7yIO7EFbGU+yMw3WsLBan9thO54Kj6VDFRhlySgeIwD2tU77p
QhzUJxlc/L7WoKaOXLz2TqvwELw+KbUTjU8EPG0fhxD3mdX6C/XqIyeBfcl5k77JFlY9GjPArVU0
hwk5d0ezTRE5xwDVnyQazA6D4u49apDOtvUBSPV4gVcwjvswT9tja6NXBJchLAt79EAoTIdHzjJr
B5TNSXECC/L+O01NeOcU7o353+HLHqdmepvyEkrJPM/9feGULhT1NotNm52ETYLfRMgRROfUq+4r
OO4GSeDTfNq1JicXHx6kKTRPOPOaMrv6MFgNN0YTsOwmQ0ELLKFVr0Yk9mPxNcsoxnCILhMfFl2/
HFaho214+5LnNj84suq2WWDnF2jgXso8yDjIuUbcexb1dy4aFL7w8W1EBqfRKUii2htiZTmwcWoJ
wgzzDryj34BjcF4iy29OkUJv++ZP2G6skeIrCHJYw1Tc2Pc+7+A/349WbNfNTZZIO8vahkD0Pmdl
AxtHiV0sxG6Jn5B2eBfZkG7H3K4ucizvWR2xa0j7+xudqqncFqAiAM+Mm4KZnffi0iAcOJN0vzhB
c6ign8cCs+5T+PPtGM0+ZygkJeHQkKQGRFHFfktZ7LYWPmfWTj8b+M3suCT8yUxIFkJM8b05VtQ/
FbYXvHWVtuAXgnpn0msVRV/LqNY/LE+GmBEgVfuZdfpXKLR1Ru0TirgRrzL1QfNJLWvCiK9NNq2i
0ydetdNOiQyjcVYlUFwKO/PDeB3feSZwNqElztApqi0bvfKrM6oRyDeDDN5uAIycunaTRV11aIbu
QUGYeg+8TBATTyGdtztUeGKvDqIk5NHXXur0YMOh57VE+6c+GcszY6J0pC5FbyIKhpr60kmruhDu
TScj4Ah94jIEbr0L1De0Eirg59X0IJjnf47IoOJOwdiJ+a3Y1MYXcSWH9E7oTGObDsdENk13iEwT
7idepxcDloLxne7U0inbOlnrPXBqC4AWjXu0IvsoMxCciS81TUaRPgQ9jap48nTfb9yCZLuADr9B
hAro2bLLvP1K0XRI+NCle7+hSSui7rPJSufVxiuF6E/89hpPJLXX+M3zSL1Jb0IUu8kmLFz6VprI
pnFr2+FdK6ZDYznjATai9X4I8n7fFtNENpbHv+GwFAj0UUAvJCX5nbkq/FR3XZOoMv9JbAlMlcic
+k2PlY1afZS+mU6JbZuRYAOEBXEOY52BEoKcpgSFVSt023LPBkLNMfeWhnpZM+EhTqqQHAfufkab
wzmmUWR+jwPNnmnbjPdWIby9qnzIVeHb6mwj18frEiord5UX3hfKTA+ePWUJetgnBLSb7qt0Qm/X
yJIWp6qVskjgbwsjO2jQOmxZNVgLIHui2y8aIAvTbICb4yQK/YjBrOBzXRh5Campnmk0wY3BJ+kL
R8kDCYLGyM0Osqfx4OZiqE/cqXlsOwRmwzBo9JNCZxViUFHWcd9Yw8kCdRb97czaCAZsKWutHQlG
sulrD57jORzCLMDVeV8+e5L1O/goP4Jtj6pQVnaQSGMnRV43Dk9E4woc/IbYzttnhkQsqcu2ehjT
Am9OUGulH7RQcJhzuiyBY4eUaPho+1YuJ0PY7nWa/xQt7TbUASw+9g0ewfvp+/84O7MeOXWuC/8i
JAM2wy1Qc1WPSXenb6wMb4wZzDyYX/+taumTEk5TSLk5OomUqgKMh73XetbCMXgOyOmZ04Jdbg9H
jmbic9Lbnd6kacrylWP2Ukd2TsfMKpvW2tPjsfTzSyqRMZ6O2EJVVc4jcECrEH3nHIEKvAsoHFLP
KXf+d/vSPqpu/y0+OPNqHAztlfQSOSG2yTvg/Ir8F6PHzo65P/oyry7YVLvbouMHx6+z9zFF0q1X
RoqkoeMOWHQS97EkY2ThWWANhZjXYyxIzG8FJXuGrXvIaveLYfosSBMqw773il2eIU6nRzD8yvP5
/AznzBHvvp7aWPoFroHq97yvUZynvxuPPdy+R0sff/37Pw6lijreIEw1XQqSfoezuLPj79XoHm5/
+udD2fnwTP3x6RmZspJZ8XSRNvePmrUs8IayDBGVzI8ZFvdO+SuVwwUxnzOv0ymEm5VNAx/MWMcb
1b4NcM3JJAlkLO+yQe947m/xrESA6eYssFj4ay2Nxa+enbMJJPJCWu50iStY6CYA3jam8QVd75Oa
uruhrX4bcOls4QkJ1BAHtmk/EexUVuS2C2+YM4e6t4U/1N7UTBcIh/B28VNncx2Vwu6ebL71SboV
ow9PIMmMC/O8NYb0R//us9drdiIfDNMtXfinLkMqsggryzfgjOoAJ2gTme7qWYIWG4DLDABWrTZ5
GgeqQHq6xNoZObT7KrW/5abeJRq65wJSLIjdjj1xzxNJvnA6mcFQI7HOAFP8UUjj2W6Gk69VjkNM
CZFD57wgYAqQO68hj15tAFuiM0ALkcg0ITxDHVKrUZukJHYexaYKkEaI/zTT2m2/Pt1PLn8+saUt
4kurCjxFxInuY3/6mo4sRAcwGOiJFcMT883jpJtnyyffrgkfq1yYhRY++vV/v7SGIlzHGYBitM7v
sdEu7ydbvk7wW241bd6ljAkQqs2jmxfbCSqoynksOcEerFnpGX8Mrc+u/bqa/PFiF8yjOSZvfcED
ughPHGVONor2wdSC/Gez+yE/ymZD4gKHKjRaevcrwsu/G5nY1GgoXe8SarwGUmLIz6b/nzWs6Zg+
b404ZNbvE2mCMm41jhfE9AQ5xXmQV8WpBKt02xtiN0njxWTWk82Gr7enuEW70fWX/HErhDm2BSA9
5OIgAc6VmP0p50cJU4LM+pDAqBITCiNE7mCP7L3m03gWSRkiX+Uaj3P7RyzMs/OCs7DquOlRnkJ0
0S9SVxu3q15ToHZSp3zU/bi5/S3X4fXJQ5+Xm43Y8EFNwQxrmOm5hTSshfIbfRdr5SqW5tF5sVmj
mlD7aAVfpFt4R3iD+0BOyE5wuu9TTLc0N0u4jVl3boCl2I6sidzxCfEnr7evb8mX+vH3fzxKRsve
YZ62LtWYVThbJhscL6Ir4hf2K09Cmq2xH6uw5qPKYcvkR2KwqG/rdxlXKapdxtPKD7nWTj+707PX
q7Rrx4CMygL7ttzpgdwx7V6kSaO6ck4FMY5GIfB0KcENwkDzwL+6/c0Lr8+8Rj1Bk62hL7EuRIvj
CM8QbPs43bj5c5v/HlIQtMR3H4kBK5vDD3HYJxdKrnPrH3cc1jLbUnE7XkCkCylD6dMX6jEZ0p+J
iqcIadA/akvs3bL6MZQjPbSTdd+5fVgLzw1l1uSBU7HniTrAoFivqSh3gtGNRbNxb2plb4iFPFgx
5k3g2vxLURg/Suw4IQKnQocDFEEpPOHAHVVWc7CzQ672ft7lu9qfIg1k8jdJGwCnCUCmni6QKpqE
zZUd6SPql4DM7zlexFo7KpwpclGqcNdSIBZeaDIrqvOm6onhc8QujO6dBuost8HlTum+l+XRWkMs
f96RcObkb+I4Euh42zonprjS6kd3ZyH6m3n2bkh8ECxXXuzPS/dsDv5ucf5tWKmtM+BVm6HRoHY7
QYEorFVmzcKry+ZU7oZKsH782D47xVX2FaNwswP4b9fE7CFxve3U6MfaGZ+uMT6mwUCORLCW0SZv
hcovjjBWttOfvz9sTuWuLKmw/zesMzg9CAfckKQPQTS+Es7K8YDMc5QL/ulgwOYE7iKBiBbWYOuM
0g2UYeTRt6YA/aXd7Zng8xHI5vhtU6M6PPbaRJ1Lv+DUe1KUbgBgP5V4dkZGV1Qziw9uNtU1kPdn
qRTO/49BpD9Flb4UcjdU23i8N+KLg7jD/D41voIXx0v0KNb8Dp8vaMyfbRbGWDqFw2LnjM4cwgvN
YVdXyS/Ey60smAs7czZHUAOIgh5cIp1z0ddhzHqQCeO7RiVhMt7DVMEbFPD7x1qsnIGWntls1ijN
2BynKXHORvOKd3lq0nPaAYhP42sHcOVlXryo2bZ/5CbgFibuGmv9dwz4bnMd3szS5yzLLoRYCES0
hy1D62isETV0ezwudG7RT/t7qcj9yUJNr8TDancjwD4YIcR4wS2svYvRv1d2H7VgfOv0beULr2vQ
f9cmHIz+/kLgTmJd4zU4uxVQgQiD8TBpXIttIzx+79Idn60qO4/1kKHWdYC3nnn/Rvpj/2FPaxSX
jFa451GqnUrsPky8eO0BLszGc+R0GidFYwrBzlVPnyGLe0a1KXJ8uemBKb59764v72e37vrC/bGs
+75wchx/2Vn2zv96D4duatcrE9PiQJjNGKrwK8e0fIb+DD44h3y0F2gIT7sM7sfSxZZfpCAr2e14
cJBxHDDbW6nMLd25+Xzhm0WcwiF1lrkfQjRz9ixjyyr7OZErb/DC+jE3bxvdhMxCg7LzSOJoqoE/
KeK9708nFKtJmJnJd5MgLWdNHbkwYcy92kOpfFAytHM2y+HniExMBBm+qmxEnEYeab6yUi3AW9nc
rz1lqVnpvmfnvJXbzMIGDfJzP0Z7aDtlbzkB/eqxHqqnnl0GkDklP5bNax336OexLPBddCqwK13Z
cy5M+nNrt+16tjP4GW4xGoF1MNWBV/zbsJ87uR0BJUSS4aOxsxrA1ClIoFaDfxaGxtzEjci8ukDP
gJ1Rt6YAGdpN0JhwngSDyTEnwilXdnURMYmYkbgpD5bjlk+W4Z4It4Am4K0P6m/dJ0nUqrHdDFWh
w9JPrFCYbg5KC+R1t1/+pQVi7sNk2TjFXWlN5yaHyyCGUmJEF3Qg+jsak19QMdg5lANj2N+tBtsv
DOS5G9OwS8ugTkzOmhePqkzPnSOeOU5pbaEPquhWFvSFZ+DMpp4qK5IR3pnxXOMEP1nh+Dil1Z02
jYe2mUKDTSigrol3Fm/jbLZJrK6qK8RWnC34A3lmHUfUM3D8RCGjfU6EeUHeHlocOYqq0EqVa1yd
hVv5wUL7Y+62el52bjp5QPO5G57luxI5uWL4MfT5BlndEq3SnJAA8uOw4uI0gY6WDO031/U3Pe1+
E3+8NLX9dHssLf2Y2UKC1PjWiBGheDZjhYqmvktNdyss+z1r0wd7jSGwsFzNLfxI2rYqB0EB5155
NErlmN2RHsq929ewUCdlc+t+l2fo8ArmnQmKojnPwdtSjtxpBM6E6YT4PagCdsrKtzi/TlExUhQX
rOGQNg2SSKDEsZEkabhxgBQW6zgQ85sqqggOwSe7GNWddoFfqxiIrqIGOosOiIo3yv6MRRASdLtl
xzTxsodKDNUhmcivsm4fcrgjHg1qDC8cwEQ0F9vxyecZ3OXKfUIaThI5aKitzAcfiu5PdgP/Mfzm
o4PuIlJOW+x84fsce7WxhguO3lASgMOYbvz4YtrPnnqw7R8G8C/GGAOfcCzR8oe1q5788Grxsipy
BCcxxwEEZ6rE3ou8igZ0zOFYj5DN2qCzv/LIrnvZz37ybCftGmiu0wE/2Rc/mPpqtkVgFsa+NL8h
Z13jUDemCtlPT6DWmHwrx/thOBi2flLkZfRf3RrsHPdeiS+xSAEXotD5bX2YOKfytc+7cPTjDS5E
e2OYVGSldPPR6PjsN8/25V081qkGVvCcJlmIm5sndx72prH35FX7YnjFL3djM2inbFt1PCDojXhG
E5h1GlLP2SJBS1bjnVTQ7gCVgT/62thkxbjy+5bmszlDglug5tSW7Z6TNsXnc743DLZp0coHdeHQ
iA8JSPKU5T9Xhc5LL/bsMXrgCzqq9Owz2gFQDymkALaJs7KRWNgNzukRUlpFW+vuqtxKIqAGvuZl
cU61CSHP4fYwXFpurn//x1RMmCzL0oTUC4s3gjfb+IUyiLGKaYwc1DdSLn53eNCVgfLk7W9cKMGy
OQairmuY2LxqOve5Fl+T3j3ktcMPMpn+lw0VsGOjhIajZxpkI55uOwpNDfrUQZlAo3X7Nyzc1zmY
3kKqtHZhtT5rSflOIJGyzJ1sZ7ZgdPSQma1d6sLgmHvgSzEOpjGZCF/OnmtXhZCRBIhRCdOC71Cl
YdkuSbdKmTt+Pc2iBgGBjvYfb1/kQgcFJJa/n62XmpOCyMM/F1ULoR2aSGZopt9xnr2WO+p8X3e/
sNwKqkPNnlrvksVpVGogE+H7HreYbEImgQEZ0ehcuyMLd34O72ZTW5gpafnZE+QNJtv4MPZwF7ls
d62aorbwG3tNGVaioVt08iNHDEdKyIP+UHdWVF0yCgBsK/w1pODS0YFdf+ofr0BTupD9IBX0PBVf
cDv64u66ZvROtrky/Icy3eCYMjBEq8eQcPXFl4mTLbIisEEWdwlmXtwr03+6/dCWjp5zf76ANUVr
bvhnIx9P0i2jnj9mIBhT+pqaDWQlF1NMEcvdwMXMevtLP1iRn8zrc2u+YVbC5ooi07p/7yYRmUpB
iSAjNSRBE7+6Vo8KzysEx+EVmpY6P4sOskdg9jDh1+ztCuzHWNYIVe3fMaub6dt1DcJNQQUK2Ta4
BJzAMNSn3ttdcczXdUJNga1HwF/v1y9kYTab+/6zHDJEtyT83Fs9NJ0PSHQf8LoRqR4gvN10WL1X
k8g/5BGf3TTr73HTM8jgFGv4eaQAG1ZPtX7jPdTveJWN3oCk2givG4+pzzYjMhTyzA1xk/Da59B9
1PpC4nc8zV5A42n1x8a7dF0ctc41UhFF6yT/ufJwr5v5z37nbIUCQZLWMdQRZ+x1kn4MBL1jCYHg
7dcVE1s2ZWC6d8kw3Ff+uNEJIKLgLTWIzSjRSK03V4Q09hzX1wLZ9Xja10AIzCHCdQ8OWhx4xFo/
ESzxGRLXMQAo9PJV557xWty+gqVZdLbrULDYso43OOiNwTAp+avOOFm5OwtH9TlSwI39GEPVr4Ha
K15zSz7WHEavVVLkwk+fkwRsBD/mFvo6p06ir9cIdqhSa62uvfBg57TzuL0W6CtWnAQ32zA16sBK
L9ZVmEsJarG2vI8dd0PHQ1zEB2QkuBtm/GTZWhzP560dYKr/Hv9CQ6xGyzo/IUH764RGM7U7qP+M
A9Td5kZ62oVEY2UILE2Lc6RAJuBTNnKTHLFMg423MUV1cvO7AhlWDt8y094DvAbngdqvptcs7Sbn
GIHMF6kWBBp+mxpbbK9N49DTqtpYEPyT/lg17Y+2GvxNl8BNdHuoLxxG52iBJm2cBMGn5tEvTUgz
q3NSmDuVFqdCqdDsyMqEv7QHmzPNlZ76vsC0fkoz6e5o4Yalme9H7NGrKdl1hQPaZfItTt5Tu02B
7pPGqUrdNW/x4tOcTUlObTulbQKwAV1gMDlxMOZsJ4cuqABPsLP2XF1Lx3tRGuv5gUvDdTaLaCkd
4WIveWIpS8Mhi8mpGWRyqhpAjUsE1T+MtIPVc5iSFfnO9UX4ZOKdQwncNMu7ATf6hMaqHr4notkn
Wfvi8Or77dGycElzEkGuYp4Vou5PPpG/q7I+UZhKRlfeox19cqoO6YArc83SN13H6x97pEm4iW0W
Mj3p7IVWUY7SyGTRV9hVLp7uXrRcc0d9+Ms/u2mzWUUWzgB3mkGOvuc9Gf7Jl+0hTRBdB5a7O6Qo
VdAN4rEvrsc3KvtR5slOx3DvNO3DUJS/G7jfQiayLqItqSOfP0ocL8sJcmuK/HfxBCAqNm9ZaMgi
xozlGBBsjlDeZ9bWbpuHQq1hIhZWljk0m5v2mCl9fZVzF17wcrhCll5Xd9ILK8sccmDjRFRy1yfH
uNPPPjW+ul268rCXxu11vfnjYdstUcXkcnLEviHoSXuEiOqagpj4amWaW5DNsjnbOvUbqG04bs6U
85A5WNdRdqRPMrHP9o+WgAgcQSS/mciOWiJI3xJQ6dvSDnwPTHFTRQ46gA5kehb7qTa9C4HFV1fQ
0GN7nucRW9uNL0zHcwiC0ZW1lcGPdTJc50fC6h03iy92EouQkTqJBrJWwFp6v2aTU5YNqms9iIBj
fUddAdU3PDEg5Ak+bmRt7VeHzcKznSMRVM+LBrN/deqdbttU/r4ZH4lOT51n/dusN+chJFhAPIQx
9SdvMDfInz72KCxUEMPS6t9UYrD9/D1AB4YKgvIB52XMeNS++x3ZgxB7rDTIltb9uR46tcaxVboB
y7apIzi4Q2k9AwqdhWqq38qJbrBCP8S4ulWs5MI4m9MPEuD/mDN45EgY5BsTh72Lb2Bo2BPC7nQN
AvXtBWNBScjmamk5wG3IakqOLYO14U3VYAsNgGNve/nqIQsUufOB1eBe7gvz1cGcNf1bRBKba6dR
+vVzD6bxI0JDtjzOv9DUvBCreUvXkM1LN3F2Hitq2mM7gWsjIOQbzTfktL5Z0nh1M/+wqmdamNXn
QuhRpI3PGmzIkqR8r+3ypyfjn1e+9u0HtDAPfDAr/ph6Acuy+swEBBcnLsa3XayDoTtb9s86k9t+
jW+2NMLnYIKa8yKpOB4GZN33qTJAwBRh52xUs9XDVgzboXo1cRK8fVFLhai5dhQzW6eUheENj4Fr
RmkF5rWO4uqAxElQNWwRQimlPblr7DYcy+IO/fzAT19K9q0e3ZCKHzYjGz5moeu5p2INS7VQLZiL
TRNpOdwQuXmsxZPr3rd9tyN2FnXFcMfS8R3OwLOVJmuEk4XhOVeeyrZHooOAysnO1eGKjFUwwr4p
Nd5749PtG734XK+j9o/hk7qGlXHPik+ZGYdNCox/VUS8UfcjcWlEbO8ATtHvyoeo067HlTrjwpIy
5x2oojbTQU/e0Rzql3Jir405RflAoIsmK0yFpa+Y7Ug82KTqyebO0XALunWpHaNLYzjRMAH7h9jx
fwMNsI/j0h/3rxUDYu5cbEty9TK09cEH7dAW+hUvxe0ntHQhs4MPR4RSUjUYBE7+y9dACvY5fJFi
A8Pp7S9YGmWzjYSLRmanyqY4WZgJHwXPv/ECunSEVTzAGfs+rOk6F7afc4YBJyNok5MrT7nf/uBG
/XUy6YoEZmGKnZvTyh4xoQb8wSeM5gfXIGjkKP5aOSuHpqWPv965P55xnsiCov8sTwjALgDf1Yfy
egJFOufKI1i6Nddn/8cXiDY3gFFojaOt5aslihPNuv3tp7uwPJDZ+10gVRDOw8E4ltp7T+GTR92x
+dlliJiNYZxXI9kTFO9vf9nCUCLX6/vjOpB/QVNRJNYR54yDSFykhGvYzrw9VCL+vdW2K9+z8E7M
/RSNgfyv2OtjEG+bO0EGNIarR8iG75OmXKtwLz2T2d6g4yOjLi3FSVnxGHWlgmxGTCuz01IHYS6l
9vy2K6wWCMUWpva2GbJXBrN2m4Jh7/3Qw8EU9RjmCCiLexSSgAqzHVZGja2LB1hr7LAUBk6HPAMf
HmbmEqjq209wwcWDlKK/HyGku1Y5QRZ1Snrneaj0N+ry51T2W3pNER3p4xDnwF+n8aazhuecDLtY
tuHqYePzV43ORdlFykwwoI30VI31s/S8u4mJiPZrMSCfD1A6F2Sj2I6uvFlnJ26wd9oVetfCaRiO
GXAYXrwh/O32bVy6jNmMQRoPtCo4Fo65HOCvK1qzj1iduHDpwsy68qw+fwvAp/j7UWUGz7N8VAA6
VUCoEPjLtaOaAAKcMF9r9i5dyGz68NCmph6i4k7ToN+zJL9I3R5I/OP2bfp8O0X92XyRGhacrLnd
n8Qooj6rTlZcbqlbhde0xI47Gx/eh/Xq7NLTt/++YXFem4qKpj7FVv2rSzIP5lm8hJEe6Itfkhdt
JMZ38JnTDRVeuW+RqhxmBTLJBp3kYSvKfKvc9ly6IwlBH8T5VEuQvG/fi6UfN5tvbJ4YFVCq5Ji4
aVBm3YVA+GolYwDj5kM1DCtr2dKgmW0nLI2eXQ2n/THO1aYlX2P/m0KCk7SzlQVnoVJL/dkMMlHX
GboUi0BqiS9Z7D7nyFlGNACgDTS34ejQW26pn1ai/+fC+u7GXnT7Di5c2lyL7aNhNWkDRFruiKiZ
YMpn8aOhIPYmazLNz1dTOldfa4BkGB2wGfO6KRiSCzblOkHGIoGW5sewlttrL4yFudIaSKRkHIdM
nTLZ5ZHTg9LdZPWrXVC9FRnYCpTrKiBC/hBVAYBGRtHiQOTmXlgAAYDGcq4tdS/bMouAebgmUGnn
+2AM8B+7+nuHpLXQsJ1qayHVhEdJX4PgJL06TPvY+T7WLTokZh0rdB5VGwLDgoYfola+DlesjGFb
5deGDE1kEYZyaWGdbI1Q2qlha6e/hWlhHmaVW6OryqzMTlcH28aU3h68IrTb9A4LshPSHJ311DNg
4zUGf2XwLEx0c/25HXdG62OqO6JtCJfV9R003DqI86fbg/OjofzfKjX1ZjNpMlHdQqpdnCQQtk1o
sewibPEDAICfAEl27j5BuBP4GYbrgdfeu2iF1dVLD1bshknknojYveSjhiwNyIW3mqPfYQICYZrq
nnjspU5VChCeqC61bkKSp9lTqdiT4eHRZL34ylowp63MM5MAfAD2ZYiNi52Z5ATteB6loG7EoidR
mtjOTpiwF/iyeAY+LLkTsfNAjGs4e42sxtqudQR/NAaG2Wf1RtnUfLFFB+8SEpRhuGD1pbb8ZJPL
Zjy4GeoecdwfQTH4eftGLryCcy1QU+vYQii9dyQZYjrNqb7nhv0O1EEfZlJt40GTwIzJw+1vWxiK
c9mP8vzRBRQackW735cFevQqRzs0r+DmZhbyK4F8szyn2puyVyungaWhOFsVkbfFfB778uQk7h38
caHTur9WC9QLjTw6V/PXvW24EsL9I2g5RXeO0++5/QqimM0OPD5PHgl04kaUXlYdTQs3cS7o77xq
GO0eJSrIBNCB7dtnRH2EMX9FuSSWP2nq7m4/rYWyEZ1r+rGPI7UpXHWSiIq8ZiCX9RefTzs3A/qm
cr+bGbCUwzHlPWKJrUA6AD6U9lcgjEJd8RhsV/ldQAnbIQiFcX9rQ32VglJ4++ctPNi5yF8lI5de
j7Ah1EtN/mY2wdh8u/3RH+W+T6aXucp/aEiTVsjlOCW8/sLhcwkRb+zs27R5I8hqAuHhOI1WF7TY
BEHBAV140UJzwb17YVm/EyzMBTXukwRL9WikEUFAccCFESXaWdFwL2QS07lXwOClI5RAk6j2j071
S/NmYzj3ELhgWBRX4s/wpVDn3oPuH65PcUKTLijNYwpzXc5gEOD44/hiNYixHvWxMrMXmG+PVhcf
bt/D6/v12S2c7afj2BpsUkvr6Hf8W9L737x0fL390QtvwDwODpwNws2xUzhVJdhCk+xg196mTbNh
Z5loTMFW/Zq4xVPhr9nWly5mNokYxEDcBnfYkQ78rTKKZxMVntsXs7DPmivHNXh0puto7zhw894e
+4eEuu9+k9ZBlZr/1FCkc1nu1JbeNKKoc8R8i0zKSaURK+pvmnFzn9fWWkrK0qXMdsPKRja7gWF5
guA9CwzCk6CwuBek3fSwGmu09CWzDXEea1ol8C4cazr2CHVi2ARL5z6Z3Cmss3/LnKfz6DZdQFbd
xaZ3bCdA/HJ0B/ck99c88Qt1ATq3z9gKNBks8IiwyXZ+2UMgD4DKUDUhJQfSuk1Ql0Nw9eyl3Adf
AvRk/P+qO3Bp0Z9tnrzWzCoPCQdHi9aHzvR2vLCHTcbzMSrAXKi2xdqBd+FN/Y+ZpjSNdIyJc0yg
PAxoDpy3WVn6i1slv0GmxFE+YSF4GoiRTuX77Rfqo8H/ycwzjzizp6mySZy5xyuzlr1MYMpuqem6
z0PmkwBdjHtlIC44a4scPEpxaFV80FYOJGXF0weqEFgSNqZ+9rIBMY/C3NdJbe6TESHaSQ2+Smml
zaNTJUNEppoGYFRwHVCGWHWeZcgSTZrhybU4gbHBc8Gt5MBb5n66A7PGDzujkAc/RppjOsr+BYbl
6PZlL5xy5mJjKJe6voCZ7jj4nh91Mrb3PZBB4Qg293Fsy3eFLf/KrnHB0Q1F+t9n/67TppCdSUEU
QyimTPIXl7QjAux75w451SKwpH40beeJYh7eNMAvb4fS08cmtt2AWvxJuxUPKkXW3qiFWWGu2xIV
ZFK5m+qjZ1b30+Sjc2/Qk99f5FrrduH+zhVbnQ8XajIJffSxATAghw6oeX1rXP6mrlwKbfy4/SAX
9jVzK41poL1y3bUeO1PVB2yQN5NXjaFwVtUfS98wm6dbi8lRjh07mtMwbr0G3WZXucbGzeJmpSS7
9BWzWRrGcJP2VcqOzM7LO8Sy25e0vKKaVF0/3r5PC2AROhf3E3NK22RQznESxWRu7UpbZlRQD1Tm
slYokGSIOCtgmwu0zYpngYMujdqRWcA8m0U3hVZT106Qg2oKbzQasFbN6MHB4edVslF8SVNYARDB
hdTVyvdahHMXTwPpnkmhnHM2xTDHwa4ZuBJhAXXXEKDuButBJqDaO4C275MWNKIka4YvGdguB4C7
sAUjQjknd8y/TgkVmyIu0l3eC10j4dXuzR3YV3pX2Yb6mtmFAQgOM/YyFk7guRXdw3eGJTWTzauw
EnOl8LnQtAR/8u+XuSCwAyh474/Szv2nckxeqnioQoVWL0hLowgRq9TDmzFCH0hgLcsCh1rl2rcv
jJS53t6ue+RGO6lzdCzpIT6tj6Pa6HFbrezdmuA4wfwtN2zCYhEXfsiUxfeZ39R7aFt9PGAfnYVL
I3WyVnG7lgg/WT7mWnynEdWA4FbzyLNqQyRYzzRLNgWoSFFVyAmI6wZtcPhEzEEERuEbm8Kuq+9c
rozrBW0W/ah5/NH3iXWTVMov0Ww1wHs6iCp9GgvIe+MaNNx2cmhQGPxZ5eRVNsK55L0cIq76h5pY
F0QGgkuMYk4jpwNAL85PzLivosM/Sq34f1TnDJnk/aXKvD06A07Ih/pYd/Q0gMZ/hB975XiyNFvO
ppi48ceh8brh6AyI4DTFDvjiO0oAjK0Ttk2EXHta1w/87Gldn+IfN0sBJwlMK5+ODmztltHjZJp3
j81QoMVfvvAXYiPkvsxVt6OgHjNWbG/PPgsXyGYXCLIsQh7aHCem8kVUowqH1AMODF6iIPetbjP0
jVj5Ktv56Kh8dpWz6XSCSSCTloSAA8ma0NnFaJvKOiyIbYDB7scw8zxNQ+80vyROrWDgJVMyTiCi
J4NB8kB6FuPwwaeYHMsALj2VOA8CKcB9FtaNiXcubME5wkF6wjg30xBdj4y+wFitcwr/EVTYv0VX
+WLEphTF2rvESZn4CStriuLwKPrKxjEYZFd1Z8kh24DbbO2EpszYNKQgdzjWdHKfIxPV28S2b761
vKp3KJ1D36GhIBdK49SGChtBOTJm0YD49yMkFJhl/BZJkvvK8Ng5S+zu0ZSEQ0kxSTQSOp7GW+mb
v0EOnH7xHjLPDPGLAO767St3R35XiMz5lvtjd1/Fimxj15m2w8Tz5LduNMKXs9HJ+D3yaNu33POI
sYsLlsEQ0zW1NIMGK1h+dKlMjCC1sbHwJVKlmpwkQT4Zfih02ntR3bF847Z2dZamjH/Joirh0Mme
y3SiZx/XgM0tzLchIiF45BhpEqZJlyN4AuTdwKord1vicT4QSZz+zgdxH1EVTLH7jAl+b3BX7rMu
N42gk6YFbVrGG4R/jFb5jHhIp0BNFRHkSY0uoiscK7Jz6ytIleQnp9ZvRyMFo0xkjX2mJwqAxDIi
Q2NCSQJwXRblJY4VNW27LTBgTbrxpMHlHlnq8Mf0TfkCsq+FOTmLR3mqYwzr/RBPFrn3odjlu7gf
qmGf1Hy0v1ZFWbkbo1D4951m4xjCxocaau86OTDZjnnAAyjwK1UCR/uhHIQHQ+FgInskkMBhJC9c
eIN1cpsUsoyNCaJf0oaGArvkbHr4pyipF3041YI8yFwQtJIcZW25KBBp2HcD7YwIjd8Cu3ko6uN7
NXb1VmK8nzNdD9vOLhtAFcCyRD6gRGG1sUAnV1mOKAQ39TKyZU3lkq1CN9hBIuuIaOmozCecmgOU
eosSMHSj8y6s4lX8oqrKIfeFZ06tE3CskSRUsUrBh+u7KjN2qDQCvx9KNSC+y6Gqy7aWbkBu/D+O
zqw7TlyNor+ItQCBEK9UUYNnO24nzgvLcRwQkxjE+Ovv9n3r7iQdVxUlfcM5Z/sOPq8PouT1/uRk
LYIrDVm0+wXfpVqgIBk84X3iMzifMbfNc3vn+24t7tat6/Sn3nNP33l65Lc2vCfhM1kF+DI3Pozw
VOiwlScxkq53WdpsUAciJBF+JZ1bm/Awj1us7jMy3XOS6HNBOPkeivZRGf7AcW+MQxQYG2mbPQNP
icQJt4FcTkXfBfoL2OKIlbgI5jl/7AQP4llN8yxvjOlKsrjARrBY73I8C/eWdKL5qVJTnpaDky2U
+Xk/R8kYL4v8WQshuvd+C6vumQVWqFNNkvb0GExeJy47IM71X+kXzvyMtV33d+zjnfxKKD2PrFeU
cKKtLDr7JeKhFPfKLSv7DtRiRRQhQu38lzdBZxciQCOwc2tXCjTJ0dJlb/ypdnrqIAiQyL0IR7UP
OnLH6VzaTU5p0IzkVtRRsE4o5Hiub6OpcaK09+XW/ZRMm0L6t7rgOZ4aNz531RT397vILdktZdn0
v9xd+c39FnRj7kG17t0JWIO0Ql6j0tr275AR598e4GX437n7obnUK/7b2w6tt3eRRUwxi/1irffr
GjczM9SK20ofrbsG36frRBDIz3aXxp66qe/Enc9ptIWp0SYrb7Bq1tnPmUlD9V8j21j6SdsuWUAn
Vu999gC9QzbXlddUPg8Yl0yaxdC0rmWbhfV7m21jdFMQ33LSQ8EMsV74/cd2302WSqS3/XPmm9Gl
AfYqn27Bm7cFmXc7u/XFjUu9tqc9VmN7t9V8MA+ODLS1ZPRMjTxzEWFc8WKNkQBWwtJ+RQTsyItv
Ot9NNAzpPBkHOQzHbqxq7+8+zM50brzYrmUyDNG8JbIInWOO999pWMaYfvowPmvjp7YGooUPH95w
7lDUu31+M3qSAdpYx6W7J7tnuKDisNHZn5zMdecl6j34fW0vi/UcYAlUdx7rGvVZGt/z/rOV77Sn
kkiF7JfwBtIZmyjoLW0sD+m/mfoiuhYs7nuXhZbvBX8C17fwOvfAwc3SzmubhGy3+69onmfkZWIm
0gX7poY6YjSOhPvKunK9W3pBN5CwSlLVx2SnLIZGUY/FOxYYb8YXES1j9p/adAarIlt8efKjbc3v
tDCNA0d988Li2PiBuK2tszjnapj68HZhZq0/kOr5LBu8ZfbK8ZhpP15aUvgYFX+S2ULHzV/UVBiN
+XKMG1gkRCILvBp/cKMU51hY3Wkf5zIpx3ku5787Eqfqo2zD0n5YwlWjJCRAcvtPGXQrr8LMS/U1
1RoxDappR07hSWrBkCe1tvOIGCk4ZZ/90nHH4kKqSKGWA2Id21+mol9FfuliQly+GhT4XA86FEGW
bruh3U5ULbtwTeTe6FAeo0K7IdWI3znzna96nSVtnAURt22WjQzY5WCHEONbvOGcPxaiDU1wjibI
g++jdpc1PC97r6HJbQGD6d/ARnpyKOQ091PabJkbTIna2nyWOBs8ByOU9TSUlVqZscIgLmXuHTU1
m9PeIJeaxLM/g2xdDmKNZf9RUmN2XSIqMECowawgeyfQXt3sSa3wod6E64zQ7ahm20aE6CMTxJLb
OlVXJU4jQNuAhNmqS+S03vwvdDsZneHtON25oH0mg3KXA0rxqCkpmFZN6KEmxz7K8jrZmlm2qSzn
fTvXcqn8dycr2jFdJxX8YzDael9RM4uKcFqv4g0M/ENtseT6zhq6iay8MjgTaZSr2zj33fUyOqGC
RxPuHpCfrmhR6C1LU50yGjP3v1ZU+Z7K2Mm+QTw+kep32+jM3qdqfPcSBF5QnlXI/Z3mrR5DAB7z
XuX3BBZ7/r1Zt3WsDxm8DDbx/ZI9wSRu1Q+vmef+Y1zFdnW+k6TzZZKHupu+7Qs6tyBaumb4jbIS
tTAvGfradajipY+ToiX4OlVClbFN2LfF7XWhsuTU0KWeknjFYKFCL277hKpqCdrzVlnff/F2ueZg
AiK3X28aaXT57Hhj6N0Goe9TrvHV9TZziEQbF39yR/TDRenoBuCBuQJocBtO2Ni8L13sTHjYYIgd
y2jz1TX0RjaZbTy2+MMdBjn6T7Vl+Ej2uXCKGypruOV24OaClFQ1/kvW7W51na3iAZTQGZiYMxa1
zZlovZ6fREHKmC58fmv1vAPRuQnGRv9dW81lWGb7JTfh8i+KxgKSwDK3c/ckZNZOd1FXbOWjQIcD
V2pdh/jHJrZuu4B2bDTGoroIxW1Ui207kfMwmq8Y8FV4YtPlqvdgiqblR8jYS/3I8mbIPkt+Vuqd
KoKs8TuzkQNaZ232Qj7uTVwaw2Citi6vzJVtUhAAfqvFGOAwl8M4r98qC5ewJuNir7kq5MSncjW9
apDgYuPwqzkaOSvWqnzM5JQ7VJREQfbS6Q46bhBRpLNi+/4aIk6cPRzlzeD8mEyvuyX1Ygqg7gLm
iGl6pLiqbZSpuDgMcesIirM9jP5m7aIEJIK5I2tXzkuor99UI5P4y7xCpQjKH1HZ4HjkFbY7qL3S
BFoRaTW5zX2ghrYrQACopodpWNXGSyZJ8gj3M7nvIx+ck5f7PbzoYjKHstu2hP/uoE6rw4J+lAuC
44/Nbcb+Mx9hRYmNILa/YbY5zxIU0mlo3Gi8bSnT7c6J5g/7N1bEyV95aj2wmGUnlyuGdzOQgdBs
7gP0TAUPPYvDOL+TUiHGQnJi1JTyP64vJJWrFfpMFy/rfR97XY8/L9uiY41c1X2mUNBuCrZoww7i
kLcTvQBpofhtBzmp5yHuiuUMJSW7C5QdURmH+ZmSK686zM1VTH6upix53CkDm7Tzea5MOkAdH3v4
Kybseirq74FW4c3OvZ7KfsYaWNrozwKP6G2RvvqiOeUwO8VbYyQ8nWydjh26yL+bZM4BlTw/2dH1
t+yAGYdEiAOHj5i3tFzwQfbnYGI+0F9BjBm4uEUPCeoYTKJZXosOMJY99o2wfY6Jd1dCn4Jp8Ken
MB4Z0ZEi5rzrHngSY1U6A3UQW6sr9UZnrOztRK5Eaw7o2DZ0I6VDUDMaBaaNQXgEdGbbZLWxvS9W
4X6MCH+KDvK9U/qwLmYQL1HSlFh8fvUe4UtHR6ztVCXVvmRMXdalJAvKZlSyU1IGbu2n4Gyy7rfS
nVrSim9E+KJ4EaQC9tES1t/ienss4bOAzhgV48bGkfMOiMgWnk+729XzhxGh55035WdogqPVGZw3
DtlGDvSuTrWle+GVkBDiwV+DMMGnmk9nWRVhcb+tgxCXZYrVRIZjm7dFYvOGJca4s+0Mf4xhWQ13
TRsQxnj1qe/fx8wVSTRUhuuRGQELrLo60AF1XqqWKfwmHQr/OFTu+o5Y0zmTXBU8ttPmOEdn5d+Z
Noqvvon87mTLvrznWZG3Aegg7+jZzTnYuRPXRmzzK0gA82OKcIIkAYJn2jW/CmzisaDZEld4kYlf
ZRCsNz35P1+iHMVyNPVSEaxAIuSax/JZzbRYlCREe3q0hWfNSZuRm0FexLhUT6MYOOHXbBc32jTD
Ld+u0TsQvUPEVh/v10q5oMzsbqm+wQiHrqVAWQdShjbVHLCuDOeym0nrCPfxMoowO0eAzm5KzQGl
vNkcusaE957HwMYrupKCDeGYAu52SzKMm0Yj4oG+LquD8sWCaXY053kOuvdxHjm0TO0fyyzCw5dx
7DpNGyVCLT/BIVW0ZQGFk6Xl3uvRTYuSM2OCTnGoLKmEygQxM28GHiQhvYlitjxyWOQ5KLKUtSwk
VuYX2clW7kDHZOyVIOxPixqMqjGnYWsifh5tqpVAmDHj/c99bzw04BBuCfr06QJIget76f3X1Rwf
gXbm99pgZOuDQT7JoSv/K0WZXZt8yG5K1QPYi8nsFE4vDw1B1NC1xE4hKnFeoOOgbCri3rks2k7H
rS8p6aRs7e9pK1XSZXGJ2cuLXiEgMq2XIj+pzG8uVUcRmJTNiq40dJrslq6a2g7/zbmfrbz1o9h0
ScjRcM7ZSxEfI4Qt0jULVHPbTuH6B747BTDNbfDUV0bT/kdr91WFvXsZA2d7CbB3n9FSEJAj2503
DZLQMSfOCxN0332286JuJynHH/na+Tz5vmazIMnkL3gYTn2Yr3CuO8b2Zd6keyx40AckuLUetv2w
xXY5NU4PMsNFLPOV141+LGOR/zJLJRN/dpomFVCf3uo2Q+VZoW2TN9o11Uk3Vk5HL6jbH2Ged89d
UIcfmdfpf3O+Ok/DIinMsG//txvHEfdCquJxHtrsCrsrdpKV2IpjDcsPHWk1mbNmI/JhOQf7i9wZ
cx3x12bnMszW5RB0tVscdp1tlyz28iIlmZ5wjsitSu/YGYOtVI3zNjA6gkxyrLi+0mzPNu99bFbu
5USD/771gmi3b35ol+g2DmdHkznWOGNKt07O5bjHxYPYo/xeeLL6Hp1GNUOkZvt03a15l2tPPrQT
1TufHS0ibeXMPIF70kltpIYfBMYbkQyTGOt/mS6r7kA+sXrIS3+Vx5zt8ncS+D4+5R4lpt3LCeyA
X3+HQas+f2A11FUPO+VvnlY2yB8DP27j456TzMhPT31xUFz1H1KCzME+Zk7IJ4d/Ge72nZnnQpCp
EkWUkPQXhweeDhZJtWum8uD7OngUeObXA8GKbgfYKayBaw3OAuIOLtFAAF4cq8M0Rl1z7EUp+msd
cfulTSN6Ar998uQc1YTPhd+P8t4ZrPoLt7ItDrIaKGg9oirf3S6IeIrx47upD4zn+9VONPi12uxv
arzxZ7bH2ZfpBxEmnnJgTsoloDQupnb2b6aVLvOwzfE88WUZ3V/aLNMDh4L3MbAH+hrYQz0tatri
xHUBY6bOstv7ZYnlzVLkxaesbfiHki362boNQX1cIrNzuy2F+Vdk1G+J3wVbecypkx7mfSxIUlpF
fOvlo89hbkf/pbJUb5BrvotSwnryW58KpDj0ZeuPp2wd9/ZEGtVsrtIzDUql7xFIxF/GksO3gHRN
3TDUqPuiPgi/NtFPKKlBfczDCemtj1n0/9oK8nNs6FZ5kxBQVO1P4xpxsqmA8+9p36fM+bVS1d2E
A8GpFSg2edzdlYkr5pIqZsWz2B9+V4J/cYNVhZgmszx+3lk/Xph40JtxKLoZgyFVm7veum5/iNrN
uURZz3lRmF76P4u8ix93fzWvxtN04Htks+EQRAWzD9tn407+Rr2O/Y9aBvunteV0WV01BqmzNe2L
IHT+t2Oa6GwGZfXt1AvKv7APqvGyLVq/yV0TkO3Szz4TsZt/lXtVVxeon/t0GFZGeyfZYAFONr9u
3mtUuY/xOLcPXYSOLs1CUwwpMws5H1p6kPwmZyo/XfgT8Y2P6KY9w4SW5TGQA8ENO3w0nB7KHbpU
SpSwEFCigp4D3YU92iEQz/Gy8YHy/y56krva/dFt0OSS6e3M2WmF7Ac/LjCqvV1AVX7ocByRPG01
+wzZB+rsBgPqOZoTivBgXNDFzpq4UoazeXEs/A2+oRZrbm70XvNNrVg3+1fet1ymIQmAV03u7c3S
Ws+9+rx1H84E2+JQU5jcx4JgxFPmduN2jarKBNc2DlABT2auniKpITRP1Q6dPeFmk/2V4UFRpUPE
gOxCWMWMaHpq1G1WrKhj/T7iGmrlPHuP1F6bpUuYbXFQ8+pqWrhyZjvXi+/714clGV9ym1c/A+0W
3XNsvcJ5jjbP3w4U6GY9O2OX21MFwfJpmtvyo7I7jXSoN8aZUPgqdite4H1iBKACESocc8zwXd8e
3GEQ030AjNzS084gzXSvo8eudOY/g520uISVgVnlOQxW3GXu6oQPrP4I51Ico30qSRhVG8vXVlIZ
DDRm5qRiUAMDFocoqTTRRUA+QZQ4nZLnjW37lR1IU36KbnBf5iFv6IWGDB6mOzX9U1QI98oI8qmo
F/Ho5e5+49F2Q2faDEu6wc/gfOq2KcQZoiMewxbC73sX11uZkEs6Xxtpy+Dga9gku78UtMx7E6Zu
Pw4U+GYBu1kGdOnL2hKUuoa5e3Yir/vZd6MfH6l6B4Oa2kzdmVjqiisZYqRJuspXqWFQCTjIeGX0
MgdFd0/ofGmTkcryO0OpsS9FS6wLp8uCeNKr97+FmGJC04oYQVDnz4NNQSe2iBt6jn6mvIrqItTt
mFM/ORRrIEnw3SSWoObiuMrdzPBK4ri8VNJVIFUDNu2nKiiaBRKd1PFhyd3wKMdFsvPY5GaglzKx
IeXoO/pUBG38ECpnPTiB0p+rqKqZHkO786l0B0Oq1LBS84BzOUm/jcvEiYVg0tx1uYvQ3TT2urfd
1h9bsxUqqeuZ5O+mRwaW1kyfrtEk5CNz6/BY1gIsbhbwnEB6foNezryKfBmZEHCTNW+5Y0eYNGtc
U+rBqh0OqwlKxISsG79fCiSkZImnvE8Wjwh/0ba7CypYEMAWhjhhCaHFJTHR9Bdjw55ljocXAq23
3yBLw/AYNSwQDgsg0D2dtOYk8BVJ409FvgIx3veKBK+sq16cCsjzQ6/qdaNZX3LgLKwmtjTMnJXp
aBO2HaJXprgHvnhRm4xdpp2EVdr2YvJ+m47M9LkH/In5X2I7t8OEldfRRx4XVftvFx2pe7SXTAvc
Dvpujawpv80GQZB22wbtnJSAdvenXuZZdR6MAyEpyC2JgTS4T9mUZ0UqW+x2R40UDA94FFdoE7M+
f0FBhLJ+I9zllc3a8NV50aZSaqnyEpL8fuae52bK++amYS62ngRd4/dmYS4e9cIzlQz5Voe3Rb8U
482mIwltrmTOcJnyuFnTutzqD/h0WZqbTP9aAjm/i8bb/m40NjcM4HnqyPx7XWvPF5SqCnlFlfXB
40Rrc+WrhZJgg1pM0saAVY3upo7EDQhrZ3z1TGDlWTam7lC2x3o7sBxYHtqglM0tC6w2/r2tO5CZ
eaD65sAYmi8E49vnsBd+flrc2Xstc7Zjue7JT+UuuZ2ImvxLwxOO53WHTM2Qw25fVg48BblaPZM2
hKaxGJbwxJrMbHehZPA34+J+VeTlwfsGakpKNUlVY4CX2N8Kaore/o3NOs73ecaOMG0lCX9VIP0r
6ODhzi5EXRWu2rsDY7kCWiHYVv/Yo368Gj5oBqTGowWNRi44qjmNx3cNBsYOjEsxRWCfPEfN6v8F
526cZHZYzlhdzv/minkxRz1x7SbX2dtW92vE4zVG5pg7w8zBs/T2PnRW/a8JYopgUgCjEMx0wJYl
yvVy39m2J/nDqurH6hQsObEL/rdytXEZj6T6he0asAjuVXsD6tB72Rxh/raF46Zz5xuSAtmVlZwx
HHSCylAQzJ4K381v9m5qT4vgr/dcW5xGbZj5xRWXTMOSh5RjVZwYC3eYm6JZE/fKZO2lqmI6sXzX
rN4HN7vvtKHknavVfsxl1R+zIQy5VZyaEEPl76dMExHIziqHzD7HZOZE7fwWrRMIaDtwhuBFje6X
JuouYiPskt0Oul06MPbdLM0ObR0ODAGyXLyPNRZZbPn5M8oBdbSgOo9rFy4/JweykM/K+aWPnPqx
CSt9YMxpLkWUAQrpBSJMV2EuZhrmnadscGERMUDgLszPwKgrvkE6oy1ReeQfmgY5z9DsEKGGDXOI
XIoPz+vbW+bfAOUYHz8MjWIPkVH3HjxWWxd/ZAbgDrm+n0TrJ4xEvxM07XgfrkMA57aGm4UzE5hB
A+vA3cKjLzD3hGsUXhqTrZfAYxnbttt2R7OxIcyvHcjzjr6UsoZuXxt1sk6znxH313cW3EVKhOxn
i6PqwB/FJtQNmU4mU3lLshkNZyle46eqDN23RRv/yGLSfWSoWz9Acvc+edjFcQ8KA7V6zrLjaly2
HDmZTkYUiGHbPUuzai4/RM7MUDRufhm1VxyjfB85xR3nAy1SxkBTf8CQaM5yydRpVmvz/VwEfyOE
+FOR7oLx4LGUUf1cRNqemEizFs3W9Sigsp8ju0UOyIf5zzQ7jGbKab/2JvhLwf1FZrl8wXG7HYlx
dh/Wkp3Vwpz+1c3d6Mza1z9qKF1XFQ/Ow7j0H7IzXVr1BduVHE9JMLLaowWBI8d9HrwyWSA6sxoq
onyy4oTKruci38ovP7DmwhxSPteDfR2jWr/Vrgzqw0QNcO6LMUv2rKqwkFv14pHKB5uDeQRk9Rhy
MNorn1Qe0OibjVzkVt5nhCqH93MOjzs6NPQrxUbaIxFF1XBAyUIU5xLOC4ThYi247BHGH3tI5Md+
Jb1odfS7X+Ie+YB4LdbqxovcVgZpHhnnMBV70cDnshMXYSUd9jFP/Va6+V0zjb5wTpsEn8ZUytoc
OjXNYzj/nBG9thfKNjDGjFJLw7JqGwIY5+McfIYVhOhHt1ijPjUwdoZ/ehM70YLrUmGFL8ai9+/3
eFf2Q+neNTe83WX9GfooCVhzD13x6PeVFHf70FTHIJ8b/+cmvL2/8SuvYd0o7FL0LzFmc9jy5exx
S7p17y3/xdNQ9F/KWWS/JW2nveFdTfwC1QZJmUtiUecUhynAbHcONi/+PdmaGjqIVP7A+rPy0mFu
s//748rUj6x9LZaJrAXkZYOTZnNfAgFf/IjSMrB2oZNsLT7xJOyMX3xsfRWw88ogR9QPOs/6NxpK
kBhJzXHTgJfbtzd3xef0HGu1FCcy4zz3ENd9d89QxUfOUGVV9292Mtu+dmW4tS8eNuLhEGsu/vU4
RAtB8Jova3lnxq5Hj+iRv0rfyRorAKUXt+1jay2WwxWgIVV3tTGwPtSLN7BqINjStDdxLILtDnlp
lv+yjtnUI9WWq9+2Jdy7ZJ+CbnnTbc/D5ONIpWwT2+K/s3hV3lPFkCX/Vyjb/psifHSpMIht9XEO
XUU3a5gwXM0weeLApGl3nih9bJ6OqnBe44WnBB9iUBUk1NOSRhX0+D7EpZU7E+4/Za1mbmzDeYVx
rgo1rT9swXLmqEdUT04SGZStXhoaS37kSbqZO/3zlg5oYco+z3wzbuoin5JR4lE+cO9bMAeZ50y/
qtBpl6+YkZLyk80Z1qGlHiMMdj30XOvMlLmeNMu/ce3yn6J02IjjGRfKuTZdMarmWJI82N7UPpKj
b3dpbDPC7MMGFPqwDNt1HJyxMcdobFT9MK7DGp+jolRdf10iL6csypXcfwfz1OQHYuQagwhtYtN0
bJo4Wv4rGG2J53Vyt64/rmM0ySyxczhQ/kpvDx8cTZ3L0tpHoeEGvENzgplmWLrEcfL1bvREJJpb
elK63aT1ySH8G25hGBIgPUu9I/8pDCMLcpii3AwnrADMwCY3l/V9zz6s/mSB1e4/Rw6s8F/pWZfF
pNT1ogkYUU4YNNQKEVo5dlsVr52gyUYrL9092bb0ToV1LOrU3XOYNpwbPsy8vnKe0MBd2tb4+y83
n8m2FqNVunphWbAt5kG5ftS4R7Xrfv8jvVyuHzXZ3ETwrJus/6xMBCboIELkxalTeu27w+iHe3+f
7yywMW1LPK8r44HmvOdzLF66XVCaoneyoDbHFhmzu/MSEqtKJO7JgqTsH/P+Kkr59tVqPiq7DWBd
GZPdeyGtmTlxl0YkC2RTSH+yCc4J3umm7v7wZS6De9f6mnS7RSwgcbDb8e2velEcZm9U+AFt/C8v
XP0xU/+slj1XEeLlqwTygvzcBflev2Ry5Lre3WZ44jCR5ZXlVhP+qJSessfFrWd773TuvN0QOGZP
HolZYJNahDcljxu1ydyrv0VcVvinRdnzFc0pKygZe+u8NZzZICXtXE+pblqvPiJLEqknXZjRWcBA
5yPMd9n9RvHl/+3FukPInFigMtZeFNQBltT0HKw2xDmTA4Irz8T1i+p07DTJKmEQEfTg+sM9o8b6
V4HIZnoEJ848kMVo1N8XRit92gTf37SLWQInYlr3DphI4Ufh22LsItLYc9cR2ey6P27GLLtJZmy6
+6Esmb8+OahewhMrZrKqS7GFGwXJ2t/2fj+thwygSHEhrBJvkltsTgUTg3ScwPjrS0+oSvDTXaS7
fritQpu/TTTkDEfn7W31vXmgOCZJ8H32YnO28K2JepLRNSYG9MREcK8OflWHNlG+y1eJQQZRYJ2O
mGDHvgwPMfcYKBXI2Gz29yKyl5YHwH/NKojvdC5ODbymrJ/GQPXycaTapWgp7LSyLSybm6rS0X6V
uK6vo9nlZxjD40oRbLi/wCrNP3I+2fGAEH67Y8otUYNG7vAyoBGI/kpm83+yjG/LBUjI0h79MGAy
GLmUgteI7Xtwgyhhfg50QHJV07QqS6bQnR+Wyimr27IqDNWGaKaPoIvF+uCucfebXd76t8kiIq/i
LitQeU9BwFYvr440A617WOJsVgc8jwUBA0EYXRgz8o8TlTCrJj4ssFq7A0qhViTJ5c18hjq3lsde
L4wh3O8vsvFjtiFbN/wuFrtjc2Kdzl0xdxhGVeBX335Q81WzKPxrFlwVP/Yg7H9vDpr057Ku+ux2
GCpnuHU3ZwbszYZ8SBFO7t0xbseGwmQRRQvJlpzDQ6sZopywXJXOi0TfQaT/Xg1/WMl964y/x/U4
dlczMdEHIM7KDsDykLGJyUtxWPS3izjcRGwS5SlRcaGGbvbIABcHFT6svhr/ebbIvbRAykKx5cYT
DNU23Brv7HSD4/9yTWb6N75V0ZJ4zcaAa+ndqn6MGWMPCR9cE32NcVf90Z7pPZ6hfSpO0b508hYN
GVe1HvGuyLjqo8PueP4FgVI5JlPBYMGOpnuepd8z3ByQKuin3DdB/sKgSr4wgq1yGJP0FO5UzvBH
rfOMCROVuCc5HzC8TyNnvzPVzkvO2fUcZGseHaJoDlUq16JCdhr1TqBvFwzV9c8q6FqOy7xwwstC
AxZdyGHN3VMEytg9ofDS0zF3FyQqzabwsIR5j8Ynqkt3+9Hzq+tA6IoJOJeioFXbmOp5IG1C5Hnv
vxKDELTrufabXRwrzHNPuTVunAaokniuQI5jk9vijfHs4scIV5JwNpF5LLaqyH7XkFHCOwZCc6YO
sstUkDBE2vtU9DIK71VOafzYVMtwbYwWAUvooedcmsp4vLFqW15xT8P9cUJ/LDCVN2wdDCvOc7NN
+TVqOOkv8zaNS8LYVGoWHJxDt9027v7td3JF9cNwKyFqb7E2ICTvGFT+CvfJBOkSdwE/xrzMAzl1
mlchdRNf5ZS1P3AnRK9uLOOffs+TfLDe4jr/trWDTmDDNvvyrRh+K3eOzGllg0UsddateVrvjI4P
QMA6+elz9pGGMsWEXbyoRYZ7OjfF2L9Btf8fZ+e1G7mSbNEvIpD05Gt5Ly+1+oWQa3qbdMmvv6v6
qaduVws4wAAz52CgqqKJjNixDX7lGW4fwWdBm+G+TJXdEwFqZHuNVudeErUBByVtuF9ZYCt2DF3n
zoRmJRLg2FWSp77Lijq6teoiEze9Dg/1kAWtRoYAjBZOzkKdKo22CnZ2kqanuo3YqcD8RGGUR1m2
tF0tOrsqtxM5LkIPzccC3ty21FsnvC3yJpoPTAmzimEa+ant+JumgN/ZF1r9w0Tj7s8y7E9uKh0T
gFubqkhWYdKWr0wmIQSA2qLrKgFximOaZ022LMpBEfqepEk0F541UsQKww9mcB4NapQXTa+O0ss5
tGXih6HLG7eZlCK8y/ukwRvDLaNk20QZSSls+atxNikTeEn1pn0/Om0M99qA4LeO6P6RarqBmuC+
gFU+MJH45bJujP6E+sU+hlVQb336BYgW+H2Y9zBaRmvBsCXl85QZ0Cvdwcmzx7gKRLGMwxHGDuzZ
MXlxiki1cLeq3o4P0PUSoOC+boNfLA+S9pWxxzF00uaFslZ0+5M2p87kP7Qi94ip9su2H3A69RJO
pIxzmeJsmL4D7ZFdVrXu4T71JThzXrJw1DqeWkLl27aad7GmDxsCC423okh8vkFsQDZsvAo+0Tye
SJ1dKspbRnbi2Jo3A7ZbArucoXdux9xJs03dkPL1YyRld3hmSdXWYJ9cwTydRbbrT+FMAOOy1EVt
1K5VX+jBpvSniXW4l7bxCycI/qbxAIN1XZxxEOwsktADXg1xtNwzB5B+ncME1j/qAargxrWS4tcA
15qTRB/1casXUQSyYEMcOkRd7Zh70xkk/XCQMnV+8PJbahmRZugtcbpnhrWy3OhXeZAUzrPlFw1+
BDQCgzMvHKSrvE0DiFESVPna9BwmPX8AjTr5EEl9rr0RT7zUYWO+IycAI/CMtk/xz498jNdlGIGx
6KmwlnZljcYT+t1Wt9YDkhTjR9Mk8YB1AFTbfVAbef44aQkcKcx8nGHPgg3+eCrsJv3M2s5Dtis5
cn8YsgLkx8qttl6cDD4CEKlp9UuVZrQBM4ivdKlx69rTCqQ8aHd12qpPGec4Q82oAbzfLuxiCAJJ
EEZbSCmZ9sh2HzKkAmgb7lyv0sqNldqJuTJCl2+oWwMQF1y0IZkrSFtbLpgc3lE78Y4VgK+soiuO
9qcyjVxrzlMpzRuc3hQ/wICDUnXzMHPSN93jN83DshPjMwP6sJRtIYaQHYY7aQtriKt6XERdQ9us
dUH4lONohH5fb1wzXIBj+/HczMrKhSWPxUX7AIjT5WCcZZWhvgltdZPqTf6iND27F/AFttjp2Wtz
KPN90yNimJX44OyLRhirOJ58Z45vRX/PUzYeC1dotwE4bL8NkiAhNDnBTGVWRL5PGBHE0GUCEYl2
vnTDccH/zk4q6asXiTAOtUWqFy48C4F7ZJA6akP16ae1D2nmKa7JIk3j2vxgiDPju4mXGauLrFei
XTQdk8yRuoBGhN7sMOKsHv9ioLQSTsA6wtGxTjVId1br2195bjn1k2uo3jhkUTax5q9xHP5CAQqy
3NvF9AkuMZqbxvF8foK0mWYWllOWH9QAIW4C1mTwDAvDheniWx36aNsxh+yjaEvXOkMVZuMsWbN5
yiFvHuDcEAMOOXSuuR7iI0ve+Dbh0tXPcuz9FB5hoRcQncAmUmNpGRpaLDPLoQYawgvsadYIPxCv
pskeKqTT6TwP3IpqRwR8mEF7mWN1J4q5DEUA/MtNhT83Vyb0xoPf1Y0NbRH4kDRuiwDh7WjRHnEV
vUPelGVw1BszC5ZDMYbPZldEbwhyABityB7cRdMoG8DMtyyve2b/ZRX72teizzCNnKeJoY4HSw/t
hPNRQA0uJnA2gkTlLJv6yYWM7Pkbb4jtrxRyMrO6lE8GmolqlUsXGxpEqf1XGFX+KnImWW1U7Fsw
pIooPXZ1153qsu1yYo6U19wXU5dqsA3iMPJnQVQ10bL3i/RDY3sqT0UUenJpWb5aO6424PNcZuRL
JWd6N41KHq5UEMew9oVWzJ3R8T4h+Fj3dVDFh6h0WT15kcFIwZdlyz9NrVo1nQHXA3mCqB5ZmNHu
aaErgD9xlU5mYdabwaYrqzw4mdokzjK7tjBh8opS044WnoDFaznI+KYoClfNOuXYjzYpRibDkfCS
AyZXo3McJKjwV5i6CGymAkO45syfYTPC8m5nASXmKyOxJ/YA2jgdNTgMtDBkPm2ktIPbbILT9pAz
Kd1aVj+wvEXQtAhsOU4HI4lTd+WxX/zJ2dfqc6MYIxXPIJhOL6K1/XOkTQPl1VNmD8baxWdRKUL4
jj77Vfp1wYsVNF9OKPBT833gcq0fopdokMUjyxI2RnZgbDrWax91bE8P42g7B6OQ07uKk2yFK2hy
cIXrvDkEaJ5hX5hdcZN84A9VFfPMsNWuD+3xoMGIkvOuoWyxVGt+5DDJmQmqzj3lSPIOQem4M51T
GUlYCjbpGm316seOxh4jm55hj403E2ufbaa5iLbygGBsjPTsvTaW8UnPekaSKdAo6PhUWESzTIYL
tTfsVrVuoISOtPYnhB7tZohiVptQ4PYo+mp/iZKo+ISTIuZIFYBJ5aA9etHQ3JeqGt+wI0QHg0rg
dnRHXJOgPbfmWD+IvmavItymW8P6DXde3zTbUjOgtWop3QE2uWKp2/0HAyEyCBklB+g4yG+MUT+E
xDu/wtisMM8afQaTMYcNEQRtuZ1CW2yMoVBHt7OTN7vPy5cyhM2ocUc+oj4ufxWZg4pgbLXHEbrG
vR8FwyHtx25rsX0/mGZCRpUytS0oC53NwGs2S4lJOHpO6h/C/kylkoGeQeHS0deRmEvfUzUL15aE
yfl6EbKFEGrJsorDHCYslTMeITv4CUshRNY2C+rOqe6xVhl7uDeehjsRPpx3hgGzzB40UkTbePiR
9zlYF6hC5C9U30QbGY0t8wiW8/MmodvuTSteVG5upPNOwPabjYYU9D5AixyCPnvptmo6yFduHR6l
RjSL0wRlNhep/iZTV9sSsBLsAm90X0fNIuci9+wj4HP7rhKtY1sukudBd4G7u8E4gGyTBdpP3R4F
QrEIfOyHQmzadlWnxQstCcdn9lHFIfHEOGtpqM6yL31tMjVg/zmuUKa8uRAbN+3k9xumCPPNq6t2
Lye7vAOtAfYyJTRLPJ7nWuUSYBb0wtq0ZqytISWmcMKFvxpRv53Tl6aPSUfik6DCfXHaonkPe0O/
YyeJ0nRgQ1RpWb8mXqt15jWPEbTPplvQnBpyrgp3eub5hS1Ql95TwGIhXRi9CH8pXOmXILAMCywL
TzrvHFuzLhDtLPFFcZQqtfW5bVo6cnO7HtmJinyn4IczwSSjcaQdEbuKTRNnzqixbKMeLXChx6cL
gNN+jlRDZlbdhfGsAHZCozwAdBgTnjdGB/uCcVY9tFpXeSTYqezFcyzgL7CPpe9KSEoufdktZBzG
aSY0basqP9+UJssXj2SZd04kNv956KQLxE7dh0Mc7w+I8RK0GSdl27PSYxViSOhL5ZR3OaYkiyiq
8h+yGJCU+grPiFnUWt5JZQhSkTJlUDmMNj1VqQl3BkbPOrOTZNflAY1TQBQ9yxectOLKwgawH5q1
BuidL3O2So9jb2ILqpAXwYLXMlY7g4e7X2W+MAv8LLC8Q/DZdhyOnYMO37D1go2QYxpzfYDVuklU
Azsy6gxWf8hlFwOH58JhmIO30eVrK1H2mwEb6iQh8S8Mr2CvzW11OEWGJltEgMJzxMI4VlTt+Cxg
9+BdRq51h2rIare2GGHx1pLRKNKKeDWwhkZQDNDr7hCimXfl4DR34TSpTa3n+BaaTdRBJ6n1X2ky
5fgG+AIida5B+PItmn/YMLX/VQNphTN11lzNdTNu94bVpccwt1t3z1YN659MAlxv4AYraCWQOpIZ
wrYimA302Ruz77xjHTXBEhSOPX5TYcVL3tk7giI2eFBw2qWQdfsUIH7TX9CQ+3ejrtiQh3XcZcmM
HgvxFSqAbuXmrb7NGzgSaO26lepDxDZRnQfdvMdwaVdnIb7UpV8W405HFK7ol/QCL+lRb4BWqunW
dgzmAsya+oXrZNMLbWkwzyPcGdepN2o/w9KRXzQV9kY5Vrma7Ews0S2Uj8bk6Y+T2etfVYlswO68
gHNpYtcymFn4M2p6I4JXYVgHRoV2qZsJ/E4GaZvcLyRTIB8DzpA+I+KOVfcAANRqP1sfFRTInps+
1UNubfM21t5SMn2KjUJ6ukfVU+5ZW8fbQdTN0Q61AnadX9aHVOt5NshFOkWK3+bbozzwRoEFYGAZ
IR6Rgz8Ddhh/WU4sl0whNt9J4HFJBlyM1NdmIQJt8gFLo4AAEcs4oaEo1sw4FUKQWq1awyeUUwv7
KlriolU+9GUdDLMk63ijErM8qbgo34tYK24139E2tltPjzW0G4R3oADTvPW7KkFkkAAROY6/Mro0
u5umwVzpw2Tf2tDovhyEISjHJ3FmwabppsUvZdkB+N/iBRcf0kANz2cuwolZqnxyXav/kUV0HwhZ
ps9Gl7B0277s4NdORbYDu1BzExOXnQbx+u6s7kJvoPFQzM9hDcdR5qgYWmP6iIRp3rtwXLeB6eW3
iTF172ZjDiaseSctqfZgvFAsgbfMoUhBXwnSlTPX1CmEltsFK2sM+hMUKmzXcIkiLtuSCSgiW2kH
SkrolU9ej1hxyUmjbsKWMNilrAr9wREcEynCwvexs+B0jD4bwJNABJO8xYEOwK8r6Ll+XWq/SEnN
l1bTZdNXrGX6SrZW5914vQ6ho9Wy7tCEEN53ZFiJZymDqV1GtqjhXrWVm2yjkOV+CRoXtinpFQnk
hziJMioaTLn8YSwKX19KFZVHKJrak1GB/q38ghzvFXOa1hGvqzBTRcVhf1ZR4JRrVSNRmEUe5/eM
OKVcPKe64+jrps+BsFTGTcDJoO8n5qCsKJDDjp0W7KTqRwbBimMgQZBj64GaYwQ+1AfoTaoA32nQ
scwwmuttxBYRoajIM1yF2kczk4mz8azkatrW3mquqo2fOZvQeZsFen/PIei2j8PgMY1PpTFYdy5x
uOMsrTXe3EJ45t5Vv3m92HvdwLnxskMeaBkuTDTSiTzZsk7GlmByfVphkQAXd2xiy1toVd1r5cq0
iU2G/WskIMSuqCr+r2GpOrFQkSuGV1jR5z1NHCYaw3xVevhJ4M5xIGW6N58LgHz/kaVYWlIZs1S9
VBHQV3ysHGmyTC5q4o9EjruaWstJMTOzD0vtIzYVxjBvpqGGlObDhu7vR6K4NVQOsA7yQFgVgeS2
JZsj+wvPg+af200IgceF9jSzw6KZ9lXnm8X91EB5uhGOgHU7R+c1Nbemh/Ml9FLb9h9FIQhLHnur
Gw+1Vqk3G7vFsyV7mXarMmLB5M+aAB4RDbVrOz1AEKoB1OJts2CLXd4FMB/Qa1Ri/OmMHsT4MyJg
zllcxPfk2zU/WNDUO26hfPDtFC9BTbNgybu29V6zaPwZohbYdbUFPVof0M6XoHAc3Kwq3nldQCQb
LELSJmpuIr0lpcSG2mV7Dbv/oXWgsYMFvBZmWzAn+tlRRZX3yKngrwG1OJjilLPXIIZ1gjDIjAD4
uGBwtl6dTJggdgNGTuA6kz5Pmg46ApBXPs88Bq1F7GrEe6Ul+TIZHGIpk8yeJcQLWAuoH8ZtmoX2
vm36cgelqLyHw/yuV36MXiqRr7SNyUoaTrJUIa+Gb+X6g/Cq9tZP0+xx7IjylSi27Tn0TXF0Ghfh
s5CyJ1ZAmD7utlof9ot60jhpWBiVK71TKM2nOkx/WH5QD89DELvV2k8iMc4LQbVf2noTcuxZutVD
j7OQ3XsDxNIFpwZ53GM5FtE6sqnEdORxU62cZORg7QOIYkjHwRY0HfycyBlj0DesP7077keCb9no
6T4RoZ6JI0ILn3qRZl5Ufka4LASrGMsM5wRZI1dzHM6b/OgWY5ysjGiq67XNxpDKMLraMUM2ACkG
zeBPh8zwY44N05s04B8RcqqbtyKoR/pLp+Q+gaqZ/iv+NqwDDZgN1aoG/TD3o489ytYJ0KFsHdur
CSxsCvk2wHCOt2haMg1l0Vjij42Q0cdnJIEk5sJlynaFUw1v9eD27LnZUVsgEbgnzsxGIDcCn23S
TZ8XlAV229K4nfA77W4dL0zadWMbyn10oRkdjFZV8VIpHBg2tUTjvylll7ZzOAVtvgzt0JiWmTLi
/N4AVWDoBt2Fuc42vfyR5mRIHOoCje+ij5KOPtoudYyGYF8x5NALVAeFEL/euIJtxDIFRZiPQz72
t4Vw+ZZpUmnFogrKyV5Vrt1X8BdSOc1Q7hgMN0nn/AI+4kjhiHGfO6OSm3aM058ebB4bstPYU7Ud
fys4W+xgBuHS6VD+pXZwdHs47a+18JFNQKSR3b20hZEcGkLowEs7xBlzttC9vFURq9U4j/UHaaEc
WiAfVesW7UoDM7DwqpkRQCaYiRTBz7IctdydG2NYGHA3QTxWgDSaR+CDC7e+DwU7OGg7Y3ID/b/6
6chKJ5+rsjpaIdzUxtmAsp6VRdhQaWSPhzHNQD89FlMS/kxSOVAe3cKKQ6gXDvYjelwh+UVSMR6i
JHN/qCGy7HlauSLedmQGLRNjLLSDVaWpXLdn64c11DZ8kLGTC8e1PjaG9qXVZp/MZRw2Z2IEjnIf
GS/bIGdOD3g4VzqulG+a7VeQBvFBKdJ75Qc5r1LXpui8u8CKrM8+Tur8V5u7rFZDBzebrUIxTosS
jLiSRE0W9QvfaApYT57XQKWfoiwOz/a+YfkTyaiL2XrhFnZ17xcisqK5xfjU7zJrGNw1EspOohwp
JQBtPLjNBp13cY8Tin/fVHr/2A7VaCwbbkq+4Dwe86PW5t2wBzNJ7grSyl6m3lHZHLR7iAlDz4dg
lbEX2JSVVe3jIoUPz9gfAuPjebEbee7mUVp7z3HbQPW3aFg/YiNQwc4s6S5eE5xYHCjpho2pQajU
m4J/V8/tZpBvsGzxruo7Wsw9e4XAXYuYR25ZwxE8hqkev42oQB5MTVkvLb0Pm0l4BhQlO4qtXYea
Xc2aqsPvBU+rxnvIRDjUD0lQEtV8hptyztHK8/cBou6ll3TIijz48OMScyto1Oz12/tyFPrKaCdx
UqjBj7ItbVbwWthWa4mVDIZTQC1PbI4TmIFpGKzObBaINwmcCeYzO57nnd1tk0C3u9kwGPA7RFb8
DDO2zLOp94a3zrKTh6gbs69xTCUreh4QIEOaoAUFLN8A3QQrwkzTAmFrUD13+ECtezdy9nmAct/y
De3khxw7XYV0Cbf5YYDTqIlylfOXT37rucY6m1p5khgCoY2TgXsYHegKiW/IZBkFdJfzVKTpo99p
+o/Cz01MS41O3zLJJgzrYTIuBzMsxSIMJrua23CpOSLYmkCXAGBbW4FpL3xPZ5FZKZe0ch/2/2yq
ch0VSt5qwYy8hRgYj7jsWSpRhTeYLR1sa1JbG8UX64ramtYBo8cMG9X+rXYrQuqrtPWHbecrstpo
P1d2kxQ3EFFwQIFfQORSMhaHusmGU5an504hiE5FmQQwGVrzyc01Pd0loOLrvquEdvLa2l+bia8t
Gtu/U8LSdxbmJ8cA11d/xyxcfbYqzjZuMkrntqgDXx7xKXsKGV+WiWuUi1qNmPqAZlOZbHZqwI7T
Hd/CPiqDgaAi2mFV5EOLRxMbYzww8h2CQYv+tLC3kkGvvclw90AthMdniCbcg4AZxFH+pTWu3Jdj
ne5Q+hD66ATIqlIZfsDZa394cdFAuEIdjY5b4uXgYD842TihzfQeUHoZTg1iQtOM0gPPe7vOsFFY
ZlknmRcQ6p0ng9ZaWkPXoLNzoJcuAsskyYK7juWLil6wB7Dnjll95kaln9oCRzMqDArPqM/XhT/Z
j10s5Ec+es3tgPp928Sp+cDKt8SXlKEy5FXQITd4LvtzT6/WpgYoBjADs4zsgppWA5mZM0NOrvam
HAd6Djq3Ge+YbgEXWlYLk40lIKBgDrhUlSngqzNFR0h83i7v65F/xptumiOiK57HWq+WAcYZh6iy
vDcC0OU7CVzioJyzGYijoJ8gJN6go9Jh2pT4bkgHTwbXsMITazXnnpO1X+Q6yCoeBPYDU4p2cDKy
Hms9ytqFxd0vdjCv9J1j4bXPy4+XQ4kuEE1a2fnPBcRmfT5yJscHK8uqt7rBJLiKPC6rnXTGMrTa
ZJNHQbhPg440qiluh00fxsU2qKtuEYSt8U57oB5FYEQ8LSQFNkBVYY2Rue+shkEhhEsSf2MkUA5E
FWS0XFFSvkq7hizN7gfaExTONagpr2Mg3EqxQxJ9uPHKtH70Gn14zuHszdAPaViPVfbSHg0eTHbL
3EA4CtWslz3tj0SlOdEK3mNRZx88vcaYLhyMmp5Lo6iSom1Us7wVxYlWroXwYwMEBBMU3ixq6o3K
ZHG0Iz9YtlbQ7scEgzVolcHOqjXxRFQseyklNDjj5dmEayZr8VnVjHdDBglfd/TonkM9vXGcqF6E
hlM9i7TLNp6B5NUcGiIxjZEaUIHzrpO69RdgaemOwsa6xoni4tWE49Av23xysAuk6wigNdGQn99V
M+1fha7sl0F22kobreTI1IRKVe+ypWvCewtLr8clC3uazxSt7ft0rrfKNdIbZjVdLbw4H496VyKC
66Y2WaLQ1xEdlMxpWBhhljioOdbAcL62mYH3j1r5mJ4nqNtjrJ7fk6Q0qkPCoRYhAxnsWp6cAW5z
NsOtiY551miuHZxERNMGet76bncPuy22EpriKgf3TLAgwf7OjHwvh2SHTROkE6gY+a3DnM4mjXiL
lsKaO9UkT8DezBeMLm2e3nAOIyudlU4Gue04Mfgm2mrC2yH8UjmxyitvgmZ0r8HtKb/+7Yt5xSn/
t1nvH36cqnRMVA+muWPyhpbVlHheh4NnPP37z/8OtfyLE6Z19jT/4+83kAedPq2tXTRSkGPD2fry
ZBbDzO/eeGfaBU9bxLSl32mJ+KX73d4mATAzo0/65G/MTa/9xgv361hauptlhb7zhwR3Q2StK5m1
36Wq6VcMaK0LP15TC1PEIKhXk8J/KiNxhP5Fk6526Knvg3ra50730ZbFXabGBdktxZx17/SNH+/5
Q/52fc82vX9c3zTNnRj3RWOnaak516J2p0MPpzzd859/38Mrjr/WRZgCRgi5O6jK2PGQv1ZOe++I
fskufvbvP3/t7lx4pboVNnCG1MZdmXvmDTvZeovXQrf491+/4mhvnv/9H9cHWgXCPbbiO8bt5May
7trJPZgJib05zgej+mpCLVuQtzus//2BV66WefHAeybWTK0u+11AJMmShby9HNzpp4DI842/7JVb
/js364+fhEJGT8M40nfwYD8ltA8ABYW3QZ++fRs5cOWmmBfPtFb/tpJtjJ3VOT9jR67LMvtvVuO/
YwD++Poq4LSFuGdgFAaNIIkRGnBrZuV3sdbXbsDF4+oMIk8MAzFFmQfvXRA8YCa6canN3zyvV5yE
TfN/nyhNz9syZc7enSNZLMkGKbU+wQmep1j8wDiu/+Zzrt0C438/J9QCcNImNXah7G6ARl5ok79x
YT4/i38pGuaFGXJDGxUxmVe7QgmvW5RjZxDoYLhPRef2K8f0DGvm+NMvORb9Nyn31+7KxVtu4Rlr
W2VT7Rw9/dXbEVRtYa+FEX9TB6/cFePiPR/rrmFpF5OMg1NI0MMvhN2AZQG9xxK34+W/X+5rQSDG
xdt9pubQYxbVjoy6vZe3CyeRcz1mr99PM69NUMMk6yqAblEARGTpCukCgmapv/37C1y5jMbFUWaa
KHwN9ng7KCSYKusQIXt3obFY/6a4XKmXxsWLjxjDS2xxNtYQ6Q3uvtu4Co840CyHstxJERH1hRG/
Zd/++/dceRKN8+/8oxjkdYX1R2xX/GnmUP2OSwlkHG6HQm7STn+oc+ubsnPNNv93MNMfH8U622p8
0+12bdLfeskDDKe5WepbczhWvrbWzBUrcrDm//b6Ghdlojbbqeac73eF0S4J0X2VbvtNPNC1h+Ci
MhgDIq7EEM0+Z8WmWe1utL1b1pCv/74n1/78RXVA5OwjyQ27fR6W7s2AICqTbnEHEeDff//K+fU7
xOuPG+GnfgoUGBOya467qoq2LPDBPXwoo99kyF1ryfSLaoC4IAftVN3eQds2D0o9Xcb01EuffU8A
dGfn3srxWCFKL5iTlj3cZ7724kTV8t8/8XdI/V8q7O/k4z9+Ixv0WNjMiXtsQZ0DIjyAEuZBPdiO
XhushrFzV4ijy4XCh24GvZN9eYJ0OW2HA7z/u9DBSgip2B1Kt5dvvtO51P7tO13UDhRHlUHqS79v
UcouR3P4AIzgiXfG05Tc6ToiZhIxZrFeofh2k/96KS4qSpnAW0PzQcxt+ZFg4fJY12NHY+RuIKOs
x5qJetiOtfGMDXe2gARBP5Bty7QN8VUP0jPY+SkZZr9pCK+V8N8ZOX/cmhHf2F7z9W4Pj09fpYUd
3pGosszTSs6DokbqDJi5HaYedUUf/+jCh0puK+k8YoKnffMKXHnFfk9Lf3wHrJLlqOklfmMKYA8u
rNzBKNBXnosA79+3+9pHXNQfUiYqpxsDeMn4sOyyRkYLaaLQdC1WBP/tIy7qkN+IEoc8bdjbvfA5
kVS/Mewi2esy+K7XvVa19YtilOOyD9sEPnLllj8RsBRL31O4s5kCYNOL32G6wI5YehPJffU3Z+CV
AvX7u/xxd8zaZhdgcekQBpUL6TbszeKu2ZPUAOdEtP1/61nERZVyeS9glNgDTwEmQhnUnuc0zr9c
De86gRPrylRd883jcOVcFxeNi+5bFRnaXEcSzPK+mTu4j7ke/Yq4xxgUluKafJZ/PxbX3jBxUWjk
4MYWWiy1j9xtp0tEQNODkOmpGcRnXdj4shrNUuuMfVu7L5EpN3FG09bE4Tdv1++m7y+VTlyUHCzN
xFiD1u77vPmcnAQ92wGzinWVdHsUCZsWX0q73shA+wqaX2ebB1Fjdh5Cg03z9jHLxleR6/ei1bbw
TI9hkyxEiVNUrnxsWCa0OFDONF6ojs3BiK5mPAGkfBMweO2RF+c3+o/Hz/fpjHHPG/aTgeQShnKh
OftQCDiSPtwc94eoypvEiNmwd9bXN/fs/M7+7ZJdTE2Z1muyxoRjn2jRL7qLiOzv6YbEiJWaQOS2
vYlSaTSxtDTPnunWArPp78Knrp2W4qJW9YYVNWbMh0NdE+NHQeiNad0T5YbbebmCH0LSdCkUhAt8
ZcSzq+yVLI9dGtx9G/X+u6D87QJcFLMEryiWGma/B1I/eOjs28fYN1+Ib9iEQuLsGSwCz3hLOkSz
mrS+u9nX3suL+obva9V6EHL2aBHqvZ+nmE4FMLicEDPHGDNy5L+vMbjlPHUdgpNVejtiL5wl7Cwn
L9gLp1nqE17pgVuEOy2TP7FrzI9RJL/p0K8UQ3ExuEklhrRAKY5dJ2L6FocPsorKrR+iRm++GQ7/
PgWY/kUhLPQwcXCrIHmoxNOyygmYJ4LIH8xnIxzujSHeBa1z95+edPN3Zs8frxc4JCJ+LHX3ZWha
i8HPbxSO4JOm7c0R6rCodP2ljhp16yFE3rmYiXqQWVryUr6rj3+f7E3/oj7SdmDyNPCCl0PGxh+m
NATSZytHqJwZ6FH6N1dr3jRlzqKI7CW2G2hrqxJoj6L076vw98cOUdv/1hjYtIDWwhj2mLUvkDM8
l1O5LF2xqQPCZ4S+5wrs7MD+9e+P+/tDhLvM/34c7HcrK8XU7ku0KNCrso3KvXuctjE+fv33R/y9
3zH9iwIWBb4Pv8CWe2wWv8wh3blR+KTXxje9jn6+Of+/Ppj+RY3ya7w6YZXoe6M45Xq6YR6eNw7a
RL1fwAWch7mxxDImDYZ1A7qvgnfpmdAayDlQ2Cq2L913k+W1X3pRqYjCwDWliMc9DunzrpTvSojP
Nvrmfb8yO5Hu9L/3yiQh0YRQOez9KFt31moq3T3/hcvbTCumnTGuFP/GDo9duUWt/u+7d+2VuKgy
bY4fSMtqfq9ZqjwZVdFv0hbJ/L//+pV7513Ul4qQKBcHkH4fk/RVeMk91JVt39WbynFOXvTNb7jy
TnkXLVYHlxsPaHChaSLc2ZmaI2w7aAZ5re1CnDM3tQXrAJZcMZ8075ufduXcMr2LYqKn+D3UPrfL
w8JomrIJGKP86nPraGnTvVfnqwqnyRkMFIcZJ3hoYvubOnblOfQuaog6R2akjUX7b/f3WqK9qdwk
6Sub/fumXf1lF0Xj/5g7s+a2sWRb/5WKekcdzMON0x1xQFKUKMqybMvTC0K2ZczzjF9/P7iq2+QW
DnHL/XIjqivKTUvJPeXOnblyLbmp6PfJIVKJW41+cSV+5dthtQ36uZJUWLfQCj7KjX0/IJZCU1AX
HSaVt+yK9flcL5x3e96pJ9dENfQDXN95ewtZkXLvqTp817OeSdzE32XEBraqYr02mz7chLAiAIbi
dm4B0j6MahS9glrmL33c//o6/B//OX/9p836n//Nn7/mxUi4GzTCH//5Lk/557/nn/n33zn/iX/u
n/NXT+lzLf6ls5/h9/5ld/vUPJ39YZeB2Bkf2udqfPNct0nz4/fzDee/+f/64W/PP37Lu7F4/sfv
X/M2a+bf5od59vtfH918+8fvOK7/Ov3tf300f/1//P4//Aa/ffrtKfv2m/tUfWm/PQk/+/xUN//4
XTKVP9C3gqXDsFQuLXPOIfbP//rIobBi8CH4X8eeS1cILjTBP35XrD8s1YZU29Qt3ZSduU5T5+2P
j8w/YHHWVAdyB8OBk8H8/V/f8myVfq7ab1mbvs7DrKkZ1Oy6fm4gw7BNEAcW/1LsOXNmCO6aWjxg
uagat0mXWm/DAdB6Q2cJUiX5JH/RCgddeqOLSQrJCk2uk51CctnPEOG44wGlgqh+gK3OuxnDSf9g
21pN62czIGsQNvL0Be7fZO/Rnp651pDZK9v/R6Hn7NvbqiI7tmrLusGMiO9vSZ48eQTEQ8OxMT4B
+FXfxqYBj+7gQDxD32/1HnAkXGuJF9IxkyITE9KvQUIL3glH1m+qgWYxV7JsyARgBdZpP6RS+egH
yi5GQuOVBbvZ67bR+o9aReHfpbEAhr0hnK6s3EO3xkoqpBdSKfs40d0s3/vJrMQEcGx8AG4RHGna
iW8cBFlDXmU0j7rNiNpEDaJnTUz+3M+xkEwFVD+KyiqS4RbrvEqrd2li5sNWVwwPkDsk4u0gS7C/
yObfygj8aUpl3/Isl2kzFO9g1A10BUDAsDVB9oGwL+RDLXnSRnWQ5bZAhO39NvszIP5b/uUu/Frl
df69Eb3HmcO5756hIK6ef7t7KurfruiRfGo42uLP/H/oceYg54LLod+kekrCM0cz/8ifnkYxnD84
CwBcOM6OATL/X45GUdQ/HFVRddyIY+qnfkbiZ3SVH9VNxaE/0rG4oP9yNDQm/mHpMo3ihj0fLY1y
0t/wNHN88fOo2pZMq63O+Zd1aEZ5hws3lp/mVuMEtDtadCTTk4/2xab/mBfbLN6dTMtfPu7Up51H
OC8tCTfz5Hs6vaC018e24iJL44egi92JrslXVUkIZ7iX7Z0/G17aEyKNQZl8ZBWx11j3aO7ddMkW
+o9fMGLoGqfbUVkRRwhBC12PDKkclaMMxC1CzDj9Ws0Uv2gVXB7NuR/5czQGLgT6OBZ9vl7OIovU
qsKBhjb1mEGOW4bFxoY9Py5WotAFK1x7um5ZVBgs2rDPrSSI7xh5mutHf+j6d80IlBQxUQtIf62t
xJ7zxhI2HqYsUKK8GdnKgikL0nT46ir9WM6AWYvc1Xag7XUFvbOwCSxdgY5F0RRZ5z49H1AHLktR
aGA9Zn0ZbrUOjKPfw2Va2MXd2NX6yir9KD2KozJ4nEOtrKu6LpZaO9uXSu5F/WjqcqtuwLenj3kP
CzlqboMfMpsa6ajQqDoYZ/tOhqHMr55aehbjbZ07tYEomkEfHYJGVbLp0DJ9aqO+8K8Uo4GHaEJT
6F0Oq/4mhKPoe0DVgR76TO0++aGltq+7sXeuI/DrBjJDfLgyPCGq/rELLS4zWn9sS9HxaufTCUWT
DJ9eqx81qO13jVK+0mGj2QaSrV/Lk4XMjnSf6u3nwmumQ1KjjVZWtvb3irE/voVj2vhTWZ4byMT6
LwRUpdl0TLKqScpWHWRXp+cysqExIOt/JckllDANCGX5JqimtSO/NAngnDkiqoPEJv86nwSdjIfX
AEc80nkC5a5fjA+Z8qaGomGnN01yDCO0i2253JI6v4FITbs3rMFcq1LOL+rznWbLsu2o3AQq1KEi
dqEBD0o/aGscVSUuP8JJ4F3Llv2pg0DvOlTVfjcmMnwZ49TuEZgrUNsNlet6SKSby47pxTnmTuMK
s2SUIVTLEiPVQnPQZLJziarpaO5HxxreTkbvrTgmIa/NmmPGkC1cE1E5rahCJoWqX023fCvdVj4N
d9NhsIpvTgzRMFE8StlB4fYQ/LPdwjv/7d8foaHIXJK4EccS0WADheC+8ifpFnhQBQ9Cb36+bOCF
k5rH9tOALlwiIw0scqz20q2qPqTQX1SbljYcY8UVzg71bMPwpoFwkzhR10wFx3u+bfPEUlqHhurb
pqNVSwmNt7oENU6lRtso8uJr8uTBypW/MLAzk+q5Sch7q7SOLefWuk/KT4r6aMePtfZ4efZe3FnC
uISd0ceBDw2t6VDt+NxnT4Zy0yd/Rrlnj+jT0GVhHARvqirLhsLkWcICyZpZwxQUBkdJgjHTtzc8
vzaD/9Bp3dXlwSycpjNLwiL1dZQp6hQEx1bx4OO09204fLhsYmEfzJGoyT3P40QWwTql3akDXRrB
sS/aYN9N5Y0d+zVckiYg9mK8q4HYr9wbS6PisrdN3CbXoiWMqkvGtoGUAJOoqZVj/6kyrdeXR7Vm
QthqSJOM0Blgopo7IedcvVsYayHlixDW0GgityBlQOaJ+FswokwezRUIXKDY/eD53QGpu5HrvGEb
ZM6tXb5tbG3F8S1tPcuweB7ICrkHU7hs4CYuVTjtg6Ov3smoOrHrpP4hRIXkF+bvpx1xi9ObGkFM
2QdHM672eq9Ahjimw4qRF4+Nef6IKx2FN48tm/NRPkmPyYlHIpEC9lG5R8s2hzp7TO67aNwDepfI
XVwe0uJqnVibp/bEGowgFh3uY3BM/XSvtulBqeRvaYA8qaNtvUhxqxo4QG+tOD2hgPzjqjobpRDZ
QqHfSVATsBWDN5SI97UDcWd5gO0gUNWPHY0dsY9Il1K5YdtCmXIbJLBdXae1twmlz311l4Zf+053
J7+583uIG/NdZMZXUDHskZzbD3mzRUEU7qNrvxp/wdOdrtC8gidz1sgWtCEQmh0LesAVYgqmEGZa
uD7Sp8urs+SGTi0JG7s3kLcz6MCESPChkotX5QR/WPUBjLJKibpeyY2o89EUbj/LsmyZJJ0pq/b8
oD4dWEfbG4hqLTh2NCFO9jX5DKf+rEyVO43tJ62z3/k8SIfyo4SEI8pfycOseU9Fbwvx8bbNDlFH
6gjwF1o9tnXlG2sZ64Vr7OwLCjMPwDmQK/Rsj3TTOlcyAeYrEkV0dk4w01ye+iVfacsEAqQp5zSd
cDBCeTCVolWCI4SQ1bYlaeW2up7eXLay5LlOrQgzPnZwpzTGwDGgkbut7noITUb9kMIUetnQ4nBU
lc1kqDwIxHg8SmoUQgbOWyy/g01826nTioWltaET/S8L5EzON08oR1NfdQwFWg3oYSrXrh5+JY6x
WAtV1tAOkVURPU9n6gjEbiI5qTz4o3ady+VGAoV+ebIWh0KOEJYGwyY4E4aSh0WmFWjTHuetL3Xv
i+lzX6y8TRZtmFTkeZ2YqiIWblUzR+8qMoNjlN15k7ahmzqCUObyQF4+w7hM7BMrwi7WtIkRlgEc
ripaMGmDvk9tzjwfnl/swki9o9XxYxEip+4bn4x6bsDXqmHlWyx5sdMvIWxyJMk0lFYZ6jTUklsm
OtRlA61xdHgiOiT5O5mOr1+xacm8wMlcOLKYXYcURYbvgCW8ScfO7XIEDuHQ09X78c3lKV48wSeG
Zp96chkYg9lWnTW7pK51Je3JIC/EJTWN/cqI1gwJIXw0v1o6eF2PufMWbWB3sFtYx5ClX4PWLu5M
i17OH29VnobnI+Juc7SeRMoxkx79yNpV46MUrgUAi6OxFZ5YKDtRChf2BL1INDRKUXiM1O9I7EDM
8Mqxk60Op8Hl9RH64/6MNGybJLExZwHIJZ8PZ2jpMa7qMDx2mumW9MXZ6b7s77IvMAi5WXY9bOjt
npytnF3Vcz1lZdkWZhMKYohIqKTpFrmQc/Nxn0Qh3PMM1HmkGTvg/bXmSpbe/Wc2hK1BI2STDQY2
TBpDiYKtgzmGO3SlR+AgZb2Xkm+Sre4uT6zOFxeCBVuBapoqlmyTdRBcS2upPYGqHx5tr39AnGOr
yIA2LttYnDzCYMw4Ogz8wlb0rLaR6iwNj6heXPE0ljTUJ71yZYssjuTEivDyak0pgrQ2g83Ug3bO
gi6ILN3lgSyZIAtFkcvkf9xd57sgL7tggPAnPE72XUsPO/zZKxYWDhQPVbLrkLY41EqEPeB0QeI3
WR0eK/l9qN5Ryn8TqHcQmK8kFpeWBNcAXbetKQon+HwkoebVcJPDCh6Zz3r6Ruofm2QtzFt4lFBs
+WlDODN5TfUjSnT6yYOpPfgx+oPw2CNgGRaHtLA+0PsfP8h2+dBHSJpdXqm18QnzCMFFKSGEFR5r
+7XTvY+MT0inXDYhwHd/uKSz8Qm7YbJDZYBaITxKt7Vi7o1r6Akhp/H8yNWeU7CylrLX297l6WWl
a5O7tFFOJ3eegJMLq1G1vg16DWa4NnHHbFcaH8JUdp346+VRLtohfLYQpmHIlhCr6wWU4XJgEER9
RD6n7+DMfifLb37BCIUeQ4H7HDPCTOaDDrZ7vhQ161qP9+FGsW6TtS2xOJITI8KMmZkCLynKLsds
dOBrqMM3ZqWObl3RFxwOuv0LJ1kzHWIX7l6wLoI5C4W0tFRxrKjSujVoULM5JFAKh+raVlgIzKgQ
OKAG6dok6SS410GHxryyuDcqBSCd8qBGPdIQ7VZHJiNt14C4Sz7w1JrgORA99MoWWnOU07bWh1QC
mJ48KHAv6Yig3raR5hbDYw/dJsQVfgxd5qivzOyiX6GKJms8IFSaLc+3fjYUsYfyMtGwT75ApXiy
aaHtgiS807eVgkhDUmrTthrjfp8jxbiyWRddy4l5wbUAdFQaZZ5uyYGONLQQY3tcTcP+iGfEexls
w1yuhsRDNYRFndLAluS2mh00uELpvuxmINVdlH4Mud6c6oP1qOQ3REVb6mkrj5r5TL+wrciaAv6E
yo8hbN1WNkmKBW14fD/mtRtAnZh0sBXHt9agwZb3C+80Wz8xNx/cE1eWR5GP5Abm5CFxDQs9w+cp
en/Zwywt2qkNIVD1dWmw1AEbRXfI86ewfRiNlVlbOoanJgRPaUtBUJbdbGKrq3cItZbStT0+18rK
9l+ME2FkYHUcDr0q4mw82B41e2T/14hoEhIjXfDGL+Qt0PtvbVAcZUQwN/D3wJO4gnZaNq3OmBto
6ImAhKUq+kRT8vlKTwtfuzGnmdith7+Nnjh7byEu5iJJWO3J7ylHDfqjvZlCw3Z5KRfvXd41VAJt
ioKWiCONpAQCHkVm/OpDbo75VdyWW9rRvqVhdaexALDR38xpQ62Qdwj0ImISZvJKiWlxQ518CSGn
B/gS0VTgVPDr3KEBBMXAw2qxbPEc6rpp2db88hET1bZRx13S5ARQFeT6sIiaNwY6qjtoUI2buGiR
nB3HW9ko9K+Xp3hxK+tEhbSd20Tswn1s9nqadwmGG+QvDkqHcjLtjxubNgeUVFGJC8thXMmhLS8r
TI88QvDq8o+05okbaIuxg1K3xK0bEuIHj6ggq9oubxCpk7YO+cjWfu/FcCTChUlWadd9ujzopYsN
1BpJU2sO78XW9b6xvdbs5ldKBA1go28pT60c3cVNc2JC2DR2FJpm1fNEkfP3U1FuJvlOM8uV0Hdx
1/w0Iqa9qiCQVSvAiJQWH4lOI8SXrRbZ8vChC78mycpeWQqr2Jw2OE4DmR4x+pg8T69GBxEJ6NIn
KKmS5EC2GSLyy6uzuCXh29IgaKUIL4KCOmWyS5h32R2o+ADj2lgGWl0ZjYfr525xSJYK4ILKF3lD
IcBQaB4aE6QTjtFgb8JQ3TT590JFj321/3pxQ8AWK6ssGC5dOGgOcmgIauPKoV9yB+9bMEIOfWUb
t1PibW4cu9hQbAuBsurmxiPCMrPuqh+/XZ7atS8xf35y8LIGga5Q4eBF0VNQhZsmPEzhl8s2Fjcl
WaI5CQAAT2wqTu0ikIFwhEeH8MywrwcEhwKU2RCoK668acXa8oh+WhOuKZiDJ6OseKfTSwmP2Tat
FbcIHi4PadFfnAxJDCkyPYnDhLVrYBYzvc9+8Usn+cSCEFFYGvAmWFXDY9ZuGvONn8IcH0xXSTds
nPcoa6x4px+L8CLuO7EnuKd2sKIKMm9ybJEHV+l9HJduVN/n4c1cCmrDQwGjrGvIbyBZ3htauw3y
xvXZkfEa5GdlbkWnEptKH4XIvB6DBAEi68FDne3y6i1uEWDKwGwAWJGXOt/00yQ5gZWMeMmw/V63
SGdOpvExG6Bzv2xo0ZmcGBJOV9nDLpeYTOqAchVamAmSdkGawsHy9/gi/sxH6CeWhF2veJUORg5L
2WRcl2p+oHQDzAFdg6fLQ1pcnRNDws63MzRfNDo7jtHkw4dgPschGi2Xbaytj7D3Rz3tkXnGxmQ9
poG2y+ovSpzu/jMjwoYHI2xpgcw2s1mU2PsO4mA1iFtefwPRWZ24wraF9ZcjHa79gY2WKuhkZJMr
pd9HhHOacGWjLc/YT0PC8ms+KmO6z4xZJVyq2rM92jupslfWZfEetom9gc7S8fAjiju5LIqmt/JR
JfgefMMCxaVZ0LIrqBUpxo4eA+XW9pVoxTEtj+ynTeGsoggAfNTAZts9QWG4Y8cVQ7FiZPGGAuUI
xNkkxBAdQiH7AS/7iVdF/j1ONMhQr/XwuZNpYrwaMvnm7+88Q+XCB/oO0bi4K7ImQjF0cMj1B5m8
h4Zah8466vd1nCcrpoSOzD/9AgVE3QAAT3JZRMNBy121OphIIEmoZjmKa3NpxcmuDvJ9DnN6czU/
Ivu43iFZsrWmB8Nq3yLecqhlFG0khOmmZtxfHv/SqYAFVQNoRg8RoOhz96va3eTkMd8pDAf4Uj8r
2XdEZV2ITy7bWXJVBhhvRCGR/3vRx9tHyMNDxh8dE//N6H+nCHb59y/tmtPfL7jCKECXw5bS6Jij
GJKarqagKOV/KMZ2Q1chnQXby/YWX+Bgu4FnKopMpUAwGMSGXkJ8yYDQib5CNpgG1BiBmmjIrWu/
QJCxThx/UyJo5Rb+kH4cHTC6l7/E0nmc8W1Aw0g70nh/vniaFUMbbTJoxacBHSHn4iCZ7y/bWFo4
0zYUZ+4kwc3Mn5/4mRixu2ZS8+iYJeljzWvfBR5W/IIzwyWb9LKplgy2+NxIGZbjmI+otJV1pm9a
Oeg2MmigbVcUX2v4AjeJYw6/4GcoyZo2oQfdMGLBjbxwNUKWER1H+c6vHzsjQV7kk+KlmzS9GxHK
vTyP81qIMR19f+ATeM3osti1MbM6DeSJkFiLrPeF5qrtp0i9HrLrcPBeK8Vr3p8ru2PRoqmrKpTL
CtHVvHtOVi7X5BCtcjM6dvWOmCe3M94tY7NBTpqUqYWY0fCxNOyry+P8wRh1PlAdqRrOBLreczJR
yEvXRpEWweBTqPhqIca6LdNbBeLwL94zGZpB2TjIeox7vd/QidDFh4l21AB4CyLGKzP+cufyRXjT
OaC3mW8xPdUDJkwKvwyOznhEHUXJVjbQQmoYA7THmDaDnSHO5xM8BnKp0QEBCKjnydGE2+laQmjc
HEuQ1I/98Dxmxaavyg2k1a/G1lwZ30uXh3kqk4riUD6EAevcfFlYNOxPdXDkrnH9GNU6KvKdUm0a
+JI/UVdcsfcy4qAFjDgC/62QjjaE4SZWkVX0lwbH0qo3Yfe5LoYNSo+JeRWk0cq1tGTLoOXImqvh
XM1C1j0ppDTIfWAgWlfs1PTt9E6yJqDQLu3il/frSx9Kv6sCMhRYGgAoEQLltIEFRTIBgKSjOUYQ
lUBMu0b2+PIo6sBPgSWpEHrOvvp8qVKlkcIpJRXUhJRH0sdyiDbO02g+Sdmz+gGR3stjWtgZmKPD
eMZaz3Xlc3NVqg5GTeP2Ed4OqiLSVvM+6N6VGt/YuUNA9e2yuaWDcGZPPbcngUgJs5pnvmImV4WH
KEth3CCGureV7r0Gbtgfvk/NZ+kmCRt3LaOxkK+cJ/fnaIXJrVB/6m3E4I5SgGCqDc3RhLABpKF1
eIiQEnNaA6Er+9rrmytVzrcFmk68AVZOx0JAwNeYC0T0Ksk6q3w+CTTo2LkxZ1ZMZ7hRGxVBhs9j
9H5Mwn2d1BtN+4TyvNtpa3fnwgbm+EMISH56jisFu14KBQ18Drg5EyFFBxLEqqXOvbaFF5ISwOgB
O84NCeQXxT1MujY0xgS0+zR+k/eBDIf/uInRAQl0hX5q99G4MfdICmaSm9crxc4Fd4CbJflugeFm
Q4tRKjNejn5I1sr6qsCtnkTvqurZiV5H0deVvTx7FuH6OjMlxFS21eq21GOq7J+i8Tk3XoVp7pr+
G2vaIxTp2Vf5KtHhfD4u2BSzLPpkKWhpYjOPa7d+FRjXYX4befvhS1O9CeBy4B/dIYO2/4XBUkIi
60LSk0e2MK++VzHdA0cnSI569yyXT/FzLWsbP27RgXqn24itSWuP/ZdPDtCJtP6ylHRI8hg4PyiQ
XFYtYhS8XCvUce2Nh0JZTlVD/atR/H9toVnAqp1bEmJXGyki1Z/zaOnUogD+Tqo/ZJW648mlOfTM
IomCSLp8GxTBa1VN94HzxhuHvw3w4TvMOCU6UTinP9zGSRQ2IIIXyfNoO0mCBVeCjN9D0hQNSZTn
VpZzyRXwJoHdA3gFu1iY2dGrpyBVxpBWWmSzteY6Ke6RMYWeBk2M2NXt94pOd63lbS093c1VQjWJ
0SWadpXqPV7+MgtXHuP++V2EuTfVLtLanLpcRsqwyBDKdp5ixERMJJQnZN6jIES64stlo2sTMH9+
MtkObVnzcx4frMSPTmFve3Tc7f75spXFoUHSQV8WMDpeLedW6sI0aCJxOK6Tcl3Ze611tk1jbm29
eo7s7aRrm6iVry8bXYhmeRpR3qHzi1BTrPjmqJwh1KiQe0lok0CRStqkGnw5l60snc1TK8JlouaS
b5c9yRcVMdkmUK/b8gGOKtgDV56Vi4YUIjs6k6mei8yH6WB0yJlJbA8SaTvgfMU+N6zvOgfwSql9
eyXKW5w9gmUYVOgBIt9zvmTNZNh9met0UUFAX08PY77G2784oLnzkPDYoOND2HpxW4OklPDh6HVv
NONOkfOd5B9Ws4tLcYY6V8P+ZWj+Iid7vB0htxpmQ0pgHK002KGIuImG7oYqwRY+f9MN0aaUnegr
aYdPv7A9TmwL22NA26dq5nvYnK6j6apMXhc50rr+uLINF5eLdxUpKerAuiHYsQt6BT2DzhniqQ3N
Olo67S6PZCFEpreCTsT58WTyqDmfRS2p+oRWkR+0LFuKpB6Rsql8TJrwqqDcbA0rV+28/OIVTy+H
wrrxL0t8jGtJGfN/0zkQNai5A4m9RqLp8pDWTAgbY5QQiaONMzyOzZuoG7Y1WjDquNaKvrjPTwYi
LI2GQrgq5XQC9N9zhmBZD7RzTMXT5bHMv+XSdAmBSUGwC+MAYxmgFo2TclcOt/HwaojaTbFG+Lw2
ImErpE5GQRhY+bEt6jsbOZQ8eB7KD2pUvbk8qEVD8KiQZQUzBD/P+Z5rUUhWGpnTg4T5Vi/fK6N2
V8vbwa9WAoHFnXBiSLiggHFVhj8/N2ulIDZX5hegY3yGNNpYuZUW14n+VGBQztwpKtzyVVooThaz
TvACbEbtEFMlfNcg7OvqefD98vQtHtkTW/OoTxyfAnB0mCJwIZZeT/d95sn7dLTvG0t5rmor3Gfp
+MWUp3zl5C6uGqw3Nv6IXKvIQKnUaqoHLSAES27ynYX6NIqw3tsMETwX9eFh5RQvuj6HdAQq7DPm
RxhlPckjUiyYS5CIdI085rKnx3B3eS6XdgiZa5u3KvRA/Mf5XE4I/llFkfwJ9eMMN9rDuhdfMyIc
rDC2U4QI2YaxcmiMih7YOzNf4wdZmq+5cYJMHykcAqPzkXhFCTbfIddRW1r5VulK1MukKF95gC7U
bnRAvT/NCMsS+a3ejMjIHhXHya+zqNTA2iWfkypKr5LEiUAVo+nlV1O7G5zW3HlqLG87D+7lzDTN
XYf8nIs8nHaNkpdD8Dv5B6hjVltX5jhG9JunX3PezCdnZEDl7E8QUKVuchNt9LrZDT5EFZpxbaNd
6d1qTrzhtdes5riWVxvQlqZbNi1iwgwppZc4TkhFC0rJbGePV9nj5T275GvI1P3bgDA2DeF7LZzI
MhHw3AIxtHeVnu0so0tJ7wT3+hSunPzFUGuOT20Fpz1nes9nsx8p2fkj0bBRFM6uaKUcLWL0PyS0
2Hdwg8cuWnDZJrN51BVNXnyqjHwty7w4rXgCoi79h1c4/w5J1KOr6KncTspneiedqHKD+MvlmV3y
rGTrac8EZGzZhnCGMh8mENWLKQJaW1k9lFq9lXj5Z59BLPj1Snn8R/bxxR49sSbMquLkppxp+J5Q
la8sbyOPI5Hy+EARaNc1xZVUfUbhnaCs3SHVd3N5qIvuwoDLhWws3AYiW6aDHm+Q6fikrNtX9mb4
FffNWv379wuD87qRsyHx+wcv3Spq7k7hWnA8u80X83diQjgH0jBJo9VzQ+hlfxWr4ZWq3NZjex3J
73LtvTG4q8Hr4sk7sTh/fuJVGqOPJG1iUJH+NRlQS3aCeAvj07Yeg+dIubq8RIs7/sSacDelsqTa
/cRuRNz2iDbN/XxptH71C4kZ7nTdhBkCIhyRvd5T7A5pKfwVtbEyQk/x8CsdIdwaJIVN9DEhzRNZ
drgY4rZCefg4BVvMvMvsbVm/G9ZYJxaPFC8lAOFzGpjA4XyBWmAUSSCT6EoQDmggfI7Sd5MJYLdB
dMLSXVvroVMISFGE7R5G67Xk8NKSkcijeqvh+PUXog1mqYd5z2veUL8nIJ0oorSYvrwvFrwUv52l
ImqhriZ6Y01DYyPLMVJ1lNS02i3afRJpW5IW2zzIobBe8RULBw2DvNVAo3ADiEESsJHR8hSq0kDg
NpGHKp/MjapCIzg67w0jPLTyobHWyrbz8RWON0hXuvIB1ENkKgY0lWRWZWuWKJ075O5MU3pXh/Fd
I5UerKJW8vefCjgrIO0AQuEtMYTESK7HQ6Kj6jvjMhJKlIVy19sPlxduwX2c2RDePUaU0QTgRdGx
oUA56t4htkY3GO769n0V2tvLxhZ3yVyngC2NYohYpfR6YjjN76KjPv2o46eNWxp6cKV6coI2Q/8k
lT6UtoP5fNnuwhEAT/vTrnCHNrqdTLZUREep2ej+nWw/1WuEIksmGJaJKyFx8eIlkvPGkp2kj45O
b9/5cJCTMe+Gla6OhQuSFwGcZ3QAkGqUhXHUZtfKyH5HR0sFpfOcW2sd5Ev7m+YCGl6dGT8u+t1B
qQ0aJK3oOEeJUDSEVyYIzMx7c3k9ljbdqRnhlqy1zOPhBvohTKCvSa5U+0a9DlGf16OPly0t7bhT
S8LtSNqt1KqRAaH/IXVV5iay/HEwSop9ipvZu0T7+y2NOuxtP6dw/kYn93GmU0WQZT06as6TYd2Z
4a4rA5dGm/9sYLN/PDHjWGNTEy1GR1+50XuYk6T8OCd74vdxWblJUa3428X9/XNYYqkk6jSjgdOf
/T1RpbW8elPPHI9t+v3yuJauS+aPQiKNS6TjRCDeFBtOnEkeyJgMhJaVflI19Ubuq1dR3nwtu6tO
fq6ejYCU4IQYxK/MKsgGMKjQoQE6OJ/Vyusqr9YkkGo2IL+6yLamktGGHyVuYdGsNsHh9PXygBd3
6IlJIR8E0Rai2ikme0W5T1pikQxyxggmj7q+QW1tF/j5L/j8Gb/xr1EKbgS+zqzo1Dg+xma0KQLT
v6pSLXfzXpHcKkiu076LV0wubh+iufmhDpeNWFcsJghjqxlErCY7pFTRagaDZ64UEhaN0IM9N0fR
4ytyow1SXdCoQhlGb5/AbAbt42rZcnG1eHbO/U8QJpnC6U6KIIIUlxdf2KubeKS5TP7iFbw6gTWq
16q3EgEsn4YTe8Ixj6U8yLISe0UYPfhl707FwZ7ulPCqU+sdKvIu4kVx8qlYe18vzuVPw2JbnSOV
MkQOGglr5SbT6VE07R3F/9eXN/+yFaCF85XJeROm025Sr0ZGHewN+XArP1RIeLX6/rKRpVsTqkZ5
7lTi6hQb56Hvs8IGhetjZCjHuEpuO917umxiaRwzoI5kK7QnMGif+w1TDXqyLpiIwciP2ZPuPMLK
9ws2IFCip4Bv/KJYnRlp3hphSMTbHCQ6/dKxciOy75etLEUA4I3/bUU5H4ntd3DVmD5+vnrItGk3
NDDLpQeEd1culB+tgmIsfWpJ8LXmkHiwjTdclIFf3UiJkboDQLLrpg2GXRUW1dbXGutBlmBULPXU
fB2pyUPd95+s3gpcyZ+Gfa74oVvodr4NxrB05Ql5zCGQoVWu7A+26dNmn9NZX2u+c1NGIf19YRLs
raFpjw3Qfag7eQh1fr3GsrK4HYhvZ5g89X4RM+IVGlQ05J+PUxRtrKTZEbmH1tpl9QM99GIGaa/l
/UqLM9i/87XSvIn3mA/M2UiugDsfHG3c2Ho694GYOxREHtXkrarPqGdQXtVDYEbvlajcdOZrLfvS
RsF26vObun8FL3JqPwCqv5LVR19SN0a2a5JXEjxnLpv66vIOW0rXanMQC0kxpXJiivOvnUYwTMgB
0bhZ3EZ9+hB2oHun/MYIUMgbp+MYBXcN6khuVgaO2wXQKOftvqxrNPLCrWpphzFUd145yivednHZ
Tr6YcIpjzURa1ACyjeblZogKNzzUund9efhrRubPTwO3IXK0RAOzXSM2Ib0vh+fMXsmeLDo8OpNB
a890RWLDZFmOJfulIjYc3kROtJHlFXe36CRODAhjCGrUNKUQA32yhfqU7aWi6OG/vzxTS68E9cTK
/C1OZiqPujyrIx7bg32TdYd+OMDpkLyK1mRBl+70UzvCG6FSbIfNhCNSjVeWtB1AX0MIWkkOdYNv
7MDLo1pKXIMHhhgA2BEHQFyddrKRPSjZZYRCmjpteov+2SEF8PSmRiKwUm555HfS2oNhdgYvnMWJ
WWHNcg+p2KknYVIFOxsaS52A1i2mYaMgQVJrzsYcFLdVyjVs/eIqntgVVjHsQzuJ5ySG5t3LIJ8Y
mEJDnOHsKiLqy3O7aIsO67mJZyZnFC6vsabTZDRYyc46JE3subFCV37SIdIZkvBdo/+dp+zFlJ6Y
E26wyDLCTq/YoI7/RF0JooHHPF259RcjQBohoDYE24nWg+DknSrVjXygN0H1BnOjFMFhsjfK9OTR
cZ3C4uI3+yKV3kOam1XR46/M579ti/dYNpVpN/TYRmLQG2skT+sNSCC3sJ+d8FeyXScDVYXFCzqp
yguLng+JVxDPkiTft8BmH7J4Sn8Bl4tGB1xKc8cTlVbhCtKVIK/ynkTUbWGUG7WAcVheE/1a3Iwn
NoTbZGphF0x7BUcvt27T2JsxfTIRge2hpafcd3mlFrfiibH58xNfyXEYc4i0o2NqFR8UKdx5hvVN
dsztZTPLzovuZzhVYBmQRbk2sy39JqhoSSu0yh2N5L7wjNsiPXR5fiPF06siOxTOJv2yYnZe+xcn
zZ4J32YKUeAM58MbWjmz0gmzpVdv88japMUjHFtN924oElfrclejBLifyjXM3eJVSpWABDPvypfK
VQQw0YTKBqoKqbWxUGm76T253l8e35oVYXieQp9zpc5W4KvdSFYxbr0Y93XZyuIeAQky06SiXSBW
EkF9tslQcfFYcNa2O2cmm55WavGLkcGJDWEf6iXdDenAI0WLAnXOzRubKZG55MZgM9CT9B8OSbhc
GvJsplkzJM072P2Tso3jtZbX5RFBpEWlmeyuOR/zk5MVt4MRaCMmZORMtO8GRGXNuyhLf2ELzIl4
8HTUtBEyOzczojAX9j13SdJMQBVuxkDf/f3lP7UgbDLVj7RYVWteC9bXvAbx4N2X5Wp0s7SVQYyC
ogIjA/eycF1J4SAlUs91X9UHOpEHf2tH8ZbS7lbnNTZuhuT/kvZlzW3rSre/iFWch1cOkixLju3E
TuIXVgabA0hwHn/9XfCpcyLBuEQlX+39liq3ADYaje7Va5218qCo7Y4mjyW9o3Er8QlR3MWIG5pD
oCEFUQ77hRcfbCHrCJUXfDATDg4Ge/CPDWY02FZIMztcLfL0D/t6YY93+cLrvb6EPaV0bzC7HhhD
fVaqRfJuEI3SYHTPMDGlDM4h9Lyu19UkRVaUMx4Ow1iHrXP2psWvmyOKamACHEGkmLp+ifebQUNl
Bj35l0GmPcBWwkfhy1/A+WiWq/VIF/wClz4PrbVbSy9wcxknr9CDLtbJ+WlFMjI7PazY1i5zfFeV
YBxkq+DufqNeW8AM2D62d5j+xx05KVTig+I1AJMG2gwLRQ7OB0d9VCzS44nrxsbPNLHdIK21NfwX
x/tjhHO8HKwMNGaDuSgIZY1+dK1ffUwlbiferT9GuAhLrI4a08py3Kw+xIkb1rN2kCLOhVbeUWKg
ZwQfAnuiXZxZd2zyylWR+1V2A9aPARR63QhySwhql7vtXROGBwzVM+EOwNdd7hjVGmRTkxymUs2O
nG/KQvy5OlhTEpn/tHcAXMGZmTwfT+lbpJWFstbKetRqQJMXBjvvSknRW3Q/MVTXf41wh9Iwe8iP
qsj8PD2zfW2doDY3Lc7OMEsKbjBDhsgV7p/FZApRvmETAtefKnPcFnJgKlzbVjQUIPs8wARNulM0
0obUM9EyyaZSUpkRDS4bmJT+n1XuWjHTsl77Fu2ntWuPercGtqbuFw3UVhWN1tG7cZYx1H+Yo7eb
M+83pkPuHCs52fn9SvKjoTwwtBJjlNl2JqHfYgYW/QbgTzW+fg0oABS9PRdpN6pvxNm3ZhK46Jj+
36xwi7eKrlusxsONpuKth06p92Qvsiq50I+AM3jXpsQYLGdkSqAhj0yXnCrdDcH+GKugXvOWYB0l
Dives/8agmjZtQPFFSaTFkXJ32vlZDSPqtP7EBn8l+j4v/UAlnJtBo9INe9GrKf25lBPvINtkrCQ
Ugwzd/9wJ16Y4W4rs8sVBnwBO0Ks79CQvcfYvJdnwdCf2cAgZj7+4foCrST4HsBWgFFW7voqY5Kr
CsF5T9W7+VErsaZ/cLdLC9zlVU9T2qwqwlY6fU7X12U8D5msdi1yAkyPMME8jOOg3Xv9dfSqJi7I
rpGM0vyQVuYBc9a5JRNRF30cYDMxf4zEnZE7XFtRFKdLBpKTU9YtPnioIwIEALoZmkIDpVl9aGxv
n1RRcLSYiiWbxXUsky374h4zMO1rrHFPMP8zZD4dlvh3smZO4DajG9QepAX0WPuXiAxcF/RI2DgO
uMqvjcZz4bnjVJKTaX6r6Q6X6V55ttIga+v99vKE+3lhifMMa6LtTJOWnOJx2rEZ1DTete4I+grE
PK+ZkoNqyLxRbBPPL0yiYUCfJ8EZm0mvjHUip6EBZhqN2Wpf90Zxs3oEmlRkViM83qOM5Lakii6s
dYC25n+WuYi4VPFcU9CLnpZ2wYivlgBRvJyHQYO0YAB0WOrrUHJq859AdkvuO9HxQHLCapgghsLg
+vUnpQVGY/XKIlA5IF9nuiw35kK+ZYudSIKxcJGYu/NAtAJJYmAhry0tTepWRYZM1ZjqqIqRcqfB
SKqd9bMz7Nuxfi4nL+zc39uOJDonF1Z5Cgl9id2xNJG6Vto57W9prQBp/HlOjgBqSrZSdK9dmuLu
gXLSQYbJugglICMdIG1Ne+6yBE3Bp+01vYud8lfBpSXuKlCwJpUwdFZb+TQroiYDwGguXwFwIzEq
VM64I2rhmwv6kPH0bSj3+Xysph9rNd5NsqPKjuKHHwMcDRP/Zv1B7pYdnKR00gqlW7utQ+hbzWW9
216vyEehNPI/C9zGZmiNgUwGFsA5Gg7EibCx0oeB2D8xB4g2IXLND0NMauwgp8xm5NCptS8wkV6p
GCZCzhnH4bSOfmXMut8Pw61SyEa2hU56YZo7hG6rZRCPx0uhLXYa4ncy+17Zgjy+DyZbSs3DPsjH
D/Znodxd5TqlhVQeeXXqPQG/GthJtus7Au1CXd135n6aQWjpqZ/6XJHc90JXwbAlOqcGZFU/AITj
3NETi0G7kh9u/JYkkoMhPIEXf58LMXUGVRrSAhEH/Zu6bT85dG+lVQR2aMlCxIaYlCXQnui8cxdh
vhBvLhZU3E29iuZihWCdtl/pTgEef9v3ha6BDAyMUYwtjsd7WGaOzJKh7/pSDVgjF+rbUda5UWNY
YSsbARGetAtrnCOmRkfQoMQGKt45doH8AJe+/bK9Iv6ahfo8MOoQ1LUYTgbjJtf3QFHYBaQAsKLa
eSv1MXCLMVifwWXvlyXoH1bvL8Pyf+wxeh8VTEmwem1v6Wa3T3QHTkfg7u4OEH+IdwWDDN/M7927
Hby/WSkGY4Im+5IXGVmSdShagN6NUQhBljocnNzvdSXa3j2hFSAHUO4BcBEcD5wVk0z92FM8nrri
bA2v0JLaJevrthHe6d6XcmGE/YiLpSxN2TTDWiPPA8fT0ryhm9qZ92sZ0qkNt03xIYE3xQUjVF2a
uZuxHoCqQxcMXbLXGTvzl9GON8B9FtqRDO+zCgnOZHzVUui12RjOa80bp6iDVDVv3HiGaBs4KbYX
xocI3i47Bhd7GGMccU4oFgbhst+9A6LebP692srtqkJ5Z9vWh4Tg3Rimw0y031wMcHE+3uKF4CQu
jI19ZKYPKuS37HtaIkP/RBFqIQIPKJ8DMFNtnxP1W1LiOlMmlMhljF1C97z4IdxVbdWePpkTfghQ
hAG0pXSwEdXrfnu5Qp/ByD5LWnWQg3Gf1IP4+ZSMcE8tgSR3mfppIWs/Cr/ehQnu6y3ruNjKCK9J
uvSuRUUfame71DF/l51MY0q4ZRemuEsrBiHFNLLVZN2bWmOEMH2tZcJwYhuWycQXbRMi5tfOCEkC
bVInvBZblQau8tq6lZ/97YziuxMChfZfI9y3R3eirAect5O7Piige1HH87jINL+EoenCCHd7TCUE
bDIoVZ10tAQAva2VLxomndaxCqrk+7afiXcN04EgbcWjl1cr1dVxSfoWTtBCMbdpn2rMULUyClGh
EUZxgf9x/Xwo4GfAQKf1QE5OF08+tabx4M5VvOtr4klircwU+/eLkDRVhabF0AE7xfQZFH7h1Dws
RAZVER7Od6VbcC6id88ZAd8cHWKQxZy61nmaVvdVgXDj9nf5QEL27mmeDvYEKAACIcClX3hv2GbZ
LQQYhGTwSTreaWZ5S8siTPphl5X9fY9jCu6hs1KToBkxipxkUZelITGS02THkretcGMvfg/bk4uN
1TUyxqk9szVD43l66KzXmjxvL1oQkVDXRwoO2h8XNWcu6LV0xDoH+AkdhsOsuvne1iE5mxaYoprU
UtJd/9ADxBZfmeMCYK171ZjM+IxlPe0o3pnZ9FNb1SdXncCeBUHp4oY4N0pn+EZZRhTzC5lMWUeQ
KAJSCOgHptJQvOOR/MocmzZdRqQ6mHZW0Ue2FND4qmuU6uQ+nx9SGTuLwHWvDHKfkdipunjtSiAh
YDj+3DhLZMbUldxeggh2ZYU7IJ1RFiY1saylenPzsN5p1n6yIRpPom2P+UDI+P4NLzaQudSFWyLP
GPK+wjdchsfUfoAibTgY5/VArHuCs2JWftyeexrOwyhJfv4/ptFHQWteBaCBO6GmWrgq6QxcavZn
gts5qXcOOIPJnmgZ5r2WwKris7s8zrZ+hwxQYl5wHrHFoCpG1wmcqHznjc65ulCik9M6liHpj4BW
+ErxuL29gsQSo3FAQjEAAryTu7fdumAUhahKZG8YyWgfYvO2gMBFsZ50ZHulbLJQF3rnH3sfuvJd
lbTqCCRZWu4w5Aq+2UP6MBThMH1SwUFQpJj4fun0LwstfK2KEhN8KL8161NcBNQKAYSs50j7pOw1
TRIrpL+Mu/jBJqD1xMJO2BiV0n3je7zHVZYdQEb5uf4C4Pywdx+0NFI8X22CosYMcqSq9xQkywfq
J9+9m+0vI9wpaH8xYRMVg7vc74FuRu+NDN9Xm2+z/VK5r9t/X3iCwbePcq8OzD1fe1dA66YhVuD1
P2u36fScgUEvDRPrDfpYn7ZNfWhHvp9hNF0ZuzeGuvkmTK0nWq9neC1rmk+UrxPoBMxnvV/9pe0Q
er/ohhYWpnNyqwRw+x2dP6XWrmmHUEH6b9sv8/2//CC8bkFDgTouMCLXQSXDD01nDz8IY8/euLfr
kNxVNcRX9ZeBPhbFbeMASu+GtN5n5pMe1sPLah7SIkdJS8a2KvzQqAtipB6EKyCtuP4tjpqSdcnQ
P5rtKrCs714muXSFZ/zCAHcLrq2hUW+GJ8Xd8+Au+6mZbwz3aDW/WtP9PhvPBTirtzdYGLsuTHJh
RcvhB/UIk7R4MrNjko9+VsjwNR+Kne9uhZlHdHLA/QMCvuudQ8ystLxEO5nWeRUBCWZHBJR2YMZN
cdd6UPmKM4hjJOpMwsxU4v2oZaPkIhRuLkazITGKIWDb5o5paU/NlKZoaGb1D+MrvCjCu5VC36Az
IG7mPGzvqzCbwDkCKZ+N0TxeMnpUDQwBxVjxYlqfEK3CGepY3XSwRnok97Pa/y2g8z9b/Mcgd1Bi
tUpbY0Y9aOzPyYoHhJRsWLiBDMRiYYaUaY5ef0SS1ZpF3IxAYY8AH/GjHAKtC+hPm0QxOMcVS5bb
iw2CIYAV02yc9GuDeZ3joWTg7Dto+hW1CUUujMzkRZSUSpBbIWTgUuAStj/cB1z6+0bieQQkDRYK
9Yhrq02fo/afoL+e9pgCaUotw+B+bYeDXsT7cpg9v18hMKoUQEVYXn7QnaV9XLzkbwcV2e/QwFUL
cDAmXVBNvP4dBoXUNBnwO0owmfpJoH/dXuj7e5IrVV0Z4A5lYiiTBp0zlKr2Rlj+SKJpr30rD84u
/dWr/v4LCD3WaDlZ+/TRAvWF30TkLofyoN99KiQob2GAuFwslztCPLIrQM5KmGaXvdcqNdKMt9Ga
dmX70A4vWgyyYEmwFSaNlza5Dz2vo0JjDRt8XjAF/e0MSdtljWgWTnjPISyk7P/tPRfdIBowDnh6
o5YEhMD1N51irzdnFfS3GJXx0+ZNt79vG/jAPvwfr/ljgTukVasYNqjx0FUO0t18M4Q9CaDGme2y
Y3bwIgMTI362ZJJ1ScwCQH+9sH5Rh9btMHldj35u0h/6FM236jB+p9V4M/efoLOQzM8JfUogdbeq
atTZkoAr/pzQmEfR3UPI4Ad7zabDFYMyxsnu61cy0tp3Fm1XgPBY6edPhVPsIcNsgQBYSQ5doh91
qh8km8+ukA8nCnmaa6BJA1gG51FLXsx10qH2r2jpM81BpJIjNq4gzbUxQ92qgarPvkXbYMiV3Wz+
S7yE5sb/zHPehfltbICLKwDcMoEZ10FjNb7+W0vNAPTaahsaTh5uL1mUPlya5NxNy3OrmWt2qQ4/
KIi8KhTiEvVvyafenRoB2dN0yINrfPqQ0b5SFy3G3N8KkLo6Rsju2+mbkbyo1am0GmACW0mNRRiR
0DXEVDXQA0hrufBLiEestFMRkRzQoxvf+tkLSf4tK+NwBRYaT9l4Wh/KcZLcP6IQ8c6Fgo67gdlq
zq6TjnqzOA5KwcT23RlZrey5ymIp76VAf6DeAlIj9Ki4szpO2tIRBUGo9s6ghMDs8PMwN/6cvG37
BvP2LTt8wpXqfaokKM5Tcw6LPs4CNh8aWPqAawU3LN4TREbMKEq7Ltemc3ForVvVrVFDXcnObZ7n
3271MoR6O0HEWsaMI/pSSA/ACoUGPspG3D4m4JYAPBWgoaF6U+LGty1J61J0uPDuwX9A+XlQAr9e
DLR7WsyNo4y+fs67s4KRg6yXQTDfR90+fCXAIhnzA2iueNhrrtIk8QoUL/qsBwITbdhwyaoeiNdR
CTrF0A7LlCjRTDMwTI/FEDpTD0p5q7F83W3rlwKUGsQDsjKJ4yB1JpYtLW00VyC6izulDLwiMSRn
RLQxSIqQE+JXa6i7XG8MGYwUyGMFqVE/B6S7cV3oi8iYv4RGWArGtOZR+eVCm+JZ5piRpjitGMUv
8dR9Mfv77RMi8iBcWDiDuoqcwOBOSDbEwEGmWXEqUPHXxjdayeiZRecBr3hEElCKwUW5G2nuutqE
YhAsIIVW8PYoOyCE7DPC9QC1sHqShE3hpl3Y464gk+L96qIkdEr0Bwx47sZqCqS1adGikPljWgS9
HxPF/+vPn1qjRXWnK4C7ALUXQUjR1shS58jD9M1Q5Qezqw5//6UuTXJfyhqVDmPbbXGqkx+oU4eq
KwPlCPOXSxOcU3tqYfUtGMGBBxydPZSi9SBT0+nWa5pkT/GyC9qqX/e1CjoRJatRfDHgLmVaaA9N
D9y65IyJfPPy5xjXm1yshTI4Flac4rVHXOJLGdrYAeIjj4OimYm4wy525ksX9WKQ45uNU/Wgha0e
cP3EoZaf7VN1UqwglsBXRW6JlBAsmADmgn2Re170thsX5VgXJ2uEauWDNgDiqDxtu4joWnUgKYve
AaYwPkhIktRq21hj36/ygpGCtM+4GTQvlJ4x4b7h0mG0L2hW8NFvaA2IpUN/+IQjEqwzFGLUl9x6
Sal1jNMqBCtYlBJZ7UvonrgmINiIvAHqblxeAukhRak1pzjpXeGrk/VQ0SnICvNYGV+mcY2M5Wvp
kMDJ0SdNpzD2QA62vcGifAKYauBd8HzCgAsXkHENjbG2xmzd6Qp2k3ny7ZXmQT+7x8WhkdLRcNui
INCA1lIF/SMYDSBsxUWz1ZyqSp8BQG6VNWiKW6cOR/PTspLALl4y2XUvWB9IQ3DbMHkPG2w71+ch
pkMD9i98VwyY6uQrnX+1P+rqDsxn26sS2XEYIAqCahrYYLhVEUqcMSvt4jTRWzMGV5b1aem6Jwsc
M7au/dg2JiqnILGA1ifgQ0xygzvlxMtcZ2TWOqfU/XXU6rDulhqI9dxDe9v7UnglODAKBxqBHoTO
1RSkTKRolf32DxEcTxvHE8p1ANEhzeFW3dRaq2pDWZ4UaOON9a91CF1koxCF2bYjOJ0gi2Y0hkDQ
oSHFeWmvVYTOc12eWhNFzqn3O/emuQENhbb6pvlKiSydF37OPwb5d+9UdaCT0ZhB0BpWETrs61e1
P2pFtL0wUW/AhtcgxGEsCC1S7g7EWWcsctjBLj/QzAfm8T42wz4NXN0vHhOUGr6u+/nNBoF8cCjy
UNYLEH7BC/vcBVlj6HrOLNjPbbwd1M9KDe4Lb/T7XDbEITr3Lvp4qPRjxR+Uv4xEmxwKbc5TFUeK
mu9IrlPfstPdVHmMhr1EzVqXHRR2oXLXIdgwUIpnsgYQB+ECrE6VNHHjvjw5kD+/mzsVsqA2wBNe
DKqWqajqwK1JuYsL17obkrXe6+5Mn2ZC09DLpzWqDQ2P7+1vLrg3IfAKOCjj+P2o6WdOMdXdmJQn
mowlxmKLIchSBCRn1GVwHpEbI0l9D36AcvAoq5bUbZ7mXnFy1le7XY4Q6pxCPOb2I/hqtlclwq/h
DgFrsWYBwOaZnCfXmpFpY0bLk9a2092YOnEUY+4a2MM0iSxdyw4VrdwoAyIgWLQJmA/cEhEIQ+qo
mNou0iY6AgqhTrfzSiF70/01uQwyW0iIIkKDYBmwFv4u6A1agqG8LdF9rao9qWpjb0Hhe0cqu4hW
y8zuzTiWUQ+LDhib62VoUsRrvvQALUUDWs9NCdX14S5xjPtl+dbaoJ5XgfLf/gTMmXlnx13uAMvM
BP487lbQoDuXTBTOXrdHy34oKtkRFqwFLFEYkNKYMBmSpevLlBqJ268JPnFtPY7ZoxJjtkULGvOw
vQ6B1zI5X1Bq4ns58IJrM32WoJCiLfhOkDeY3LvCXX1rVvxF72+a+de2McGmQcYHWR2awAZYLjm3
1WjpJXaq4TTST3l/Lqn6918F5GXgGED2gV4rj0CbO0oKMHQiwle1GxEDtJl91zt/fxPDCkB1Onvz
ostyvWfg5qTWGMPKC5B0XuknuV/IRKpF3+XSBvf5bVpnUBpmKwFaCCUuEpU06IADKP7+wXu1GPZD
Lh4xC9x4KQYYGtAyMOY10OYnFDAlH0a2HC55UbtxKeMKVpRhP9fHNvFN92atgqySNGJkhrjsJdbt
RplMGJqW/aoGxlv9Mi2hLTudIk/G2QSHGzIklCXYv1/s2ggeN2g6ueXJM9Gpb/FIjNBF0yW7JooB
FiLAO10HlCy4xXTlDAWdNa9Oahf/8OL7OHV2E3EPSSEbShLck4DloJqKZwJYaHgq/N5oM6NZTXyf
unFuW7PrwFphlofMTIxoOwgIFsWUg1lkY5IPPCCiad05pYpXnlylCJfmqS7fjC73x1ZSfBQ9+NDs
hWodOhkG6P25I2SVtHZIrZcnVnd8VMznwf7ZrpDOU/1JuXWD1Qim/l7pw+31iQrvoI8DG72BoU+s
kYty6Ryz7MIoT2rVH5aUROb46NHpdsKcoj0n58pqUcG6dWxFYlm0s8B3A7yO8AdWdf3aKZPBi9HC
glOyF25vGn5SfYdUB6gjt1cotOMg+mH0S4NQOneYa6W150bDF0ya3J+gHAxCmfZMZXg8kU9C/QFD
Q4jkH6+mpAM0ux4yeir0t2Y6e/OLlkqihdgEoxqD2oSFQYDrHQPjX9yrTklPs/JCnZcUuLCpeNje
LUGoYIoEuPAgh4M2OOeGaTm7aW5X78uw0Ebsyn/5HBcGuAhe1erc2nlDIX1wBsJ7XSGw056l3RDR
V2cdLJwpgFAg7XW9V3Wi1TQ3anqCID0wu4YT4oUWywKRyApqCJBGM4Ab+KD4R9VlbG0tpydtvK3d
zDfJzzH5llXftj+K0AzKvKjBo6oMrNj1YpRFV9tmGOgJ6OE9lJAS7JneB14jieAfKFWRB4Md7X+G
3oPFxUWxOIS0SjXCwwbPN9w+gsFdQbIHJI3dCJbVNcqmxi+sL3kBUv81sU9u5x3XufehLOx9+etl
A87znh4Dx4RE7HrZ1qrVS5+ic0bpizl+j+1Hxb7PrP22FcGpurLCxYekHqZKo2hkF9509CKLLCDH
ViXBThRmQceF8Qng2eGVvJ4sJsv0zDHRvQLiolocf9pjLxtVDeLiaFn7FZwrukEl44XCpaFpwyIf
UFE65zc5lPuaXAcYOYOYd934uXKv9ZKLS+CbjH8BVQoN9Ago+XAfyekcBwQFjDVgCccpCZaq2jER
4JjIaBjYz+VeMVemuPjntYCnNy5MLerZzsfbrOiRzNyg5hUo9DXt6CHRom3nECRoVybZ6i8ORGxQ
tZt7YP/d+akJaXULvlC/s9ZQW2RckrLVcd4OrjGIbjowVVtR/Lw01X1u39LhpbXvG/I99mqZS7IQ
yG8nCszodMIzIJDEXcA4FHG7aADEr91Drup+q6T+UjcRtI3DJU19M/OnKtAdPBjKxv37FgGmjP8Y
5/odeKOWml7jW+r0bQKfn2Y82MPv7Y8nyqmujHC+6fSplbouWyHqZ5Dv+wF1bidBMct3U99T/UXx
abFvLEcSR9nf3dpZzlHxSE6WiWJx2liFYz2Eid1I9o9FpS0TnGMu/Ronagy8RJcG0x4ARDvowu5G
1uCXrYRzSkezgRNLNHKajru/VaHBZYOvg3wJL2AoOfANBkxQdlXsYZdQo9VPsstDdJdd/nmPqxVU
nT1qMeu0FzfLk7kvX8ujFxSfgWD51EbHSgmWyLvpA1lhTbxj/1sVrzuSl0NXTyYqiUrfdnddEndR
rCnOjcS12a//+P3/mOEOb+l1RVuUWB1w4n4fzn7hgxTZLyIZna4oLDH8rgW9DdTi+MFnhaq9lhBQ
iMRnNHyU21QBBCBE+x/Vl2B7UTJT3E2MNo1B2wGmQNXiG94UJKkbai2jXP7W9TdkeARroOSoymyy
f78I8Iq6tG3XwGaFXnY77QBq89t8x7T2qHc7qK+ecrO9SqGD/NlQvoaV6KmCuGhildqe9HsM6m7/
fVG5FTBoJBp4iIBMjH/wgPq1i2mM6RzHCLzTY31Ljkrk/Kz2nf/LaPz+UT2YuyzctipKNS6Ncvvo
0kkZRgdGIbcQPfaSNYmuYXAkoHTJhDEwB339lfQML2fF9AA21L9r1RkiHQe7fMLjp8jvt9chSmcu
LXE+GDuppqU5sC7QfKuy2f/ZILaaMvJAodddrIfbLTywRlwNMbuY5mCa6mC2btfuNiFQmtEwt8Vw
FrKi1ke/Qy2T5fd43+EtyhMgUT3JXMUC+qUD4GGnadPD1KoyNxD0H5kVRuoMoULgbLh3l70UzWwU
RYH22AxdQmWXjwHILPY6dLK65NcyYAp2zm7H51gmBPLxy8EyyujvxVRA2Lk9RX5tDy4F9mbUPH+n
o2Ni5GEqqT9KjPBM5nZXZ8ingWww9fNUQFAEJEDGU2xKzAhmYK8Wwzf/ijlTi1UHsKdo1EOVfMuH
Go9LCNICVtr2X/XmSUPVxJtPy5e83I/UAf5Bqw+LUkvGv4Reg4oeevIqZq0+zMEprWFDAbw42eWd
geajtT5tHziJAX7wzSi9tm6KCjgOp/Fj+pLL5j4FTy/sJSMHYRBP1ha/Dh7ENYaydbCXemoeSGft
6u6equeR3uegUGrpsZhVP1lyyc3yMUODWYY7R9kdNycfhhfLYxnIDLNFhCdY+1tX7susjHrVDaXY
ReEu2ih4ADLCjh937OZco2ScmTGoMDjKPR7TkuV8DPBYDmu+YFCNqVZyCXseW3q6prBAUhsZNNiQ
MQdZVbIShMwMW+jFfYwCGmCezEwJiBUjTOjoebGGf1oMQ64y0k2UIK+tQBxDt4Z4RQ+phBrM9IBx
SiWRVOsEQ9agyYbLWay6CegHv2MF2p6mSrCUO7P0MfTgdXg23uXD3tRfrM4IIO8YpAsBP0kCqLrk
XAlDyKV5bicJgMdZXOJggekHb/S70v6sZ2AYUs9KofnlGCo16FKGFze3ol5vDk6V+qWCeRNbSunx
8fpmhOGo2KOCxbgmuevb7So3Bk0boua+aX8lWYtx8tcck+XyTf+YF1+b4u7vOSmgDN9g1XlL93Gz
S5O7JSO7agLdURZWbulrU0B//X0Mu1wfF2Hq2O7HZSkLVph1zKdqlN3d7A9cZ/tsVS6mHJD94A7n
VtW0aqWqK9CBKkSpXFCkZY+g10rMg72fnxQZkZcocoEjEfHew9gZxp+vT0exqjU1F1jLkjHdaTXY
N+JFWWC4Izf24BT+OGBA33GKcHsfJYZ5bI3TGtRyExguWb/jkExhof2arb1FPqdAgW4bY/7/YU//
rJIPmW6r17kNGbfTlP12y3O8SP6+KFW42EUeTg5JtSbpSpaPVK5vmU+JlUDSDbyhdLe9EHGggQY1
w2ej/8CjFxyw1zjqPBanBVXEqX8rk/6uTs/dr0o56sYvxdjrRhypWR2MxtGWYXWFHw1CXOBxQCUc
VaNrb2GovXIYELENzLImNyimaI9d2AfN9Lq9TmEUuTDERZExV8yaWEB8tvPraAb2KadRN0C5RjZe
JTPEnba8XOZh7bGi/Hu6A+//EmYYQpE8aUQXHcAYKJuikek5vEi93jh5bdRYzVy+YIw96840fdve
MKEHomnJIPW4gHiaBrdK59ordWT8keKXgRbIUhzhRl0YYEfs4rIeAZYhsw4D9Y0WjhiazAJVkn++
j8d8OKYXNrirWoEc9lwZsFEdbf/J9MkRQO3jvRfVh1cI1AaxP/hd1Aa/KV63QeAG34xdE72ZB0Xy
S4Qf7OKHcH4OImMIkS/4IYZ1k/d36rRTm8/bH+z9jbK1WM7FQX3V5l0FG+1Jx/zybXNLfqS/jLdu
9qFlGNW7MbBav35UPruHJhwkdATvzDpb5jnHH4ibltoK80Pk7OD3weqXR5ASlHWw3pq+4jtBtQNi
LvHz5zpq/QwHow21T9lO29Mf67P+s/ypRdqNjn/Z3hlhkAEEh9EAAMLAcwEMJTieB8VAsP5hhBYg
jyftYN842eH/ZobbADtXEz1pYIYUxzI9G9NbC6oYejCa30DV/ksEuFgTd82uc+uuMQOWW3Pi97E/
gjJ3MiTtGaHXOpjCh06PBT4lzmvN2CsUd4ARJ33C2J5vK89dO+62t01QaEd+cmGF81utxNh2rgOt
DikzPxvCIT4Y5mmyvo/OC1qvDVSrQItHAFtNZU0hYZDzVFdDb80EepJ7+RhVTDMlxifLtGHeJ6th
+gsoV0OtbBvqN64hAwALhm+xWLTg8Rp+v2+5qGe6ST+Bkhdvc3MNhwaTRH4RkiG0jPNUDz6yz6BF
sm89kATNGwIUhSnxHOFpuPgFXEzUQJKWKAN+gRpM1teW4DzSfXEEeMORsrqK9/fPajkH8ux0wksi
RkhawVGSvs7ksxKDAyR/3vYhUYoLog+NkfowPAh/GiCzoEAEojxZ39LmpnLCzvlKs+XeSj7pfR/p
jbLbNigYyAe9K25FVqYCKzDPUDHrFniSihQAFK81j90EyvHe6PMoG8cJdGKkBD+Uve7wxM9uhqVK
IwzvKQev74ZPE6mNQKvG+jj1sfKl8uIfEBYb0C5HxdpqFvA0YK7UpyB2iMZywHwRHdwjSVsTGKXZ
O7ta5t0CxprcbK9J9LGgfgW6IoCa9Q9MkUVSKR0gpMVJcbsdqrF+3WdBr5Kodf+eyQS7B5Wp9xkf
vHJ17u63sonYYHs9Wbic9DZKaOMrquQbCWs3DBnJpnwMMEJyXsGGAuMuRWCZfw0vmK0HaXsTzcgw
wSnbSUKlcPP+2OJ5pSAhbGZEx6lCYZ42R6s6WtqNaslKe6IXKiCyyMnwnmN61dcbp5qr7SQMV78m
0PlepyUJa3f8btI1CzzQeOdkAE90WwSmWYKQclyibR8RlmgvfsCHddZjj7kQoMxryOT6mH/5ogfe
1/FnMvrKFEIBatue6AYCtZHLJNvxFflai+42ZpWoWG9ZHIBAXXaQ7Ny2IPYSYKhBAIOxWvQUr7c0
M+26ayYFMQrSMe5+ve3LXWGeU+PB/UqoP37ftidKexlk+7/muNsun4sMeG6ERDTpf7fFE2T39ole
R3aZh30vScqYO/A5GabcMNMDRhb7A8nB3Pd16zn4WoYSMA7qX0U33+XujeXmn4BS/TpXluTQCZeH
MVn024BtQsZ7vZtL7DRjl47liZR9mDS39oDxMoyAoPuXEslNJnQOAI4wagR6DvW9iHXxgmgHoi8a
AQa+atpdo9SRWnnHqpbd2eIl/THDOYizoipV5gMzgwmhKt2P4DkBsijU4/WYrW4v8XnhGWOIJTY0
6LCW1fUeqmkMrk8HU0J69Tz3hxwEli1tD2YCvLoatLTao3mVNt/6zpSYFuUGl5bZjl/sqF6kaKHa
VXkak7CzilAtQyuZ932nHOF2AfRRtg+D6AtCHE9HdxgJkf5enLiwpxVKrjcmRie07oHaWUCzc1bJ
KJBF3+/SCLed9swEFWO4SeFA5QVyUXkVTkPgkf1QyjB9wgXh+jQxq4dJA35aRbPbyhxSC4hfuzSD
UVtosCqgv4Qwl2xZQlM2BHnfaTA/0L85a6c5AyRXTpUx2re5ti5hpbo3OgD7kjPNHJyPIhhjYBOI
eAmgUXvtFZWx/D/Szqy3bSTYwr+IAPflldRmyXZix84keSGyct93/vr70Rd3IlGECM8dBJiHACl1
s7q6uurUOfo45C4oXzO3habfNP5nEQqyaE11b2lJOD1rwReIWsqloTyN/YbJpuR+iI4ZhLri3Zru
++JSzizMfKFu0tocFIDSfoU00rYtncS9S9eq90vH6Hwd0zrP3DqMxBZqSNYRaDthjDZd+yyqdvFq
uunWbNqX24dobU3T359Z82GEb4wJ0M5TsN+OgcKgZINOaG74OwQ9m81tcwuLww8kurMM9yI8MDOn
hx1ySSp3SuX39jAeO/0HJJdyfUyLxyRaCRALa6PoD34TIB2l6zkJk5U1Wd41U0AqDkN1zzy4r7tO
a25vr2nB8ejkcPuDr3yLRpdbGDH+4KWgyu5FpqE10ymaoyasHdiFOHRhZLZxNBd6TZmmAaJ025QO
klZQbacFlCsrUXzJEH02HeI36PvgJLlcjTJo42BFnFc6h76nboX+my7EdqN/A2284g1LHwiQLYBv
mnsApmeuLstDIoSuwBCKtHejbZgdIXhclWtbszLbOiPXIqkasZJIRy2FVsiWi6dwLdlcAL9MfRKG
OmXCD0Olk+ufnaRGKOBKKaP0PpFp6iovpknFqlG59Y3s3qrUe6X6IwA4E+lle6r5JxLVvb93aWn4
0klJ15oAS5URuGTAW0AuNJEuyJe/p06HOlUZYKQftfV7H+EpYKRC+SBlnu17H9XYUaxN037xrNR2
Y+n37UPxRiczi/uYB5cL+Jh5bG0WLFWhHnqvAtCdRsE+d49dd1cIp9IXaPm1T9w6O68aqM9UTok4
tqOlr51YoB7wgEZ8m5404bdr7Jpo3zWPKZjeTjq2yu+UooYgnwJ5n9R35hrPzwJFDnQOE9iAyUgR
TPFsy8pEFBp/rIDuG5s4oHeie4fYUh0GfHzH+JVodu4NW0EaHUNobX5VK9pZ8Bh1D1If2tVo7Hmu
fuiqtRfvtFdXeykr9PMZy4YqauZaYq+3vHkBaQty5m17kuR9rhb1Stt44eSbIvV6RtmVadBj+vsz
B/Z6tfStPACQFh9FiI2V77yXLOPjWgt8Yb4cnD+Fs+kdM/Fvzww1klupWgnbgvXJ746t/9NIv6YQ
42RK6MTipuzGU195H6zvYfm7Tn77QfupkUubu88QowOj6StPgYUAMTVCGEkGPMRY1+z3dLiCAZR8
4uOPnDpu/jSjvB9D47nL18L4kikYHpmHpWWmsAmXe9y6wegWk5ZBEkQb07+TtdDO+tCx0jXUxLIl
HjYM7PBJr0ir1DEw1RzY/5fa2nfFY65/GdaAT0tdAxg7/xqZJXe0cIW0awpg/khuxq7lCPEPwUwd
zdMejf5XtQ81qglDuzOV+pOP8r3vHmql3XnUg/mcIMGE+/r9QDqEtqapVlpb09jK7HOGgoli2Agg
cCy/SO4u6I56/rVfG19bOJMXVmZnMhVzrWZGkJGAfX5YccjpF87Ou8k4ODmsPo2vz0fkNamtxtoF
YltXRwZBk6NmnUrz9Od2iF7IWwhzTH/zSGQ6d16/HqBXorcPAR19QHPMbbBctvv8H2xwHVoKdU6Q
1rOkXC9B+qNXQ41cftHG+8RjCnhtnGDJ06fp0v+zMbtpBjFO3KLEBsVdAJOqE0Y7zjrsl9bm9mqW
vvmkLAVZH5cD8h2Xp5dA0ea6Dxg0yB7VAP5xb419ZyE/Rm77r4WZV7kW+P0kwcIwHsQeQJW1gwWK
sQEGIzRtZTmLG8dYNnQtDLUyR3O5HKUv2bgWmFDwrAXbQaWYevS3t7dsyZVhGeDfn6rdEPxe2gDV
U6KViA3pi2H+KJ6N5rXwmPhcyVoX9+3MzKy0aaQ8PY1mQtp9E0B72roLG7z4IhrP1VqWsFAWI0dA
+GjC3YD5nLlbJqeeOabgttO4+mCo1SfLEx9jnf6LGeovkiDumd1ngCXpV87rwue6MDzLlpEHzNG5
JOLIXr+pVJn6PvK8umarYrkSgJbWSBorTxoEQLnnlWJPHQ1PaOE3HckZR+nO6n7lHxCVkF4VsXJi
Xd7d9pKllICuwb8G568OailNFNekBG5WSB81o/Z2oZJGj15fJ9ukbMJdGcu13UQS0xMuGlAKqBPH
6svBCSACs7s2aHcDBfsXRDIDnQFFLc12MiSRO0TH+pWG/FKR7eLnzk8O5KuK6UHAaibKJHfoF8HH
0IV11z0Fll3RuwkTb9P0g21q73/UWlPowaEBZV3JQ0RMJkayz05pvARrabBb6Ycp0l7VhZXYLU/B
eXYNTepBpEQmbKxXgtpumhZGLpOsKBUUw8XWDGu718wNZKkHpTopyclDi46eoFOZ6T70bcnYpcXP
NDjUrrUR872lO1lP+RiS8qG2Qyv/ojRrJ3/pnXP2K6/YOeuh8mI3a5hHSbZt9ZWKmT0MH1ql2QmQ
5AIE/8fvxi9peYeQtdJEH2977kLgAdOO8iDwIzi858AxecyFwo9Is+KJOexJd9Flzh2pHWzPVTbA
Wv+f9maeF+ddJIwd36QO7pkxspVOvfOsu7xO7Jbmn/CfzIHGgyGdHv7bo/fsTRAIvtlHBpsLRakt
mK+CUtm60dkCoh+C/NJ41cqd9IYvv3K6N+KTaTyfe/3ywsgJZqk2IC6jdXR924iRxDCwfaU+loK+
yaHbU9LDkL6WYXmIO3EXuJM49fiaDO6dKz0n432uKJAihx/qbJdZO08xP9/+5EtxWKGsxDVNkwJt
rctfaOqFZ5QBYzRy24LPEBjsl416l8vDVh+VYWXcbikUs/XT9pNqg0G5tObnRiNnyCXcR1m2VWMF
KS8OOzNlivexqDS7quTfY6ofbq9xITecvjkAZQpnUy/h0mpdp7AxgRCGOOlFMFJ77A/G+OW2jcV9
ZGx3mu8CGz8vmGRiwTx+Qf5phN/rWp8mGiaq0mBNoWHJDg8BKOEmnAhgwcu1uIlX/i+JrBwec2uw
RcVz0mane2vlrOkfmrvuuaFZEiLIlZJ6Oolo5Te7pPBeevMJBZNWrfd96W6Vytvf3sGF5ApOK4B8
zKpPAPyZbwBuydr6Df3rvvae+pCqD2Lr5KZxTOQ1urtFW7Cw0hGHaAnysstdzMSu9WqJcQwzUOF4
75ptBl1pbj3WUXBAuWuNr3jxjqUI8a/BmQuWbh0PiQ6eOkh+jcIu9tVXSfyBYsMma5zeexpDdeNy
zGEj/g+7qtOCnOgoEDGZvVnS2GqrvmFESk03iF0rzuBvkrWnxBJ01uL1RTGHmTv4SmffDipmrQpV
oJ6lYXmHVphg8VUxboyxUWkvmcI+1d34lEaFd9L1ot+GZvvkS571KShk7UGCG2El9C6debRzp3Is
kCoGRy6/cGW0vlXEHVj5ihkL649ZPvXeWma5+Flp103FLP7HwNullaI29LZRJBBEavfYIUiY9cZG
a5Oj5On8v97LAXLtgnrUmqeoHne3v+3ytsOmM81fEE3nQ6XpqKRG3xk8FLwY5TdXbjfFgNS5mPs8
HruidQh9taNGqbsJm95k5qlPnVrn4do2uXAvjkgL3/5Ni/sOho0ak04NfP6qFJMe/XptwpE1sR2F
hj0O36JmjeV66fzyZU0JwsFJ7G92fk0rrZqsm0hHq2IzAv7YimFu2W7QhPuiSR6r5On2spYMUuTC
jyYaV27yyw9t6ZAVty3zeFWoPyTdV0lk9PlBHcujHkR3t21NP34eec9tzZxqtHS3H6dBq8qfhGFl
V9h6g2qsXIqLvosuJFhG3v+8mqeb5iwbylQz7jwUuu9Dq8h3ENaEW9833R2ccCi5Dl1/0MRm2Cq9
lG71eLQkO03d8n4wE31/e8FLV800EoVQGF0nvuflL1GyctBb5rDv1TGHh7cFcOhBjL1rvah3YsWv
kTCwXrqgbleCxNJlShoIARazsAavkEvDqVf4auiy063yp6Rgb6kPVRNuzP+Aeab+ZWGG2oR+pQSR
y1HVqy4LBDJEkmOq0YE+QbGpB2/tQb+4JCptOlBDEZbIWbwfWi6BKudm0xTgvWX9EClI/0Z/eP6v
RJ+lk06xFCjSJE9F1L/cPDVX3a6aBhaS8pkhfTtA5UtOhv8QTxBuUmD+xTOoNV9aYaQcotiWHmtG
lv7Ac+G1VnzjMFqea9/2wqWdI0ekli2/QfJmR1zOfMvTTBqs4RTOC9vIHvv4p+avPLcXt+3MzOx0
D2PaBrEJxSMdXDn443Waba113ReXMnUBaP4gNDCfPALoH9Vv+EWrfPLdfAPtnoGunJ98v71li2v5
a2f+XqRZl5ZmyvUXVOUkZO0j/pFHK9FhKRzyZKeNO9Gga3OWOgJTHnGREA4lBaqkZOPibLfXsbxf
f01Mf38WCrtBSIU6BYSZu/vUNTeq/JFBQvE/gMh5GPw1M/Nlk/yvlEtWEoO0kF4b6650f99eydpm
zUJpX5ZN5jFRdi/5pi0UheOJxkrQXP7of1cxO/cuyBRBLSZqbMmAy7H0NybDZvDG/5cAY5HccOXq
jDzONT5An1ue4WKoUaOdIn9XIuZjzD+3N2zp09MehN8MRkfKHtOGnn36TPdTL+qARHEcLeNbpQk2
4z6bPqxX3HjalvmtPrGO8fi1QErPw2Wg54M7WhAE6mSG8VPQfme+PkNpxBf+KXtvK/XvTlnAgYOI
AjjHnys8QhGB8jA6DmfUM+IxfBzNyhY9sPxydNeVX9+7jQyuweoPqZ4yYcBnfhf1BYQjKXiBKkXo
8s+Q3efdNw+urNtmrjMFKJ0pVUz8whJfaxY8hVgeR7mkQCXvgy3Ovc23khOvnKHrL4UR0nnGINCw
UefMImJmJJZVghjp4PfQxY0pJruyzbngBmiPdIcbBJXl4XB7aQv52ERXDZMjHLMG1ePZudKUbugS
n1I81LVhsNeUP0rnhjbgNkeAAidSI7sPMicah3vRffeZxjaFR041W8vU9uUpCGKRKlBMp4bL9S5X
oInuekZH187A9WG7NDOLs2oW1KqZT4/RorLDZFdT89elZ93c3d7LKZBenrVLO7NAq2uFlI4MYd+b
XbKNCuC33UOn1E4/vHTimkzodTycjE1qhzgMucMs45KKMQyFzifjSj/E8QepqmFBWGGgm28cRQq0
2RSd6xzPgO/p8vuMMg+eFsneezX8VIsbRfkWBsfw9fauzf3+0gg0BZdGgFPofi4g/ml534HWKEh/
yvo27H9LXncQFPiO+zWytqshoDebOkk/KddE2jr7UiTfftkpaKQ1/UunfRSUcmOVpc2E7k4ZQ5sc
t7f90si3WqYYjl87SVpsczOtjnlibG+vf3GTKRJOwWXi7JwdAlcIpaiu+C1BEqCWGTxkSej0kAtE
5hpqZH5Nvy37zNTsIORD10RNRMslFP19RcOjkqSV+2Z+Bt5MAK2kIIMYFMz+l19zsHK/03t0IpXq
QWacRk8Su9BHJw5CW9A/3966RWOwkQKfgBoEvMKlMQsop1DnGCsr/3OvH2u13AlesxeiOxNiyJVb
YH7i3pY2vaYI0JR25rcA7f+2jiysCcmTi3rLxD0Cr+/tJS1+IgvJDZAXLGtejiy7vIo0I5jUuoRv
WsgFCmesvzKVsORysGcwdIcyDioKMz/w/YAHjgJppjimBMQH2ttQgHo+aMi1qdSlTeORTTaFJi1S
P7OTVlmjm4eT7pt6lFwn/Zb9c3u/llzg/N+fZQCdliCo2IGeMaSNOCp7EMwbMx6OuZhtuzjc3ba2
vBokkckBACnOC46U9lDTaohVvajbCTz8Cgo+bbpWJ74aiZlcjT7/v3ZmpwhmWk+IJDW8p/QTZZXt
i7VjVP8UDMtLbrKTmAfr898VdB+317foGBBMTckA5aY52Q6VpiSvfWJR2jJSVzl+8Y+f/IrHNSXM
JS8nnfo/O2/rP0t/y1bIam3q/abQ+QUf4Jq/vY7F76RQHOVyJLzPG2BmRAZfBWE08QfnUbm1GK+0
1iiwF13vzMjMtVs/iwK54KhG6caNfvlW/EmK9MpuBOYKxZXBs7dc6Dy5eHOJM2szR3eTtOsaGL7v
y2GXCqnta5UdeY70Na/2eiYDdjE/xOInSmaO1z35NQ3lqrjLre3oy5vA+4Y2cNLcGaZjSU4VP4Me
aUSDXnShPd/e+6X7nNIMRVgmQQE/z7YlSFFiqVT2PgVcIHyTdWGr1b+EzrAF4Q66LW8Nor74sc8M
znbG7CoV8jDkdMXS3dQwrYZ1ZKfDO5Gdb/t/ZmWWCxm+aUDrhZW6+Z16CGhFByiTtXBDO3lzewcX
TweNW4YmKUFdpXaKPwRCPxCeW8P9aYHWrNbEMZa37K+F6Recnb/Q7aXaLOiAd3m2zUsm3xQUcMMa
CNPtpSwGFIZWGAGl2InEyKUhP6nMoJJR5bTCb/Sgnag7dm7jhCun44ou9O3rnNmZ3WhiFnSeJnDN
JPGxR2Y2bU/w1Jldsc/LdjtANBH/8OVXWLidoT9ZXf5ghN5TnVeHdICdIat+3l73Ymw4+z2zQ1AW
4ElrnQ3uN4YfHjrN+MRwr10Uzd5DB2UlbC9+Th0BQoaGgcTOk64IOK8utBlHzkKcuziW7Wh3+coB
mI7RVQCCSY4GiEEKNK8kpEpudQjoTRq/3Rcq2E9KUO2y8F7PNk2h70IjWOONvIKlTF8VnQggsMzb
8jienewx4p2st5j0TPQThAMdLrf4IhiNozHYmGUbVW0c6gtp4+jG19tfcMlzJ+UzlREbfVJ1uvTc
rLMYrIgBNHvCR2Fs76ys3vZIOqVis1KavW3p6gGkq0IllCJfTxqLI3IVO5qGnaV95OWy4idrlma1
ZnMI6RzqWLLi+qRYw4fYqx+EpHHEgJbH7f1b8sm/+weh5OX+WVGUBL4A/XuADHUnfCvNj326Ughe
XA8sTZM2kjiRVs5sSIafJckE5On2quqfvOohYnoxHlcRNUvnGaz9v5Zmr22tFARPnLjY+8F01KCn
hmZsLXcjlMlGqvRfXjc8xH25t5Lk4xDKTmKkT0acffTDcSuN4qH6XjXxaxQC2/bAm0nGPuq+gqk6
DGJloejT3/lCPdrM9/AEFNfSuuWDBK0A46y0LaF6v9yoLqVR2wT8/LQbX0NNsZtgXw4/JRM9Og3h
4ujUaOqjlpgn36ttUVJW4vPih0JWA4QsCRmQu0v7TdbkHVJ5HKbEjfZSaOp3bZYon5VRKh5LIX/v
HONb4ID6bBLMQizYml07IE77kHEanC+uqo0qNvquTpOaoFis6thP9Yl5XERihkonfBCyMWcKa/VB
USC3YuTD/dgKaGIYyN1mcf6JkZ6jaA6vlKm3utvulKRaQZYtJQrnpmdeWft1nw8F/N6xZGWMuLYM
Hbbye0dq3zaTEhPYPN7YQNAvP548+uGEbCPwU1jlJDf1gwjbxu1wseQhVAxQOmBwiBGdmYeOrkg+
MnHqlml9Rxv6DkDgIWqaygZeu1LWWto2RuUmuRz6bvpcnTWLlKowUup0ghx9MnrTkTNEgW6vZyn8
nduYeaBcCyncK9N66LUG/UM9ppvVnHRx06bUCmgppDbmzIhZAFHSpvopIge72PuW54LjB80uBABx
ezmLW3ZmafZ5mGZsGs01saT8MaHBE9s/tw0s7teZgZmT5YWK4oTHfiF2QTnOjgLYcdZSmLX9muUT
jW+ELhqH3BfCgxJTJCofmKuRxTVOv8XFgG2H8oEOEpD6yxOjdVldi1PBmUZoRge0HF7HNcadxS9y
ZmOWn7ieGQ0xctP3qfDaVvDE+Gs0CIu7hegg2G86K1co6baq49JMGDsoomxbVvW+Vp6KqN56+tor
4YrtlBDDW4cOFVVQBrrm73XoJbwitYDIalXQ2bJPQicIUbeRtBYASCN70an1XNHxkbrdqG79RRnc
hyYOy5PWguHKRCHZGlpnl6agv98xL37azDENoe/DAT6he5FZ9a4/1jFIeXOlaba8ARoa7VPVjw76
9LXPHmQCiqFN3wjhvSh5Gy9TD6H32gl2oXh25n4uB2iojoLR2qqXO4FOfQE1H9H25TWtuQXPhWWA
ZwSZBuNAc/qEwJBaJNOpMhilsKuFrRXJjpK9vvusXxiZpW0Dwx9q2GJkoLQVKMM2QDG9NsTDbTML
/otwoqJyNwGzIb243NPY71FT1kH5C6GxadKpw7oRcGUlWdu1JUuWTL2DUjT5zVyhz020qtQFLPE7
toXgb/wm30nGSevWMrnpN8+SDdUCIs/QAuxlIG0u1+QxUVMLNe9pKuLBRq7VI9q7mT0K1VeKYZnT
Brm3vb2NSy5xbnIWaKxcT2pNohoxZKGdu8NzrIYbL5Q2t80s7iE63jI4JVq68zQqKiWPKZmBr9XJ
nd22fnMo2oPffNC0eI2BbXFJzGLQqEZ6gOrE5S66Q2cWXkh8VofX+jDpYa14+EJwRgmdBBS4NNpQ
c94+KW3jRqs9IBe+noI2lzWnt8q19/HCMi6szBxcjPNClFI0Acp01ze9HRE26z5beZ4uWuGrMHmG
FDiY3svNYh6/kKQRdJIrUVYcn4GYm3WxkslOfjvzaxAXf43MlgLvTZCYHhzMRWZ027GLPoldqW38
kOmTQM3ibQ1j3iYcw5UX5PLiqHWD/pYZKp5l0KHfNGNrUWUXpT7YiEW1zequ2xjN+x9ArO+vnVl8
jwXLC/SWTUzz8GCln33mP6ysd4x2JegtBAgMTSqhE/0TGJbLr9WVBUPLJZg/GEQOblITJNRHOZZB
R0sSuhT+3e1ju7iBzL+qsFtNPLgze4rVlL5RgmWsE3nHw3gjNH+q2Fhxj6X6HkBvRrZAzlMTndPx
x7kPsWnFsjoENmmNQLkZx1sjEh98KbKHxn3szB9daHzxatepx6OvtwiRAwV+saStUOWvZrq28oWA
dfGTZivXLF9zqZ9AblduW55EUXqY7rG2CVaeK4uf9O/a58AQiArNYWgrYJxMKLjqQao6yl2Zg5h2
0qzxQS+VCgB2a8AyeKpfa0H7clWztSA5s0GoPzdJHN4VneRDpaTKjpAk6ZOZm2j5KF67HcMI2Kok
f1c7NXwq2tT68h+8S0dRFUwfomJzeTo9keIsHKeRVE1+EUQkQHND3KSRt3L5vCWY8/gjQdwwkUki
ZjpHwZijXI+WwB4jK9DZFMMaAo+WIh6TP5WyuxPDau+qzb5llMEV92r0J6EJHH2K4qfeX3H2pSN1
9lvmDG7KyDhxL+NYYcWrDliC32fb7L3QctbJ8/ffFSuzWiATq3I2pHxnMfpHyGxVtVt1r2hf17rm
S1iLC0OzbC/rE5/afEEj04Z0py73v/PKGZi6i+3hk5Hbjbv5466E9aWzeb64WVhXlSqpFJNwIebK
NqELkISVUySvNDhXHsaL5wW4wwQKIOxeEY7VoW55gsjXaosnAxE3ZwpIo3aUwjsZrgbhk2BsI8i7
20+3j8ZSj5gHw1/Ds33NlY77NOgmoJ27E9oj00SjAhHGTq/fGoKwptptsUbyv+icZ1ZnO5s3ZYyu
V0N4CHVbaCvbddGxXXsPLVqBQGaaDWfqfe6cMO8PVTviM/GYbbzKtK3uVVjjvluKq4x28/JEk5Wm
xiyAt1WJuHDEmW+kb75S7iNeOhXqoYLdx2uiDFcwu+m4aZMO6oSogr5r9rWgGEqEVgV/barNtpal
O1AyB2/c1fonS7xzu3brFVut+BaucWwsbSXSObzlZLT6QGFcJgQB+btnBFVy7+aPnUfrrWOed83I
0lZOFhg3ZfbmavxGK6VErwyYtUpD/9V04kuVt7s+kV9y8FvAB1dS0qtskbAFegv8LP0oGGBmKenQ
U2kWQq8/GbFDy1IQpZ1P/ltJJ09R917Vr1wPS/ZYGpeMKNP8mr/vzKSOw77ru5PcWNnP1AhKh5Dn
bXx6e7s21b5PdLGHLKxGZ+WQT1H44l5ipSgMTBOXkEzAanj59cSCoZxS7LpT3ejhx0Tzo+c+0v8J
1NE6pFH0QYTbvKlF+V5Jw/beh3jvzlLSNW34q8/LryC2wT04HRfe1Je/oksR1KsFvz8ljUI99lua
anZsFXsrP4k0+m+v+Sp2834G+ARlC+hhGm+zVLlstSj3IoOP2z8qbbiNVO0BQMwhSPUVN7q+9ScQ
FFgFYGo8Oq/qdHHq+dFgYKr+oh67B8ExnODVe40e1I/ho3AsX7Mf1Y/h+d3rwygVW2osVIivrndh
7BG0MvvTAN5vQKPVMqOtLER24q8hVBa2kqCD6B53E4d//s4dxsqEuq8eTn3U2lZxjGvfziXU0z/f
XtL0SWZeCtMXTDsT384E+7v0DyPJdGkIm+Ekh/94xZdwDXtxHT35UOAWKXlMLExX0dOitZYokTmc
sjLYCcZnBLMc8GtOiNS5GacbPyXLzw1nlL90url//+oAmE8JKBUeHvWXq1PEZoyzwOpPPPZlp/YS
4KDo5K0kEgvfiokwCoAUO6lJzFPdupeCMoLv7VSJ2lavxacyEB+yqgzROFu7jRbiGQPI1MVwDeZH
9em3nFUbZXlMx6Ly2E49bzd1qxfo3HawL2dy8iMwAvE+43McSKLE7e29vLqNwJlTFOdhAXwO5Pf0
y84s+6MRILWk9ac8bm1fqid3LPSVx/aiEYbQiFpUXzjXl0ZERcikWPaHkxi5NvKgDkZk+b0p5rQS
C2g0VwIJxPxFOki1qERNMJya+HcU1TZa3WQpzhox5kLopShG1019QyHMK0mZDM1XU4jDKdZ/GsJO
oysWx0cV0WyzXYORTI48O8YcremZpTJFC9bsct/gxqzdoA7GE42FfZJ7L+2YHAflD/LSjiw7Uvna
6GvjIkvfStGAodJaBBMzn+Dou1Qo+CmEYD20XfUJZYYNtZKVw7W0i4TbicwZOXX4zC9XZoE58rPA
GE45AJlI2OaV8jse8scmN05dnG5vO/lCOJzaiiJinRCa88a6tJaJKrMi5Tie0qApf5tJ3LQ2uDzz
/RcJozT6RLhHvOAKuzRT9bGehao2nAK/Uje5bhEzoBD70EZE+0yq5RWG/aWogXQgs2TTMAAtgkt7
Sq12lmso40lKk4OYnxRf+NmWdmlEO4bud5UWrGQ/C/5ILjBV5aZ5ImgFLw1WYQN1uuqLp1Grt740
btMICJXyWa/2ibzt1Q3dqRWTC1EYk7BAqMwvEqJmJusmrIQkxKRf+LvaQuOuhyH2t1Ks7OWCQxoT
FQzNHlj2eIVcLm0YDYpYeiOe3ErKbXcI1W9ZBl0w1GjmXojV+IMIyeH+tl8ufMCpDTJRr0GmjmfO
jOpaUKWGPJ6C/smsmh3UCJHEHKir8WxEPjA93La3tJnn9mYOk/MGV7UUh0FWJtmO7rberwqcLG3k
uQ15tqYhNks3U8dTq90Z8VNXd1tL3uvxQ17HK9u3EKpAQUz9HZDZsOvM7i7o0Yw0G5LhBI5qj1LH
1krabdm5K2Q1C7vGE4poOMHesDbbtbovoJ1V8+E09FJoBy4MEuI2bNpTna/1NpdMwUKC0Ck4XRLu
mRcmUVSi2Jlyh+VOVEevgpqItlbJG1PzVrL6pc07NzU7WJkxyEojYSrWnqVIsrlZ3HElIC74Ang9
2nDotU4AxZkNjeebWIf9gOZBZkvqB/Vn04KHMGCcXXkQLkR4QjsNAwIFutbqzOsSVsDIHKHXzRVb
AGEqj79vn53r8g5PRpIzpA24tCb846VjC7UvS70qsRgvf8qCj653MOuXXLwru2DbFj4cP8dIfLlt
dekrMRRF7MPvCLizexKfHJPEl7lSmDS0hWA8KEoU2J7XPP0HQyptCr4X3ATzsxQqoeJ1BqvDHTy3
2IQopmhWuL1tZXkTYdp5e7xiZ3ZkTb2D40HgO+VZuBmEP5H7vdsFH1KnuWuFx2ENJbMQYGm5kN/i
GdOtPDNXexTkDCEeTyAcNp4IWDWxhYi5SvlYDsPRV4SVBS4c4EkNnLQJUpJrZVFXzEY/rnLk3XoN
MG6WvQY+gAkXjMUuH+WfK9s5vfNnCaIFwo1BW3RF+Xqz9Vmy5xtNX42nolC7o2J0zIbSNXSMqOsO
OSNT9qBCCs5wtnmKgl45KGKQftCNWIenYbDqU5SsKjEuHEVa7yRBwJ5VyoWzoyhLozAgMUWy1fgi
OaoVOm2Rr43qLxwMrOBBEE5MjePZaaR8nHpe0Yyn7ig+Db/WSCAWMh2msylCAn4DyTUv0iEq7ali
Bmez5Br70mWu6NmMf8YGI9NuLDLnUUd3Sp+tnPaFeAlBGRkIbDa8Zua9O6EhlOjGwNbpve1W6aYd
npOUq6BCGW38seI80701d54za/M2Vlc2spqkLb56NL4Un/vATnfmZvhiNk52J69ZW9xRajr8IcgQ
SS/Dp9sX+HDFjpZGfcpl8cAE4aFw9Zeh+cm4rOa+MtX0oFRwRW2K/FSIW7kL7wuGgy3PSbTnRPTF
Q4AG1+1dWDqwlC4NsJTcG0S/y5/lj/rIRC1+pCjPiNCHXWir42OYrC3/erORfGfggvsJLnZErC/t
eGapAIAlEundq2p9MujZF/FDVv7RpPpzGKiOaX1w9aPgvv8NiWHadSrrg/NSnHzu7IHvJWMTGVrB
V65+FBaqoqS3Zuvo2u/ym6/ZfrUGHL3+0IA4SGC4JSHyuZowGUS9j6OiJMkU00diJA3Yhi+Y3zcy
4xbdXZhLCBFr7yWIgdQPsxOCZEoE6EpfrrOzxi41akKhHv+DRG9tfRqDlXB7fZtM8BRiLQrnU5di
tpVlAz2Z7GMiS7fDEGyGTrFV67M1jMAvs537bpzvtCQSDoYbKXJdURmjDF0Jmko4EGNZPmQqnV9e
MP43KQ9WCjTX7fw3U5A2UEyG+vzqmTWMas9VMp7yn2mR7hMB0Um1uocnzK4LH7kWnpReyoCVD4v9
Y1cXT3BS6sgtZI3X0u7vHDWWVp5+S46Ew5qcF0B4/Hf5RSOKSZKfcJdKyVdmTuxh19ATlQ+Vd19T
aHx3Psy7liMKCn2CvcxLpqNXmHqoi+PJzR474Q8Dis1aE+36Zrw0MVsQ7ZfSjVSJTe7+accfyvvf
QwwDMZVDC5JJP3nOCVknup4W01sZBPpOUxSOnt98FozgvYNHOAudToImJUtG5GexrG4YyY68gDc5
6GZ934AzucvLR+RC9afb0fn6Qry0NOU/Z8FrhMRZUwosyb5sh1Kzs6xgw+zRafB8VNRWHG7pfJ+v
a3YXqFQPpaHFWigcf8u14ymONmxzYX97UdepC4uiWgONFaqStAAvF1UOWqLV5uQGabhx43yT0/7r
hzXGx+tG+PSZGJChbjJ1VNRZROxzrSSHobogEDJ0yLsV1FT9IbV7v9h0/q/UKj9JfY76prdXIBiH
5Pn2Qq94CaeYfP4LZg7P2U1d0hmugjrcCX51P0VNy7OOQ7TjFROL9WfIv2G73cjxNoKXQ1yDnC7u
Nfon7POkxjN/gbpNpXZtzR6I+aMJ1iDT7oU1ScFFGzCSkUZQhaMNevk9NaGN87ql4qF339PxmZmn
1QL6UuTgO4JmwF/ouszOQSemcMmqFlnKpj2Ur7c/03UKxFc6+8dnbp+ocuWNJv94LRyj7Bmp+1Fn
XnN728riUQaSRomNHIiCwOUuyR7tyjxwyW3Lg5s5mnDqMjssnabb3Ta0dG3wfuWbT/O6QHIvDYmD
4Up1jiH6Og+CP36I3eg3s/2fFfnguu0LtNdIEGQr9cMlJ6DMwbEmgkz9okuroRC3USdG/0Pal+3G
jUPbfpEAiRr5KqlmT7Lj2MmL4CSOZlEjNXz9XfI5p1NFC0UktxE00Ai6tkhubu5xLfVUZa2XNrcK
uS/RH/8PSzsTIuyhqaboozFT9TRy+rWKgFY78i2gCYCOSzwnI5vGtrcFkyGvrdlFxHFL5XJhOyCC
vU+mFsn6oYa9b75Y9oNV965u3GNn0xTxQvNyfZFrO4mxLZRXUNpD2VkwGiSvJigrpNFufG2V6KSM
7Q0otQ7Xxaxp/bkYYVEljbu6jiv1lJQbk3tFekpL5LO/XpeypoxoFPiYosBbKdrgiGbg19Ib9QTO
Je0OHMbWtOWbUPHLXRRLzO3qxi3hKiqj6HsXO1qm2rDqgeD5MglyxzGgxNIXiufl+opW942CdQSt
B6i+isNntC/rFqMR6slJwD+Xuly/t1Fp45kk67q2GsDVAIQH6aKFx+jyQjWhHqVNy+HMwEgYcelq
2DAt/fH3qzmXIihbU+pF3ceDehqCvn3X7Fdl2oGS4R+ELGEvsodA6BVNX4L2TZ6DleY0keM07TrV
C/td0ks2bM3AQsFQl8HMHoqgy4ae+UoKTr+aJl3F5OhdiTUYfQtEaY+C8VhemVwszWXuQFvAlEEY
AouHAo2QeCpHggTXqPDTPMNl7sYsBWd6Mz5d37jPGBuoyQBTeXk2oAnAJLtcE75dbdIp5Ke6ONX2
61BuQ3YqqxuHfFO0r03th+lxejcehnRXlKcEUB/5dOM8Jcox3jMMJmVu6Bk/9N5vc8krs5LJvPw0
YbvVqW3piCnSE3vjh9x/nHfT9pt6Y367vgVrPtTFFiz38exY04wCiTKGnA5IBfPtEKWuznybbkr9
ELcu/TZkgaHv42epPflwXD4f8p/dF17SDEevDxyiG3ZI1IMe7sA0GEUuAeVguy/SFyPxtFcltt0p
3IaFl3xhykO1BVRNA3JF+jhbyLZGN9l+NjaEvndk11jgvb+N8D8zl2zj5/Sxityyq/eg0y0dDG/P
bigDsP+AtLi2DEFXHXvgjc4pP7WYe0+OTQrWUc0lw3OnWW6GSottuynyTX28nQcvnt7ZbVuwbaQ8
JukuQwd5yg7O+GpW8cE4mdGrVj+UpW8aYF2sDEzE+fmceWbvls5zqvxuh8hNgCqRSt7+jwrktWUs
T82ZIljxaNN6jIaTUT6gOAhwylm3XJD5LeAzs8s99hz/LNzmYIf+DHvZl252bzLAFALw65SjRybe
J/ad4mXRy+T4nB46HgNR+StTvdo6dfdJMB6iI9kYQHij/Qab5uJYmqNWPIF04kEZPTLdG4FDgyJ9
zpS7Ud1V7vA0fq01N8nu+R1QqhkBmQoGBgFNeE8LH2g3NJZsxErvEW4eOpsAyAT8TAx6X25ENTlK
OyLlcAJiFlr+pqLdWE09H4qaRZ4zluSUMsCgR7p1D7D94UsBLGdvHCfZoPkHot/liRCg6mKqFFXB
ZbxDuB9azuueD8lwmqEu6MH0NJN/4ch3I7PqzU13ct5rG6S9aKQAAdAmp9ZGVw8UQOgmddNB34ym
OyHH0rlKnnj5kG2AMbZfkr15nLm16ta94nW73mr2zpLZx5ysU5y61tqrlsR9la5F2FTSM1JXNEZf
o3KcwAv5au4VXAt2r5+ibDNGDnpwN+O4p72fgNy2iJEtRmmSHTLtPr3XbddQ9skm4TuWeSHxOfvF
tvERCUZbD1jv4rlwZUR9nz0RbD+6z+DsoNiCx+hSD+KK8UG3iuH03Tg86A9/bXcvf13YkESPEVTm
+PWwm3EWzbYgu85B3zrzlmqGot1RPm9AVPGt12/aKkLQFMtytx+D7580DNM1NqYLoWri++ekTaoW
fTqgo2S6V1TlAXhgLhviB5aZxzKZgQrfoHkZZoyhYDARX629MMx3jNDH3pmfYj79RP7uNgY8s5vz
9pbX4R5Vm8cwKnCoXqLpfoTZRWVLR21fzsOm07e6c7L7x6FEO7RteZEiub+rx4ZOMIxNEoqmHOFB
q1SdFwC+Hk5NWqAHMvVZwVHs2ISoeVw/w4/A5NP2nYkSNKRqNAMces0A38F6bIB5a43oWWFWAFSQ
Z91M/LxU0Pdt+6o+3fIhf+VZ5ZePXfyet50LtJk9d1S319+G5qiDg4+Y444Ue8lXfvaloGlLh8EC
ZeugL/1Sj8OIO6yN5+EU5Ym9nRS+LUut9YsICMHAo04BeR7eoWccNj8zNr1iAjDe4CmYNSbq1nmp
eTOoJXDx+n5bo6FkawCGAjTHJcAnxrLcJLXjwkoWyLPMFkLGztq2xOgery/jE9sZIBjhpKEDDw4h
6DlFOCIMPgCRg7bDiQH00SYAfeyBE6ow82DMfNeaB8fZjdOboXg0vq1punWoW2rD1tGmQwVPZsje
CKhCrn/V5/iLoLsGRTwUQTBTKLKgYkJOW7Z2OA1O+FjSXccCLTK2fVvs0ZZa81M8d9vrIleOEyIx
B7qUJuGyksvjHGvMG9NMhcis8eb0CPjIf1kUiKwBh41XBQ33lxKqzh6ULkf3ewkHII53HbmzSe61
fJej5twf2STpy17uiXCP0FP5R6CgoRiRLE3GIHAYN6ATcDBCYO4mc8NlN3blbcd5Iae8wDSgKif2
YjdUGYd8xOZp9j5l6R4+1q15By7C9mfzlefhNtIkRmKx45/X9keiEAGGuRMWcwSJSbpvPfYT/eaH
XtbuuCoELssCrYzedkfQiT4yMqC+a8MJqMduMX2nobJNikc95oe++M5lhYBVrT8TJyhIaRRzxWKs
KT8Mt6rlOfftQUnd8thKFGPFlgMy8s+6BMWYiDHV2QRBPH0mrIA3+stWbgDSJblTK9EW9OJMkBBt
9W1uFbYDG6m/Frv+PfxWePpvA/Odbispbqyr4Jko4X0CtHiHGXKISh+aB111lQ14r3xr2xzxgNiS
qyzbQOGFmpF3rewRwiaveMQY/3APFInr9mglgrzcO8GTSXXUFuxm2bv7+IF3bveDv/R+fFS3/QEN
bf2LRN5yYz7dqLMNFAKVLDablsGXOHVbDAfUz8VO36k3sascwAuNVorr4j7niS5WJ9btynqkzABN
DWoMe97ftSN0UdYksPa2nauf2LyQ8L6jiYr7CzKjOvGKfRm75ezPJ1J60Aswq5yUnbNVXd/mm/i7
5JatLhE6h1oOGsExBHxp75UxKUslhPnFNMIxb2HpR5DwyAYJ1/XkTIygizQtikRRcJmj06z77L1j
/ohMA9/yYUvjyJtqWP54A3wrT+ICyRYoaKitEC1NlyfTyMDHuYvNnTNPEj1ZmS2CoiCjjGoYgKYw
BH25i1XRR2nHCcKF8mDs0hv9xHLX8tL7pnOt3mUH8GVxVwmMv2YHg2eEQBUzYwu2/gJIcim5A7pK
BvwQqCiyIZzM+/6VmmxjlycnG4D6iqmj6hsw07zBkAH6f/Sci5dxAbDBhOMyXSLGqPnctVUXmnje
6jgw8l1rvdg53xnlzazemzpAZ6MfjeEaKdCwyK2WJL4Rnfp2NzRfpuXj6DcVdJPG/u9BYrEpwChA
4QXzQ+gHEqxEmDAOiNgcgyfJYzX8Vubv0/D1umn4DOJzIeNTk1hKkrhD3814Sm9Maw9svW1+iu8s
d9wDbiqwntzhoO+uy1xTZXTIY3oNM15IjwovoqqUdlRpWNY0vrXkbmQ7ww6ui1hzJs5FLJ9wlgiy
dU7qHhNYp/DZ8OZ959K78RjLXLE1H+JciqC0JkClEHxkI0zek00z10qV3QymTsPaNeqh7fZSMDBt
XSQYOqHrCxe54IqRaihKoEqMJ4BlbNg+2qC8YN/Vt+aRes2eH8ej/ZD8mLfWLrrXD9c3dVmOeE9Q
M/lPtmAd7KJ0zHkuMVO246ieYDrvaD1fF/F58H5RR1T9lw4iAmAdQUaBBJBmtJDR+Oi33juHZNft
s53tVTvjUdkWW0dSEliU7dOizgQKfmChZsbYVRA4eKMrQz5a3bGzHxc0vdWLwU67AjtWDBhxr++1
8Ues8DucoOROfXQfXVuHoPHgGZ3CkWMdytO2fqy+tJvoDRhLB+46h3mfHGs/O1qH+jDu8j15Te/s
b+HddGofJK7h6t1GWw1gVQBvimm9y4tH0tDoSIYVm0D3vssV09WqUvZMLWfyaa2gOUP0CFGqWL52
0I9Y6cuZ0W3y3D0ZR2cDwOl9ctPctYeebyU6uTzq18QJT6+eWqDgLStMOf5u9/Spw83Tt8lGO1X7
4WF4je/ytyfkfyUP/qrunC1SMP5ZOYPPnC6KCbj+YYN2Sa+ov2S9JIknEfMRVZxZykIdy55ZEMOd
vdI88fl+Nu4mWWZ+Lc2Etoz/jkxsVAPQO+Z7bAYx9b4ofGdXHazadUsfbBu+dmyfDHcGgOKDCaoi
PeBH7ej8/+2n6NtMEQO0Wl9jP61XddzFMVimmxEwtpJwZfUGfEC4YgACDSfLhp9tKKZFVcrabjzV
8w5NpKhjT7KB1FWbdSZC8EILGwC8IRL8p5Gm6E6907CVEp1f7OxnnV+AaP9nFYLOs6Ti6eRgFUUw
1G75zSRuXt6W/BFdc++WiqlRdMxLhJKlXn1NqKDyFhijtLzDupA9j1z9x3wzvTm7Zg8UvK19q/6E
w2v9TPdH/RvCCaVyZRANK+1geH3+21h0mV+endH1Y0bbBh8w3YNu6dh61i+jctsByRwXk+9vvQzd
87q2ICN2KXFqG64mFfYZkBCg/k2STdtJXrh18wVV1Gwbl4wKR1lEimU0JsyXg4kO62sRPdUPwBp2
pTX81bQAbvF/koTzU8N6aMMWVyz7OhyBhrslh2of7isPOCX/ZJThfIGLFK17yPJdblzYzrFq9T0M
CvHvde7OzNVfh7v5hUaudWMfh19W74U/mY9It4w8yfVYfYHOpAuXPArj0lBsaGpaeCBxYb8pUn6H
6D0jLrKMzlP9qy2lxZzVQAVgPf+tWbj3SVORmqPlB33qqGzS6AYEXXp7SO9HXfWcvHGdKSjpIcpf
YusHjWOXZttwOCTdzywqX6LyOR35XTfp+0k2RLSc7Kebe/Zlgo7VAN9iRrWcRvNiEAU4SZvZdsnP
MgmifOFhk5iK1Uj1fCsEVWMJMLlnjUPVwK9e+xpe5do7oAyP5xKVHrfc31SFn3yhB8nJrxrGPysV
cylaaKTzHGKlaX3IH5opwijdi9VsI/6l0X7V+XeuweVygk7aa7DuG5+JFmxFr1AMSqU4fjUIb62g
9YDm7lWbwXfc2h+PjUsklmP1nTkTuOzF2VPWgcc8CQd1PEUO0/xaGTGVGCq6JHWz6oGcSRE88IRo
+UTSActK9w1xNcQWNDsa0kh32Z4rOioWCs2JZVnUL6YWyBEHwr8V6n2vGW4aunplLWV5ptzrE5eo
6qL618QKhgo+j6FOOZYH3KTMo3fh1tlPnVu/XFfMtYcEM9mgR0FRxcJgyeVZFWETp3k3jyc2JZ41
7jjooQcZDMyqEIyrYHgPCFeQdClkVDRWpq2OyJ0caaV5dRcQUzYcIxMiWLmYAU4F/OwIcfWvUe+4
qnXoysfru7Wm2ebZQgR7lVYGj1oCGU74FKY/FBC9XRewZhDPBQjHMTQD5iQ0CEB/lTN5Pbh3qo1V
HzAoMoKYUkZlvboe5K4w4IgiOIYWLw8mrVqt1xjEVQfFk0FDrB7I2Y8LBzLGZpqxHj+e7VESfFUk
EchqCmoZFvq/jxcOY8lGjmON3ye3hRuM9yPoidw6SN+0IPrSeb/xH9vrp7NqSs9FisfjOM7Q2Roi
yOQZOEBozAuPnV17fWH6TguEqPYdcGfl9FTVDVoEVaCrNr07Rd8k37FsnWAcMIayLBxJPopZ78tz
a8LI6FLbwIXKk8L2uKlXb46TxMeUTHm0MXLTmtxkUNFUpuVq8RTGlQH0ilTTxkPW2HTPMaec+yAZ
VjPAshXO0TTL8aYzaR+hTayS9fGvfe8yU4rTgq35NAPlpE6udMOi1i3GhMu+UH6yus53JALhaxmC
AdyeddkwyKrQxdqAVQpDTmLBcySjmgDxHREVfybDG20PdWUg7vlVGU/Xz2NF05c5ckQASIOj7WL5
+7MHj4ObJR9ySMpG3fCNOrb2KWmYh8CASrR+ZVHA7lp4x7GfGKkSTj7SK6U3VHTVgvtFrTPMc87g
AfZD5Xayii/Xl7XyBKHZFc0kSJUsYwyCtk+0McLWCNF4z9UXZF7RakXvlpE8nd2p6ewDSCO4LnHl
TceIFagAF9QJnYrA2ByVIoy3ayomGWi0LeaM+g7I7Q49IOBa8Jvs/kHcspFIKGNsVozt49Ip2VCi
e5gCMlNHkUTpjF2mOu+g6pU9TysHh7mkZZZFxwj7J9TVxCnAqTbk2slgIcCDGy8eZy/DJLtlzF+a
TlZyWjs7DUB6aBjBqBDm9C9Vsq5i2+rQ0A4spXmbTPuubaifpMrGiexja5evtaW9//1uLgAv2En0
lQMg9FIktyNVDQtHPWW/9UL/XXQ16CZ+ggn59z/IwZGh6UTDLLyY6+2Sxgajba+dyuy5NDIPg+qd
5rZtLYnWVm41TAciX4J5iaUb8nI9GqnNMus4gBZZ/GrTajvMpg/4U4kSrhXgMT2M8VpgNuiISoWj
Ym3WWmhI0k5EqebANIvOLxCFbbVRGzcO5fZmGrv23aGpAphcHh246chQH1e0c6EIXsCwwC8FS325
1p5kY5SgVnhy0J7aZXybO9XWiaLbjpJNnP26foJrEf+FOMGyaEbMDNBXaCc7Vb0KRcnKrn1j/AET
SvNsZ+EBsozIG0trG4OI9O+dLEgHzj9aHNHbaAgB0ThpYV0Cj/XENObaIZ68OdwN1EG79G1V7XLV
+JUrlWQIduVC4r0G1s0ydwNCHkGoA5zeFruvnYoy/gJG3fKl5PpBUb8wM9/qViXpOl07UBN9jQCw
gEBTvP+OVsYh5WjYBbCTX6ZoLg+rm6TOtkUbgVDVDCUJ/LXlwXHFlO9CMqSKKLYkm4nKrIKcotib
VVRC0Q4Y1bc8AnJ0c5OigeW6Cq2uDzQqGAsDEDuqsJcK201TbzHUnE9s7t0F+JjemHmyL9CVXRAZ
ONfKs4SJnP+Eicluax5Gp7Zbcuo5Zn+4VmOgCUFtkSTxQ8dlfIqC3XEA6IP5ayQUMV26TI0LmgJO
+BzQq6UeNEbnxem9jezQMH69vn/CeX0IAaoJXiLMCy4Hdrl/qNzqdmg0euAMbzYN5qF1o+QmCw8A
leJM9a9LE07rf6XBiYCBATDRx4z8mYOktk3NbTLqQTYnijukyYb0ebsxEtuvUECfOy5JQQgn9j8C
MT+NP6BSRDv75fLoODagStb0AG11aR80aNQv82MEKMHrCxMCqP+VA8uJ5OUSPgt2UwfDXc5g1oMm
1XtvKW25eqT1u+tS1lfzR4qg7FUymGnCiR7EqJ6a7W4Bkxyj2gX383VBa6qHGU3EFuAnMj9tW94W
dZpSXQ8MRfUKNJcnzHSBnXFdyvpy/kghl4cToY8TjxyWAxjp7ZDdYYTEtbTGlc72ypYjKLkSY+iS
GRAE7cPQxmNcf3VsiaFd0wAgfC43FfgGWNTlYuZpTsxOx0Vq0UKMvG7C7zMjl2H1rV1XPM1IWKNg
h5lHQZ8Z7Yele84IevrkRPemyvgjBTh/RfhTpOjAISLjeLh+TGuXFlP08LOQ/scLIqxMr6s+5SrV
g7JpNk7zHiqPM4oZmBzzQUG0vS5sTSfOhS0fc2YhnHBs87RSoBPktkq+GdUhbrzQlIBxrC3JAbWf
jXZwGFeRUkjhAE+yWGIEAMD5ao6bGRMl5AbAH/uOyPCq1mQts3UI0W1wu4pHpud1ApKrwQjiLwn/
buEFjPRfRcc3aSXZuxUVhOotgN0oaiPYXa7B2d4RI5oMZ0ytIArn5oAmX0yX5GACv35CK+tZrByi
L7QWwdQJt7ZpHK3pAVYdRGVPgHNjBlxrPNSAAZ6GXJiZRK/XBa6oBEaiQYYLgEo0eYnDSOZsZFaW
FnZQ4fb5Cuj/PLs2T5g5x0zYJIMzWJWGSjOqQkChI+IT1WVDy1gLaVNnxoWHPB9on0YzH3tvJLPz
AwCWsS55PVZuNeY8AVWBR3FpQRTset8n+mTMeKWU+lYHJMaMob7ykJbOHQvRPBc1EkVZsYfgZwJc
OyJRTMuKA8Z1gemoojX1IAROkMXeinj05lGWVFzdyTMpwptY6t1c1wx2A+14Okc7JRzsgaHU9g+v
1cVyhO1L1TEzU0BHBJoxo5FYY2/WgBSgHdbSwbg15bdxVMgiwcajlHZ5xWp9iFmfRsDs7cadMQfK
lDzUEceYQA6GgTuqY4CPuTV4cRqHnybzXh98JfLieD8XQPura13i/y5rO8sALo4HsUEaAVwmtPgB
+/nyg0pSNGpYhXowU8Ro4e8pJ15yB8iYOQyqtgCvyxDt//4+IqBAVIEUHqZQhHMda0Yyq6jMIAf8
jQ0iSZ49FdN7jJLldUEraorR/QWCHK4G+rmEtbXlZKsd+CqCSblz0DUKDEhLEo2t6OiFCMFkpvNU
oSDRWUE8z8nOKa1DpmYcM8+56cLaMMmKViw02HYcQLTZJjKEIjZjxIc4JQ4gnwlLohOdqsLVy5BJ
LPTavn0gSy8dTgthxKVOOBN4vTqemUHUpfDmgRzQJMAQloXPK3dBRw0ESof7AHMpiGktOPETmCCC
2NikNoYv0bE9g1anN55V0EJf14UVPYcw+NeImuH5iEoHEL0eCMGNGSCa3bGo8waAuDc/yum5zeOt
Cmqd7Os/SAQ0AhoEAE6I3ofLXQTze8QNBolTRJ71OM6OfaE/t01nozkcDNJ2nsQHPimKPwPp1b8u
fOVF0EGuDDgDvLOWoQp6WU5ZFCYpMwPL2Jrhm+4rntrvh/6Yymap1m4AhsaQk8dRgvJdWGYNNylU
lQ63WdHdgnwf+9jNw9bLaHB9SavqgpYmzIkhAATg4+V+WnQYkeIMzQCDVZtOfe/0N7t57ABOM8hq
tWuiYDNQhdF1GwQGguGgLYC1YKKsAD1at3Pkjp5FJQckZusWw7uQt/4nQzihzrHTXMtKK3D4tE2H
+jmyABXQvLOy8KouBsH4uGuj8CFNZCZ/7cRQQUUKfEnpIoy+3Mi+HIeI0dkKCgucJLNu+2QIPbOj
946W/L5+aGKl62OZ58IE9eiipJnLdLICi4Qs2aGSoqobEDBXNzbX6E9tHixARibWA834kWMo6lZp
++z7xBVnG2sOkjIhdDzy2ozQl+vftroPhgkcT4p/w72+3Ic0HjTkY3IrCGv2c+q+kwgAAVHxvQil
XL3LTwmvLBIwgLkFSt4Chi3obhrW9f88EyCIc4GeqWh+WNr7rlO8WXPjsnZ71r53Y7El2tv1Va49
GaAxRYYbVSVAFQqrNJJysgDqZAWYXd/lg+SpWNvD818XnHkzNBXNyvHrwJwAbkrm5fMuf76+guUm
iJuHfKeq4SZietUSou/OmdvJAYpu4LC7CAPcIzn+S/SNrcFlR3gKa/lpBsPMu7xUmR2ExYlhLeBr
v76ItY0CWhLAxxYkUzyql8qWTGNka3VtB028YBlN0R4EG1KAmbWtwkvjQJ9NjPzZy9+fRXCTFbKs
nUYLiapdjMGuJynL2KrdOhchqPIEIgNn5BChKtHOdtCFRJNN6ACzIt2QOvKaUT0kzeABQ/Tv0z2A
aVrCYBCP4RIJ/sKQh0hcLHaLhZsmpb7W2i7IfEnPJbZ57fE8EySmaWnOlYz3BDYLM88lB2bEjaIh
Iac0rlpoLtUlScbVUwP+NVLDMA+gb7o8tV5vJkerqBVUlemie3cbOSGag0tJlCgRI9axtW7Wh3SG
mLixnfui1YY9CLp+gqdb4mutmRygPqIJH2EVILUEk6OAu7BG8tkOOjtyiy71hkaG7bN2nTB+jP5g
ZGBAJSPYnWnGxGQzR7AJSuWRoQWLUVCQ1O2kvD8rkqBuuLIAd8fhiO2rUzXGqNUpVmCrXwf423Nz
AjQN+DUlrv2Kz3EhR1CCsBvnvkixohzwMM4jxvjc3i58mwST3f+9JvyRhTZjwQOgQx8O5aJwaqe7
BKNWTuo5xv6vLd4C+oFo5QNhUowi5inmVE3xNMBQGD7TywrQlnPjac3Uug2xZT3jK1oHXDXAwgKR
F66NmEKnneaEDkHipe5+oofLK7Wn6wtauT8XAoQTSiMAaYUGBCTatyy/a3UMmEaH6zJWtY2i6o10
Ffx2sa04K7qorabSDszuoJm/0ZSRVEGL9oXrYpZPFZ5ULOWPGMGIG1zXlKbHUnIrCTdmAzxC4G1w
t2Ra4rXt9Naz3jzUFqNPcV5JzJ1YtV18QgNRMxhc0BGCWStB/cB/HIeY43ICE+0ShE/7kgPR+xkR
pwsgvn0cP5HirTcfudFLLpnYYf9JtGCaSK3Uc2JDtA6Zmt4dm2beaXHm27BSP0ugJUfhuIl0Y1/S
/L4Nc4kbsL52gkYKjQAwBt2Sl7Z+yEAMVfMMDboAJOrH6AjeqCOSIICpucFs6YlY8SmtKmC1OeyR
Za/Xz33tjuCRWbCaMQ0DMMxL6XVuZJzhtQkIbwHumpPMS1RV5u6uvJ8oBVK0wkCFkalYTN2ZFzLP
LGdF3TgBPEN3bL4B62k7GI8pcHmGZDv0v68vai3GQGEBGHTwEZcBCuFimhiQUsZQdYAb4o/jU+b4
jAHAcV+p4R5Es35nNf7sfFH4+FzVbkNjIGvJCitr5hvhHBgvQXez7O3lmqu2h7Z2BQ1uo24bqnve
eI7i57J2nDUxgLNCQR4pBfTHCL5whuYxO5qQolcGazNQvkevzKaPNpVlHSIisRJrxgjzNwjqIdFC
X+/lmuy+BtXrYFhBPlYAgSlRj8xb3TwUpLK2BBxdktu5ZmCRQ7BRmkKHH8qGl/KmSYmULNERmFIM
96hmpbvI6QM1LZXRcq2ubEEvRf4abWkir4IDrEeTcqxs4h1ammxABAxMc+voJk4syTsojhV92Bzz
TJhw5c0OpL0tPNoAdIWAVxim3NpXJgNqnQIaJh/ojNzltdH6epSwjTYWG5OkGCfpyBcWMhUoBmza
DnpMvCG0tQf0h9abMa/1I6Kicq9MKQblExnGxpqlWLYGlU2AelgiRUiMgq3aAK08qNn0DOCZA3ZL
8g6si4BjBUZPOApiISiL63JyECsHSW69V1r9fVIn2UzX2n1ZuiAWxN+FNke4LyTK2rHrTOy9OXh5
qO2cvj+NTuhFWgNQnvjvZgk+jho57SVIQQEN4Z6gwXlWJAD2soK5GLRbU18w7iY67AwwK/7Ix5EH
103fmh4jbEX3KXQYzSvC8mg/tRancE5jwAyZEzr0Wua2AEek5fa6pLXDwn0B0D8WBpdOUOJCQePq
wBY3mNvJdqK4lpZVy5BCVtcDp14HqixCB/HlqFpMSVjV4mKVwy4jDPiHgOmrEIXlskma1QWdiVoe
sbNHyjGTRBstlCHRUMz9BCSOrlNYsumLNZMGZxSA4CaxUPIQXB2ytFtEoNMKaFgRV7G61o3tmQNY
K5SFRDJRwgkNQ85RVV2cembthsJy3D7BVFo+zhI/eC0FAK4wtPmjhoVGbJHzMsS8YGYZKYKv8iHl
vxW78618l4/bxM6AN5htaPIQyWAyVlUD+XvU2+G36mL0OmnAoaMphJoVOxa98dA47MGIAfdptY//
oOvwJhYogKVTWFCNuA6HiefI1ahGfqfHKAmqfzld/WEoEB0vQAMLsatYse3yyGpoMdoBr7vDQJtt
GkZfq1i9AXXEj+urWTOBZ6JEbzsfnKyeHYjKjPZoWu+J/kL6erv0X0s5dNYOaSEDwZ8F9kzE0oaf
wJGkcexgYJsIMMcFsI03uawhXyZF0PRZUzGTDscz0IhbzY/V6CN/XbHt9X1bk4LGTgvdrEAJ+QQJ
gzVqlVbA4pG+uEmSI4l0dxprT0Fv1l9LQlEKFg8YK0vUt3zJmSmKnNlRtCUeqsDG4CHoegV9zMbp
isJ1aC0L/lf0AR4k8oPI4kEDxWxTSCN90puYBmOb7MqZwgPBaXqTwrwx698LPcwlHtCKqTUxiA5t
15ECB9ng5fpKdPPV/choYFr5e50UQGcaFRkzyEpIi/ZU+INYEVD9HEEp2qIxi2HoaND0HsmBsQvN
AGTlXLvVd1Ztrp/Yiq018c+CWgiUIvgulysqNHgVTtLTQEvnylVTErmtlXypDHN3XdDaYSGRZiCu
WMrl4vsR0rieY72hQaq9t+WRNsrWgrCcEc/WX67LWl0U4D4XYcCYEmmT4ZJXGNWYaBD1j2hyK7Xb
TAaAvnKnljjtPxHLcs80PUvjBJwQHPtGDQ+Fkm0EFGQ1Kv1kiCWXam3nEAwt8QvyqnCxL0WRMSnq
ocZquP2Dp/qRPTeYUJ6X+SZZQW1N9dCngvqyhjLSpwn3vGEW5ahmBTwBw6QX15u79Oh0AF5GRen6
Ga3lD4Dq/0eWEJNNmdNEU6NiB3OvOM4/0MFJH5NDwt2NAmQuGcTQ2oH9EQd8/MtdHKKJMQWUnoEN
dJP2ROqb8cVSf11f1Pr+Lei5aEJBvZpcCsE4g9I6k0GDYfjeJl8147mg/tD2Lo3uiZH5o4y4YFU3
gC/2fwIFg8TNwXQiMlN0hEWuYwFVTHvN5gem3vC6lRi/tVtlgbFrMX94SD4g3c5UnnFVm1Amo6jE
B+3whbOHoe686xu4dkpwzZdLC2ROVBAuN3C2xqktAL0ZADvN08rAZKMfGr+l/O1ra7ExygJvFjiZ
n8pLJSanOq2Foodxl/loJq0eaaMWtyUpd/+wIgwdINRAuQz1sssVgbuxKWcjhN7pXzHI5bLkEbmV
+B8qL4uBQA0B8TcKjMKjURkdG6jahEET+pnp9dQt7C/XVyJCZi2uHmSAkG7pqVxGjS6XUhSdgdlJ
NcSosplusbvtwdG61muMMvWA/FzeaHn6QojTbJBLm70B0LHHktnlri805T6dNO4bczzvilhXNzrP
0Julq9MtiQEf02Eme3P9gxfvVsgNfzRyIJkF1nJ0MV5+bw2kxrGzaRh0s3obNtFDqdyU4VPO+c5E
aWqi367LW7uMS+PI/8kTLFqYxhHjwE8O0GJPgTGNMnUbvUUyUpS1qOV8XaJvqirYL80MwyA2yS8a
amAYSgu/QeYErS1Ax9cQuoTbtM3cxpDlBdYuDhrQluIesq+fLo4z59mUYXYrSIY3wA+6SvfDqWS5
jjUrAHBniEFMgayKoGg20J31pEvDoJhswGIrQ7bTMv1bVxsAFFUsGbjYyrlh7GmZZgGhCeg/ls85
M2zaQGjYxTA6pvlIkt91z5dbaoG4rJRxEq88EIjGlh4NqCPmy4VXiFbz/yPty5YkxZVtvwgz5uEV
iJGcgqrKyq4XrEYQYhBiEPD1d5H7nNsZCm5gta+17e5t1m3lIeFyudyXrwVUMCuUC4XooVmDfrKc
Am14mIZlGDkwaRLM9datvvLNUPME+6G3vANxtV+vL6ncYiqYs5yDCegwP1NSf8sp12xgWh7zLAuy
G8u7ttFwZcyVyVQuudAPA4ZLkkrfe3R3/4TdWlmggigaL6rlkIeSti/VGgy4MziGjvOVZqZvQGRU
N/96gOHayk0sTTQPSJ7kYlciSMw6zLb0yW4dfLGAtq+FUXWIzUgel6gLLFFUyaUAtaHxlogsVLrH
cnj5b7brXzOL439w7F6oZWKQGueoUnhEPHM+a0l1rCtvi1r49ghdL0gKtWRsTdJDgO/igK2nDbPQ
OniH8S9nMnEBodOENizqNYYDsLa0bSVpkYAMureMaJWJG6jq3gGiKgd1IzU2sp2V/HSZt4YtbYE6
oTh0vXncGLtSYwxe0O3L/lmdhsAyHyZRBkqxt+lLoX9OhbIvvHoDHbJyzy6W7YVB3loQntJnw8uF
tczCZtbtDy3/wg2/cqC+UO6ZfdCNeM72bQOEHXGfk5eK71VlB/UMb3xWM/pmJu5nXm5Nq92GLfwi
bIZqAB+JQTwpgkARyDIIavwY6vpWgYid2MFQn3H5jF/0PgvS8L7fLn/c9cUNYAwKCJgew7wITvr1
1qO4yDtk2AkojxAU+aBkYV4zcyPXXAkmS5q+qHngMQ/pymsrQlFTkPW32OYJ4YrukBL6zdZU4crO
YQwFdwtyOwt5mbRztUOoUBQE/LkZ914bFMMrBpmXRJBN4TT9LJ1f9/duJTuAugPq2wDrgq0fsN3r
ZUFFyeyqjisXp25HvmsUDTwFCkZlwJ8yd+MPe+C57mPeo/ysoDHVBw3gux2mxTvv74EMiwN7Dq5w
yJsDgX39U6x2aBS3spSLVlpozjfN99EctgYOZSrpJSqAgQQXAp7G6JvevOymYfSm2sCC3cLX9fJk
OlBMQiZkTG7gdfuiAhXco2vQZ4ws7HsF81p/Dx7ET1iQvIB1gXVffhpZlWOnaOwqF6Gfc/4Vimtu
G0C/4/6nXXPYj1ak7WR8olbiOcpFYW+t+2JAXZXNGzZuc2asZKkEIUFBx0o+FL3ScY2nNI1ROiHF
4eCIL3kdTp/qvx95RHFmoWxZyB9QhJfcdAZdgZi1Mo3z9ADwcEjZozfnQU//+ftN+2hHujOc1u7b
zi7SOMsBfJuac7PM7rGN22Ll/rtajRSyydy0qWVj2/J8RnPkXA/HxLL9KgMVzdYnWnV4R/dwuE2A
nm1V8oNmbFivuW0az/U/hbED8WauuUdD0V4s85SxIsz5i1U0/nhp9ebUj80W/k4mjXs/ch9/gfTx
bAg+srTt0viV2D6QCIZvi7C89BFx/IwGjKB0FPAkeAjKZuN2XNtp3MpLfQDE6jesAY1eLAJ1Qxov
envTLm//R+JwnDZOwtppA/89njooi+LpKz3cZ3A/gJDBSOOCPzO2c/tDJjZ8cyUNBGn3vyake04o
ll4ns5nGSxFRMbhvG09OkR02x37XbiEwyAB17CxwJTmX8UA47WSEZ3H3MpFzS36PPOpYE5D0e8+f
E5VsgYOWRFy6wRFF/q9B+Z1TzZCD5mqXxZVt+8P8u1FyaAhigclChvBQa5mvg4q9yFv//nFfi1/L
fK6NUjwK6O9Z3YeUd+m7Qlkehilne+paSJO+CrSRJxM9vUe336InW/uEH+1JXlJ3Je5Np81irwfj
ynSZaeIvTLVbgxzv05byjiIlQhUJtzr+j/QoaUA1MbaVyGKdHq3pK2ujzP4p3NrnzgMgZ0iF6/RR
hyhlFWvzt7H61Cr7phwOpPkvzsXHHyKt2CGZigEWPYv5EBXpt1Z/zcYN91k7eovUu41aEy5UWV20
8PJxznQjixn8pEv0QAURZTdsdavWfAU9MRd0GZgfwbjwdXoy9rqRe3ZKoMEVavW3kTWvWnnM487p
vlP3833HXHOUj8aks+5mJqeiczOk72CZHM2Iai8Z9/W22/3/GZJvh1ID8qh1spgQGrLpt1ZUgdlq
KJzoG5bk/cMEGu7vZcoABR9oT8lXa4fTbCS5uDTVzsvVfauFrAF7kxFm885LNq7YmweZbE66Y3sN
hKFkogLKEibyu0CvQi37MTs/UzvWbS10p18T2VtkAwkjXzjADBkqOGMwnIOqJcQCrr1EZxaxrMRQ
LzNv9oUCwUrTFTEflTIAUdGpI+qf+x9wzSBeW6gRLd1ajFZdGyw1zgeblhqQs5Bcq+xjob46HW47
iwQD2ZL9W7OGxxaKbOhXYaRD+oi6qJ1GGEy7jJRUgdU6P5JK3SfcfeuH6UJSc+tRIN9Fi5zmMsiq
4z0AqI0MGHBLVrcMIxCXWaWBM1gPlTG/qkp9Rl07SIv+xWiSXde4G7WQ5TN9jJ+SWRk8MBFwYk8U
ZpFY/PGQpHhq+3r/w22ZkEJ0Ds4LPDMz1H+pfi6Lbo+G58aRkyPjAn8AEB0FdhwjcAFIX4uzNGO9
Q9LYS8v97HgHXBdHwr/eX8jtJ7q2svjMh0vUtD0yJAVyc3UsoLxZB5XhBaX2qSgoZIDRqfMe0Yj8
dN/o1tKWaPPBKGgbE33oYNToMdOaAgla77xG2zjNywZduwGWBgwoSBCBmUQr49rKRM2ZjRasmFXr
G7wJnFYEmCYt8i1Y1pYlyRsSb6oUOlVpDJFTVBdGdQd9FrrVVl/dNUgM2Qs3EorX0nqEVfVjy2DF
goxS5YHXpQk37+ObmgLcDoXKBd2DY4vKv2SlUZjqmiNyYTE6gNWnit86GD4uXtp9RbP3mWeK6bkQ
nBGX+15xe6ZgGU6MtBXVMNDzXX+vqqggYtJ7+F6ZXiK5yUH7mpvO/r6VlV1ElQJZI3INsE/I1Wu7
MtM2wW0We3p1AoeC32npidrP962seMSVleXff/DwVMl0Cg6yLNZcd5dVX5h9zjq2V5qNUf6bB+Ly
ufB+xwMRpSeUnZblfjA0Giw3zBKJjZF8pz2kXjI3tKoLG/80/Klsv/Wq5k/WSYwYy4BaZvm3xCjv
9lEQBooFm4oxt2v7ANMDCJtWBLekFmaQPq3GL9MnIPS3su+177ZMACw3MzitLOmM6Wnptl6Gl0Se
zIdqgLTBoBwd8+XvvxsGERe1VGB/8Pa8Xs4I7KBbZCOJNYuA2cUJ9OS5VYF/3tIwWHMQdAXweAGb
AOaapRDY2RV3enciseUeIEJ4QszIVEiGj8lG6XPtVIFPFFV00J2hBy6vKG1SWkEvIU6M7Bvkeamv
qSkN72/bTcKGEr0K8BxcEbsHL5S+DkgKoBZeMRqX/ZdyuvQOuPa17lSYe5fWe8A/grnJfTxhtoaC
3jta11F+wWHjLxsCmMuJvv5iej+pbmoYeaw4k29BSnF2D6qNofTnUZmPjUMODgt6EplOu1e7JuTF
G8+39EtuNxkAwkUnAqAdALlktihOkoQpJKFxfaniLeKamxIMNheD76hOoBf/7pbXS6xMwZTcSYs4
LTHLcPIgjp3EY98/kIEePXVHgb8jTw5lBzc7QP3m2cuONdMviDgbznR7CDHxiW4wXt34yOa7nuGH
aMNNAnKdYSrjqfhpsF/ASTZiI6KtmYAnAeYHlKmF/un1YokOhQIPGPSYvzX9s/b41+g07Cb4f/41
IEXMLCusGvzEZZxYlq80EfO1CQn3Y45C/f1TsboUMOtiIg4XKVRnr5cy5UlX9qIpY9GPJ5Ec7bp6
KkzldN/KbSRxl61COg/cCcDN0rXJ5463vamVcTbZZxP9Db34AVWRl3L6dd/QSmoASzhjS2UCj2i5
4OIQpqZTouPTFG1AwEzav3UViFboue7bQIMAkm0iiUy2UHFrB+DKsPR6n1PbnZQchm0WZ6Lxh/oL
Mc9sNA9FyQI6KCHDP2gAhXsDF08//UHqaqNc6MX3t0B+Bi++A+o0NL9BTbCwGV9/UZBSAcQ922Xc
DL2f5qmfis+1ONkIPaazkFBveNCqvff8H+BkQHqlhYNZ23VQFMF506YvJuvAY16wiqPUOtonYWh5
MGtVsc9rczjeX+kSNqWwivcHAjraS0gxZDh5UQ/KCCYd0Aaa/dku8BJwQlcNiWt+HZVxw9haEAcX
mIeLcCl5gdzpel+bwuIQVJ8rnJQSyQpgJ89mzkjYsyTMFcGCsiPd3irNLsQknHKoXad4gHIOP2l1
mR3TbqKhO1bFxrDP2vajOYtzhYgBKiYpVAgMPlZTwxDSverBTKwvpV2cjCI5TSx5aqpnngO+eH/f
V30dvLWAFi0NLnSkr7fCgq742BO7ih3taXzLxGEwEN7H5oDGb5Mehibz6+HFds661voLSIa+Fme2
xUi4cqGhjYfho4XBD5gqydHrBricNKlqqNtjoG02GnenQdxq4zpZC13QdYf+BprAuFOkrKHTzFLH
26mO3QPaQa+FE6obX3AtBH+0IB0gw5q4PquwkCEFIfqvbL6YGybenVM6KigcYe4Hgx5Ai1uLF324
FFvR6QLlnSqeVc9Hd8ZU3pKdLn6aBxeaJRULzeSoZ6ovqh23z0XxHRxpIkpAb1v+meq36gn0DPO4
E91B4MVl6fteRZflvlut7AO2WMMBQ4kLQCtpHzqlB2mvhulcO58OU7fIAIBzNONbddabWWVESHSj
Mc8KdjZ3Eb683oy5tHqtMocKT3uz9B3mgnddDYAI3/XWWf3ByCtDd5xZAU1CZRO8sOJQV9aXf//h
U3jVPIsqQ11cBV+V+zSLJ0U7U/L9v9jM5bXjoSaKBplUtYPCIJ0AcERYSBQ8dKjfQYsgz7ZePLI8
pfu+l8s7HC+EZTBZOh5qBTl3JUMoSOdjy6Delj4PqP23nj8DbiXyR84O+Szwgq0Dz40rsgcGETRo
AcQkfeKe8y+EPKfjvhsDjfU+NBoOlfugJfysiI1W3Uq8wMsI1WHQ3SBDlLlFSSfAPaU7VVzUoIGy
XMxE9oxugYLWPi+wYCAk8ha9HhlkwLxxHgfbrOJGfE9H9UDA2FzPfub+uf+Bb4ti6IkvNJ+YcgIX
mjwXrWoFdWlX1HHjfPIAeCXtHzehwQQgmvdDFBeR2Bvnc+W6vbIoRf187Io8Q+sjdsEn11RhA91k
Rv/oTRkOCtkwtnpIQesEdDeA1wBCSg6sZZAomE1Rx9MU5DXUmNlr7bx4bRty3gUpsV9pf+KDiZqF
eWnIRm1k7bGIjGIhRcL9AvC8HCMKIO5QhkEuVzO/EqOvkuwxcYd94ygvgk3fqjr1zX74XI4thN3b
eePaWXNWnCpUwUFnhhRHCtjZRJIhA0wyrtRE2bddU32dWkXdKCWsWFkYaQHSxnsJl6l0ej07K/Ki
oSwem9bZCXceT2XOtY3UacVVURVB8oSX/TLEJu1lq9iN5wwmi3vzrUifoK18SFTtqBFt7zEncASQ
EMNfgiYRlwCTA6oRAFNceTLTHG9qm0M5qYlL2rmBrdVGMAzmFu3oypGAAXgHmHJQrHtXQPoQy4s5
q1JFaZsYBCmf1WJH0uHopCIg9u9NpMHK9XhlS7o3mJm7TY3qQGxNaD/OZpS109nyxIbn334sOD1U
2xcEEQoFMqjRqkqVtE3FY9Xc9/1oHE29Mfd8zM95zp50wr91narvHTfbGt28zWRhGaS3S6oFXL8M
wSlwECbIk/F4Ks91jieS94RKkJLT0PBiNdma+Lndz8UcEAjLwC1q78vZ+PDt+KADeebYPC7tsB0i
pX4CaGYjiq1sJn4xwGsoSKCbJY9dc9jWvKLqYk00EQBwz277jZIIBJJ7tPi+1WRnbKY3t2faWzwe
9Tqg8pHsSZFDcKFDCiHvsGXM2k8i1wOlB0Dz/vWzsnuYwjeW4UNUWVCquN69weZVoRV2H3Pnp2Jd
Kqv2y/ztvo213cPoDQRAFv5l3NnXNjxBG+Iwq49zQwtVoiBRpdl5aIvgDIWUP5SlABttSQ6tVKuB
S/fMhc0FBQT879oq9IbsltKui63SeK47D2hF4+QNqY/mT5NZDzMhPqX5W0+z0E5IOORPedFuBOaV
OsbyKxYR1KXVi9fN9a8oIRKdJ33dxVBGCO1xh4vS74tdO/1jGk+aovp1PQQNZgLub7ms2YZ87tru
8k0+nAqFuo0QY9PF/R/hhq7pUyVmIO2ZQ+spe4XSTbYb0Z0yfK8KnK1nysqte2VdVigq09nCpQvr
KlG/8+GXEIc0Nf1Ra3eI4lN7BJkWOHBCE5fu/YXfRvKlj6SBDREgw0VQ93rdI8qbTj5wWK5+WdZJ
FyfK0NHs/bltd/dNvVcgrx9j17b0a1sgA6UULwB42MLJdGDJc2e+VgI0BhDBADP01Cg++/GPIZ6r
NkVF46H0fqIJycVu3HCzrVVLT2hzQl+/TYcu1rPhZHlgg4CMvPW91N2HySQbxlbeCsu6UQpHWMJ+
yo9QiDA4IDksu5jZhf7LNYR6Rr3Im6Dxq/I//dwLHpAp6eYdBblD77tJrmqQw+NVvTcH0e/mJC/Z
S9OhRZWWlvmjrXJW+GQsnE91WekMxAxUWLvZ1snFzLnehqCop8pBUwtWHrLa6tXT2Nq5EblKlT0T
Q1RbjPGylu/7AUIpBrVAKKmgKKNef9y29+ioWxM+rq/u6sN4zJ+No3NMzuoOGo6QgfBFf7CjT/UP
O4WScOhs1KZX49fHHyB5MuHGyK1q7uLujeV7008v+q6k0Tj+nNVj3vS+c+JNSLWNhPX23YOPa+iA
pWA2AcMCslMzkdM+w7p70hcBs5PE7/WqPI5OMnx1yiSNN07RspE3p+iDQdl3aVVzDzRDcT42UPpp
jjpwOI5+ok4ddqg6luNrac4B5MTvG165X9HiwNAB/o4Kq0zehHMK6S1N72JS6kZAUyp8a5jT/X0r
K/crChQIRKjtIWWW71fF6ninOkUfN2XUkX8S/bdubGR6K2U8PDA+2JDuGCdJHTWFllFsW2/qEDfF
eeA7saubBwHKgjYCEKb9Yvt9pLePvPmeAoB9f5Gr8f7jL5Bum0oXc9oL2iNLP2dp/8hbI6T8d0Yx
E73rItfoIi76zx3d4mpY+4io/8Bdl5l58CRdn1KWtbqn8KaPldlVP9U50hdMBiRf7q9v1QpKCqjE
o0mEeum1FXDUpA3TeR9bVq2eCp03JwuTxBvwxJWnMqp6SGBBAAFEJtor12YSPuQJo0YfY3Zvb353
D3ZQB5BofzWC7qkyN/xfXw6WfPA+mpP2LjOGrmdE72NBMHJrkZGCNXbsv5nCzsKZ5f0D48r8jFFC
jOwbWhUZdoI6kOb2AQh7yG6e0y5ETUN9wvh2jg526Z6KsRr2ajaLfatgDtfUk+a1oV7xVKsz6NVT
sjVCdJtgAei/4NXRPQAy4IaLf8LTx2yJO8SlwrJfRlNkQSW49lKLVHuYW5ZgDtsowGwArQYQ8LC5
O2tgk/1530Nujjl+BZ5Z76PSYNqTX1u94QztlBcC8HHjRMBLwrP01HVbbEk3jriYgRuiRgdRPfzj
2kOUbAJQS+8FTrpVvKVuZ4/gdRGYdbi/nJtL4N0Oysvge16KU1JMNpSKpmLiIm7QhQ4Lo/xTDWAE
NIsJKlWkDu9bW908kNr9r7Vl1R9yVT13rSpFwhTbXpUEnl0ou7kAyztHoeRvw/H7wtBmWqaMMTIr
bWBFGz4mTStitBz8Rk/ORTmEDpk3Lu/17/SvGekSbQD6yQ3wZsWZa33GaHty1gcv24j7q9sGAgAQ
CetLui9FJaL2gpFswLbl/FBBwtJu+Fm42u7+11n1hX/NyCCt3jOpO2CsNO70391wFhASHvJPjT5u
2NlYjixs6NCZWYqFT+NiUtlBNyNve9/u9I2wt0S1q6iHOhLOEMqRQPdg+FAKssyjOqHJKGI1b7J/
aicBo2nGk8EXqj3sTGDEw4ToUwhpsa0qwsoKQZeF7h6oKABfkl/0BYOKgVMWY9wrbeAWeAjafKdh
avr+B1tbIQhUESmgbgFmteVnfDhOmUawa1o9opi1Y2ast1CoLkYt4BmW1ruAiZdbkzsrPrJQ52OS
E3ANJM3SpuqsBYegPo9AjRil3/Aecp9q/ptkNWYzxm463l/hljnp5nK5YQy5LcZYCLH3nLn1O/AH
+Cwpx9BK3I17eeUwY8AdDoPqCGZ2b+BTnc4rI1PHuCrKo6kOBzS3/hY+Cqf8aEI6ymavC/DF6WNs
F1/NVoSt8kjN70myJY+z6oH/LuX9Mv3gGhXvgcrWjTGmxVeIkuw02kCHZNoITNKGodSiY04GGRlK
SoDxyw3ADK9C6piNHlXMoXvVSsCKkXVzeN8J1q2gYQIW6KVfvjjJh7WotE16h3I9QlN0POjE/mNX
pNy4COU6yn/WgsrYYgHsNLJnjzSf+w7fJ6qhN8V83uXzS6Xy6cVsWbvLao3uk9Lapczl8L+WPih1
Ifx8zOddNoK9OQPT+5mps+1DsnkM7m+BnPn/z69bVFIWkQ7gO6/3wCUjpgd0oUdZNmNiR/f1zDtQ
2zsJrQrLIkos8ESTPmr5RXUPVeP46fzKy4Oro+7kbJyT5ZB/iKzvPwZYrYX7BhLmKPZd/xhFUfNS
Qecd+hBB3373ytzn9SGZJt+mG6bWvr0NzAAqapgEvqmqZagvtbWuaFGrWP2RwteCgo5sw4/ftb3k
FWFOHjhD+BhaH1IkLSrOyqFP4WJloR/rWTePIsmGozVie4lbqfFsdnlYu+nXOsF3tjKhHoTRn8yE
fgaNXX/qXSSdfIJ4k9Y1zR4CdxCAEIMRmPiT/ZwnGLivuBK6XaGjxgu22zbRip3r1kroGbN9HCxI
HlRVo4WdUF4tg5anbNASbKv61vajuQcQN9vddyvpAnn/kMB4aZiMACz1hqS1cWo6iNnUowbcM8fe
VZPIZIz+NLP2H1EO7hEaom44Ftz4818YxkscYo7AONzI9GXUM+ou9fRoVuw9T9hTlVV71vJnR52O
Rjqd62KLs37Nk0AfBzpVAH0hYiBlugrp+ZiZhRFlKONCy+s8ttNWd0l+Hr9vKGbOMJgCGBd6CHI6
COI4FPoNyBpXh6ndN4fstf3Hm32S+OKX/YNuCQPKtaMbg9Kq0NnRej2BwdwY/bTcaT8U6hff7U+U
+Mb39CU1wj7xtwgh182ilqJBMR7LlbNrk1FH49AfjkTyMmRh8Uwf7YfB3Ku9rz2BuuO1f+HdxjUg
47n+s1bgPxB1HFD9yhS/bWWOo4opvKjt+yCdH3MS1mJnqV/dHCXu3K8936hfc1Xxi/zPJmpuNQSD
SxM654CLA1Em1QnHOoEkt0j0SFFcUFDlJub0QY06B6ablqeyBjH4oNrzbna19idPlWbfpE59rlMT
4Hmv+VQpWurbWgeQBan4Q8vHT/cPlXTn/2d/MA8FkhOU8xDHrsMy8RS0ZBTUSjXmznFdtv1ONzrr
UBtiqw60FjiW0av/mELB69oUkCoV4LSpEc3GziYZIJonT0f9sKhPSAoe9K2Ho1wxkdYG+sdrg4JO
Ntcp1tab7Dw1w+NUqnuhNE8gS9rnvA6YHmlGsVfsKQCYM+DV9/ubu7piNKmW9zjkCmV1bxTHB7Rf
iRGZLQDnXdO+MVUNdWf+xmyKJ8ycHipCNxL8NZ9Duw4bjQ4vGvEyqMFWk1FJc1eNiHGmo3tIrDQw
J/3Jm391X1PoexihMT6mDouAngln/JDGEYcJva/t47fiXjjvuISRg0DKWmaVSVIvqbK50CKnLPfE
+py0StSAyIXsiuFpArxMZ+pZZc+pfeQA1VbJS+p+U5N04+pYST6QdaJHi28AsrSbR4+TtoVhCi1K
6id8aYSfZDfNCXBMv6lHtmKO9ABZ/A7WXMxFob3tgbDz2u8gENcIluha5Kbct7RxX1bTwWX0q7At
Hz0nI2EhgQpfoff+aEWOk4ZVmV5G3r6Qqtsp01ZhaO2KWWoAEFdAMox2hfQCGyY7K2vF0SKuNq+z
/iUzMTBelJ+8AWz5E+heRxQ8vHQ8dcZXvdpCn6/t/lL9QhhEvQiecL0fPbXt3huRjw2Ksi+ns9bS
XSUKH/Pq2hYuekkjpaQMtaL/tYWC7LUtg9eZCx4aLdLa8/TaVb4wfe+r/WB3Z7LZRF5JDxaKIkyJ
4W8Ljv/aWI5P7xaM6pFpQA5lmAIP5LLZr0vOP9fo8gk7fbS7KZgAROMYUEguExRS7oeYtZ8AksJl
vFAFNEWGx3p2n1Oz93DAUO8LlcpGicwptvoUcjX43aXR7UJZEcUxpClS7NbNkWC4heDRNiQHLQUG
2/ps8Daweb1zjOxcg9thSMKhoye1qfxkjJp+3jPG/mSTdvAQgQpBwPzwq4Yg2DiXJ41lQBCrJ4j5
bhy/26C7JFEOWCkBi8AzQIr6hcmgGklbPep4L/Dq2jXpF9LtWuOkJiFJnd/3P8CKOeSiIHJCXRdT
VPI8v2HnisZHPLJYOniBmMBnxK0jt+qADJAp7fiEC1xsNSBXkilEU5Aao8xr4avLmanmZRVCnaaD
DcHbVfaPMgE03Qs9K3/sAZN3XvP5Z9H8MtOdthRdaLeFgPx//IJF/xGzMVC6lfYZhCieIpRJj0Yi
cgw81KecJQ+9ChFk90ep/cmU/FMqrJOjtL9RM8M9XwXDOBzub//teV/2wcWDBCA6ULNIsWXMiipd
GGsi+0tpObvMhAJ0ue8Bh+k969jQC6AM9y2uBNNrk1KIqXidlkOJB5Cl9H1IqNHsnXk2Yr3Lxc6d
oDpm5mb1qzUxBMkLowi6kri+0rMtrfTF0HWsu/4h0j1T565NENT1yFNyZT8WWfMyeXOxN/mgXu4v
eiUAwBZYMYBUxPHHF78OdbaSt0MNNHfEM3Ofm0BU2yZ5hYxgNViB0j4T0JMbfj2OO5bUIGF/KhR/
fu3swE6ey3Hvjj+Bspg0gDxRtqU+5Fu2PsvtrXv9C6XdSNOMopuq61FaJ7/MjPhQEgJT424a/SQZ
z6z4hLm2PVG/Ju6pLB+Q/qXaE8E7q9+qictdJ0TL658iXbczBwXjjM2MeuAeP0GgVlODwTiJ4Vg0
QclCnm9UCGX2vv9YBKAeQ29IccCYd/15wL/kgXTW1SPVaIUvxLMt/Fk8cOb6uaWddPdXk7OjBqQC
eqBVt+fa5wkkLV0GDchmP6VRTwM33fhV76qcsoPi56D4u1RhQKVx/asanTW1wvB8hrxT8VmfSLur
0mEM1Wl+5ImhPM9WThYSXifOhxbT/l6l7tJOu2iJA1Y10/7H6TsReontBk2dFSHx3OGYee13/EeR
h2fzCyQo3rTOoefOKapLTfXyqUezOxyBaQvMuZxOQ99q/0XQWcSqllQSuGy5ULpc+fYwKO8lEDH4
qA9Ol1rzoFll1kpQu/aL4aUgpaxVzfPBNuH+/RWHvHKZvF+kSm9awaZbdroBrqjIHsyw4ei/2r7L
CJRwfWWyfUhjbHUNZDTT4mCA8wAmjW+Jfvp7fPhQT7UdxUlAtmxEpd1D53dQ+adxcOuwJ0X2E1R0
04NhDlPuk5ZWR/TBwcc1Gw8p1TgQG2QCnDv1vgvWaQB1N8Vvr4bSZFU02YPSJFt8FSuRAFc/qjaL
Rh6mxqSbiY5pkTfaYETgWjw0pj74WdPrYQ99hkAnyVZn/jYFQ2sZ3g09aFAGIMu+9vJqHLS87wYz
Uro33SR+vUV+tHLHIWCAnhEobszeeVI4Af0KN9NCmFEC+oi8bsIGbRrDvkB8cOEuORbUb7/ej/fL
HymdXFD3gnXdwbQHJn2lNdVlPTisy81oRgv/WBpq/lj0HOyGmasFap/nO9bbbH/f6FrcxFWOVgdS
KUCMZFoYG0GsMwtiRXyu30BueGqM7HNCvOPc98/NEKUpRL1ncjaTbiNUrWRxeKcCRos3Igoecplo
9CqvsQbXjDyue6cOhOE7yL+DURtSvXtCgW33Mf3wm1cp34glSwyUdnq5Vhc9FOSleCpfe0/i2L0L
fkUrKgbPp3UJX33l08b1veKiywgPGKeQEGM6XcqSgGRCIQp9jIhycKKl4KXxPaXZGu1a20SgK9Fy
WTQ3QLNzvZSxVADoniwrUrshEqYRONn3MTllabZjU4JS7aaU0rI58ubhTYm6Gt6WQBBL6xqgnt13
zLWiMQ3TeGmyIO6oPjTnuwmNzIB/+1NulU9XjgYyIIxhugaGjBBorleJW6HtWV3akUe+VOVepQcC
PospLYOKjhs9hjVbKF2CRBuTG54hy17rY5P2aCLZkdPrB2KjJddoGLBSDkZV+l729vfn7z2/g0YU
itHQkrheWq+1jdKZmhN1yiNom61uV5FDXUOpVaeXoXcfPDMs6y3tx1u3AY8qdhQTMMs01XsJ98PV
whuXZNaUOFGZiF1aaUMwWHgveDZEDEcR2kaZBx4ft2Q2b8/EO583TgVcB0Nc0sEDhcdc473qRjqn
055p+ZHTfEuQdqVDeG1FqrVPCthSarNyo77J3oyU+rMGhhIlDxO33httEkJS9UV8NQBy97KoTRR/
yH4NOdmxLSLXW1/CL0FMR+agapiGWD7Dh212lCZX1D51I9aou5I8ouTNpt7XvQxtyI2qxO0NfG1L
avYlXtsMNu6KqMryF6hn4Rlu74zimRXzVtBZuTQWWyivIiHCqKctrasYhdlYnLuRtmypMpDvBKqF
YO9jNOxTTgMgSPVzWtrANwDw8Wg3VHy9f3DWXOmd8AD20WmVqyMjradkEK0bKRn4AtWuE77BTPNw
38rqSoGhAKAN7grAoeRLrUhNda56N0rzTyNjflZafmE8l6BaHdXykCcNIp8b5uTnfcNrXxNFHxTT
UG+AlNfiWR88R3eGsWcpdrhuyuY0i3G8WKn66GSj+mjYQj39vTlQt7i4DcE1hgvl2hxVIL840Nl9
vxEV5VnwbyTD40XbKqKsfbaPhqQI4I1GPTXN5EYDuBvwZMbolX9/KVsWpC8GkcSpFyUsqGb0f0j7
rh3JdWTbLxIgb15l0qqyy3S1qRehTZW8JWW//i7WwTmTYgpJ9NzBYLA3apAhksFg2LVU59ucCFRi
y3QyNjLkH/ES3UCkT+il1yUq22cgzLjR3+Gp/6Ite8A7GaKs2q0PyubigXeEUSo87XwtpSpzo5x6
yT479c+ocuFJ97FfzIFXTe5o/NsML4INOGEYx4T/qcsoNHPmI7U7bFph2ucyx3C6XkedB4JTQ2Ck
bj0vkCWheA9gCVR3MeK01rOBmv3UdcQ6V9JrPcnebNdeMQuWIhLCKXOTg6lSTql1ztTEJYPsNsrD
/7cQXpG1vrIjQPSdqyL21OaCETUfwLP3dXljJXC1EAEyYHXMW3LenaMgdFfnRD7PaXwAlOI5bXOv
1Tv/vpgNlUYUBVODBK4MjFR2pa6MTaeOo5FiHv9spqnvxPWXJg5zHWBJ+velAOQzmQTdmBvWTYPP
CnQJvIksk7sWOFdLucBiy+fG2pvGV8urtc51RBmard0DDwqmG+E1oh+ffcXVsio5nvq5XOQzfOfh
YKeFn0uVtUsmUa1nSxDaXmwWzAAy4+aZjyVZpir2D93ub53ZelXiPA7dKLA8m2JQUkX3CwzvTd4V
BU8TMNIQo2FMNbEekuylN17/XRXw7nzms6ALvHefNLnc6A6Rz2VL3bnbVcMQDM37UH0HO5yoOs0e
sXUoAdJ1Rs0LUArGbMYWfH1ACIps1EHlc3yh0QNta781TSTrTr0g1Nx4EzA9g+ogMzvIp3CaALLD
Rc4sKp8l87cefQAn+v6uiX6fe62JouZ6MuL3l/li17/+u9+Hn8USQnDbP72Uq43SJiUrzHYAPand
EhhNoE7kTne4v4gt9UJ+C9R4wCpHfYOzza1RJl2TKfI5r98LrfWAMQZmNoFfs3nkV0I42xwZioR2
HhUrGVJABw9foMexkfzS5DfMBwhcgS0zc70izkarJI7zgcrymQ5kr6m/qql3czP3DRG965YBhYkG
JxKbwweI8FqRtRm9ogOO7gys+tqNyLdpecb8rGbuSlHuYlPVYGXwKiC5CwiHtaiIxghciQNbzVCZ
FiDJi5oZtnbNQEc0uEzYpC7f9q0bo7IgxJfPmCj8pVL9WQaZgpa5RZzv7mvcpiRYaLw9aE6CDViv
JZGMxUpQ+Dyb2q7UXaNFOAp8I9EE6tbpMOuMcjww+FGYWoux82FMSng+Z6N33P5ClUBCjlgZLPAK
JShWC3zprXuEajh6PxFbA7qXs2pNmie1hhTC2YrAhYdKNf4/QS2iu9jotPls6MVrA9cQ/QXco11m
aCMyrJRV+NuHKp7OaW7MblbZO2qcTKd3aRq7CkakaB2Hk1z4kYj6fGtfgUULcBqAg8Nn5AxGpMZO
2im5cp4pdfX+W20/OjlEzfvO9Ovi6b6yiKRxyrKYjYnRoRIdpmXidnoTkFgeQV7q2vFukeagpVot
8Fa3jBVSMqBSYJkZtLKtFUeu8qJTQFB0bqK9Dmg5exz2qvOedYU36NPvf18futkRUEMf0EPEXWy5
zfIBgx3yGRgoaFd2zj1yMHY8+1nrogfTNdJCYB43lweaR4AUYvQBceZ6eWYWa8pUQ1FVNAarQIQY
KjB8lAdkneFkiromtq4FWnZhIfEQw5vlzs82swWlQqKcG/BBmCc1ejAyARjXRpkY7sSVDO6ml0ta
O0aOOhVoC1z0e+H66R61v46K4s86yJCqA+phQ/qHijAvtvaS+X7wZwyMlfIvNF7UXiWYcmNpvAXg
AXX8ZzQlD2QlcDcFZnNrJ4FEAU5TuOwsMFyfm5IMWj/HkGUCQD3KjW9V23iUlALt3xZjIDkIsGQG
fbgWgycIeChKj6Jf/aT1mNbL3bEQYYpuPQFQBlQq0dWMhCDb1yvPBnnIVkIdRjmPceuB/jGWZrez
H5dJEBNuPJs6zgWsqUjGa4h013IqsyGSzmKBqcgXd0K57qDWRESUsLEaZiZYsggZI53P2iy6Mk91
Nclnuy+nINZ0EmiL4g7x5Md2Iwks4sYBIbZBchFgWIzUktP2eqwNLRnhS+nZS2Y9LORZyBK1LYJB
ZcAIoszAXdoIAVMf9XihAUjigPbafKhmMoD0hwjORySIW8tkk7xpsdiz2XwAr7dJnmZD4KRvikAl
hqGksoFe7sHEPJSipmwt81K59nzC++VWIs6mTT0DuhVDScUF4fWslFIpTcZEOWtKBKLH2dGPqJp+
v/9UbKoZwnRUDGAGADO1VuYR8y1GrjTKudBH6jeRkXuSbkQHuiTkb+qgtfa+vC27yrxNQFYDROh2
/mAhzmjUfaWc5aXtj+C5W3zdaDMPqR4ZuSIpCay0NMDd2kLRhwxjFYraALtsFHVAba2c5ZtlZMZA
GcOrPHVS+DxSBpejztxYfSBO9G2ofFPqnwVLZs4LF5sidLDR1oGgywbC+XqPVQwfzoD/VM7LrsPU
8olqh6Rw9/lXuIxUoJkbjwew6FlHGcv2waavZWF6zRmsEbLQ+eUazSGa4WCA3ddqmp2uv95f2YYf
xToK0L0IqH0MXnILazBGPMkEZ1mX57I6SzZacs23pW98W/vW2wIbtS0NxS1YdxW9gezvV/ZdQcm6
TTosrcMLXAYAfySe/rftfEUEorelGnik/k8SZ+EpzWD8S0gaQFZs/W7Kt9EYPbMSnNWWFbkSwzu9
xeikwKSF00Ts78Bq8uTkF2i+7x8R+1Re965lcFY3noA9C0pF6INr7+tm31vBhS5e/3csBKvZ0jy4
nADjA1gnLhV3PItjt0NeT3AltEb1bbJUgW6l3REuau9VZRN/AcWW6JW8WR56JOFtoncWvTQoI3Pq
ToAJamXogTiry+KqUXwc4+EH7XeT4xwHvXHT5e+YJ9/u7+nNuSHNxMwyfAy0zKFJf62IcpfqQzeo
0lkq6y9Se8zk8tkxiMgDvTEbTAx6YVnnCAs4+ZABcDiSo0fSuShbX3G+mn/Bq9NiTgqjd/GuT9vj
VAmSqRsrw1OAQi4GljBWw8frVb5gqEGXkzBHCxKjyRsW1xkFKikSwj05M4z/0OZqEqbyMUkDcAho
9o9/PqHVOriti0D4q5UGRCQmAX/cx4gbLCJeuHmeWaB8tVec6kmtg6BunJPQPFW77p/fDPw6mkpw
m5ByZtN6ax0b0gI/b+EkxuqCnL5rfHesn8W0i6cTrT9iMIDbw7+rNcvbM04nFJqRgFqLbE29ATXd
koCvGN3PTgfEYcubBoGZuLGtbGHIK7G5Eny4zNnWMU5QCqJmEsLH9iQ5R88HcZXyNA8f93Xgxh6t
BfFhlFzZpkRACBcCeAXB7/cyDSNzj8FDTxZ1eN1qNDJBDAQIiSes6ebRjSQNSJZGGaa4Ni0qeEXs
pv/8WuCHr4VwxzMQHQmSBUKkBDhVDiRIZFeW/3w5IQXTsMyttW+RcaPZyIYh08twsX8BwM2rilOV
CE7mtquCLeVKCLcUOiQ50oVaGVoxGqbKMRhKy++a/MdsDw9OBhjrMepctdeDZEYXotZhxLBpQ/Qp
elPXYBhJlL7YOkCTxb86A+fBuN9a9ZOE1tNQpWnoJGFjWChT7VvRSLtABs9KpC+zniVKkoaT89bJ
jsfucNuL8tQiKdx7r+eJU5MOK+nMV4M0Lhi4erVz718tkRDOgo8VmZuUCQHHUgqyGWWmvpHGgjju
E4Vt5bswChi0SqDHB5cLucH1qRA1TWvwkpchGQo3t5PDHMVurgPW2LP7/EHum6AGGAWQAUKl/g44
V63odgMp0a+de3nxDuU5yEQ/qmnjLt3o39+EW0OG+BxlZ3wh8ucaf56OnIwN+rjqsNEJWoctKd/1
ill6Keg9g1nr0/19ebfvzVoed7JgZYmV3ErqELyovr4QwH38f0rgjjUv+mShY16HUx57pvmeiuKF
W29tvQTuWR7kaE4MA0tAPXPoO7fLIEd6V8ynrjZ9pEUDcxI8pKJd415pgIQipGyKOtRqw1eMh8GS
Bbu2cRlWesD+fhWWOGPd1X2U1WGv7KfFOS/GychFUNebQiyEj0D8Re7J4o5mNtIkLqamBuIjIhEU
bn8MDWxIVHXv/65l7P1HiI4Lh6r6ejV5KtcYcG3rsEwA84mZ+VS/YDpM1Ay1cXlQDoJzg0wQSMf4
uWWFoI9bwuhwWIJvzPLsHyPBrKUITH5LCpwMwBww9j6bD/EJLZw+hVcT5lJQNvIToJk/gIaGnnVR
M8qGmuFkMDYH9B/UMPhB2WrEIPJgVnXoLFV9jsxE3Tkp+Xb/bDaUgJU7FeQQ4Byh8WV9NiBZsRu9
1Oswk2NynMC5/luaxsylSN+JTPzW1l3L4hRutHMVqWHISpdXue2OhvFzwpusVyJIytu2OASNyNiy
NAy8whssTjrMyJwMJm6oJe0KeATekvf7pus8TSv8QQZlaht/KRLzSOjj/Q3dsEcr0dyGIqlUMmQI
3CpUxV3ovuoXcEWTOqDFXyfrXEsqwj6dRdWuzc0FLjMG1eEsgv5hfZBKHhEl7+o6JO5kPxWymyQH
azjeX9ymtvxHCB+lAiACWCIDbrIMjOCoee0zkAhX1iCqbG2pPlIlSOtjNBj5fW4T0ScKLpN+hlbS
RD9pdT35c9FO7v3V3HrzLIUG8BA2GgIaWPb3Kyur2p2R61HcwHtCXVAqz5PVX5AJ+5NirNV1dFUQ
fW/uHoZBoI/ghANC0FqeVvd6Bcj/OrTTugryeakDqejsXS0nItCyrQ0EviErwjBcL94Wkrw3zE7L
m9Bpoz1RCcZeI6NHj8z9HdxaEdqKYDzQgooZCV7peqXEF9RNSOzH2QTjJyIhUg7BfSkbi0HygLV+
oU8K9p07J5oWNkh+aBPq8h44zpDwX/hdSIzAJQQiPCBd+KcwoZlUJN3QhnnaPNp1ca6T5V1Xk3ej
0v75aQfcBYZoEBkA9ATV27US9EWZV4qTlmGW/ZLq74gKdOvp/n7dnspaBOfjMl63fqizMkSxbxpS
F0MWSvV6X8atmYMMzDsgUYtGU6jAehlLApqKzoSMYmiPkQmA9Nd2fLDjZ63Yy8CnkQWaxrZl7bev
5XHbBlRhlM1UyHOQr5AfZi+vXkf7KIsoG7f2Dt4QWPGQU0cqhv392ibk+A8y+GXYgMmmis1zkT7o
AGe4v3u3UuAOAfgO+TAgwUDQWoqd1bEpVVMZTpMeTPPzoFe+MJl0e0QQYmsoZmvwiuBFrIW0LYxn
ayK4H9vFqyfL1UfMGgwfaTJ5GLas96QuBOu6fYTWIjm7TWeVWv2ASD8zJE8Zv1no0oNCjKK0/eb+
AWkUqVKke9COsF4aGotSc5JVyBn1oMSElAOkAWEP7cZq0HnAEE0/YSp42PK5wSOUm1YZqk3hWZGC
qKxE0kB+ER7VrYWDlb6SxNnReSnlhhqQ5PTf0+nBGUVcfbcC0JEFNgE4B6jHoRVzvWGqLSlIKM3R
uS0PVU52cypqz7vdLDaOxJo/4Xuh+ZN73IBrrykNqZ2z1HdBLn2LywXD3dWJobPfvzy3aDasFwvN
S8BuwUASwr/1YuZFaQDo2EZoo/hbUd+Rv6HgAcz+yFVnV1rUwyCdMOws2fPvBpmEhoZxd9RoGhii
AZpbPUQ+C/DOaNtiren8pF6TOf2iDQvgzmZ7DBtrKIJlRJmgc+TyIFg128C1BQSwHMPJQoEYrZYO
ZzOSLkPva04j1ELovrHfaZIFGq0Pk6SeprJ4NCsZmXziDsVvgBa/1mommDzbWCw2ndUoHDSp3iAb
joBaI4hypHOjDb6qhWn8WsWiXNOtnUeAiAFxuEd481EFXJ/tVAM/eKTIsLZ6tHPMyYV1jGdnNydv
vfbr/pZuLAiKikII6x8wETKuZdlG12rNEKchMBt/F9ZbpTzllfHtvpCNmwcDgqcSbyRGOXmQw5aU
NG+NPA7Tqe39BWBnwDzRRX0qG9sGPF+8x6hiQjV4W68WfbvMSE6j2+4BqCwXjVwy/UkpB5Cu/r6/
IOY9rPUQUS8q3KBUUzD1qHHehVoC6z+JJCTq7MEvE3JEcjrSyA4MwV7RfLSmILl/e0qQh6F6dkq4
YTwhSp/AZV4SJwXH5XzQkyU0GunsAEjj/rL4HWTZaaQnMLXNwLnwj2tlSPVpsdK8R5IzLYdzS6QW
JaSy2sm1BN8ZuKFeht34xyuF0TskXjBhgL4f/C9P2VpmcaEjCs1CUp0k5ZWVlOjH/XXx+gcRmIVl
7KUMofGmsEii1KrUPM3DxMJ4Tj3FL7FRisa0bzfPQLABrCEouooCJjvDK68pHe0MtIM0DyO0sNno
rYgsNZiH8U8NxMIMFKn318SrBFsTGooAH4ZmKQvL4sSBdVQ2gOMWWgQpWiDJZ5ht+XlfBu89fcoA
aaCDnBJjD+T0wertNOucKQ/BHO7NDVpy6l/m9AgsA3fqv5adO3Rv/y4Rk714S+B2InjjMplLqaZl
Y+cFUPSVP12fLo+gzh2/2DDsfku67JhE5ryf2pHs85aIELn4a83Wi1cFiE5IXwAxhFuvPAGktpOz
ItQd4Fdk1D40vfGD2qPfj9NeW05Cp2drh9EjaLI9xqCvxT1oU0f1FIQpRWgvIGzBxK/mRSPd6XJr
uYWUZ55RaHVQdnIEhqmBCO77jReBBSMOR28yzBhyeXz3rNRLvT0ZRRUuvQ1nNW27vaEUg6eDLsa3
yNjsZdq0Qa42/UFpAPPtxlPmHKtp6jW3Mqs5ABv18FzTqDinZVc/FyBQEySTNi4v5vNBigYXl/WE
cbZ2iA0Q32hKEYLpJg8KSe/eCkPqBHmJG9ymz61ghJIAMEEvJT+JBBixylZaG6zFr3XzkX1Bv2O9
N78CiDF6yFWvAWfAuyYd7qv7hs1gbfVoeoQ7gyvGXWJHA3XeouD4G+WjG96Tiyqdypfs9b6UDbVe
SeHcUr236hL1niLMq3MM5ygHo7r1FXhYrVG4sgjmx+Texv/ZyP+sibvChkatuMm0IqSlMXmj2sXA
rjHkICq0JYgJjf37q9swhOgVAfwHri5AX3jnYojznOH/FOFcA60R7/2p1AXP79YxYVlAemK4Kfi1
ta01irwnuEFFWPcNyFPlzHlAUJScKqWwHmu1WNymE3maW4eGJhUYQ7jVDPt+LRMZpJTmJfSxjx7n
AIyyrrL8SdqP7P3+9m1YIODrI++DiEVH/oqTM9tJK1sdwnAySBgqBePYM8j8yEMTVW0wj5JxRLo1
ucy19Btds6LS2KZ0hgTLYmYgjHDKIuWYTgcsThm2U75LihF49O1Pq0V/dhcMUveykOStygUas6Wh
cK6Rf3SQKsMIyHprR31s0cdqIvMQ5S6rfU7JU9S92MH9nd1STLzQqMXAmQfMJvv7lUNQpQa1RjDY
hQU9EYDRaPFDIyr5b2kmRic/C7mYOORx3kbN6MdZZjJS1zqgeQGUBVbnjiJ6ys9RlWuPl91q0Eaj
FYzFJeieXi8GZD766JRNFc7NYwoSwCqWPUBwZ+RJk125At5evSt79BS8dRF1peZL7fiR5ASdGbsj
+CyTSEOTNbUwGJ1+IeMPJTmA4/XULKLIeGvXrz+U7djVrvcNPn/ISBVqANFFwRrc6LslLwVne6tC
CGaA+8ToLZH/44fx5b6dxzlHn5g6vObPGmLuRSkOgCYXPUu3y0FynoFYoscVaCe8GaBtj27GRq7C
qaxdBZhNkvK77TNXXmqPYYIYI/qJaPKq5C+2LCHOz9GdurhDb+wS6e99hd5wF8CbggZXPJLIEN8E
i9WIYbDZjNCP0+36KoguhbOny9+0PMFB2CV0PJSLCsxsUMxNfxsjfWq1zpvNjzHd3f+SmxYGXNvV
l3BWazHbRlJBnhSalq/PATqevvTBsBt2xTF5tE/DUXuuBzcfXFLsmvqy5C7mL+5/w02Bjf8G7llt
NPSDAJsaKWb/xxgkXh64/Q96EV29zyaZ9dVbr5WzkWlHJamkDmxk0AfKbgjpUQ+Ur86uPuGtO+VP
6Wk5D2d6sIJHoMfupD1Qg/e4W/v4y8ehfOlcjEUdhn3tVwHQhneWwJzevlT4PsQ7uAssfjM5O9dO
XdYCCLUK2zzvdrm24P7bVucpRd/vZSPTApKYUVBVVHQEG7cQklmOREXMYPEhl7YUmalmWRXmi+TS
Zt/2Xle4hB7vn/SWGKA3oamezX0h4bk2KaUEt0Ce2iqUjaJA5APWCL1+6ECalYrSMVt7aSL6AC0W
AlaQCa5FObDlttPAek0dwPoMNIv2Q6hFZyCpoR+n/WnkIgPDPp7XLuY9MaxczCrw0xCLXcxooUqq
sAA/m9zupPHdwsKytwhD7JGCgfICKLFxaCiHUTDyfTOzwG7QlWw+Y4NhyIiiK7YKu+WPk+yJggR2
/LNoKdiE3LZ+6qc/9bCLe0FEIZTLWY8IPG15VkOuY5s7a3T8kjzWyVE5OdAjkGUvPfAf57ca3CD3
NWnLmoMQByVJVslDmnh9vJlaL9Uwd7gqUpd5SV5lKMQjZ6SQWlRj29IklGcZDApcK7C5r0Ul+jxi
YFKvwtQAzK+TJNK+B0qOa0XjsqsdmgWZafWAI6xawXX5dBl5lboS7XA5xbFslwJ97FUYm4an5fqr
Y77Rcac42W7Q6VGhoFXUgwU4my/O7CO+HKdTqn6fuuIhMrv9TB+RqD+oj2aLKPP+AdyM5DKVu/42
7ugtPdUs4I7g6J2TavlEOcQJxlQYltcunh+dYELMgufLEbwWn0Wz201hk22AoQChCyd4NGnrtBU2
pXxGIuX4BRjo0Tez9t47V/GQWXGpVwSq27jff4LtxMt9jJl4jZfu4h3759yHPxVEAjeGKcHNRyF3
hGw6a4o2OMtGO2o6Uj7CgFb7Pq29ev6ylLu6qPaJ22aO2y0imLjbG4BJQXYI6FRFyo+vloPLZVJ7
oLeFWbEYrtXF58iRY1dK2sP9k7412teCkLJf63/WaUTVc4q2vsE+R7n1PQacV6fbXicLNlG/2UQm
ibUpM4BbDMCtJYGiaEQWBY0aTp/8Rnap94aiTASP7IbirqVw+kN6s0+oOaCzy3LgBFJPbd6dtvUQ
0XlzvbiJAVq0HuQGUgBaBeI2hi7IzW0eHbLeDNsdk12fX3jlWRv6uEgT21HLeUWitlMeZPX1/qHd
Gi0sErPHsFcaMgj8S5u2NqkieazD8cmip9ZrDHdJvOhHngjswG3ctBbEzvRqLbbaVpmFfvyQOhiL
96VmP5g746vcCa79ppzP+84y3FjRWs6ca3qb9TL2jBq4Td+V7MUhvZd2JxtAuPc3b1Pjr2Sx87ta
UxLR1m5iyKJAB9KCWUm8uA2EyZBbm4GtuxLDPuNKTNZ3kh7ZE5q7LC82XYxOo/8pDkY/psGk7u6v
SbR/XDRnx3ZXlrNSh2b6YScZEpPPBfJ/kikEuhEti3ua5z4vq6ZQ0dbV15jmqh4ya+pcVZ1cFd3O
Q7WLZuXLrMWCySDRAtlnXe0mGcGXVZhYYLfoD0WkH0DE7hvjATkK19IEnd/ba4TRtSyWY+fha4ky
xeifNiBs+ojSv4ZKXaN0oYxKmXrW46SMApXcXt1/BHLHVy1o+5hbbKpi/M4il9itR46R/sV8vq8m
29YR8Kr/uzLu9MwBrlUC4LowS8P+myHZX2cajNnb3A37ZTw48NudvD8iTseIlEBHP8dQ1q8ouxH/
Ec6dIfB5CwUxeBOidb1y04bkrmTkyOR3aLt0Y3P+YSkzihXowbSCLHcAZqm16ffINDPfLLPqZFMJ
EJ8SkLwF28KenpsvM4G8iCgJWQSdu6tl7AxSNKLbrryk59aTLFd6zR/7F7V0l8f/Rhab2WaUUmhI
4EydoZXESWc8D4m9T/UfWu1q0eSZL2T0qPxTteHjNPv/SqaDNB6yU2w8cn17nAKvCDFgi+hulo0g
cn4M7YsKDmjtWRpf4+V9agUvFFsFv6NAeUNzNVKHGB/jnuFGUUg0lDCyS1M9Jo7zQJU5uL+qrVuK
+hd6O1jO+QY7YpQLABhWNnTZOlCYgbE8J/3ojfJjGRVuQt9aXVCCvRkcAjovxCF0BwTeZ0DG7aOd
arFit/ZFag8mTQ9SG5jRczE/YyYydfZAmqqyj0gDubBbvOu9N4vAbm/KL/wXcJaiVaap0ObOviQF
4q4dIf1xSDElbOwswx3Gp8W49Mt7gzRqWR+nVBAFfwJlXB8rxLOuDvSAIwS2b1re7L4YJMDe2hcV
Xa9ap+76cnnR6wQNyy+Z9gVIKCrKGNkfWn4Y2tdsPM5/FpRSjMIn2U85nb0JNRWNuJ1quChOIlP3
l/4sXyZLoBs3KbjPD8VNNtA/jaoYX6LvdSkGrzqxL9B1DFTFJdhlutK3q+7BmEsg7ecMpK+kXgKw
/cprosO8+B3YAhTRnvE34fNLkBMBwCZmhVFYX+vMEOPRaEbFvowYEbaqU1F/v38PbsL0/5GAX8b1
Rl8Hj26SxFrdmMSwL9TGi+w7B4k+YdQEBKF5+9SYGFgi57QTJCWYl3SjCYBQ+F+hnCKOfYoGn0q3
L0711XB+j2bkUk30YrC9uRECbE2WuUfIwEP4QUuGBmyV9iUGoTLeANBtYACh3YE36LWiGNwYwIOK
YWtNdS1ryg426boHOcPoPxgHTPTfOe0/Oqqfew39B+onEmmYIlyfJoFDXCoUp4l+WaXdR48SoNcd
TysFLzXv4TM56MUAQSimIFDX4raX0DbT2xzbm5fElZPGV/NzTw4VaCQBT56MX+/r0NZpXovjlgXP
cY5Ip9kXO32g6q8mfTCEzHKiJXHPPwLopscQon3Jeo8iS283OwWcAGobWCGcufsLYi82rzlAhUC1
HuVioCWwW3nlL9oqSJsxPuJcykFyc+Wr1ptuI/3oVZFC3LhUnyd1JYlt7ZUkfWyMOq8q50LU5nth
PKcgRKswsEQipMzIGQyRVvuL9O5i+VQS+I2bZg5BButrQd0faD1r4UoN/DxM4jsXda8v+zx/LKzn
Kuo9Tf2SAxiuQa6yf6bOqdG+SrGfZa9anrv94d/3mhk4Bcx1yFjw06v6rGspMYhzGcbco33ssckt
u4s9Ygscc6b1/Kmi+PnZZIvSCp8VqWo1BUey5FwitfKNOJxLYMNlRyV9ssdv9xe1dSP+IwpZ5vXO
VhkFcNkQR5dSPqExytV1zyK26Pxu7wTsGmMUZJiBmHrjrnkdpdksZVCetHhpDb8qPKP/oZDOrdOH
eDwWtqukR7R6WVLjRi1QJg+YugSEPpUOliDCur0xyDWhS4+l0/GQ8H5pMVoFxRiUcyka+WettD9A
69kDfmTcFRoRtejfFIXwIsOEshkNBej5GCxfb6/cKinVRwUnqYDlDPm8br9YBwPBvp2ih6rYyS5w
8f71SCETUxtoIgICtcpD9o85pgImmkUXSltG79SriTeKXEQ+lPhc2JUQ7rknVJ3lFOxmF1J8ZNmz
s6sqd94v5hG5e0mT/WoRQfZu6BCjq0OnLQZ40CTFbSW6w2Y5MmG7E+05U6OfdWpeuljfgwkAHUtE
EryAtxeDNeGAZxiA+Zi54t/kQW8SdHtmzkUuTnReTu0ReH8C52JTPa6FcEaVaNZid1riXHQDtTwt
rIsDQT5Ppeq+yp4mUDJGf2epEdz5DU8Ka2Ot4g6AktDtwR1ehfeY5AvuAFAv0BR9ihx0dmIqpjv2
GPTurN2YDPsuTv3RFjzAG6HFWjT3YDllTcHM0TmXDojIU/76NKmucpj8pHejbF/59l+HFq497CxM
ghki6eydWBtWJh3zEcBixbp5O4R0P1z7hO23gtpHNb5n/Y48aOqhWvCaLR4mqbQ4fiWLLtAmTd2Q
rLNRAEzVGXip2d+vnk/TaGiXVng8aOo+f008xa29P5Zn+rYPzEG08wwHKYjdt8XFv3qpt++e/fns
+KNbefPBy+3dfSOxdZuuv4dTgawttSFm32O+GhgYwWummsGAIQtF/amLatafE8D8vmNmET1Z6BqB
8eX0PE5JX5s2xWWyxyBKERClxr6Vf4yRs+u6xLO7XQTUHQSdXofu2Gl2J+3BmlCnLw2gJ6e+3P+V
u50Furwh/lOTvfWvbYXMnqGTAYkDFUVPxFLr8wHRUh6byeJcKtN8TKQENL9d/Hx/z2+fdchAewhy
E8iI3KCB10pByTjjMXAwiwoSGSz0maAvoUVsqwoU7oaK7HNBGKhEvZDh2t1MMZtybcexgYtGNC9X
jogI45G6NiiWiVqhkNy4oJZjvDzS5Erq5NkmgKuWp2TKA2JjMsr+Gs+zwBHYeHzRUwn8D0wVYgaL
T0DpBXgRrTTCc6jtTOMcDZGnqMeUUMHqRXK4twJQHGRpZThQUq8/kLQ6OIkKPiw4UYJMgUgQu2ZX
1zrtEkPJOgiap8BwXFruk8QrBc8Es4k3t+dq17iIIlXqsnEI3lpzyH/ZCfjnJ0pe7+vm5lN0dTR8
7gxFfz1fGqxkidBz7Dn6PobevP6xMh8V99na3Zd3Q5X5qZ+Ya0GOFlP2wKpc75wBPLFCmcvoguzo
i+w5bvJ18lWPuF+PkwtwYhc8A27hhtbpMlxe/t6XvnUTwe+D28impYBqthZe6JMeAz09ulhGgmHt
ETBfrlZ9l4nqJoOgW3TLkbiWxVlaSmZFGsoK7ti4t/S3tnxqRTiZW8Yc7h4aC5kBu5n+SklURA7F
cpLpxVJ9J1PcfjpH2lHRQHIrODk+H8kODpNIkMSSZJgPXu+d2VZK0iwkuoAnPoRz4lmF5UuJ9G6m
VdDZaqiOfzoRxIRAKD/dSFOaNubcRJd+rlylTQ6mcwa6j9s4lUuXonRny/ESjOILDNamXGDDGQpG
U4HVwbkrEa5EnXfo42t8/UQbXHB3mb1I8cnJEMWXm4pyJYt7JDEJ35SZjI2Nq48m/2oDdFESWJLN
W47u5/9bD7NnV/aqjEgs6awv0QBiG/r0jl2gaxgoe8vyh2wJ6tgQbOBG3gDqciWRM8Ua+r+dWoVE
M5q+DPRBzywX41guZjrj+rlBThn0BaYSTiN4gNXkcP+ibySSmXiguqNNGw3F/AwHGOiaZS4h3s7Q
dqqYwVz+bpRfWvzkNC9KeXCo5sqaW+SnfNb86vm++E078x/pn8dxtd3LkhXz2NDoMkqK28o1xi2t
gzX65QPiZMGbt/VKoDyA/2qGxiZm1kebdXqVKzHCviLxM8sXkSht3gR0hQF+BVhROv8+zDAERm/A
jAEJgngWJf6UGqCBAdM5CEemH7T2dENEIbuR+MHxsZ9meC8Mj2W9KDK2AGMpFWhPSr263CPLm0uH
afGLBvJaDOPs0IKfxm8pGuJ2We217fdeEZXtb0p6nzbv6jM4JZbl2srNEZ+R96BvLt3efFmaIA7m
nbGf/Lb2ItaNKyED7U+SQIe2jDvrJkGygoHFGZxsYqfxVKcw7nN2oPlPlNtcDf0cRecSxatRsL2v
sps3Bs33QOVlvjD4NtdbniVWlY0yDhrTm95klq8DGEYdT49Mr65CSlNP1hAqynnQoBYj68eqF7yY
mytmiPOYdUAxj++gqZo5k6UFxh4wAZ6S7Zxm35jnqPVVNbRF+JL/j7Qr23FcR5ZfRED78kpJ3pey
XUtXvQhd3V3aF2qXvv6GaubO2LSuhT4XgwPMnAEqTSqZTGZGRkxF3VF1+X+NcXmIITV1q4qjseGl
balX7CtvDl4yGQSvjUi3e2rEA5QvCUI70g23KOxI+ojl+lCIb4GbgBXAWyU+FDlrYPHy1E67Odme
yY86EseA3g1TZRgPvf0BIAQvYz/R3UOI2mWsWIPHbBXPq6xFwS2B2sqijj+NfJ9CRlYCJpi8Pvaq
qehxZZ+/v0PUITAwo7kHUjhxicdmF5+Z1QuLXG0uAh7/wRz8ZfLMAlI5UtoB7ohn5+2SeyEMSSOZ
ODettkyigyr9Goq3wt0KWbx0lRahS7ej2BKrT+aFThVFe6Df5k7TVMUBOS5SB3AAoJPCBTCpwsSc
AM1XhE3o5PYXv14bDDQARoPSXA4OiobqZUyZHB6g63B5vOt3gueIW+gJiDjFoDrAQA13J0hGy0rE
dHIId8HPYdEtMkpQbsEHYJZ5iJbGOnBI4kjtIrXYau7dMpVtYFxURAEbDIN493KfAG3qsogkhYxu
r8WR7QcQjTk3TnQ0IV3huNLfgg6+14vyioypBPD58/WdzgVnZRRL5FDqglUxKME2tO73DZpLhrvU
8y/BbC2wb8xs88RHxjr/a3YMaFfXvJiIYD/LsM1ZfOnEJ6mOFpFuWARYzlhbkM5C3lrahR/MeddE
FdYAD5oioT2JaWm+mA2aS18e8hp3vhSgpkKTliaDUxm0j2i1rRWJginx8WJHh+UeozAJbR6QRAEh
wD+dAhy1zihgsieMmrIVgmNd9tRtDcT0Y0sT14CBnA3yKqCwAx0BFzSrrG61ECQdhyYz1gaqFEaw
TRJjZWiBJcpvejvbppiIUrBoYsIGMwQo2nPfMQ+7kvWKhDBN0AZBY6nHIIdLO20dGOBLc08SRmx6
Ejti5tEaMw066GMUVHCQVduh9CP1LpL3Is9lAFPXB8ikIFCAEIJ3nsGfIw9Kv3IakkMT++/wajXF
P7tQRuDCm09MadnXS69cSuB4ZdmcPOdEEntjnfsOquh5dVn75KC7Q0LLMoWU5UHLKWvUDKNl9j/4
6hjNRzHOBACF7/IHcSG1BsZ5Dnq3CP0Qbp3Uq14OkGZECY1zn6IqP/csmsidwT6GmRV0FsaCGff0
SitMPuN7EuA9+gAov9pOj2a1yNxj6uY0g5CGUaJu5ttpmW0ldkyTbdbNXJGT7g6cFNIqjDbrfNtG
jtq4JkFKDp22NFi10Flg62gZ4zQX8m9pFh86kfgYALeAo2CE+dwNypbaQOIOFZ9DHmmCbeZo4ARE
TO1Gz5R/EqdATwMw9MiSgjLTbYCsOsH1Iq+ELdQqLPjyivhCtwZBMbAqcbb3TALK2ThTN23m95Yv
anMX8eTuoteBpwsauGiQ3f4C0vtxX/sCObjwXDNG1cBHy2pbm1Buqt79+O2xF09efbCGGUyQSYPP
ggslgwnNBjfB1yyTrRtGdvmlaJZaqUcINulqBOpjKsx1G6cO6rVNLsmLBEGrZRE2QcWgYZIyd+qG
dvGnO3MFTO3ltwioiAQcX5RbW1s0TQUJIHIoNPc9Zdkij5XQLgYaf5TA5FZzoNgpe2iGo/OOtycu
O65HnUWiVCcRvl2tW2EVLMmxXIq1ZAnsuZvjFJqKBNe2OD+JgkBws9FP2m6gQc1QbJo5DFMX6LUF
LpyyFOMmVd6Tw6tfSY5mlQFxCOQhHzvg1FUGsARuCxQ4UanjTpxWaJWYmEi9NLDPdMbK654Nd52z
iIoiwwXi+KfHBieXBRQacJfobKDncHvAVCULyxG0cEgH0w6JaVVuc4hlYSn4i8eWpgLXSHo48vTi
ccgLlLBazKU0QZKXq6+ttkv1H7779djE5I17bYM7SiyGNxYo3B5cULW5Tvk6GCs9srCFKYVqsPzH
/GPMteRm1sWPv3VGFbtDA5um9BXXX4Z5zJv3mXVNJYxX6+LDoCYTFFI0uLeMGCTE21GPUj4I7gr1
4uKP9zYUczJrUwdKQcMHJGvQIlLlMWhd5cYma6ugNgTvqMetYA8yFA+HNK1nQtJUXxn5L+YkVRQM
wDLC3eBJAG2oIs8BzrEZ9S10GClG4J3ceX/JrWghrOYsTvn7tcHx/79aFyvd3BVlQFpYai4T0WnM
z6YQrUqck5aZXJqGnYPAJ8AzQEHdWjJyvzKMQEOr1qxtiKEuguEn22T6IW0DJESbqNj75mLAJQNy
Oadwd1r4ngznGc+ZulyufwUX9NXMxzSkrwOClfypvb27qX4U5gueH1aYdbRJHGFBNLvLDl1gudIO
v4TUuyGaQ7xObbuGsTlpzA0BUOQOZgxou9ZKnXsQZAOaFoCBhns2mGAxmSNynaqZoC70H1P8taN5
g5GAZhUQl95zoA0CNUdjk2rhKmTqsTVB+CadIzDMdYa4V5VzUc9gbKZOjjZ2x/DtoSHNP2bLMC/V
NMX7pwS5J/Gp381Eg4lPOvKiYfxwxJjhgr11rEbTM90YUu9YmqElBR4CAu686MNneNKVs0ngxKcD
tZAuIGYDegFSpVtzcS6WXi3H/jH5UjaDTY7x2tgkTrTvzllA3Yu3NuyQ5nMzQ6NH3DxYoeKLbQRy
CJgvpPecx3h9HMqs0f0jODE62R5RB0pJFcy6BKAnXLB2BmA2Y+87M7wODNCqa6sM9kRokxTmhy/F
lPRHs3yFtpddpJsinCl73H1HrFBHcQ/rG+ff+THiWqy8rHUV79iUscNSZQXe/zg6MVN5cYn9OA7c
fcTRFnBDQEUB6Q3CsduPmLD837aAwgJUZskyQBN1spzFjMwZ4gK60SW1F0aGdwThDWtlSDRn6L5J
lEXP/2BFeG7BIUccMq9sb6BCVeDF4B27RrbDCCI2ylM4mOtM+nxs6D6gjHuHI4AxbPQz8N683bsY
fPJ+2vr+UUsORRs6YtjbKHLYSpJtOjnYxjGwbRJtoEIKHxGyj9m1Tvnm9S/gNnXkC87qLvKPwF+A
7WZNmk2pBWtDSeyojMZBVVv0/jxe9tSHBLU82J0Be0JTgcvedTkvY9lMfFBopXaV/sAom6W569ne
5rQd6B0BRw6UEY/gaUo3q9Uu949KvBK8P5AHoVn07JszF+HUYcPz/D9muCgWMq/xtQpmGq938qCm
aqRSiL9ZJROgGT3jnPfvSPgMnq1jARukZ2jr3fpMznI1wSsM5qreEhHD3sMA5Iv+wTMaR33pyY8o
FO3HX+weHzgaBTMn3g54wt4hSNO+Z1XcI1JnjrIkq/YU7vy1Xx7kJeTzHtu6e9uNpjDgizo1Rn1R
Ib9dH8urpvPF1j8SBUMqOw8HYe8GL0Ra+nOO+K3kxt8EY/lBltFURBbMfTqPqEbTQxXpuP3xodPS
OR5FejTp78XiuF4sEnpcHOnZOa89Ss/n0F78efaA0kM6aT//cZ6eP54Ob38q2tDdoaebg/V+cJ4G
6+A7v79Or+b6tO2tlU5rutmJ1vvqcvq90tcn63KynM3MB5r0wauFcLlYnOV4HI0L8Q7KU0WLlULB
VPH4w4wb/2izuGsTvC2B3GQdbHghch+t1pDoeXNJwR1zD24RUG6NI4nQFMa4JvdsLKEwXERejdtS
DamW/WyUgPoR0Hf9LyJsBiWwpKRbNrmDuhxroZdaWJrXW0L0XGjntM6tlmQYCJNtYL6Wj3dgDIb3
O/Dfn8a5JkZggLciBQLXRrTTnzM1x8n9hbYhnstQhcX47a3ja6SLg1Ac/CNY+LQIg3z5TKCaMgAx
e0i/jQkebuxbA3UbKU2bmThZMdRmG4ZQ5fcFsx9v0kTUxeDO2IAATw1yVC66a1kEeLtrIKk70yfV
mmNImfKPm7/P12PcAPW8avz7emgNfkKNVHT06oiGARjO/uT6syHaWvBKkvgAsqtOsaHFHuVrQfzy
MeXr/hOoKDpm10vmvlxT1Sozemxs0yTK0chVcS277Qy7wlTgRw8CnYhxdnbsT99+Pr9JmwBNLlzV
YDuQWEKhZhtaoXySIwoWMyuckwy+hyiP67qyyB3FVpf1WHRhcfgFODJ9Nuznz+MTJL6s0vpBKMjk
8G+rzdvu3eks57dhbejPlTzHH34/e8n9DO7YtcZQRb7s+kc52glGh4eJRAcUMsd+E4s1YMP3Sh/a
sQ7ymtrYirK/7CogXKGL+7sSM0sFxbn07nvPbYdBzWUT2jV4LUM/sBAlEIFmku+JC+xm17hjFiZt
20C5AA7KtkYu2CGghLVQoMb8lsWMumbmPD5xE8H/xuB4Iq/eF5AMLYVEwf6gxYeRY9cuha3p+jbJ
ZlxwIlmEIcgxoONkAH/C3QByC2U4v4bGVi+8swaQzNSWxR5Hyk5kzdLVd3X48Xhp9z378dvD30EG
Mwpyalw0UbQiDYssDo5y8UM0ENnFqkGHUVpKJLOIa64J8OMm6dZa8KIQYtXV0yABGNS2q8e/ZCJ4
YswLAveQoxhnljgnLINCKDMPa+900YdaUe+CGiEv6WMrk5/yygrnO1Uq9GlVesGxCT+UZagua/+1
Sp2yuDy2M/UlwdeMzcUcC+QXuXwhqPEmqeo+PFYDprwOmbdxmzSiZfOZJj41MW9q4d3z2ObUubi2
yXmPq7kBSQhsmsgfMfTqKI5X7zNftWJtBoQ9ZQoIW8zmiQZY3/jJII31AV6IWXgEDU7TL0BQBqQm
U54g505my0KTYRIqTOgToq0DjAG3sKZpRNOtK1hLBIcoPgW9JHqD7TNYY1xP3AcNs1hDC+1E/AUD
xqLAZJQZPHchtrxtD6z50xL5V/Kp7MrSKrqfkkFB/1Cj0dgh+QnLta+tdHEXVOtQ+giVvyXhQMaF
OikoKiRk3Xg6cPEj0IZ6ICELj8FQLdEIA5ANhKGJyKxqroM/dYrADjsqfmKOHsij21DlVkEUEzMO
j1LwGwXmcK5MP+XXYMAf0XnfZTLu75cs6FUzwqcwkZiSZliHw57FOwYGGmAS26rFJNWcYtt4Jrms
EAMi0N9GFWQsynH3cqiXtZsNTXhMNYwMyeAFDzcojM6cnsmdu7LC3cUKXkToCbXYOQ28W0ll/Eal
Ppq5SSa378oIF+SwaakmmjXIrbOvLtmrpi2mr4Kx8rUI1O7v4dz09VSuqANYOMI5APvnlbbFFmor
0PTGyfFsP9rFQkh1BRSm6Zzw21RcvTbELazq1BL8tTAk6RdBLR1Rx/1/DPRykSr24zA3aQptKORN
YwmVxypiSrgLyFDiNFWFLTVns0ajl1hm8RqSP49NTT3LJTTWsHFQFkAFlQvjQmTqmRbhrSR56lPS
Q1agECiKSCc36p3IHWxZpepgGeQlCOZw3BPfDrZ1vNGQE4z6DLdHWYmVNiYSbDfyOc9XqUoVhHRt
+XiJE7t5Y4WLTZrXEROVfP9YG2JGcyBPIQQhd2DZHLRzpKwfW7vvrIxkFVgOZC7Qpgeu+XZRvRQo
MSrrwbEOJQGscDGzhVjvrSxPa8cT4thR23ZYdiLLaZHr7lYvg3Dva7q7wGhVijZnlr324DRfQuMp
mPGsidMJQU0U/xGjx/cVF2hKzRNdpMJIv0wPXJjqHmX13xXklroEo+Cya4tl9aGU4s/HmzIR3yCO
NY46oGiHehO3JxoJ9VzpcJm2Xf4cRckF8uhUhurAYzNT7xsZr9NxZgU1Gchw3O69KpVeFepRfIRG
TL/sE5PReoAWpOodCEAEUuUh4csolH9rZJ45mbE/sUwZPOMjswci0t28XwOi7oQlTXwswpRGICZ6
H9o5uev7LrIm3BgZ3f06VR90nVRmHR9BZM56mlCF0PSQMBr+zOzyTVr4M6uaOD8wiBlXzFoqIPrk
ro1QSAPXxTzMsSiMyIGzCHsw1ZuAzKU+WKdK9uQpif6XWSzKk0AfYqIWfODILfh+vK+B8jAA7cWx
lRrgeJe6d1ABQmOavgzlmarJXQ19NIbxFQ3xVsJgB0/vLxNfGyoZxjzhPa+7BcCtFFpkyLCgVn00
dbsR3+vCbhMBCjWiFWkzTTneb0b7KkRuR8Lrkeybi8Gd5ppdWrjxUQb5EqrZHWAikfpPjIzsK/iM
IPrmwRsJmh/QjvGSY6GWVFNBhQoO5SCc+W6TS7mywt2S3pAgN4iC5Nijf9Ni/7KRu6Ofo/i8e9SN
W4Z/AD0fHx/4fLenoFPaMmwrMT5GkbgojY5QP33BgJPirsSNLoITOl2LibFQSEV9szxAklOZ09C6
G4f9/hGQcwGuEIMkMo8GF8WCNLWBLQWC0bAr1+4c2aosoN8p2Vx+//5Kji2QHY+DHH8cR6MmDgTS
05Fygu8go63qQbIBzpJV/lkYNih0wj/dhRg7GajoHxubPBrQuoL+lIbiPa6z233WI8kX5GJc4nAs
69xukF6h6Dc2yWMUJcqoWwdmRxneJAOLVxAfSMDN/fhHTK5YwrMZxKdoDvI1A2jHuKxw/eQo4A6x
jBbXqof0yOl1zB67eenSOOuC1WOjd1NC2GfItODhh6o+Jov5JgmYIAa3NWBVBRsLcT+yYSV12Xss
WWYLbg9tE7d2IZ5l81NQE5v2VYihRVxq6kzF5G71Yxsd4Cf0uZBSoMtw+wVAFenGPrCqJ0MmgiO4
gqXVHpQl+8FDgUptMCaUlMvHix9P6fV7BPxsSMlG7VygsQFW4EI+UX2wsMpmcMqq3rdLXxKBq5eG
mYvl3rlGM+C5w30JQbU7GI9SjIRcCsyAuKVq/1Q5s+ReXKRVsNBy0BS0b6za+kFzMMNDwA5VXM3E
xLtK8PdCr34BH3mBaFPbyghOWgymmtgm/baJdqqSv6MbVjciRXsx7hKrlH51GGrAXO+mzkF2ptFK
2hN3hfGaOa2yuyFmKNih7ICbFvmZDnQ2d+TygTR6UuODt4mYrYMsbJdRLIob2cWANvMKmQ5hKQLU
KlY0alVtH+VZZVdlIC2EIkyeFN8YZ3Wrqt0MlTiAlNKNLZKX6P7i8rbzpHr1VeWT1HlCmRmEju+j
GPbYgfjMfiSowe9HfxFBAyIWnNP6acriXourfS26tZNC09FucAMtwy707ARqNHNZ96TBUSvPAGcV
wILcfaAOIB8nFav2PtpXaXI2qrOE7Kgpzk3RUb35KFpxTdJ26b6V69bf1uonwtfg6zNv7O+60PXR
GVcOHhCQcUBYB0OT3A8BG2ZqtFlZ7SHItfbETdW+yalV2DUDVa4XOAoDpZ+7NRudMojhDM2T5zvu
U1x/emqzyL19qmirrHjH7KGPf+Fhjqcpj/2rRsRl28/cJXe+9v1rVRQckGOBueU72bxKJjuoC6dV
3FV7lHQ2XUbNWlnHkk77uLaM6tmLavDG/9EwdILy8EZOB6esVFuR7ERbQ6gsgdK7mhz8UrXS4YDx
jovad5jCnQPrfr94+V3FrMI3QAuJPS9RIhRFJUh6XO9jPYH0SNGq+SkVy1KwpMGvgaHyhECx4wI8
qbT2dH8r9TEk8Vhn1FQI0Ok2MDIL2kKlkIJnlgNGTbVaMTYhc7vUqZNCPIRRjRlP5oYpUFHESH4N
oQf4eu7V4S/G1NajolHke0gzhB9+NKqlqVIRdraSVsawSOUIFL5If+bI2MYIdLdy1Ltw22MmBzOU
t+FfUQLQTqmoOpaKQnM3sNXmKxU/Kr8HmcjOmJuUGA/mnTlwqSiY0URJ7ztkXzmEOPS15ukwB7iW
y+Cp9oLiWz+ODndrgvAoLkKM5426oCh63q5JE7uhEvyM7L3A3SexC+8rNro6bCOyB5863k6u+PbY
5F18gEl0FEVkn6CFwGP01qQ/eHKBji7Za+EGvd51W+07PBED5eWxHf7mxF0t44OMK9OBdFC5l65Y
e00TwXMOkUWNmdhyvwbUgzAThnwMQRUv+Ns11J3JdK3HS4gMBY2NYlWwjZoYTpP3M8kPn8WP1/K1
Ja5BmuRtWpSx5h0GY7AkMgiUtNVvUhlPj3frzts4O1ywjEsGzScBr/NBqXdINO089baql2AUOPwV
F3Ptg/HmvHFuBDgkkSPZH7K7O2XdPlci6MZhA/Mdkpl959rgVlFf8DZoxMXjld27+K2p8f+/OkeN
nMm1X8OUH7ub9iwzx633UfKBDA/Zw4xzzxnjMgYiZrqCtiW2MQ02xoAsHTyXeaJiqBpYsHKgIDF9
vLyJD3e9k3yFUvOg8zE0sKgklyBCh8Rw7QH0Bxi+9b2vx7Ym3P7GFueMjVYTJcpN7wCN6TZoLaXZ
pXhp9NrMZTjh9Dd2OGfsglJvlBh2huwd6AAryqSFOKfgele+wdG6scIFIuTSHTgVYKUl0FQ13ho3
eU1daSs9xyem2MQLzlKKGTh1qO1Wm+GAvI9Ot8a5wDtkuSkXoguv1F/M9k+f/OVb5XtxI/AXg4XI
XL8fzFder2Wu2yYD8Q6xCeqGTlSDS61JreWJRb5oGFSyWN3NVZGnvhtIBYBqANwSvKVcWGwSMvRt
UPmHNhZaGgLZvkn0PsWVLMyZmgogKJ+MyR0qKEjTb0+1phUBHgWlf6gguQARDIwx2kkG6WmK+Ur1
KS4TrwC/JMu6JRtY7biC18xxCE4ch/G1pAPWhNoHRu9vf0MCsVbZ64Po4LVt8EMOTOD1a7d1xK4i
ENAtyplG6F1RFR8VrOcmMFWY+kHvgVt0psfm0JlVdOia1JIkF9yPKG0WneUVrRMN0TJ0XavWgoME
0rXHR3/aNkB1mPJApgDU0e1iWdkr6qCK0QH8xvFraGbCspdZusXvjKwO6G9wRYjEYSb5UYltazOW
eTN34URwRRqPaiSq5qOCJbf8Ss9DiXRydMjMhiWLbhjUS9kUwAEZpp+xhQ/F+tiSU5YGkJSK/LkJ
nin7uCY1YaRgwWQl970r3U2Jlg7hQehlZdmGLF6qddm8CJKHIRS8z7eCT6qlriXS3JjNhKth+AU9
3THjBqEWd7LYIPRiVNfJoSpF75iBwW1pVoVrp5mxaAqmLB9/7SlzePXicIHbAHI33E73YS2VesHS
gzdA/LnCczZLaoshFGO+SJxxLS5qQI0Y4+aQzQQWBeZAAnzrWSjpIRQnYXAWPe0pNALHi34Svfv9
eElcwB2toIGHv49sQ4OKNnd3JWrCzMgzwzNR1TfiVgejDTT62Aa3bf+ygbQQqu1A5MHO7Uogeokk
qiPhuUhCkHpvk3ZjmJ1dNM//wA5KUeYYdcDkPzrqVXAnqD+keRRH5yqM7c7zFxidV1y21oOZ5GJy
064McelM13kYUIF82lmoPt30ZSheHi9k5u8rnFs3YP3Shj6LzqYefZoCoaZWz1yEfH36Xx/lv2vg
yaVztc9QUk2iM7re+6KxfPxH3PoLrbWEdadBd4spq3TGp/lweWeVO0EuxJaJTLAy7aNb9H/cJ2Ud
7eqd+za8P97CidMDH/iPL/AiSsCmNVqpwBc6o1wIGGiiGMgDmbzQzTg3d+P+e0UjweUoUYz/eet0
I8E7Zj6L6BzGlmQZIZVaWqDntUuXw1zvgm/d3hnjtq/x1TREuzA658Yx+dkeMD9eMjs27ZSqm8rq
9umyp/ZfUrTdWeUikRcovdQSFp1rJd/1A1vlicRoVLvrx9+Mu0i+7Yw0pBBSAMceEC63W+myXPNz
VzdOMThSRg1VN1dRvtQ2fXWqkvdAnGseTJ0zqPkaaIkCeYeM6dZgEAapG9eeeZLbi2hseuiMPF7R
pAEsBAEJQ0pIyG4NSEJTapLXmKfS3CnGcfDmPGJqywygxTGYruG64BuDtVp1caG7LurgEgj6jsg0
aVAmC1RnafeiMGGGpEocv8HVC/X7G6H+C6I1zGWOMim3KxLzdJAl5pMTalpJD34bxa6D16J9zZt+
DcL2jtl1fTGzhdG/CgHN0LkH260K4dkwm4mS90ccNUEAFQElxx2G5Ov2p2RZE2Us78gJJV5LLjon
AVoehfjHn5DvAWDFGkBvSGdF/DdIrHK3SkyYDi2M0DtvP/tz+EPVNsNS7RwUvn8prlXmOHGPLd5H
FKBORwIjQASwKr7CpSt9qvhqHJy1SrEjxBI2LNOn+MsPxIWXLoI5AoWJoAxWbHBEoOQAbBeqarcb
qROh69IImUYmq1bpJ0vFfDN/qb6tilYtxptB9/cDSIgfL3PKLDjGkTViDAY6LjqXFoS6nGVa3QTn
ElMytmZAdDFB1dlx5aI9hwlL17rZdtTMW38dBUx8MaN0Lne99yEIkWKGEGC6cVyAnwwHRSm63eUQ
nPOgNyyZ6Dg+VUbWuQritcfrvT85mGod0yx06vRR/oPb5aZvG1EI07N+8Uq66Dbhufy7IUy46q0J
7kPKterGaTOaEKlBnApY8VKlqXEahhji5CtDFp3Hi7r31XGoCIn3OOKGvJg7HI0XJEYgxOm5kGzQ
W2IkOZV3nomijtWgHKzNoS7m7HHhR1ZTUFaj33pWDDsRIPiYO5LqDNEGd4MRP0vnx8ubuHBv1sf3
st04H4IogD0iot3wUwNSp976Qwqs7SrJLDA5N8G6AhWiXCiWfwJNYDInbMC3AMevCsTqiIhCgg74
6ujDV2ltUsZCE+GRddYYnvG7oj805Kfr7cX6Ocm2df6rzD9NjIh8deKpygwnzUTQa6DT2wXbKMto
7CWboRAWM1sz4c8jVdE41YxqMkpGtz+rLuIowP2An5WgKLTTjF3yDopRywfT6ad3KRNaLNV9uy4X
0m52TmvCD2Ac44EQaAEKhwcFhlUsotQcZmexBv/0YNcI/ssODRQ32rF4r88crPsXDD4Bni54VKDp
jkrO7VrTug61Qibp2VfS5+gsGUiDkhcvj5b/YFOBdERvFU8/LG1MKK6+dVkWVR9KcXZuq58KQNCm
u4WmJB0S5/0LCiFfaEfExnOp7vQAg8Hhls28bHjZYvQlEQgBo8BAApi37kAFfS0LgVYKypk5+S47
xGvlpJ2kTbj2NsZ6OGGw+9w+q0t3odiFZa61mXjCoz3v7HNepRpdxxLgWc4puIKa8hKwgHqNnQPM
6jVPOqZiNACfQYesNXM6wPwMzp1t7kIqci/tEMGVs2Sl63wRbZJltU1X1QoqVNtuFSy9NdhWV95R
XUsn+SlaZAtpJS3jZT5zVdxfjeNXAOuFgqROArKC87eWCYNPPOyCJu6V/KcibfBoorKwVslSzs6V
umi7WVo9Cb51k9qNVM9IpATMawN+yL86mZbnHQuYelap9JUDhAjCXm+X7Lwnl2bHv6UPRB8cUy8Q
BRgJyQEm4AF0Qm9oZS0R7fwjPnofSmrVGIU85ns81YbQFmbSuLtoJYMaAyxjAHeiBAuGoNuDFaFs
FnlxZJ4lE/xQ65hsmWL1lAA8/LdHeLRkQDxlvIzHFd5aKhtWFnUWm+dm1Wybt/TC9tK7u2h3xio6
hsvS8XfpH3AxPDY7ub4rq9y5ifoYzHIurPb+l3si7VcHbW0U3fxiLu6Pf+nGTbj1cackqQuv7Ers
ZF7YbvbmgZRvxSBmfi6EXadYZv8q+R/Ab8BdV3VCo1ScWerdmwdPbUDakPrjwYMLkTscbi5AtVju
3HOt0mAlbyPAFpZQ9Hi8oRPLvLEynparSCzGbp60Q+ueE7p4++syCLcE7uFp1BkRhB5/vD70EAA/
PrdPLjBrVMIne7yM++fLaEpHKFcBS8B1za2DxaHUkVZ2z8IJ83nkFzSLLu67sIbjh+CseTOfZkVQ
725L0BCIgOONXWYMB/CtbLcXPKVG5+FCVt42aOxua0JSfpMsLvVK+Cz2xiF7U231r4MmzMIfIFo4
Nk8Fvg2gtgwgG8X3L4mywGultNqQyoVVyrRw2GKuwTjhheADB/PXN3Oi/J05XvkHKwyQPKWBf0l3
9VJPKMg6yqObUGGmUHe/md+ZH96dUFcfEeq3fohR4zQYSBTh0YBB399Zc+mBGO2rWbbm0eduzjUo
R8EbPKKTcO0jMN8aKjJXY17pxxcPjYOl9gdTFv6b/0ZwG+yChf9H/d3NgNvutpCzyLlmJ2FwzDC9
+CL+SnPavEFjoNxhXKz5y+EvYDhul8YdN6XtmAcWkvgCtp+Oqme9HPWsHx+0u3jB2eDCfi81mCPG
FXNpnkwHiejjv35/jLk/P5q/creuUgwWyvjz/nN2KK3Q1g+Rtqp/2ImtEmSCmBmdC1LjL37kEFyg
b1zZ9coBJlvns30BrFSz1ZNjVBvX+n1y5ZlAdZfRcwscL7irBZpCM+jFuEDgegxAe54gUjXOQO/N
J+UvxTy+/cFEpMCQq4TmCj/WI0q1ycRSwrfKKDhtCUosv3rgyVYEaOg5Su77bUR3CkYkFWQBEtRK
bxcGQe5oaL2ovRjEDzFz05a2xHRhJvrd3f9QnMYEBDrboy2TD/O+gKZu66fKBdyijeqoeBRuq+xp
UE6PHfHezWEHzz3cJiPFIo+MUtQ+jkPoC130aCdC1asmVmC8P7Zx/wgYF3NlhHP2JBkUxtpOufyI
fsIdgrO/iN/SV+1X8zN6e2zr/sHzbQsDraPW7SiFdft5UqD2MPE4KJdq0UUfykfaUDysTYyquk9R
tFbzDjIZ2zaxNNS8xZMkgaXjtSzWpgqAHi13GJd6/Ismv+TIWf/vH8Qdu1YdMNwWi8qFvSa9k+Uh
DZVdG6PZKK8fW/qeQbg94dhnUDJhrmQsOfKlTTkf6lKIVOWyba0fEJ9dfSjOAPIX3w4gx/ZePv/8
+dXTS03lmXB2H/lvDXOXmse0FPNusnIxXiJwG9jhT289K4IyHqz/e3VQtr79soKSYhJpkGBkn1/y
9ae7jpbmhqzNZegEi8dbeV8oGt3oP1uJ5vCtMXQAUJ5F1ntpipWAwtBRB1EYXYI5Ithp1HtqoARj
k7l9nD4pV2a54BJngzkIITYyepWfJUuxAkc86XuyR0F1xi/vEhFuhdwlauYsFkNEhYvNTuvmlcyU
WPhxBgTl2x3kLlBd7OqocuH30ilhVijZ/lOf2PVgeWC0LHEqExu6Tr+G3sG8+MzXG78O5yq4DEYQ
A8ZWUMvi/DGXSYuerq9eih2h+tbdVY57hJ8sy22//P/Z4tsWgIgkTFNd5SIsu11o018gkCmcbNc9
zRiaOGTXi+KLVqUfDAoJdITqS/G8kCtw4wvvylO6Le3aNiiE7F98x8wpeSpnB4/uk0mU5/67oTxS
omGd3Ctg4r0UvuNt3acnOizJh7ocvmQLQiOzBufWyjkn800vigpsqkqHheA0q/8h7bqa40Z67S9i
FXN47SY5WXEky35hyZbFnDN//T1U3VpzevhN165fdh/kIgZopEYDB9amIjEnxl6/mQOxaMkVo6Jp
kY9pOQjqc0+jXfZQnnxAndgVBKrQ7iXYt99qTla5EgwuKDLRCQtyKswWQTHNTU6Og8Ox6fkHX+g9
JjlwJcSSKIwkzBjGl14LrcyDMkSq/hwYgEguvvkJz6qvnPBMwcBC2dk5zhH2kkJoJel8QzSeizfx
03CxjcpwhJoArwKpuIPlGLxM+UoTMKUDREPcy1CnAJwKw1IVYjlQqEj+uQbE0LnKUSqsYNw0C4zI
NSt0OqB9WX3qrIDnjK8c5EwZuR7w6lAoxozFJauBEvrdlA7+2ch3Jm66JVLXvv3gWPUctS6PbKaC
0jAQ7HHNZdNJz/ODIorAn1YGrhJi91xImhqNBxu1nna6EdvJBtCYHK+1JlU0L+JFErUErFZhjlFB
Y00DMEn/jIYhOuknvJrRIotIHmyk6JcCBNXbbF7pPR7LUd+Z659wxzrb/NQoSlApoxycx73o+Ht/
Jzk9p9R9XWSdaUD7UYBEzwEm4S/PKxUGtCZ2anAOdup+OA4HfVcfVTdyeM3q16GNocRIz1PK0YhV
LThXrrAVttHR3JenahvTwsE06GO4k/YRAFI5Mvw6FEZVLhhknGIsRiF2K4Fsvw8ewq1Kswfp8Xt0
V+5MV+DkklxpMtqfBcBXEXI9OMd3mMoh6vNEIctTuc23t1WDyxbjE0tZ9L3YA1vC1twYLmB9PnDh
2UuOuA1OAiexW1XEhZLMRr+4lvapqQRJBrbCu3vpW/aeuzx+5tzi+pQkpIzwWvAbTO6RKRaQ6kQl
OIu0d/S9vx22ygYrOHiOkR0GNtG5b+KlDO018833St9R9AeOBhqEz7kzuTLFNjlbO3QH3Y53E8VK
G5LboduTdvvKObBrlzWjKuABbQaBndfoXMqwzQFQ7BVy9KX+/pOGl5Tk09ioh4j+JSXmtNRBqvyk
A6XG7nYT8dzC+aY49YGL43AdOC9ZmtVmoRZBn4feNLOk4Np096N7+OWatnYa3eDJ/46HMV4Y5YmQ
iWrYDTcJRQN6IzyVQA2ndVsbFVXp35sxGMN+CxFIx9hYojGEwiRVS+xViM4oa+J53ZbuzHvJCUj5
rD7dPix5PvZLxb8kxSh+Hk5Ggpab6Fw61TFxS5rYPzoAkqbb0Bm2WNE2Psj35n25w5gIQEXHp+HX
R5kR3swN73ew8GtRinhbNvgd/T7ZSbCM5mg+4v1LpKOTub7jb8IdduW+xTs0eN9Zm3mCPnaNHVep
Zu28IRCdCUiBWZrIMPFDCruxazLVVHhqvv36HpHqVG1C13M8J/rXDV3zfkX0UM9dwBgl1xmTiVM5
77QemtW56G5QjgGdDliGbNrifXls3vc0eixO5Tep4ESna8d6SZexoDTJ5mIW6Prv6l46zCDhVOSo
2LVrvaTBKDNgkUP0WX1ZjUAm8lO3vefU5YWINT0G/siM84ymbGSzl75AkEPARzQqTEY7YoZ51D48
LCLjGMv8EVY3lkSY8IqtC0XVjiAibtS9txH3/debfO2GaLBoN96m3lQAlpgcLJB2czt3+y2vXLTm
8/Cug5qfivnLK4yc0Wp8JUzq5Kxn86b6jsQxx3/P58EyuaTA6ETSRkBok6vk3JkxGYu71MwAbecI
MVG6J6XJOUJdiYjzpkQsd4Xmz3D58uXJRbIRtbWmxudaeRxazMWg1c7x+ydBOaoAXJ23BXupuMtb
eVNpblSPJFNbO68eh+KoB4Bqyt3bx7ymSrhBAEoBvwuPdYwqVXLawhRliNgrWhv11clOkyR24q56
v03punIEu8cz+Hwxw9QK7OSS934yzVzvi/TcftZ30iGlR39X/pJeopPEK0SsKQ66X3Uk83A1V+Bx
RRw1RROW6XnCRlCZjrlf/Fb7NgSSZSDkv40GiwPswGimIwCe67dRHkadJr7Xn3SpyWW0slkRLjq1
kPyqNb0tNxxRrNnW8vcxogj1aPT9sknPcX4YsvFoeQBrmdQdRrZtOfnIERNUDXCG2B6qvAQYQlf6
x9s/YVVC2HWPXlbsi7maodbEUMBYWpKeC1PbW0P3LNSAWPzXNCxkX+jqARQmLo9zirFIWYoUqwVQ
B07PpligaTWSfWrlncXR4OsaybwRUgSAD5aAAZCFnS/GXAYGWqY0O1d2Z0+2hHTW3Om2ihZ1a48H
7y0PB/P6aWymiA4SLDtFdwcGZi4Zy6RUFWQpy841KVH/9B2LPjjvxWZrPPASzJVzAinsS0CpcAbQ
mv++kKFmYESw8XL0gNEHXn11XXKLjzN8WN5gZGNVZGevbvt7S6jkN22MqkehaFsazCdLJLEDArQ8
GAV0sqglYCSjMVbBwmLUBDaNmUoJrYtk7gUHphBvBdX1WwlWaqEpAuUatImhR5/5hY1njH5hGt0Z
g64m+kuCCtOu5fRYYvFA5PZoh7Ke+g4AnuGzEFikbAN7rM/AOadjt/E9WxEcS0GfQ3mseADKX+p7
GTvw21DFwms5ehEttjFdnETAJAsVAEnLbelLbuH9bEW46OjJD3rqTdsxq51YK0lquKEQ7rwOfVsS
kNZKApTd9G2w3hoBwCokT1xdc4J0mwSfQODozXuzVR3867Y6zZjwHZrMpwJ7aag+NiQvHAEVLRGP
esWboLq1diqL2ha9XxkWnwd34e+021TxTz16s3pSox3+tlVfh0zN0mc0D2ykwxgAO/wHJ9pEnaT1
5xTdCATY7bojtonoqlH4Wavl4HSy+dG1Ag9F8wsRj5E3iqHYFjqXg1DXY2K1FHqYeRNNNAMO3zxt
2A2im/u7PHsa8ycxfFAMEnqv1vAaCsiXA1JYklPcKz/1nSzs06P4jGXtkWnS6G4YaeFTTboPanRy
7tSDarqabkunMTRsaXg0sHDCCR9kyzWihhQVGU65vulCWiov1m/Zsm8L9LrdFukAesJh4yb2agEn
4dLGM63uDa8S+rMYB2jwbUml3lvqtgb4s7oJplNbFkTHkspHjeqAAnjWjVM5I7hEG/MO+DtBzGuU
V67vBZe/iLkoDZU6xGPg9ecO+6Ilty/duHyILQosQVpY6WbUj6Nv41UkP+o7PXjvXr2AVMID9oin
zZvQ2QZWtQPg9C48jYEDuDM5BYgLwqoN4HDF2wIBEppDx+bg203Ai/7zreVCUdBeD7ggCYkGBq4x
D3Upz7iPi2GSh/isEdsbnXHAzdV5Hon2EHDuMlfZE0OJuT/FshGqRdbH58gTtN0AMD1aTYNp95LO
2+BwdbOYSaGvCuMnKNzABi6ZKj2zS8ppis8xsY3R7SjaZKqR8O7IV/FmJqPBn2GRDMroX5qxiDe1
2UYJOrBBxkJHPTKklsomcLxuq/xXzZg9IrgOHJOBNziDvcFg/WSRGnKdn+tqELaZr+YyLcTQizdS
qecazUcDszxJo1abKWnbCrvUk9CkfTzGFelKEb1PwhSaBc1kUxtp5o1DhG0tRo/eL+w+jTZR23b+
XSgIQUAGjOxIgCHz5OeyUCyopoYGd5rqI5CEinYaMyoGMZa8WZVnoSAV6P17YgkRxrqnLFDolAnd
D4BOlQIVK4D4ObeFcR2GIXPM6ANdDBMN2PbMBDlRrbI+taTkPLjNrrxT7HoTuCGe6KK7d3WbDIQ3
xHydwDAUmSu43rXd1PnI+hu3OJ5CZZ/2NNzBwU1uQwXbe+L2F19lvHOoxLQvAL3hu/H/S/Vtxyou
FDRE4Z5x17h97aK7uEfpz607p8le1UP9gc0BKfJgjnBnY2c0DYUl3B7RuQkEF5URrlSY3iiFaXqu
HYOo+1NA9V3jjGeOE5+Dzy0yjEQTIxjTpkU+3dL05fvzJ6+h7LraDQEu+WCiX20VQeIXIID96ocG
u3EUJyL037c0MmSYWCQa3VRgkRT4cACfCjdjkrsADRkcB7CmgRfsMBFGCyevtlIcC5pgXLDkuj5R
dybxqbGPCG/A7fruObOFuw4e/tB3oumM9+wq0axCZSZn906zk3/XNulesb7328dtfbvKjhhCjLoF
wxQBVitMz28lmQ4+iZzU5aja9XPETAOXNjhpFNah1Ze2hBwJjztjDhruPcS2O8bH50duXXbNYpdU
GIuNzLLETBmooOwgEVfaYr4TrSUv2PP5ybmMrgkNzRhoAcVFBxPUjDIMkgk0v9DPzti++JYPFIC2
Ptlub5/MSgBFdQ8jLgDhw8ALC4eXV5ZSqkqLmxTxfij32a4jYrOhNQdPZtVQl3RmuS4iaIvUVxAy
0HmbPGKdiH9uErJ/Nnlj4GtCW9JhVDpPlAFwlKDjPcq0pvo9HlQcjqpd5YHQtCUNRpvVMmjbQm+y
88HTCOa6PoaMVwpZSdYuSDB+TagNlATaGuJKdvJGpFjS/EOhz7yn11karH9ecjJLc3Eq4tQoWiiB
k2in793qOA8p7ozqSc3Ic/DCK56uRYMlNUahJQm7K8YaTGEa4T0OCf3kHMws+BvsWEyKm6BYqFc6
bu7NTrUj3t6zVe+8+P3sNFCRAVTSVPB5fY91GZqjk7uKbj9GqpDy222zXHXNS1qMnzEq3e+qoMzO
I0XCSdK9QEs7xW63kXDrgmvJwJIWY5vWIHZd3lXzuSARcOWIYMuvK9gcbeOYJlu0iXp9EKoJytbY
w3MHd1bR0PY5KnDdAHhpnGxtJE+GsR9jCK78jFx199s67DCUqTnx87gFeBauVq+3j4rHFpPj9JGg
+cUIgnb49Ds97rc8ljhmw+L6AtVX9BQRBN5UKm3VX8AQ2t1mgUeBcQN9UQrtJMIwzdNhcgeCyzbP
9jlxhg1mgepPSazh8Hugc5Sbytnjik44EXM1B/ijyZigu/RnY4stEUbdzZo80u5YkvGjd/dbkwq7
j9si4ziDK8Ceyp/UtFJgNHZAI+vx6LyIIumJ+q0G9i/lTblw4uf1TUGpfUkUZtfm2pqJ3uDiPbWT
fUF5IlxLcJYiZJyBL2Pxg198OQONdLZJK3eytW0FJC3SUJpQjhxvRzpM8VwemV+bal4Bqetsx+SH
cohs3T6+AGCf4xdux2yM9V6Sabwy6psR8kPZUN3VO5FsOYzc9qIAKr6kIPbiIIcVdA8X1ebZfAgO
1KEmb/CeqwizLS9CdlbUTS8A/uMsfhJSuxOlAS4GHGldw4tceFGgJV9S6TJFykYdaRRQFPeeSdEB
fB/QkKqke89wPzU+26OwyRzehW7dE829iqhUYQiAEWLsV4OP6gS8t1PZp5oA4PP19jmtO6I/FBj5
pVrYi2KeZGfpOX8SaLPHWlk32twmwmODEZ9Uaj1wf0EEOo1SvLtVHv6OAJNKifoQomoCAulEsAiK
mL+il9sU/oei/SMoth3DajEuM44gcepNW6fTnaNkzp6OvB7lWRbXSdsfOrODWCi0h12TqpnFGWoE
4mtkm/cvicOxTc6ZX207BV6GWjbQqp5aRMCE2+DsixOHyP9I2f4wwnjOqOi0sTIiuBjX3KTofxZI
vKnt6C7Z8sxzzv5uyYxxmklfpUra4GoYHQ+to7mmQjr6fTpldMuriq07zj9cMY5TKpuuj7QQr3r7
t5DozxxWrrt+vjzNn+8zFp9ZdShVLc5GqvcGkWRb0oh0J9zh7YakbkUcLKe1n57i3yE1BiIju+I4
hHVFV1A8njH45l0Olwooa51WBO38mEhkOuwkbHZFsxHQwygv1s0acHVsC0qMW8C0Z5tgo3Z2ln+X
Pq1Q0sH+Q/swnAq65STba+XT+Tn2H64YD2GkWZKGHbgaMfbi0/74Tp1ku/98VZClyBzdX714/SHG
QhagNtajHAxiWNT9TEv3tita9aaLrzMewiyt3IODyM6vP6aAPKW/nm9/f9U9oBQ6Qy7MxXfmWEp0
BQMBAumvPdh2uh1fopQgs7pNZP7I1dkviDDnURRlVUgD8hxzg0C6ecHMx99RYKGWKwEjSIGPFDt4
m4gK1Wo24paTHq4e9B8u2EU2StH+f9b7tHnkaOzqKS8+zdx45TFEH2cNAcmv/Ubby0Tdcs6ZR0G5
NPSiKawYw61wZeita5xn7+kvWWDcsocuN/TIgEDy0NHedrhX6HVftRAS442BkNaPgQFVBdDO08+c
PvS2eKwohw+OrrLPXYlVAWpKBZXx8e2n9Y4M8+OvjIF1uYElNBIwXKGq52kbb465y1ufvhq2FoJi
bHocmzTX8IR0Tnb+i0hCbrl59d6yIMDYs5kXQpnM9yR181rZysEMZp8R2rxHQQ4jrGs11H6K4hJm
Ud75JD5nlHczXzlstBtp8wY19K6go/DSKtLSw4WiUXKkLbiZ53R0SebzNGotObqgMrO5yPIKjJRb
+A+eNh3F/SmRXbwb8FQz8tL7FRu/oDP/fUFHystsEGducP/fzQIbebq7ciAampvQQg/gHKwIYOQV
q0oWoMUux03clRO0sw4lx5Gv1bAuSDDCmsYCaCsCSHg/Wqd/vS/c+qVwRFt6pfFHQDjWvhL+Lqgx
IrOKXJqaQs/Pb97JFUuqAkEDG4Rp9fu20fPoMCZZyWbfJPVMBz3mA1HuqHfHu3jxaDBWiRgiaHoH
yY1U33iPqDTa6J2vSHm+zct8yEw0X8qMrTTHjdEb8UwH6Mkk77jFhBXvokkmLsBoDEU7ncjIymp6
SRImyCp87Z2amLtwRxTki3zzXytkXZBiROYJPfDbZJDSMAVr4NLiBhR7rDoSOCMRv/EKPqsn9Iez
rwi3MNA6Uto4mjnTiOUKtKN3sfvJCS/r3mZBhMkYZdUf2nYAkZhEu8PoTHeok7xwciEuFSZjGbXG
MgIRVEpH3ZziQ0n9F+nzZfzGIcQTGZO3DMUUz4vrZ5G179JWf3ayH5+39fm62wrYLPOSRAxqAu1c
YZ+C817qq95Q5yuyd4rvit24T++8zdmzw1N4QivE8fvwOh5zG30Qzm3aX99mjOmCNuNRfbQri4MO
2mlAk4/KDu26cDq7Cjap46vbtjrkJSb5q37f2WgFrwe7U6joYFMuZle/5+mMFRIeMKahfqZ7wyn3
ipvkxKxIejJP8j5Wif+7jLEphqQ/K4WoI4ne+mPm2763bf2UKqcktYi0Fd89cyMkqOGaMQ2Gd3Qd
htW5mTZd5kTJrtFJ53PeRVeCL1AtgJwPaFv0cbJ+pMsyAIBXEm6/kl0cJo28hLZ9W7w8EowtdAau
torVzzVxmbr68f2ZN3ixlpVecMEYgiLI+ig3YnbOK/JWOjJVfDLvaP72yJvtXfNWF6QYW2gbNTf1
CtzUTrQrEvoGNEQs40ro/O5i7FJObFzx8xfk1Mt0wgpkYOanIHcQf6MVSvp++2zWXMjF9xnVV001
aSZ0jJ6ne7zyG+joCmhGtq/5Vn66TWolMbqgxOQUJToXFF8CpXEj01O9MX9t/44Ak0aosVZFij7N
j0gi/ak/VBwGVrzgBQNMSBykOs+yCKaC0vBOdaqEvG8/OcfNs5X5NyyCU9mHct/GUOQQM3fu2Dqj
suXVm24fBLoGL2lUsVfpuQEa7ecp36h28epxMBZvSwrg3JcUYmVqTE/ESXgvOenOvUVoblNOjOWx
wdi8V+qdZJZg49ChUP/S/1tMMnS+/HGMVxM4iVQPSiniNSUnp5BE9pPlxLxJDB4LjHEDRT/zh3pE
3QfbATH1WNodpxN25a5wwQVj3p6Q6b2UzO4j3KNP2JV5beccB6Kzr05DHNYydimhSegg7k/zqwmg
tAb3xbd5s6+3bUNn1wmJqNFPWHwF+yuJSaiPToRyy/XvK69oFxJjrLzIAXMdNziTN9ytZER5g5ZH
43XPSalu+3WszLk0EYyg5UqmgpnzriG8SwhHUmyKi3CvWlGCj4ud7U4k/R2empJbTOZI6kszFr4q
T1O17gP4w54q7o95rlIn4UPEu+5ynMnXk/uCjKcageblUDCNuK74TD9yh+N0VynMq3ywzAArGq7u
OroJfIROgZEY6KbKJ6I9kv6DkwWt9VZjLuMPFebE60yZQt+SYShbg9h1si1RfXAboOsCMDvHIm7s
pttgSy/JkVhgjdRm22AUv/326byL93teHXXV9fz5NayKIBcPsaQZPMck/1Ha39FfzZHqqhIuKDBB
IJfz3C89UGgaYlHh4dDDXG9H/FXvtiDBhAAMQxaZnIHEK45NB5XcI7cp8Jhgsr0Ij0OC2kDHk8p2
Q2IeA50UlKMaHP37eklZaHjSBqXc9yCikaAjNW4e1r2LsZj8fJsZHh0mGKitWYdlA3GN9Ec1uRaG
IqijvdwmwpMYk+ZVgxnWOk7lfKiOLnoT7eq14pSneLo7/30hr7DrhzjvQcK4d7tDtOV5Np5azSwu
vl/rRm6VNc4Dg8aD3QBc+Pm2jHgEGFdgZRPeteH/z9Pzm/bUuty+6lXX/Mcwvi7bCw7UaAjidIao
B/b+ziJv2IhH8KyZ7H33Nieco/gaFFwQagcFA70CCGW/cnIPSw8/ODYucbT2C7twQaIW2lZvJZx2
6TS25IpUw7tSRgU8NIeYKe0qajw6FXn+4DXDczSZXS2vqUE7z0DOQpTsOiLf9j3RPm7Lj8eceqlq
2KFUjEUJGtGud8zXX9LG2Ey//86/fL2ALySIzdJWkRkg0lOs6zQcW6Lfq7u/JMLYveKVYwLYFdh9
+QoHdpfuMHRFee05a6/KyyjKThsiwDZjNyucPVgbjMN2dNecy7fYVX8e1C2PHLt1HI/XuAUsDIlx
BVHtdX1XQ/neuqOkO+HxdMYU4kM8YLp42CuvlA6DDT6l2PnE9Oh/rGwsfgDjKqLWTzQAAcxKePK3
/l59NsmzYZv/5cb2hwz7dKt2Q58Fc7B+EzeH8atJBZOE+c/b2r5ep1mQYXICLLHPitLD6Q0IDeiD
+3j3aLbh2NTa68Xy0L4ysYW+YxlqNhoBZIZe0t7B+iLPtFFGxMNSIJ8iUsB78LBjuJwxiULohQaG
4yBAu8lIHpF31NFCd4vlJ38pQsZjBFirOaohRIhbafoSbr69Z9R44FXUOL6PfZNLRMEzUkn7avkd
iL/rHPHpLxlhHAbGKYdUG0DilG5dN/rIapcmb7eJrLKBQca5swZbztkRXjO0yqHKTWQKAHX+ngM8
Tt+G/8XxLWgwFlrEoS5ICWhg8xE2vVJpr76NB14RdTVQ/KFyFdFLTcODtT7nbtF35RF9+HOzr8Hh
Zf02vyDDGKhuAn3CQP52tkcaPFhEpQ2R9s3d9va5fHW0MBV3DI3/czBsUMfmBtNvctCJi43hGD88
MqOOEeoAQ3O3v6vPh2gnuOa+JgZuRAWAejFRzbmCr5dyFz+CsdkcWKF6Ec7MyvnBf8QCIf0ZMeRb
QIRNavNiybqLWJBjLHcKPAy8jlCUw0nGtKwtdXOTjLzhsbWa/C3oMGl+mOY9Nj0b89UOLxPkrbP9
/fT5efsEOZbFrnKt0i4JfRFEMIZWvh7knuBmhGGU21RmH3BLTdhMf7ACD+DNaMkB0BDpsYrmP+X6
C2HNfC5ixZilwVh2syLqRLUx3Pzxdxww3iGUG4w39fj+gFmQu4zb1iDflhAbuDEEPo6xBgl9PdO6
P30n3NH3yOGhIaxNNiwtlm28CnoZVTGsd4YD6nYyvZ8Iun6x7o3b/8/RLDZ6d4Pu5Z4PjlIC4Gfa
kuDxtcWQsHAfPBS7Stx0eBXG2I5xvn1SHA/Lzr4LZp/Nz9DzLdx6Fu67M/ACXD2wOSq9yh5AOuZe
PzSZs3LE/FkF/2rB6bSvzSHevcQ214uveoAFjVlplkrdh7HQ96Bx0DfZUdxL9kBGhb7/t3umifld
4FUCOopFPwBsVhz6YZjjrF6TMwCXX30SAjMFoen24azeMxeEGJ+md2lbl2I0EzKwzwXTgbw243UF
X5Bg8hFscp6kZIrnNiQJ2eno1PT3QBHL7YDwqsyruragxfi1oRlG7NiC3LqY3gHVDzeI0LZ4OcN6
xFmQYZybNZlTYUQg8zbZ0/FBv2+PjzmnzLcuN2ztxBQ/tBnrCi6Vre6mEYsgsrnVoXPz9/4deSmt
7TEnqivbXJWbM5CrkPCHnDHr/kK36wjrwgSxyHGZndzxFSiF5GGi3pvkcCLcuvQWlJhcqLQyq4s0
UBKxEfs+sFXsZUrBEE8ZVnV7QYexVqxcbQUFqyPPNlYvCIhzAueNf5UTAx0aWAgyj6izj/xtr3Zx
n1ZQN6BJ6nTOO+ZyM7+TfS1eLwkxIss8b9BTr5nNNL4LsTGrq+zm+HMgpS3/gkbUx/Lc0P9yUEuq
jABFofHUaYQAFTK9pbhXNgCZ71AT4hGaP8Tq3pIQkzAOUicMY9rmZwN1weS7SmvylJHJqe6KPadE
uGpWS1pMtphEop81Jc6scZHBjY40W5Vb2wW8BW9pxZo7WtJivKs2tlBCHcfWzWi5W0xy5Dbg+u3b
Plziacf894XpGrViYbE3yBR475xRh4Freo9NFVD5jjYOtpD5cINcWDgeWcbZokdWMhqrnh3U5FY7
gBza6rvqoHe5cZK74Yf0qvP3268Z9VKkjOuNE7Qvx8AzhCVMOWlfR8dwDdd6698D6uOhzDCpqDnp
A3fUiKs4jD8OO2UwtQrsVpAyBthocQCEDLBjiw0XjGJWwv9tEFebVZQ00eVEnRXHlWfk9KMrHXWa
ag4Zn3nas5bU/JHo1WIVXLMjocGYDJQ0+ZAdn/zq7XbnHXjXp7UAs6TDeJO+L/pGT0AHKEQ/Uydw
fzdOdidjiQQ3p+axxPgTa4oLv89BanJVPP9jwRAetjN0PXKTm/lLtw6K8SaaoMpiUOKgDDMiWt+5
ivJ7VB8tPD5mol0hr65svdv2zcZq38ui+9ew1aijYmGq+oWjBrRnRikTIwyroB7nDkIDb0IKgqlT
4Maf0ds+Zt3s/qHzFQkXLgYZtyb47Red+kfvSk62+Q/9o4DNBEIWANRNDDgxrAimKjSJMcx6iNnH
+cyEk/bO32K4pofY+WrgrV6UMRbGeBC/t4TaB9Yt0ApE6mbQjgdt8xK7H7cltuovlnQYfjSpHoPO
AB3g6P/Cql0S7kbX2kh4fPZtXq//1wGwirigxh7QEKpq6smghqXC5Odw+DW97nloSfKaW1oSYdKQ
yeurMpjdUo8VdSlRfuE6Z+sjAZaRff802S5urw/+TlWd4TPa7q0db1vL6jPF8hcwTiQJRTntRPyC
qdtr+eHl8OjftUQkd/0OaZfJ0fq1CLekxvgRb2pjQ5hATQPqAAoZ7VvzfltL1uxqSYHxH4M6DlBS
BBX/Hb11XUCN3W0C1zuX4SGWFJgcxJBHsdFq8FDZ8gxqM9kZ+sANou1S8nbyH0OakN59UH17eHHs
931GP3lecu1qvvwJTH7SCoY1+dqccgFvIEYhVyafPGx3Hg0mGTHCFLtc5lSrfd0VTuO8+zaPjdW6
5pIPxnOUddaMpvalDga2n57RRex4dodukxfxYD3cPjgeQ4z7CBJRytPZfSj37kxmoCMePm7TmL9x
w2mwxe/Gz716bBAnUQiS31WSYnUbdivYt6lwdJx9y5bHSQ6HEFR6qB3AnaeA3n3eJsFjhHELmTrU
piBAWHaIZJfEdKIxOqZ4fYWr/gB4kaYO6EJVY6/kVlRIed6J+fmH4k67+EHd3mZjDZ0BoKj/EGAv
4YWAZc5hOYGPLHBcfa/TASAQEZFzUiGq32UV5a5LW3XqC5qMU4+UxI+MEnEXiPA0JzqGtefsVrc7
Krq0vP9bHpmzksu8qOIUQkT+rlIBSxHll8SNqX7u6HvgCDtxHnDtNhwtXI+QANeXZdiworDK3vWF
ArBNCWWHTWdH32saiCQ/76OB+/6xln4C2vYfSoxEBRXOaFRASZOh8Y2rkdOQ29OmlbnjRDxSjDB7
Q88HKZDnCOVGdnw67gGhz3+FnT9z5SgWHDGBEHC+oZkqOLM63qJcjN3PKlF/SQ7tJ5enHzxaTEhE
QpsVUQKWJrcD4ngUAFJOofX9Y4gRFV6NaPVNe3lWTHisey1LgaSJUR8gMClOerQqFAKazXwrQcvg
Id/iuYwGm9uGvuqvFvJkIiJQWYdc7EBVMTd1/Vq0D2az0V7E5EVs3VQkt6mtvj6iXIl9X8BcRnGc
EWlcGKIgxgpuKfc7F+12/ek4oHvsv7zYLskwssQKvALQhup8N7dIqxLpUPzQf/LseLaea138wwwj
u7gBdLzkgxn09JUkeJuHQY8eMV6Bbnhbbuun9IcSk1O0WPk71RYuPaKTOr8TcpyvkLwck3s4cyKw
uFpVVtH65Xw4dnI8ZTYQ9hHpFYdnVuux6w8zM7MLMoFnqIIegEz2YLuD3Tr1S7kTn4f3nkS0sltO
+Xr+1TdOiX0/ExKsnMg9WPHblJHirkB3Z8bFmPry2VdUVOwwB9rpvGZ6do8LpiQB4KNBCY2bofQk
9y206Wsb0nirbANXPqMzf9c9JY7HU8JVzVjQZTw82h9UvUhAt8KLxo/y5aF8eLyte6vyW1BgHHuB
LsZIq0Hh4J0wfEjh1zknxOOB8ekjlt7juQwUsHUl3fp3gwd4uPu+3vr9f5neRYn8zzkxDkjLKn8s
RdDCAJ8tPYkk2zzypg1n73KpCwDxVjEjLmG9lnE1caeqfpPkltqe7R0vzM4/79anL4/79sFeZ8OX
P5M5WG1qx8CflBaIKrWbnnqX8h5ceYJgDrYHBHTvqxDEz6cHXl8q79vMQepDk+qtgW+nlLsnbOV+
dSkaNn74ltACTLs9K/ZTbQOuxzn6CL7PH8+vt89gZWbgkhITQwp4QqGbRRSTHVCLe3KAw3jWbeLS
56dsc/hhw94c28HoocPpCPx6iL6lTExU8TBRGVcdFODk/uhfwhfTSelvgE+f7O7+KbCx7n1Ht+Gz
Q1v7eXuX2h71XWv3cVsCvHNkgg62xkZiV+FHuE+ojXLi5nWouZQuE2razhzF0cTHB/KbZ+UrZbXl
x6+m7MxW02rf19rza+wId+mm+JkQYLhHL7bA26B22+zZcbu/ETj2XV5GKlnypkqTZ4E/cI6S9ysZ
cy+F2vPCErr811+eKS+iaze1iuXNrgrY0bzGztsKqLOwjaMgpmE/4ldrhBBOVXylTnmpI4x5Z3Ha
hNasI0C/f6otR85fHpOnxkVJ2T5+HFvgho6Ho/LaaNQ4BT+DgUTHiAfF/9Vr978N/Wqurpe80TBn
G8Mya6qQGFsX3eNc165Jti3dt5eRbLbO51+qA2PZo2FknSBCsAOhnE8rPFVjDHso0PgZ6/g2LmVx
SeLHfLN37o8jeaL2Y0uO23f68dwe6Maesd32SmSXvDyW8xOYOvdtm7xet4SNrX9SBv0rNV8oeBhI
GOeYwM/hR0vwwh3Z7snbVUQmzm9sAbhNDXv2bqYR+pdrW5DrZWsy+gRqWZKdbZHdYAs/Y/IR48m0
3gpkV7kYK0xJXhJVteO7ExpktJ3g7AL3sPs/0q5ruXFkyf7QIgLevBYsSZAURcq+IKSWBO89vn4P
dO/dpkpYInY2enomJnpGiazKyspKc86I9DbvE+H9KB2em0xv+d1lAKg/2HJTcy8R1iel6RemMzmt
/VzbR5U1hT/yiQO7my2CwtfWXAF8eiRQSQjyyWFbAtmCqHvuHqggxA/Qlpps2oQ0d/IXhy7KDeAX
8B9MRrgbwNQJ6i87cZ++hAglevVQGdy5zozorvNA4XGfuUVj5o+KlesNPpf5o75J0XdHRJSR3hYs
cIvWeu56SC6lNge+j/1dPuOlfe7ZTWPZhfWpEQkTrhtUzHR2W5r7HkLD2BmMqEVNGykN6Z01p91w
LEl3PqpmoCORDSYyWQ+MwopU8rwpCQimcZvl+nBED6/FNGRjSTYsVUt1PEd1wAYL5M21HWBB3Ct2
aJqKiYz0Xjv5uyJDGeOkblMT0J69VaB0nrxLYNCbyGgMnK59Kjt+IzZESlHxPdwFRj6QjRzOfVPy
Dgm6UwN6zd4zPiRMZ6ik7HX3jX1P7e1TuTuUhvR45DuzI2fQp2VGCrwnYcMYJ29bPCgXqSBAXAWk
MUiDTAahsQ3AYQ51DfnQ9cbosOam3T7k72mtS3Zg6GoL3JjQUg64+8xGVwogeWGuDS0asBGQCcQT
snfexiycc08EYOJmXx+9wR+dj4f+SRIICbaGvB036j0GLrbolnVI9Sn3xN7KMP6JIc1eJxkiD12E
6/oDiqaLIhCrAnVF9Kno2iY6oNXlSMxzRRKzNGIDSF8dOI6fOr0Dj9M2Nr5aDjBQTkU2W2GvT6dD
aLGEu68eAnjACwJf7Ed3OGzwP1s9KQYsGjJXHb7F8HWsviN/HCR0BukqfihWgtGfAyN7n2wL6OwZ
/pUzdymxwLX0xKDY/+GZ+XsPiOsEzbki6Y2wMLXEPDhPevIp2sd8d2h1aApACQUlYTsEP8qlsLU7
jtslpDXih0/cciMs3/VcgMcW+w8MihKxIB+sw5PamRRrayfbnNxrH35Ggq/QGJ8960G5A2V18dCi
5rrNMXJs4KCxZDCRr3eIYG83TGZ4PqwyMFs926PgbevSx1usAz1WuJ9hf7atUdc6cRKCpf2DTCiz
OSQNGY/1LjGrmBBnY5YAidcMzEz7Jn/HIN6JjwVxRt3D2nzBVwGPlDS7h4/n9PiYWsMp2EdvRjZY
k8PiMLTJfitD/9sObemalQBkJCqiIGLIl3afchApDBN6HXpwBQtHfyCv4WFuyEiMJiXqUbZmGHht
g63ahuj7XrmOVuVTMRU31UKViFoH+Egu1bldeLlYIfD0Wwu9Q3f5pkDkLNxpcKPZfuUF8a0bdbn/
0J2KuuQ0iNhMhexyJK8XDSgGoe4RZCmd24u80NyDCYSrRZ4vxKtLg2V9BePgTHd5NkJzD9Qb4VA+
47BIoPNV1mtcv7NrP8VRbzBfbZJJrrCnRUGeXrjHiOw4CwdgTa2F+A9qCaBUEXhBBkTdT7X4ogv4
zvP7i0ZQ7c9YCx4So/T5HXrdI+BhlXerCHILFYBZt78yqaWMy6hNfRUygeyeBbgGwe0SWl/9im5r
IcpP1W5v/9rPoj55EHI+6gpEKMb9ylf+Tv/8jH2ojQ78mqtA5zYH4BqJTekgAbi/J/mKGH5NDhWL
A4IsZ+oEcp4tAKoRsj8y+uv+4pu46ogDsqXHncmS86Ozhq+4YGE/gjvqne3Hdcml8+sFxay118ta
JEwPQCnqUPTM/Hx53HWWFRiXCH0kGXm6IACx7oljbiR7+xgQHVDxH6O+9Y21dpnvHnDKA/3QjwrG
PZFPymaAfs+Gsb//OB6dkrwgtLR2OUlNNFFaFuw813fdzjNANQX8N58YE4qj+pd9GnTzbG7F3RlX
A7kLjfsvXNab7afzeWBxQz0JZL8PEII5qnnbor8nSW98N12HY7SuBmADomDOOnrGfrM3enzqqyU5
NZ4NGFZLLYG4YDDMj2sV/JXT9P0euPKl0cSBjHpO+6S6uWZu4u9S3I8DRY9eyX2QDeX8mDAuPtlv
5pW2dfP9gpaYgCBMy4zWMD5CvAVH5HTmaE0ydIRWMsHTaSW3+w3jf2uRf/qg/xIKOWFiHh8D3gVj
83z/5J/EzbO9Nzalrt41xHRsnZzxT0zOoK1ANk18oG47Z5BsAibDWbPWlcNIV6CYQFHlbt50ICqu
XcWzLrSuGtL/AshSMTLx6yoJRj9tUpDm4sFScQiD+mfVwZgoY9S7tV1e8mbXsih/LAXoKwOkXQev
GZqd88cj53kvbx+RpeACVNV/NaJ88+iFaTzIEhCe9H18/57qyRumGVYR4BcgAHAbXsmhfLOWqHWu
SZCj4MHXm6/CewVKEKDdZgAuZ9CSD5ZTYj58VdZtBddWkXLNbR2hwpt8ryJr+q8K7p6z0pO1prg1
MerPGCOItHEKC6hnJB4RUuL9SWEUCU7gbXUWMz0Y1AGHKK99kxb+FCQFSpx7g4oYbc9heAv3QeUw
eHEGaA6q8IpIDd/qHWWTfM4IC+XKYV+qKFxLp846VwjFGJaz9Pb+vt5k5sdt9RZTrtcCKKMfk7ri
agECuNRKRyNXTN7TX/wNW5va4+gZ2Lo14qL/RSbwIRVe4cB1Tu0dO3kxM2o41HsN8ETyNkJivDEn
U88e/pF2fyVR9ygDttZWiKCd4T1Gk1EbeLzGRuuw2DBmJTO5mAKap3P/rRZ9+QFCPKu6EGoVhkR6
cE5yxNuwmFQChL8CVCKyotzSpXQt72fl6r9icZj8lINyycvkSAdb51GIDbb++bacpacYPMlfvein
mBfUnhjiOYRESu6IhtBZjFns0ErB71IQdCV7D3EF3vXbCDV0+VAqZM2pLIX3P76BOgcB2F/qYN7I
EQmj2Gwc1eXMc/n+/15U6jx4EcNgOh2bOIJDB/MjoNKxHtTDP5jkn93z30WlroGI50utG78VmlHs
UgAt9BbYtexVjebT9PsK/SuJughCWRXHZIBGM1+oBuisDuPpmJ47zNNzHmKlCHmKEAOVq5LXDJS6
CjKWqTSNm8+5BejKO9lgbB8SubvbBrp8FfxVkHInkRhkTODj6ZdiZiS2E2Auv4Wr3UT8bGK31pHy
Ja2gaqBcwo6Jpx4ZVXD+6gAQRoGxQGCr6Z4VAmrU7uA9t8me2fjH2lnr51vZSrrxImHqlPdE3K2j
Xj+0LTBjZL8w5MDsvK//85oC31YWeR6BF0Buqa1L+7GocgbKdtZzDZCwCpMH57W7dTn/cSWF2jm5
1abJBxv45VEjgR4PZABiq09qg0eTTGKGln8e31elLmzkD92ojRTTRBBTEWbZWd8xJd6qnIlcpLVd
Zd5Y2LArUb9mfWqPD/1yPnspYTEbK5m8cV5rwRXWhFD3ACfLpe8D5BHDFdoue8mQJ2sc0SxP2v10
StR5hBn9bnqBQCV3vqoT77jw3hnZPiBHahgYQTWAXmOwjrbaZL8Uhf5YAPruyNMxy+Ydxlqzql7q
Gnp53j337rPYPRXoACSyMxJmM3qoot024aU7Q+LQDKqJGJ4B/TslO5NYP44i+IVRxyyg57pvxWp4
+D3hTnmFH0Koiyntox79oBBSmulBO4jH9sHfypvSlszwFGOmd74TD5np7Aakwr9aNGR9ZScGKXQy
YtBiLXmx9Lz48T3U/aXF0lDWCr6nsva8yYrEHszu0KBBa228fHV9qSssZZSilWuIMry5DhMDA/nh
rL2svZgW3PsPjaj7i0W/bSIFELN/97d3KkymJ7J521YWj9CVqVDujm9LthRHyCjuPLcyReuEN/xK
KL+mB+XsYpmLfLZB9nUf3YXmH8au8AT7J3fuj9WinBvGePioYqFJadZmbrYmmrBxvafrhMpLYfy1
KLqhPfG5QcLF218wo0yUnbDzUXI75FbzUOzX9FpKevwQRjk5bUIvtMhg9bgj98zCkew3CqqfnGFh
2PBV3I57f5sYMvyJ8dJu9OxNcnKd0V1TEAlcm0f0crMN9gLqUCiCmZ512Drdy20rWkp//fhI2uME
HV8k84qoA4YVnkIBxS/MOiu9lXdOINutQHLBCCsbmPERdwxHMkl6MOkVqyep6UUoHqFxfizMKDCi
aVsVp7q02eK88pnzZ9zwWQrlsyKspNw0KDuwureVnvzd8F35tE12B4BgJyI6Fuj9owQgSmg9rghf
PmqyImDIQgR7DbWRgyyPUh5gI0e9f3tGrbInDQrmmRFu+32ior436cVEzPAiHnFztfjTmPQ7zSiM
lS+ZJf1aBnDAyghzVP4XXSbLM4LPgFkSgXHUIVHOoQyO6u1nubkbnBCjTC+ovZ0jIu4wBWesDTUt
e+q/xR+W8tSZUHla0OFZJbR6/Ani0XSDQ3pe0XLR61xJoZy0Hxcyl/lYblavPhg9fkFWfg0Xd/km
uBJCuegEkFC8GkEIIolHGUM6IV6D/YUlp9tbtpANua6X0WjWLVuylVhADjCH7/mzgBegc1vCslO7
UoXy0lOVqmkzmycute74+ZI4ubESW68uF+WjBQmjvVUGGSOYMzin2HXb+kOP7DUehMWj9leX7++4
Son7QYea2beFwbqHDXMvWx1yVLdXbNnpSYogykiQicjR4phdSQlFNszaIu6RNgW2iPeoxbqwQ68I
wmrVShz9ZX6P8ejOEpElkB4r+2PFxJeDzKsvoGxcDBK/mYSgvzwPGQGUoL/tdho6F+axuoiwu2yv
HoBDCeblzF59TSw60yvhlO2PmiAyQwzhQ4sh7U1GPNcknWmuOO2ltlb0PyuyJIL4VNNESskwCloh
kKoeZ0xEp0IXYk8BpqEPGbjY9qEjbksiTUbz1EakvoBFcFeUcFtsBLBI+Sk+4+9OsdY1tuhdrj6K
Uh6lHmWSkw5xEzibklgXLw8A/K+fbpvY8oFROQEDLpwocN9cNFcmBq6ZLExAIHIZtxMqSS/6w2qh
YV6+X5eBimuAZWVMG9BU5x5IEYbAG2ZNsmf5dSeekqO8Ge6HlGTg6n09rTXSLuUTJIzEC9hO5IFE
hdrQHPPrEuMl/SX8ih9n3tk5sxzqrvX054Aqjk+UPXea0HdzDuwiIitLOt/xtL4AFUUdQuVlSRCo
iHfM2XyI2LSHKx0xX1FdYhOYlS4L8tbBPq9NKnOzE7gljnKrYc4VoRqXPeBmwA1RHqwBEP4euq90
xpbW4NC+a32/pPHgVZAUBceFxu7xs6ovMxX2UhmDFV2aVPcVXYa0xDF19+VlQjCYv7CYiP5YWdYl
M+KvJFPRTeNNXh52df8vWHx0VLlzZgMUuB+8xZMSGb6VK3HpBF4LpEJOfxS8nGmhauCRveAmREoI
azVrTn7Jy8FUNUFRZquRKXPp4mlKKgCIo5tNJQLoAMtMr8VTWoDDmH0bVEtmNB2jdroGrKf84CUv
KeOMylsU8KQrtjmH9sas64icO1yAYX525QMXZv0ktFj//UDKwGo+D4ViPk04SooVb33i7z89QGa8
+DrrJOU67OdSMHItkbrF5SjrBNXHygtAviu3SQ2vXAtzFyLjPcvy5jDtNRSEAr1DjA88ilVU26X4
lYdPZDVZ1iRZoT4gCBlBGSN8gAS8Svdew1DBoB+Y1Tzusqf6K0id87xX7lftq3FqZht7BLI7hqKe
YyKampWdOWCXb0VYgnF443eF3mYk2mp3zX4tx7VUhcP2/o+u9KtB6PguZkt8wm7GM+82/We5L56y
3WSnmzdMkYLe3jEj04ls77CWSFoKo3hRljFdySn8L0DcKfH4JClGPKnLOWuGXr/VfpaF4XCY75UM
ai9FNUEPXg4Z++Yui/U5l7JF4GI/IC9J0ELDGGspj+UT81ckXa7yuLLox37qUYiWdileYXOzrHkH
wPZgzxjcpnxfLfwtXjpXIinv6HlxMXoRLlljpjWrT2DsBuYYRo1hNetgMIvSJAEkqZIsaqJKrSk7
JR1YSkRc6RsrZPXMAPyRfOzd5jXajivJncXXHHLl/xFGXzlemwI/pYawRwW5FtSGOdA38QAmStYi
wcWs+bUoahXlMImBVcv3F89uPgAgFRx4ZVPnFn6VZoBy3PAg2RPSjn27UmlZKnGCPfevltRto7XJ
KPcpRDeWQo4RbzYNQZ9EcmrQk4Gu8LUgaTHyuxY47/GV60mzMo3BVzLnmCIOKUY4OMCsEQati//k
5pbkmdBPUBVepkLZGG+yMdWkOQAElAnaqeY3xKD/4Q0nMNf7ChYfmggURB5vMPyWKOsUYplhgEAD
rzIIaARWW6abCFvF01FOwYFMujbXGqNIFYCQdl4ZlqRJKq4CEaLayqbX8s2XwCjcn9vLIMxif4VO
GLlVZ5Zkjf9u+btacHaKmZzr4+GS4Mkm6lz7PPLbRCBD2xMtyC0VmDLJKwsAVg6TNep9NP1pY1IK
pwQlouRZetMS9LRL5XvCnfiM8OMTUndmXe1z4SvlSz1BWyb/HhckZtEYTuJMlyt7rDeAalDklYr8
ouMGQA6ibGBCabQuuRSxSi9EwwWUg5H82Z2zHLCkb/FZeLi9asub+VcSXZgrFc6veB6Soo0G+G9M
Yvjv47CNwYWF3XsNAztCVqvfrIhdKLBKqM79R8HvccSrzZqjNR/gZANGHTn02KFOJ+jbZjXTvxTp
zLTJaNXQwM+qULFVNAgTy6CGfAlBZDod6ru1XNj3a4O2umsJ1GFQBSaPMT4zXJQc/aqMR+TRHM0q
wzhIuJ3cQSPdJjsWoi4988EmCWyvwFwLyFlC0g4O4NlqnRcMVgC1aL9nkU+LYK2TPhYb1beZLUgg
O/mQqEZbONrqU2opNoZPFFhB5NBRJdFOUejZOC1wkVZG+rXvGF3eFOBbMfXis9uvh31LVn0tjnKJ
Uyb2FSP2sw+eX277SwZIMMV8musiqvl1RtJ0NcmxZAHXMqkcz+hJQ41O9R686cgjHoEGloPfRd6k
AO9wYyM3EPs50hokz2LgeS2WeiJnRZuG0wSxObCsgQdxBIQCXBERe0T3ojFHRqzTo6Gx3OW7yoj2
uYkq50p6ackjzkkX9IDJCujDKdvMpdZL1Zqd2wveE0MxJ/0tsdfmLRZzWFdS6FxdFuER55dCj6Nc
kvcjQ1BC0UHV15DmHLvRTinXRiwWA8BrkVQckTd8AogoKDaa4ud0MaxXo3NFw7/rbNGJ/wTmirda
iseu5VHnZGAyFp2ckLcvwK8UFvrndIhB9I2CzPw++1hLfy69xSUgOXEcDiYLYu6fsUPDxEU6dgjJ
xM5LjEDBC3UIm0RnJsA33tZt2Ub+iqKex/3osTzXqkh528JzLZFSMRQMaTEA8+WtSVyRtnjdSIA4
FBWAR6toofmpmd/IoReI0MxAaFvf51vPwPVyL++i1f7A5UX8K4ry/W03MlwfISwawbY5bMaSeAa6
C1BCy0yjPjMbNA2sGcrSw/ZaPerEseU0hGhwnh+2rN4efPNPa0xonchWy/fibAP0xXMlin4EVWVf
C4wAUUkKu2h0TgyMRNY59GFN27g1iiwxk48h3ed5qLet0Zj99BypE+mBQZZtBXGv9UbvIUO4DeuN
5PswZb1qLa/VtddWuyT5zpPNLvnTBM91sdeCjwkAJpkzxlYAjDHfzPHyqjzJ7cUjWx+iwfGSFTrT
xbclOi0VTtEkUQBK0E9rQeJYVROgMF+ed6+srOfo6DT1k2Z8FRifM1ablL6jDnpNr+VR2+exQl53
gjcAm3tEF6QG7JFHlPaMzf3mXtHvzKcXZSS6pCfOtrGBTwLqZP+IWYSP22fyO+j69R3o/UCbHS9I
ikh9Rx6D7jZT+/Hy/IycxQQAVeD6TQ5aFQaMjRCXmG8Rugk6+1zohf0FZnHUInen219Bn1W0jAOK
9PsrgF0y9/z9XH1hKkU+Sr3cbdpntgHVTeW1ROGKHa8F2zwFiW1YG6IGmo7wXq3vg9GrVtwFFTD8
+gJq/zW/DJtQZHK3FS2l2cYxLupYrkmspLvOF42JsW/rTPmMfwtUBUFgFXTu07l0EaCUrOxBZTFx
WjTEBanjqbx+Wwh1cr+FCCyoR0VMmAH8igqDhinL1KGLcneQPoRh5+W+PsmICVd0oR/2/5IzKyID
f0ZExfrn/rGdH0zx2OSu5ieGyj9reoI0Jyfhga/xNv/e5ecmCMlt5eg3/rdUyIPFIP6Bl6dslx3F
omImMXf9R4bZRm6NAfYLK1tplhmCPeLtVX54oVWWdjnqg2jUrbXyBbNdXp2ef3+BKGoYUER2UaVu
a3ZCoRUPzNzttxjL1hCVaESwwIuYE4uPCKZo38Ln8um21CVTxZSFrHCCMnNPUVe2AG7EnlOCwk0E
AAUmxxBIY0mR62lo88K+8NeYEZbkaaKGNnTUCWBM1OamfS11jC8Urjo0D3n1IObhPkueswIj14zm
DHWz4g6WjoYm46kjyRjw4kRqVbkC3AhaHpQuX6ndoefHdpP0yjapRs65vZQ0OOz3BgJwUp5DBBaH
hBYVI22MKcASFQjB8p1mAyo8pwJlImf5NfHsDPP46tbfNZvYEXXPqYK9n7isMZi9G4hrBk09VX99
DbXSXDXFmZpEpSvkLzkT6Z76HHn7yFPsWmasopS2UdaQrny4vQqLB+l6FcSfx7cW1ckbJcgdBrAJ
pUaXqjqjEW94wB5zsa6WjKH5z35icffdqMv5sfIb3PQrx2nhNHEsy6J+iXFqFBhnu7h6qXdy5GUF
aOjcGPFCpOyjCuSiqBgLEsbw8xXuCrojdF5sjkVPC7qrRVbgaCY6zVcaAMIVpQtyZpzcx8btDAlN
+bkzD4S+vnPgncYoPnDa//Ur1j87wKqOBmd6xMfVzCIqH8wRCUyWCGtJxNnwKM8yv5XB3qGCwxs5
/Z9rEY9dOtYD1kIE/oJWtxqZwpdJGu5qZcK8BEOKac8ABaGPkQSQEqcplZUFWtgNQQEQOfBBFLDU
05WTWEyyFKxttdv29/NR90k1bgLuGGVrRZoFB4NzDv+CAi8nqHQPaigG7NSnXe326qFhBkNI9jWL
bkw0dw1OE2xuW/vCnQhpMnC0RFHi+e/39JWVRUqP2etuql3A8PM2+GtSkq4BJ9EpWXDWQBEW7fYo
OcHEFMpHS3UexHVaBG7iv/JJZ8SOqupa0hoJr5CwNLqiOHjcyjme77sfNjMLndN4yEIhnUdnS0OA
52pS0wcuG7OxOXV85jJjgLRAV8X7LOWBssILsd4K9bGOp3AlOfzLXtB2gJYLHq1iEsjIv8/b1boG
iSej/3AK3DFJI7fHUJMeA5Ld1Eql2vq9L5N4bNOVsG32TJTKEgvfLfCiJrHolvt5TKKhQFUoEwI3
59Hv6HEvQ91VK275l3lyuN2R2mBhMDBS+r71xLodeAUygsDMJJONiaJZniUmr36xch8trOEPUfOf
X62hEKvqpILKxIWpnEMBeC7jndTdM6V4x2X3t8/BmqxZ7StZOd+mrQAuYjfriF+c+Wf/w+u2arOy
ektHQWKBMAujQASBBNFPOV0LKDQp42AX0VPVyroYHBRA6ez82Eh2aTM5Q/F5WzO6AjOfvh8iqfvM
5ztGSKXZKorhnhPYHXqf9HCQANXf6Krf6mHYWK03nNgBlCmKPomfaRzbt79icX2v9KZMs6ubSpEY
6J2jTbq2YifdK8zdGgXT/FN+HQBkHlD35eYefkrVro6mYuRhMXUwkiSd9FA5TfG0ton8ihhKmTFu
sgwtTjDM2ubzyg7RgqsJjM2FQCXec62R5ffVRMCleXsRfznreSev1KP8aM6nPaN5kBvwn4E6mdMg
6khUp1Wz4r1+P0G/JSm8BnBzhVUlSkNtYv0mm8LQjVVkHMJCDAGGM4Q6KjNnLuJCPY2zF64Y/+QN
GsWFXCv0McjQl5rLK3f/ks6cJCks7kReEL7n7K8OZlwFQzaW0Dnmi60UmhinMrV+IsyKnCXfCSxk
Cc9PNHSxdOqv1cpQrnM1cKW4qO0255+UXiyN2xu45DyvhVAeLUpzLhJGCcpUMQCW9PxPIca6z0U6
G2Iqq2jX0vCLqycDq1DCIDye17MlX61eW8dCOPDQSmPv4vFFAzSUIusNf76t1+8nL+yFB1eLzKMQ
CuYz6vGpSj7q5lofunmHtKnNNbIeRduOxcjKeQLOFq8zdzwaEG+LXVpOkOGhnqWKeNbTVuqLYZZJ
1QArZZ1gsMJcV94rT2cxaAfUtNuyluzjWhZ19vo28OIwhSwuL/Q+xe9iJcRck0AZh+8N/DiMkKBx
EcrVgNJqV/J6yxKQAhZn9gvc3j+tQUWwxyeA23BDpGSZlUhyyffywt8fTpla0o2ROs4mgKYbfZBf
JQnAAfXr7V1YvD+vpVD3Jwiog0zuZhUqMj19gy6gZdiU1xCJ1rSZl/Lq4LB8JTEsg80I/AexRc6E
LQmoGszb6qxtCOVmE09LslEcQ3eKgSDRnlLx/7njlNVi8jNXoxzL5fE+QI5ONZf8o3Pxd9spqxWq
poEOUKFFvWlEqbQJVyByl3wYkDwQciq40xFW/9wKhgMsI69iK0pO0Ut+NLNINbX6tSxWdmPRnczZ
M1aWBZkTKVU6qavFMs1wxFVxI0XhoyYca+EedxNe99y+i0fn9vYvXrPo5PgfifMXXVnZxIulVPiQ
CBIFZFXEhBTnZDcaEkYedRm17Fy/LXHRrK8EUmvZs6MSyUhZuZzy4MepWVb7Xl4TQjfTfkecyCEo
MtoMwAkvU2YdV1mNziY2dPmTLAP3n02I+OCbmGYy4136Kp1EYK/2l+hN2QKdcFNG1iob4ZKieAax
oJhDPkOkEWbqkkkHvpZDN8GU/GkC1Idc7jRvOxUnKRHdUXiskcU6Mn/8oCCKYNxe5tlS6Dj0Wjq1
ADXGC/pRUOAL6zehU/WwYXW23Kv9Z4py2G1ZSz4EaXO8NVnwOWg0dC46bAIpA9oCjriskRwMpAb6
leQVjZaloBakotkdty2VgZE8ARFAIYSuLIaOpqEdblzLrC6dc3SVq/OGIVEgzp9wdRiypm4lRVLh
2lmWiLnlP8vj4zCspFNnC6e3BjUtcJSIsqSqKnWB9KoQ8o3vQYpqgIsA4aXViK3eoDOkR41yBGxl
sAZ3tHhrXQulVIsFHHNRhtB0fEXdpvdYUtnSk8x9yv5oyW2w8brH22axpKeM9lNeQe815uao67jx
Yk72Ii10EXUxSOb65uSqd2Vq/SPl5vykDDgDds5T/9y3WPLUfIbacJVhwFPITjJdGUMiIx/PBKdg
EEgUAvNgLT/6jflC7yQGiFRkyjj89T1ldGUveV2Xct7gkAm4dULwgJI2BcOOBCQtXy/9w/jEcMfS
K7e8dxpFnX9PN11pVZ+RfFEEaeUUfpd9f33Nd/0KjXCySBfYGVVL6oHBeo/mcBYfs5P6PlntvX/q
7+UNqmgOFsaI3e5UgZLqHQWK29tNtzt/+1z5Sj51lYSqMmmMAPlJTry9ZEh/hjuMlJL+hPGm8JWz
JzQnMiZqx513wMzmLtskjvxw+ysWje7qI6jrha/rOmRL2DnfP5QyYyJDRyoMq6YOr1jAGCQJJotv
i1y6tHFbA3QUJA/AHqWsr/DBjc5HUeQmk7CVeb1V2n2Hpp9As/y79P22sCW/fi2MCqe0sNeCGSHA
HbehE53B4MRYa25w8S0lY8hU0YA1hJlXKgwJubZl8jaJ3A7NaVIq65LcfGEek4yisC3i8m4OSwUt
3vveS1j7K+u5fKxQQJQ0wNKj8kB5+rzwK6+uYuiowz8C1DsysnP0PDVAbu7vKt8Kj6yuveRn5oV5
6dfa9pe1Bzo62uKAnYWk9E9vovAtB3ZA5Ezl07AJY6AwxehvevbuPFJmzx+393MxAEPpELCjIE4F
Gw71IgrqImYGv47cqhkctj/1e/VP2IJgDQCJ/UNT6ZLx0K4kVxYPCQxVgLlyMihHKQ2Rdi5mznO3
fVOc9iHW82MS6vVuDQVh8WRcyaF0Q59TVnRRH7mS9KhNqNapRqa5ovjGbLpqWPE/i1fc/Ab/j1b8
T61kHkYbZpDWGF9IS108o3WnAwqWqynU2QJ+eVoFpwM1CxS76WpCOjUa0MCwfnmagBDPKkUiYWjG
CVVT3nSPg2AnMckfa2XPo0zqrSXAl8IU+Uo8dTwzZuo9zK5GrjW8Czbo3Vd8zLJ5/FWPcuSxApIF
jJhHLr8XAcMigz0r2yvKBS+eQkaf2Iq4/2Xj/sqjfHY0qD0Xoy3CzWrhM4oUOyvSTaPeebmse9LG
Gw6+QPhk7bG1sot0Sa/jwHQqpxArWLG7XRtVWb4O/+4SPf2TZ2Hk1SVWsbMA5PLWWOiP5zb1I/OM
7jPb3wYJSVgy/vFelNcZWn0/WolE+NK+7WDWtKROBd91xYTZvsj145CwzGvXHatyLSeyFJtj1EhE
yQnDmYjQfx49JgrgMuejNxn+9kUBDri0a54AQL2rTuG5NKMVpRYdy5U8yrGAuIlV/XCM3Di3U/E0
oQak1fdCv5fGY86vxpfzj/t13q/EUWsoMVWH+hrEGRNPALuQnkR7KozSVWJdKu6qfiVnslgwuV5P
6olQtFrEij7Ws9dTczwhkNjW7seko1XcrDdr+DuL5/1KPeptkAtyhzviW1rh8rqI0c/uS9K/bhvi
ote6kkJdq0Kr+KNaDZGbOurdaIhgMrwt4HfbBB6A16tGxUYSK2VZIEBC+zbsEIvvh11qApcEzUex
1diYNLTH+zgjt8XSrYP/inuvFKPc8ZRmeBYHsA7R5jo9fhWBC1IbaFVDX0K81cy6IOVlNALjibFZ
R3gJ9NLOHXaHVIQjYS7IA4xes2JBaweScuFTjy7CRMWWemIKOZJS4WnSrjUKLElBzIKuiO84iS5w
10WAzqeAidwwAbicVyDDsHLQFxcXXVUaZptQtATmyU/PghQP6hOhhqfdf5N2ZTty48ryh64ASRS1
vGqprat6cW9uvwhtu619oXbp62+wD864ihaK8BzD8MMMUCmSSTKZGRG5GRTEf8ZhRKOQ4WeO5h/T
Y3RTHh1kclqv2bXHetv9qtBqpHgiaLjc74GEvY1+1Ftpaofvd/E8OP8o4cIiXCEtn/BRyl2z0QHf
bz2QSoP4nXo1pBev+9fqYXBmTeTpzHpStzle0rhIDPRiTIBq+1ECDFq6OZCoin/dnCgO9unO5+aE
s3XRUb40Cwyuh0L0uJu+/tSgH9v68d34Tu7UoPu+vDZBcaBbbRfe1bi20hPCHd0dd9G2e7bdaads
C8B2JN+17mz/eIJYSErypCehiu/y1ZNyp+wN9CuBCk2Ruw1aOD8lu+wwv5Bd+Y5H38G8AT7GeojR
oKL+MCF2iGfoU/SDeOq9ekzd8FbWQFUUC/hj2oQju10KCj4QVokArfTC+F/Le1uQRT18ZJI1Wn00
nK8Rn6uzxIMd1TkzUhhTDyAloKvH5qvmGm4agEdzfdrXwodzS8KpTWkEGAbff7nx0ef3pP5VyFKV
q+f2uQ3h3O4VNTUymzs4Ts0YNJIBCOd4M2/QAt7LIIqZbl9+XR/W6hvz3KZwaFekUajTwmZkz5u6
B8GvBNQszLddNO/qcDkofbtLxu5hyvo724nR9ibc1Dk6JC3zFn2bg0izn5f+Do17JF/GR3vlcBFx
O9Pcp04LxvHRecwAgJsDsuuDAgqhXBpsCKCC/bU8yHSlVmPw8/kQjrR+HFk8LlhndZt8QcsmL3kw
/AJNMDpJrLgWbJwZEqvphGqhqfYY3hjQ43JjuM42Rauh+OH6NK76raNBQJHaOvK5wnjarFVnpYiy
Y5Y0fqNtC6vy0klyO33ePn+s1W8rn7N6tg/B0WlppcTZUWv2SfpLm+KdZe8cvJqmebifktqNTcfT
B2g4lr03kHEXa14Rzl4HiFu+FE+jYrll320hiLFZ6g5FPrCYmBJEaRN0Frlz1OYUsvzRyUJ3aFlw
fZJWXA3IOwMxk22g4iTmAWptBKoXylFHowYVpwNPl8SeHj2Xo2Q11twLJEzkdABKB7ZeLBEU3WRM
U2YBCtexXWXnd22zSbLAUbd69tyD5DBEnp7L8g8rToDQwbKJY9qQNPojPpnzBi+8NjlGAL81Q7wh
JqLnarm/Po0SM2K+ao6MrO3R4e+Yd4d4SP1Zi71OzSWH/poVQBhRFERDWRuQycszHwvZa6mBxFsL
/wl69UNaql1xByAkf1vgX3DmzUxxqs5oUUjNl/JmrOihsKdN08wvS69urk8ZD9uEjQPdImhCAU6E
zL3DP+XMVNgsbJl1VIX1PMiGxLdnDeK50+L3aTCZbb4dYluS9OIn+p8moQwMvS8gE0Xlx2QcUjxe
MX/jFJT65DbZGKS96eZOuQPeQZKNWl0tiAD815oQRWlWO1laBSyCMfqd+Z6F30NZRCQbEI9Sz+YQ
WE677RU9OXbWMm3DyHJ8pXAGjxbTR48WAG5qGLIk/6pNAhQ0Am9IDlDBCbW4aRUlR6lPQ3O5+LTp
rS1bNqWsorhySaAu9tuM4IltbdR6VKF2yhr9SznGGy0KPaVTdtOiBaxW0LQkPSiTrC/96gYwkMAA
7d60Uda5nNFcL8BqaynAEOn4Y6LL1tFjf8zyystAY/kXOwAZbqCVcPqC63lpy+RiGAycyGMC1RKP
AC1LuIQk24S15JZa3WtnloRRKYY5k7ZEXQYUKi16biJXJ0co/HaQark+plXvOLMkeCRoCV3Va6if
crJWGbTJwS69MHtGE8LrhlZ315khIdhWgbky7IwbStVtWh26JQsKJkFDrUXZtn1mRXD2kQ2Oki1Y
otjot4lON9V7PGxNqPiTb3mxLS2U00zo+LRQNm8kU8l/+4/TynQcB9qsYESIjz7TSBWTMhQhyPKx
RA+TjGMi+33BKSwStt0w4vej5BdVv0nvkrXfdzTIPNkWV7H+Q3vLbi1n7grcVjV7L2KyHCbdGSR7
aG2/nhsRkgMdLfKK1unnHgLeKwMDKDXu7f7X33sbKIEcXIgExB/lMGPuxsTUsuTYOKcs+2h0WWfe
tX2DBKIFCVuO1v/UET47yWdqt2UO2YAjcldmM2/VSHFxOrhacVBS6QNjdWnOrAmhcZxZfWhnQOCk
8ThChCOsOh8t4EGjyTt0XuvRFbRQs+6pStuHxWoGTjcab/u+pP6oFa0/luOznS25ZDEln0WFA9Fe
msqKR459SiLFGw3V2GSNKmvKsXZygDyn8h4BwAWJsVrTsrkbTAbAJpk8HIXyxVy7u84tCDtr6Mup
63pYAGb5scqzjTKFbqJD/7vfD4bh1rpx6BLJcbHiQbxzIar+BHkyoEQvbxOtizVemsfNZaItzZDd
tG193/eqp3WcKxRHkmzMyjRe2BNOessuJsYY7MGP3BgUDys6zexf3McXVoRjPo5zPFA0WKmdkzGd
8v5Xnpx6U/IiXR0LTllQKvnM2cIpAhUuApk2xDSlHe5ymu5BILP/3rkdTYdukqWrxAY/9WJ9rh9H
awnBix8TJr8H8M3MDNxLbdqnmzJK9i0kze/brgrmNNHcJCshq2VVv7IhgwyHyYA7I9Hr3JBl3069
jKotcvV56gvfY5kOAZ8Ez8jLwf2fGdEE/SlwG0dOflOa7KBG73UWviZJtnFi0zVrJOAJqJuLm0LM
CBkX1843VaZvrSy7yY3xTU3N79cnaXVDABGm44UBatln/ufsSCWR06FlBuZIUfxkCegNQz8L4sey
VJzMjnCYpiGrO3VGcBXX1WHI9Z26DC6L6V6rtJsmrST7fOXGQzDwz7DEF7uaQ2dr7IE4sicXMLsh
9MPwwFrJ40VmRVjQ1rIgQhJjQdEBJLz/mlkvIZEcIOsmIHTChcQ4+vRiQ/yfltIunBrMm54iNTsd
Rj8nX8nwcN0LZFb46p15AYutOBtyWEksF/2+AWzPAukptXJxYU3wpgSDFaQfUSwBAnpG2i9AnzHb
RquMiVrenE0yeBc/hYSA8MKKcEoBJ2OXhq7wIORg2Wjj05JtuNy36NVFQ+p1iST6XXfs36MSHJtY
bYp8QIKiPO1uUrN+zvJvdX6vmi1Q3I3E4a4OTgf55XKdCq0xkIsFqikluqtZ6P2QQxH2a1/dZTpa
48rSUasnPgV9nhMkQc0U5hLJIgupIYxtrD3ck+3bmD5fdzyDb5E/lgscOy50Cj67JXjeYNhT1TCM
yOmiJEgLi/mRHVfezDLFnYcyfepLlbpGn6FdecqyTWSzrxNpIQGmJGgNX7ehh+gFQv4d+zVPAFlF
cUy8JRmg1Eg7x1um8Z3mLVoNaOVLHM8QtyvS8AbgVtttYwJRl2wOgd5YkvnF6evQG7QovlvGSPOr
CqzTmqFvQcmGJkBSpPKMyZyOWgzJCEMtrUCLRsUtjcaEVAMhm+uTsz79v+dGmP7YZtlSp1F6rOPR
r+PBVyKJ867uexDHAG4CE08VWXg4dSBNGANBptIHLTqSeZerg0tlUddaWhP3y287fKRn54vZ51Za
qbBjHgonQFNHhXqhgVj5kPxQ9qSSTNzqSXNmjg/7zFy1pKhEWHCq+N7tJbqDsikTHFalRqeHGn67
AmLUuGsOy9v1VZcZEFbdHLrGrGbMVZSGQUOemxHN4/X7KX353+wIB1eZE1J3DHbC/NA1WxuI4Pak
6pINLhmNKJ3aV72qFQTTFT73t/Z98jRJKvirR+LvtRYixv+zlKHKGZCeKMNqiduq4Mnu4u9jFziy
CVs96c8sCeEksAtEXwpY0vINaKS9HeBdBLqlKmNTr+/7f3aLI4TzekQg/K3DkIW67AR5w/iEzeNe
X/7V0aCUAY1JDTIJYjAKwb8eq8+Xv/niAGClmD12pe1aH6ZMsmJ1PPy5jj/Ic4gxTKtEZVVOJYAf
6hbhr0ugu89kOLLV8UDCj8MfgDcU2wjkUDNQEsrSoz36BMS/srXcwkJn9PrATEm4tOpzSH4iaw0p
VbxWLs8Xh4VhUVVICrVFkCbBNGyAwKvQ5jEOahnGafUsO7PFN9jZWYZ0/Aj5QNiyGxfItFhyA8h+
XjjO9GUoQmMEhLnvkRVqMwOtIqNQcgisOsDZGIQjTWGkaCwVYyin245+0OpQJ7EkNFpdfwiOGJzZ
CkVYPtCzeYpQYsCrFYkhZNzjBZTDXHObPHYr9TjmkvVfvc90HcI7BoDBOqJzwVjdK/2CsOWoo1gS
zMNya41M3UZtqfnR3CceyGknw54Nf+6n2p1srZac3mtTyku2IAwD7oMk/OUXpLTlogUVpnT5mUZP
07/giKJFxe/fF24H047rMmsAt2ZR55eZ6VrldyaV1l0bBahnnJMIEUdspctREAatlpigIliPN7nK
mIds9bHr7qc+dyEo7JZW4lkVECxY0Kx4SHt7M9LOnei9lcikXle/BUB6E2/0z2Pk8lv6KjXDKca3
aLpt+MgJMa/K87uhlT2FVw1xkRVA9tF6WtSlQufuULfzGXyfRf9YwtIJSKL0foJ9F1w/4/kiicE1
OsASXXUI5J7Fum5SdVNcWz0IZ1X2PNT9sZ7vSnUfL9Bnb79WoDIuhWQbrh2NmEENOSIbiHkRlUGn
PpuadsJLMos2xa5xSjdOvTnSvXCO3FAmf7AWXpybE9w0LrpKbzQN+bXE2mtO8ZTXBUAGGnMbNdn/
i9n8PTQRkTHoFRQBBgzNrl5A13fjsXFLZ3GnL0R/IPHiqzL+wRrFAuIjeByh+gVpGlXY5WXHknRJ
QM8spw3VspsKakn5F1ubAtsp3Dz14xszuWOJrP3j2q2AbgiQOwYuhKsEXO6FEt1jB9NAYiNmSfQL
+fjOU8ZK+xdn2LkV/jY8O7LV1Flwu2F0dEh3NcETJ90sXb25vmxrLnJuRQjbityZ1T6HFUufv+mt
iyDuAFkyLzFkMJe1jQ02DoSvEH8gzSfcpS2cI0bDLIRUSBfs2qL4DqKy6iXx9C9qANC3wrMN/E4E
Nqbg9hOziyHkbwRzsbugWKC0m7dM1htj1Qt+WxGRAPocWZBPRcJGIR8G3uSQhZEEoaspUSBPIFwC
vIsNDaFLF+hKkB9Jh8oURUNCoP3RgeRZVW5ZhF6KN0730UOV9ifY8HT+mkally9eUe319v66i6zF
DjY4keCagjILlO7lV5BF6TuL1SABZ/tkjDZxtWfJ7WDOGxLL6Llr7gjaIU5IiPdBvERYOsVqmq5u
gOgYwmI7tN5bkUdeMpiSmV07h8/MiGsXa3ZRWyrHVTxDwt+EevhP9S1M7zIZyYd/r3jHnBsSNvE0
EMqGHrdZ9qt5gyk0ev6yKIEZ+jJ6wdr2QpkZpxI6K/BL+nKV7KTloRDO+rvmEQJyfw97cc5/XXh0
NcAY5CHFrxfAuCzq0aJfswb1GvrWhLvr7rY2EIj3UeSnEazi+XU5kEIpoLLGGdrl1HwxGf0SV92O
Kh//wgoqDaDMUYoOZMLCzDF+tYMA0LHoUi6nb4yP1jxI3Gy1xoKaL9BWKvozoYXA5Vj6MVPbKQe4
ZmoCxjswsN6nzlNm2l5ROm4+75xia8ZbqJy4JTkoqrW5Psy1/YTGBSb+EoBERM2JTG1SfZgxmVaT
9iCJO5sa2Cw/K8rGjZQo/uv0D9KuYKN/cvjBahNmdemVsKgdPGW6iXlDB6FHNu544oTWknDjz4HB
Ei4uOCU610GA7HJml96xItaAdoUHYAKFGcjMqEkTTCAEhsb2+iT+6ZGXtgSPXFqtb+sUtooXM3cX
LKMusbA+GoTXnH4OjVRh8xa2UpctxfMsG4H2TDWS7sqqaNG6IXFc28rs/9GesJ0Xgk3RDj1wIQoY
Ls4vUv7CDpMqnqxPHJLjEKPCc1DsntE1LKoGY8brXKnfgV29L9v8VonQuuL6Aq1gbHToYwDfAjIo
lL4/L9KzWCks7cIuI4xHy9F4JYo9q1BdE28TFqUI4zvXdNJd3oJa0r739b6rreD6F6wt4PkHCBtd
QWMgc1nwIEydZ42eMuVEglEG1VsJeDFMvIpQ/wWnGP16Lp1eLVtDafGoPuZJ0DW1ixJoPKZ+xAqc
LKAAGbzjWukaLKB/X+y4MC3GvFVE7BANz/GiBhcv3wK8ocmSLWJXBpzFKGvriNq4aK8FEc/L4aGj
YaHWU4dJ7JWANjv7rQYPHpUOCIP48fxjmn1GBw+63QQr2mcQGwsPaaG/Xl/LFVT/5XcIu8PM65E1
Lb4je/loPfPQ+PT4PXyLN/WLc2Ab5WDeF4/Wk6zbxuryno9feO8zNmszLeFE0UtUBqXhcZxH7ar7
Wj+oXQDOWSnLc67kajBW5IMgesFFYcVWzKpTVGNYYudEZQcWPtqqTi4w1gHHwpnhoR+YS/ojGnVL
5nhtw5zbFc5vs+mGpdAwx5WrVO7dYG5j37hnz0BjItrrvjDbNSM3Rv/r1/m7xDb3o8ugDGOGlCTy
YSYUWsS2vXWSQYZDwWlrKGiz0Pxw+jiI42mrO9Omj6tT2pX3ebLRtQEDz7/RcpaFhdbaF5iI6iGN
AGyvKDXS1GhrlcYq8kfzeKs2oH857XfEWK+sVU7tYLxJRszv3T9GzPtaQQYB1FqxHVS/FGxxsgXy
AGrlA+l+SJQxQrd1+wt9tlOvVV+baU+h6YreVJLZXl1onu0Awx33gKiG01gMRe1eRwnzDr5c3hH0
hZMUOVZn88yE4EsW4pgwtDSc/rFvF5lbNtCfMl0l6T0mAwv++eqD75zZ4sM9u2kKcyHRbBlIbvf2
j84x3ERTvlxfrT/fDDCBnocEiBOsl5irn8tmQLILzrEgKiSdEqD4VA3QVdM+EuVkK71byW6WtYua
YIVMC60mDeyJy1ERc5nVeDERTVFsf/MbNJ40vfevj2t1mc6M8P9/NnVpU9VQ1rfwYC6cKkgdMwoG
R3WXNkvd2upit2FFLLG56n1ginzqYiDpJtzLTWrj/ihoepz0l1KNXTt7saZvFUCIfz82CDTjiUVM
qBSJCo4JhONqvcEGmzASHyjN4YjOUehXvQyJp4/ZT6g9aBKbq2c3L0xDB43HHn/EwGE8oG8f7uTR
vGGv03xvxiAkJJFHSvT7yQ82eygsyV5bm1ADGECI6sNN4J2Xi5iV6TCgrzKKx5BjUrwwRQpauTcq
TXJBrDnLuR3BWZbMnGhuws4wNd/V6rHN4q3zCvHKzayEjnt99Qx8tHg8QmQXeE6eDkYAcjkottRV
pnRJdrReNcgryHTDuZNd+3nhfCK1rk/lWGRHtnwbo9CtoYBfK4+9ctC72Junj+ujWdvM56MRlqhG
9ATwawk62UjdanywIdUmFflcO6TOjQjr0zpdzNAWGcDAwYFO1X045r42PdDJd+wgiwD5kgLpeVr1
2jQKe7lUumlqSpiMqm3Z7NLoBaK67oAcs9K8du1Wo1/TxXi4Ppmr/n7mGkLIXUPaciq6PEPiA3pc
2hcwclxNu1uQy7luaIW/ipIZGlpZ6NeIjLaYQO9bPQu7pcogG7dtTOiOdbkbjQ6aj/Tx3awk24Sa
wTRWXpPtBzXcaMUSVI8UUmGLWt2oaLt0/YPW3AiSkDYepSBYoZZ7uSkmLe+oQpvsOKsny3jGE1FK
H1ib3M+UIkppOrJTQiLdUBwjmXKaHZGTcLXhF1e6jlrT1TXZ7K65K0ppSIChmw3eFsIOV/XSUdhi
ZscKEo7xPhq0m66MbnLO+0YvqyV7GhoJIHjtUEF9ALkJJHAhdy28IgaLzGpLjOzYELQLxZtUCkBb
YYtz+VseKgCEhuNYOFiaxgnHhKEoaEd3YNt7qXLiLFG05Sq+LTdaDXYVQWkCL1I1aMdNb/51eRz2
ETd8dgfgpL9LF2GxMtUFfxRmvV1u4lp5Lp3w7xObl0aEHWjEyRxBHw+vwrDc8H6xjTV5cv3XNXc/
G8vnZXsWnUQtczqb4CGUt/o+mh6Qm9zJ/XDVCkCWXJAcjBYxtqtrZ7Q54ueYLiBqlBoAuKzU3hWn
l8k7rV06SCWBLAuRZE60u1yb2ulR+LQR+dRK7o25s40d1NoNyA67OIW2fRupaBAQ310/NFZ3NJTW
IeMJd6SqYDVKKEpUKg8Pmv2sWDcM5I8ey8X+1fB48wbIUapQDNIvh0ewXE3JhwfQ/S4l1g4aWjTF
4yYhm6Ka0Y9AFm6tLt2ZRWE/q6DNxhVFjMyyeU/Ytp/RsoVKwqvVVbPwwADZHE03RMIWbRgJuwH+
kZlfwZ1pNzTca+MLq3H5NJK6zuoBxStLBBlqG8fi5RR2cd4UKPsgpWON3X1U6MpdVbA+uO4RqyOy
AZ3HsxPOKKaEqVlZQGkhtuqRZeT1j3l0b/sWGjrX7awuz5kdwSHU1sqS2QaJXg/eVFdyF666NUgk
XIYU15QIoxto1FcstpHXRh9nlEi9bjLQJuu+KiThhtiE+jMHBq1fgrI9p/+Yopdh1y46Hi1Hux3t
NzTypP4cTo4H7Ex8CDlZNV0ipA2i5ZiyVPcgrBG7htGbN/WgBMi9m76aF8aOTdpzrGhoglTq+aZ2
0nyvzQRc+bBe/LZJ29ekm+gGOhWqayfIkFZL/mUomtG1sh6pmFiv74YU3xFNvYaGJXWym/Ix8SoT
kDu1QpNioH+y7VAV8U2EX3ZJCnAUOh6ZkqnnJ4YY9fHeUTxlY/ESxqWXQuSZ2RVdsuOkZI9zZzwi
lWE+5BnJfVZH8VusNFRicvVeBcIZMA08rtC6SLhymsiszYRMiEtmt/E1iKJ4zqv2ZL1mH+qP4qdm
+WnjAUF33YPXR/qPVbEomRRapqJld3as/cppD5P1FjUfCon2I32+bmlt50Pk3QGlEkUUCCpczmlG
wfduK8ypwQA4bNTsqQmZbBLXwnWUjT+lACAMIcaPyHE1Wq/MGQhR+m7qXjOnuVcBT3KmLXN2RTm6
Knrf9snT9bGt1Nxwr53ZFRYvwa8qg4O4K66U2kWD6udFS9hdTUP1ppii8iEqIzSMLsbZH22q7ENd
+1pGGvGnuaj3gAzIup2svtPPvkjUtbOBgmMK6GHooeTWR+t7pG30H8O76vaVb7cSL1o7qlB/Q99N
1IDxRheGr7St1vUxjEUpKHvNPi9A/i2CHnN9faLXDQHxgyQAShFizSqJjTlzcOoe0WpHRfVB6zrX
eo8/rltZ3RTALELuA+2v0A7y0lXbuYX6Z4NzyHK/Q1DOO+Tb6wbWN/uZBeHimPumH0oAs1DdI+hB
89DtoGKyI8HP2J19xbehH/Q/WhTO+JxaWTqMA0SUrR9NgCRfbvRvStnttHgH6DRSl7N9okPlEvQH
sHJ3KGWdf9YuZY4E/e+sCodqHvV0nvisQrzCh5zqPtsmT7HMQz7Tyn+c3Wdm+J19FlPPCivCtIWZ
CaeoS9F5Eb2vtokbfUOK3920RxC2Ev8VecAAZQCf7aO7IXj+WAIZ1G9tvEi6oSCNgAa0DWG8Axkg
WKKHuFXZ4qVQzWmgJl6zl9kIitbEy6ySbI61aAQhMJJkUILHq1OIrZAmTAytSHPQkNERw1GTnyBY
3haZLE22aociTgC2G/R48XacG8AIADCBnfZhqg+GvYe86nV3XTHBZYUxayZPB4hZRqtd8pxVI/pj
BvQ1v4llirsrO1xDBE/R0RakeNxGl06CkldfJ9WU87yHAdTAjg3oEenp4d8vyYUdYUlaY7BK0xny
Y1H/AsYacghSNPrKkQg4CRj4GAiYwGLD3CjJMlsx5/xY59ZmHtDz2gTn4kOKsF5dEtPh4GZUu02R
5B5HjqLmvZkfR21L29OYBgDi/ItVPzMhnLuRndtTk8IEkCtteYAJaOBfN7FWtecYL8BidC4fJZIs
kOPtlLwHBifc0ptwk25wXbudN+9+PsvyP2tRwYUt4ZRHGn0gcQtbafpsjQcyQhUcIFGHVK4a+6Xp
Q7q6qYIx/0LyH7IUBll1jLORCid+EvWlwvhIldh1fti5O99Et8NRfV42SNF6+c13bdf5000XJJve
7x9TdAhnfvXcb9Hz+GbeGLsmQCEh4cKtj1Cak57UK8HaxfQIB2RpNjUp+PS8aL4aTO6y12HN8ky3
8UL/tbpXIfPy4rhxcN0HVj35bGKEzY+mO0taIz475mO4bWgwqvrWXjbXjayeMGdGhJ0/9ehfbdYw
QusnhNeF8kWdXjVvdiQO/YmmEu67i1nkH3J2302JXRmUj0bze5fd9gdtY+9Nj+D9UHmxl+61XXZb
bxbfujF95mm339pDs4+hyLclPqTTfdU3NpBw8/pH9P7SN/mDht608W52Tcw8cTM/2cg1Mfnail/N
S4089Yz7Ucwi1k44M50DWdFHvNnNi3999tdgDYDy4dJFmpFCAljYenGo9lauoJlCDUI/cZdiE2Zg
HncvbR5EzK1z1zKLu8KS3Ftre+7crLDndFNpc5pgWFZqbboJZJds0o+a2b+bQyzrWLoSYGCM6KbN
s/dc0P1y5U24cUQoxpjp5j5tt8iyaWW0yXcO3bSWJGRd82e8TZHUQ4SBZhHC2WwkYUhrzkttm8ZL
1fIGue2grR4SdYKO9d9npDhf4R9jwuoVOTo3hANg2ySeb6nVnqL+zbQGP2mYq2rZZjRkzcRWFw6d
oiGZwbERtnAm2BFyfnUJ0lXaAto31wyiyyb4SmVjaG4KbsjuuoOu20NClqJZBQD9wq51UkiROQPo
SpG2/7ZPU8RrUy17DXNvEzcZUhgopqBOi0SScAapyRTpLWck1dqLWtebAWkbPXnU2dfY2I/9PtJj
Nwf118o+mLErmtfrY1w7Z8/NC2Ocy2Re8rBGD4XQBGy3QvYqXB4j1ny5boe/Lv8cJirgPO2MbI+w
6WpoH0VA1oL6Rd4Mld6QtNs1xaNuvzPtPk+LYOhkMhPrQ/ttUth6EdDCAIAANQW+ROtDYu3D6IDx
K0wmGdvatkMp4p+xCX4ZkUJZtAJLOKfNtjMdv56Hh86uY4+YzFXQY+D6XK6dy+f2BJdZEiUEKYz7
JZSMEuNLb/+8bkA2c4JTqGPvaCE3UD/RPvbq6tGgkkNY5g/83Dy7EVkKisbA4Hdlj/ZkOeRge9xy
6j2E90iWo6/SLwKM1/Vhra6TBooJtrKKbqHCOs3Ibio6AQi5vp8QxUReNu4y4nb1+3U7q9OHBCHS
wXgZ/aFiGDI1CxcOYUtb6/scDpkXauFpmmSSnat+QPCe4CJunJN8OYeU5dQuOw5Xm57NfqfQx38x
DshLqIaNngtou335+0ncV0iJAW80QmqqoECuAFeqDjLZgbUCN5hRv+1wXznzhVCdM8UcUdtQNJgK
N0UGpUmQ938hDbcdLR2wGWZ4eWO/gV3VuWV7TzOguvXpWGAxI7Bjr4977dzXcRgjq6xz1LUwbqJM
bM5GXiFDrpDukc5fMteWNQJat4LoEw3MIMMn9gFS0FNYoQtGDWRwW3/v8CQ0xnsjk8Seq84Iabn/
mhEOiyIyxw6ySigcQTERDY6zCXygXIZbFKxAhsQAJZO/0zmmGzmTyyXEHhgzB/WpE01CLwzLEt2F
ks3gRDLIjPhe+48llIyQ8sMutkWnL5slwnVh6afa7DQkw7pvQ1cnbl+aNep70b1m1I7PFA1i1pYW
+ZnGFnRqQ6u2ZWGg/HWzf91ZhE34+T2IYXF1w4Eh0iPM71IrwwjheHKqAcNtig8Svlw3IKKf/2MB
4O5POgPOLgEMgdbDjQ2qATm1hpqmrtaTdmuzMN1VxjyHrtrqzUsCMmPpU/T+AwmBNrnu9y3vgt6C
IjsF0CyYFC/WaRV7uRqXqef0XfEm+U7hqci/01CBlNI1ZGPhbsJx5DCwZtPJJCerbg03z3Jr22fN
cFNFDvNnhxCPLo3jEgJEisbs7yCDzxI2krCnPj8BUC2KZJENVKkIZx0pxAfHpjdOqf1O+kOEekLp
FJsi1CXlbOH6+jQEXAXg9lDFQ/2Se8XZkTWHAHumfWuc+nouA2No0W3HUvAorvNqS9U6DWoG+qKS
d/F2mIispYqYm/6PfVxiFuAjkBkUfSJS6rTRhsk4VQm9QbtTN1XT+7lrd5Oa3KDvqT+QvZG8J9D2
YGChRlTz6+J+WGTQzZV9j3oCOtfqJl6JeOVczoMVgrmMx4hxspx8g0RG4VpOcgM9t6frzrW2sKh6
WthiGrDKVHhsOBCMBGGppicnLTynXbazmgfjEIHbI7G0OqIzS0KgqieNXUUoLJ5AY/NzdBkqkkOr
SiIEIRL5XD6K2qUBN+XRsHBoNHUd0ghl1hM12sSn4zR6E52fM2uwQVkyTW/WpDp6awMDCwaQIwpw
ObrBXS6VUYYtInabnqYRD4lxtiYffHpjAzUbGc92ZbXAncOLBlEDR9gKt0EeQwgd/xinqK7vTafw
llg90uYnQ9eM637Br+KzZwWfSNAawXgB1JWD44SJRPU5dirG6Cmn5kGxDqAH+rFaukz7TpqPUt9c
N/fJNPnDHt4qeMNAlhCmLyeRAL9b991MTwVd1N4fIjrrcHlt3mr9MqEtONoy3kSVk321i1Jz3A6w
0q2llGntzQar2t2ItPYt05yE0xmGbPFySgBWtEM0uHIL2sU/Db2AjOBoQZzSVSJQKmfo5QHvnVrJ
9+ujEfOs/5k9B9huBF8oEogy6SRE0gPdYulJnT2dIa0HRa9cybZ19DbZqpdqjV+rd32mAZuBGlvd
S1ZPzAB9fgAEN4gF6zi0xVehQZjW2I1JT1aUekYVfoGkilu3ryROb7tXSz0UPRK/3SaPAa+QDH7l
uuK4Ac6IxeihKHG5lBPLkLJZLHrSp/dkoZ7ehN+y9t4xTK9OJrRMTj1TBzLKarfXLa/cHTznhdIM
+hWguiTcHUXWWlNKmXkKhy5zwykaAggyKLsSiNUdmFBVYDc2gI5KPUWQj59IcN3+ykGAuqzNGfDo
k6yKgScjy4L4atBPfd8QP5qq3KepU3ssIbIn+OdYhP3CGa6g7aILBL8wLyc5jBdK5hjRWrqkAVEM
P3XeWBLeZaB8hATKP22QVb07RsPGbJ4iRPfKsJvLXU1v6+gjn7cO4ORaOLkc15fHtku0jdV5Tkr2
1ydFrMVzV4TEEk8sQaYfCDzxS6Ekgf+ak5OhvYUs8Vnr/ASo2Lf1Y6sVfl8Pm2YiO3T+kJwp4vMH
lnF2cWET5AeBvfi8689iiXCpFDtF4ISINtrpJNqG4Q6r9tWuQVnNXQiCqyzfGRndWqTzw34XJ90u
hLRFQ+NdHptfrs8EH+jlkvHPQTCPWx0fJZbdEiTgijifzRMkmkbbV25v9fm1knVHXLWCvQTCgIHX
geiEjZUtNG5UEwzgqIIyvZIcsrRB1RXKZ5sI7c498Gj++mpHIg+qCVCiAen5/0m7ruXGdST6Rawi
wfwKBgVbdJI9tl9QM2MPM5jj1++ht7auBanEmru7e/f6SU0A3UCH06dxzqfKOKmJVTIWm4eimYcN
a1jpJoTkNO+nZHt9E89tHM2mSBnKMgi8AAwTvIhaLg10smkGvAjbKTMVQ5EbZ8iLYB5V3wo7p85Q
WQJlz3Wx5w8vxKqAVy7eLyx8Mf1vqlRGeqSBDNU4SPw41ffR+DsLDw2uketiLq7umxjh1SUSzyY5
tIyDmoAJuCk/lVmhKu/ukkEL0KB0H4WGO0groOK1xQkWCsPleQcX4IB3Nd2O5sHcW2t96hfUcil1
IJJB3WNJbZ9uYB91dWUamXmowB+4IZERoq5dVrsMjEsumpVbzyqbNQ6u8wt5ObV/hAqn1qLBCkSy
oXnoMZbexejgmWp98RpWrPWuH9yFWw6iUNNE3AwIEFzQ0/Xxlk36AHLnA7d/olrwaNpb3EyYjSNv
OblJ630fbaNyTV8uLvCbVHIqtSp7DA1ZrAGXuWzL8HV7Gs4rsd9yNMK9haXpFobBo18V/fKnQkrF
AEt1rhsHI3eVeYvW5+t7d3kR//y+oPRGqRmgqsHvI8SjWXsMlRdMzfs/hQg6TrK64VK3WNaouLVp
UJbot6Xm/oulgExlwYKh9U1Z7PvbNRHaiSEZhY3L1w5DD5z1itPl/ANQtb/silzeNmBc0E4LVCEu
bdHJCvtyrIgUmYdEz9KtoSSVg4HUin99PZeOnixjuECWp2BipJCwsyq5TkE0YB4GrhQ7a1BKF9ma
tZk757EGuBh1tMkicEOwoQoKlhqzbkSstQ5czhuvzivZyWyw3I4SQJnI8c10KKpfWWSuFeEvCQbv
M3BKy4OM4TGnx5WbxjRJ8mgd2DBPVDNyw8dUhdw1Q1CPj4mZbZWWNBsdvOze9Y39QloIRqUj5AZU
aWHTQM78VLSqDmiOlAagzsrjLL9EbeTn8bCd0R7D43fMqPRSZavpktfr+37J65hADaOQlAAgazfF
NrKaPSbhbEDGtTcbBcmINQjFxU+Eii0u20L88QWc/q7MeZaUZizB7tss+RzCojx2kszguLHqTpMw
o8iqVIz5w72xKY0ZvXYG3FCrAiUCUwDji9TOr9ARdweKO9mpE816TuzBcELDqNxOkX6NIIp6jGVp
WNHaC68ocsygmkHwg7jcFG7Fsis11CxxK5qz4iST7srcLfofkbybi99tda+sQXcumAk8ErhAhgb9
hUGcHuYUT3Y5MW4eJl0C7WtmvrM2X2t4FYfWLSYPeBu6jkCDBjuxhHvSrPqiaCpmHLKpOhS2l5s3
MTm0eZTTdKahHfnz9Mtgnxww1Dy6C/tgAr9daAQqKwOFD35sDTcNwiFwFw5ebR07a1uR26LBcHcv
jWIQuxprHQ9fmGNBz7EpaAJDZwrmj4pQB0krGzCEG9JBnhV0gvGsZk+KUdvHuDXa3BlTFaPkOrPP
3STXYOAaiezQaSs+/em0uAeoQzWU2VfkMc5pFFXFGwP7PGaEEiYD2mhmfGdog6TQyExJ65JcqoJI
z9vf46zPoMIe0lh1lXTWfiedrUcuUWMuOw388MbtY9bXblq0XeZJepovpNZJlztqnaSyG/HJfter
xrSoLuXVgVl2iVaoEPU7DDXXs85rSzJnbmRPzR4+I3u0ykx51aKUIQXRYBwrLfRU6XCXMUwL7DIl
TRye5jY4ZwftRzirgP7bo14/t1EOwvC6b/iPzGwRqoVNESJo0e2OZkpYpm45gHi5YEQKHcmO8Tg2
+dR07jQMWbg30PiGQbo1krSe3mH61iYPa6PcNW3Tvcu9pBAPrbaFtjH0qXpHc4j5ZoR9zn1sEQsd
s+MzRsAW6J7CaEOil16mlvxJ7tR6DW//xQrzXRsWrB4oUQmI1WSUM8QOPameVUkK8yzAPOmFIyYN
QRzAGksvHUISZcQUG2RS0YFfjOh1NnR0RdjZvSkRC/SGsz2BcJBxR54t4qugISrRwqgMH3adhS95
XjQr3EqizwoKUPTogM4OLzpSFmIFIsYopHZuJCT2YrncFEpr75RyTFy76NlNPJDWY5H8t47yf4Xa
C2kwZiygqn96l8i1EstFHxuHKd12L4A3uXPhKY3fxn+brlgkYboiHnfENSinCvdJLUdEIWqJmMZW
KYuMF7vqdsgL/WV0oeCstSVuQnvNF1XV6YJyjNMp5Rx9W0SCweouYYZjDRtVbVacr7Ok1yIJVwye
E8SiAGoK937GMf+171v9MCUfY9PcqUm1GfrbmOe07fW70VI3Mn9oU/snSJ9W/EvxzYFs4KzQQ7To
ClYqyNYre5ZmBs+PTe0mIolfq2Dj5PreBE+WEuOfGgQ6K6m25YROzelUqKArqh4aaQb49UGNfkbZ
sxQ5gF+tyBC982Vh0H5sK+bs4A9BRmaD1CnBy3foKgz3bRO3lhoQAo0r+3fmbUCOiSFdOkwOvVia
IWwg6J6ZQmrFOigFtzZZY8nBAFC3I4UEzRtdS1xACjFsdKyaXRJZ82tjNKVv9TbGnJDuZsoH5TAx
eEpZrZf+pLfqQTKMhEptmuw09FndMJ0bPlOiNcaLr5qQcAwmALXQOKDD4DAJsUU8d4WqNQk7xFlI
1XQGxayUP/eh7MsM3JubSruxa7RsmA0NmXQ7TLXHy4lyuXPK3NWlJ3MIwd0OfugocxJr7fvOstFI
/yJNCNJdfBrQEyLcqq3TUEY+nR0U5TPCISaVD/B66mlV6HJ59uoByTAVb5vS3BZgSrju6orO0SLd
wCWDohoSN+g7P7V/0nIceJOxQ97rNi1iSaYRM96uC7m4RrALoXaw2KClC2oqKZFZ1qEOP2Oo/mD4
POj2yZZ9SsxRpUPMmqMeDr6OPqAEgzjCRD5el39uJWCsB18nOt5RqYWjdrrIqCAo/sCVPVgap6Gc
+3KUoOkv/WtjPBUjXNmqwaLQ6ic0nccTbfWNVH4osbki5CyXgRMjIE9caGOBIIXTeboYDK3XwpTZ
0qG20g0ZetrnYOwE/ADck32J8fWYcWKh1T0D7v76Nn4FyKemhAYOlJ0QCIKUTxNb2PKklXrCkzBg
yqYuTVfSzC2k68Y9A4/6xMCjruq/MrV/AkXqfZdrv8Gq1LYaXLRxT7iBBPZ9nDnWWq/rmfO97An2
Hs49/oXwXtiTCCny1KhyYMgbTx0Cs0mBQYuDqvAzAFlMOkm9G/LHnJRUz/zWTigpHrWkcfrecpV8
q9Q57ZLnpPBs+7ED/VTCvXLcJkmPPHTtxOXearQVuM35m4RwAUEmXsUFavTljX0L4Iq+TTC3ocQ3
S/4k2yC4sFD66uLCKxLTsWRsXWkBRldbKyZ//i4tgvEMo/8YYkUfJooSgLJJGwZ2TILBHOhkVgHR
DC/No911jTkX9VXnRfc2QYr/rB0nU8xQyaI+DSpmWW5rJn6jKbMX8vepXkO1X5CFFYG3HETHSyZY
CPMyZC6UXJuzoCoBS0B9bxtytketz9H0/PH6us7PDsDtb7KEfKJJsrJSFC0L5gkYVcNig1tMk2tr
jeXzyHpNJG32IzmNd8CRNdvrwi8uFBROaFJH9HxGCFsxqBMyF2COxCSe0DeKW0xdcu1urYp1wWPT
YVC4ZUDkBECYWGVGNrvOQV6aB4jNnC7UaFE/l9ofJB68GZXerKdDtKm45OqFueKWnj9L4K1cXDY4
uYipRYy8ao0gmmnDPMCXtU9ZpSk3uZ6qD9d3UswwIeABzBkxD3o2FXTkCtdGNTNmmWOaB3rP4v2I
Cp0T9WYJQNFIMD8tktXnHHnEkI51zfy/l71McIX9oZkbtbDTazxjhcxHqckDlmPsSOLJWpU6kZQ4
/YCMAVEfSrV8/RciwSWtAgwB9IxYcauUjoBYQ82DsC2ceIbOqhszecU++2nTOmn/cl3eeYS2jPlF
XyWIkUA1I26vRaaCq6OeB7xPVJCN5UMUSm5ZjAO/r8ciIRs7xYDSLdBGqfVxXfYlBcJEAfTQ4XBB
iS/cBu2EOT9NM+fBjJl7dJ5aVE9Vjbt/LwV1NZgGwn34Fss98e0OJ1JaAJMk50Ha8hx3m6zc2aUy
raQjL7hPwK5oePLBgQFqGxFmGOaDnKctywNUFsExHTntsJmyfotmfQdEjb6kh16LlpjcepJYd8is
Nc/mghO98AqDgQGc54i4RW2VTZQYbH3Kgzgk6BAzktavzDyQzfwn0TvmdyNogNPCxHU0tszh2vzT
rNptUsuTz5rG2PA2O4JHM3dSBGN0wSg6YUs6z1RzzY9Rev37lwfoGKTgEajLUHjhhq7mmqP7EB/c
2pJvpPEdpgh1TX1fs2jFkC+9BRhTBDMGzx2gmYIOVLKd2pW2bE3tG8q+2YRePOwTvuFe8ZejW63l
wgLeB0EC8Nzg6xQcWcwSIJ0s93lAOpa+WJ3N3CLTx3vw2WjQPJ2saN4lC0a0DBtGSy0Au0LsZHaq
zY0cViRnn7adUmB/cjzmwx4EAc51UxJ7Av+7NhD0INJELGuLzKtGZPJKmyXsYyyVD2kfDTckVOSt
Htr5bZQAk9C3ReHIuVR7di7hls467gIknmwSoy58Vc3tW3j6iYOmOdUxh7h3s7CWHvIw7GiqNNZ2
slvTbZpIvwn1Kt2gfHsXYu69pyW83AyJGu5ldQDdVlv1n5oVTQhPi8wpZLT2lEgI7ibSINAtTMtH
Vo9t0d/arrztl14kpOCW/rBlYJQ4K6rPgGdFSpEHnTR/wvk/RjIDv1rqw4YcrQmdSQam9/rOX/In
MLFRI8hooSdczI/nksVIDSa5ILYxXFWZ6CzdahE/mO3bdUHn2oQbDPcxYk30CEB/T2/LtG1jiQ94
Dwo4TXLr50rmtrg80tm8y/v5eF3auV3iUQdpCUGaDmkLscedzYgpbaPkgWr87s0txgWleU3r4Y8W
ZjegAHrUtOfrEsnyZp/GRxCJWccAPwAjC8aa0wWGYxsPslKXgR71Bc6tm9qCplJsf7RRgSpAoUBt
HKbadeEg59AOdGgy6U6NxuKHnBb6MzEr9BqYfTl3aEoy1I6Wcqru5paTt6Jj5ZMd6dXPECiS3pXz
PAR7kF7q740xMl8DgHNlQZcODG1nQN184VXE560PeQVc3MADqXVmXsoU+XDg1KZjilGpepescXVc
OjJEcaj1YQvxH+G6GaOwSRF6FQBTGLvpUBuHkE9+tkwFYvLWVlO/w9/XD+3c4nBpAheqAaqF4Wwq
OT2zqTfIYE0hDzB2kpa2z413EOzsAUtoosizEUxfl3fBq4ZAzEfFtByE0uj3PhVo5SQGVb+dB5Es
tahFVA17zQHQ34doAnkGuYjVO7maWk8R0OYGfDTQDNGxL6LKjfQRmOfr33Nx/QuZgYUdQF+j4IfO
c2Yjz19xPClp6mgJqoQR78H+0qccJUS7eAi1PAcYTVpjGV0eK9FakJNFtILxCIsffLoRHaokspzC
QK1Rc3vM2EnTjRrJfx1mY5vxbqIQha3Du3IqhSljNzZs4sGgbAd0EWfJY49Sz1DMDiaebIDI8pDW
+EtQBkRBKAbEgHoHUCgx4URszEeWpxl3z6AjS3KH6HjF87y0eSr6DZCRBX0ecpuny6p4aLPQLnhQ
o+W0gO+XHrLV0v8l+1cXtPYyjQ9QVWHvIpMpYH3KeRCCJiRFj0UlPY7siQGJFM6P1/Xw/BVCGw0e
Puwb1Bo+++mC2nCs1GlUsWVq5s29Bge3A3Hv7JF+jcHjQgoN2TOkXTAFBBk02OGprCqeatC1VkWQ
SsUNC5/k8lnWqBbGFJ4b/zlZ741de9fXtxyIqO1Apy2ageFqwMGeysx70gANWUBmPjD0QOuzmwxy
teKMXl7a0ny3FFtk+OynYjBUqkEHUVMESlQ6KcDN/X3EK4xTO/KtKZduaek0XfMgLikjaCtgwmg+
wXMrXGm92qYmWNqKQDNvSkxV0/e1vJaNuHRPfZchvA3I4/A+6u0iaBJ040W7udzwiYY9BZLB6dYy
ipc0/7u05Wu+BXbNbNSmWodlYOuZ16XE4WZJ1fIlaTB7R10beXpJNwCvAVgI49PwNgjGjMbTJJEw
4SnQdYBFkhZ+nhVaaxW4CxaG3j6QKYIoBbGkmL3NRqVqZ56WQWhwNMXNploB+t6RzTTm8ZZnmrpi
0heWhTUhOiZINyBbJlzwM0j20LfelYFUlJEfou5N45j85dwxxA2oRwE+vMQNGHwnGvNoWXEyWX0d
aCNhd31nLGBFyXSvm++F4rixTO8Ex4wO3xUjOU41QgKoPS2qsQ54iqzscCzHCFybR60eEOCW9xkq
z6067ZZ/R8nsqcZSaGw3oVbTIu99pPJdFmkrabIvINnJrYIsI7I5yPfho5YxiqdfhbizXwbXGEFv
duNbNqVx4mA0D+pxw6QV27ZSY9npUBZIXDVOJbdPdGOjqWihc5Uur3Q6YlLAzxTYiJ/txMi+D6uW
UGhh3ThTMmkPGChYo0ehtiOPyUNhelobDaNT1Q3gmpNeYaZRj0mdH1JHtNCXWNIaDgqfw2fSWePo
ZwYbuseCG+2wrcsabcdVlTYNNQebxF5o9kvmEmPd8Gc4gfhLKclqt8Vy5Z3tEVJsSHdD6YEnO90j
ktrlYJeRAS+2UncGSO2YnCPr3QzyjgPV6Jhza040jqKG0KYOVTRwyjPocDAPzSqqtekM5w4gXu2l
GwmQGwDrkDY5/Z6kihCLAnUT4JjAM5mpuyJvXdXeKJnqmiTcZ7Piz2j2wpzqh3lgKw7R2WX9JR7J
LoSXQMTqgsrEPFMsEJAYwdCEPq8MBXFK7ESsiJ3rJnN2Yy+CkDWAai6VN5E1sqqSLunn0ggKiwMM
k9MpqxFB5LRufWVqbwe2YqMrAkXCSLuyVcC8CiNApwftFBRzyoPZlC7IXhYeCcl+ub7AiyeJvPES
OiDLhF7g05OMMeS7HWRYH4DhvYebqrgBz9mfuUNfB5oJtJDGxawdmwodCz3H4PpyGIyNpMvVvzhT
oLZxqLgLl0zK6YfkeaT1aTEBTFaDasfegIMEybqV87ykOEgQIJmGajUiBsG1gIOWG+2I7W0BbGxQ
4URNHPc+vb6pa1KEPc1tpGxCxiGl2bdIapp8s8rCcK4oUH0kwlEoXAYcEMFf0cwsAlxPUwOGllH0
AhJly9JdWWeOmr0osbWil2etLvBoATtH3RSdQLAGMfERyW3Maz3RArhQuQMc8FyiMQ4k5Hn8QNL7
SXuTyYuMFLWscadF3qruJ9+Y5UOooX0oW3sxLy3/2+eIIVFrhKMaNvgcVb3VGHi1jNvWfmmJPyY3
A1+psZx7pIApwekAjAAailKHoDbQ/TQxdckM8lY2bseUm+DZBhwS0zpsH2jTOiB5iLcAT8pDr5eT
U5ks8a8r1Zkngm+wEPyh7omFA1l1ah8EpBpAhppmkOF9RKULA/9e/14CKgB4g4FF01BVOpVgge0X
A2obKyhlSXNSGDt4h0t5xQQvnBxSFICXIh8DsnTxSm2Kpitm7HVQdIOPOasAAN9K8UHbkThzEab/
9bWCjAgqKABuAOqmWoLP3cdSSnopxbZZ8l4nSKFzfUTDoqH9tdGjyoeYDP//NYNKuL84SUuFRI0Z
yFN/w5s2Rn0+flCYvWKJZy7wUk38Jkc0fNKgUAFq7CAdZmplEYLaF4CRvVXmwwtPwyIJkBMUH/DX
V0nnWwARQ8WtXpnMgONS8K2uUakchhmGC5aTyzIm7fp2ZlsMo9bdgY2S33Vcx/XDLe+6Yp7xKODy
wdx5XD6glFyccMFxlZMWANeQGUEzSXRIWyfPXyLi8Vw7MrSbVhtzBnP0eJfo/KkcxyPqgwvgNUur
lS85y+59kUlpyyuFr8E7cmoiRojhXkND7AAxCurJCm92VWYO20nlqQfHu0fzKVP8qg3NHZuIsru+
EZfEL+MQcQEALo80w6n4yADtDsi/7UAabN1FqtEtTbiBPDFvVdnezbJEDQxLlPSVZZ+Fkl+4KlyB
SGwuCDTh/mvqQtYT0JYF3c8qpUCgsBuQpecrGaeLq8Oe/k+K8GzGMP4YjGt2ID/ITn/fPfeJgzrJ
Z7VWp1lM8dSbXmBi/whartpviq2MpNXyGYLAFIlU4Uv2ef2YzrcLxQGEwUhgAGILAMDp7yd4mNHu
oXeBNt2x+FVHUjKePy2+Y/pK8HS+ZRryc+g+BfRNxbsk6CObQCbfzfUYzHbhKBgjhmH0jsR+IMVa
DRpyn5JjyGsp7vMbCEIX5BYGDYDDXWxqmQY1GvSQjIGiPwIvBu/jYGb33JhWXooL24hYeJGF0g5Y
9IXFNZ3cYISZOQYVui/bSqGdxdGmD2i+8gT67/frh/Z1iZxqxTIzGIlOJDxRnxbL7fYYsRSliino
Xdymb1ZFRwt3uFNptNNoaoDSsaebt+en7ke9kfbZO1D47Sb2MaCr/Bw/y4dyz521yO9cVfFRUCTQ
oiDPd5ZWKUO5a9iQTAEalG4HIDpKadqEnP+LrUbuEv08GiolZ/HcaCW1hNLkFDQNuteH+ygCdp/T
tnbKv6cOWOL978KEF6yz0IBhjHwKzDmCejpyUbu2HB7ULP/DtZ91c9tL5W1RbmNpZZmXdhNOx8Kh
scD/xDZiWZK1nqXtFETGLjalHWZvGkAgXVekS2r7XYhg/TMv0EMsV1OA7O3G1DDJeJhuutsw8mZp
7dwumCLQ1/gf8mFL37fgso3oa7TNtJ4DNQHoNX5TG+LI8i9TXXE6LnjA4M2AF4BxVkBrASZyeqVh
Pk8VcqObA6lGe4S5sV7lFv1sbgEf320zj2crfts5YASsZd8lCm9dOpAUHCGQaHazb2nFY3c/V9Ry
kI8qFHcsbker3PKRkn5F8lcQKFwEwCWA1xGdhgtHtnCA6MXpYpkMc/D6eoipf3i4Kej7XUzvbJrT
isb0MLpw8WnkVE7o7VIvXf6gkf/rV0UbqlD0Snn3jz9uj8WrY9Hee2P0GczzlNB6gwB6E3nIa9PY
JfRhC3NzTffJo4+b29v9n4ebiP75+HNdI7/6G6+tSHhZa9sazWbAisBMTO/8m5veJ94EnvjGsf3m
MN8A5nJne+zWcO335rbd6LoT37UPznage0Df6ValK4/95fP9tsvCI5yk9WgY4fJNd4znXl1ucqSy
fOT2jfRn/QBYXjM/rrkYy48KG2Ej1bg0tS7D00X/LU2kYaqUTA6SBDnxWPLSMl15ksVRwwg0MOIT
HbPgwIYCo6f11FTQZgoSQb2QAwU00L/AR43/JqACzuiP558RlWmgPa6c74Vr4ETkcu99c2jyWOvn
wYZITX0znHSbuZLT0tw5vi4K+w4eDtr4+auKLQ6cP1ag7oDXo4bXUeLKPvg5DFATI2Dx34Y1erkL
HsrJpwmXvTIlaWwq+DQ5Uz1dKhH26QmNa3CGgj/Ya6Y4UBvwpmjyyjV8cU8AS17GZaHtQ0RPKaj6
Y4ZNLQdm3933xZbnu8b6lWIsw/XNP18g2mzRWw4KLVyP5CuK+rb3gF3WU52ESiD3btPe2mVP8zJQ
JXcivcMV1TObj+sSL1zG6GXGEAIDXfMoeYsUFfmsZa2SGkoAdjZtzmnSKA5J/gwZOLz4jdHt037Y
hXF+vyJ3uXJPrWfpoUaPDrLQCN7FyQSq3lmIm3Ul4LeStZ01BQn5yRun3z3GIXC35U+VwT1lbRD7
+YO6iIX/A8AYinNiaS7JOtzVnaUESYPII71Jpfe2b2l8F0srGZDz3MSpJMHj7EvSKslo4izbhHY/
5fBI5BdepS7mNHVrqIXLxwgsHLwhoJbQwXZqtXJvtrGeYF3N5M13mJtIwRnD9IHWiUJLzkCF9RHi
mb1+ipfWiP1aaDuRfkFYfSo1tsG9pmucBJaJnk7bj9p7U3HAc9fFPyV5ZUMvrREqitq7DLAIOHKE
m6mWY4yotgoS5OjAHDAapKEamiory8vxklYHqU9pNq1RTZ7b/tLvv7AWITGq4gk/XWMJRs5pTjIS
VPIBONMubTw+HcNuWPEnL+wl5CzLg0eEqrFwuVUsU+PKqEkwlo1jFT8jxaRJXAJ9hwvf1vfZ2hir
r7SuYIInEoXTy/jYz7rZ4PSKlIJtNyoKyvtXAGsk1anGatNLrtbYDolMikwf2Hht9Iq4Bf5sx9+N
Xt0we9PmdKgaJ4WaNbG54aGxyYjp6CqaXNagpRc1AChPXBcLsSS07vQsiiQnndFVJCglP2HIHiS1
y30A0pXKDzHGlplo818bDHIhdwUWGLiqyJHgqgQ06lRqNCklUC099C7SP1iYOaMde7LqloiR5Q8E
r9RGy2Rntnv0B2yvW9i5k4F2V+g7kFEIKMHScSpb0eth7uqOwCm3dFAINaD/Z1nqX5dy4d3RZSBb
MIsHIB1QW5xKGepqtvKIQRMS/sTGOahm1SnizpUMDmoEGcepIhveeNfFXtrZhVQdKTlAIHGcwuqM
qB5qCZnyoOh/g5p0gIRJcjOdqvCKLRpzqn42EnH/hdiFb+rLzIAYEpzyqK9I2dQS6g/o0Z5qv5Em
dzRyao07Q3kt0/LZkHwS34JucsVTvXSc3yULznOBForUTEM9KMaqRv//AM+lldfGN106TjwDYArB
hEgVeOXT41SzWOUJi/QgYajAp2jcb/9M1U4qNCfse294qJK1mQOXTBNwl4U9EJO40E4lBHXyrKNK
DJMNwobKXjs9EfDOVslmKJ5lTLsZwJ2srPgQ55uJ4BHO3JKOX/hmhc2cwIIgzVY6BxlJVK/rYmPX
SBhpdl1bLkkBFgWu0UL2eGaBU6TNahGVc0Bm+PdTrBBEkIaxYoEXpRCkTFBcQH+H6PnVTE55WlVz
YEgYgGFhHAC0UY1XbpPzt2xpIPpHiqD4RW4bALsgTur7bLw14zDxppjBuyeWtLOZNqzs3QV5eDeR
cgJKBC2JImB2tGeSsTRVApaoxnuh25Ov9BbcA51FNQWqKHGvH9Z5UgZ+7Bez6X89WuEiAzOPXSMs
g9MFmAyaLFgboeESPI5SUbX9X3s/Ji5MBGjoBoeZieWgiI9Aikq9GdS5TM0JUfuIuDx51MPP2cJo
g831tZ1v5qk4warHShpyG9hwQBwTR88mBwbnNPpzvTLR48KtfCpouV6+RSEElSetDWUT8LXid1Zm
t1GczLQjlJgRxdBeSdIX6ujuTmNvg7rG5LN4HadeCaQv9RBQWSDUEol8TKs07BR+bpCjf/5jCnfG
W5l9piCNvL6d5xaHLqWl+Qvt1+jFEnUza+KoklhqBXMd/srRH4OHjuUrL9y5PkIIWj2/eNEXNNbp
ViqFOY5WkVuBneWxA2Av1oRaM1qD2uHfrOebKMGbM3JuGSWIqFA+tjg1MSLFi0dwUf+LXfsmRVDC
IZyTvpiwIIvlPqYz0blYo4m7pADf90xQP15bDe9DHExuulwquZMDCdCZR8vIwMuUPF9f0CWr+iZN
LAcudECFwbBtip41vt2xzg3n9mmyw9u0nuYVfbhQGIBCoGYNngqkBc/oZrW5qeNeraxgmrhLwI/I
2ubQ2IonJ5Y793u77TZpX+800jnyPsVE0LhTNkrRvdsJey0f0978tFNG1XmjKgh+UCqMUuUuVzEU
krkmKM+gBZsJzTiY4dKnPVzSx+sbdn48ix4TpKPgWOBFFN6QuY7BNw80HTgsxxnYWbztxG1HV2M7
rllrd+yF1B6mTsCPQUoEcfsZtbg2ZqWto+kDzvePxN6iAz0vnhoUJ6Ma5LhxNzlsbP+o0n2UE9rl
0l8TQqCreCEHhlMDVwMFnVMLbqQFci6VatCDbdZFjRzTuhJ5DRt2wX1CxwVmCiPFh6YguOGnYsJK
ktCjFxtBpZYYbeFqkoeYz3whflMfhzse1Svh5rneow4GNjkM4AUCBCmYU4F2gY6vkNWASPWKjBRM
9aPMkXSS0zepsvsVt/esEwjFIOCw0J6Ngi+cQNHjxsrTOusVckypezj0u4r+2h13tHJpSd8C3XG2
kvuwciGe7akoVNhTCQZikwJCo13ruvG+/rPf3nxctwZxG0UZyyvz7a0cQRKO6fKQ4b7/WHHWzlRf
/O3lcfn220prxinL8Nv+YdzdhbuE7p0t81bEnHHZiGIETeglwhpMJiHHl8NXSn+ku83v+1vqBNun
rbuyX1/wpu/PuyhNeKZaNte1uRzKjfuq+O+H4fFu9/h740mboHXGzdZZU4OvHsFrEoUnawIVRlot
2+geFL/eze575Ox2O1puPcpRUVGd54Q+/bF3K0s986PEpQoP2axhog0YsiC4d/sfM5R82K6uTsyj
ngoB9+GpkjDjf6u7weRS6vpHOm53ift4//vH5DuO9PbhXtf4yycIjjwwKKOXHFDWU4lWMwIlYEjk
+Nq6B7+hd4+R+7j5TT08Rw6j+wf3RfJXZF5c5TeZgil308AZSxg58p08b4Lp9s2igVe4zd3eGejT
k0yfti/XZZ4h3L929ptMwbTjbBhV+AM4vmh3KHsHdLwfyr74gLJsQ/fhYa08f/m++iZQsHcgw7Hp
s02OAyirUE1xt8z5WKMvXX7kzBq+CRGsHWMIBwuvHTlqjnzPHv/fTRPMG2hjnqB7mhxLF9qYzl5/
HH9Nye0222yfnfr5IXPWRC72e21Fgn2rQy7FLfjVjpMDzsZufv3tOOjW3T1s905d+g+r2ih6QKJi
CHad2l0dEaCLjq7xsf3zsgbMOkOoCb8v4rbNeao1OYbi3Rwk2mA0aOFs3oi7j+jWXVOHM6ogUZgQ
MS9sW3o/w5pTOjiHnB7u7u6Ou0dj93l/Tx3v50+I3Q/U/Vgbw3b53flHE03hHomkqFExoAnLfB3d
Q+T4u909vbXoW+g4zseKlpwxNojrFG4QpemaUZdxaNHtjfv+DlY4OtJ747hpJ+psHz7CX6tbu3Jp
iSWuulaLogd4/Hhz46NU3j9lLiZ/ugTDm/5MdLjZpk/o2HKTzeqjsGLkpnCTYHaNmiFNR46t/3I4
RPeHdOv/h7R3bW5UWbqEfxERgLh+rQKE7paFbNlfCLvdBnEVd8Gvn4Xfd56WyhzVzJnesU+cHR2h
pKoys7LyspYTkMWzYs3X+nxNUeOzSup+7R/7TI5lsNW1II61HJihsvfpgcWd1JzMBPcQGe+inOsy
ycarZ2NdLccZ0OjwRGzbXh6+uZHKdPh1o5+MX9ENdBBmHTRm9V7tTZo/WYHlcmKE/2AEiBLxxgDi
JFvTGs6RFM2keIYVvTuJNUApF0+4S5cgQKF7d7/nNbv/oNr8dpf/JDIXgFTVV6kfJa6SxXu7QIc9
Aq92g76MPQ/x8T+ECv9kMedVnpvgKtWQlZIX612yPOcZnuXPnNDEPh72+y/Odv6a//r/rPyfQObM
fAWsuoUWwTVbn83zbiApnvOkQDULjTQLIi/IGhzZH+fT0j0E6I4Bqep+fHq4w1NMcEdx3j3TV9O/
z2FuChOMiVJcYf1W7PYdSRfpwUpOj23uP+jp/wj5MZqbZwLQh/10BE/z8ti9vKqlQ9zj0n1peF02
nMX8qPKNHAPAx/WQYzHqZ+xRJHGJygktfzL2D3TzR59uRFyUElORaTjzXqydFtmdtVxaHXHbjnAU
ZTo2R+/O/2937CxmmmThgCnAmYc6Jf45dTbeWFJnWZx7h3s6yn203GZZHYEQD+YmHMKD39g+cYMD
uJjJiiPqP1zl/9bEeP3LNZEx7zgq/+YkUqD8USwL7Wai/Z4ek1Xg7VE2J5Qm2zd6iHi+eVzIo7Nj
/ErXGKkvVufR9E7Ou7PwfnzZnBAbz9Yj7jv8w9OX6Xvu34oZ/9LqAcZ2R5kNfdGWlWJtlwhXhKfV
F3rhHpvZf7h7/sliXEveA1I2vkA3V6uebhyBOM5ijiZeGw/IJR7Kj8XxjI3xHF3RFX1kQpoVAjhl
X7+437wV8VSTTX2i3NzIgTiuSCXdctPZFfUuKwwlZgrPd3BlMWEmWtiQLpRGy944GtK4FP7XETze
G4p3n/6CL6l97aL9nNKpp9p88/5JPPL0+vbWWR94gHNOibssJqo0+ywNgaaFY5IQ4hl4G9KzlVCL
E1f99N4/MC6WkKYxwyQTfy6S0+ayeP8UCN74COiIbs+JQT6isSkUM3RoAt1z7rDJmA6wlSNlIKj1
2AYxdQZ/jBz5DA+Eyh721orz+6Mm/1raze+PfuXG52uz6yyt+gSBuYkXiEqyGk0V/YJ3UmMe5JEY
xjkq8MG+Oi7jBcGwvtna4+P6sc1OP9xulsK4wNYAdG9sYimA8HbgJDYO8CZWxtmKvWgTzi/WlVMB
50pkHCAKkH6Qpdl4OPK8tk7oD43JleJF4/Kul+nA8WZ1jAM8N8Arjc105pVOaY0ndV2XiXU8uPtv
XlZVGnfq0Wkx7s8YgPGnKNjJBnIsJ7S0tQ3z3fMWxVG+n5TMjfKNPeoDmFRmXnSxKu/w3ZHgk6MU
HMVjK/vqJdO7SwoRLxuFFscWLWq0MByuNx/t5MGW/biq26XERWdEAeT089VJm7+nS9RCsq3rFrxN
mw6e/mkC23hhGmWa+ypOZ7PBqMDFRlTRkWJsP3ceb970pXsjiXEOmAssQPYFSYV9snaOcyXP2epP
QmxEuHT1krsceZNP9ht5jJcYKjC2txds4gzt+SekNxfPzzp9qsnT+s0FUjNa7R9LnL5BbiQyPiMu
BgBEJpB4ftGE+ZXarrs3vfQ1Jv/d3XgjinEWeRIEUYXxaTgLRLw6weoW82dlrMLYdAmPwbm1fnWv
/7zGbgQyHqPI/XMvgEzRE+fa+2qzcxY1GbbVH+p+7/f/xU6CpRAjs+AAQr0O83L3F0nrm75aKjXC
mTR2B0cnyh6tjK28rMHZ9so5tt+O414YE890Zau0UlzAqlcnpK+Q2FnM5+YeNRP84dyQE5noe2FM
pswU2iIt81EYUpxkWIMpNrQWxN5WzVgS4on77XzvxTFBTVEpJUYAIK4q1zWmU+RlgemDwtI36zOV
PfWKNwzl3M88mYyhB0rWx9G5nHmmtE6BFKpIpBMPBW/gmbuVjIGH2TkdgX8QsJ3wMupMOo4NOMvM
PrguGHh4W/nb+d9vJWPdUiSYUgd+VeQ4N6JGsg9xDUN7rIs8VWTMOivbc9BlDXxkZzmnkCpPoGqo
KX0sZeL6v18KY8w9EIrRnI2ldHQlYqLfRuNHSvud0mB2GQEHb+tGLbu/z+7lMSGAbgA6R6ggz5rt
NqUXC2TYIB/G9VIczWNfQf2ABtxS/jmi9G955Oj1hA+8WwY7Zn1BiDFoBU4n7glmwEQYMCKnP6fW
Astp+MzDZRoP+8Guse8fASj3A3pbcTW/nD9Cp3vi4ldwzmXGeAd05lTSpcGC+v1pFXlKZ6FZNnm5
ILGw4mj2RHh7v3mMVxDUs54OBmS9bCyBbIi/aCmeWIeO8FLmE8W3e1GMY9BDuQZuPTYOuI5RTZqn
EHJ42aCJ/OS9FMYfhGmu1LkBKS+bU/Py3tsmGS7Lxiq18eF4sKlG3hJCtsLbarMSdpuVRYvdODnn
Wv+v9yU7v6ad804/X0fFP2ukmf+NFzMEVi6/D4OnMYzniMXEaIA4PnoO1AS7aKFTU6eZRixqccyN
4wvZ5sFGioKqDlrkKMnKwvSUse7/xAeea+IYmcJEGkMlKbOuG9VSJRvLmJvk/X3nkTmAl0lIXjiO
d9S8BybNDhpngOiORRHndLoGtkrKtQW4yQsVbHXfhht+3WM0qkfymGijkvNSDnPs4cbahcVyjWqq
Ti3pybQaXgJvokBwZw8sYpRYyJWYjDuJS8V/R8idE2e3QFknWJwXa/QGcW9L3j2mMD5Fb/w6KDos
z4I73m1IuukWlBv68lSEcSdBVRh+PUBKQ7tl2hMkveqUEOGozuEpUWjgxdqcSENhPEvV92bSzqAl
w+7F2IMryW24qaCJh9/9cTGhRhnmtd911RjQn6wBGa+r5c83cWg/Vnne5jEOY8gwO9CZo5dMybDK
OL/Oc/UKE1mkFzCOty1Wkb4AKdZYni+0MhYYmcsd8403wMOTxoLGZhXG6tXyZ88AUv1iOvLX2Ert
Vi6v4MxTbZV5lERGArS/GURZGwS3kuWIm8op3nCT8ZKCMsdJsG2RTV+ewWsFURp6Bk5a+TOZvEOV
qyILwMYfysy+zguY7zf3OcRzGiz5QpFp1ay/4D6ZocyxwfQ5+rnOeBGlG902501LqEyOFHRlVrbh
OGPO/cIik8pZ3MTpeJUlta0M1BNoYljqwHsNcU+ScR+Sj5C0KSGnHw0ttPD8ShzkLBFicVY0kWq7
s2l27lCqhj6dXS8zdOy8bEywQjyr2+EdybYApTduwm2ixHcvjnEhcnvFa3Z8gKEpYnP5NMgYzK24
Ve7R3T24xNipTYzApGBxhJiOvpz0nWPJdtfYKEYNtu3WvFFKXpSvMi6llPM+1sYn84sqIb5fDRci
zjtqXSU7Ll1KIuK6umXQx36S54/ZoasgUdK2l8fNDFty8SkVSWx9Bw4vOp52yMCKwvQ76gBsk2Gc
X6Oyi3sEx2AsFImwVyrKC6pG5/T7xP7JYJxXa4IeAPCRo/NaXV9tpDjIN6+O8ouxDeNbIyrP/yyE
iW0KIy2vgw8hp7ELtKKLlKLpaIuOo2U2d//L98s/ccxbSY+7GXCHEAWsNqdNuqGVRQ9II3K2bnQG
j3aOiWg0LZtpQ4FFvVxE4gfcAHTclEe/zzgjwLIasVTi92PysgE/8XaLN5jL7dCaNtl/mzX+/U0C
u8jbq3+9/ihA9WE6w2rj4A+aTOsvk2ZbYHd3a9q7uM0Mh37z5kD+wz39TzzjmHo99ZWygXhn56AD
2m4sbnaZd1BMXHMGumyoqOMKT7ig0Yi88zw0vQVzG03waCtdfpvWN0c5ph0u5jUwfAnzBQj6/bYK
sdLVtT7gSRSSaB1vkzfxr7JrFpkd58Q/RC63f3EiFAWCGCCRTG1kGjKZZQLS1gz8dhC93q8GG7nt
4C2I6wvEX0TU+IYzaLwNs3fPphwAbFOSgRTVlxzknYm9BqIFeKjAFwxUYbZLGX1ikioIsuhdqn00
Mp1mtpG/Pva/E0HQ2EICsCTRFEFxwpr32e9FkJzL3jX2AOGPaRSF4+F/oe3AYUEEhlsBMYt5G7Yj
xlAxYSAXpYywPianZIGs/XtQ0l2CGmOw3S2k1bNA55m7ftUIGMEJVio7zbpab+1jOz9wlGlyweBa
Atw3ZosxdHuvS3Eun9WsuaB5OETKYFZYasWDvpyKR1RMg48EdOCrAtnCvYwkBTd7UAeI7mp6AilA
SEyddBewwBMkapfooQekuLbl8ZBM6IsKyOIRbnMG4H72Bg8MOVCaUoZYZUby1gVxAG24EfqoEYwr
BeWBilY/ANGJBtt2VF/bJChyEx5gV7y3r/5aWC6/ZxFRn6zHqjll9neSmEshVjGqdwkhqXRWAJLw
TDuWrNhyVw1wr0rnsbSp5wAmRIAEj2MDbI3OxD8glwPwO247XBEx2RSZ3cpkCJAYmaFL5rmlCiYt
KgB+ba4aaedHlLgsjmpOZfbRsQJwVgwc44zYA+yD67VUfAEh81Lefl7dGuwVLgJ0XQRSET07GbWG
Xec+XvhE+Q7YICNoMpCdMd3068mlivXQi8AOBR0WxtOaTqPiOq5o9HyZm9oa42mNTuSUcMROBEvY
awNjxwBQxrQ4s99iF6cC2EhMD4lxu13Ji2IREvl1z/PlP/iLjMKOU+8qzhTIRKDdu7fGVIi0DEwk
EGT1PbWKD3HsLyhfErLTFgGaKgWSfrT4f7ONFNLX6Iw60WwpAqDMNXRM/PPu0KlI++6DGPcQSSao
8wTZ9Co72G4S57ys6HvgCgSovAlpt5Gdh2TP60wcf/XRNjD77XehrwaYVfaSMzGf4zUM6cBRpYkY
+2ZhGAK832mpUa5iArxWr2+tLLTOyeq6UhZn9YWjOhNh1p0cJs4GSV5VSQHkrKJFY/cmCDYdc6uQ
yqN2kll0VpBllHPusXF//vP+gfDpfnERMFKDBlhnHmQOttmQVrRy/6O+oo9U9TgrfHxYQBy+F5YF
saoUF23UWXnZfcysriKRk1JVI9vljNraKbe4aVqeUMbfhl0iRANIIT2rXAj2lW4zGnB8+oQxmkBI
BXMTcDxnwKRhdlGoKiHJO9/0ZtaMgFBxnV6tYT7Q4Cjs6kX7qs6rY4SXpwpSzE0QUy1zABcboEC3
GJ4v7wmYBoDz4wXq3P/7eM9/r94UMUWKUAVuQgOA7P2Wi/U1SPMw9L2hsDSA/unpIldMIrVoE04S
R9c4W/FbnyAPY/vA9wd1EMCn7uVdM1Gu8yL2vZNoe14IoGhy4l3W2nhk90p7L4TxfRpaPk1wdPje
y2n313FWBl0h1+VIloQhZDefbxxrtcEYwm6BmdbADXdPb8ulHW4/ttvtbJk+4TW+j9Cdt1yeHbpc
HugHL3nzU8579Injudy8mYLzEGi+ik+00GH/+Wkie95aOdqZNwXx5tslmqaG5VKig+2iVSCgPKaj
ifsPe/TDGYzbH7E24xiHc6DKIAP2UQ0cnLYlqju43dulJ4mb74Q3Xg/L5JH8E8c+ZlLDVOKhNH1P
MS400k4qjzliIvy8WxDLuxUUszrvWkgonWwBhLH3AnA2xbKgJg23wduFXF9KKruPzUf+7ZR/8PYB
Iw2qxN80VefiYlyzPFPGqdgcMIsKBUao80zm6DtaQ52O6JjhKc9EcxViCMSiaIJHbyfieUZ5qsSP
qnOneHhUSBYaStGeU1j+bvvRkdwGFy1iucPH45X+dKoyGnsnlLFcLQt9SakhtLRgNRXBWNL5r28t
nM1p9WVaX1+5a3WtW+QwG2Ag0z1wmcwL2b88/o6pc777Dsa4DUFqwX+D71CQCHLyZWKd98Hef1qQ
/pTZ2qvyKXiPRU74yDuJjK0Cykjto6JRvOxM3i8zoi3KwOFFwb9zNfdnythjEMlVkqsQYpm7d+3v
85CQ6xxFtP3jtfwOVu7EsL1WYZXp11JuFc+Yh7vnp9lS+HosgKec7LRJf77ovmhCwrAT32skgmYW
JgoWc4Csr6/L7pQQeuw4YfXEBAWWpc2AvgnOTXAwju7nxp2CHzkXhqTH7mFUHDMMge1VG48I47Dg
6nmu0zlV6UEEiC2gyb73swVn0ZPbeiOfsUgBlF1hql5H40jRgDhWcZyCegheNouYPr2OM9bb4yFc
hjay5pwznUiO3q+eMU1EaNk5irH69nT+0JawzKuLhks4dfvpdZ0vtgBqCHltCFOu727PGUPEWx9/
Pe75OIBqOTvV9RaagDm4Z9220VSy/O4/xx0PLItbxZq0lpv9Zkxy1lca0hmQjXaMAKXAl+SwIMPe
ttOnD2UdIQVNzf+mH+J+nxkbBXlZqw86Trmynczy4PzmClow33SePk+8iSEJKThAiyCjAoKte33W
zHOUBYaEE4X5fEqrxTwhawAR2KhHnC0w61ocBf6d37gXyITe+TnQa9BIj/fY5h2lQOjQs2E9a9Yc
LabyGLNSJCC41Z5J13qzTsZuc7QroLkfYtFfsrk4krJItvL6S/dW++R9HHriFUSmAq+7nWUsVR/S
XDevkNjQleXELsAy3esraIyf/6J7aF6j0vRxBDRXjF02F3t1py8MO7GVLcfhT5vPzdIZo5XrUJXC
FB8So+Nl47SLq08wGDI/r9fr2fJClrmFziLx/6AOO32F3ohmLLeItFRSY4gu7Bf0s2GuIp+XPQJe
0R2xyB+r1mgUv+KGG2GMqSr+rL22lTiuM3pqM6/JqaqTUrRjbafFnOfqRPbsXo8ZE5WFGTgaL6O0
gbYZ/KB4eFtWaHPcj1VRjtXwNpLlUlRDFRRfPpjRUCZyJKC8o8KGiZ5xngeIIRw3PzEidbc2Q7p3
CkZplCBvh9MzNsUSKC+EzDFNhGE2jB1TgIZZOudamyit3Etk3FAexjGo4SFRRQHp3ZnHC/excvAc
HQufVA11aoAaQUER21Fd4MFubXu7xHMHkQ8v2Tl9T/5TRYPxNueZWs7UDMfVWsayIjK1vJ/44Mmw
5sI8cVNHsATrwtGS6eDkRizjckIzjWQphtiUrDYbDJMgHnIWhkXIH7LuLDz1lm7gfLm8YRyeizEY
F5MAQi/pR+K+l9MKIYnjSPAw+VGwyfzP2sarcnkQrIwmNKI8XeXcJyzEYlQnVad0EJ2T8EmjEsHE
Ai6TNdok7Q+bHpDq2xucyhHXHBlXk/ZGhFw2hIrjSBXO1kvp82LuO/OtjK4qjurylsi4miiME1Np
4GpWK62jJQrEYyX6vxmPuDPCXyx3amnEIdh2vfAtPMhfGmqowltHVnueov60Pz5w1Sya8NWUBA2I
bdCXcK3u4i1mqzfNS7mWrM9FQa81eX7G/bjeyhjF32oE4fza1ucgtijPI/JH/Pn/tsNs2iwKOmlo
RnuVbYngOElM52tM7Ya28vxY1ERr0v0mM/FPnYH59wrqV3hyYLeIH87iSgg5U6jr8TrHjOb+m2ci
v6ut9yIZb9Si3ysRMxVvlouT7NR6Ky7Qz+BSwTKtbnUA7k5gmW/CuuIVIX46JR+dM+OQoihQy6TG
YuOSWIAIp7VgPTtITjbzwifo70Xf8lgPQpcs7GhlrQ7ugb69vSI0GejbFi1Gj3d/ol38fisYRxUq
RRleRNwC2qawPwW8XBbSvLUpsicN+XosjBcBspURQ7xUYV9h3+PvnDQ2Em4OsLAW57mUEvnP2ziu
qK+RzLBc+oF8MBzl4w8Yd/fR7jNeSgvjJusjBZfq558440RbE51F91vJeKVqls+6oMPZRjBbAnw2
e/thP17ABCjgrYxfJFnXAcC84gDPpwYrpyDxQJKnkGKsREDZENx8zRyPsPo5InZhuiLJjhzTGXfo
1w4CV10TUWAHSRcTCIl+E5wjQLd6q2ytfip/gBrFkTD5nr+RwAQ+ZT+r0RMACXG4l9N121i9QFWB
vDzeyekb60YO43bAla6HswG6KFLUH+350+urRMfmS8SqvEB8WjVuhDEOJ63zXB6fW15tkvKyM77b
9CiB4OsKEnUP7FRoqBU56jga7qOTYjyNafRtVknYx/P3qUpecmHZGJyjmg4hb5bFOI8yjCpfSg1U
cgmYbja7Eb/i+XgcQZI4x8XTO+bdJF7rAFxb2MDVObOGlWINhmVxo1Se7jH+ARyiUQIOiTFcPGHW
6CqS5PNqAx7jbH13rgkwoxduP+K0TB0ZFZDlKCCYvX9aiJGJq0gJVcxsWckOjhAX0Xe3wiPG/eIW
/Efj+a0U/yOMHdwq1VbIuzhS8aqwNlZiIDNoEArsCq6kySvW/CeJcRSF0UtyEJxVvC4wiGSS/MTF
cZx+cd7IYFxFX5qgD5P9nxTGexsSNE/MZbIEOFEy5+jfVNFGAtHj/z4mdoQrH2rJ6H3IMt2NNUNf
liMvrnb6tm14o+Kzacv9J4pxFmgJyQpRFuABcUhjaep9t2nsywJsYY73/Pw8N+nFXs/Xb816CxSL
5fc3EAK5cybTL9CbFTMO5Gr6IcBuoZimk41T5P7CaRbyitdEOIE1iivtRg7jROKz0jSRH8AAVq1V
4CJDDhkoHdkK+SDUjpb0kNH93uIBbU1HPjdyGZcidW3iz3qs7+W0OelOsxn22+OoPpT7OpryXmOb
Dyh/RAX8ucyJtk1bzPwuUb1qiXJoTrQe6RHh5bxQTgi0EGx+razH19v4i6yhy8AqBoYjcqPKjzrf
ZOUDsbiUZTpTPUUDtZh6JldeG8/ol1gJ4CZGlyDqb4CCZ9RDzQI/18VxTeQikZLQD+kv7w6bDHdu
hTC60TZhIhhtrmI+nVjv1Ue8FelplX5vTmf0SSHVY/Xr/wP42yk3eSuWUQ1lhDe/DKPYTW2F53Hw
v8LUs+/VpLLmAIOya7qEUn49PrTJLMmtXOb+UfJmABNDOjpNHev9AUsCpuTaPgLXjheUTCnlrTD2
4smNui7Ti+oNDYhqt6m/HD7CZG5aPESKSUv7J+lX0FpXIGmT5XE7T+iFnr3G62V7BPogb0WTabpb
Qcyl06axGjajoBiVICAIO8inA913/oQpBtlR+VhG4w/+ZyNAHx/+/sbMIsWolWY8sJgAiRBd3vT7
i49Cwd1AJlYtQWqXVHiwQkxpnYy5jnK3jjauyyp8DiJiWbyd/Bn6fLQwxmMNUdCoMxkSkas/bVSk
qk+CKxZkMC3tD7XclxGrtl/i3/kek7bH49Ie6GuWoCmbAt6G9z2TV/3tyTLeZjYrri1IvuGske5N
7Xx+fW5td9ZxnwVTJwrySOA2oQKEBgPmREvgwTXXtIMgISMb8yQDTtYJUB848Ix9KvC7lcQcqtIK
hhk1kDQcED4LCdWJ6bTwNGgDhTsdE9kEysRxMVNWfyuVOVhT7lNwyV5VLzJJH1vpXKyROhueUO8Z
0bBkZH+/ePWW8TdZZVJAjovGZBW47mynU9tgfrTsVdU7nSTALeVoeCQS+FpV07q44HTyia0iE7un
jZv6wAvt55xF8z6AOdRW8REmyorqoR/T/0gvjuy1rhjSIP1QRIr+2hyTBH0xn505kicvsNulM4cc
lVdBuCZYOvgJihdUaMU3k67XDVLPCDWIPn+lIvoiw/0Q8U56Koy8Fc2cNBKygZaEEH35I9vX0lPk
hYZW98ZHH1xnyW/Gm2lS0V/F6BZPljlmyji7PqXg+thVjEOXdIlt9RfNDAsfQh2JaIB67TYv+XOw
DxNyPHavIeqaX4/lTQC+mXib/ZPHLDhNMc/R6JC3ii6Iz0OJalZLfAwCXl7Rzoz8d++sl2D2WqtA
Ls3tcN5j9Mud/ReTbSZaDmVFkTXVHKOw+1sh6MR4BO/TvQRzS6JCQn3fOeqyHmsrvdt97vfKQNC4
w7OzCdu+k8uED2mphz6m23Q8x4FLDdCME8hnJe9zgK09KwvF+5MB+Xc5vC/rjSssvnXurBjvC5iY
oqhlwPvJ+ILAVV8xhvyJmdb9y0lZnlbV8itwepdz6FNpnHEyQFfRjYW0FDte0YMfvUlBA+x18dPZ
ky0UdPpV6oxpnH21Cufq22Mt+3noMc7sTiCzxD7JzkHSCtAy9HZLKQ3p7mqdXbG1hWO6+Fge/O1h
aZPw5ae+hKYBtAzUAKyOMUPA+ZTx0mM+BTRhOmaGMJs58h3e61mV68bV7CrBMwInvqZEAeHPZynM
y/OTijkl6bLsZm/5oBO1+05zJ272ERhAzSs5ixdykT+Ky0aNShLBBSZAAnXjaN2dSZrtWoO214WQ
NFQ2vFLYhoNdAPb3b8rrF516Vt8u4acuchNA9Ze8ry9aKXjSofqe1QvZDAH525gbX7Ive2FR+LRt
vMf7NhUm3gllwsR+0KTOSAvBE0SrROzkRF+CZKsrUPmC/4EYOyptRO8IRney53VjTj2r74Qzd1ES
pnqYgHHNyxo0Gx/iRLSCJ2323F+svCjJRXiWM07ae2IAACbyT1FYyIhiZhQK6NoFT5VpUTm+QSWZ
mM3fdvUJyODZ36JcNH988kdXyaDAJxZgJn2851Mh7N0nMM55SARMvsnY85lMI5n+fd6NpcmLfRVs
jJGCj8J9LPB3WQlWgbkk8APJM0xfse12RmOIglhefS8wqLPJt5eDYkeOrpME9cKtTVsbHT003XGM
8kdj74ySkcsoV3kxIjWUIbeSFvVruQrG1pLnis5cJFIsbyOioJY4ZF45cy+znHkwjxA+R+HikNim
hubNbJ7Q2dPj3fidgP75KkzbYCMAzsS6SVXMwfbuy75XvJhnYlQxaT9RfPosUqs0D4LYEFBgcWT+
SgEyMhn3ZLS1n4XKDI3W+p/ZytyrdHnkQV79LindC/mV0cyBHYrJO99Dkix1cenp5LS6WG1oa0/x
HMM2xpPu22pPRMACObiBUeT7BoyEzCMQ/a3h45egtV7WJBAt4z/uvbFZ9G0iZxqWO/NR8N997kZA
6aiyMh8TNsvwytG039l3RiCzv2KhlmHaqr53LV3QvWEq5avZ6JvBLrfb1IPLds7IDsouR+7vOOte
Lsu1kbXgxsaO+94q/l6d4m1OUjvMSPzuO6/xeWyWQ5fB+Hoxn/aHZH/Yc/Rq9JC/LOzfRuuMhRlJ
nkizyvC9XCViRWqR1LawT58Q1cBhPxb2e35kXCzmVRUQEmqSzjZyNEFj1qISCt5Kmfv76Clb+3ZP
Ihs9TVRZAiYcfaYgxQjmA+aB3tJ2rM9jluvw/fg7fsc5zHcwMSUY1Yw8lwQfcALzuCC5bstrGltn
6+x8R3ZdkO+VZj+W+XuQlpHJaLQRCqCyMwLBs5IciLLXtZP88ZxzTLzFhnTvyox8aI4rr5b96951
E1v/+OitjyOiXF5kO6oye+Q6aI8xZSqN7wnm9jCDIqj8HpEOZkdeAiQBB6/dhad0q9B4acy7TSeR
ZWJXeEoqrrms36NlSZeFRCzeVNvv+xubcvspTCain11LwW/wKVXiqvXrdSR6XnWHQCLRFdP2wuLx
IUjj0pilg94c08PquHYMOty7lYvR1aAfgpUjTmm28KP2FUQXqEmFKBB9PRb268UGJuLxttRHUmLk
qRlZqainualBydSa9sCny1aCgVmorek9lvM70fkjCBOSoLab4VQZQfU5aspCjxCQECt9bt7bGOlV
bad+f8hWYrdHFyl/nQsm8DuLdC+WbRpsYz1HyjMWkF+1YuylEpF14WgOgnYexdKU4zBlFbRQM/yP
jADk/tzia2fmUQ5Z7djbsW9dZ+Z2x/jdG/0FQTMPqL/sg/Ka71CvQlvNJ8ymWzWU1188dfXffcjs
/kNyo9CbPMOHFBpRtpG51Hxbpldj3+h/apo25NJxeA1+Zw/Hfb5ZO2Ou8aUXr0MMkS+rzdW6fDnO
+/tmtVq5F6DZVbsMVqzRXf/XqwrSHO3Uk8asQPGG6znjJ2knLQjlNAWM6yg1/bi5mzeGJOUxCjCq
4CWB3VyAX7USg92lJqHpNObcSKh23Z7fzCvt2nllOhxV//UkHvcCVwjSpWiawPzx/faDT1EJm6aD
E9WJv8kwo3SmQWR1jgxM36985AThQZxPLhhiQdU7Unz/uJSbBWeREMd5owteLu1abK2YZ7wYYCK2
M1WwsYKAHvkNVWO8oHTxg2vfNOFRBgusqdA0Wszi/UU4aQrAbzNHoKmtAQ7AD16y2RuYnQeKDe4v
S1VeqZE9mD4n2py0N8yT6zNMlgOS4Mfl3Cwa9MhlfkZPx3EQ9mG9uBZ7pTter68VsnsXauRULl7k
viaz6tTKVjTodgsm3peo+9B12mJGWQ9yazYQECcLHT2bZzrkTqdt9JnVosfwXPNeRL/yc+MJmSqY
lDGbKgO84V4xAv3iK8m5DY4zR/fBhZCcFB0BY52RoSFKTo2ZnZXzIqA9nmjpUxJwQoqfgJS9WQCo
oGqKKgMggu051OsurZJCDY9phhrekwEEfgtxXLboPmrF6j4GIE9b1ctw2UjFW30BUIYGZHn9M88p
WleiIrJUJwVKgWOAa3g25jYVOxc+hufimJpUCoioPSsmOdttb4uqneqOOKPS3F+bBjWda7zQXi8D
HbbnReMTTKBLppUvQ83xMaH+5SMR4dUbn4JyKErJTCDN2Qo/OnB/+V+PTXTSXZkzEzzymGGCVjOx
VVg1vir6WngUIhruChKdZGosQ5pYDhDhKQzIstGPmJGnnWIlbmzZl+dl7HzoH66+UK3aMd0O3PMc
G5u4JHXUyoBiMr7ZgGXCOO5UDhU96BXY2LCRLuQ80MtTo4tELQO3KDbt5pxSISH5wchB+uyq/qG8
kva51mij8Kzrt0vBt8CNmQiDkcVnw+AeVa5s6KPzscZk8mXRS1bygRMu/qqR08dXcom9EjzdkiWo
yzEO6kgF2uEeJYXgbMuJIyxMlYJ4WWpfO4EXHf52Rkgw4w9sCXELqtH3lpReoiLOu/R8DBfCKXRy
/6mKXPG7wtN76xfkgqHqnMTCn+FvGr9H4saMMCwguvL/dRO0ie9QoEIYrwYt2YyJl/PrVSvrrjwf
k/7JPMB81HV6RJmh6fdCcwaKj1P+1ZCBHyzRmBcHveXcuxMvMwDNoMIijdccmNGYjTgL4GSXQiE6
FmgwaGk10Fyn+d/Kf81toV91BRBF1i0pmy3CVaF8vuZOEdidQfLPYBerG19A2OdU0S56rkuqcpIQ
Y1B372/uv27UsRsPXV7DapiNX1djXDek0RkXE1zwsDHzZ18kbW09tuuJB7KOGwEVgRmYlEdkl3uB
RTk0fT2E6TGS1xfwYXyIvt1EViGu8o3vO3AxZ08s/xdn37XcOLJs+0WIgDevsAStKJEy/YKQukWY
gvfA198FzbkzZBGHODOxe8/s2B3BRFVlZaVZuXLFCXpwziJjLHR/CcFwn+DEvGhWmIh5WFTAONoN
9NIyYluBpOfGSTHt5sn7AMQL1tXs3ho3PrNLk+BnLuqNPEoFEjmvey+CvJS9aHjugJx8vKv3/sy0
IBG+OzwpWaLbRvok5RRfS9Mz5qb4GAh86b7+D91pk1dE6cqNFEpXOA9dlbJfpudWdZtjvxHseqOt
kaz2y1VmihumWbg7ky7QAgUNY9pRtOHRzUq9xsB71IwgBNnZKy91YPf1a5ttH+/cTOgILtErGZQr
mIXTbNwCMnL3veZ1NtrIJ8ZhN+WAqtRjWXOnJCK4grlWREnRqP3ztMTn67bOzvAlmsFCtisF73hl
ca/MYifh3Fldy6KuWd4WUSyNVXZWfncl7I7OboJgS6JXpj7I71VjVK0dZ9bjBc7kWeF4wr+VNWAm
kW6jVhg1hZBqoZKfg9ZoRzgQyjtJ3ZaxMXY4ELZtZSbEYp+ESxGPOvLZNTn5zYo5+tqWkX6FXKTz
nF74KxVwrE6XIpNPjDhdKcp7zbw2lTtWllq5bYhsy3qAZ4IWvQF+YmRkzYu3lCu91z7kKPF4TdcK
7jQdD+ep0AZh1xXnIDQl6VeW7sRmIRC5t74QgRwCMggyj4h7ckevrG+cVh7jaWNxBtu33vcvJWAG
4TPbSavBTY/y8+PjuS85aCoI3gQZ7FLwG5C5uBUHNJwwsGxVnJEMbRtd4YzWDUonaPayW5nlM/cs
oTFbIwT+5h+5cJilyzYZutsLjQ/AbdaQvYO/QtNeRFHSJVzYY709wHagRPOR/gdyuNPbnVcZ2lOz
ykXz8arvOb2mVV8JpayI0ncs0JsQuutP/PnL/ope4tGMNxwYZ9Y1Gjtsy1AckJy8SK4RtavH4ueO
WJuiCdx7zB2jL31etZ7AdXVxlkYz9/SuVx3SA1WsaWb6GdaGVLHGY4k/TMx3uyzzWDQYTTjwBt4e
c6wJtVc0A2Y0mUJvZ6grpimnc7ylXorXBlRFha5ZKWN4rBmnFhfaTaZ3ojE+A2ejh5tBNlJU3j6L
CDlcfjDhmcVoNSoxNCgwytgYfaN66r/T3OgBGWncHOy3odGMuz5YlclK/uIro2VWRW7liE0WmbPu
Zw8gkJxI57AwBSRttBJxPR+qYyuV50DQ2To24vItSgy/sEsyGEL3K8wc1nvVApt8DNJzL5pi9yJ8
o8gkSSDtN1INDG62oFpasopQ3qkAuC7dFjAq3mQRiqIUpqy03gyUTcOZmWbj/5SQz358SOr9Y3C7
CkoruSLOZVaSyzNa2kPNVAA4UnYCWLnGbXUZv4CWQAnIc9JvzAL3P0bVjSKbUxxvMBR1VUUGGdc8
6wzmIJtRvepSRxufYnYrMlaW26VnBM+ScMielF/hs5BbofDmd5goicLyYPkH8XftWUq2xYxE761n
NqUjyGtZOyoI6r6LyCkTkwlfieZU5EA4e2RWHrF5ySj3GWLufD9EuUXawhADfXTQKBHgV4I1I+mR
bAgQv60Kiy1trjWG7in4agKz0HikcvDnqQP2NZAWtvO+t5NSiuk9vLKkYV0JcqmK5ZlfR+6OeT80
TlLoMXJpDmuCvDPQZbi2+vidY2QvolcrdUontJfiQ2k6NurucTKaBuBdggiF+4kGrr6jaJkAxGRq
eRYO3UX5ne2Lfe0GNgcSCP+UbO0Us2YOgzHaZO/ryk5yoj0mqCI9f471NwNslxhJxGIGGXoNWeMV
s3zPK8nh7fAQLUSPMylI9eZLJwW9+tKhzARSMUp5ZpXKSKvL1K4tv6TPkoNTJXawJG9O4a93hkov
F3kvCKWPneEOpV2hXjNNrB1BC6Kage25ns3txUOM2cXNggWeKdPcrJQuRwopKyewGdCNI3n1N630
PH6Iu041qkqXm49xcOF3ZGZE1pkE1eBfHl91fubVu95pgbrqHZE9qD92WlvxRugbPZLOQAO9+7gJ
emijJmcKbrZJDenDM6p1ZmUbwZ3AKY+/43/RTRlksmgGAzEfdQISKqFdkkzfsSk+5WNl9JvULEeb
lxF9bnBd2GneY+zmqd5c2Lf8qS/MAomWff2HjQztt7JKkkSX1oWTtVZEdE9nKl0rDAbMRo09aQ05
dCeGc7px6xm1mZjt3uf15is6tjAia2J6ysKaZtx3nK0iAFMANAWv/JSir7SY64ZYS5SwOg+dGfRw
Hi9yphlqGq8afsuyhREVzL5U/nXUDKnwoZBTUDUkX6gTVdk2kULJgy6LlhfrzWvfB7ryK9j47Yu8
xOg6U22apClIU6sImpUf23e1xkLkAclhouocILtTfQc1b8v1rszeAAwS89UY/ZbaUK8FJ8TEgsZI
Y37Bo5i9ulcfQOXioqAJOjYj1VkkbgyQKNxutyauWm36BSsxk/a7XStlleQxLQNBxVrZ9Y45RKfR
Zj8PoA6SjWRVT61syPjVU9u+8daAyidxEavpsZEatfWZ64V9id0VJifgqTJ8eymqmokIbg6CukDo
GBSGRJw+jrhcvkoiUZf758e39AcDQ78gCtKLCAjQm3J3S+VURtqz9n80Oqo+CukUSyvpkBDwrypn
edgUjcPktgImIQaIiV1RI09r1f1HD17EwWHDw+MPmsnYwIkEjA+UwioSnj9B37X6qX48tDJOX8ET
3gT73u7g98FrqjEDlNmOGOEjsYaqAcSjM95TbEh/4nW6BOCc00GElmBlBOsmPGkqtARaWc4LqYYO
grO/KWwveB2z314FgIHXL8Qpc7LQR6soyjQuWKRzl0VOSNfJQX0GHrv+DUeGQYYbyULUH5D5Xthe
fsZjUCdkKkAqCpxaKgYMlKrts7Goz0K3Ubl39cKAc1hRQP6jE98RpMpQfauoyJonC+mVuXiQuxZN
3WtOzpM8TPP6XP7mvoggGMJgipKR1SrIo0Kj0hvRzF5kyen3lRgaKVAGWblRlwLtmRIwEGFXW0Bd
+iztMgw1ruozJgu7p+hFgpn7UJwXFcnig2LyC1ds1qBey6PucSvmfs5ykOexawwbJPyuwIzZPELF
5Vh3rtoYHNFZzlDalXLS2gVrOut5aZww4e5/HhDqxDVh9DKmbupzk6Cgkm9y0RILw+t3eS1ZpRYZ
FYc2gEL35NOCrk2/TNuWa8nUgQ9pI3MVWozOUdXpTQqnWEmMZLR8FpXAb1KZY/2ZFr+T4aVqNrzm
+sNbUhv9x+PPuGeAmUqB8JAF2BSWFX4cpiuLQrigl2IFGzDACX4CC7po8qlR7IZI1875r4u6P0qo
4YQ2Z5wlN9moVmQ1erWSXH7pCkwrvtsRlNlEZIIn1srpdl59SkDCRigymPSW/Bp2bWEhzahOmZGh
wzDN8ZPJNkR0lcAI37mD2plZvnq8GT/e390XqLyEBIGK112hzoSfxq7zVVKduffMkp46JARrPtZF
1mLDDeIUQJwqB3jhqreHDbhFHC9GST76rhFtrcsSdbDwHQN3d4FvSL2hhA7gg213fPyVcxYROb2/
P5K6oblX8FokYZvKTB8KI8TrmmyKHGVa34DX+FjYDGoP+oECPZpTWKgrnfeVuATzTasST6ABgixZ
d0f0CyDQNId3chrcwELqb6FeNXszrkRSetAoKQF7VVWda4JsIgLXwNunkRkpC8HATAHxdm1TsHCl
cGUTZZg9/rM2DVQj+bZBW5xgImtvoS/CBXPpVgDRWWyloJR+vK+zhzghen9a2kEMeSs6TuNWyZu2
Oqtr7tD5sVGOkBI1h1hZeECnx/hOp68kUf4xN3a5FgeQVKcgku9SRrL9qnh7vJyZMs60lf+shzoz
X4i4VgSZ2hkptTPzJV+iYpUCwyFs5VRnMzfYVd5CMnHGAwRXvchxMqdJPOZy3G5h04W+qLQS6Knr
wIpgG0n+IQkLOvITkFLbdyOFMgmN16shSLKqc7ceDNFqvouJCzs3m1Vh1Wb85G+Erx5JOc5g7dYI
8U/B6NzWYt0efbD9nrwsIeRnVAdaA0LfqVqmogfvdt1aKSFzGzHVOe7eQgWjtttji7bU0BYQQ3dt
/1+2+UocpT9dGMTFyHjVuUi/mwzDVdSvnIQL12H2LEU0BE3HKWNAye2a4IFHY43RvOdGM4h3SQR0
U5AlQPCcEA7zwwX0LiLBL1FHmXN9wwxR1Jx9z/JFTMytQXa+1FY2qzCA/aCdC+UXXqXfEKaURQae
YnMuzdjtTc4UvwNwkI5oSy3RJmmpbmgkrnogLkLG4Bks46A3NIQDoBWWuOLNUr88vpszyB9A/JHn
Z5FqQJWXzoNpnadqRZY1Zy7VC6c4c19sY/qWZlR2jRyXYiApjYZjkQWNhyltN2i8UmzR2LRoDOv1
YhMvPfRzGnz9QdRpK2TUmlRMm7PCPYeykcUbpluHJDTVSPdFXwccDekMO1F1XujW4zvvyBi28SoP
C6Zx7gHAACMNbXEogMh3gUzP9aXatmVz3iQotIM7zG0P40p5Hg4DuqGRXI+tRG+3Zr7mduXCMz5j
l29kT9p69fh4QqG2hMWp9Ciqj9yu7rOFt3vSZ9p0YWTSBKPC9BJFoWzyMIpVnoxNcxYSAM36XZ1v
vGYVV0+iZy+o2GQErkVpEw4HPYyocQDFh/9xu5iw5VSlEf3u7Hdm/Q44EyBZDoAVKcgfd2jkHLY+
2GhUozNXKCw+Fn6Xd0L9QUTfBpBJ0zgjhUatjn0mjnlctKcsct9HXLH6yzuA7LvbZguvAa24P5Jk
VAkxlAU5IHrKZxs3XhZHfHNqYp3vknXesbsgwiSxoD5Ggwvk7MLG0kryl0AQNE6wGTTvUSZLDlk+
qku1OTE88sHoG2zFasG+z4qYcOMovQOTQ4NyMEo8TokWtqc4QaWXD9D88i+N+88i0HwI+JGkoRBO
hXiyFjBpEpbtiRtlm9GeCoHovl8srOOu7DCJAYQERzP1ObKacKuDjdxw7TiJKU3ZKbeqo67Vdfeq
rv0VZ6YmYylWiJk2hcsZmpO5+b5xgxWvd7B3CwpJPzTTlwAtJ7IiymJg/aYWzI1qNcJZak8otIQr
RFQq6Aj0hMG4pE3Artgtn7nNV7apUP3496JVDXkZDLFAYgbfQW0CG0dqqZH+JKOSEFrDLsN0+Gjf
PBPxRapOYuO2/E7mn6TUivZg2luQT5scrFwFtgrpUQGPOGYXUeK1PCiirOhPYRgYBQPco3pGNaoS
3UpZiFyF6Txvbc4kS0BjB3AcwIdS5612ItP5fgNZCqvjadWio9juRBTrGPQ0w56j+qW0iRkhgpMV
JxEDo63/eJUlC6U+lG9BtSb5a1dtYvS6CxvCOVlqeZGe14bMrQHDfeHqtZxZHAHasRCX3p57k3n7
+dRJSaXXMaWCraoVl0cPLKej4uc/E+0SE10T9Fgz4l//RTs4gGpFgCmgoJRihoHokSBo+xNRzbpa
VZbQbPJNu+ZFK3/LuJcBPEma25K99NEAHfhfpGPKDIJreCIa7bii179W2LHuT035LPaNUaL/ePB0
XGfdA+xR4HQ+X6VqiTyMy0QWlxlZ98qp/cJ3TBt7qzcaeqHxJMJKwNsUKR2VgZhBYNmzJzYnjJHz
YgJfc0gXjMAUfdxIAYIDQGsw/rPoE0EV8vYmFBnPDD1ask+xSnQh3g2D3bFPXGQ93tS7Xl3cNshB
Df5HDqz4rRyokUdC/PWpP2gvWalX696tDJSDT95WZfTS19t1st1+dO6wCdYht2Db717EH/EKHl4A
qaaU6a34VmkxWS+DeGnr97uws/Lwo+VQTuQmQO64sNq78uHPakV4sbCvkggE5624oZF7RCMQx+Wn
glspxapKrUTAHKZIDyvFqMd8FWCIcpXku6hpPsOi+sT8KyManGLJzM+eMHCTsgxFQiBP7bwwkjTj
pm/pS5AX97EzRruSeSLC4qqnTaR1CfBIQebRZwfzTm3yKBUiCqchd5IqSxyO6UlMDZV5Tp75qb4f
IIYpB9NvDj3D6QAxmYQkCy773DGjEQnYGR65CtAJ3O67rHq50uUxd4q7y6g5dXzkG4hkwT4fn6SC
XXB77rKS0zljX1U0hWDOgHz3jGVDSnpPYUE0CD4U/XWDCTa/Dgf35Lagpt6+NSbA3vpLgCbK1fH1
8ZWaO9dr2dRuJ0LFa34w3dx+31Sv5aYA6L8encdS7vB5P0tUJcDa4NxNNabbLW2iJOxqJeVOO6wN
7JCigzgH4+10OzMckP07DgFDtHvidGKNOtjszoKFP59T1/2gXxYphO4C178+CD4UWH1w1DQ6qlW8
KC5kjz2ZLSiVM+P0a/fr/X1HjNFo7M4pzHhfOpvVy8t+fwTb1tvj/bgrPEziYcMwlVRTMfrwrmu2
Axi5JxV3UiqrOiega4jl0hCQf4/SAuMOBZ2HB3lsx49ESdfaQhX5Ls/5l/gfzw1kbXccXMnQ+nAt
S+4kIKUZA95drsogBl7pqLW/+i5Bo/K55yWrljCskJhCdyqSaRLa412YbAZ90yfuWB7WTRABDLhV
CgVtSSQQe+7Ey3YWW0WHqvZn/soTu+3OIZyZx+J+SvK0PEDxYcTQQolqHmXDykZSq5xw3EnO9oTD
FFRn7DW8xnvMh687dACM0kqIzd6zNc+s8nP0KmLinUycXj4JiS77W1kyegwfikaLbQ3Mh0vKL2C7
Yjfrd2OV6kNi5UuD/+5qRtNZwbnEYcEiIX7nb3dp6Gswe5S4OvAVgvdxE6IoJq44MGy9XMCE+HiP
ZoyvgkogcMnIgXN3BCrAvZGYwUzak/AOZDo4qL8f//7Mkd/8PnUEo+wXqRDW4FD/g/SHhF5dt92o
krN6LObOM59qqP8sg/ZHNJRWonbAMn4hBjEHs1m4vwvbRANrEmXwi4LB73OmZ2o77uPx598V6nDm
N99PnXktDS0rt/j9iR9SwX+7vbhuXT0IjWxB1swDcCOKCiw0ocuVXIMob/cVWtIuOj5ey9JWTQ7q
VeYnDz1JGKbf5y+BjVr9Yp/NkoDp768EhANpGmlSKaKjH00ftyrajcxmi777y8Q7sMwKt6DEP5St
VxJHL0g7YNdEjB+qMOVN0w+cjggM4JDfwNJZg93vV5clENWMU3JzTpPKXwlFi6JQJgmWieEVssF8
rtTnP49Pau5Rgo1BegnpQURMdIxJGLki/TQ8a8fu0hfOyNat3jxFGCK36RaqXjMX9EYUpRVRGPaK
mA4Y5fZBNoolhjq/WSJaXZJBKYbWIlsRCJDBFkZl6MG+Wdqw6YGiHhQV0RUCAnS+ICan7k4QK2zN
xNykekDUGQANOKCoHfQlOXfR89RCdiWH2i1MguBFBs/oyUfZWvx0fVdwyBMgtPsllofplx6tiNoz
huRemYZYEdj4vYVQdPY8rlZB+YAIkKSMRPjtpNKBje22i/mgpX2i7oiYSWVeTfOUTpjr+gzouGgL
6CtIn5cu44wFuDmQ6bJeXUYZsPZyDCBo4z/bX8QQrM5ccI5m7vuNiOkTrkT4EroVIgbc/vJ65288
s7U6l114Jmds/7UMGmAVgR1VjkCFeAqfGyd+1cylsZyzAuBig2oIPrZCu7lK5PMegFVwJ3TO9AF8
fmyxln6eCpAxsyjPxAQ/X12ip8wZB4xGfyxhzvsC9uyfFVAvsepxfO3BAEwN+5kOrXru9e+15rys
4oUDX1oMZUyUIUvbHpnOkykhe9IY2WlhKbO3AwNmUXlEP8hdkiYmSdA2HPjsweGa6aH+XZn84ly3
mdd4Sn7/LYQ6kjodijbuICQwc0v712nEyRBe/Tp1GqxSSMXQ4NczRMq8YYNuR8KQqiUv+K7AD//r
Rg51Fn4UtqRKwe9uYirw8TV1JZtbcd0iGfKsHblaD2XYu1HoYLSwnsl3STAR/pQ75sKxz5rdKxmU
Scd5sFkYYS2vr0jLA/kBfwWzvGtf57fH43EJqnqH7aP3btLzK8OlyWHt9XjdT+HK3SnPxvkFM5I2
73tze748XtqsibxaGWXuszEvu5BocC2PsS262xEcbkvLWdo9ytKLAckitcZqIrfSw+36cny8hjlX
/0bVKDs/oC0ZY3RxPLuNv0/d0+m5Bt+DviBmXtE0kJ+BGpIHDv/2UEaipmUtSdNk0hTdkd9ojDln
Syx7c0I4CWU1PPJglaPRdS1YRiI1C0Csa6jOYHGIjMACoJcLfsScobwWQ1+aHB1mQ4OJCKoTrhCr
O/4C8HhOr64FUDfGq3yFqUcIAArmUpz599/Reli6lnPW+FoIdU28rKuHnoUQNsY8xkoXjpkrH7i1
b1ar7D+889eyqIsSFeA6knvI4h1u660yd8mdnz8S1AAV1MKAvKCsPniPwOrcY77HqKGPVBfdaIRP
tHBT5tQLxBcSMojI4Gg/7XlXhqWW24iUniAgAnoXzPIt3SAbY+QGcqKwYhuMRX39LxKRc1GBPUf6
nc73j6w/1BnGKpxCPdvp/jrrnX7d7o0VkIdHyfzD2I3RH5ZO624GxmRBwdTzt1hKNYbMizwmUgXM
ojAlVo9eUrS+gd3OvBzB73a5oPMQ/6lWKrCpEjjNlrzbn2wsHQVcfwClLyxmorZKhg/ATo82nsDX
19okO8XSn56en7n9yyWwAuuy+vN4v/np+b6TO0FU0DU7dZ1QNzttvS5h82h6DiEZvZXJWQZnbg5q
5vXesDgct3eKUK8DhlhfXPVcNPcDUvkf6dS1l1o+jGoe0l9fIX1jc8TwXNn1nY812uRewHkbmqmz
BHCb9TWuxVKnjakWXC1XEOuBFkz9k64xsHSa4PJ4b2cvz9XWUkfah7nI+iWksLJ5mFhIex1hJBcs
OLGzOYTr1VDvpVLVDRO3kFOtwYmY6bvuudlJsQls1fHPgg0V5x7na2HUq0ZqUjNSDGHibkqUdbEu
rLwn7fkLDGO/Oit680y461PHd48Vt5tEfsq4iYM5N8IcQ5xqnXlKv0EB6psvl/X584xSw8LDK02u
4p1Oo/6KMjAKPJJMmcba62SJqN1fLt77e+wqSFIpuupMfKD9ajqKk+uKTwMHCDprkMTSf/8mICvH
GOBylVs14JaVGVkq1H+9+nOZElq+nRqX3Llc/izavHnjg+Q/IA0SEB00CEfg/TgbEiSBKos/5tse
w3BOmRPYwVvp2pVT6b7r/U4dwViHB/ArmpmJlm33sbLO1SfQc/bPR1BaFPVJRsYYHyEc4q2AZtb4
JdmRs7YrIM23g03xtEStONmWu3MCSAE1R3S7IUS69ZCKTimFvBiR0s3b3JiIoQw4UvnCNZx19wRO
YOGDYRwV6ABvxeSdmqGJr8DkqHc0v7qj24mAZ5gAV1kLmjfriF+LogwL3zGCnCiZeAJEbXSlt9QN
DK5wtF8XJQIIk9dBs3NRbd+UF6iP5vyna8GUrWlVELIKYy6eym1o4fYZMhoGlgzaPRAOc6LwSPEA
p2kssFBUjFZWUQjskTKe8qrQpeEtql+GyClEyXnrY0CTuVIX06WS1czS0C6E+jcAePg3Dd1Ne3GI
2rplTxtNsirH+w3aoOywxNA98xLdSKHsWizWecsjbjtF0sX/ZBqjxZSX0Y77P8OfGnQVSrBYZbp/
enHbp14UsBZLEq9QN44kbawICEdPOcaNeLFga+NrFaDWjnY7PzXytnwB2LoSDU86B7y9cN/vF3wr
nVpwXhdNX7Rcd2Jbc0T3Q1ELtpeFei66eS0asrIqCb8BJdOC3PsHBHJVCVRmAtgYWZFyOLp4aNRB
zQBLGuy4XTNKpY/ZCNRmbolkHwyXUrMjH/Rh/UaSMLNDU54B5XXqzPDaP3Wz8J7NuAL4HJAATh3F
wLH+vCVXHq7o+7xCtLI/Kb8r8TiWx2JcZcyv9iK3oF14wRvarJboIWfMxK1Qag9CEX4vJwKaxbC1
pXKVVTZ6228LBcMpo9UwvDM1aIJcNeu+MnOIDh0HWkIm1Mf0cxB3dXpeOJPpQbw1xLffQ1lItmi7
ENrfn8bCHNKNQvAwZpacotnz6HNPg85HmbmIk/rxLe/FgqQG9AlIMdGtl2PcZQXXdv2JXfO+oYjP
StU7Pi85Vf4rUj8ExS7kZB/F4OR/0dCP2Ge7vHLJ6ArtToiNpHjquU6vg5MwOLJ4UMNiwbWa1v3o
A6lzagO0tFUsEIBRJ7znGhM4YRNsmJQfF27jXSMwkLFQw3+2gjoBhQwBAzrP/uSXr8R7UcD3jCwo
+vBJbjPySUHz4GAKgD1hC5J1WRi8t2Oq54g7lvELx9us/7GgE3PWSQGMDw0TKIajYe321ZTCMVcF
n+tPWhyqvZUmOTF8kYif2qCOdioV3zWw4YdSKjyL5foNEwEliTL2ZxeryUISkjoHtE4CtQEIPf4x
NeD/OKVXl1TBE5AGmRBthbgdzJCRj02YtrraXB4verJ5V+f9lxx1apkCXhnPHPWKcoLmjWDII9ss
8bRNNIAnU0h6ySxIgipw05VOCb4PN+MLk+HKJWzrpE330iVUAxUR3c/0lCYyJMTzQcq8bbfaFyDM
j9dGPaM/a/sfH4iTBeUnELzawyjgiSckY7SN48EqldoNwTHdgRksyU985WTyAhZ07syu5VG+gtb7
4D1mIE8RUEBjiJHlgH/nb49XRb0md6uibmiWV1wKkvRoy8s9TkgDJkQ7yHW9brV8FZGnx9LmTggI
SBXpfHjKIG29vRMTDdoQ4c+2FEfAnhO/N4SeG83HUmg3669FweNB5hDvEghib8XkWZbUMctG20LK
bJFdMZlZ8uBk6pxRTs0hjk10OJlVtNQMMHmntAJOntb/lzv9/ZWK5HkgwH/FkcHqaq1TJ5WtgfE0
X1rg7DZeyaGumRQTjs8KrK/r9eFlaS7mrOJd/TrlVjFal8JbxK/zFdJ8zCfrs5aKF+3xIc1KEcFE
AjcGTWX04MEulyIMcWNwWbXc6XiQy4CJt8sX3NJZ9b6SQl8iTQqAaPbJVuJewZBo1CDt6mLWyobv
Sjg/XtGsLICQYHoAXQYFxO3pM2wFM1uyZAsuFEkXJOLpAglZky/9CPPhMethyEnlPBY6t42Y7DAZ
XDBZczRk2089DmoWki0nftcNGH/REyaShbBsVgiSiRNfJrB/LGUkPCw3ydWUbHuR27cSu/drad8P
2vPjtcxtICB1oA9EfAQ+Z+qw2iRpB54UZKsMNik/FXGb+iYvCSb5lw0vPwbiWhK1oK5lNZHhcwIV
190g0ItowR+Z3TFJmaJyQZv0+1YX/E7om7yGgIJNLLV32EExNX9BuefMDagx/xYyeSBX5kaOMfWG
bTKyzSvLI1bmr5XUGZc4eWeXgicVvZI8GiZphI3QigBSsx0Ov7TYYh8lqRHgNX989HNLQdMnfBO0
zU7o/9ulkDHzNMyiI9sSPZb9TvMMTTwS3noshfYSf879Wgx1RVnA6ypFCOMtW4K3KW5H8KKP3Ac3
ZCyiKE/2TCZJYrOQq8DqvUY1mlrJjUxkGpDneeskG3JDUIbUicSOsepS1nQ/7H2zFcYWhAKtaA2D
MJ4ef/XcAVx9NA05Lbk8l1FeINuu3SIXAvQ6Jy+8y3O+jYTzBWJz6lym2TvrNor8tqyjrS9v0I5Y
iOGBr1odcCQ9bb47oVw4iNklcTAmaDIBDoiljrtgfXS7cl20TbQ6MttaYjdCmaKrpoykBQM591ai
vve3KOrIy1KMerQUR9sK7WXDf3jEwFCL3Bg6ODFBmnrwEYA1XDntWwwa5CpRjAB88NoSn8Ts5biS
MtnNq3teCoM/Ir+CJfCpqRKMIEAbkNZ8jnLz8h9UDWqAYiseFbxjt5IqtOPkA9NG2zr8lJTj6B+7
eOEtmV0MOq9FvFaIjOQ7o9UUQ1zDBZQi0JCJugImfpApLrrPc6EIBgr+LYd6TEStIgw/whdLGsGS
8tAQmQINb4NR9aoRDIAUoJDQBwsbOOt6SgBqI+JDHhpkzLc7OIS+VA0dnKdByo0gPnQl5/gg/2y7
lZyGIMr4zfuKoVbNkirO6jniEhBPIcgDuudWcJ7xUS8AWrCNo8govIuGeQT/QTmuJEyX+koNEX+L
ZVAhuOu9c9evPQ4s+c3rYxmzhghUXgqGBU1YaOrUglCWOzlCCKemIOcyPEYXOLCO2tFgAPr+WNac
uwFw+N+yqB2rupYMIQNZJFftMev0Xjx4vqOIJdg744XNmz0eDXQDaPucuHwphyCQx3Dw0TOzVX2W
BXdg+pRl8UKUT3fL/zxv+GnEPBN3/l3dRgF7f1eXEdn60lFTK91Dt1m4BkfPJ8NbdfYqvkSiwcZv
XmlFA3INgi5ANTHfpgOxL2ae/Pv9xbgYXIap51ugA2ZARMahjxOybdkU6Y8j3yIXp2GKaHLses14
LGzuRZnG1gko5kvwHan9zTyAg0MWviMaG1DpLrRdstjHPmdSpoutoGlQA36VugADp+Venw1k29TM
GvTMupDEVl6yOmmRuFfhOAgJ+OUk0GM9Xtyc8qD/AwyKaKXFbATKZtYyqbmCRfqG7dKXFGfWYfbI
YxFzl+FaBHXxSCPKDePJEKEidS2+cEDVC6WdFkALKMLCYS0Jo25egmwZx0jSlI6ySZdvS18XytD2
xX7biksss3Mm5Xpl1KkxTc9VIEybrvlwkEBmLYeiHneJpXj7CpTOMb/oZs4qI1o+p3lvyNTTXbwY
QVYGPFC926RCnkNPhyQDhzyTwJdkA555S2UMVdCR5ktBvdNwGga2gGDNzIaM/xKTWin0MCiSXIcb
2vzGUOTqKRlIGFlSN4R2PsaYiuGV3bevlUhrKpXHnoJeCT1dboj31MSc6uFyt2W4Y0i8lHufXxuo
CFiMdEGn8PS+X70C6PYlpMknGxMjP4S+SvApc0uZvFkhIhp9kdcGRv3/kXZdu5HryvaLBCiHV6UO
7nYYjz0zfhEm2BKVc/r6u+iDO6OmeZs4vnsDez8Y6FKRxSqywlosRUMUr7G8IJ13kqLMVVdAqDau
rP+8bvLcUwWiS3QY0NfNexvtRpNCyku8ODI8AqeI3BBrXYJqNkyBF6TrweaE4O+xWoBHpG0il+uV
2uvQ2iDwOjWtO0x+VAQriLQVwfHl6gJcHkz46pqMAHApJZm7srMsuD90Mjne8PX6SnG3wwJMM8ho
TahBS2GblUptJyOdjV83nKcsvbWSFkWD5+syuBpsZDAOXNalSi8JXszdVBiHqColtyF251+XwvZG
/ydEYreBJ0iLhmxqcO2laDVW+mZewyV3v9tnNGCj42/dtwRT5l8M9EmlnjzsjKfrknk+z1Ihlw4+
6MhQX67hvCzJYuYmAhQplqCLh87LrXI9SONaAV0HkBNG6QTXZfL2bSuT/n2zb8ogl2nX67A9IH2t
cn0ukLruWhEAFV81MI+ApgZ1hveZ8K0Y0nXtNFnZCVy5fmSjFJoCo1Au751BdotWMIbDtiO8b6EF
MCCEQxg7mCAutSrlaQQm5QhbBy3SeJtofnMES7spHQdz13/fi7geeauIjC5llUR9E0X0S3nWXMZx
3iNp0FT3uakiJWoEUiqiA+EtIoA9UdIFRRXuS4yUmmilUYwS9spY/Cx2l65wS+dmlItTXZWCCwVX
JbBZK5hxsGmx5FKlaiV4Sq5adorS0UdOoZ8sdxDN5XA12ghhbi0S6JqRbVFxXapmUEW0bk7CVUM7
XGT72vDw35u6jdF7lBYoHRwbljCOno5NAhsc5datpoeZtKgICxJu/GX7J4SxPIARZpNcQkgGeKF0
jXZkRC+jTAROSiSGeYU7Wl71jYRj24NZMdll0lnEfiiSwASlsViXLm5pSslI0Sdh4PLa7YglwCTg
ufTNnrCJqyU25lhrsFy2AZKLoXPb9RM1MnrBQtIKVQR4n0s7NqbIqCKLHprUdC3nV5pmfpmJ8Ku4
q4XeBhkdNEC1YAGYlLLpHU2CHob8VrbnmAyA8fzUkdwIYbakJoCusgFFciLd4uL2XSyNuBzCu4zY
/4Sww1NZTaYmoZ7aVo7Nzzy6UXLwQF8/iVwZFkgdkIcAhpzMXhYiHWG7iHD5Tb5pw1up7abk1OiC
nRdJYTyYstgkSaYETlk5A5cf9Ei5fT+OAq/Cl4K2AlvFkw9t3Jf21Y54wappmp86o9yryTHrnVAD
lGP18/qa0c1lL4mgIf0rh7HjGAiWFoC089OKISHV8eS6wxMFsIPoeiPar3wE073owiXSjXnxVQO6
/fqsQC78JXWehlsLsH6A9ruuGNse9B6skdDHpQDIJMCDYayhBwK8ZGAtTuV6v9rqftZUIAcewDWi
9XivyG6nv9br1wYdXI2mB9el8w6ug7oYoCSRIEdd9nL7dLRlpYUzox2h3qEI07RnizxfF8FN+CHn
pqtIuYAZjYV+MTNgYzspqn61HiWeKuc7nSy31tgFRf5FW+4G4HOXOXADOhGAEedhi54+BFiklUCf
wjZbTJWs5UMM57dWPyR0EqOjMD/2sofy9tt1JTmmAgJPIH7gaoL7FlurxdRossxzk59SkG0h9acD
Uj7P9qUoI8eXA01s25QpCdTlfgHFFESYSpufbF16mvXu5zhZh3LBEAOeowLL5NgGdPoni37L5tIa
y1VTZGWfn6z+aJAAWiWjwEdxLkAXIpjrgtpkxlJZUGdsEAALAgoAVUvv2zx7yOZ87zSFIK/CCbgY
NlGBN0XrjujXvdSp0LSmq3TYopx8W63BtUVlTY6fuhDAaJTbeafNPe6Nq4QLY9Coyy4GVOp9XCWh
2XY7XYR2z9cIqWXMNqJeYDICawyAKblKLyqx+Sqpxj3whr9+wrgpoi3QjChCMuOhZme1pHmBTj3Y
QP7U/U3s7ONaEBS5ejhAcpdRHDDQP3S5M3MnR40kw8GXc7EfbSNM5v/+soUQ9U8C/YKNPWPux4ka
kuPsJKaL2k0fifrAuSdmI4E5ncjNa8WyQoKposkTfqb9g2LqJ44lqkImBmlQgoIZX6phpJZSoZs/
PxXWTf0LWHdRcH27eTuxFcBoYU71ogMXDC36lRuBWEjUbc07IrTjD/1nKAkqLNCG3MqjjjIxFJDH
2tWN2FsXZ5+rGKBYMGU2PSiL/Gioyf66WjzXuRXLHJR56fOprMv8lERnuXuVMF2CnPQai8pMvHiH
d+M//ZiYOiMFlZoq9Etzm5yiUpW8vp9yfzTIfW7c5YtytxDnpZx0E8X0qBC8/nlBbyueuSbHyjjo
ag3xbXS35l9H8DSv7rDUwWJUXhcJpPFXFQUFZGxQtmGnQ8nYJXmtQZqeucnauaruS5SuRdTUzZWD
1nxIMDXwKjBWj5eykugOdg89FutwNKpjmR+dTGD61LSZWyZtA6XwXe+JGmbrJEtP23hFGIeIaHqA
JsJStUgEsz05CFqsmN4UdH1A/Mmsbxay7nYpigv8BfurCguWlFmOFMs2QmsGRNAsKCZwH4fA5Lx+
qLjaoIEXNx68Y5GOvnRGco0mwqYd81NvP9mx7cMdTbWoR5rrkGhGEH2zgLB5RwDbOG5lkdoI09Rw
SJJU+kWDYoiUGrVg7+n5/7D3769XYECiLk1V3UhZ+lKtlBpSOsX0sfmRfN8ox7YYfVURiOIphFCE
Go6FaRdg/1+KKqSptIpeyU9OXbW+Y+Wyh/z3Irjr8PYGozQgm8WgGjwCE1GlVQWPV7TAD5F8drXo
x6qCCMKRRVVvnqXh9YJjiVoHCgWMnHrs7crINVg0+n122eTaYJywBO9MrjJ01I5WI+g1+3LJcqVq
+1hVcTJxDRmfO9kHXdh1W+YZAMbT/lcEC2uyaDk4mlTsSqEcazokMZ7NeAdML8/JRLlMngVotPMC
uEwYS2NB63KNZM1qjAWYLeMQDy+adr6uDVcC8qTYe4ydAKWVWTBVwps5wV1EkzJXqhe3/ERzHWBh
/0lgnv5FPc6G9v487n52WXEswfKXP8VWLgjc3IC6FaReqpLEFlH1Eqqg2TGKj0vqaw/GE/LMyxjq
i9+KiLV5traVxxh0OmjO1NJrHF062sfRPhSW4OXDOzQ6CFnxMMWkG/ASL3Wys2EZMhOPKzXSdiBc
cLMuCdf+JQL+7XVD4EpSVPT8KzifQJe/lNQUVWsBVhzayM9Vcw82XyRMUAMrROSJvGUDYjfAVTHF
AE4PRlDi9BHAV+f392JHtAOMIROGNZ5Zb4UwfgBeIKvTHk4tNg1kDY5dbwrWi6sGEE1pXRUvHhYe
INWHaBxGSJiAaNWjJtkZr7IheIuIhDBxE1MvQP4qsFY6KXxneKMH1Jkm//rWi6QwV95JH+OsI5BS
l3Hl56NtebPdgEghBeD/dVF03dnoSQniUdMHrCWSLoyVLXqZDDb88/jdfMsfyxVcs1Lqdu03UbGJ
56Z1DDMpaN/BqCabAsnlyJHKNS1OTruamCtspz9dXNtuksjSw1KWP0dzUAU2wT1DsGkd0N+Y22FL
T0o8ASUDUEsIpRFKn7PXZsD2KEffnF6vryNPkgFKQtgf5jaRmLtcRyIlUlOVeXFSjFNXl36dPGC0
EEzLAjQUnmmgtQupenAyfOQ/nKe2Hp24LE5DEDXer9b+hOltf5/K39ym6nKU7LaAHjJ4r6sT2q7j
8f76UvFMbiuCOUOY05rL2iggIvk2TzfZz2oCYWrrDdorSgOecFKC53oMSomjY8Ab+CBMvFNQEio1
uylwZhd3NXV3+ERvH26DNFWKzhjcRJigoHZtN8fAgzxlTeQOWROU5nfyowXriFV5RSYCPucGVjT+
0BYczBR8BAxecfOsiwryou6+K5KHCiWCWO5v0tSU3Dn/FZdvE2jzolWwdTwr3wpmlrIdI1UpOgju
knYnAeFtIWMYFQ+5qDGYZ+YmOByQ3AbCvMGCcPfEMMrFgZlLw86qjtGw+0zJE104/0Qwlg5ok3Xu
ME91el8s4i3DcYzfrpu6SA3G1M1GS+NZhmEo3cOUBjk5WyKqXJEIxvGYeRI5rQ0RWCnMSWCl9Or4
GS1odwwy5dqHYVzNSBMbM43FSdXiNdSQbPRazXozFiUOrkviuQa8E5EuQKRA6ZO5JaRxWSvlCEn2
3E+YyVBGPOQMdBRjDBsIHVLcn4fIbPZr0ysv66iKCvvcxfwnn20HqnNipoYFV2HKL9ivKHv63H7Z
FmqIwGE0P5zdPpZyWsfEEbJrz668tlo9oCRcX0fuOd0IYc6pZE8IwRaGbUk87eJ49qfxgdjqfT19
4j6E3qy/2jBX/DwCIcxSGPBEZUAn0JB5sTrBlZt3caCYj5ioptQybF99nhm60hhRcdISkK205w7Q
26UsuYEg9NF7LnsVQoyg5VDKAPAhJVaujtVJ2rsukurqjZs82l/H5CyMSDyNtpKYS5cBhKHSHnVE
QDX2k/Ipat70fAz7LnLrUfQKo3v9QS2Ao6B1BONnH7hqJnR8A3UBwrK3Kgcgc6feaP49yG3Bf5K/
mP8tayeti6rWRh6j3FiQkSgpTEJbh5M1mqBxaytQsQO7HWSJC8YH0FE87yYHRLNZmEzqsR+M7446
e01mCjwXd6GR4QArvCUD9Yd5EcrROA1qmpSnQT5OiRYOXeRZ5U1vPEaTfrh+5jiy8Pqg80pIqWEV
GL2JMS82JlfJSaod865ZZNPV4qJwpQkDWVZXVL6+Alf/ulCWlZuuNgbxMV+Ga4CCDWYOoFFYPdHi
lpww3OJFz5URFqY7O26j3i11EzgaAfHLOZdGV87BJYCMsvJNqYagT960cgivfw3H7eBjaKKXYjao
bPOVOTnSYIw1OalOH5ah0YFZWNoR8KF9Rg7NJiFEIIQz963SMBK5VAeCeY20CTF107m6TuYA81jT
HmNuIn4vunXMEULuWqb/4oKPmajLS7EkdRN8Q49FHjCpvmZR6Q+zofrXteIEnwspjNNWLZ1YWgop
GiafyzZMSFiaucBKuULAGkO7lzD1yBZxAC/fJTqAOk99W+4s9b6opQNQc65rwrWDjRB6VLaPiKLE
894eUUTBbGj6NdJeE7fSBGGBK4TaP177SMew2eVMKtZasaDJqGrHTA5eVwBdtpkgufj+Oviw9xsx
jAshi7GoK9AUT3GWeJlyzMw7oku72li8qdcfbZS/1PhBKZ8W+eB0pud0sx81na+rtz0e023gzCcr
/bmAZsvet9oeZ/kkZd2hmlL0xt8ZB3TPBkMtBVF3tkU3N55PQiMpJWFEowj6cC43YlSnpkoUjZwA
GtJKN80h+zG+1p/oIsOp/yuFTVkWlRqPvQ4puILibudlGd5YAAq6blRcXZCnsNGQgoICm+adCwVV
Ziql1LwIBZ519eL7qP+mW18/IcgCkR9m9/FslKnhbaxXmS1p6AeUAA20U9/ndvyn7Ynqr1Eh7Yx4
QQa7Rhi5LpN3LBGi/spkTsyaSFPeDVAOIcMzi5+zciSDIFbwDgym6TFChbwlYIzZUNHPExLxJD2h
+OP2xbmzflXWLg6va/KO0sQeGMwrIQIgD4dEKaOKkua1GhcQ0wT6bjxJe2AtlH50qO8rb9qVoFl1
KdVQ5eVuESZhFvx4+gaynePTGBj7+L71OhAjHqxd6eH0eNkh859LF/zUu/wwvgq+FTt57VOZzOe4
DElErCQ9EcDw5t2vRNtdF8BrEtO2i8EcQAm01LkaYTE0ENegHheac+8CSixXm2AGr5AN7nYD3IG+
ZVVuKRpwZznL3m8HG/HvU+MbU46mLC71AQqqD9Z3i7jD6nYvaL/Mnuy78Wf0vf853wJJM3lAyu+6
5ryQiZTI+9Q7Sr9s9jrW21FO8woYL02MefS8rP0EHK6CY8PCZf1HQXTn2whlGERhoW7NqGwQsNv0
BMQTI32JJhJYZrqvKSCp3hEXZMwA1rsvF7+f8y/6tEcN0szGEBOecQIuGmHRg+elkFX4+0HMIXOK
GYDFMSaaLTB3tZh7mIGTqlqeHiH3NAuCOV99Cl2BkwaYKJNxVUaSFHIylDCvbvHqKPNXkKhm0ffE
BpHxWTuXv2a1crUxVMc0nM/KF3kJgdpVIWMzilq0uJpvvoU59026SHFlYsdN07fW3xNAyZZqX5lu
nYmq17xZF0w9AhULFV9gxbHYIDkqjY4xYco+kh/K1MbMTu9myllqjtFihVFM3Kj3LedrDcTDer/o
iatOoyATy716bz+Cua+ZNUE1QMFIOV7w080Ir+Wt3Tl2SeXGX/s3BwTcL6m7YODha/dVNPvHCxhb
4YydJeh/0QsNw/9LXPiz+YKSldeJGB2od/rgH5E91zDUg0VmL4sOaZdmXqFhe8hx8VXVY1cep+KX
rJ3G8SdaOz4RoTCHgl5Ti2ZH2KyfsdalUxrYVnQuNgSVSXR9kgp5H1FnAi+DquFdSMm3ge73gVwn
TutIQgteeiqzERTKXxrF8mg1LyJAGx0xxAEvjUfil+tOkTfgo6F3CpcYipuNJ8Xl1aLQstQqEoy7
zrUTNmvurXkYtX+m1lVOWeqcnRVE6esxFVyVWRzg/7hJys1r0nsaqiGXchU5qbV8UtOTo/5O1RmF
xCowDOJO1U2ZgB470dHLtbh9bLr5urom6fZ4YwkyEbz7B6zo70cwzmqOSpJ2BgAEZOsbOu68CTAF
GPk8pJbAjHhmCxNCmxo6RRXs8aW22lwY9qDGGbT17T5cf/a5G48e+W3jLAreB7w4h5ICJmfQF+eA
u/FSljKbhbSuJp46xHit6nbyEsDdCcIc/WD2HFqIoRiyQxIDc2iXQrpsWgvEFJiNEajzQ9IE2s8q
OQ22O4iKwTwvvhXF+BU0wKFOW0MU4KKflVP+WKNr1P3EMdgK0S710atkzbIJQizVfxkmtwbTvZeu
wJL0MBWbPFwXx109G1VhQC+p4DNnpFlpZad2DGkg9TwsOi0/u/NDPIP1eB3dqBOYOc8zW8DDp9Na
OOrsa8iySUp7hOA0J414ZROdnTx/i9pIFPx5WwWIZAeDezT2s3efxYxjJ5OBN9Jr7d5QRr8obtZ+
NzSektzkoL1vSpeYt6rznBpuO4W5bO670UvWr7Ei6lniHQPbAUYB/sFNjC3uztUkt0C/AuaZVmcH
2+rTgMSdIjhsvIONQ4YOWkDEYuqC8SBltWpLPevpaR2jXZJLQUnQrp90vjMTty+PXTM+pFYtCPS8
DcWwjwrEB9wr8J9LawUUDoY/UAQ5JaPtAe3BqjNfGGp5C7gVQv++uakrSqUrE3roT2v7UK/PerIK
Dt07Ty7rRLYSmBgQrUjYGBUWL3HuKnPwIwzqG0V1lAEqUVqrW8T0WV0M0jEp7tLsLOHGmhlu2mS7
uugnjLjpLl75wZQTtHFat+kUxPka6toOPKlg4Nr3amgR0bw8z8i3X81seba0Eoan6ZZnp6UK4tkG
HvILyb0+E7k+/j5bALGmoQOn6nILABJhZJWDIAkkAPQrEVdCSjFXwuveiLvRaJZH1QS3AAw0XEpZ
gZ8wZhGkJK2NRnPiSZmgSMvVYyOB2WipU9Z57rFklYJG1cn07ORUlaL2JL4UCz1wyMPiocfoMcR6
XgwdToU1W/6I0g/NYc3L7vpq8Xy3o/yTwuhSkKhJAD4ArKP1rEaG70yvKPqNbY7LqF/KsQArnVrT
hzOiYiAanXcasviMtVXTMuuFA6wQUt4in1fM2XkAyiY69WLBceQuH9qqkL4GRwtK3JdmQNooK7to
/g8U5YIbgzM9qYoI2ZWrz0YKow+oNdbKosiuyVAH+bA82COtoh7XTvTe57lmmmKksN2o2X/A4TWz
trcibFRuEriTymsMz8i/Y1Sj1rNAGQNkSK+bBtczbCRS09l4TFJasZQQHKSuGv1IVcPFaWLXHuN9
1YMeIRKVWrimaKCzDM2T6L34sGNVVjTZCg2zsnUwvdwa+9nsDmWZ1W6Tx8SfYE+7fE5FjxWuqWwE
M5uYAAlzJiXivElHzIezqr9i0Ooz9mjScQCAhtCxRmY10TQXrRHQciNH26EjNEMWpTMFNzHulgE5
jFIZUxAsxmfEUdJhVgw+AwVQd9DSw/zNGVdElWrnZIPg0szSVtBHD4iCUK6hgBh0vvlSJb2Mxq6X
4AftmriJsu6BV+ngpTWiIp67AO1PzvKxcIMhz3eWGVjNl+sGyjl86BRFCzc0xQuaTb4lsSYpRp5n
yE0h/a7F9fcmaby6miwviivBJYUrDMlWTGAhaS3bTPCyhnbOMwmQL5O8lP7c5qNX9YXm2wBOC3Ah
FQE3ceXZaE+moB+olrP+K7ONyZh6QCDMGgZcR+VYLJ0nr2WgkuT39YXkHAB0WpsA1dNwqbbZjHLR
2Got4/ChXI7pgTifkVbCcLyv11EqMBqRKMapdEuVJhKgc05KhAwAGVxlBuuCIppX4SVmYZnwJRRS
F8izzJmeYlIvKC9gttb8QlwgiPvZ1+wgu9Fddaq9MTSOklcdRKwqnPN3IZX+feMycS1IpUKmNykv
Ad/Nq7XL/OtbRc8UE0DfadFxKcCsq/N+Cd1IkPJlLAbQluPxMwJ+RrZDTOX/uC6DE2oQ0jAdDA5T
oDWxr+FkikurNjA5qTfJ7AIF5EaOs2CtAq1TgooUPwAd1Utv14XyDAOdITpgODAxj7rz5dItU55W
lWbjHoq5rKx9yZHHl0T7wwkxKG5hAg1ZGgxMsM24hdlaaY8H1KmPOy9zKHb/F+OYWJ4sPQnRb3nG
gI5fOAsgH2loXbjUqFgGU5JXCKvK58IxQvKipZE7gecLDX2fWDxMAaFjnuKwfkB5q+tWBrwI9Eor
zY0jSd6hCavw6nZZBAbI1WojinmsSWuON06NA0zQFCD3L9P0ZbHvWuRJmloUmHnGjsETOFtktVC8
YLJ5w1gPeTFBLSf+Mpro9Kx0QVTm5SkRuijaJ3iQMHLAuPU0mxJr0hBDMEXsxk6DO++CfprFy3LJ
Jd26I8UfA8lvR/7ETCzFWsRTXrcx3MsavCaZ2RSnGB6uNbf7MTYenvTXrYIXQjSAAoGAiDZVfEhK
WlOSIqMGXKwl/5oPs1tV1ZGkTkBEZXDe4d1KYrztmJBlSE3AzsR9W3sKAZFUGs2qZxu5LLA/kSjG
xWqrnc5VBRySJnmri7exfbF1QVMTf93gyHF0kZw3mYPbmoWTVxa0kfXUq6TCQ4NsWcUhGQ7XN4iv
C5rG6IsYE7+sfTd1vrY1dJnmYKz2OS4vgsQ0X5V/EhhVbK2OO3CpA7Vl8X6hZyi6+cx0CzqS/olg
LrbROjRDTOGTIvVHUrvt+HMVBT3ROjE+B1AqZQIsQ2AH1Ac9NJzA2V/fCJ5TA0AdBSm3EF5ZR2PW
S+IsBGgfYJVoh9qNmnMWHSb74c91OTyHtpXDbEerZUOalZAzgkgA+KpSWuz+ewkAxUaCxUF2FG7t
MujYkeFU1gzkrFbx0Q+zaM/Xf/+9SZO9gGwFMBc4p54kNcoorAKI+jSw5gVV5aFAF++t9XEib2t5
SFF+L9ZgArFc/a0HRvPqNfnLUjjgRUvjQ+0DX1gSAYDwbATA0xgbxX0PbV6M4ssi9W1n47ssG4i0
0uscPwibcXnbh2oWCmgAGUGsZdzc1GizNVoOYl8JUkWMHeiG4LzyCs64ef0TwagRxWrhVFKMueEi
3cfqeUknz5x9dOrfRSm6zzWw2Cloepybrz3IyprHrAKBurWrlMzXki8GuWlrUV8L79ZEe1pgVugC
wGPr0qYWrR6zccA3xVZ1Vs3HZPmjpM2NWmq3raYfQNgialOnWn4wMrS30HcPnTVjFjqXV3UEoCPw
Iqp7RWnC2voz0Ix0cWMWT9cNmtd/ptNmeJwWzYT1MDeAOlqrqlaBnmWfzWN5kvf2WfP70LgZ96pv
PGReEZiP5Nzfrb8AU+jrYNNcfAltPb2n+0Vo7WTXFM2o8+rv249i6++zVChmnOGjIhWHSE/3uHZ7
o6PviWzvsqXze4BQ6sN5XnTPJuSh7OZ7u7e/odM3vL4+wk9hfBYqI+Dg0xFCpLtiL+2z2+IYhcq3
aA/cyVO6Gw7k8bpEurns5mPXMZCJqXagJTMC9Sir1ZnGrAHTrMnkqvO3sQZsuCB7wLPqrRgmbhWw
dFVKsMTz+Kg2HqkCBOFsD//UCyTxqtI6ihuAlkbeDvck6rs2jzal1UcttVDDHBr90THaP07c3+i5
0YM9+qut+1kWlGhriFrLV1pTENt4jhFPezxE8KJTEBUuhXeDVKgNMH5PmbaLVstr+iScK1FXOu/E
ojUbrQxohESKklnNWFs0o0nR0wdX4ZppI6Ebs8QwLUYk6lH/nXSSoFTFFYh6LYC7YSmYPLtUC5mp
vp9NrGlysA8GCQuvfShFaQTu2m2EMGunqFMMoGYdXYOo1YyAIWycF9UWnDBeVMGo4V9NGOtYkxEN
2KZBTqEr2Pp3aAb2KG1/mvGjQ91ZWU1/eglyv3CzG22X1uhQ0/3+JL92D+X9eqN818L0oHt4Ld4D
DWGnzE89Odqi1hONbsi1b2EimyO3eOw4+BYn8eOb5E/iGd+NEF1TqITnQXTUTkqIwFaG0ynpb+Yd
eoqye/2m+DEH1V30u7jrb7MQRIRPDpoN/Osuh3ur2S4UdRabEzomqxwlMawJ7i0AKiz8QRAD1S5Y
iFcg6X2sfzi9a8OgveVADrN0O/3pA9J78t4SPApEhs3EI0tdVLJSwy6QosqfiZ8eEsFQEc/D/tMW
cfZSW0mu+wQsVDBrfzibYXsWLOd1i0YN7vL3iZFXsiFhq+UgiL3rW3V9eTAvcPnbpR5NlUF3CrfK
35W/erIvYv66fuoNFh/EkbIIFzx8vmneyMVxMveKLSghilaI/n1jb5K5DlNO25Gl8Ygz6naKiDVC
tE4fvEqUoIJD1yl3Rw24oGBP+JMBvQf5jes7wit8A3D9fx0YfNWlMgrCXjzaEOVH1a3qvaHR9kfq
Z7dq8DW+mZ5I474Co1ENs3v1ZsFrepd9H5/yvWhqV7SmjINJ5UjXM7SEnFb7XM24pSWiyzm12//b
heHycKnoqoBTvhkQDnT0W2tu5ivP/Q4VzDtpcq27cnd9XUVmyDiCCWxqWpsjcJencP42COoZ3OrN
ZtfY5INmJl0bU2X6P8ut5M2P2S5HJgqEs179iMcd2bf17VSdF9FVgZub30pm3IOatNWiNFCscmvf
wX9O6ejGe/VHd2gO0865xSjbBMI4gZ3S9bqye++t5Jszp48JRkMjmOkKbGTbrUjYGe7ol8ubZj8m
g8BYRNKY+0ljzZIEwGdyan1MbX4f99kh9hQvCf5fRsJ2O8yJpM9EpY5E8pukDjMtDxpTEC+4uoA9
BDNAKPRhjOLS7nNrcGok3qALQndyRDeZFiSzV3xbbkSwaXyz3MhijKNNysSMU6ybLKETZVZdZ1Xd
ebZ2o4N2mXYBScp3pXKTvHggg4VG6Hxn2sbONovR7TNRAzjXp2y+hok29qwm/WIjFFhkTL11tr7o
tSbstqa/8sEyN1IYW7H0ZYpkapnROffX0NrLoXayT7hukHAMRQPt3MiwkcbEHnvRZtDLY4UBdlNg
5uNgTX5tfeZSuxHChJ9qyhRnlukZL5VgaZ6WQhJYvmhrmKgz6EbfFA4kOOVLMd1Usqjjgv9s2+jA
BBRMISXGNECCpD2ngx5E6WFJh7DIAvSSkOmoJKNfgfLBRsbw+qkWHTgm0FS5mcodNYjijRyLXR0o
N9KTjszP4bqc/+O0vfc40vZa1ie2ZG5nJx7QjapmwP8tB8NUPTJkA/HquSgV35arxcCDLlsmF+TP
00Oq2CAUblYL9PSk0ur9oCol2UVlYWIaticIh06piaDUqMIfT8i/72ROSDKiyouECTxQFOoz7uNt
7Qaxej9PghXhXo3xmqSMJRgX+pAJVlbV1Og8UZtFHiZs3GgJo6nxR+lVsPTcQ7+RxDg6eSSaHS8x
urW73EtNjM0451T6On/pMcn4pIOgwoRHA9mWpjxeF83VESTbho6nOsBSGbs2OieXSq0AZaNauCTV
FHe0ncCMtCP2WXRf5+7cRhhjytoqV+MwY2olIevLMsXawSpnWl5LZK8ZMSq1gN8stJdWlBDmniHw
5YLbFmVsTOBfBi2wn7ZGUqBNuI9+OciOkuluUU/xFLbxXYpuIjSlXF9WrqYbgfSDNveL3FCkKBkh
cOmmHdCO0a90OwMNJ1FQRTIMP1mP1wVSH/rhUNgYs0CzD+as2H1cGzB/oLUHh/ct1crjonTPpoJ5
oOtSuOECvKqaDoxjCsp3qVZFQKxnz116Ci1w6s07cF6luhuLcAy5lVg0a9ANw6Q9SL4v5UzoF1ys
CtqUQDRYMbmo/q7IbpFyV2nvMZjqVg1aaUU9qe9zcuwignoG9oHBV5TgGPXIkFQjCFPoBN98Wvbm
MdlN5/hl+mJN7vBQPJgHROFfquSuN/W+fFjCCunf4bEZ3PYJqfed6DXFdcnbD2LWoZ9SO4vpBy2e
FTpBFlhetWtv0jB70sPsTvuRPqzCUEf957VVYIJpki/aFEUQKkP/9P5X5LeBtFs95fS7uBc9bHgW
tdWQ8T8WkG6sVnpf8jJ8xXCZWwbXbfadIPCaPszhXzvdIGSCCBSbbh2wNN86nXdCpvVGvW+/NPva
G/ZwQqFyjH7Eh/Y4HORv1z+Bb88bw2LdQQHmWHPAJ+QHw9d32bF3WzfCq1f0BOC5881ysg+5qFWj
InMgCDA+bf9Q10fgYIMw7Pm6QjxvsxXDxCs0Fq5gO4N7Q6JcdjVP1G6qCcyCvYuM8draZgk9tLtm
PwQzijCRV//Qj651W93qhzhYj/NOezS8KVx8sstLVw/KX2m43i7+fJucpm/4/1F1s1/JvvQMwc2A
N+OFJsO/noIdc0nXNEEOE9+3lM8tGv/OulcnLslBueSR29KXrV+Rc2PimXJ94bn30K1gxkXNXWwW
wNGCi/ImT3ZTz7rRXdsvDqprCw4OL4ZtRTHOZy3HpihqakuBcWjvkRYIaMZToJDIlBhvE+u9Bq4l
SDnPf+6zw+x27hiMsKlX0GwcnLtCkOsQacU4nFHpl4YkkNf7ZuCEg0/1ErFCiI4h43J0ubaJM0LI
qrjS7XrMIOP6ur03tF7xamyzkgHcH6iBaWSMbyIrXQMu3auOamD6xnN9Jx+G0RvP5e38XMF9D39+
ggLm+hdwdcRQJy3Lom1JY8zDWYmcWititNM+YCbWmV867ckaBOkGriMAfArGCzEWCySVy5vAgkGn
OCp6NJ4bblMOHujZUsdfY0/IKM0PthgQAPUrbhxoqbwUVQFJsiw0TAlojxbQ7+1wwuSLTZ5nRQlH
W/VQgnUHzF5Ygw6cIQzPnY3iZwEEkuvryi2yYmAP05sYoANVK30sbO6OqVyYcxpBZaX3pvpPbIZN
HYxglfhO5JcWUErmOrtOWgSFcVq1o6gvkgejACJL9HDjjqdQbKlL+XDuuW3MtDu91r0h+60vs6sD
K7Kc/oe0a1uO21a2X8QqXkHwlZy7RrZlWYrlF5YdyyRBEryB168/i97nxDMQzqCiXankIU6mCaDR
aDRWr3UYf5VsN0KKdDxa02kKfmqGrlxtcI+tjYPAmsqMzyZNPbdOgSK36RAirk7VSwbKBPQiGe6h
6s2dKPd4hF6b+5E2RsJ9MEUTLnMdruooOi2t9VR+s8WAOIAuGBiiQbFxPREcCmpeXay9aDmnYdEa
j30VPGYCenoBWiq3rGBpOAL9DYqt/EUzFesResu4dMTmom5bo0bHBYTINmlrfXGdlyE5o8fluDD3
Q9eDMa1MttWv9B0qAi6wvnjBBd7cA8nm9bBR5Ugq0aMvB9Ivgt5n9DzWHycdW6NqctcGFrpy4WLH
SV7Oq6wlggQ4XdrhLsn4ya57jKz50qQ2bkvi+9JaX0EQ9/fteVV52KVZqXgQdwv6ixaYtfcCjQlJ
XW6NmIex39yLuddsZdXZBtA+PDkAXS3Q9NczORPHqMWCmczrXxATrNBvq1WOUp1n4D0C1eq6Z235
atu5RZoaKHjBM5Kocl6Q9bkV3+RsO/dgB6osTdhXVuxByI63dtR/0SkghUnTbqr/tObUHl5Gu+9J
A/L/pgt5+xAc+sLY1SlemdA1bQZ4QcgOjY3CrVi2tKbf69TUPJ4ppxidNCBegeoBkCLXU9wbZuEa
KdbTcdvQsJ5yBx25vq7/Tpl2gc3HQyEIxIi4X1+bGWdW2zk1sCfA6+Ice5GHZu6jL3LYDGwL0hW3
jjIe4e3ntrsqhwe+lZVNFzj132/VF2dBvCxemQoGFbyBrnoL3kQ2Y6xxU+XowDjhQVIIfgTE/fXo
bEvYhVP3QKdnWXVHuelEudOl2yA22VEsttih/unczTX+VUVfnLEhdz2q7ZpalIrkA+grIG1X6B5w
8lIuKNqBBQYqjudh/pTkmzYbQ6gmho538P1ttWw9w7mHUFSzdJuEpy+2e4jdewNFiGrVshbJ4d9P
/uXnSJ4ObWyvRcMNoKY+O/QgfVmmJ27ofEsVCMGDiRZ2sDWgZ14K9JAS5uPY4JQpO3/rB9/mqb2r
fDQHE5A4dskH327CptKxKL+1CqzKKuSx4nNWIuXrJS/jYjJZkoJbHc+0SxSAOvE7M7ZVGc1fXF1h
5a0XXxuT/Gs226WmFkCDNTM/O00QUtHc22On8WPNmGS5gLKlFQXdQXGOvbBaQkimo1AdF1GCriLQ
Yf37rtKrUcnQ8GYw4tI0MSoCGdeiu6+tB+L/vO2Cb5NsdLVBNgbMKRZZZeCvl6knvjmmy6quyA7m
9+5b0CdhNb/+d0ak5REdOPALB0ZKB3it8bNV5hEA/NEcvGOBCOg6EWTQPPeG27jBcOphVeVaVQMI
Lns09IbX0fJOvuHt6tKOirLU2FTNIAjYkM+jlRT/kGIKMHQ+WHWgveQzMyzAjEYB3h/YptM9jKqc
/NKQFC0cMtqjXXZQTkMNPzdPVfYTQj2a0SiNgFdmlR5HQ5t8Nwi8BVRwqxE7TTFZr8LeBzrJEoWN
lYsPqQT+CRV4KSB1Du3x4gTBaAg97XhzmoM8LBdPc7Ip1gXcKmv/GshC8MboXns2WDGLGQL05ZmP
xgOZKkjV0Mj3XpjuiXP9oetE2oUhdMCi9I92aRkcGA+054YflBDmm9bhNL4Oofs2p4QF3FbWBhGc
1YG0f2gsWjbW1m/i8XwE0XTSRmAfb4IEqAINlEC1OP/YWqfuetqmGYRqDCwSZ14EW7BmC9fdaLHt
aiOYLBzDwInKV/ukSK0hrkHO3BFfgAKyKnYGKObObjfoGAyVpnAKeSshBiCx659fJDiMm9ywh4Kf
M3MvRLlqY2Wt7ohVGYFQAEROPeRRYLi4NpKh3O8Izvg5yR5WsRJLiBDUFNHtMKq0AvIuUFxBsxgI
8msrblKSFAcbP2+M7vDDyo/v+HkQ/QbQkAM3twwDHyC3A0LcigN4sYWwM8Qi3sE9j1fOCxPSzhc+
c+ecYQTjsnWXr2AEo/2vd4wCEGTwgXnoRTOlKJkzwzRrByayeokgZRmWLom0yjGq4AJGoFUiBNJe
EJC6XgrGLSQ4KAj8likbMyc07AfPe/FZ9p41X1nMTUQAMONKW58UaNnqEouvdCmBuy7KwL/fnjFV
dFn1gv7XhNzZ7g9d4xa5zdfGR8996hxvv2QkNIHdMwydvptq4tZZW+nf0UEjR+XCpy1uTwE/gwTh
yNDyhv1o4TqZLsPu9rBUYfnSkrTxe8uol6Qn/GyFL7pbk24U659fBJWMlIub1j4/Q5EXEpa4yXTl
PTQRb49AsTAAOsKFUawDX5F8W2EWp0FaG1BbQ0PT1B8tfljM7FAW4PHRkTEpRnRlS9o25kwoRG9g
azy5c7YBPKM7F5bOm1VWcI7hHohzGZ2w0ry1dmdUxgAhEFOgB6ExQMsjmr8XgME2vlnqJFQVJWzE
ygtz0qCWmaW5TyAKYn7r0i7sus9d2e7cJA4hkec2X7zpJ+jrgVdF0ZGi9LUnxqYbz4GTRAgjG3M+
GLoZUMTwq0+SAkeZVHjUWaVQ0uGu5+g//5jqejAUjg8TPnI4lNhMnLDXzrkUrRMstIbAB9CUefLZ
ap9u+6V6DH8MSOdQVQzemK4GfL8LmXPk7acx2P13NqTsrfFbZ+6MFspI9HFInkYah9hit20oCuGr
f/wZyDrQi21s9e7AkgVpiO2RPrKtTDzSLqAb4k1JNFWN+IiW1mqXEyvdLkUOzkzDtHYZ5OiPYkJn
AEttL+r5kH++/WG6FZS2SVIm1M/XCab0kc8/jeHHf/f70r7ITDG7MSSOANdetoHX3fVpfr5tQukj
KBuulW0odclls8XoctKbyIgmsR8eDev0cPv3lVNE16IcaNxATyEt3TDlIAzK8ftWaoZ2epo63U7V
WZAWYXCAaI/njJ+rvoUoOgRrdBcH5RwhmweQZL0GyVmwg+MpIcYCsR/2PZtOJv/W8cPtaVo/Urqb
oNr2x4Q0iBV9yecWJnrwxJcAIoCF4nGmneaupZoroNjQ07jKOOBp5XojuWY3sKbHBSXrv4OmAeLr
GgOqqbow4EoJ9hz3o2VmuMwFkG43xv6+JOY9S/Jft6dLZ0bKTzuSJ2wkMOMOfij8eys1In9z24Zm
ruR3iXl0HWNabAwlASEN/WLTn7cNqNYcgELi4paApmw5A+ZD7wHv9/viax+swH4lxofaT8DMtPx7
uXgwnIA9C5qWEM9En/L1ulvc9SH4h7F09fM0EMCldUxW63koO/ClBWlFjNoLJj/FYOKl+cX9HFKg
47Fqui+++3XK7xc/1VlUrs/FmOzrMUFqeOl9ex0TaLmgnlnoXpwV1fB11tC6aAMUCYZNaVMCpmM1
zuiX5yEphk1rpa+B3W6WvHNCh0SQ7gUj1IYt3tfKnI9mrGsBVKWV4IAAuycqVqCYWifg4tTjc72A
GA+9kktRo3yZpqdmcE8+f15Gd9+aE9dcYdQT+seeFKqTpcb9ieCUHbwnVr8Og+YoUPr7xXik6ezs
fqnIqvS0s3+5X180v64MCZhwG5UdcDzKVHheD5ZMVKzK8wROeoDkZ/OuqHQ+p1yStTqBB1Hw3su6
PxBiy0jlJ/xczuxHU6C0nExb0h0KCLnrKr6Krn+4HwAV/sq6igRICtZW3iejyFARGYsh3ccuOM2H
OVkOC52HyPIMaGvmHnmkoHYLU6diO9Y1DyARfhmoIaK2XtxoSJJkYwUsOOSxKGgEcGgWBf2ku8Mp
Jx88aKh6oYfnDWKiJHXbNyLHPWvwwu6VmT1m5t+XPSBpAOrBdVZwVEoZ+VRUrt+WHJlEEkfWEkQV
bE3s+R1B+cKKNOmB6J0S8sn8XCcbMe4z98PSPtG/bxtRT9d/hkJQupPCMQPcYoZGN18hOyLYZeOj
YBoTys32v+NYTUjx2CQMKhTrbEEibqpP3L2vwXCmK0noBiLFYAd1UCNJYaXpf8z109B+6HVs+DoT
0iXGY4bjj+M6EPsBbzmBdVqW7TuWA7RpaxM+HtBlSmeXA2BM05afYxp/cNDjGfoGdN9R/9rcNqRc
FFDqoesfNeI33IRJ7DSLwXGdHN0WYhig7EytkJB4W02atH51U/k4Xq/u4HyBrCHq99dnh8kEdKcF
Yocv8BgN0fRxQ+Ofxvz3SNkhLb/Pvu7tWHV6XFqUtmdB53Gpu5KfKUQC8+A51uqP6cYkbU061GNb
GrBgjNOhHT41NQR1yAk8hWHXnl2xzdnL7fVShfvf0cbzg1VAWZrFImGgTwuwTycT9xegj6KCbvg3
N/5y247KL1BkR4Ud7JzWGwd0xmrx6wYOuNBDzT4Wd/2yy3ONEdUCeXA6qJYAG4S/rl1iLktW9ouL
yOa/OqwNAVe4PQrVTkUBjALFg4oGSFOuDXS9RUADjsNxSnn54hdNGxHoLqCPEwI4t00pcNTgIUcT
NnBxeARDK8e1Ld8RsTAWRAVvAZC7eui4uUtYtjXtc21aD0sBXLX3WlLdZVM1xlV3kwSovUN3cP3z
i5ysYZWPBrAR+6qZtzVLoyB7Zf++hQNDQisKABirqLqcrUMaaUSL4QTWIq8gj22dTDtncqZTLYZY
V1pR5O1IcAnks1G3BruZFF7rrO3HhM4r4iMGa2T20Umn3WCLzdLsJ/8UVxNSDXMMhfNkTyTyg+GB
DH3I72nQoLXSKkM7yPAUHetakRV74urDVne+mGkyDsLMgwGcoFbwkgZDmNUNJDLYgfmaWKnAcGO+
L+ZAWlQxcz/1eqBN8n7ecTNs0lO2PPU0CB3no+Uc4vpMpmJDIGuTMxw/2ea2N6uHCoEQENtgA8n0
nZU3mEWMSgnO6g7KNb/s3MQN7WgXX2/bUTgvxvnHjrRB8V44QyvPA4ZonOOPYizLo5dBJmfgOv54
pSUChQTAWVA1kXviqbcY3liD8tRJ+MbzvqVpG1YT2d0ejwKBhoW7MCNFgaEhMWTPwGsG2gfHD8DK
Qcxw4fFusYYf+eAiBjTbXLT3Q+J+MKtx5wdi79pTHYKPdUuTPjJHHVOHcujYugjjAM1CUfnab1tC
lsYfsaGyQYT2MQbUTycsoziWEPKAEfICEKYjb7k2sRQGWuVBW36uTIqGfN5uCm96Im3zUJr980Qn
Hb2i0iCA3UiO1pc6mdN5Qq9jipsbmPCMv9LK25hLWL30+bjJp1+3l1QZji4sSVsReg94xWtgaZ6/
2NYXg+WhBZU0QlHsn3fGqDkTVZVlB1U3/I2iCGQHpSjD8oClDTNAXMdMsIY0Jdt69ZhuCsdMIoiX
xeBUy8XGSuMJ2l7FcORD0hzcmlvhkuY/4lpMwOTWVHO+KZ0ocDARFMhbsN9erzAd7WnwTHwWlJ/w
zhw2Sxva/ePtudYZked67nvwc8cwEiIbdM+jjntDEddAZYrt74NHVSEYS4uhZhYYGhnQ+xt3fujX
SlpSP6R4s9zeHsw6I1LCC1tgKEalZE2wpVSNx6BLmmrENo8739pWHNK++3TbhAKViIs/YDXA2KJW
CzPXq8KqYTB9jgkTS3PktAxj6LsxEgZdHnEbWJ/mucqfl7IKG1K82COLkmmCIFoRjlYV8RnPVkL3
TYpFvPom6QbW2B4e6igIy4Lc+bpky6EAaMIts6hxwnF6LG0I70CkZhAf2raDM5vfmV19Q9N0lLuZ
JplQhImrb5HikoiZPZtgeT8DTojmhKHwgY2d65Pf1xB6XIxyN5XLuL+9KsqFB/0EqjEIuODRvF4U
nqX1KEYsCpCTHXqvOtw+LHM53rainOYLK9I0m8lU0x7CPxAY3Afs46pAED/fNqHKaV1AU/4ZiTR9
Y4YWbFpj+koQCSCnspF7me0vmvyKTRq1IHpPfedgNDoVVOU2tdHjAalyYGNkIo+8t1veA4V1ds09
KU/p8F08mV2kGZ16nf5YkdaprtJmWdylOBuZZwOGMYltUWT5oa0h27TJBmu580nQ/sVG1h7rHmRa
qG7lW8NowJBigHKesq4PKxbHmvRP92HS0hZdlfKxYsW52w6f/j2BOULGxdxKa0oAFo4RBAHbNHnY
ec1mnl4zXZe0bgHXEV6kyqMLjHZL4Th9koCgzA/7+RdYKsCzp2Nc0FmSjgyTiyDlBoC1y7QDD+ly
GJZD6/zrDvbrOVs/4mI4AsJrPXrxi/PUn5qk3pD4SItc44/KWIULHHQiXDxNygSfed+sdK6YM8Hi
yOt3CJes+xEU4HT+ftvzlf71x5IM17JLsWDxcZZDNvu09J9ZRt4TnC4sSFuLJKjbzzaCE3jKP1jD
p4o83R7CmrO+OVwvDEhbJCkHxgTDZFmjh+h6KtGKVfqfQOm7JiYJGi5m3Q1CvT5AwkM9DqhQudJO
Kitm6Qx86zKU3X7p4uShK+N9EsRhiWCFLL5nmlEqY7yHWzCeQNZWJGkaK4RBOARuE437kgd3HYFS
lxbkryAVhHdfWJHmciF0nsoJRKYgYj+7U1SxzbhK44HIBQynPFzcLjSW7rFHAjrSFn1leReCHroO
B9Rxg7LbQtYoHL0kcttp4wCSJbwN72PUWvpH3+JVeHvtFRk5vnd9vnfQV/NG63eYhhUNhO/N0NdM
unkzpn87zqkwv4p74uuuwso1gJIv2M9RiwDT+vXezwTDUPo1H6ftvYljaS96O2rcMdAwheoMrX9+
EWQGfzJFWSFvAnQg8vwHH408VqLr0lbu/YvhSKEstZGcFQTDyc0DoPS9JvdRvVC6YAFF4gNFBOj7
SKMwOiDPWItRNPxkNTyy+DFHb6wo8QTzhWdkk4jto89190H1sAIXsBGAaN9wxVRFWXfIO/OzbT+4
fnLvD4HmUFZ6HYps/2dBKlUUvj+hFwFnQA8quMnxQxstr1lyZ9RNEUJZbXJ1ifS6u9/EuAuL0r19
5hChndfWlCI1DjVJIY45bP2eI7NPwi4NDmQ8MsvcLGnxV9foKsC3Z/QN+SZz7QJtZBhvS/jRFuUB
vCa397Hy6P5nfG/oN1vWIfWbML5mdKBInnyimftRuCR0ma43QTcYKcT1aT8F+TqVGd5r7nXXVt2v
SylVbwhzKSZMVQPih8PtSVJvKLRTELz7r1TT0hkwZEY1Ljk+vWr6qGXDfqjIJp2XI1+sr2C2GiM8
pD62Qf+Ytin03XSofuXgAkBz0I6Fjkq5rk1HwzestTEG6hxdaKNd5TNv2unH7WGqAJeoXwMdsYob
YJRS3AjstHQKxoszKp8ROPzCqbQ2i4dbY2JHVX0HCJ2YWeie3PFLhpbNfDB3cZEeBETFAejaganx
2DJrNzXZeUzJ99ufp5qEy6+TomYtwPeRTfg6kGCFSUfBqv9824IqoYHez6osBI4wNNBcR3+n9528
htDGGVR3SdttGRRNh3EOzQOyA9znhwN32ea2TVVGc2lTCmk5obwy/HXOk+9scKME2mtl/SXGdObd
r9u2lH4MqRL0OqxyUG/K+oNbtMy3kD75znMJAGHZBMcqmV7ywYsWTu5dSAO2yXZKvW9ZXumSt99o
dzmYXppfV/jidKXQ8yrBY1ac0UfmQnthj6d7tKs1+6Ex74X4DA1ByKcDuNveNXgh4mOKLn8UDzZ9
ukn7dgcQ5y5A7rXES+RyQ3O4qM5+a23MgMQOcBXyI46VijEtPUyOBeKm7EP5Je802YXyLm9BS8rH
6CiQItILf54Tp60C3HarpoiKOI2G7rPlQawoMT931IraON7SLoqNQZOuqR4z8Az7x7IUwayii+3B
NhF8xwVaRXOYjh+4eJ3q12Z6dZwlNDkQZs2dgbTSit1tpwsu/8/Y0d1n+uiDwFv39eKbdkKrwW9x
dpt15DcPFeUrIDca5iVabGDWg/IEqvs2GzTRW7nDUAFyib+qD8p1cVF64zAkIyY9ts+lh76Yzon6
qgXrfLdvMl0To9KNLsxJTg4AB4Rk0wkZQ/I5H5u9kT4E2r4S3ZikSL2AHAEixT3KJg4E/5rgvrW+
W+WpDOqjlZfb22FDaQw9WGgpRN0ZTCvXK0ersUGXHHzHboMoG7etxyJmfqtRyFsyzRmksyXNXjU0
lLdrPSjjW9bhPtf9mI2wx+2HuI2OOlOV/ICj6Z+BSbNY5xPOlNVYWg47wweRvb0D3DcqsBduT6E6
8l6Ykg4vJxvMxDRsFBbIj7Kt7nL7LvaMbcJAEef/QOo6gOmCNue6HjQZntIfXTAyQEYZibnc4LoY
pCUBR9C1aBqJ8VebNdGoo0FXnpy4ndl4lnbRnS8NjxZBZYkeM2mldE+TU8fKDbgPJhLvxPAFpcRQ
WKamVqNcvQubqytdnCY+0GWQRYPNoD2W9jfuosvaKffU8z/fXjylIUwdMAVQfLJ+R7YLQ2h6o3wQ
DY7oAprK1TyAaxMozE1nJkEo+kpz51AuGBTm8GixPj9TabulImkbMeIcKpIytOynIWtDoisO/s7l
3pzFq347sCXIad90pplsqESNqDgGxUbQrj/GPp5jvdqKyp6GHSmeWmZW4fI364p9DTjFYO3SMj8s
yaaaqe5pSznH0G8BhQU44JEkXC9mK8yi7wN4adt/aLpyCWnVh667bB2GJOD2eqom2AZrMYI0pJmA
2ri2lXhx1ce2iywIiFOYGoanQbvj10Alz++lEWlAoEYRXTZ56P5P603LTyUwXbeHoQqVlxakzNEa
2WiLlGAFqyKy+5/Q0iWpEwq889pa4n7V+kD2yIT2Id4dAaW9nrM5wE07QfoG8AnkpDk71dN87NIP
To/dcHtcyuVZ+WMcaEg5uI1cm6oBIUESQIszZI+jFsriHdBVuhZAnRFpk5W+mMuUYPK84IkPXZhl
26LU6SrojEiHmRtbo585PngthhM1rIjwewNCXLenS+loF9MlrQzP0QxUt5guc4zoodEx8K9e9MaP
AXSHLi5IdAJZWn7pGfOCBZ2FA2m+oLwatUv+1PfuabLNfVfVfydpoBmR0rFXhlUPV20IsEojGuzB
yB3cRc9Z1pw9AmiNc8xqvBwC6Ywi5zumjwA+DI02dDp5kiPUjhs3ncjRnG8KnMWmP+4pc2rNWaX0
hJW9Bc2g6HeSfXooHZ4aU4m+wTzgEbMbN3JJb+E8HnWMqcqdCjoyBLjf3dpSxWoyGFSjTLQoBqO7
q93nNk12Uw9mKfbh9sypx/SPIZn+TACx6scV2tzqPoCUI9gfx6e811EKa4Yjs000osOdaWnKs+dD
ELekP1r6KS2abUl0QnKqjQRqIUDsUF/03jTQ53NVQLssKSFMugBxRVxw26EzQedwKu+GsDuoIMDX
gkYV6R5UDI7b9wSnzzgPd7OBI7ZO6te0tz67LV7Gy/jx9jKpJnDVvArWVnegjCUHp2OZJI2JLtqm
bSNOX5mN6onR7fj4cNuQCjWDQf2xJIW70kcbwmh25ZmBaCey5xSI6aDzHjqXkl1i0jyq51Yc3SQf
0IcRvPYkTqLeMQ1w7wQQZm9I1JVOsr/9WbrxS9HEyFg2TBP2Q+08+/SnZX7Hc15a6hTuVbuBgvEe
mxxUFbgmXZ9a9sjLFOBExJG83hJxWk+TUeg4hVTReBWbA/0V8VYM97UVUlDqTDYaAu2qg9RUv0n6
6psvmlNnG1vWoyad6cS4VPOHPYFuAY8CCiVL7LVeIjjeEUs0Ui5OmA6fwJAZWX1hhlOvC5M6W9LR
D0CZoN7aLga0zVeebfuCbRIUBOJ42dz2CtUuRJkPXfkA7NiWDNpB5lSZxuyVZ8eezsyzzjHYraxO
7IuC7Ooi12BgVPcjYMkosLs+uAzlbNuFrF9dCoCgoWxahqQnH7rpq9MHd6l35wAChP/rFExEE6EV
VJ1oewJPKEH/kw/aEWnvu2lBJiNFm62XoqqUioc46z5yFAlK6uwdDxXbhUMpm92bzXhHljjMxu4d
4ScIgMhGSQ2EnXK4s2eWzbaPPtxgbk5j4/9VMieq8+HgN7rXIaX3oHIN0DKWFpCv680BnwSdoYfu
Br7M5ykYP/gABw6zd0+1ubfCFF5jwBdEAc7HtV46ZLngJAhmAM0pf6btAiHgadNwH3iBp9t+qjS0
StCviHYIj8phxao93vhYwca6By39J17+4vPJIP6/v3R6JjoNQCQCcQ8U/6/nzutojrIYuihcwzwm
gDWWZrd/T8v0lRWpCtm4U9rRAZ0TNcpWzH/IvCRkWn1JRZC8siJFEWcRaZ2uXQDDYHwcgMkkxqNt
QJIPJWWRbWJfRLcXSbXPYHGl9Ql+nwHSKtXzOHpZvXbw+KQPC1JEQf5AvOeZ4ESvt1VbhVUyhI35
VwKaOTToHG9/gOLw8eAcKOmjbr3yAl+vXhVwYxgrE/scgidQOsdF4z3kP1c2pOtmR/AyYvewUbp1
iKdxh7ohCI7fMRC88buoAuDMkfEdWVHgLbIGmQ2zf/kcpYj2gQU6uifVnrJNEJhQPI3jiVyarX5p
zKGpiuq8ZG6172co0Mel81qbzUcwarWak0ZpDSoVYDnACyLMXa9Nz9zJC3KK3pBkOba2CJOmeeyd
dMN5r7nLKA41D4QYCLVAx6BDVHJ80wNpY+Ym1TkNntoYwhhHRu788eDouL1V/rZy8qJagxJSILei
NKZd1yQ2+Jk01ZbH4oT68H0+OJ//vTdcmpHCxcRIgAfZvDp3C25Ke78Mg1FD977uTOl6izbqPyOR
psym3cQ9h1XncYB4yPCrb3R0yeq5AnsZ+EpXrPzqHxfVw75LzcrvMQjSPMMACZ7M4dfteVJkF2sv
+D8mJIf2J0GXDJ2wZwsNyGE2D20YiAXwhG2eTXf+5G6Mpr4zSvJ8264q40fNFz1CIGUFTFSGy9Uc
yaHwPZBsVK2zD+qy3kNnpoc8MaTcS5Mi9CLR2k+T7T2Pjo8W5NqPcs6cLWW+e8TTJ4vMegZp5e0P
U+05tGKD8xgftfa5Xs953Y7pGKBqe7abee8FPi4jy2527qtFB+VRob/BdAwOvDWtwxG9Lv/F8k7W
0OFCgK1gMe8402a35EenoVt/DCIKzVc8pY5ZcADTT5R8CoS3iyGhNlfZp5FOkd0+ElcHllK5NIgJ
fHSAgB4A1dTrL2pnsEckWVWdeeM1IW3dJErdeNCceSq3vrQibZx2HO1qcOBz09RBq6RsvchOwQRJ
47ne3V5N5fGK8xVNhGDeR4ud5N9OVdmZtfAKxaBffmOB29/8WmfrIyW45plzV1uHCXKhHEDvwD+S
ZnpHCAc2D6phaMHGFVoK4XVSMlLytsLT5Wm2T+W3rq5DzR5WzSfudT6uImheAn/29arNI29K0TdY
tc7YZMV+aeNNOmmuIToj0qJ5UwnqCB8DqQBvQ/5Foalle+8xgmIDjiLQdqKYfz2SwIw7p/AnGEkf
UBOImvaeD+M7lgR4GIBA8dqE+ZIS8GAslwopT42G/K4K/eK+Htir7aEjsXhPugCEFNjMcbmmeDC4
Hk/HQEMnRAPl0bbbM278mO2/rTK7w+a97eeK4xsnhIv2eMQskIg714ZmZmbgXRIVWHJEHAa1sTNE
cqI+rhZs3HjlX7fNKZzhytwaRy4ily/iEnWwrjpTiAHF1XcrxztT1fz7OIGO3N8PTRSJnQyfjaey
MdPYhF8DE8xFt08OmZdrTnEVvAHKnbjzYX1cdEyuY70YS2ym8Oiprs+dQfdj4H5Kk6e6z+4J2leX
DsJO1XdAaSPO2rCLyz3AI1CVExrHVwRePKeBRfY3iygAHtcfgUYKXmR9V59pVR+rtj1xHfWuwkPQ
4IeaOKCdazSSthZeLfqiZ0V9ble5k/hD6u4TkMs7ZQr5U93RphgOitVIK/BO5vjQ3Lgejk8STv1i
rlEasZxlA+9vvnlpiivbbT9UDQqv6tBsQ38WQGdSUBrdHjT2s414EYhiVzY2P5KRs93AXSuMa/T5
0SV1NW6pGBxycbwwYXQgzqbSpi7x7jcOIGk7e0W9zZfejTpmv6P1HVPnYqnW9kiQ9lzPoLCoZwRT
UKMDI6B7URv5KUsD4+RWU6fZAYpJXFeJ2Gtbie/JPLm8NXsUdfFekuE/2E3e4Jzcps9CshBnx3kW
hH4lnE+3V041iTCIKpqPxyHwqV6PbxJBb5Qxb85F3H430hWiHsT72zYUUQqgezS8o1KHzkeZDjGL
PbOdUrc5p909BfVGG9RgrtAxYamsoEZGfwMsgZKSfD33YsYrn7VnB+y5/vKEJ+FWJ0KrsyFtXpZM
duewvD0XlRPtG/T/WbkG66FaECAHcKtFthRAEul6QcQw2x0dsxanIjvQpX0t2XuauEE9hZ4wwOSw
JvIl0xGW1/ZO3aKTmewT39hYTbLt+/hwe91X37m+mGEQq+IBNg+aNGXf4lXbLWDyxCWdJOfW/Uas
NmxLEQ6ZjnBTZ0meNFYXON3TCq0Xjz57KWP02JGPufFye0Bv1wYDQhzA0uCy9mZtOuYTMTsDTvcf
1gyxVk0U1f28nKOC1ynpkRGdjdzfeP6G52Tz3w1ASrnchmRJ2mMA47aL+uPtH3+7OXBVAd890isc
OmDLvfZcABZmURN8fhvv/YCHQjzTVBMjlTZQq0XVAEKob7DuZsNRGE58rED7AN0uUBeb9tPtYahW
ATHkHxPSWebZbZc0E4HX0jnkwzMI6G4beOusYG9CwF23BQ5MeVu43EznwrWqc95NbZgSsz+3Vo1X
+bpm0WSMi+ac/J1SXO/Da4PS7qinEW1JoKI5t0NE531db7onqPe0yc44ZfzeGjSOoBug5McJ5+5k
4r3yTKrYiajbxMepNF64CWCq05atJmKuTvt2eGCBQPuVvwrWX/tdGRsp750FwzOcccMFWq1c5AHW
2G7t4WfjiM1kVQaUnUdNfFvn7a1hAFxMpFce2sevDQ/xkvlOjFsSYDtlvSt5soEmQNylUZY/3PYZ
1RjX94OVUx0NVDLbOVrHWM9tJFiB355LsN/51SmGdgMtd3bMwor6ISSlb9t8uxHQXQhKIZwSOLSh
kXY9vCqvHCQ5Znd2nFexUmxroNSK6bv6fWn6uM38MXfw++OUofDwIQ5Z8rHKwpxqJk/hjzjoMG3I
QIAVk6kgVorOwFnsDkn9z7H4AF/w0JNXagtJygGtZkCujTzHlQJgWXaev0xxd06Jd6h98KJ86Y0q
WprhVHiad8F1ciTfwxEOQ0gUcFeSYejVjNuzbWYCZ2sWVqC1caF6G7/c9gClEeiQrHXPletFSqna
ylgS6sJIgvmq2PPQ74ru+bYNhWdTemFDSqkMC5xSfVIIEMqYES3YqQG4dYJMxJyZ27R+dcY8nISd
vce56ao3iVwLO0tyvnZwYzLPpQD7yGfOHyDPpDGgdDrcZh38PCp5svpSQSs001WdOJvNp2KKUaOZ
NohIE6Ssbk+gYpvifRjCZSCBXYW15JHwxnTmcerPGSgcthDuGo6dyALdIbI6r+RwwNXgzoqXbyCg
5FNLGCKNg97tIYe7REVQPFcpvR+gmznmIiTl+Hnuy8/uwk9etif5yaLPZPh2e6RvXQWwK8B7Vjba
VcNTCkg4H/GySZwB3Ckx36ZAFuyYYaMqDKHisLXzYpsmeJqHtMnRm+byeNv62wX9H87OazdyLNna
T0SA3tySaWQoqaSyXTdEWXrv+fT/t/UfnFYy8yShxgzmYhqtSG4TO8xaK7BO4dBgqAW1pPXt7irC
wq62Bx/CnTc4i5vJR553tzI3UrJzN3JqaPWZymAXQRhYg58mN0V2GKvDCLUnfJDMrT0V9/d0T+m0
83DRbUSrmCD91MO3cdDYrTmMPlPI6xQR74yZ61ph7wuEc714QcHScfLAA33euNUUKgdJbsvj9XUV
Rs5+BGwaEl6yEfqGpz8iVnIz6TjBfr4EuylEQSKZXKnR330fRV0WdA8XhabhugA9BUExGyNyjDZT
PT+0oaBK+lH1/oGiIndHAJSpESQ/hjhFb6pYLb2TzEobVAWNWr6vtH55iCS4TtqQ/egsVLnNWW5v
9Gz+CBBd2whIXitxp2uJTCvsHCTmAIVb64+slmGxp9JSfAPhollnGNbyqcoest9jwix0Z3mZ1cSV
By/oDwYTyl/4Q8c5+DT8LfSPaXArm7G3pcF2fm1sQWNGZRFeIpV/canfLEiuFgaM4kj146mt9nMj
N9azUyRD7RmRUULMq+jobLjEC0QlxPUQ8hGECbZ63R4eejUbumxhnJHFnGmoZ7nTQ2+0XURNXb12
dmVm7ecl2Tfm+90xTVtmhkA9pBAGS+/0e0Mlyco2UxRfyyWm4KWm4bdxV3+6fmkurCpgIJBcpA9o
m65rRXXWDODfQ1a1iJVbeTAbyS2h47m9RqI9IkWw4ZTObylvGPEgIDKhPbqug9XJMtlWNavMOa1V
JPtMtLR+Zo3R5A/JVMb2xkm+kLPQ/XJe9cLo8J+1/8qGvkZStoovm7u89nSLaW5upe2Qz2fAm/OY
Q8OZ3u3hT22uQhE5CYxmtEvlVQyjGj/0u5L5p2iQX9+782eMsBcwAWEPNYSz4c9pTXZIpU/xrVwf
Gm8xOiX3srIpyFuytC498LrMDbGZK7sLowUKWi4h3Xj9R5w/MvwI5bWmjwbEma4zg8tsaZIGfoSk
qEdqTPZuQvPsoCSNdWss8WHs9XjjWl6yKWJwMS6XB2SNoEYof5mQ11P8abb92YweZjqAbqk5DaM+
ZD90ko2PvLTSoDVo+FnA55C4O72LmaS1eoeWoV8U468ogqyI2qSaA7FEdvKmSFJPKlu3TpuN03vh
svAKcP15XYHBrPG6ShOpTTzh80AJSnt7GrsfpZo7Xpe0w7zxiF/wBAh48IjD/wG5u1ZHd/KcQJNp
Bmg8hS/dAI09rfe9iRYRscn1MyNe4tXrQlYDgYAGjXhKxf6+ceXpKFXNgCAckwD06EdtNsNBlRp5
Y/EuW6FQDKiTe7/G5YVGXC4KHsgHVx27+Vz1N2k1biHFL20RVRH+EMeCxqBY1jffMo5dOWZWovl2
li++rPV/9SjsvBok5YZXuWxJUIWB3tIaWa1axU1LkzTT/CAzfk6j8XE2ukdpCP5c35yLZnj1CT4I
0dFMO/0g2tG0T7NcA2ijIuAzhc5RVEtuqlpeNopw4glbnQO+xeR5JQznYRepwpu1WyLZkNrQVNGE
z+4ARnla/bVuZC8fPmiSdOS/7/40OnJ4DQXWkqWvP61mKnbUA8T3++mfYslcB3KbuiUbc37s6EJz
4kBgUru07NX6yXoWGwiEm4go61DUq/mfxJzSDYd00QiIKxotYpSBvXJIDETnPE8hRvS2l3d1XdL2
GxmbHf8XQ4iDc8kNuklrSozTp1VZGLUpxDVrTy1y4p5wKbrf790Ztp9+KaNOcOvw/k5Pgrw0esKQ
T5OBqG0u71vHGuqbYSYEcvuiVpKX95vj3Mn04uiMkFifmuu7oEHTLbL8zGp6d7CGj3pk35jvl+oA
d/P/gw/BFtVWZpa+HhGhji0/kmpfWEGE7d3lGwesJ5U1pvUASljL+zhZbpaZFFr+0MWfSVoCunzW
7zqzt5h458+DMIRq7WuREqd9umR6Qvs3sFOLpuL3NpU+lYw4yvVDrGwVCC4ZMuhn8zLoTJtaT0ht
xl4OqggJZ7N0vHBEoTeE1i6j7Ly1PdctnY36HIFoyr3M9iCbtVe775pd7cYeNUx76209D1gIVP73
m5jOeLp4UVc7JKRY0oIHpWwe0WKqpPZRCWuS1I1q6OWvwikwag+57nUuPtZc46Vm/dQkjrwiVKND
U8Ufyrws7gu73bi4FxwR4DIxjBUULbXr1Zf1CLf3uTwSNUR05l1JCb9YIJ1/Xb+vF62IThlxJhHY
mnUdp6oRFGqtokyUVLVbaGpzVAj+3v30IRP/Cttm+YgtV2e8rpQurHIE4jsry3aJA20nkxhwX5vK
tP8PXwQFBOkVeCBg7U9PRBmrSjG2HZGdHg8eGsED+h+WvdHRuLhur8OfcQ84cPHP3zywyO4uth0N
SF0kufMCwzI5mEVk765/y9npRrkXpw2BzZIpIK4RltKIEF+I6JHf56HbBPoLA+N2rcZzbukftbLd
WLqzYBxzIKKIGvj38UYrr6pHDIBsyqbzs+xg1Dff5/QY3CDjMer7OHtvUIwtkmPGCECGICJaPeZG
uXTTHHQ96mySm+HrnMLxcuZObnmIs50CrC90kB2wo68E3tOdCiaQo4mi9kyeHr6gtp9TMJO2pg6/
+s6TgEtYEfEwqjME4OsD3qtzVYZ9u/iN0AT2TG3OQhQuBv1nhkx6t2OUSqE9TpI9ZPdJkvQvjhbZ
zjEdzMx6KINSN8CQavbiEltF/a7VJ/O31lVGtQ8MK/5uo839qQxkpXaBuoA6ntpef9TGMe13taTU
L3lTpMwEqErnSzlF2t9yLutfRqcuT1lip5+KVG2es26W9lkY5AnJulZ9HBC6psbGYOlyVy39+JJQ
IH4a82TpoI04Ur8fqFX/Uosy/ZnPQfwpCaKscI2iKp+DdNEzr1oM80ED0h/tgUNH3GdEWb5Fqcqj
EgyjTIMlGueDurSDcwR0mhmHfCjT+JNeFlHpapkzPzR6I+mHKFYlyM6G9tMMErlzI3A08oNSx9nz
kDNs4rGIJXLwRZ5R1YvqgG5Hlo/Sp1CO02+LNZTfR6u1bhO5nr9xo9LMlWnHlZ5WNPaPIsngsrZ5
OSg7KSgzWOhD338MKZPIh8nWEmWXG0qdeF1XkNBkUdfmbt2r5ud20aZ+3xZJGbi4GudHFDO+7aaf
5sShRLdIz4OcwAbv47ord04bKUxCqROEMhfmf/4TF2G53Pasnekaw6h1t/MU5ltS368J5Orw0c6n
mGmSQwte0ekRj9UkatVxGn1GPhfMjJgHcma9NMfoIC/OmO2CxJJf+gZlKDfPnPhjV3ZWzIJohe4O
fclWKLUztJ42K/mPoMomgExpogLsTlh0QymahFWhlLdTmVM27DPZNuCZmnFuAa+xugfCFzkHEw/5
yQs0QkwPZV75gVJovmcYVv0L9FlT7xxl6f5IjClJd8VgI7NsjyC69kqqRvdj5QQfrTjPpRs4Znl/
sNqhmY6d0/TzToOyUrgAs6yXqR1leQerMMz2w7TMZegaLfPT3L7WrNgrGupSG6Hg2cPPrRYsFt59
agbEtafrm8xDFRUm9e/RrARFwtSiw1D/kbKtGUXnCEvwz1CcYIfRkKJDucpEbakYJsRHKYEnofKC
qszkOoyNOMxJJe+LHG2euJ9AtdSFzaxNCU/RB5Z0KC0gxqS34X7U62RLUeyCB7VFU4WHiMQL1MXp
5zP9JDU7PZ98EpWZp0dCVcs0/773qYPNy/Iy141u5llVfur7tuxjffFJnw+w19Db7u761syRLvvj
IOL1fnPULElQqEKLuTyn37Qs5qCXSyj7JYjXp1406q2Kw5sD7CeiWyxPiyd54309P0c8QYI3BBgS
kaz1I5HZrTW2k7Qg55o4e6ae5De8t/2d0eolhUxjS7tEvKGnfkHYY8uI+MmS1lDnoZ1KNjWS/SiJ
LS8M9erBGaRhZ8yDtBEPnRUcoPfQUpGBXUFWghd1up7WqFEjVBPZl41gvjXM4ofa2eNxih0eG5Cn
j4WpdF6mSPXh+kZeuDICyk2hlhceMtuaUylLRRyWqrZAkag9p1b3sj3cjL3z3AvVJ5QE1enT0KWe
kLco28mNxdCiKkier/+O181bLTbQMwIZRGGhA69PFGii1hm6QvF1QjpvKAmvXGs0BzeZinof0Rje
91VjerjKyZuXuPKcZGgPedyn/CtT6Obj8KeOLd3rla64z3tZepDlZfmMStF4QKij2dHGzhgkPTk3
RR1VH4u57ty5mIMDmo31ox2W3cfrH3V+8zWoewTSMNKpKppi199EuXIVq1ULHdHXpvmxUuuvHUoe
7nUbFw4pRH5Q5TJ7B5ZldROrmSlIRDSTv8ByelDVKdhxnuOflto7G3XLc1NidqRBBqyYEEDWqUGu
DXEZaZXql2mtu47RzTeIIOWePnXTxn24ZEqUkERJUWBE1ytXmGUyET34jrE3R68NjuOWZsx5tM6S
8d4D/OFZZSjG6eZQhYtYVkfzGzmu79WunffyYJgvRa6190QEpmDAd54xmaHnLPOwpUd/ThjiocI7
GkTvzE04E/JsHJpLWqBpvjLRq0TBM3DQ005/Srq+c+Z9a1dHfWndSh4PQyhmcNxePzmXf4BDkQ4P
wOeuSX82/Honp/QFcjXf9VO4T/vJy+SasS3LF0X+XKOUWlgaohf2kzy2oFq3MqYL2ywa89wP2uNi
YOjpHtQ99udBwe2VOWBmBT4w5Rxb96IgAEp7/XsvbLiIDig8iOtCW+rUGNQ+hOD1TvZzGYFLQvQF
Aa9B1w9W2o5fRikO9q06pIfCSnJPW5xyf93++fNFHUwM4Xaojzpno9HsaJICTpPsD63i3BtzPOw5
5S0xrZl9Lwqp3PA+4ntOPSr2DKFTxoQ0UuhV2BUokrzUtDrooCbmDfLqxV0Y2NnBDtXhQ5YG+aMU
jPqTXVr1hjM/706rrC/rTAMXvuFZNKJmgT3aA5+aqZEXlM7znMxfSkRRk370jMR5jsroU5sA+tC3
UEkXvhrTYgCCLR609Usah3o02RJfXcuFCAq8YPinTHzdTN3Kqry43Sjd/x/f+q9BccbfOHktDqh2
9Rh06tGV6n9SOz0gUvBkVxL61C1kiviuqOvCHS1lw/aF6wMEAjgE30noIK8Sl4WeC7OtqD6ZuZ3v
1DRUvDQfaKwORrph6vwpg7HEtAnOrcBAr6evz3Ec9VpdqP5hcbcEVc4lnZGMePPH128YogTmRMav
+lOJeHPlFkzPsFH6XYLstxy3j0y520lpfVvV8cu4RHv15zgOXxOn3SNXuQ8YORcx1mtJ/qpMNgzH
LbjShYsLeIcqEqATyhTaykvZlA2rBISeb2iI4ZqlF9ffk4I+ZLPlokR+srqyJ5ZWZwlpc5gqI5as
aF9Ju8RyJXSk7j+/2xGdWBHf++bE0nQ05dqgNJqifikPD53ZHQIDzMHWGPqLC0dHEA8vVFXWAQNi
DE47BY0KXdR5HJvvSVcxzdVwDeW9pWUOEA+oIhgfEJ3X8gVGMk0CsKL6WZLtCvNHWZk3mjbuoRls
JD6X7gGpJbkcOjmypq2cqhNY1mDooeYbSVfchFb+mThiSwz4wssMeoDvsVg3PmfdBlJSyUSDPgVi
w/AQRmn04y2Im3BxQfMwSCg2lr1pTu1NA2Lllv5xv58JQx9G2+k+00AfNpb3/KMh0AtPLma6CYHd
0wPTRZI+RE0q+22rokTZLu1RrYd0d/1YnnszBgKC+RFUNwA46/c5Bb2kaWykz8iW28UMENvub0Nz
I7I8fx8IYHGVGkw3qhKGuIJvDj+KilIqR4vCTOZ2zxiNQ10ZAil3P8vTj6BWn7Vpw3We3wK6yHQO
BXOQ0HtN+8x1Z3QGaJI+o7mXZ6Vqh11aBOadbYLPk0ZzevcRJYsidBNgQyYBrHX4JQo+drk0hHWd
WtxHpdkiixghJX19u84PBfxfEI0UxWiQnyVsoGhKPZYn3S9z3dh1etoexzJ8/30DbkGYbog753Au
Trcrk5p0iFqsILhlMLORik7Z5/bGkp0fPaw42MBHUVlYszsXKy+CqdN0356CGgK9pPzk7jvPddtq
++vLdu7iOcZYo8SHqtcZh6jNlSVOssTwpapLjkaV82LJhXyTZ6p2nJNh/hJJ/dbrfen7NLJ83CRV
dkR7T1dxCqwgL8rO8ONGH3Jk6pMEXCIVZt3V2zLcUg88PxoAEkEn4vNxkiQ3p+bKYu6rZawNf8lr
w7OHpT/0bScdrq/kpY+ivCnUAqkXAEM/teKgz8W4UtVAs6Zwy+XJScMbJVE3vNKl/SJ7hx/AVQJH
v+ojoiPUGQw1Mf3YjkFFD3p2a2baeGMHZXTjdDQDQEy/G7vDrWXdiN3pKCG4sPq0UjenASi6gbps
NezsKJruyRArd1acbuM8XohfhS2QJ3yd4K+uNkubjbTRA8fwa4jUxzKfpfsMXt4NXMbe760mvC2y
qL+ZJVPz9FFN7vNpVrZEgS68eHRrEe5lqIHgIturUDaehlAeggI4h1yQFUx3nR7u9eIfxG9NxLEQ
7nZDk84FNPKP1mbScOEoUZ2hXkyZWkBXxD9/8yhUjSOHwSIbKJ9aMcPUommnR3PkEntXG+t90RS5
Nv07wInkKKemwokpKX1vAygxI1u+NzT0QT4kc5ypriMNk7YxL+L8KtoErMDZmDWMMvgayZRnWVSj
mWb6UhkEn5rMav9UUyBvPHHnHyWsEB0AnqXbLq8iynYxJbyrbCK+bzc/1MHRDplGu8uN07bfuJAX
v4g4D5YTyuNUdU8XsLQkI8ukzPKdLhobl7rhWB7GEvmNjUfhoiG6+jRz0acxrdUlVGrbKNqBneKx
Lr5kgZXfyJJcbegxnCPaBThG9AWENARXcPU9bULDp0QCwjdCp/yGPBGY6qSVnpqxGe760ZDvw2lR
7opJmvcJUgiHNJHzY5vn/UutZLd6kmSenAbZ3krq4GhLg/5d7tLua1LN1ZMVjeZuaLr0t0VrcSMC
uLDr6KehpspWCLkH4Trf3BprbEj94zYA5hsGXhlSTjVz46ORzRtbfsFHcTk5XUKc0qCusIq6e2ui
A2uogd/xfCmuIkfRN5O3OttTN4l/1aWQfY76ethp5hAVBzsdyy9Daihbn3yuSI/ADlEjbwEUGVKN
lbcsM7RV5SSy/cBOkl2VyNOnRoqcbmeH6QFwS3AzMPFzl+aEdc0oNftuDh7j3GmeUHtKH7LU/qI3
qAFlOP73AtjFHDXqiBRnhTz9WpJfVvrB6frQRirFnD+ZIW3JMg+r54Viy8bVOH8UyeZAxQEeEnN6
1vT6rhdVrqJKH0Yn98z8l4aGbIN8c1k5iGG827kA+6XogCY1cTv/e3rMZi1se6O08ofSfhQ0HWVh
0sD398YSouVAdZAqOn5qXQzmU+iupWr6sBR0ZvNJ+a0rw+KZ4eYQxbNsAHU++pPoAXFvznX9NaS1
tSgss4eAx/QpS2NReo0sBu0YyR1XZ9iIks6qngKIYqCJzwoSLa05rpFs5WVPd/2hyGX940yZZTfo
PUNRovHPEnQG6BRQ+EqkOS+qPBUb1oWPPCloYJ3AnUI3/oHuxOph6Oug05puKB+GNNQfkmJZ9kyK
nI5t1P1JpSh+KiO58ZDkUj5e39CzEyoMi+kURBO8Fevendaj0bzkTvkw1YLJpmlhhcBcEISKO6v0
iw750jV/kmp6N40EwzgoKs3kekLP+vS0xhII+EKJqod+YVwDZEh5z3GKXTsbu42Lce4WhS2gbQBg
8cDAjk5tJUaBTraWVw9GPQa7oqkcKCOEaUqpKB8AMUd/7SHR74JuSjLXCmP1g+JMxc31lX7Ny9d7
zONOQQQdHsgeq/s52mEElKGqHhalMT9CYERO1JgEesHSWAD4Yck4FwdZLvuPudEjfxVn6fw8l13m
Lk5q3nWSYR26wPmpAuA9LM58mGD7eEHaVT+u/9azF0ssmOB20nihBLb23lU8GE4VN9VDGiT6PlPt
x4Io+1gVtvbzuqWz4AFLgsrOw6iJQbCrthxtn1RBlr18WBwl3tUMFEdNfMo3/PC5MxG3S0gs2IYq
2oCnByC226COzVqjAxp06a4eCpXqb2Pmz10rJyOzHDpji0N0voZgoTUgtwSwoqyxitTJxeeMW20y
anYJl49FnU6Ri3iPVD9VU5lsMd3OzcGqA+ZG6KrbtrMm/xq9Ni4IStl+OvYArSy6tvaD7IAKd2M5
Ctt3ozUE/IwbxV9weMXWta5Kb9pamm3LD9VUi13GlyfDASHlKNyIzC99GI03QaKkqnyGiuHILE1a
xLY/AfHzkDVHiR6oWPpxDCKmGb73OAK4fWNMHNc3oRoVvMgoBmKDHnyPS0ZVuuaU2O/29qRugPgo
CYG+Qdfx1IoNdH3JBwkodj2oR21pkNDnFEGm06PEHUeLYMHo9NJtNDPdABmdO3zCUCpeNGIEkmKN
N2+DZG5GI3IQNZl21RDcx1MMOqD9tAzKsZY+vXs9GfBrmhAhmTdzVqsMu7kcEyJEv6+z2XJnQ84k
r7PNdGvMyNkpYZQZOQ6DGABhipLR6ZLqdq2Qg1QlLMH0JrZ4r9VekfaOutU32zK0eqnN2taCwkCQ
MzOHnVr8Lcdnq4o33oozr8jXkCHC4xcipByT068JgrmNYqEnUpod1Pay/FTIfb5R4b1o5BVuReGc
cSmrs95EUiYFNgo6/RADZDTCPn6UkWwp3nunxMcg68jeCDmrM8/kZJSMHBtx0TAObsfciT36yu2G
lfW55lXnTBPGAOqSaeSu3G3U5XbTkxrdm7NXKanX94kbQOu15uMU3l4/1eszgC1gepCDXkerwu07
3Z7RnC2jMgLjPpM/2N3k1Tur63bXbZyFC69GIOODOKAAAozk1MgMmYZKhWPey4kpgWGNki+LbhVf
BlKiu3p2wm8duerdAkbvGGpL7NlwHL/KvRk+m1OTHXuJmYzoxbZ3RZXBq8z1X2XpaMxCSfRwa5zr
On4VP9YABWLCtkYkZp3ikt8Fic3Q0XvYA9X+YByV/fAw/HN9SV5909sICisUuQlL0E1k+dclgEpb
5sbOM/secF/uBXpR3ipI8Hn0fJojHcFpV8xNve+m2t4ldpw+mm07HaXOLEJKgn1wV6p2vQ+sMnq0
2jZ4sKS4/NTIZfeS5YI6Mo/ScVmiINmh/CTvug56LjT93mj3ugW+240UEL0b1YF1bMJHwW4WHGAw
n9RNVw4FcHW+TItp3yMFQGJ4VNT2Vuq/p9Q3ri/flqFV/FnJM7gOKAr3w3IPtMHTRs3N46d0+PIf
7PCMCraHiAxWt2NRi66LmZl6bxkzY+7NvVPE3yu93k+Ldbhu6sKlJz3819TK689mX8p5ZNv3iBd+
CJDEtupDNz90huyq6rjhL7eMrTZKstK+V6HW36d8Vrhj+tfLTaf9h01yeBBhDJMpUKY6vfVq1sca
tDnnPhuY5jEyxOG2hQJ/Y8/9o27NysZeib1Y3SjEEcQcV7aK6GplTh60KFBKzI2NM7mpWfS7Ro23
pDBeaSonZug9COC4glwAB32NX0qpeSWOVUf+qMZV7TEpIqj2Q9QNX9twsJihZY3qjxY6Db50zqLJ
m9q57z15UrvZS0un/9TbchHtGiYuhC51dQ3VjrlMdc3Vwnn5OZh59mwWsqLti1RXA8KnUFN+yVWj
gdCf+2a0dzR9SGdjNay3umJnzg8KtMXjJlySQIauLlau6dNiJIZ0D4S//jwgwHUjK56UHIN243Sc
ZbLEAkS4Ko3S18BxrcNUtSb8fLsPfZshnIf6ESrVz7nZ3eVPWyKaZ3LwmGL4ALUXB/SyEME7PYnK
3MeBpUyh7yRgcgb7GUT/jd4YEdOFJSaAfh9qhkcyjUBv868L/1fCddf7YT9LW9jNs5t3+lOsVZKY
U65RyngM/U66y+WE0K4+ZurRGm0XsfbjO33KqzGUtAxA4s4ZZBs6+GxE3Rz6cfY11qT9MP8dok/M
a78fpm/XTZ3FEcKUaFzBZUZ2fg1fkBi1Dhx9CZGbr3dqcDfBc5i3hBKFW1rdPVH14Hkh/xUh5ek+
OkY5qAwtiP0mtx/64EugpEdmY7NVG5nFGTyJE4MlwcumkEQcsHKQg+MEQZRPgMgU6d6wynGvkWd0
tVZ+HGttPqZTOe0zhUlFZqikH6bIbg9zhFTJGNnDET6O+iyPwNZLhdC6JnL5EBDWP/WF9lIOjvUC
QJmBK9e34PV5XS0PHF/iX0hbYgtWx1wP4I7EY5z4EdQb/VYJ/cm4pd+bf3DulHRn/Gh/B8HuEDwX
f/jN142Lv31umwwa/8vmrKupZhFErUJjAt4dNTcP9e7luVRcJzlOo1tvgFPOWod8nmAz/481JIlO
D8IcA2GvNazVye8orJnCOO/URT9CpTxYqGXV8z0iyrviK740s5aNb71onuYwTAC6gXSKV+Zr6D/N
LBsJcy0YGF/DKmQy0V1nDC5UJfjBE8+C8cEw/gmbr32r76IEhN719b7gRyCo//sTVlehVNLUSA2T
9Z5/hAk8184NpN3QyZ62hbS68CaQUgngNH0+keafLnY0WXpFnp34wXwz1n+nYHHD4XsOy1ENPxvp
1sC680sOrZuVFR0AIoe19sdYaEjlq33kK7E/2KbX2PGuABNu5D+vL+GFFwhLqlDiobVDNWa1hnYQ
h8g1lsy4Phiu6tUPmVt7EYo8u3bjwJ57R6pmwBaoxQMCoX9yuoRojMh2qWsRFS1VMC7cXPqcbxk5
kxfiwaYLRJjKJlGkW7dkE6Vd6CCGMUK4kx/cmd6Lqe/DnbRrdsnGy3Jpk96aEsfzTXEpyQq4oRmm
6vKPJHnhc+Hcd82PjQ0Sy3LqVMQIHN3GqRFzMXL31IqZzG1cFm3sq8f6Rfsm72HjuY11eK5/Zsip
fSg+Xzd4aZve2lttU1rPhpr02CuV1suqXcbgaWXeKm+eu8rTr1rdp9SY20RqsRIv+3h/AOOk7Jtn
54++UW28EPaAryfNxCOjbAJB9XT5JCvUrMA0YrgoXy0t/yCH5bG0ohe7SQ/V4ngxg0ka/ZsTVpNr
d83TMkt/hbiB1N9cX9cLDpMMisSQ1BpYAp9/+ktqwujKyvPEt56UJ/OL/dvc/Sp38k3jhfznurFL
R/OtLbHJb47mMs2VI+BWCCreVerrGPum7t1x2pK8unRauM9ECCQcJLvCb74xlMV1hLbFmPimlHjF
GLu9MblhsqFLc9Z+FrcaqgQFf4b0iszj1IyAA4RFuyQ+Defn5IN5ByY0f8lfhk+KX3vBrkwLd77p
NzzWpVUELInsBJB+RAFWOxbppRQtup74ody7ErEKdGeXGs2gb4RaF72WwPshkgVsDL2s0++zyOMV
jmnsfzMO5uwu9+MH2JL79pYEaMNrXTyHb22tPH61JJOSSdgaPcd13O+t+5UowSUB8caNB1os0Np3
vTW18l1tI6sd1eHYb/fG/j/9cYBTr3ouNNVW3yErgxqFARyHNuk+lEo+uiJU2r3/IoHJ/V8jqy8g
O1TMZWoIJxmtYVbdU6WVbuo8h429cQYurhVVfAQvZMytyyyqXk+Ok/aJn1h54jZS8iRL41aX5+Jz
D/iKoAL9RMr4qyM91WXVNBn3dVaH6dhECs+ksxi7BoAw7Qn71yxpMj1TI9t3xeTsg9HZEsM/j9qI
WoH4IRXBVSaHOT3rpPMT6scyfjA2op3k2PcNNPR9JGt/57YydpNObnF9Fy95KQfvAUOYWasgaU5N
omrWTEEqLnLiHCnWLDckv6mXMH1448RfcBlEN8AcwPPBxV63wc1K7uuxCFNUQv+WrB8hgZY2niDS
vvuTTgytNhKx/77SEynxDTXbg1G/C0bDRxBjf93MhXda5JrQXxBUExTI05ULYekPeZymfjw69b4K
inB058X5aSZ569GMjNzEDhSXKcRjCMt/3IRAXdi6kx+w2rpFipmRXpep3yryN1WSj71sPGWzdBPI
5uhOtv6YmNrXOqxv5p6py7Q4wU8mdeblCeqgU5bLLoJ52u76slz6VdTY0PShzQ13d/WrihIsHuoO
qR81hmtNyT5bXqzK2KhQXjpMtNvoOlNTpki0ymXrRIt6MGzi29uHuv4RaU+KGt84FGre/zmvIwrR
2qE8tB4ZGVOHimUn43O0Zq/o0IOtn2397paOCT2OQgzH6dXK2mH3mjUGbZ76/d4EAxEVn5X2TwnH
+vP1rxFncvXq0KFC/wjpIJR81l8zaoOTjM2S+ZLqFF4zVCUp6bi/buTSCXhrZPUxs9FVDPOUMz/K
PG2vFu5/uN+MMCbsERMlCH9OL14eNlrbGhXPQftNzb4k6k2T/L3+CZeOl5DQhDwNso/O1KkJpc4D
BCVqTISPefAypbd9sDO31LUv7QYgWB4bQAWI96wWqu7RXp0MPKJWLtUfyGutxywus9xwvGeEfkJE
gLH/2lm91E1blQgfRalffcuIBiWmbikFcjKBKyP/2NTyMcizu6yqXQZQZ1b0WCj6xn299Lqe/IbV
piEP3FeWzG+gCFb8pmtl/rH/qe4bexeV++j5+vZdeEchL1N/B7kB9mAdepMVxq0xJqlfSv4c509T
1nlmezOmEer6W9SsC8edAiqlAqEUTJ90Fef3DWMrrURJ/Xxa3M78G7aFm1nGxqW6cCKh8ICepecv
Rm+sTuQg1dEYNDN7aP+Us462zAEdGjZxC8968XMoBsMOA7FmrqVIk9Du63ZSeab7xlXL0FuWu7l4
L1WIIymaqIL9JHiU2upzxrqImSxk4VZtk9MYenLb/IcVY+vpWYPdYcb16tRnIxMQu9ZM/br5FS/P
wxDzPNdu2ny8ftgu7QzEPGjTHDUCt9VTZCaBDi7Y4VOIg7UxQico9LTsiFTXxkW+tDU4CoHdJOFj
DNypV6LR00zAeTPfyNGa1L86KPVY79XkEzsj0Ef8rxA6WWPc06EegnxoMcKQjdDeO+GTEj3U2Ra6
5EL4RCtJILlEMwmE7epjYJVMbY6dNg3cOE73TRPfpma96yCnleFd1Nt3ECGO1zfrUoqHPZgtHAve
2jP2WN438zIqPE6++gxjoHflY/Fko66y638PKZC8jU07L48K/MS/BlfHo5ITCFapMPhJ3Wc76fOy
L/ba7fXPumREoNNAw5EkQSs8XczUWOQ8H+bMX5QP6eQyOLgC73f4rVdfrxu65MeZ4USlV4yVpd67
ulVJYpdAF7UMsoqb7+3iJT0gFm59Wf6EqTdv9Swu3a231lYnvpCrWqJuymEcQlDlP5kV5g5y620X
R8VfWkVGJ98l3uo31ZqlDJXIkHRWsL9frP9H2nUtx40s2S9CBLx5rYJpg2bTNI34giBFEd67Ar5+
D3hjV91obCO0OzOK0QwjlMiqrKysNOckG/aOqzHrrUaleUy7eB9GNgg523K3ho87ubpbkqdTfya5
UCUpZYaIqaZDEbjMqr/qluift/dtTcjstHX+OIa+hm1jtfMefcS/xpx6j7dlLLmniV0GRdspszFv
7+j4KmiNIUnduom+cgzf1COmmdT63yNyxMl/xUyqnq0XV/MsGLg0dYta2WRZsB2T4V2To7WwaUkd
hIA/zep4ZcwdIVrdPCkb49TtMQVNWozX2HHvT4UGZS2bthAIArwatQb0BsPrzski0TWCBighS4Fc
HKlU8DCoq4I1/vb2LJwltNzjRYY+UiSG5hEE8yvD6Ef4COSWaaAASKAWKUqj6IlbkbSUWcYkMJwe
KCnRejnHGdH0Uk9anSVu1O5AJE8A/i0mr2XutAU6L37z3W4IP1P/A6XnUlDo0KyFF4u6TiA+SOZM
ODqzyDryqlxiPcw95zcaHm0FsP29kPprwdJCTRVPQtRUEP6hce0KbT+oge2IX6kL7EVbpqP5me4Y
+UMk5K0zS6Exyiu3t3F5cc9Eipf2P8b+EMt9mKLq0dn8rrd4KyRBQ+6FXbllTkaVFYkLBwE6Ynrc
wGMIPR+T9Z4dOEHIFaMDVjjA3FMnBx4YqlNccH9brQUHBXwWeQKPm/ZrjjzUqgXmPhovcWMJ9Aij
MyYCraSHxnvh1jhnFy5LhLVA7pAxfwKcp5nDbUr05ygxTlsG8BvSpX4ESMAoddJBZtuixXsyxQzm
IcQE5v9hJTGLBWQ1DEbiqT+7ppGsEcUUf7ma7Hbdn9aNun9vIMG4GfrVUeOHXQI47XKzpM7Li8AP
ArdtPgu04fMKRiHbXYrRVWMV3nbBMpCRReMI+t+m8bLZ9QwMs1rlxiF0x6CgWbmrfUBgDyuPuYWz
jOjwB3kfza54yl5qBJDPVIwVGfUw+SEdW5NXvlUwbf4fukemOa+/cmZmEWoBAkMZ5TBNeVQ9zWy5
jyh/RFP3indcsHT4eNTdJtcIG5wFhACuZxVga0MwgkSWjgeDGSoCSvMCgs80fh+7QrBun63FFfwf
iegZvlxBuRakAqMAIWD+Eyrj+S9GjxkwVlU+WdFt0SDOJM38bpAUUSZkHkqKtYdWqp6HguoHa7WV
8tOanJkPNFqQlWJlQzcFdcwgRWCZxzNyDRhksqxZZIZABukZGXACSNDNLA/za16s6BmaKCqFOYYQ
bzoJdHa3N2dZCDoTMayDrsT55sR9rfBACo+mKuyo+t9aPHzdlrDg76DGXwmzTel8P24TARJivrYS
+QMIvrTitQ0nHIBbYOJpR28LXFIJL2FU5X+e+HOAhNaIMAKsQiBKvccMyAj8UL3cFnFtANJ026KR
aWrRwOJdmjQwfzwmpPDhXKHTPIhJ03yytdrI9cJNQgANh1wIzOkqoK01MKwjT+7mhWcnhnIXSc+h
Ku8Dxo5B2gCuRdvcVuv6pKK1HxcEarlwRvCpl2pVHicb6OFOXQxpkw4XEbv39VO3RvC+JmZ2fOTW
SBquzVMXEwTAV9bau7G4U9e65NakzG6HsPCaoMoK3LOqlSRKSMIaGca0TEhl/Lm9btc+Fes2FZZQ
vdNQJp4pJBpcokd8n6Ij6OiFxUsDbJuC1VALPbTBGqP0kl0AagAJdATSKIDOjM/jWw5RISLpIEJl
P0RyjGMvpQwmnar5xrzTelLmytyn04uSGaLZaUhxzmgB0oyG8WPRunISVWaNFk0TSF35RmrZGlbQ
gijEDkBuQN8CAvj5M0FDb1U+BAKYGENPPqQseWORL9qjprTO7U27chMotqItYoL4mEaZ5pnGylNF
riy7zkVJ1eS0wgySlbTIdJVeOPBLCfPeiNRL1LoqoAtOK0falm8tSKzsMYubDZr3IsrxlWjLSm2Y
LGbC820Fr5NNk3xc8aibovH1ip8oAK9ahiC0c7vfsvgg062gEYCnoMcTyJm0ovWKvleG+SMPCRO8
uVDcmc856WmuxqUOfVlN8z8BuqGAQ9+aI7dyzV8dt5mcyYbOXgRd6QUY+RQhh9m+UhJNPPlmJd2J
q0X5RWvU/mo0O2pSK0eiZ0AjWHz5AmDZbfjHsBpSWSF9/ubN2F7ZszXVpp+fqeb7YVB2aKBwD+Pv
+8AUdv/cfzStHdC/kflE1RhX2KUAROx+DeKTzh1/5yEdaS6a1m2zu/K7MwkzZ5gXyDimkxXU6j4B
rKlXK4A2BULy79tyrl+iM0EzB4/p7VYsFXDTBuFjVJthdS/LpNm4XkeKhIAb4pVJTqx8rcE8rQqe
PMvZJhVK6Y+JD8HKUTQKwtPeDkr62tsSv1F2v6qPgqys6aIdnu3a9PMziWNTxkIgYNca/iWWDrL/
kkgrsC9rImamnnshP4SRjNWU7jv22euHXHpf2bEp0r9yiGdqzKwbfYtjmk7GFwepCdgvI6DyW1GT
2GwejczxxBVHseTigYiIgfSJkQne/nLZgJIeScBe7Vw+ZIT3cBlLxYqIpWU7FzFTqQ4wTh35Ye+K
jPRbdR+at9dsTYXJ557tPMgYMsiACk30LjbHqHu8/ecvGvO5ArP3YCAJXF3KQe96yD4UWwwOlMGd
9NGfuoN+x++fw2NEk4fbQlcWbQ7xnjQ+Wmc1v3eTrDRzoaQ5+hMzdaVva1EK8DYAdDhlW/Tp52dL
V4TAHkgybI3HqEjQCFCtPDSW7juATP2PgJl5AUSnT+om7t3sC70bNFJOdep0nVWFjrxWiljeJ0Rh
gH1CsQ/gMJfaBFniiUAS6t1BeOcnGHIbGSoSkO+E6lR+xyataLcUveBN+B+B04z0TGAXs6bSJoG0
kCgPmuLPBigtPahlkCFbMfPlpfwr7OpaauNej/Ieiczh2yCEfX/8uzUACAlvXMxjIDyex+h6q/UY
ZoPNFdVDFp0SUKFGp9tmvaDEhYjZhZTnRaHFADt1ReFXnnzhuJb5scb8/72QrxzbhUv2QtTkNs5s
W2wLTB2D4sVNkxqJjg9J/8XAICKsvUGX5aDYi1LsD8fFpZzJufWdhDMEEzB6nWY6EnlghpGNNQtY
iHyg0V9JM0c3IWAIg4bD1OQRjcHXI2ecFUuU80DgvbJ6C04VoNE6UioYoAavvHiplc8P4qAXSY8e
95Zk8kh6ZL9u28LiwoG75+cZDTzDmfNRBGlsQAgJihl+l5a+DchEIqsbmaWb24KW1g0Ja1SUMQWD
uvzMEvSSKb2ctAxD/y0J2TYpXvXs15RfE9p/j++RHkd5fuKPmPpALpctyaM+DCXwuWvH7lRzJBOs
oqToN4n/uTUJQHrnkmZKiVHu97xcMxeMB0CikqKAtlW29pC+riZPYtBqgF8o6SEwvlQIcE++poQd
cxuJFi5vebnDcxumkjFxym2+Np275B/Oxc3MrtdTLecYtiqQ4r36xYm+GQ6vom8JgoMu45UBi4Xr
70K52W4NyEsaLIZySheZac6T1Hvo1rAPV5dwtlMVY70xSA0D0OIdhstUqhm0u+PTQ1ATrrO4lczr
z/t/FkJeaDU7V70nqH2vYA1zq7NrGh3zZ+2uND3SEAGN7AH5AprswVg5ZAt3IaQi+YGuFzip+axK
JaABoG4q5g7lPvQqAuQaope/KqB/el9gMJDbtdLewrFG/QS1DUDMAeN+Puo8llWctFkP0zTLQ0E+
dmvX+4IPvBAw87dA4Ow4LmTM7aVDjm7hyvv3NbsQMAtYpFxPeLmFBmrMrD6OKKqvHig9AG6diBqJ
SOGvjVIvmPy5yHnChfXlGLccRAolrivlECA/hsz8bYd73c84IYf+3Zr5E3rwE88oZBysyhRs6U2y
m09X2Q1vjeURoE6+3hZ3jcXxIw7pecSxGOqfB35NJTep3MPiexrc9063ReRHZKI4NdA/ZDO0/H3t
VFbu3o0MXgwDwdvUzO2v25+xdNCh9X9/xhUFbAT4ab1Avs+No22HTptRUpFwrK2uVUkcmTxuH22k
aFN8uS14wWleyJ356CHhq9jvoH6yLU695f1q3eJxjQB9Kbq+kDJzzWjXigDOhwtHr92kNgEnLPbh
lOR8L9s3KcwtnikkNz7lWCFDpxNdJH38r0i8yNBdfMTMY3toJyyVFqqe7uka+MmKGYHQ+fKu8/Ks
EnUVf7gvyhiZ0g9yLJpqcGigagRkF6BwjZrppY/gfpTYCbh3dUHQk5sYlEfyq3W60s47byvHBXoy
HX20G+OuFtjK6Vr2e+ienVgawNM8xVVngS269bqhMXCEW96pmYlOvNrAEIPlrVUl1wRNPz8TVKmR
XmEqAqfY7jmy3bUbZSVc+l+M6q8uMxfLMbFDzy+OTGPidYhTK9igVzSDD2DvBQ8m0mL09llZPqRA
aUHjCcYTwOF0qZQu+K2M8X7mhuiwZklBKvS2JCj1pwrVGOm8u6ix2/CfAW8mwz0TO3P1qBsOShpg
LRn/ZPg5SV592UOP8MqNcj1seCEHb9JL9QKgIvGVDDmS8aEnTnLPdc7wHNc/Fhz86vz32ixAgTo2
Iv4d0rXBtoUwQAMiKwIAtEEL+N2lfLFQ/ChRsbx6CAq1kLP64luSFHvkaiqGnc2xZ85bs6Lp1M8i
nguhMweYtD1gpRMIRTrjQedyqgC2Jcp3AFxRlL3fUV18kbVky+O8BpkVjPlKzHUNNzEtO9w7moy0
qUo8cx3CqJe9OApw/UqaOVJzaqXYarz6XShtme+sVhu2ZV8SXzKDGG2LVbEHfGoXcFQM8m3s76vx
XTMObeLtUn/lerge0Jx93DwgrCKfA6YX/Jqq2IqXmo1x77WOxEyvOgChPngUhm2BnPDto7Z4LQFy
eWrvx+rMkVKyNE89NPJCLPhQRt/BCyJJ/UPFGR8jUyxd51byF8uKnkmc2YE0BGI1tpCoPHGbk4d+
K7YT78HBug1XQo5lx3Uman4bpiFA2hlE1akl2CfMnpiKc2fhXeQkd65n3V7KZa91Jm5272Ul+MBQ
UWIuJ5jDSIXRBDr8N5eaxUNGA2dF2sLLHPv1d+dm1gyW5jgEQAFzi0zZjmO78UsqKSJRXDVyguBQ
ywJ+9CLxYLhDWsDnSBVvuxHXUfXPw2qT7aIfElY0NWDKsy1VR43LC1/Ep7SO2B0U8VRIK2ZzbaeY
DwTADhp+0DaNp8Sly8rrgkl+LgzuW2I3FjziWmBx7RMhAGMBoCTFb0BicylgHGopHAoIAOnFiUNR
ETW5dATAplWWOZIrv8SiW4lFF3UCmCfqWBOK9HyMzBv4rhl9aXClt54RFlHAhN23x2gth/Mz0XDp
eqHSmaDZ/oh8I/N4Rw9TfkCkzafPiLQZXiRTIOFOs5gVbmv7T2VpKgh8SWUa9/3n01oae1lb4PNi
2hKXybzlHflMlSkVFlhU0dVZUXnPmd5K4HB9JqDoNEsP+hf8eXM4e8Mr60xN1MEFkY2HJAHA+4TI
rFdBCRZ1OZMzO3sxoHPHSlYGNzrxKskqh8Ns82vFPwDvbUWlH3yUq807kzW7GDghCYuG1waX2THR
rcZuTNkBBNJOp8MdGaliGdPftLJARE1jp4B/22Vkh5lggkB4NQK/fpxervEssi1jI4+FVMf34KmU
RLan1kRb03pZCIbVEaWAFkCaC2FdIvk9hKiyDd66chixi6uImdd1vEmVv1JmsbMx5mWhcpAiR68Z
4KKcLLVlxECJ9N77lgHISIkpK/s5/Znz7QSzDpDtkKhDf8jsLMqBPnSiD5labEfG7z5ytOauMKiR
riEDLhgp8G1x2PAeAoqAPHOZoEyXpaIuAVITk+rkgSl97x2rnXF/+yJa2CpAzwIbGOd6Yv6aBZON
oA9GXMejC0xPrFl7BFj6GJbWbSkLYQOSVmj3ne6YaTRnpk1bNA3rx2h0tfyYP1ZuAa3SAq07QKs+
Mp00XId9W7sVFvJ0EKtOOElALkJ77sxENASMWpxBO/3AkWO2bWzeyq0RjyDO+tPa4C0cXMFaS2pd
b92l1OnnZ486Nc3HvlAgtZaBS5zvM4DmMapIJx+tUk24WVnbKTC5tMlLcbO1BdQcqs4NxI2x7QUH
uUpIX526fuc9xsCF1ThLlixOHjZDwJAz/Pz/iZ9bkB+rXJ816eg2v/XnXsWjYMNp9gYztY5vN2DG
RgA+rsS918fwQuU5MmxTotc6B22cm4HwWubfSvV1eEODNu3779vqLUtCh6WMsVMUNmauTK7bBLcF
BzNpnyLumffeg+pb8v4gk31b0EJCDzphbAjzBQqMdd5oqxtdC4i2YMS8iGaWUWjFZUhw4XJIJNad
jR7fwgNJBYZ5Be6heO8wIrjyBZMuV4aEDi2YCyptwBi5tNsxGcViaJLRDba51QQmmLwKlHct7yl4
NHYefWqfsofgT/x6W+517DYpDlBHTA4DM2F+W4gp3/CGD/sdwC2tklZ0hNGemmiahJbaTny8LW4h
0L+UN3MKYto2aaXDFw38gRuf6o+cIn/Km2qoA8Fni3zJyqUhLC4sFhT0yjLYtObzlgWApXKtyEeA
qHW2ah2qY0zD6e+tTDzyFVGerEE2LPqgM5Ezp6C3Eqv9vhhdlGP3sqntlK1G1jIRP+PDVxbzV4o0
uz0qzQcN4QgprZUdRXoaSUDHzfHxsyO/fFOgeKdTkKeZoSnRlfB7ZU3nwHTagAHwmIcLaEYgzIL6
DMBuBK3WwSof+PUVCXs5U1K8PBbgYW8EJYckmXdkVMvUdDSV0Y75U568Zd6pCBSr6hyR92lRCFu8
FOhQb5v287bdTlHprbWeroGzW6WqM71mBozI8H6FxmfMVs7Foqc7U3MWFeujFDVBUE57mRaPuofm
rqNYmrG89vZdyOSAtQI8NPiFkjHenZeaZJXi1UkFq2E2Wq9exg0jxabZJKZmHzMi7QQKR2BnOyUi
9euq9KXr8lz6bB17v607LoJ0dQcwLVrSlAZ2eKg2GtopGcUHUI9WJmh5DtxW3iPFTlZSWT8Ev/Ot
lIA9iDgSj1Y0NVwuAFg1hdyvsdSNXVvckdm65duKWVvFVhyQm1V7iiYXpJzFxO7BfkFXkx1L7gGo
rYANBP8F4J5mi4Dy11B3QQfw1ZempfFjdcruxQ+tM7O7/lXcN1SiHV4k2b4/NvS2HauLG3Ame2Zo
mpLomcyD5LW0SjI4olNtq3u29b7RrPmAtItsFkRyfPrxq6AvgM8xW/o1kMh6du6en3USUoM+JuTD
p7+cU022IUGNl9TU+nB9yiz3rroTbYU2ztNzv1cf12LKJb9zvnKTtzg7hu2YaGKeYuVS5Gqafeom
a9NrCx3TOB86MPMAq4TpkTlyR1FnyZDUI3y3nxyUPEhpI9X6huP5xCrEkTukfVsTCSx8NFcLK9Hy
cptWbYTykC/Zt3dryetguHzCMcOcOwL4S3UbvhOGMhRHcJf81oJjttadfu11oCQYD4ARODVzzGOO
BL04nhwoOijs6D2gf9xsl6z0lC68AoCCi0Z+NNpMeEzzACMUaznR+shz9efyhbcCO6d4JdqM8ra4
HUyVWAFJrP719sotuDmIBcCHiLFltHvNkW2UgO+yWqw81y4Ca3xNS7LtPuUTQqqkpg5YS7fyKyBp
ec8cI6SO2MrLbuFyhnzwtmF4Z2IInI8Hcakv9W3aeO7eSKi6E1+4u/g9+2JE3BrvxqE381N53zjR
pt4oVLrn79aYQK6dDJgODAx0Ty1BWPaZm9MDwfMKUfVcP41NnUMe4F7h7pEgQ0KzF1eemD9pykun
eilt+pqzgyk0hWDkiuahQp0T7hh+cITZxlF0ekuxw8eaJHbsqCYjSAuS06Nq+uT+7lUlr3cCTe/7
LbN4U7Q7h0dTwGiJ8Du37eH6JKGXCKkzYE6DSgQofpffZwRjrOWx77lBVhK52bbDygW+UJi6lDBL
ToR8AQYqxhmu7HC28lY7+XNh1c/dq/Fc3eVPmSPcY0jstlYL0fSl0Nll7qWpl4cMatWPzX50YOlW
RgFvRNfaKhY8BdIhGIsGHYgICMS5NfVFkDId7x8mAka0vEstKX6QQf2yxh+3dHDB0YzpZBXzOGhp
m/k8L2/6RgsEzk0H4h2C+24LYsqn/FDwRN7yW28T3A2u8izv/aN3x7lryN1zRVFRxMQdIIrBHwrI
nvn8m5CqHSsLiXM5pOj88CsrOpLkA+AXMdBSOrf3b0kYggBk6aArUtkzm/HQhKjmY+Qfmnqb3eN2
2aTATtXRER2MK/BXc3cw6XUuamYpzVBVYpHE/kHyvG3IdGCmlpxd1kjU+X5KImQJeMAH3tZv/ric
C50FOmzwiypLoV91OuqRGR7UbQxvCxP9vC3oKqj7jyRMxE04rbguZ1aDVKSUFQEHe8DYhyvSwk5M
MMvskdJNELSohFkVye30aNzXmxXZk+84931z2bOzodYYEWpbyDYkRlr/pI5O32/8Q7hlxbc/CsB+
+LotcnFdEb5PbI44lcrM2w656Gk1h3UVGkdUzJLxhH9DwyTRvMdhq4X/GjL/aAiniYo3fCiulUvv
mQMUPBljGM8YJk8JyydSPyLUPtJqW+k5SJ/E8Nn3APi4R7dzNCHaF7TunC4LSDCQrvgjjqsIH4tn
5+83zSHuE4FV4EzFGhgBQYLx6O3aQ/w89PASQF1zo7vkrt0Wh5Anqw2IS2cJiAMo1/00KyuzDQ+a
PmuDuPAPChGqQ/S7ePV+FcfW0SgIDXajZANwhHOl58Hmtmu45lfUzNNenAuf7b3Qly0alyG8tPBW
tNi+OaYfgAii8SF0lYAiOAe3gMU/3XH3HUf6fwVxgXxMuaLRWELjLOLjWQiey3CPbS/7Bz9z0vZY
Bw/Mu0ff9orrmA7s7FBdiJkdaCnrB6FsIab+7nYjXfGG83DgR4kJEgttzADo+3klnYUrmF4MMwRI
cLx698sLq63fxisJvZ/0y1wDEHvKSH8jtw9c8ctDE4DtBe/sLjhEW90pbH03mumuPiibA2epX/Uh
D0myM8zxUDyAPe3oIUuz2aDcgCJVcjBQ07/tM64C8Unn8++Z3QBJppetKrSoblcvnf6OOiDJW7MZ
fle/9PJ5qE0YT9VbXPVVuzFArkoSps8Kcju3v2Ph8Fx8xuxO0I0QTGAYYzkknkcMUDUY0oPMmXG7
k2InUlakXdVvoTVYsdAGpQMOCtgxMzuq0kAr/ZyFBzBP9zSmwmsD5A6geIMHXsYsOJqGC0s+MgsJ
h+9hz5tBSfK9V9PNbbWvijD/+RCkd2WEFyANmEWgvZYMUqD24cFgT6JCMumu9yuqYSot2MRHJD8P
ytoT4IrWbpKJEApofaj8A0dqttYCA0MHM4bwkNauZpcsJ5pdabtItsMHcO5Khi2XpuqdkvDLt1MC
BnG8h3J9ZQ+ukuvzz5hO49lp45IUsFXqGB4k/6MHcUGBflGvPqZgEUP1ft8WJ7Ewi8xS5ZZyyuvt
hV+4KycCjYmmG6PkQOS8FM6AUAxXrUWHWH3VA414ClUEj8TvuRaRUPCsDNQst0X+XAAXRx99CXAt
GLgGuA+e2LMLAnMsZREnJTukJEeCpKYqBRUgFa3uXqXjG/73++f9r8GMYZAjea0w/RgA4Z1ZBfoY
wPBN/nC0I68jhnPRULxpiWH2eBhRk0dwv/dNQN3gP3uy9p6YJ1vxVAZr5NRkgMQUYGdn3z0WwDhv
0QJ76IpTyAFSv0Kn2cpBuHK9kwxE+CDDBJAkJkEv9yMJgg7A8B07tFpB+mlyJFrLEglXHGiTIsjt
TRx/AOK4Qk5rG65PjCAYDgN9P+w7c0PfKnP83Vr+BllPkX4y8hqS9xQr+CZb5GhnpqNu0ddLj6ej
QQRCtu+n7e+OBOZrh1Hvp4cHiZg7t6O/vlOy622ZqOQeqSE8YBO6mZpq7gQHv63M745+fLdWTBSS
0J5+q0eZiLaE//yaWFx2Pa3sJ50wqpN4m5A7JNmUI1L0jis5r735KyPPbkKsNdKaq2MwW5FZCKcD
7b/rBx8r4oz1SeFM/jfLYJo8kGK3RraSD5CmXZyfgLMNmNcluS7vW1mDuP3h/cBTMyYvOdkevt63
zuPBPBy3lYV/XGu3+3DcP5Xztlk5g/LaF8yu3zRkUdoL+AL1vTErV6Xb96P9x7bvLRPT+wV5sjri
qMQh1sa6c+nLxrUIuSc74nyYOl0zyenk3FqP2eWrDjIgekd8TUxK602ja5CE1w+gy/3VZ66+C9Qw
MnoIaKoteI0TXHLf7R/ut9paeUoyGP12tOq9fEzCBw4D62b2tj6guqblzNHXuh4KmHQbDnlxz6M5
F73OYkyihiBGV4dT8MV5+xwwLDW399H7g9IxwKDbYi24W/uMWYiadZ7nZzI+w37JcKgPb8ccE/r7
mBwMnPATRksphQ282fZjg/vfdaz7neM+vUqU7p8fcAK/1rb/+iYGWDcmT1FuQGIZACqz/fe6zhjA
9J4cUhH9Mdu6fq7zzCzfw+xVwCVRYzyLd33wSA2H3gMUMbrta9IgbVabRrSGkfWDijazRuCBoF9v
6jwEH9rsbGicFvUKNyaHN450ptls/X1mcnfJkZmZTpRNhJupNAWn2uhbLFDj6D7x4CzNCqXS0v6O
Ds1zttb2v7BGgHsGrzAy3QqajH9SqudhQslltZAFwL3LcjQx56V/wGUUm17h8Y4heo0lKn7pCANr
rKYam99yJhrbzMjTu1hLEjMZssDOdDEEscOQOn2dcwcADPvWGPJr0yLXNyW+VQZo+pReRbZqZulM
lEctF6P6UOS/WqkGksFTBMiT23HEtQubhGCnwMWBFNHPNp4tSKkZQAIxIESdsrYnYyTATEWdXM1X
nCX4gyf/cGkSqC/AJkBMhP4HWOvltcxyMS+limMnRDWBTBK06I2k9UKAxrS+8OHLXfR7DFjCU+Bu
dgeP45o/w6CriYPRJC8g/ZBmbtWD5QUoHKnwXmWlcDcMXPidJ7GqEMzBGngaS6y1kwLheG/k3nFE
qu+lynpgJMW9Eoukqzp0UXYV1/kbCUUVp8eEJHOEdsxOQStFCo3UgEmk9BI02ih83DrDCFsi4O/m
hG2idAD57Ho9MxMgVYP/opebrxKk8i9VXgbStsg4qQXgVBdGpqgl4wtf1nUdU61M86FwlaJmpU+y
UOCj7wDcVD5m/HTP0Dq0mNb9aOeyAh7ksDXSwQ5jvRcjAq6P6HNoOQXBnCRVjRkp3YhIIhw4QL77
DWiUyRBLYYU8SCzXRFADQEwndRgpd3Ku5+m2NjIMxAlFWMTEk9q2N1UlGT3ApUTovoy7WuKtDqBd
YM4rYz11xFFtww0+Be03nJ83X40P60GXspwnFNVdAW32PFrigP+YKaSL1OY11z2GQ600obqXQft4
yNJaCLaBkLHHMomrlLS5UoAuQW06E/B/9QNLef91jNLmE1AuIg94hko5iFFsNOhiGvWnUhON0ol4
PudIMshNbwpDp5hKHncx9Ys6qh1W6LFPo7av/jAB3AMmaCqrxNR1vsQFJQ1RZA+hFHt4+/HKtmhS
8U+pGB7nZJj7Rv0542IrzHU22pk2bTeTWk0hepI2Aa1brvEdkIqmJ0/jMY8kgudWJJgSrjizCbV6
RMY27mXaGBmfWtN0xSGpDfixvoqLI0B7kyelAYoV8eVQCu20AlYYyAeS6gEwKEK0HwO5gk5F0Dhh
X3gCzTleHDZaaTT7nvGDQBlGbf7Eah5yWyn3UmRVq0as7RyTJxH4cnnlK8orLSdNnyeGJXJSIpGK
8dJDJfVeRIMOAHKbtmo10FaVNS+YhhwHv/NUb38bUoeBJHCwNeXE2YVxmjzTG+CQCl1EmDpiv3y/
aXnqq2IVIu82dqmVFEGLtnm5M5CpluPqOY6B8EZKlP4Gk0vrUDIrQ/U70nfIEIognxjoMHRhQ6KA
D74VjEkCBL8aFKeIAkGgEqflEMmjEUoPsRs2aJzy1GxDHZ3y0ii0w64Pq5Y7aJiN1Q81h7k1S8jC
HBkMZZRBI6ip3QcD2fGJgQ/moccyPrR8YzhJhl5mmkUd++oAAxIRMUSKnAr8iFpcmDcSyNfD6DnF
cPazr6ggCxWZgVxW2/nQP/dgYuB1adVXPu017KiglX8wG5HhjVRJ486PQhz9BrdfTKQGM0vo3m/q
hI5enjcE6SsjIRoQzDAzxPr4RWhj0JwgV119soyxrcClA3DnUyXYZ1owEevonW/QaVZtw3KD1QSr
mPf4giGGgfCpSFq90N64ErCGGyFqkw552MgbzdFLA4svq+mGzxUOaBMCkg9xnJbPRaGkLbDixASr
FYccXJohpl9J05chbdsWHxqOaqLTRkmFkHIFuJSpnPPGgG5N3Tuhs6NEQcTD8ABQxRS81TQ5Vb6U
yutrM+sDA0qrIGomoGwQnjWMLw4mUhDqZ6U1iPvGOo9HGvBhfMrClH0UfRljvr6ItGKTBtOmgoMJ
NUktKmqS9lUgTUYGh2CITbXjPEyhkDhT4bAaMVEya9RGXtpEmNP8bFlhANnZ93jFkoQSDIxogK13
fDx4qN3gPdiTnpdigcrygI3oeqNXMf0eDYqJVtIe72R5bArKe6n0pgpNLgOEtwVcmQFCU1A2MV+s
ANZf6w9tlCHGjGK/3WZqEL0EaalxjtZm6auRSVy11Y06d0aetYWTKiW4XrEnHMDi89TQD0EADr4H
4Jj5osnVqdgC0CTq96z1wcA8DBjlIlWiJof6vyi6juW4cSj4RahiDleSEyRZVrQs+8LyOgAkCIAA
QQR+/fZcdg8qSzMkwnvd/boPrarLEYh9a1dOvgIS5subz8g2fyHJrlIoBYv8gskpijE7nPqfIKR9
7PL0sP9te93aEyCC6VeALPUtqnnLu8w15cu+11b3jazN+2EXsCL5Gsqyx1RxjvmlWiTu0qBoPE5L
uwNRnmjYxV1R3Jy0QkNXeSHTUrluhqPvOxKmYDuVVjupLlsZx6eQ4qbpK/jzQWtbiPq/sEnNn45S
O9uLBTMGb0lpwFYU+ajXx7CtzeMKu0wo8TXiRodcLRnvfaPtPmS+pPGBWM/YwGBLVnVbzKU8SWpb
kOkjPn2fYn2ufQUFEx7jPC/j8x7G+h2Vhk+7BQfG8SCYjvh7pmgiZr8tXfs0A4rcs9xsPyCErl8R
Os1+oGfzMy7oNJ+6sp2C+bL5Ue9XLkh44RBpzmc9JaiBlrJVYHWQCHlKkt0iL/L2xwbDmgx7nDfl
XUbt6vs8m5P2A6MisKBraOboUEqzu64h9vhJywQPYcSDrjsEusGY1K0kh8NJnT8yt4rszCRwXMSD
JLBGKrVpXQ96cJpQoe+RvgGGb/kgYDDuewcbqFvclKqWe/hj0/rFTS1W0SqS2vZuTdzW0Zs6e8B5
XkLklNRMYloPi7sf2239aGiVrLA9CQQS6YXa+VIgxkieEmrov1DysJ7EXNZPEBTdkBPkNfFh8QRJ
LFvlNTboBLXYMAIMNQPxKtuXbq1JYnua469cdqqhd8gISppgDLP3eBfJE0GE6fiwpbtg13LHTy9h
bF11camy7/UE69nejeuWnHUluH6g00QeyEjXP3Iul9dYuhgGyxbICiq67hOyOqxvgCqqYrtrEc8I
51ISb+4IVMIVAjYAgD5Vnrn0TEPqXpbCOvqmcq7NU7NujL6X1mbfhFVN223gzraHymbR4TaPiJTF
lJ1Opg8JK0qgucUImgmVB44bG3T0Q0FQpcLL/bAQdth1/658mvw73LLKPmLyxV+hgp1oh8K9Tc+j
1QtqPdSgUPKIHDE2kqnKnXeeTohKTmR7UrVuVoweW19eaZZp+nrINmNDsyI9ZpB8T5e3MSA8Zkji
OH/DqInyA03GpfhSu/qYh2PbV3o5mFFQgBb4lXdoaNAEp3DlkL8IbWv6NmIPiY4QyMIGvzc+QYXF
UT+hWmhqH98UR6j4V4lPpQZXh/y7xer4mY1Vup7HA//xzFLxoia0mDDmsckn/LwC63MM1LxuhB6/
S5s07JSOjXgRYA7vlWvQq7hp4W90LGd9Z3aRvMImDSTw7dJFWblkzR8ACuwniK4YX8XIG3qWgmqU
D/AiZueEyWPt2Z6yqS9XRWeEtTrNOoWK4bGlSfhdLK5pOg/L1XbgdhohtqsM3qHBJZZ3nuAogBCF
ij9sTDFYLtRu/olFjd907dLtpHE0Ir1rKhvb5Q3m9cA2ITr4NIo6Z507BGjeKJ044yBDHsc01/Tr
DLURCpdEZ8+4Q6ql402UP1REmQNBn0NTESePfRT4ccROUDzlrvETa9F/LC7+TW09v6R8PDDsZ8Xv
FqfaeNKbw8E4zRp2Jig12u+ZLCtUHaSSO0YL8vjYThtD75LkhzhlM26D1bL2ZQ+1+FhDOl64zMDo
kLa88CNpvlOCSAdHpHtJTDKO/VKMaXHKnUl/tiwBcsN2PeN12KYYkrks+LXJWY0XqvaKXWqaaHti
eg/yPtuT1Z2m0o9JB3dWOJCA5y+KYSus8V/xiFB/T40BrL60hoBt0iu5pyUa41MZuP4Ysx0gOGtQ
5sPvBp5jSOYKmKfbbNaEkw28rU/cKPgWeS0cxt/KsZiGclcJXD15cUiU7geIIgDqmOJCbtfKejLX
rf4bfY1nnm+IQuzNPIn54pAuZnFs4fp5RPulzMXMpbgrqZn4Fe52RTZkiVm3lxraTIGNiTtrgYka
gXUN5r3h9FIv+dLLZIfhiysApST0Vmlk+YIaLQl5jfl2g0a6U2kTpg53Z/W5S1l+z+2MhmMtfIbk
4GbW0MdY57+S3SCI3VfIKQcHAKkd9P4umD4q2iydoutxKnFSp31mQLh3FSsl4HevEWSIRLj9gZaY
uBalwLdqC6++ZPskWlRWaXOvpz1AKVlBaNsdDYFbGk/aALJxqj9pBv+kbpNxh/A2RJH2ZSHbp5Cr
Yu0WTSsQU3vJq65AGh/vm2WCrSCYkfh7pPWSdAjQW+aB2copTHus8kVxTv4kMDcDxtY6EWHkbhbZ
71UjWyzKBQrWdprYGyYIi5dt8bY5FZupt04TGmhnRFY/EtaWUx8LECUdhrbBj2g7oRL1kLH/M6Bu
4ANRuOJB42dHn7hyecKMGdp2kXPx12Wef005o/LUrAZbcq5kM/ULqibaLxPP64FmdYkZilniM5WF
i89JwmZzTjIcNDhRdP2OlcfenIdjbYefUTKk7aIgDZSZeQpBUYMYR0wkD0HhAeB3KP8saJHMJ6r5
hBbKNfN9fmR86ZNqlb6v/C6/7hXIBZrOpccvRQGLNja4smPOJ8gEwSzCd5sv82tdpBVwJmRAvSeK
J+oC89Iq69ia6Nhl2A1TNxYpHpbIVv53FiZNYNlLcQwy17Tx1FYH+42Iy+PVTr6IQz4C4sA/mecH
PFmDUK60Ul+R2kIsnnpN3mIGF/RU5So5JWauMGeZ8rwaMmgOaJciK+cDp3UQA6czfIJHBANUQ4PO
7kezjEVy8nMlnsR0hOoE32n2I6JbBSy0l7bsNFJObbewpUFc9ibhSLBEnLqZIVP76ss9V5di4mwZ
MAoDN2K/l9MJsa+puwowqVDWG7WkHTLP6Y+0KJy8RzOhUpSEO3DLqSFoVyGsPDL0YYtWpzqmND3R
vOLX1c+xPnm/sN96ceJZAY9m10zzXF+12PT6trZ0wWW9J5vqvZMQkSxaCPoOk2IzwR/tsMXQKC7c
nU2F+QxcNbgZt7L9oEKsR3+7QuuuOJIVbXCyomWholjT67EEzS9qLG1+Thnq3WZCjHKvYBpz4PJA
Dlq/kRTB3nTGyR1ksj2ZLFUorjnJsO8F7thuVCRjX5RJzf5Qmh0NI0YEwY9AINui1geAf8XYMTvg
k5Lut5Myw5TsygqJItaKfO0qLEFA7WEe8biyYnXDxkLR9GZCHzAAG/7ArwsXDNsAcWK03L8fjVKh
t9ooNGMEVOWTIMkGBMYCjuragOmO+7xMw4SKyiKoMIUnG2a6sBKyPjUFTbuNYy6hq5FRjRxNtM8a
J9SWyYcKpsXJoBK/fM1bAYdaNEc47Y5EFnnvc1rMfV5T6N35RlUN17ODw2NFSA195hj3FEfflJ98
OvPjTXqFWlLehlq6mI8Efm9LBQ4BCDuI+wbtyd/kUOTHoUubnitU1xaXJi/ybsRaxwB4tdv2CZkg
7Qiwn9dPq6G+BUwYUonqkuNrqJzBkUQZmjXXJS/FzzbVx0dGsoiJD0fCv0wcAb1Mvqd8KIrQ9M0Y
x9dWE6x4n3Hcf3VOcY3vUBR8J3Pj0F8gYaXsWkBWGjtZxvPa4IhG877fTj2kUcHMJsEV31dLsVWP
Owy+xssel3rpSDbhjN053uhpQY4vOPpY71vv55A0/TzC/6NnobI/8k0GhEfO1BQd2mugPczvx6/G
7/kfGfMK8I0sszen4wZjsg21UV/LApsZKfcq72KFbPSBt7n47TgiRRAwhgof4KAROMA3mt/kGGqX
vbUppgGWdsE55ic0TyPC6wj6Lldjwifj6mn0sTlOTRJWOiyzyJFGG8Zge47j4O+y8jbpXJGoR2Vk
DmhwUtv3LC2X/CKTwz42jVbTEBVwmm5iWyIfW84rdq1qt6XnLPo8O8/EgQ9mXEhsMiREuTO4Hg8v
kvLm/cYzk9CBuDSfrw5n+3NbzgsZsqkCwAQoqZ56fZRqeiojmacHn8+SdluawkHFeLVmHY/NVPRR
7/Z3zmy6DiWgFYT/ZRCE9msqpubkdJH9h9zfGu/m4Nr1E6qd7HTkdDO9M5n/3rjafRVROdwC2ar2
PqPa/CQ7aVG9bnu5D04uJQoANi+43dK1+vTlDYIMUELeqZYof7eqBFbOa0xzdSJyL68t0Jw4CIwF
pJ2kIr3WOxqQU9suYrrIKETT3UxHcZZS0nzVliDSTzNUVapzAUfDUGPiAPOhERc2icBndmqWVy34
AsjYq6q+zDZnLcxjd2gvXGyCAdyP+Kgzw+gTYp3mohn7VNAE4LIAs3putQEyrNGXsWGhLSbadEn4
ADGnAKZnWPGwFbo2V0pvrYXmAVsMhukNxO4ANKGXq4WxfapDrYddZuHnjFWmercsHEXv2kzAtVq2
Dt5l8z3ZK0EgliE5QBg8RH6/cdyAKLOK9UE5DignACz9WiSFN32Lru1qqjzbBq5CgkBqLtQXy/YE
H6HcISiAiQTseQ41/W5YgzOQxuQDoA6PQ6pijoJJYugTpYxWSEXCuKXtsxFVG5Ai2/xLp7ZC2IFy
W3LJ1hpX6xwh9R9g4pHIKwoRoXrkzGI/4XWhKogFqy81fBDZ556b8Rcqssh6NoeJiW7Va7ZdVUin
CcBuIsj9nErtz4fD/zowSeDgmnzXyB7ANQHT93FrAAvFPdYD1P2NOZdyq964Tvm9p0uFMeO10OXS
75iR/aAu8PWFLI6mSeePZMq6Zm4RNRk4BNQ6hBhBWe3jw3wAVemBr+RllyzKHYPhY1iHGhDxZ5wC
KiQF381XWonxs2RH+VuP8yE/uUSZ+bzhCinfM1za8e4Y4RH+jE8Z2HAkW4mrDT512UNSjtn40ytz
4IVJvX5JVy9cL9uFqh77y8HcLK81HyicQn4YDE5hMRSyede+wbjAmDiB4iQJo3yLK/c41oTYgLFm
W6SN7xerBMwTmu2WHD0iFEA9+SJs6o5mVqUwulKVlm/IBU/xLlZXTU98nmcylChz8aaNml6XRU1Q
YaFbcn8Q3m0bAOQgC9DmQ+Qhqi8ml2XAgDVSJs/jyEjb497zcBfZXUn3ezuTGvGZXDIyEFSr/h72
IOk3oOP2Uddo4C4cVQQ7UePm8hEpS+Y/ujQmYiBcFvZrviRwSchZFECw0S2i9W5VA5Yev0ncCe6c
vtoqhGXYtzq4ewe2Csf0zV8ClVu6P4rNxPVji9UyAXlQFcZ3gcBj8nNbi+sS9kRcrVPQJ3dlE+x4
gbCXpyc9jw18/GCWwO5XfuB17Y4kP1DrVjOi23kCp49GlOCDYCV7+0wIte79msBiRSiPj7eLqn4A
YLdtJ1SmpRsauVdbV6QG6i6SAfLouXXV+mrQIy2nqcE5OuSUj/pczikdL5gPyb8VNaoUPLZmIsNk
EWXIYJeKGnJfx9GdDmjI7CX1bpnvbLsV8iGkzV4NbK7neai4FdN3f+BIvJtHlDcjML4Io/oO14Qt
/+bI94Wq7kirO0sLWyEC7OZTDADoU5BtjX8mS+vxN5C6UL/ges3RhER5UyYagSKJpfr+KJSqwV1N
C6pYCaQGpT0j160oFIAuw9SXdB4BbYEVgFgxBoBjBt7EV5xUJumPVqr4zzh1iAdSMgGf/rWWT9uU
asjiyJGjSjPbAUdBZrKln/Qqj1eOOuSDzCjw+lhVyztIdFA5PScqkvt2al3zfV0yOCHpA7XEAWOs
5S4eeD392iRiHeiWqPpSCa/Kp9anE7xEVr79l055BUVu9MgrXdMiqa7NvtinGjnBVRc3m56quTge
xwy25ad1RMl3ypU4HoJKTNXRsYU8spBm/pMxntSPTuk9ARYFIAxFahWqHgfOxu7z3BnzWqosgOdQ
IsGA5cxR7FIuCkDSoRFAOG3D0IpkmKpwUhx3mW7mdwbeDHp5UkH+ubvFvmoEsbw6VNfTHSQNgBck
7saqW1eFjoiNSfaBh9k8o8MIj9z66qdr8bI6VTB3qadjbLq6EtuPo2xt3olyQcnFdJVTrIJaQ6S/
ThYAqTfVSwocUwAvqGpMfWjdhA4gQFRd6ivyzgG5kw4qTtj3z3LEXeCB+oeuXWMNq9dkKuCCPipM
o9S4o7GLdBZPNU7rdx9X+csAvnuenUUdhrAV1RfHUd5NC7Cn0xrR6fUpt/hMU7EYPYjCJf+kSHPb
FatOPxdG1C+acbJ3qwvitUCBVQw7mm7kpGbGvHi4j4wdrFSP7/siUaqtjSxPB4s69OpWYIK/qPgH
qw405aJioHqqjI0ffNlKKB1uQL1F430KED1MqGX17AcW3OQHx5eqxX4ozFsLDhoYlZ0ilIQAUmS/
sbX9jAzKyrsFxf/XA0OEb3Ry4PDGVBPTjd7Fp4UYQNBpZO4XHWuU+2xaINxIgZzdb3Lm1dmncr4b
Nx9BqYETgkcFoEy8RzTyWKMIg7qCAipR0Myieo7AAD5wOeS/ofMBM9SADQfHNh7FO5lxu6Nj2teP
HA9y6cCLGd4RI0gE5D5lv6p9a75ui17BYKRa85401uEQyzPzYdtkfEkL+C809mjfYzPyBNSOi6RL
JwOgf9kXIHZhSs0LxtpKxNZx3NeA8Gj5fc88my66DuzCijKZOgMe6kvwiE7tCI/TfR5aC3ZGFbMz
fYUK8C60BQKsD7Azf5BJO8LDF7viW0VTCSAMoOErrCAQvQs7la3tuYoJbO1StuV9uaCIRg/hRrxp
FvP7GpZvc6fD5H6zRGKOEpcygNq09NpfUUO6AiA9qOwe0/ICpNlahPm8bmPyrEed1J0PwLn6RgW8
371IvL2YVQGisBNmgoLPBLhkt4Rv3I3zP7+2WvZU2hos0myrd0mkymHRlqsPsP2H7FqPHriX29Ko
C7519pWyYjq6zU/tZc5RMYCDGDH4LKbp1egj2+40t1hUxRTRAgsN1zds8qiuq54XUBtx5G9Mb4cY
UtYG5InuMInqkzw2v485x+DZLkb/CoEAfxb4mE87LT1WxHZjNdAU209FrPoCYID+iY5taB1Rtf2y
Oj8eBc8A4TSxuhfpbXbF2bZ8yxkrMbEhl+qfDEfWnty8V/It5KDasAbjerdbLCuTFNl39BY3yNzV
0Jg5KtWD3hms8I8m21APJdkdW+JYn7a8jFCiVZz9apdgX/gKXKGz6JbjGfhkGHvktIZfpJBSnuNu
1k+oJFD1NLScqgFlJSkhD9i3e59FWGp6T50GDDlpfcdF9Ot5Rsn7VrP80D8gOd0JhsVKhRiInEBD
24ua6DNB9q1+2LcWTHOVx9sqm7U7rpXPWHEFX5Ex0OVI0L7bVxflOVQhzy/MkiO7zksrvs/YagWQ
WlPm/wGLtek3DNXm5gdqSwp1hYeLD/jvnJ0zMqu0x8Gd/gAAL6uLDduUnBblLR6gCRVBG4U/DTC/
hrhs31M4N0ACbcvnBLoAlIPTuOr78kAlO2RghH9UEtT4MOKMSk5y4QUkE6D3ISVH9zFd0ZeNvm+C
H9vzcVg4MxUc8NSlndNFY74saoAUtVd/mxYEFJC32X7UaMoarPYKD9JBuMh7bAj7e2kaISAOPzDO
1O6eIE0Wtb0552IHCN6JWctvkoKk+d3gx/XDOiUEGVZr3uLihIJgBx1BRT4cZlrJ1EVQH/VgkFmG
We44Fu3DOm7zt2UHfo7zZKyfy1gV/3Ydk/Fkm3RNOxqn+mcjUwz/q2RPwAaDiT9X5Uz8dWaYE4Ec
Gg0pxEwJLJDjhlh1UKZWATJoGCfbqfQBh2wggCfPGE+uthOWHVABcNUFdHRHlBiodwQbVSJA+jlX
fJqetlIBG62AnkAJUUBdc4+6tYBB2KQQfOCmAgqiEVeu6BeEkMo+N1lE5aqb8i1J28OBNI5oJctN
c/D2otYezV7LAKXlCV/OkMFgSj4WkByB9awlqLq9Sb/xLL3xHAs8du5C9GPdqcZVKc7ttrT9wlo0
Pzsq+qYjNSBS34Lj7QHHN/9hHweIRtbdgpEMdqMDDDya+C3jBjd+I7wlJ0in1vneTMmMhXkw0GIO
Morq5Cp0rT0O1HrHlBSN+QDf9AkPKM5CDVxkeXiifkvB8Brwc8eJZNt8nPYV8bHPwdAKrkYbGKjn
Mofwj+E8dfX+7IGm+UGW6mD3anWCP5kqYcnFFUvm71rjAdeLbU7IMyRVgV2namlrtJtBPjabohZF
OGnd/A0AHndodFajXnMTEYcExqdYp/d0LHl716gapMu+kLLEEwbM/J2yNdUXmQpg9O2R+Pcc7VnV
sdTEm/ku25YhxNbHSzuqGvjdTDB9rsga/kArBjgsyefanSHzm8gFaGWuzpwfzXYeI8hWVUT/n8vJ
vp9TMko1SNXE0JPDjKz3hYJAL+JzgWBBd/csmNsp4kGTFveT9GN4gPDOih4aPeBFDAkAANYBQQG5
FF62/Z7XFcI8bkHO3SIyzMkJewCRbaxZ11cqGJB6XLT+OKW8xNyEntqbsCjxVbxw3dgf6HLoSx0o
+JCsnpDkvUHHoIF8wH7rZLl0jwY8/3EWRFMKEwUUFp+zqy0m9Ka1Gc94yRDCyQXsbycwomGH1a+q
haoiO1pAH3LUX9qZTbwrkFE7n6agsJiEzQNEZUar8LlAqojoN5Nt7uPAt1Qv2whl3mkvRc5e3Q72
/JM2hBcQoY0w8C5TtaDmRp6mezIYG3jUREz2e5odboXfUqWx2xwu337UE8xjabrBynal8CZtuzGu
8/QmBBiafiwwXgAYGOQuQC12jI9RqgJ0UV1z1oHHqOQdtJKhuJcbZLYnANZTOK97i1lQt7YhPaNC
baoTQByJEQO88vEuTtQ8EZBY6hoxzjK/7S3ArI+kWVl2L3H1sD+7rBv7kEaMLSNNLSnDNXpefUlV
bdmFjkEcvWQxhUtpBSHK4xgWzGhDVQmvqv04gM4x0hzot0EqTN9IUucbEhtq1X61LWn2H8Waz1hd
BfXZ/YE6B4avY2EQ1IovK4bD+hl0JAQjO3yhlhS3Fh/r5gvcler2sgfwi9dlsS0HVlqhmuvthv1z
ARO87R3yk4v0DBvLOZ40glNbrDJbQ5BRbgW7l43HqvQQWYWLVkkl/6Y6OZBMN+YQutm1bQU4sU0F
8q0puChP807G+QKVRuADKV26PuFUXp5XkeIaVGm9+ucFX6+9ShOW8UPuJLjXBP7u+Oi4rsZH7keU
t0E4+jslmMv+csvYAkQPjJo8gD1ETMECvBcmDStL5z8+VBlCHzaVmxMNqgB7Chx+vJsnAANQbBwB
jBQO7rCcjuCX9JzgbLbvBJSOvdE24PtQbzbQJAKkHtndTjP6G0iEl6SD6CaPgzRxRNwqOLzlbgcT
ADa5FciFJLIl/lwmJSzYYzY39L4iymaX8kiP9xoxx8eVxDljiJwC/91tphh/84pCnrNj6nwBS4Jr
W3XAYgDsQvKCZgP98Y4xq5oglhHMONT4xNkK10eLyxriNJPdpCRbba9E7cQ8YJtDyNAcouD/yQX9
WBcznZYn37qsGgq3l4CJ0mytYJsW5PxQqdo9tHpGCxgtgS2TLQ6kmrswpwCvRUGmM4kcgpG8VEXR
Z1sJxS9uSVyryRrRFpgRtbTmYGEvCtrj0AkUPaZLXGPJIKSE6fU+ZgzMNkAf0BgQaGHCpgX1eZql
ruYfXNnkpyy008AcDHR40F20pjO+rn+AIS7qS4lYzDf0R/A4inoucPTNm56+gjQR/hIkqJ67Wea3
vWyTgL0/CwTC2L0KuKZNUelec2PKB3IkiUXjhgnwe0JJhkVwlAC3s5LPR7cWt/7K7FkeoVuRaXMn
MQAQr+RQMyhZQVGQkaLMbxXEhl70ZhPcDnKEbAJt4NLAjmg/aNFN67b9Eyo7/tFqnquTALfycqgK
aE27ywRjwGN9fODkwKSRRh/6krcgQy963MI3TxgG/Fslt1cA+utT2+hpRAu0xbcJhh7+MmlpjvOC
5v6AmlDnfyVWU9kB5kFlM6V5LECZHhXIxcqnUBe1jf1Xki0WV1rtCO4N8PzgQIeQG4h2qiS/QKLY
Caq7tXrdIpi2HlnMRvSjtFCUGZq4R3hkOLivoEJJr2lsW3gV2hh1h6wx9j2Z2uwHurP1q0N2qul2
3ya8d1Abp1cD2g2JOcW8QjheCdMnseR0AO+6YaawnvUjTI4pBqsQ+kexSpX9VkMIqK51hEboPwO4
e4c0sMayhX5cTPeAKQoN50vhkm4PqoGqjGLNn6AZ8xYVYIYFx41OgC5sVfhbu+XQmInbVnK21EFV
EdiWHhcoyZIvDruHD7ItPUrYW4Bu15Y5ilezTdkFBqAtpAGyEdlJ5sDWhh2SXdwzRR6n65goowA/
cCsvUk3w/sN2xWR1XdkZkE7DkrsjbwjuzTpfHOwamvIhSVroFM2KIBLcBbi0oDAIjJ6rfUYMnctQ
dGCDbXI92SSDHDFUIHDRYt30g1WGSOneK+iWwCr4NCK5Y8QCH11Ew4PaKAnXTczuK4NSXAKKQwUB
M6wZThgG0LI/oTSerwTBxOsjKPT2vQX/v5zqYifQyW+iKvudLEd+N0OOGu7BHGA3kAOy6pOYPGoB
n2sJHesMWKivJqoFivg6fGsq9Ec9UM6UXny1gMPnW2umk6lEkfbJ4RKwfGLXr2ZOUGiUNUKufFWu
kNRGN1bXbG/wmQ1Cl3PLm7+lmskbJDn1sxsNtAYrYs7ze3wY4F9hzpalXyvvoDbXDbyc0AbE37bW
pfwMZk3WrpYxQyxlNdPyGWRFzmCkJ4jIQLPQIs3uFnB0WHYgl1Oo8KE1PplkK49vrAF82wGBmmBJ
bXO4nPJi3ZfzVh3l1xRvp+1VaSb95aal+QVIXCy9OPS09blU9HWcDSp6gZV1D6IEaz8v0VOe5bRt
bwwhPUh9iSATL9ZSArRzS8ZPnPdHc0YJeoyDGFdAc2bDDu9rhAwnj7LO4zU/NgqtbbQSpfZkAS/j
m3PyWdeHQefJJwzNOJ8X408LJuh6C5EoIdTAEo6XMhEI+loMD2+EFDb2rgHk8VPa3KBfWTUM+OBj
S1K47+MkBpTB44sYo4TGqzLIn6hXzJWc8zQz4V7giHsHD9P8NiXUjXdLs+0/NTQUbNBlgd2VQV/s
r5OpBUak6y26F4WYIkRLsbix73XhmT/j2SLPG4Ug+XCb/p+081iOWwnW9BMhAlVAAaht+ybZhkai
xA1ClIH3Hk8/X5/ZSE0OGffO5sRxoWq4qszfpeus44B9eFmlrRpvhiLwaxdth23dDbg5esRYtYXF
MVKuXoAizP3GTXztbPooKS6wTKJf3FJ4r3knxxIVcG49GVndfLMrw8SiBTEVr3PH76ZlF83efVMm
MectO029SZ1YGBjYAzKmEHAwTg7WKLH8I4LMqFm1vUdUGWWHqh5hUxwy9goK0aU7OETKm2UJot1O
mfnS2X14jpvQYnyWNQE1pint2lHquaxXZRCNqGEGoyJdPG89ubo4PSoQjLH+KodcVkv0If7TwGCs
EgFsFAUcCWxkazrj7DZzW49DzQ5AoamrMGAAJ6fPuVm2v6ifk/FQJDWYjTv0nbc2almE+4in8LtV
ZZK82CZ2EDApdp5V3w2gFVZdc4Tq0pjHVaOCsF07YRMkP3iAIdJsOtRuNWKBJ/2W0zhbOZad/Cg5
Hk/mYI4vaHATtfRmhX6pEr1qlnNjOj+60arUpmXnjGgMncr4IpKLSw7qmVM6L3w9vVp4GE5Jidbs
ta7j0dg3qKKZwOzD5d/G5ArOj3MAlbmMnBhUAZYXPHiNiSZL96DJfvOLMsg2N63njPImGce8PBmi
rtnXxnmwFr01wI+ourYESgfhJ9ZtO6nGXyEQ7BzycdreflDlaBPrEbMJ7GbOBYZvBEOEFq+Ufbit
52ZINqHdVOlONUHm3vQc0cYejBgCVBQVPLwj7FasOB1DcxNIBT8e0IyBeXhB+xA1mm7dVHb1dQhL
Z1qUjgfjK9BMPTq6jcSKwzAlNFVia0daEUKHtplXsbnPTnksJwMtuQP31G+QYAt+tT8hi2cKx4jA
brbYNCDD+3xb1UZh3/E6usF6bOnjl4EACF8wUdKwt+yDc7fM8M8aO20KVHwtqjBub1J2y8AcjBdC
HKrHtG7r7l43qWWvi8H0X50GxUmUqtRfDbkf/gpG27cWQWtF0WF0JwNABktWeCeJRH4F2dCvfeHS
AiejqbyHlG7fRGqCoi3ZJtBlSIxhCrtHH/8TUowwayg/lRr5FmfXNzdN1E7hflDIf9mnzHBYmbVV
TZt0aDz/zjR9yck1eLI8Mx4ljFZd3Vz0e7HjNt6LbdAr8JKm0/NQtInYClEjePf8Uou73plhf8Z8
nqyDbyOA2QhXzhQaQsjeLdc5JouqQ+GTInADBcvHMtyqaFIlgoZClOABtnJJd4zniZUMRMZ5pm3j
IASwbMDXKxQ2ZIjo8imDcsw3GYDAvKwaX7I36Cz5FfG+oaeEO3Vpf0TbrTMjTwzOucsQptiMB+uH
m1jMyQy0NeBeU2Ar5Fc04Qz+TC02DH39WsKD/daTnWMilAQbPhjjlAfhojS8FBijnOqnJG5NTRFu
SKO4bc0kYYtKg/K5xvQGedSbxfe5HPun2pw660GPAaOgirLLv8k66+xln7WDuVB5LpxvTBYoUY5G
qHkXMhwzXsB5qIASY4opuRxGNXkbyyMIA6+OOxebcWrGW2nXtD/I1ObwNIBUCVrmCISmI4W4+GmX
M8Bx6xVtyiwqCMBs3Qze/HUKtXfOMCvV1Msydg8mcGV249t+G9z1Moy9NSquKDnYZp0H96OVz1ZN
+aSjDCUD5dWEgLIYvfsJiXP/BWJcfG9MGKI1GR5Gug5btC5s06HLQQu+MCyCvCM3JBcqfCJtLul3
vUBlDc0zjtnJ8pk1vBjw3A00gMzKWPupwanhp2H8E2LdBN5DNNDps1MTFveYegRGLnkTOV+QV3vf
2ybOnhIXjgcnTZYBy9K/ik2TaIe3yQ9buUQI295B/dK9NoWdHdE/X6zVYyOHhRST+l675pyd4T+p
nkaCloOVK5rsBdzK4hSDi0T706kC54QAeO+dWMcLNUcOnon8InA2IzF4d+gRoNrSzm1QR9GEpcsg
iRLNuVzC/fuK//oH+DcI9g4oUrGJHKRKVB0I7dnFWlGtMH6K7OCLNBTriIoXEYyX9ogiU9PKhlNA
xRjtBzeeu61p5vVLDHtN9OpsTT19v+ijhRuH1e9Rjc5LaFYl20Qu4mXce8m58Afvm8AK8uIacY0Q
MRCYC4XrNWqVdwX20FoUyUs9dIa4jZTAJ4GUPerXMtDNPhla5S18tHLqzmqHqPsW16rzF3zCLjM9
IFPrletEKJw720D9W2qLRP44Ty248Gr0nimri3rhYEog5ckP8KWh+EcPqf1p5Am5nT9ePBtTuODW
U2/1SauqJfbv1qRIV/W0KptMDN+7xgIeTLNiDHaeXdp4RvXFeQeZREG/NKCQQvyPE/4yiYj7XtW9
dQCtaDsw1rT9mY+ei99GgYQCN2GjmX9TL41fR8i2bhOUJeXoJnDRz+bM/UyHlXTClJQ3+juabzsZ
u6UX+YyfaKoilys/rLFZ5HaYPRbaCUukI5lTL9s+rojtF71RoNfw83t8m7xsWvbmDYW6761Mowof
mXBgG7ezzES9isfOn46NE2bUvnWpbYa8U+ZTgjnsVXwUiDvqWrTPjNJqnGXnwvj5RNX0MHTe+OxH
XTg8z+MMGF1LJ+qQdl1e0yFI7N/ANTyHGP+lvzO7rqL25rPmKY2zJZeQh4onafdMFbFRZq3cyjbI
2hguAIc/X0qlKrBw6jYaVhNBfWTeTpHG2i6zyH6qgqpifqMnEeI4QdCApwWG0TGQqOueIH5zNDkp
HgTw/8j3V66sh1vGw8TAotzJE915cnJaH0sRSFSRLVXRDd3am2OzX3TNxSWtDBNKN8LuaS+gNeUt
2Ej30ieiHxZjH0+HjKaPOeiJ74/bvL9INmGhzfvR5KYc+xbGYg+t1peEBDb5T8TzJW26UvmRGxiP
oHRoW6FBIqveCJ0wvjbvbYHBCFkjHolirs+N0ZXpKkgLOn5D8yPWyq69H5bVYTcACkWFntmyoxQP
CJ9lcueM55vPIatQJ1yknYOR0T6aXm5i30UkuATW1M+Oq53X3IwL/hlU+7lNTfOONjaalwWs09fA
p2Re2sNcYB3o/OS+wcQmFh6qRVBewLkFcnLwFQ4lNL8lMPNPdl+mJqOkxzLIIxmtzRj5o1goK534
3gNNFDjVUuceotlsz0FkTOdQitxcQVFn1dbJ9Pgnq3CkLGLVwh8yALj7Ao9RfsGCxDHlWWmidqJB
hX9bw1z+zBIf18KcWL1ah06YPBCr2tPyV1Z3VCU0/UUOwDE8NlX2aI91KtekpKGcDOYxvvGZ04Yj
LzfJdXFK5dL8C8vPc7bgqNQH9mAD8ZevpIeWQBhR+WKjRyIBB5dPE/+IUEQiWOSNyG6EbVTDqlZK
YxwJmLdwb5r04We7yr36hr2r/0PqAPOCabS6cFtlKn8emYKm0HfFRfMUl3ZhbKI89Y4R+CRna2Ty
YLkQRHW9CTRClICFFKGMbQg92tTWvhV4IivsTuloD+ssB8n8OmcqOA8jxN4dUKf5kJheWt/G2gHV
bq3Sio6D26j61s+tizC70yJcpyPVO0akZP6JjRj+iD6HwoY2EOIZojj47jXUTvwfvvpjueC6PN2w
YCwiy0DttogOd/U8eHqZp9I/kXEVdet+1M39YIzC2ivYYvHNr33ryW7j5sdsi6FCp9SVzNdOS1pW
BAu6dRFQZIkRLrpEM4fQdX1n2tdmas63uGEK7x5/9fRo5QmCiDGusN1fCrP2pindcOQxptj8cHvA
po1p7BmruKwrBJTRYPlraWYcFgip/B1UQf+llbn1DPQSMzeoaxlVjaLY85ZBGNQvs+dZiLx7czIX
mD6iH/Ws2++aSo4PcLSxo4yIT39JKiRoxAYcZ4k8euyfByPpoPI6dsUNzI9l3zVipC/GU9TepZhf
scjpgO2IJj5Z6akY7UXgZUime4CIgjNhhiLsLNvENUE6prOxTer8ez0MWp9dXEOo/NwheDBADfvT
6AyacAaL1iYHdTcQ3GLo9ImlMnJENRkm1XZpVkVt7WwrRImW0FO4qwliTy8rO2ie8kT1+Oc6bEIw
v66/7m3LtPdVU5RQNqFbfy9ro2m2fZbiZQ27Ll2JOnIcdm8/r1DnM0+Qcsv8XvazCR+dlwWAa2xl
OwHee7Gx1dkaZEI1fD/jnC37WNLHdbYMd0PKZnGDH95H3x4lxvCNaicjdgmyKzomCGja37RxOSEa
qU840AKMNHU518PpWOIi+DrIFvFs3lJLLCwph+pxsrWNnm9GU8rP9VT6lZq0i/Zke/W/khCD0gLB
UsX+ULrWd5Ub0zExJ17CIirKZNNXXflljMfs0Y3SGUhiqKaXjsP6V49MxbkYpbpzHkZGuSKje5Ko
+01Uva43qkflT2gIVe1Zz2lYXraCyfWzJaa7POV5UOqhA0RbuYiqliSd1kYWttL8TncxsRd9VWRN
oLiqo+Br64dJ9Gih54L/Z19NHys5hl+SzBsntIptdwYdrktexRkzTReYXr+DEAKIV0GbqY0psOsu
SgDI3+5EnblqrDk+tpOPQxfHWYPiBWvcU0oGnY9GVxLdwqjRCZPNFKUv7Vx6GC4HA7kqR+MPk8+7
XiEizV9c8HfSp/Ai9ivMHOQY5IPpLqGoh2cS4iYbL2Icn8jr1wzf80zD3LaUmAe0EeEzaiQU9aqc
Y+JVie54xuLV1xsiioNq66N6ChCKN0n1Y+YcpwYzE+uRPtMLl5mVo+03o6a+R3syRjfolgL+tTOM
+d4hXKa4m9Os21VzXfOWQClFvLu2gxAaYuCZ5H4egdu0/TGZC/ullohOFy6zjwnRrQegbkNj6EFQ
5KCaAhpunmya9J84PbJ2m/m1+ENuRyXXI7OfmAoER8/UzD64PI1ORijsCTWbOxg+c1aYRcoSgrcq
ZWEt3aSciE/nAoyjW8/FVwAyqJ/AH/JnNt38OFITmEtwWo9qqYm6euHaYfSTHaATC0xho76bSK2A
MJaxvgEvttQOKWyWPNikAvRcZgEaWHetR5mok+Hg2qiz2PJKUkSjipJqESUpG06fqsb50pPLFv7A
thKE29zp4zvkU5YGXyTZiJcWbUYJYDnuAFeqateEHbEKKkZEuXRkzEytyTZduZxLd8AboHL966Kw
OvSwCOZ2brxBUbBXU317wZJ/RARWJEgUXOtLoqQGOx+H0DsVYmiqB9gqPGaZd4k2MKJE1MfUyttk
3bm5+tbGwUToMNXZyYd5opZH+PStFBOmll7mM6S5EU05I44nWmTdJz0MQBGkOcjRRbsBCs+LwKdQ
YXE0+5p6360mccybOTiR3BPfdcLBh71gg6uTxwzbnj467pALqrQ2xvm9NG3TEOaREBbaiE0RV8r3
kPZ2qnmdM+bx1SvQW+Syi8yz3WHcMO+1N7p75PiiEmdv6vBXbUUoowxPD37ALHjQEwkL1a1noQym
U6TfsoK1g6NeuRhUcIdHe6b5eQZzm5VIDerUOqx+OKUzm3SAqJ5WSdSXGNNzx/U3kc/4nHxV1FIS
Sxp7VN8kQPVm/qdsggplJqz1MByMQtv6EY367K1lMQxUXmZEjIJVtK6/6Cwx/bbIbiluZp+CA4rB
LvOnIfKz8iZkJ1SrjukTL5rwJvPcwOdf3Nps8t4vo8+G4CzdScPceDLRJFSOUdrtEyNz521uDcx/
vuSJALwMQRb8mCenzvZTOYTWrgXzDA56IPzzhtQ/9kzZzGG2GszYHR9bvmkGEeeu4+DNIBHha9XJ
eL5tvET5BxxG+K0kDSouLjhRxBCCr7+VCwR52LIWOV+Xom7FQrIG+aiNB8ATrDtjAoF7YxCxOS5M
MmD4emYyCsgxShHnBK2e+GOh0vsFnfdwAfoq5mEOWY4kTgtxJsQ3QVnfjWLGSqyhCdBdxF9UXzs/
JCYazoty0A+inHMGGksgzwmCEbNQmsVUNpw7OY249tUicf3pbPvK7k8QVJxhfJH2l8byGMEZ8I0f
e6PvCTzgcesbQ9X65xhWwWvCDZjXIcJwE6ABZGfd1U7zMwsHysfBjgBC3QwWybcG/szInwecc7ac
v5dzYPg7mZRGvYPEG7/2uTtscseRzbZt/LE/5mNN9IqHquCx1wB9iCdwAu9Gv8R1SvrPwLviJqSf
9ryBx7nghL0NXQRAiCfZHQgMiv01dHe9m7O5rdZFWxUP0/TfeWeJ8UtlQcWtahnCZWKgyZ1lyLru
Mhy0GEHKVYLXpOrscecXSfhM6EhE19Bl+g47K4kng50W69QWyl2gt0CrGinE6AsA3K7Ysb2X7Fl2
T/rPHIb3gF2iXtC2A9c1Jh3YBbgS1rrBifkIkQ9BbVWpcZrCEOC2DjKs636vuz/D4LS0p3xA5TpG
VUGrDl5cABLiSzsGWER9gh8K0e1HMJRbb26RTo/MaGeAKhk+8razSg+xddCgoDAhaCs+qGyM16FV
Nlxa4LfznXQBQzGn136/HBqwadJFxExD0hA/fE5ra4y2XuOFF5tWVZl3ssddAIFggNuV9diPKzOj
41rS/5ooKKYYRZZbNBhKgp6gBXi5eBE00ipWMgmG3wjo6f18ZKeEZIZuZ2+Lxg0wknBebwuiRec1
6WDqIazITFiR3NHfm4MH0d35Po0TKj3esxTV25fWr2woY900K9cGcUZAZ9b3BMBE4FkYF+o7l6Cx
r1MxjP6xYOrss2dO9SqRsuu/TxbEN2j6pGPqXlh7vm/YWuyyBIKicqx7vYDcMfMlMaEEvIgYKHKN
8gSlq0XEALILWjOBY7NWz+Wl7Vn5ipxgfrFTZnttz/6X2nRxPUPfqke3NKcV1vL+VPV1upmRuwao
6Z32FyZ+FDz4Q0Dhyemj2ZgBf801Xbx5Im5GX/zKsKULEMgExzoWbrE2cDkR3YEaGSUhygnMpeUM
3S6zOn1OsiH1b700NUaU3qm5ymKHuAAtPP5el4qUs0EN86Giaf9ZYDbAqm4M8UM410pipcMcs0CH
3FmwlSiMN7GA5+c9081tYQpfMvlE1/lDaQfgKLmZN39y0ZevBdAwv6DOPZp0EIPptVdZ7a49XY2n
DGhrWES5b+nfjmlAJFkw9NtAJJrxTZNoHwmRcEqc415GV9SWeYZeoLJuRruGSWlyFQb7wmm8eaUh
osq110nm6nho72/FJWhoPRVhf2Jj7ZM1dBNaNMF2YGwvk9usY5l103CLHwDbxEACidhXEQ4xTVON
GtBsmlfHdfV4h29EO2fwa23jjsXY4Y6aQKneSPnk8BqGRrxzsg4rWGS74Q98AzG64EYP7SkMRqc5
WN14Uaf1IjrYeCjCU9JlmX0we3+ENsHQEiUb1AweL+6QYAwUeIB/RmDAPzTOizPqITTfFBS9S0yQ
xvHI38vi4GJwMPZ0Lb3EHdwW6bqCiypIhMBIAygRoVRb+NRSxlIzYyzZ1CmNE19WBDe4jGrLkCsn
9T3/hl2OJE9lGRcpEeF6pNH089CdkeUTZM6LX3pEmgQzur92qSK7s05BA2cQLvATRwOHWohDo14K
NuvsAQxoxqHJ6DG1GVodFDutEuyJUG6dtZnJ5rRvpwHq7YIES15ejt8VrekcLqNUtL+GrrLOmU2u
dbrUHSjPYWLQIFFUuWP6bJnB1Fa3SG0y+5sgUAIqWBnGcA9EFdZf0UyGGKpdtAT2Kkb0giZGQhKC
DZKrkn+N3N75mbLRoAGx4CjcubdhfQaH8EeEbW66GmrE6GjCoV83WZm0/j4dnN7dktVTN1s9ULBw
IKLk0EszrpMSxbOjSdQc67i7KfIMT3LY19ZhHAMz0KDUobBe59yu72QOuv/NRdYlzi0CRHNZz1Pr
PcRlW/l3Gqsk6EVpGOSkzyyzrbDdGt+E3fQF83z50x5TF7x/p6saSh8PjESEh0k8sbOV9IPqvjXa
XO47sAWPCCYpH2MZBUTBm5LiukoG9D3GxRCZQ0aYN9S8QbwfA77YXchTeWhrQZep65aogcz1whca
zLHZEpvZnXvpVs06GpyuR6zcGsEeZ3FgLsu+mPB0YUUQxq0HeE9ol69D/95PSvkzLo2g2pdeVXro
0zVdCAZf54UtpSVfqIWyI80p8PoEsMG1PCi0BmFM9a2YOQBLXHRZmNyEYWy2L55JvQ02gA9+XURT
ZR0V6XThrojRIxCMRnrUQgHkMSA4jYPkmaCWIbgodZX5UFRNWZwEfEexqi27ac6NrhC9zTwyc49b
KKBml4ayqie7Kx2I6q4B9OgHEt9WWRPa2RnYfBxvLAfxj9FbDn4A1y58zGxdb1Mpjmo4EDo9/7K9
XkWIc9v49ePQTnGJ/rxO0vRMtCTKlBy/8ipcNekz4aF/ag+oh7voUabZOkOJx4JInMzFbARPwZxu
ukLsvV27XPKkPklfFu+lk3oSkZHJcBCmhFz9hMrJ3XLU/ASm2k3EXQdrgkRWqEMO2Z6BFctg8+l0
gUuA7ZurtqS6RHpbWBavAlENLqtP3aA7DGk1rfuaCSg1QixY4YHxgrgJkFZodrVkrLqN4bjfc4xr
e7MP5SnAqOAvPn4Kb8ZHCKnRlDLv3jWJUL1OMlcdaTphUXQH6I91P+3i7LcOvhHT9fEy4m3U8GUd
wt652WT/eFd3eh5EJ3EodQfvfmyfiuU07t2DMtbt0hVPUX6oV1awzYhjWBZMczxln01meedJ/7P+
Va4wAEgoyVjAgfqDjrpsmWiq1pj6pl/qMGwQmO9gTkKxCfUnN/j9KwfE1EzHllz79ZW7EaP4zLZj
/kq5nLvjTGoGzU5gbkkg0ByUqsRX8Ie2E9h5XV6Ex+1+sv7IwdiURfLJK//2PgDAmeblcV8mTV8P
JK1bbJ49yWUH2J1TUG2g0A5x9fDx0353EcHwBt5v1xHXLxUcrTWm2BgOws7uUfTdWt1DbD/+Lxah
VYUGoDKT16PHkzywWsf2+wNhtl+1I37jXb/3QuuTkOzra+GzoATBFOhqcEXlXX2vjqEb01MlWUrR
cy0epPvFqz5Z4vrbYAlhIjEhTVhRM4qriRei7DWTxWV8Qo1atusaU6mzq9MdGouPb9n1x3690NWr
SAmtWo+q7BSX923ykPh/pH6tu9PHq7xzx/65nKtPLWJmwZzWIj419auMfnn6NH82pOuzO3YJaf4r
8FmFSQpXyR1L7WXTnSwOr2mNDNypP9k3PruWq6dfGqMfjpEVn9zoi6+Ovv3LLnYf367PHsrlJ/x1
LUSxjbbuuV2Df1bBkYdixg9T8z/8Wq4f/dV4l7C3sFqZrEKS4DIVhGV432zn/uNL+exuXR7bX5cS
4RawkYHGJwsDSmL8JkQQ++Unr9fllv99gP7fK6GwtIQp+XKurgR9QGmUphOfLllkC4izG7PFjvvx
lbz7UDzIeMWh6KB1+/dKaORQNTMQ5RSWJ49E2ZjIURH9qofyk4XeHA+Xy5GKDcZyAVIs6+prcftc
mOGUpKeovQPdiJo7ryPOGRXhXH6fFKgdPBcpmZtZnnz3W0LAt5V5yxFmJkSBqQkD+/jSr8PUr3/Q
1bc1trM9GT4/KJzlOiUELVISqjdY1UaJsY5hKs8fL/jevf77Dlx9Y4zA8J0GUOjU6638kZMvmXnw
mp/e6evxc9cXdvWhzW4FaFoF6SkhxTRDuYzfDnUQoW96S6iexoCZjBsXB8TH1/ffG3n9xnqWy6ln
CcTe129s5yXCxB2SnnRunLBPoqs7E7GHH4D4PuMxeXBf6RT7u+zGucsIbQIG/2zOyHv32LM9OLlL
sWc7V/c4tkLVTSj4TuUq7NahwSwV/P0q/+xSLyfIm0tVwpH4DBSTfa7u8SQ8H+lhm56q9gHId0Fm
WkqTJr77C/fe3hCrhaAvXX5yg69ntriSyU2UM45JgeVI52pLSJB41QBM01kS52HSxzZkQzCgOe4f
nOFJFLcAgzGATeduPfk6Vun58iwQwEyEhJU7UI+N6rNPftWbM+rqR11thm0UTSPBb9O5w345jU8R
cQiagLEO9EIUm49vwZtN8bIYtbVFvI6WzM74d78qyQBVmc8dcIMHkJ9FXf/+ny/g8OdfRkMRw3Td
KQFZIjFS5XQeYPEsi6Bu4/vHK/xX5vzz7nANfy9xdQ1GPyqP1nw6Uw8tHO8utH9xzUc7WQ+Ed0OL
7wkC6Sv9yXP6f6xLJ+a6igJMX30bYL4kIOb9dE7yY19+JxRxZVzMe/pkeIQhvY4doZOfTXd780Fy
sdxGlwmBDDqhhP33gTUYWio4/flsECndZhgk+CZRrhzs8JNv8r2VGI0t6DYZkcHgkH9X8irfr4eg
Ms92QAA7wVJ+vCc9HKHUJxOsP1vo+j7qfEzsIDXPHRkDR9J+DeBK8nP5cNN9O2lv9fEL8+56rgSf
/6+Z8a7O6In5CHTEo3mWTbJI20dN/URGfpXtP17nzYEonQtGYEsJPOpKefWoVIA2Cd2LiQ3ePbUq
2bbVU1DVBCvZ0DPy3Bfm48cryrd7B0u61DagEjQd1xtahsO9sYfJPLsF6aqpbbw2vuN9yWaonozU
r1tlW8VNA213Yzez+AXaV+1sUNAVibHNMYuhtGaBS3jhB3F2O7Zo3clwUzfkiSy6tnxp8b1g0Fbt
rieeYtFCfSyNwThmnor3JHuG3zGah598ae/dSAsvDLFYvPFSXb2JiGkKbCjSPIvhMf8eJ+yDy7lf
tfWx/ORVfOebprclKRKche1QXA9ihY4xiqbUfF5khyel2JSOs47mG8sblyUZOyNOnWEm3Wme1h8/
u7eP7rKNMNPcY5N0Kez+/dyKJpGM7Rjns+sYGzIQyAAxNn12E6Jfa6yXjxf7bxjiv3vmv6td3VLM
/oKTr5/P9U+E6e33+Zd4NG/0Jt74K3sv931ADuJC/8jugqfuqbypNx//gP/G3bz5AZL2m75VKee/
AXN/lfy2QYAPYtT5PNwED9AJtwyLNI7qwVnN2/LrMTpnzHbV+2YXH1BkfbL4m2pDcvW25SmtFX+R
lx3ir8UTwpFQCLvzOWiIcMJhdRs6amfH2TeRwf2S9kxCXPvKLIotzrFVa83f/je/QAO08l5LC5Dg
318wSoUanvSRc9MYfFz1V3DbvT+uhljtsau/YJZGi+94yaKjrv148ffeNCoeRm8rcclmvdqXuiiY
4wbW/2zlzZN307hLneeP2fzHK7f/Xyv99xb+dZ9DWHfsK85/73SxsHHOw8ffZHO6NwZ8Tl7+9eP1
3u7sF9iIngCgU3E8Xj3X3EL2pJPAPHOFN53jb4iCJhmifPD6T1Z6d6MA/sX1y2HM4X+1FKBzONtm
xp50qpwC48fPuHliLlyM5c3wy0WVmuuqcD/bn969wr+WvXpvSBi0sqRmWcNtNnW/jdoaA0t5SGP/
yfclmvJ1GDSHoKxJil6R9dUZw02kk3UJOl9/Nn78UpVff8ScNiCUriKizbl6k0ZZ9AUpreY5H9Jo
q/vxD+OGht2YEBPw8ZN9752lA1KmFgwyUtdvUiZzhZqV67bh35KZmOYdwsly+KLwMH+81H9Q5vVV
/b3WFdo112NZ2WlingfV4fpisswS+nlnG/kXRBXHQVrGMrbHu7mq7yG1brPZfszS+S4m02pJznS8
bjLE0IqQ/YWryezKhYWlyzwFhEWHc3sfRIIUQ6OeVwUIIgkXEDO++BV6aiuRNy4r6a+dfkCULZtP
Nv435AkTmV0OUcfTpgT91FcX51ZxhPy0piiRilxjqz12SfdsqjleZmleLtFPvhKIvC8q+wVu8BB5
4U1aFxIfsbVDlz1/cra/bUD4PRYnAGApQ4T1VTFG6QkC7nfmuaWWWAxKxku0tfYnq7zzuXoUCIrp
NxbtHljlv/tt2WnmbSWGOBcLcl1vhm0xrOMTeuC42hB99/Eb9PYj/Xexq2a2xslvWFYgz16Nf6KU
d5l7nBmxhnLb3H281PsXxuAAB17IMqW+2hAsoiCtEkPPGV/I4GzilfsSHonjwjD/ZfxfXZiytJQm
xbM2ry4MQfQcdSDSfBn0o2QqhuSnIjTAivPxZb3dWLiDlLDs5BrG67riI1oonZ2JheauIbVFVvO2
ZbrVNiis4JMq/d2lHJOXUBOb4shL8fnXGWWIKSs7GqBzDf/9B8tYtAyiIf/pRM7Pjy/q7R7GRV3a
AaR+Upve9aMillrpgJVyBBlINpZpf4OcIiNJq0g/oQbEpYD7dxNjMU1Ws3Y8QSNytTUnqZ00jC2R
iCZKIoFR3blfGC61s92n1n3JEBFE0VdckASu7hJ8nlb4yXj2tx82tLlDF8J27UERXr0reYiDsBoY
FOJNSNkpcTLY9sz5X7wodHGuTSkj0G5erULEmYCaHuSZot5EGWOjJ5T5Uj58/Oje+6L/XubqtLdr
DPmMbpbnImUTvDGie1Jd0YJ9vIp4W5dyzy4lDFfEe3/N8ZbNXBo+kXTn2Po9oY00kqeWQNU82yXp
bwRLCztjujoa7/uPF37vG/h73au7OJXg75Y7yXMAgWtn9q077ETZbj5eRch33sm/l7m6i5ZTWsOc
CXnOC5INPN9aFcwiWzc16P9FFcpEj7bf0wXVR8K8oxsCKLND4ibR3UREwSe/5rLY1QfCyHpt25w9
HAvXI8TtNsf2PwTueUK5A9ZA50vKzuL/kPZdza3jSre/iFUkmF8ZlCWbtneaF9ZOZg5gJn/9t+AT
tgTxCnfmPEzNVLlGTQCNTuheK2pM1QcEce8/Xjy7b5w420RubsP94GR5cSGeUYxMAwjgkP6lAlUc
tTI3mgJSQ2M7TPZE/TGmreAO3gu1ZQzc65ploLyHNAMfdWXbMEozYIwtM58Tquyk0llec/V5nJVT
lr5YxsE2BPJWThiIFZqNUFBFIgu/fitQDdMJPZWj/UyU3qdAAGmTgGZ7ALkDkq5x6IC2k/6Tpiqu
iZlfGA/BLq/ktWhStjCSySwf4lKmglcrtjFCY6XaHAdF/123nzCy6mjpVkFLXDa5Pdp7JqAwYsvB
ciAVAfoXl/lsYmoKgFAU4GG9UYCY8petU0HNaW1nTAtZia2CSBQ5L6f7FSan0cqjhM8ZRm7QSiW3
iB8PaEwf0Bgfg1kVhSEMG381NomIrvmuW4U5AoCCKyzTRjxlci5uWNQOnbdRFIw9+Vw3+zpzu36D
AiNQ8M9mP/k2AFobCSBU9rKtirOePCvSLkpawZVbcUpo4EAQj+QMIQsi0dvTwfQNhqSULAowM+mp
+md5QVWlea1+EvRunNHAK1eRC6wdb6y/mZHA/bJV3t7AW+HcLtSl3g3AzoiCrLQ2dAbMOUAXbO0v
gL67Nbr+lFDE+su0nZeI53lVhX+SgTjO3YYEZCYYJ1OjABBOGDxM0NUGOEl7B9AU0TvNyk1nwQWu
HToLNZN/pwF/1zKbsxkFxhngklqyL6eLOdpObmR+Rb9JluCiieRxS9NScKmAqi0K6p49RgFdpjz1
IOrDNL8HKNHHtvO+rKmi8QS9RijWIN9GlHurN+jlIwZwUNJgmS/RLtf2c3TW0vcBB5ilb72GV3bg
4teb2Ygu+YgSsqtMP1MP2EySS6StLR1bgCKHwFGlteTScYtJwRiI5nmaiBKNuzO//VSVy2dAqQh8
/qxPg+pz/A0Hbj3T3/TT5Pf7/IButE8hWtUF23MXaXEiOSs/gjwW7IVjGrTjNxWU3v3vx9t/5ym5
3+dsKsDlzNYI8fvaANARi7oYFKbJ96H/9vflWMRAldeAf1T5kNUamq6clzkNuvGL1rQXq4ZJKow5
SKJREpzTXSyONVka7gsCR/hlmTumkupjJ2Uh1mQW5VaeqhwQpBQ58FJXu3buhz3mPgVR1n2upqId
CNEGzAGsMUr0t2osz0hMASC3nHsXXCb+uIV27jH7kAjb1u6uJyShuKqyhBoFGj4sLnQMKiZDJJ9R
sfamvXRJXGsj7xKBV7vXjFsxnFObbTMuUgls1/1h8rIdmlfJ7rFO3NcrPlZi41EDXRUsfrrdMzsx
C1nSEvnc7VGd9jC85LTez+jZPQBy6vTrsbT19fxXGP8yhHolePMWbFu2iz3bJSdl/1jAvdqxDfsj
gLuqOYuPZvnjXEY/dq0T2gcEZ0LuLdCtDO66UtkGRNIYy2fzFXMhBYZaMH/zMp2wfV/Cp8QNsbLR
S55R9L6MP+0gdMY9ZlA25qkXXLI7j3t7dpZ6e3YdqH9pMabyufVtvCvYrn1IPFOw3vukiZOi3UoZ
MV3TAmgUGuKNPlDrNpan/XSIg1qWYD3rt+rP6XFOD8BnRT+kWA/mz46pJ7lmQHaSJxKzaieutYS7
VoAwxrRxiRNsfXTzeCgIwk6U34etSB0V0QlxFgm4GMASHiApDOxd77NLjPmSIPtUH+0L2asu3ZAv
4P6yPVXgtEQ3gYvGQGAPHDUCycSN3fqo+pF4H0Wr42zHQoeMYp5LPi8be1NMO/UHwm+3PGqO4gKu
1DUu9jMAW+3ei4TrW1dLVDQRkKGZFVHLrVrSMtUSPc6ZWvZ+eMg9sqce+kg24H4SWJX75IJdgStZ
nFkhJAQRIQgbzuwQZz/bmbvQK3fxTvUrL/cf27BV+3IljLMvpW6pCxucOu9fdiIPyf7fm4iZWwhn
MRoUraiKVoDzAE1M/AJ6P3qT7yIv95Ivj9exfs0Mw0T3CIoAeAm7PSHg4RSSVFIZPeTZDogtfn3M
nutz6KYCuyGUxJkoTQIifaxCErtgrRN6wP86lIfQFd0qoSTORCkAO5YpW9PoD/vWSXzEg552araV
oMF11RZebR5no2pw0+TRXDMbNXmay9yleej+963jLVTZz5WlY0FAR9xP+9TrHOXdBaDXy/+oDZxB
Ah6IraQqFtRsgOPgtI59yVzFBbuUQBtEO8dZpR6k92WYYUU9vGKOoRHEgG4XyIIFrRq/PwfEP6yE
tdSrho31TB5zvmSPR3xXZHlWrDi6AhGwKzByeMvmTget+ngexYAzhMRuCiHzqfgH1/RGBncwS6qB
gMz6UGngDHlO5zjVXtqLvO7Kft2I4Y6ltkGAhUETdixg7nVlOD9wUgjOfi2cvZZicF4hAgZCsiRg
8KYOxvfd7gSeUS+FrU4AP45hkty1RCLVe5t6I5JzDiDp0gA3hYWpT0bA7KrklkCSd3pP9g7vIruw
5vfwHGwju0HNA11j3D4qwAZMq8Fkfm/a19/q44RbZH5PPLD2CZZ2X+1D2+KVLL7begT3qFl3H7KK
ywDk5pcR1qhFOQJcYifyGj4pbvWLOPlBPoYvQmPLzDbnrW7EczsLir4Gs5Ef4plZzz20j37cZroB
N4MbI88TGCn2i3cS0eyITk3sL1qD8fer8iZRDCUHRB82N3EwX36sfc2ZXFC+u8A4Flj4VV1Ftoq+
UBQQdU3nHH3XovzetZlyLgoMWcd41jcCHSnY12UM9OjQFgFBh5L6BopcZ8TItykZovWuJGQsYf7v
JzDdvlqvEtMkA9asAndG3NyzL+UPDFiP38Id3lVd6yKdQrf6IcsCuR8jhPw+X8vlHPYy6RIgMSC3
9aUnIIs3XuJZ7nIaL/CrJ/I5cQtAaIO8zgufuu/ApPJa0QPeipvAw5ltIO/FU+hdNQTYL9h79Hoi
t9bB7evFb8lL8sKsLBiXNsUJ3G1gHotfykvjZJ7IUK1erSvxvPuQ2hwFN1CPnuOT/tR55+akHbpT
sttslMsW5Lzfwer2vkD1yq1Ax9dulW4bGkY8MdyAf3Nnro8VkecWZx70vr5rzzF8frhjZoQ45CjO
Ez5qcnenfSWRM1myMcyRmnTKGdh64Cn2R9d8HbcspCl3rTv7SCxRsAFq1XHaj1uWyIa7xbUB6P4T
zIq5Qzfi/IishMJodfnvNuicp0ilBMPFC7bB3ulPVoDX/aA/LBuwwCDYAk19+aP9CSr6be2C1wIJ
PUViITiJlUj/5hM4+zaGSQpsNHzC5OUeuAm86hw+k/3iprvyDGJqV3oTBRRrqcyNTM7oIF1rDQn8
2DiGunaynfqRaGNm3kO7yvhq7wRrZNv44Oz5TgOzUfVRtRrl/Jd6jBGXT1Cy2rU9oSDReXImpQNX
fJHLWJiK61RdWldygQnrAhxl9MClvResS3CLdC4RaADGEi5sXaPP8voQQUZxGLC84jmEvYj+URJ6
c3JcRoA8y2yKlJ0cLgtLQ6dT65ov5W720JsuiqKFisKFnowfRpNCKGd8GrziAkKjj9MbPWARHWqR
QxBtJ2eUpo6hxpswET0c0bDHmBrY2LzOA1aVT/bhLoQRkAIdIXbtmlAecISj1iU81VWncGUUOEtl
RYAxaAycKhh5P+pCQJlyhydmrDQP0Ndu+8zsgO1JwmKeynztg5vCh64GmAvB/YTztYLwQC8whT6Y
Ni/Rl85DmzR2/Qllvie0vO1s8Mo6wyH/bDTe4oKrfnDMQ+/ll/wCAtd/WAO81j2Ds1SgSbdsfYAy
VP7n1m9R43ze6oHsiNzianSLrmFbMTDvgbCaU3JM2Wdpn43K2TgvP80PiwG2Yh8cITthIXct2LuW
xWl4I/Wj0QL95KMMqLxOm3E77MGmC/tf7qLnzjG3+YW5xRQXGpAxzmMTwlT6/rz/LJVTeWCH92A6
gPj+ABxMF4VjOL1U1NAqWiSn0amhhgmg3mGnXETubvmUBMwsgsbg6R9lQlcbyrtU2HoFePOQhVd3
1FWHt9AbmPfE8RFH+2fJHtosMbKAFlk0l3Famas5Ckyz8q/bmp6sM2DjYS9wePsB98HaxP7jI1uN
2hAyGsBj0IBpaXBnVoxmVJQgdjyDPPF98shntdu/UU/Z0pM0+4Bb2tXnahOfKySa0lYXxaxrhwnr
BGgIkwCYj9/gfgYMUgE+tbONm2FBQ9H36gIry0OULspO1hz3tSxuc2lvyXkH7KnzvEXGfrbd6aVz
ysP/Rx7E7hl/Ea4lcSEJQAGnVkuxKvMJYPHfhzdzl8KhWqfuvfleXuhGwyNA6M4vjw/zvm2DDeVd
7SaX/MDOADR3wApBDhpUlwExqX4MvebdPESu+lt2OiCNCGSuniD66FhXFGg9eSMfhqGSNXpP4Ock
Z3iqDpGPU9xiTlo+/hMDY1/J4k5QAYRMQpcO2rJjj6HJ73aPhnZBELvmMa+FcIc36HqjZAAk/Ljz
zHQirN/qCPAeb5xIDHdWetOOjBGG7VuG2vtwABq8gy5uwQVf9T/Xy2FxylVC3Mw1wYP1QPCwOzy1
gXqM/AqVqmGrfUkE8/KiJXERZEdGYi4g8f54Qwa1duuBLxnaLjoh4Zo4n5rAx1l4jifwqSzej3xm
lic3dJQz/fL4mNbq45ix+qPfnE/NwJVZKREW1XgYtrkkfoznhXiH4O1/VAjOElflAqQlptyA6z+x
mhSz+1iUyAyyU7gzTlcL4vxnVSmtwRgl4aWZT8t22vf5wpJUgCl6QNb3lmpr//rfdtHkclN1CJWu
jSGUPbnKKMwU7nIAgp8bCuzRxxgYtzxAtcgqStUWaAH4nmmzAAJyrs0Ez4TjJduhmeGkej87dAGM
HmbDv3/CRfPp62vkBYFoa1cCoBvZ3BG2ANYsMBhBzsev9TPxs+PiAJPbHVwI1l2g1/rFJt+K9pZZ
ikcr5g60M6lakwkrXk549gVeLor3oME5Fc/TxUCQqb4JDnOlxna9TL7S0wLYjug5lmk6Z8WLjvXm
af/s15f2+dPul2BPV2zKjSzO5KcL+p+1FIvrfXDGImHLTqnT73TB5VuLg27kcFbfnqYEeLxY01eA
h3+TXQltAct+/xuNvs63b2QDtE2Q+0FdRa1q2srpKR9NPoaJTn++zbNNso7YE8Vmav2loM2nLM+2
ggNb8dFEQfeShmkFTLtp7BuufECCvh9FnVt25f/17JKd62N3Ya/0wuaK9fX8kcU5ASB8q4BZZrLc
jxJs7AD6mkV2rPSEN1nPloRJ1ppColeVNUrb6PeTufX1ydz0vdKQc2q0GIH0JfmbWbwbphB0Yk0Q
kdEai65JlcGq3W5kX/RZoaQaOWvbAZk8XjFRXNu/oDvWJxvUGj0ZLlxweGtG5Vomtzg908AAk0Om
8hQGxUv/udzLvuq9gTDJbfzyc34p3rqL6o+7x4LXDvJaLneQSEUqCUxD5AyUURA2bFr992MBa+Eq
5oL+7CbnxsEYE5laBgkSsBgZHrLphfVRDkHNUvnlcGmHbVP/6EtpX+tfLOo1oAAW9Z+v2Zfrb+Dc
OwA0lbLDhMFZdsNDdvyR+ZEvn5l/AngnzOjo4RkDtJvoNhHd/LVempv1c+5iID1I5QaVnEEY62eX
Ya+eFIw0D87g5A4whGfP2Kh+48LcvQm2XqRUnM/QlJpgiIB5qh/nHwCmdd5etttnPAxM29fREb1C
rb2OXK/0w/peGaCigiKBWwapl2tsF+8HdZ7+yr09MFHgHA145obl08fR+fW/bvLHp12JjjsgUysz
NhlkTninlZxl//S2fWZVkO/gT0LxNhCVDQQ69VGovxKpNcSc8HzKzO0IkekGwKKotosyiHtAJ+CQ
Am2DYQBg1EjlkQ7NRkrAE6Uz/QGTRHoaNk+bp8T5/bvxGx9UTd8j912gN8wN8rHGtUjOTaodcNCT
CLuJt1q0V1QHijJPd2hejF3tCl+0Vk3Q1QI5cwtCtK6PKRYYx6hIb85v0cfVIF/ln/pB8mrv8epE
4tjfr86NaJKZFAnE6VnlLPJFq1KBhA9v/mj/OKNqDylYJ8J/a6Pman7iVy7Oi92AfNe47+AhEshc
veqYYrVBt6ZhuICzcBJKLMANMMi5/BqBl3Dw6i9ou6WqDwrhv7V/LNomcL4Kpj1N6ORHKnW1f8po
60k75FEwV127W9rmPQNb9uVvC0EnNgaSZQ0NbDYPcmnRFOghthUHT/7fc3js829+mdNtWQJUPXhw
40ByFFcQxvIHf/fjnCqbILtiTLtxMCdfML+617Un6SsmjMp2dO182ajaXs/e6vhSAqqXNOeIyMfJ
cBvL3jzePy6E+fgQHeU+NOEAL9PWOHWQlaJt07hFz7yW7uIkB0ly09VurSJayhLV/dvSGNgBhv0V
gO9ilOn2SkmA5slLjaQBBZOdbgFuIB48OfYXUY/hyrI009INYJ/ZgODkdW+mILDpG7TnWxZI75Zx
ByqyH6mVuWZEBGvi7S7bQh2jzAACg9kFGDT7lis914tcs5JsSoMkjZ+n+luxbOXhtc+3w/RDb71C
NpxUeQIXgrMsOf7ptkBoB7ncrkx/G1L+/HiL+Rmpf30OYlE0jdoMeI3LrcuiV+ZWHrJgBh/qNmlT
8Dzb9ghusTE+2KldvkyTqYC6ONLdVKksH7MfYGgd9PGIrYzdSG8LUcbBzvXKzrFvAmcuYmQNw98y
8MJut8i0a4DQT1oWhGP+VmGuLrPwwAcURfIGQArQ/IGexmlGE8zVcuyEMSighK0gXL334xswPoE7
raAtABObt98wT3oed3mTB5UBFCPrkmaYLNzG2r4y9y2BGkr5DnTeAiPIVsatHFwTyLHAqcdA4jgr
koGN0KoHnIYxag5IIkG2/d7Htf/40DlXxdZmIgHBYDgaPSydX9sQR3Kj0yQPEgU4Q7SUe6cawIj2
WMqapmOkHvYcE2kYQ+TH7+rUBIuJNeYBiFRdEm8acDkCoWVf6lsV06GgecJIOrqxQRindInXWMch
/4VBT8xsIjuSzkUoQhXmX3H/tXK0FxnMxSD3507ViPVaDzuSB3mcA4jL2g9V8xP8rmAr+knrwZ1D
PCyCxUn93ZRel80C87m28XjGg2xAQmDoiLtsQMsHr1IVF0E5zZavTPO80SOFCkzMijVDsxYuM2Db
MGvEX+k01fDAVXRFUAy5q9JkPy9vS5G+SsU/Wg8iSFAfA80AWKe3lwQ8SwW4zwxsZ1ltWmkPCnOB
Eq1dCDwOgFdOx0gOPPethERZRpUkSRE0FUDvW7BIhlOPdlypFMG08bXaD93AKBjw9TQACWC88VZU
li+06mldBvNWTmIX6BbZvJuMIExeMIkvzW9U/vu33ULxBk+7KmormNy8lYiZtKUowMYUZCiJOUkP
6llbUvcy+fT4JnIpBVsZ3A1g2vC+gwoOrxC1XUVzpaVloKlv3V5tXVkqXftT15/S5qUBxOdjcSwI
4IzYjTiu6hY2YAbI57IMZB3kF+YM5o6+7n4DZxL4d4PdAN0sEg3Yreg8ZCKPQaSKmX8e99HAY3yo
LJCZKr8XkHvrGmAoliApFcHl4gLij71kXaCYqrMsIFlyEVAdhoWk5W0JVB23S+2NgsaTT7EMosHC
kdVcsJUfsBX8XhIFL7qYUQRCCT+kGJYYL49BWBik+RKd1ERL/LDLBmAJlqD6Wax2O0aggwTyhuI3
NdE2tCHERWskyCYiwMRqgzy4lU5qwOKqLXDkZDRRUA3Pl2lt7Ok0yX4o27FHRkMHdmVaHeWiVXY2
WLLcJgIZbWlgdruBvdok9jSjSWrO9k0KjpuWJjoYYhLyKVcW0w2xKU4jjzDiUVy+ZFTJt00xIefq
jc+jRDuQFJH4kDV5fSB5LD+1CwDEqdn3guhh7YCArYLD0YC7DMSF20vVEHgb/LEKZq0otmqolBvE
/JOrm2kKCu1c2QyN2XwCz6xI7/mXpQ/dYAwFmLpniPJ8dBwvNsjbNbkKeuCnaoqLpsqttezHJJj0
bdakHpWZu6uBs9fvH9+5Nf1HazLCZMhFGZNXS8laLNqlVTBaFviePw9JHZjMJgvUf82UXMvhHCjB
W22lh3EVgIpIzT6VT6CJBgnIVwvM6tPwoxOV2NZsybU89j1X0XJHQUQK0vEqaJK/rOEFdEGOfchQ
sKihPY+3cMXVAHoYwEYMFBj/xSlOBbCtpLPsMqAk0UBQmRAvsqzLPObd78eSVjcR+BiY0TfQ6Wzw
BnIoqrwssChtOFWTDoRO8Cul8bnrf2qy/KXKn1pbkELyY5ofuslm2fHUjlAM5e7bjZTsAYHnIMFA
xp5S7yPQclnNd5BkjwREZnnqR8XO0rONVblVGHvguQbJor5DMg2E9AOIjBFlk8TrQDkp5wdjmBzQ
zoM1+u3x1vBl3X9/JyBn0YqKlgCV25sutuw4BfNpAGoioL+6xHAqcGhmeNCU9+3XFrQjvRM3juz0
r49Fr50K4734j2Ryu0Nmv4D0G8WboOwst16MTVtn3tJmW8ka0XBGfZnGn9HFLbhRaxquEw1j6IjZ
wO/CabhFC0BqpXUVWGXmtYB3jsv3xP5p5G+p/fJ4hWum8UoUH372NSOjI9hbvQGfuDYkrqbk49ky
ptpVFxCrmDowooCeIgLuE6yRL7uA6hkcp20FmzyVr4vRO8CEqWntTcnXPPv1eJGrx6jC8LOsDZPv
3H7iAalfwANXBXEIYnf6VC3Bkj3JVuoTG/TWIG0TkS/w4KIfOgvsfQzZgxcDcCOc5UCmRWqjz2oA
iJsY5unortSLwlFUqrl5PM1He9AxSZ4t0jaelmkHGuZqQ+1ydkZ1KTeTkfxawNXstVTrdpYy5Lsy
rIcdgYsPFRBfPt6gNVdhoP6AKEYBTBU/hziAp5tYE7wUKOYHoPAVxd4C/JkXVUDpmuKGbh7LW7Or
LN3CXIVGUM7hbvRgLXW+SEUdTJv95Ip6wNit5AOk61/nbu2S55PKCEkDsFhtANibFd9yfR+GT6B3
SMm2r74PVuTV1tYyg8fr4psFPo4d4FkKMI8IAmwee6OvS3vGJQJHyVL7YXZE3eK1U23AoVg+Jf1r
n/2qVc+YDlPzQvPesZ+X/DjrmLkyTUT74zGWt1K26/LxMAC7KKwPUQqOZFNgYO5uvUaAh06AUIQW
PaBPqLd2TV5So4pTqQ4Mcz4qLfA0wrM1nFpZ3tEqfQNavfClc/VQAD+FMiuyQhS7bkXG2tTatjxh
Z4Zo2MbNhKQ/V9A5CnpeN21IfgDVuO5MBHDQna7PF5LOxTZRe9vrAagm0hGmYXc6AmOALloAmVv8
K7nWU6XPpLoOtDryAU3VgtQg2peYiZXc5QVIZABSv2Q/BeqxUkGygH0pEw1ujMGn324CKmRzt1hl
HciJspEGp2qVQ/QL9N+OFem/m3oqXDpZf2XlhjHWS1Z0HscRNOALvL/0NVpiX6PRrpbeWxXkq0Pr
PP6+NTsJ1DcN3S6ohgDQ8fbzwDwJkMypr4OxHv9CpGq7UhvOoDUruj0BVa2jZgz1FFSevtRXQmym
O61EToqTAHQXmgtAWsSsxnVgZ+Fl1ippHSiAEiocOhWoOaZW1H+zke+cRmqE6DpsFoDc4z7thoFq
E8ic1XbfpSmGsgA+hNderY2+1GU/Sg4UajhNRKtHMKNmui8Vavbt8Y6txvcWPDX0GgAhusos69U3
G6kc0VqToUdkPlT6tDcoOrFLhL1j5BevqnGMQ3dpNHdcZsElXqtOoGakAt8dRE+Y8ueulJKD9jyb
CPbra3bM0ZBkodsVPKQCrfh/rPGPHM59dtmUmakNOUbxbobn2DLcUHrJ629LY7lzG/uYQ1Ks9mKL
Iv17N4Fbgl5eHfmTiu3lamM0b2mJXsM6SCw3B6OwGf8CUpbgBEVCOF9kTbmN+jW8BQmiBTTyb214
jkDaODS1l6bArP+kfjP1U4Z4M0/Bn40gVBJE4iwYuDVGyA5ZvzSCcZCB8AdJdRpq3TzCHWr5Ri2G
t0HO94Jl3pseZIIgC0QNEKimuNy3igooXnmYmoIGyhy7mUadvAIIhWLsk+IUg99RMmeXyp8rUXvg
fZx3K5f9/eqCyHE21ooKuYZxXJrDpGw1e5uarpoK1HTtHFEVBAExcDiB8MYZr6JSLamMShq0uo3c
Ke5Dl7FIukUX/V0sX7h5LIpxnsFYwWR9lLmvFtVMUh8So6FBGTUn9Hmd6w5TJ0ruSKD4RMFwV6fS
kYTVHo8lz4KDZL6ZVxagCAOd0UZOiirh7YbScJnpBNLNwI4MPJrXCDRMOUbPQ5E6oN51JzpXXmuA
XTxt29wvpwR8D/PY7qu2qfd1B0Swx190b7axGTA/QLNH6oo62O0HhbB2+jzKNFBL8ioZ6YsxlNh/
82elz/tSK3fmJLqz7Cz5PWAVPQabgXyZj651MoR5N1Y0GNrUBwIUJiHr/TwGKKMTOnsjQms8xLig
ZPXKGUjo4SJY85qy4fWblWkR08h8A5zaAzMXr09QNqNHZJkDhzg3EDnMQi6elYdejFJciWKfcqVr
aVdUC0BysNZq+Wua0PsWvUdj/h7VymExG7dRx1NigAAXJOxTVhzbQXOj2ET8Im9nfTeBE+bxea+t
HQ9FYCtCOiXjLtx+UJ9Rm2ZmToNmAUUD5kDxEjvUooCRqTF/xJbK+m4RLjK87FspGeDPpx61nsAI
h21bExCz278x/LRTwH37eEErjtRGjU6BM8WBAoqAc3AaldVk6u0msELJp3LtyoMV5B2alwpU55ZB
eqsqCZNBNDsb8eax8BXbryEkBkaqamDUmE/A8epQmYtdNoEdvlXGz9kURCgr+4gaj8yiXJQAkZfc
7mNN5HKSl74J5NyTSO7Yy5nk50gV+JcVpbgRwxmBWOv7Wlcgpvmqetpz//Z4l1Z/XkE75kcpDs/l
t6towCjcL/3SBLk6unLuz9mAGOTvKzaeV9HXihvNAPI4lWvBBp/XdGqCBfzZNE7cFE/wowhPbuXA
b6Rwykb7yFLmHlIaT3MEZmn1sP+sgH/VkZOhM3ASTZAWw8bMJTC4vFPy3Yr/iVJdyeFjpkhOaD5C
ztLtrRBMcFHj2Om2zkR2dqUXAS4Fj/4EjDSw9XzpXir7dEwrgquZo/shRoUZvDBD4STSRkP6PD+1
wNYot4g+408DSEgfq936fv6RzqldnpTZSHNInwETq6ooMRoz8i7JA/+64OjYsXP2TocbBe62igwM
9fpbDS8nLQmrNm+hfIa8UamUbyUyTDtQXyH2VWqnSYjsZagNng0lmvzHC2W/ficdEDroQIE7lfkO
lNo0K6UiZRvMzUs4NxtwtTvLXAmkrLy1o70AnCUaQbyLpgbm1698maSUbU+Mug1oooDKmA6bSiUb
TTaPOuk3diSd6mI3x3RvG72XLupG16Xd45Wu+VN8A97awTuDeOUOwMQspU6xmjYo9egbGMz00MTj
p+zPdo5W72OPgktdSp4+EoeYYD6iCiYXF3UXN9Fm0N+UWFSMWd17JDgIWQ2MTPJdlzHosaop6tsA
CLILaEeHPAa/o6DgsRKkfWRR/xHC7XxUzYUqKUMbACtzOxtAhZ0vavPdil4Uea+ImqdES+JCBJCC
EylHz14gdbWjjn3mzEZQkEp0adbuJ8sN/7MqZmuv9EnNZSlFLN4GXeho5ZttLU5HvpZCM8S81931
wPs/noJUC0wMnHcb5FqL+1nGesBn0/XEj+I9DXOnVTR/1gW3ZH1Rf4RxbigpKr3QIwgrjXfb/hZZ
n/BqraJ4/PgirBkc9litYbIJPG282k20QtAwzV1AkR/J5c9B/zqgVXCctnL2RqJjVn19LPD+9rMG
S1YoYZx+AFfh0vlEHRaiR1KFqB1dvmPptTp1qB07C7yHvMMgTk+3OnpJdXTa9IIc+04lmXADRFvo
3zIB68K7rBlouhkw0IPc/oSALm0wnTaQv7unqKuC6QKz1ggnVfAk3upj1M26vBgGChb9y7SP9r2x
McOtIh1VkOLGos7VlSXdSOMiiTyT+myW9Rp9eoEC2sdRQxsuWUTJ1qoYZCBA8gVhOcg0bhdllnaY
hrZVB1RCHcYcDermJj1MkQwiOpD0PI9qqvkxEs1dYZXVlkhE8q28VzfN3B3hLYE5TnTMPbDX9scq
tfpp6CZjWT/68fiIzaZWm8VDWAexq2W/muXN6AQnenfz2YleSeD2eM5TsFOmkIC5Kjeryw2onfe5
7owAUFMjwXLuK2230vj4rad61PQtpOV1jOcDea+lADS0bDerrLNcDU6D6mKXxg6sAzWV3ePdvItM
OencQUvduOTdYtaBLoWVExtL6CYm0MofS2F34MaWQgpat/D4A9MD1lJ2plc220KQYw0h1mgV26Xe
pfpukEYAAAPhKzEFp7e6oXDzhD2r4xWOLxSo9ZyCdymjgT4bhyamv8zmlY6KD/6BFLTQpuK389ix
NzefpiR4vNL7vJItFbRS8BqEUVJwbqMEp7BSNNjQGPAzpHrXes2rtO4t1qtgSqXzYGqHeIxejGUU
bPKdD/mQjFcGJOroeuFZOJeqKhQ9i2jQUXnble1G+t609nYgyf7xGtduIJpqFCTQimxjZP/2NNO4
mfOlQSFEzhuA2FJLdWPw7XoRXhMFa7pXT9wtgIGYeD7RgZxObkUN/TxoVqXQIF/yxZ1MaiCq6DTB
gkRS1FspVSnpQ5cYNJiIB0Q5KqThYLfoVv9RnmSI78BVQ9PRR7fDlf5LeW7Av5k0iN/aPnUqENWN
+Taxn+ZYdUEYONGNVVxy6fPjg/pgkbqTC0XE3BS8hs3DmE+dZqZKmyCXaQh6ZWKEvfqEgCmRa2mb
5QrBa7SRunmWjaDxskzQJFvzDoMRiA6G/BMadyUH5c76RdXiyW9K+W0pwek6133ljvJYbDDYvqGh
jKhIA5ucFsXnbGZMNsgU/THUhk3SWBhHM6VGoBjMBt+vDBccD67Gfe/MApRlS81jlFDUxk+b2Adz
2KbqvOEZ9b++GzOH9IP/eDvvrRhOEWwX/5J5B6SvhqMNxY+aQPpSfMr+sj/3ToGcQWC/1pQRD/KA
sgRLKMIxLp7QMeSQWUWNssdio7VdXjAYushUkBt8VOz4DQQ1HVhr0G+CvIh9xrVKlk2VoxejCYh+
jOL8yzQDG6x0FHTboHi07erUMyTbSc3Rk8GkFUXLJV5SpwMngpX8VA1Gqa04ReXWqPZmYGof95gq
2Eo1/fp41+/NGl6tEYEgfERbzF3XaqYWNZ72iyYostdlOkafQvU5VwSoE/cuH0IQkeCZxCIwnVyY
inaFabEtVORI+Ew7kComg9vH2gEVZ8+OBehD9/YTwgBWowJhUTEAtXK79WVol8uUNSjPmWhsyuhO
TkOEVqFAkVbF4JkQXBPs8Yd/HIk7XFDSyk3QJVYLQAYrwYOPKu/ILBwOX90+Bv1j4qgsFOxuV9So
YYNnCKUJWgLaT9kDr30M/P88+hJ1gs1bu/h48QFrqwW6Mowt3IpKEkqjdDaboE+kXwVawyJkzqMj
N2jtUFApl+svMhU1k64KxeMPhpDQOY2JsVuh1VJFGHFATcjst2E4HdMhcZI3pXJVxDCFuc36X4+V
/r6XCLUSeNZ/SzT4vEle5IpIpQGFBPx+LnlfVFfbzJvMG4DjXQGnpHE6v9mqr5YrGhZfO8xr0Zx6
hqPR1cUi4TDBCveq2/R7rHRe3dDCMYux9ItItQQPXKsiQYWIKhFMEULF2/1tTBqVKavPgLVL83OY
8P8j7bp2I0eW7BcRoEsm+UpXVZKKEuXavBAtdTe99/z6PdRdzBaziErM3Rlg1IMGFEwXGRlx4pxO
Qk/GAbRSnHtjJz5DbAhdeRBk4WmDzbo1pcaGhLIhkiLz9DNGsA1NVVdONVsip0gnbi0+Gw3hGd3z
6atIEmI/+BeENFujVdgi4xlHrU8ku/xZv5Vv81vyGJyg5eBM1vxdFmw6nG5voV2bwL1B2oZA5JS1
qUdyp0hl3fpAXQBsA7o8nnLO3qnQ4DLBt7xKTX29/S+ukLwJy0KVphah7nNS/JzaY4beCCNypEKB
HnBhgXLAuT2ovStYg4AsykNImsnKupEuTOpCCpm1RkHeLCR39HtS9gfpOTMam4bKO56MnIXjmWPu
4jbMehoEauuL7WwGI9iPatkV0+JXo5wl+b5CHuO/GB9Kqyj/oUnjCjGVhSUV+kpqUZUiixvq4Diu
Ij09pAXUGI1x6pyyQ10sSMOF41f3bgtEiGuiBrVVPK6ZmW2UpNU0DTPb9mtAGrVuSJPcLsMus28P
cm9nrk1XMoG2Frjila2pIaqnuQnizs/msna6EaQoNMStcdvKXtxwaWX9ioutokiLlIpG0vlaFphx
Qhw1eg7DN7XmKTfvGlqVQIHtovAs699fGNK6gRhd0Hd+I4I6R4hsZXiLpW+dwTO0M28yyiFrwxiw
8ACVbQ3FlQF5eBoNvpwniyOmfeHRIEz/ddIM+sxAMRINPgNoZMZBDlkwRuGQdT78/BswQP4Sxa5I
osPt5dnZb0jKrU1wYCqEVBSzCaD6bDRKRTt/iAsTZXUTs6ZIA+c87VwswACj09aA0DPiXHYwohrM
Rpz3fqRFsiX0RQL17vYvJDiom6MJ8aEatZbjNHZH9r8SWHjtsdrIaZLLUi1EsBl/dNGjkntC/H57
8na2HC4R1HbB1K2tQP7tTpgrrZ10AN78VkQhLBuJbAsV8KN9SondApLGmcadnacA5IHnPqqxkMNj
phHwIWOWI9L7RWvU7txpy0msStm5Paq9xcIZgigKsDaoWzNbggQLDbR07JElWqCL2DyUC7GUZ6mu
XD0rnm8b20kTrU1icGlf6Ex0i23nsK0GMQpjMvpGLoGcpcsJWIUa2Uc3JjkKeM9aUW2MjlYLspuJ
sXw3yNrgNmkpcxzV3rBRk0KHM4IfHAlm2LWaoM5Nk9GXOq04qAJw8Y002VpXvMpa+jhje3N26E5W
HhA75OLQ6o2eMpntXjPaqm0N6MP42hLj7gRC1W6kOHaNKgXJ2VCVXt8Voo3YQvBw31T3eWggZSGi
aUSkQsr5nJ04YvM1zNUjIJk0DaM2+FMHHUelDDpn0AzBinKjsKdUie/6SkEfX9/2d9IQ8pBFO5c8
UEUIJoC3RrMWm8AHsUVc5nk++tAyOtBG/0nbc5dr1tL9XerlGAWiwlnx3QFfWGQcORoxjVAH0hXt
x+2hHH7Ub2nQgA1QSSGcRx/m6Nvtvb7jLpB2Rfc1soKo9LIXbomOgyLQyslfjF9S4Y/GZAbQ/dBn
zrh2PB+4iZF9XImtrnvuQJJDSJMYk58stdvXmYmq3F0hfb89mh0rKOVCVxaQcuQG2XetDtxdk8nj
7DeEPigCeo1DNXOErjU4/mjH6+G2VVdhX/SU4uW39RDi2IVLMfSLnwyacDeXtLXrSq45gde1lRXo
YGD34dbFT8YP1do410ZPBl+ISwA0G6htc87X9YTBAirBeLyiNQW5jO046igUQojIjX47145RozOC
0sQSap5+xY5LXQ0hBlLWhyv82dZQirB0kKZu9MX5LEDavS5LT1uS57XQB3775UcR/QnGz36MOffT
9QZHlWp9h4ChBokz9v2oxpmsBlk7+dNnbDgDUE+9LfGIY/emce0m0pD6xoIR5tQq4RBJaKud/Gau
7VyHjusATWX97+3dvbMdVv16sDHgxGpXYuztIMg0DNvFF8PHqgJN4fJx28C1u8NWQKcKfjtV1mfG
dpGkYUgarQhFv6Hl6FSJqCKHok1PQPfZRS6C2kcGNmAaSc65cfcMQ0TGwOsNqDtcPFvDtCVSli6x
CKi/bjazq02mtgjWJFrxAGxC1nGO7856of6LlUI/LDKdbAdYrAfpqA7R4tcTBILHo5YOIEQ73J7N
68sbySjAQdHoi7c2POx2UClSVPAJ+eKX8zFvPyJFtVLxcU3pk5JjameTq8itIexTVqEjwuRl5qqY
RsVoFnRq6O6UDc/LqNljRw5UWE63R7WzCVXQzSP9jAnUVJUJSZAPbvRYHER/yDMorPVQjm+amidv
sLNAqM+hTRpnFo/6q/5XmoHq3phEP8xHq8j8JawtmnBmbd3O2zz3ioCHUjP2vEZRy2YWKG6ELhAU
0a9zZ14ehVS34jCzIvWgKIPV5YEji79uz97OQhGg6HF4V9wTMjtbk8CCB2lKBNHvJxK5SZunlpCM
i5lq9alLDZGzWDtbECVVqF5RIBDgfplzFUi1qtZaLfm515DCqil1A+leB55pKnhMH3u2QMYjE7hA
5ApYUAyopo2qDTTJRyY+jkEwPMVWnEaPlXw/vtyexWvemJUNHBnyVcsNxVxW0kuZpT5pslb2K0E9
BNM5EkInGxtTa7JDJX7MIDcOQxDESK5alOdsCBwxKpxlrE59JHlVOLhiYHy7/VE7Puzym1jpr56g
ebacKtlPq9hZYnsKXEG769RDrr/1ase5uHeSlWt6Ddk1JA2xumyP5hTpC8q6qegL2jED8VqgvMZN
Zs+1S3MvFd5Q5EWnpnt7jDuHH9eDBB7ZlUEA0c92+8Zlo44dLSS/y+fIHOkwoWU2UDjncmcnbays
h+gia0JzdaAQ9JT8dVwlQeeWBCL9ZrFCeTaVhEP4tmcNCXXMo4yXD3rOttZypLyitB4kv5Vys6ks
OTijLXjq7Lzl7JCdw7++q0Cij8QroiBm9mSSVmIQqpIfN9QhyZCaUZ2AjFQFhLUAn/nttdrZj2ub
FLwNtA+Uq6Za6IkXI5kDyTfG1g6gQw++joS8SsNPSQjPwujfNrfzcET8iJ4iSMGhcwkR13Yex4am
WZEBNSEjoVYPr0v5Vyk6q5DmEyHOVAquHnz0ZfpgpMbDEEycTbNTFlnjVyRycdkiYmavjIR2maaH
Nc5f/ntOwm+zrLt1Lp6ETrurqGLOgCGljXJA5OQmkvirnSCarA2nuvQpFd5iN3qontFxfntaWOJn
XP/4LAJ/j3OzBtpMTNVnQ17XFMmDsmtsJYNN9anRfWl0M/1HkkQOUv86ClXpn94wQ7RONIBpZ29D
tZit+Cce1YcEPWaBwfuwPQeCDwPIF9BCAwRNzHplQDaEgIxhvvB4mZvQTMLZTqDIQWnvQN/SnFUQ
vGTzoe1VzlrtuBFoLwF+g5gPYTmLNZTqMVM7fZT9vieGOQgD1C0VgVfl2DtuaMgCKRTIXtYmUmZD
jkQqAF+SfbV+n8bEJu2CVIbiBgWPLW3Hhay/H8BwYMOufXGbxEqkK7nsF4tip3loA+0Cqp/QjEG+
U+nO7S21bw1Rsi4jZMZjdzuuPJwU8J1g4fJEp25N8KwJ0QrrTpOgmxNSFn+FMSr+fSSxyqmi8gAa
7BV5vzUaa1oaUTrLAFW8k4LagEc7vXAeu/6gFbyszzXFBw4NlmwNn9f3DktFojZR34WBJvuSsDjl
vMBHCqYWKs4izjaIFKxAq45a7IXxL6NK7vrxdyUdRwUUJPPIOcB7uwiJkVXyEacXSIDtwCdtlOpF
XmRfn09G+20cXhP6MhfH22u6awXypMAB4TUCbqCtFWmYIR/WCbIvJtmTNExnpcnLA9G7j8DQeGCV
a8w7pnftbALlHuoSVy1bs5bkZQqP5ectMt/NwUhdIMJdcKvfTWL7EsbPxfBZGU7Xq+ZiiI6cdXaW
U/yZ2rTmdWrujB0nVF1fEyJSAwrjiJZinIqkyFS/zA/GNIIkKDfJ9Aoeq9tzfN08ApzYpSFmksOA
KEU2pTCk3gsjECphas+90KFP8kEp0pdZfwavSSOdCtlwAH58z1uBwwe+XvHMkwMt2gg0cC/jdcM+
PBM6LBXoFFR/KYLQibtyOAZJI1qlinaC28PdcbKXpljwqNSksVgnk+rnpfggTNlrChbF2yb2Vm7t
TQHeD/BNvDu3uzZWwYqax6rqi0VHnlsZJd58LIXTNM2jq/KrAHv2sITIJOFViP5Sxl6RZwIZcXr8
YS6chnS2Rt8qotphxyl07c3dpaH1Qy4iUKkX0wT+AHNXgyGmiM1R54RLexsBRx1YSXg4NBGsX3Bh
Qe+bbJjklvgoBtXRk0EBm+YAl/aOOQoA/2eDma55bisq5g2BgcmZKytqT4aQ3ktB687iqQIpfrJU
npHZ/fQEsbq7vnms+rdRdBs0vfz7nXL5KcyEirM+xDnQE7ghM6eUW2ud1NioHIN36+9OLC4pBPJg
owZObjuxM2lnvBkxsVkGLrACRFBvMlcjbn03s8d4FT1GYgf3PYivt0YMra5BAECJH+QdhKtTqUWc
WRGkNmkz2CDgDh9kaXge1JxmQLvHJyVAS0rZ0+pBVyNem8HesUC1D4cQ9Tf8YPIYxCiUshgC4k/9
oejvh/aBvHE3LM8Icw+CuS6Ya9Ad+qWsmnS5D6KnLEis/279LgbDpCziHhg7cTCI36SVmSc/VTAm
DgInmtndJBdGmCQWMml5nDaYMS0/yNMxjp6HlPOs3HMhl4vCHPCyD4swajAOzFWrfo76v+6Ixm2G
FScoVYJoRGKvksAAxEY0Gs2PjM9GWgAH/bEoPV6tf//10UUh5cu9gzgTqeHtXg9AljXEagE7Eair
2qIoHWoEjVOmcX1G6xhvXHvJnTVbiloUWj2B5GN2AK3arknEWPNH8YfcpqZKPTreF23hZVFoaSDD
TWftKdYOiWbmhB717jS8qSn4kpyCR/K8s+sNUHB/RSciAeh2O/heLZekAOebH+D1lpfPQhPYtPGM
mdfrsbNdNoaY49U3vV4h6sZ2AW0+Kq+g8/73oQc2CpI2wBAh086W0FMU8MUlWNdRnswqQVodmLPg
+b/YLBdGmF1PVjxpFNaa38gPM32g+T2oU8Z/3V0OMmFgapCxRVUciBTGChiSOz2oem09vijTmzi/
4C43bw9lr2QFEABeISIqLoB0r++wiyt6qLqIzMh1+HWWzA8jCd4E8JfZQw2wF80KERz6BmgG8Vqq
TtKg64d0SUE2DkxW6t7+lB13hXelDLgKrpoVaLr9EgVo3bkcMupLxhsli6lobs0tlO0aQTIcEEhx
JTBa//5iuHM8TmNNO4qU+wl8T4p8H7RPt8exd5rQcPCPCXYcfVilUgkThoIMWyT96qvvfYbeF4kD
YecZYpYukqIJzTQ19ZXmRxrp9jK8hb0/9LwyMM8OGwcIAbo6+h522tMykpc8nL0qjv8MIicg5S0O
83QhhZ4NTVBS7Hi0tk5mG+lmFP29vTwcI2wcEY9jFkhlRf1ERKkZ7cdDfJcH9m0j65RsQyfkPlEA
xgMIJRxs5+02o30XaNlsIC0JoS0Hfk+2tHSGDFG5GFaMro0oDqNjpHe8fOg6RReGKd6zULPBA/B/
dUqYtUr7Ek+HGjolCl5+i6URKKaCwFX87H8DZnZ7kMy+uLLFLJeoNWDRLHRoW83QzXkGb1nACe6Z
aWQtsDwhbRuCGCDGaKremmRzxjX5W0cCEd3qvK5qzsSx1JwENTFCI7qqYca52Z4X0ayQhw+t+Sjz
JF7YrOR/xiWDOQh4U0TxLMWuArJGgNQS5ZwngTtED0pjG0PhBkuJZovfoOfUxc5Wqty9vWBsbuDK
LrMttXYsjFyHXfQiLw9oiM9DC28/0dXxLwSvH8dv3AzsGshc7cgv+QrUA1FMYaNQccwqKY2U8zg7
+XEEZ5MKzbX2s84tFUomZ+MHz+TuUqqgzAUzFnK+LE6hTepG7ZNUORu1rWemqNoFWOV/z6/JG/oj
OFO6hixXw8MbCWU64NohJbE96WXcouu3qJRz/zd8zo/DUfAUb3pPX1NX5XV27g7sH1uQ5NjaGgHF
QWagwFQSUypN6VVTzPA1/F3a+sftYTHZ1/9slAtLTKAmhAAF0RGWdN0ig9t+Tn8rsKfJvA3JOOMr
O+vmubiOU7XR5HS1I5jiGczWCfifTbCtD1b6NB+bt/aDnkZqam+3h8ebSGZPto0Y6IuSK2cwVyVx
4dTKn3yxO/1URw9Ccl+X3/5/9phQLgLtcRVkGCbQTQEIVSqXNmb6lDw3dwIn+uANjTniYmxkNTjt
MaMv6XMKHemgMMvXWTR5vCY8Q+vtcLF0gTCIUtiVX2PS36Vv6JSMY1PwpdDiIo+u74EVq7nm3sDl
hKIis/GjcUmzNc94nkBJnaSimWWVI1ePWVybQv07DnlcvTueEqQkSB6j/A4MA2XLD2mdVLo0lMGZ
RL0pNJ1TQySlkKg5zr1d4NzRAhz+gykkqSk1T30o2DMIOjne5fp4bL+COR6VkPRhueTBmcp/5vRQ
Fo81PdzemjwTzFEA2CodhDkLzr0qu0l2Msa7UeVJF+4aQUAsYv1QEmOBhKjLzQiVhuDcortyqJ66
+qHnMbtf70f03uEfQBXRiwAyq+1+VMksSNmyRJ6e3pHv0mOlOGLyuzUeM4gktQ3nnbme2K3b31pj
HORcNgva5KTIC5XQsPq8QJNvCwat24vzVQLamgGkDyUDvAPBPHclYRONUZ5UNE68bilOefkSq2YW
WGVmQqrLTqp3tCCBdTB1jMVsILCg1GZEKzNGO2oyVE6Cokow84jar8O+7TcxQ6/lSujSMUy8RDXu
6uJFGY1TmPkDcp2c0a97jx09uiO+cOFr9xjjYrIeglPqmCaeHnd2TcFwW1rQuXoMISbvi2bkyXhg
/TEIx4V+oSUZuyDeAmYOJKxIPLH4JWWJ204s+8wD+f9htnLHpM+FnbjhIXQkW3BaW7fXBsTmkEOt
NjLjAzRy7M59k37rnATbV+Lp1rcwLmBBA0+iD0PmZTJURp5A1hp34GxSBnNNgkofUlpYxW+FHFAm
hYDCcJg7E5JcbYtOnO9dbKY/49zW+3tBcMbaJMm3rHjJIX2QJGb42NR2Uj/OxMx+Ks0pTS1d/AYd
Pc46Xp8VkMN85e8Ap1tRIduTmSzpLNeNlnl1Vv7WpRKB0fRye6tcO5itCWZPRhU0JrqMZl4IEu9y
OE0aiv2c5/bOnbA1wiyFSodQy1oYEQ/ksz8snSkmDjp9lfPiGMTqO1OunJkX9PGGxjhoZYjJLM+w
SgQ7Fe/b2JFlzjOLTQIhDIOTQcsJGGXQUoN363aFxDEMSdC2pSeA9b6lT1Lzoqbg1olTs5ht8Mgb
SQP2F+i+9RzT14Hm1jKzcME49cpSdqWX6y8/lbIBh461bl8Qkd3eITtvrq0lZvVa9HIUVdiXXgUt
Jgiug5s+AaMeil6H7gwFAh7H5e7I0BW6NpjAd38JkVzERxXIqxKjAwA8V38IoNUcqID98aMuDDOW
edDsHZ+sIkT6xxjjKcVJzWMpR9tK1Q9Wkjwq/S9aHpqRhxNg8U//2SkUXFKAFSO9wbpkmtRLk/ZY
r2isrVY6adEdgnbagQ4xOUvBy6Q9NUB8rYeQ4wn3FxAwnhXthccWC2EzlqKXSqEuvWA5NZFg52+g
YW3KQ9e+UfGpCR6mhHMRsEn6dbQoOqwd76hm47XOTCtt02rUI63y4l+LWzx9CNb4pComcXT4ffke
mtLgCLF5kfXerb8xu26ti60jtrHezwmtvLn/pf7JB9mKwLsmtA4q9Ut51EYn+JSTg6qfx8c5BbWX
bk3TDzo4mhY6t48NK+5wNQVMQqmbwk6tNKXyhKNoKW7ipm/yKT5M94aTZlD+gnLxYgVm5DRmYo7m
DHZc0dKd8pvKI+pnsW9Xn7JGgBfTssxVOIsVViM5LW7tlYuJHJdVHAdL/G6c64fk+PdYWMITFAVP
t2fh+v2BfQD+mJXSCGQSIjMJiVwjSV8UlVdWpTUTvE5RGoGqWCIjOVSZoTJzvNWuQRDjouC1ot3Z
+i760cJIEaXKa8l3cFtY4nhOgtBONK8tRzPnsd3vuA9gUvDWAfMHisks/KemixDMvVx5ALx6aVAc
hKA2S7yNe4MX0a5XCRPPAKUJWDOKuMjRsAW9RRFzKW7i2vvZgsghPSA5Y76FjzKnqWgvhru0w6Z5
Q02JpCWBncHNXrvX5TsI2czkEVTH9nCvIohDMHeOXN1Gp4L1azbDl8jRj7lbHPqP8MU4/UtQ8dfm
hc8Emevaroqm7+3mFbUigfPKa6+pEqssE2vktd3uhFnoiQB5CzAdwN6wrLFy1ScTsD+118a5dD9R
PXIS2vOutS8qE3YBgZBD5wzKUoAyrfHKxSk0ymqQmrqrveokW7WpuOlRdFSH3E/mAwqXx8XJnivr
bbTp4S2zeLm9/UH+n3XGI5eGUFaF3MO63jYOZBKkJ0gEzxyvx0LzvlbrcpDMaqlkzJu+wSDlu+JV
+B4f8bwTzcQ+SJb6oLsxKKx+cIofuyOD5tp63HEsWD6ipkCrSZvOtZcuECnM742UB2SSeCaYpSMh
qXUIW9SecZTvks8Z8i8/NLtx2gfJCe61j9DOP247zt0bFIDRf0bFrNcCstC4RNudF53Ip/IdE/qe
2M1HcR+f5lXCLnnWXWhp2MYrx/CenwGzE2ZyZcBEB8F2m8ZhEreRgfNPitKE1CeSRYEtdgfjUIRn
Ca8EPeHpze5FKEg5a+B1WEVawaa0tUkKFKxSpJ+9zlYt2XGfMq8x73j6fPtzioItDh+6/UANtTWT
TT36eeax9iBheUiPmSs4iIQgudI+rFIo/b3yezQj828icG6lvRcQwNT/WP6agIuz3+TFnEsLLJPH
yW5Ok0mes3v1cbF+QQHinnLWcJ2ujacBR/zaBfgfziHk/7bjJBWYS9sCLhOsS6XV0Kg/amTOnAYv
Mfv2dmHZwND3vLXF3PBRIBkJhEJrL59e8+T3n/lnhOYoW+juZwOSZepji1JJ5QeFnXcm6R6Tn/g5
fzTTHYqup3Z2M75COm/8zDqPTR9KtY5v0pTvU2hL9BRJL0L0o14iCyX49DSkEBWxw9wS5gPYFKnk
3p6V63fhZlaQvNuuAARBJnRd4Au68W9wDIK/+QxBgMdFGe12cQl9L5d3qebVm9d13az7mnVBiwXY
chGKXPFHKJXYxYPW954+5k6l+YN0J9PCyqbS7MLft4d4NccEpBi4llfWF/R1sQ1GMVX6uta0xqvz
7HuVhm5RyVbb9++3zaxujhkS+gkBR4YeAR6DLP9hMZGRQFuu8do5dErlJSbVYSxREuPxRe6N59IQ
42/TFlOb9zAESoxX9FRYem6cF7XkTNvOeBBrrMkxkKRc03dTta1I3sQYT+VVEyQ0ozdauaXBKzHv
bAVshJVeSUGLz5UXl2IVfEfj3Hjzu5qZqtU81arTG+7t1dmZtI0V5vBX2jjopbo0HhULq02e0NmG
nPFtG9dnaW0bAq4F6URQb6GHenuWuiSrAAVLWk/ShPlcDrVSmIsEICXeNXaZEM1K2yC1qiGtLUMO
a3NqhdQZupRXBd6bUw0HDP2S63/YJgcxH5qxIkrtiXQwM6JC5fszRRdMQGNbNXhJ3GvPinHjykC3
5NriChT1dtxJkYxypoeNt0A7K/wsaxk1bluRUWhDDVoZy6NQPWVl9DZVrvETlAOHLrdnyYvEI5EH
C7UIjfZmWaHb/NEAASpnXdjWJeQy1u9DehJEMigysW06aZMOhTjqtdc3xrErCkv7jIDGVJSf0l3S
WulrRc1IOQriXZbGrq6cquncRvSgB86snhsDIjjvt7eKeu0swD2EVOnawAAGIman9P2SdpNOEePO
9bfagL52qnKCzZ0dT9FCttZK0Mx6VSJXFGCHirHuvEpabDkG+aKG7lyOk9jZaCB4hFQUVF6gWX8V
gvUtrZe07bwyvZOWv7VhQFvMsGQo6FIl42RndzzSxhhzhrMylDTQBXYegT6b3D9G1edQ/Ym1n7fX
5uphju42Y72W0EWJtiQWKokKyzQ0Udl7WvchrHqEILmSQtkk8lkW3whKMbftXT+38BhYpXKgT4qK
BDbE9vgoY1gpqjb2XqQflC5B/SEE52r7vetkUzG8FoKSZkyd+bN8Fe/TU/lqDG9Geoed6mmA5B5v
f871vkEnFoiXwD4JMC66WbZfk+XZLGRq3Ht58dRpf/T8IaEl50Tu2UB6ER1mwMeilsds/0gFL2sO
9VqvSVDsCB+LEnmm4d/mnTGENd+BRUSZDqnT7UCqQtTapK96b3E7vA8KM1SdODBl3nP5er9s7ayD
vYiYQbtDWrWDHX1G9kx09OSQ5AeIR+k89d1rr7FawpnG2xwwlK+NdGEpUka1QrGo93pFi6xOmh7l
ouR5853hIJUtrWyHIJ65osVva9DgyhIZvMJ2UwupZpPH77/u522kpG4sMKvfa7WRRAQWAHFxa6u0
4pPu+rx8+Ze2C2sGqeSVywQwbHQYbtclpkbZ9EoyeJman8dXcNC4WXcymtqK4rc88heANsUpP81t
cJctzox26Ul1W021esUJX6PKGYHuzM5lYSn1SxmXD9qSuUZpCjyw8c66onuNrvoRaBUEvd72S/W5
l/A4qQcv0Fvh1GVD7Azt/Of2uWa7aHALfrUh/mOFuaWrppmaam4HL1/OfWgVq2Az7mf1V/Sk5pNF
HsOxqE2jfJrE4r36C0UwMPCFcsbxLzuDJSBZQ68/Ct5QrWA+Yyi1oNKLdvYS6J0bAxTZOQP9CjeY
hYcF+FRElJCwY/FaQ6GMYpUPMxISBTzo9/Q5ee3fp4fuqbXyg2ZnZvgUP+mRHS1Oe5LN35pze6rX
E3/1AQiaRSgOobWVdW8CtCFToZVnry1Qu88jSyrvs7azb1u5vg4hwA0ioJWTGFcvq1enZSUU9KZg
9qRiOmoJahYjtYrim8xLyF0XK5ACBGh75frQVnKBdUkv/M7YFZoIQqrFm63Fnk7KffUSOjIUrke7
cOb72YyfQutvclj+bcmXsbvO84XdOI/7QhTqxftuP/GS1Os2Y9fockzr7F78blVOOjlp8LsNUz18
DPegOjKJ5acuD3W6Ex1vZ2+NoS4szQ0VwKAIS7P1kR8SuzzrJ/VUHJdD+721f7XH+SC4moestDla
jR04JefE7RwIhOUgNEG1Ae0GcDDbL1j0hRb1WMoe2hlTq6CxGQjf0Jliqn8AXc57C8VLiwajmT2X
8nvTumUTQal5fIwDyH8iSVlpy3EoH5bZkXVOKHB93QCDJa4UOWDXXVW7t9/WRDnAv6Gkegs48qxy
kVR7kbXomE0VZEHUXAP5iAhuo0TRDrfPz75lxMggzURLNJt7gkAhMrRIXnoNMCYjsBeFnpvidAih
KPo91iXOjrv2e2CMAzMytLDQdn7Fr43+oERYkkT14kY7E6FyOyHmRDw7kSSUQ0Wk0xCQrx1VzFaT
ZpqjpmioXhc51VMCZeHutEA/+ZD/ybz8ofJkwQRL2fjQ5Laiul0KZNuT5Ma2ZA3cTOK1f9p+DLPr
oK1T5Gmgq97si7VVa/eSalFEYWDTmU5tf9TdvH5d3icgnbqj7Br96fb6XidRIQMPWBWqUCCZB3kC
47ZKvR5nsNGpXq0KAHxaCghL7gNavFWJbGr9XRad5f4u1e+IhEZA3dIzNyEfSf88ftz+kutK1deX
4IKHpCrS1WzWWCA1rUESRzz6qWdAfZtq95yGj4IVP5H4MSdgIDjk9bm+l++iO9VLfO2xucuelz8S
qJtM+ZtEj4BeGUdFtyqcEc5Fch2PoSsIEn0oDOJSvupbT5tWLqsEXzd3nz0ETzvDz5W/f9XBbmoB
z/Jvt2fjukaB2bi0xwRmggpnpOWwNw0Hejc+eMZdYL798l5+cwb2pTu/dfKwtArkgBgEPpZFeYV5
BuJl8FR5yiOo+vXW7J4mUE4/x05KXK0xIYOJrq7pGfi+pjTD+/rdkFz5PPxYftLhLLiL6sidu1Cf
aMdCmKwqhJ6OKxxilcd7fB0ybL+UiYm7tOkGquUEIJnB1OrRXJY7oj5xZv760oMVZENQwFj5CVjO
MzmSppC2I/GC2UqbxTRUvCKeY5mgiQmdMpGpqiARQNsXLyK6BpWsa74qzX2xLqFAunXzBmmh1CcM
xIvrT3IvBHYh2UVrgyFBmY9d/AgqB7MXn5eYM+Tdeb2wy/iAlTeoJ21H4Pnem/i1wIpX/9XagXUJ
hCL6GnQy4XsDvZA5BY+v18edt9D0OOjdQSETJ6GzOu+rzXxhhrkpUSyMNGOaiEcyciBjpll0rj4h
w+RmxpA7cdbzyOt2bsj1okLOHGsnI7G9XTQphxYgMELEy6ofaXMfd26bkucG98ooxMdoEpzb+3Nv
hJDqlJFHRD7kSsu91MDlsYQa8UCkYarhNyKPhyR4KaCvCIn3/+I+XgG3SMEheAZH+3ZwedxMsQgm
aA+dVpopgBLEKQsQwtwe0k70B1Arko54SsPD4gW2NRP1AukLTVY9DUKvhT5aJH3Os3cVgpii6mjY
KJNjiObkjINT0AUFp7Rwa+PU9dCgcQ3lRwKwVScSs88dbkJhN2CArh80Z/BIRjcNMwmkj5ceyhCq
VyTZXVfrZpDnUNg2RzRoRJps0ggPw0CwgiAoreVXloPBpj3kkqUor6FxrMg3QzWDFyMxh/4hi3mp
sesiPdwGNLLBLLGSZUPmZTt7zbx0yohmVU+aG5MoltyaY9MeA7uvzF+BDWh0T57jp1HQ7Vl8a3ld
XLsb8sI8Mz0TZIUUbHcEp1Nemx1IeZw4gXRWG6KBDLMJbISBlr/bW2Z1Sew5B/IcHYUg9QRak4mb
xKqjI51xaQVy2x6Q4EpsFSxF7m0rX722V2YIOEPRa6EBVs+4E1qBOzUdFcSKr4jwHUc1nw3r4Tk0
3Z+G6X4eYvMsWif8L/UE23Kch7tvzh/z18Ovt5f+3prN35F5d3xxDv/D2Zf1No4szf4iAtyX1+Ii
UpIlS6K3fiHsbjf3feevv0HPh3OkEq+IOTBm0OgGnKwtKyszMmL/Ydsn2353/54urzkxdoZ/eN9t
PX13WoNMLS0Hmin/88nUJVmofdfUI3ZrMzX6EL0o465XSqvjjhzgGo/nZzFKuTZG3Vhe6k+1Oori
QQDEvqi2ADzyyouYWdwXBMFE0UxfhK26j4qdp67V/+dt/WhtqFsLlR2hjjKsjZB8iEhe9pXRrkV9
tHAa8kHgurmaTeps+R5bFM2giIfde04GCyB4wuJ9nxN+kzgKKQlvxuZAVEPRn33CN9t6j+exYkjG
2hN5KQCdicmR3ETWBvyet6c8FltBSGLcM/74Kx/sbr6nfdJMx7DesZJVZWsasUtHDDWRH4pPADno
uLBs1JKpQkDtoOtGJLRQBSs1hJ+3Bb2CSNLCd3F4Ydwx/ABRkAHGlcgHy4ECjuNO5FuGLvpvxVT0
b8/4fg710pCJGQHFcbEVJ3l/BVkUGc9/1hrhZh/16EsoH6aOg8hP3TxWaTcePKHHC+wXgBArF93P
Ij2yQ110tewHY6ZgxCkZtyl5f9fI1/GrJhqp9u9fluuoxneq+0AEavrz7/49Ix4pCBLMg85bnwFp
9Ng67XKz3b22urTydUsHClozM1UVaG6QAr3dYVMZqFkIooVD5wmkHbedYOfpmhDH4kxfGaFmgJGa
Sgv4Wj4M8BUqEJacStqQKPnnY9e0uHuv7FAXRK0gW9w0GEzrD5neKjUaRcp4XImPlqdslmHBRYSO
gfkrrtJWEBvLtKkb5ANorPBQ2HejzQlrSYKlCBPSl6g0IEYCCTPl0fs07/wgy+TDqAIy+YqehOJF
GdApiuRE/vV42haX58oW5dB51pPEKkrlg6/tpt9sZBRlpXP1WtC85My0GQKKdBtub5pLjOvavpKD
Uj4UBekjwalrVof0uzEMJwRTA4qJmnZ+PLKFexHrhOftLLkH/AG1u6GSEvlFIsgHTRrHncoFUBwK
uc1UyE81skR6OYUrFhe2oILYGVBXMJfMeOLbzaGNopL6DJyKUHFvXIQMT1e7jwe1sFw3JqgsgRLm
fMa28CdcLIIs98iISJtMVprmxmNDCxtdQb8BHgHs/B8Nqk2m0G9iDobK8g+QIQG65cdhpZdwzcb8
71eHaWpYxVcq2GjiXxhLq9jcsAKHXpwvJDNnNiUsKo0+1uQRgkYjtveQyBnpptGVZTzxRaYGrxfa
OB5P2tKWgwYBgHuQWmfxdLgdEO9naV6DnP3A8HlgdkEuEG5SY+LVAVqn0jDYtHmwcoB/mKepKwZp
YkUBXRl6JbFct0bbwgtaLmUxRCslTwpRyGu0ea2M3swRrkAkXD/65FsxN+fn549n1TiT0crIntN5
Q+8JT+y/PVmLXRYn4uqbqIlIGYAKwfWA3aM1bhMOqh6rbWaUKMSI2kg6qRDJ46lf2kvXs8DfzkJU
QYMP3XDyQUVjZnWOeCcJVxpxFk3AnciAQMytmdR27bMhhTAqJx/E6dj7lwltVL26cr6XXAgAZv+x
QTktza8rJmxE+Mmp/z1wzW8mr83HM/UjnXy3Ya5sUDdyI7BVi0w+Wiq24/a1NvGm1hvsHbym8ROT
6n2n6u32XSCVhSDY/c51Zt5YMbYWmhdy/fztnHF8HBkNQaEuklBXdC8gA/5YmbETvcqIYd46vbYI
S2zJOP0v20sGhxiSIiC7QgPY7WJ3tTgOUGXBYks+RBz9RIZgZP5ejLLDt3x6lNEzteIPlxwJcqYQ
eQPwb5bEujWJOD3meiVRDpLyMiYOXkA5BO75fI0cd2mTIa8kI75AX79Cl2nTsR17KDIpCGPQwsCC
+89IOlTf+1rtV47M0iH9rykUS2+HlGRSVUoSg/1cV5dI7F7FgX9TQq4BF+8o6UE7dNbjrfeT16G3
Hsrb4AZC6mxmmr816ScqbIapcnhvjBlIDV+FdI6R6BHeWej20pNjTRjSWY2hmr3+zpscQUraRjHg
8ZcsTjP4HWdpcdBu0Y1NmSSVQyJWykFjtox8YtlvDbHPYxuL8wtYiowWbkRytN4Ko8TS2EHX8VBC
P1lHDey5znHCJAk5ZeF5WtO7WBwSBJhQ8waVMzKut3MLcMHEh16jHMQ0IhL60XL1s5leHo+JXzwH
qNiAW1gAjJLmYVfGQGTCsVUOlTdCfnfXN2jwtLnx79A8Qw28Uy1NRXMk+1zKyNCJm7LVE2+XTRCX
tkPmPIAWH3UOMjA+Gb3+yQ9AnpQYdfvMrkGP77sSJPQb4RABdgrAH7rGbicEmplVXTWjcvCCFFBx
wQqaXY+Hnu9AZlbidBntGXrNa5vHU7S0DqA1RDlhxgCibeDWbNULKlg7BOXA9RALViB0yDBZuvGQ
bFypbP5UJujjdG2KckpVjz4BJoKpVu+sAT8SiuWjnhOkK9CiBBTZOXMGI8VzsyRHhAEDiXV/35kT
ehcT8uxvvn2T7EPMAgk0PdieTq2u/Q9RngLYBxCdwNqw9LWJBHomJWAQOYST7CIIcuVKKXVv4NmV
8/YTXt1NB4J9kLUDPQruwNuZD6akSMZUg4/GTZU4MekMzhrNmhxRxrI54xiS7478Tsg+dwqiEpBE
oOrLmfB1BAN/vA1+3hePvoY+j2VWBIWPr0nkkYitob2P+R+m30jNxst2cnqIgloXZOTsNPTnfDEc
4Pc5qWpnzE2x5/VuGiyQLBGuBCyb2WmCA9wy6NF3Y20L0U6N8JyGQnwTEwG0H8E2HULSxse6tWoG
Wpd4/eqySthDKKOCldZGL3ug9XKkYtTlbm2wmNlHY53DmqtInomGZpgGBV6hQ7NhCF6hNaDAkt9B
qRj16vlNh2TnrYU6jguccV89KMNzM/EkCV1VyPS8XbmiljI2aNoCcfoMHgIAgzpTKFr4YZBh2cAI
ihP0Dk4mQ0FshJocwa0EWgwNvX+yjs109va++f1bJb9/i0QmJQ5WY+rs7zn8GYlqnmIDmQhiRPpa
AWUhQwDKS4g7zMomsiBTL82u5BtFCCL1IPif7PiZDTUYzT7L7FOTSlNUU/PxXr4n44ArvbZHPTuj
ciiFpoA9Rf1i/SdPsMrEBqvaQYG4alCUBFgGkKuLiaHtwqjXtQE6DE6AoFAeTw0fg4dm0BPOFEYB
G3CHt7nuIWuaXurSSLiPkdMnz9dThhTlOele1e4Se0SaYjtm1jorFq+Fed7mJg5gQjRqJw1tn/ul
lKqHxFGHDw+ceuDP1hzR7uLdJB6GlVrrUspcubZHeyUllrWghL2uafQpT98k7Y1tA10+Srnua6dC
hacGOcIUmnJ8An0hBKBXIr37DnKs3/U30L4oAFHB3I1wGLwjG+hedlEgthOC3pQzNG2D7g9ePCGC
0QXFmlI96AdTYT/ZsDpXgV0EHuFWu3YXMkKzKA+okVAumolYbw90wwZsFcbYUj3W/yCUyADlv4tC
l+Vt4ttltOKhFtpQ5jo7SqiI3qFny1NbuKyLjMn9Qj2kEtoiTelZAvbs4A8fJbTAagLdyjpfSQcs
FRKvbdI1cMhcFZDmyTHtQECDwscK9MFmTJD3kGeVvGXwE6BDM6AwfkAjtpGu1Mbv2xbnZf/vmOl8
BOib66Ce7UuD1dTyriugvJd2OtrY5HoTjLXe1EchQjvxTuQhH7zWGLoUAV/bp7Z+O/hRI/WwX2rF
VmDeVUFXWIcV0D8ZBCt7fHE/IfIF/Tvqg6gu3O6nSASdr+pVONYjR8AepWu1kSAijZQdIz/zAnil
14pFy67kyiZ17SVCIVQCgLsHQTDFTa+kuoLJRSEYyAciN2/FC+f9feyKl6JL1N7xPJwpg1Eauh2m
KkWlwKi9eggl1miydxZonDx2HxtZXDfkannEzniK8tS4xqrlxLxSlUMUpXrI216fGIpnNmKtM/5K
/8rPy5mOHfBqAdARFNxzY9btiGSmA169hiNA97cROZHD6uhEJBOBxBuqRD5xNdzDAVigUIWbDIZ8
oQpmy/vnfN8bHzNGyiOps3/pyZ9EzxDKgRwFVRTeevnzeFYWdxjeckg8YGLu3ssBI/N11sORS0F2
UD3s4DHexa2BV4gVj8OvuCqJn70/Nrp006MiCZQx4KBAZFDhCMvlLerhMKrWAlR1EY3s002rgXot
R0zCrTzvFnfXlTVqLcqmiqNSwoaW4RIL/kvk/4x4rT0e0uIbEvEE2hs10Iqgpeh2xUctjTOeCeD6
mde0rUkif3W10/au778njZ00pAWwjw1xGz1F2SHl7EFSQP6RAwvyFWlP40wU0IKGaizMSijeGr/Z
VOGmUDdFbz/+1oWTgAhhFrdFNMgDk3v7qbEoTEE/Yvr9eiTy8CF6Z3QOkrh/rqI1wquFXoRZNB5N
GTMoDG3f8+pcRdGxpoy5BgHOQ4JAH3FJaQfBZlLssRJJNATAKJOpiY0YSToImk74Sx6UwK7Urxz/
Rb82YwPBWQbeeAiP3n6Iz01NWTCdeuB8M5DMPN+k57bSJSQWAkCjuXO9dj0vbfNri1Q0AFFAH2pp
s1sL8Vb3J+bDz2ITguDo8fpdxf17j5Dk8dKumaROVuvlbZSMMDnGsTmJiOsbd0iOObqU/aQ3RUZa
8XRrBud/v1reFMOb6m6YDW69bVqH+9j7U/pnJZSNLOzsx8Nb8laouOG5BOzATOl5a01qeaGukME5
pDKSH9WOU+0eKltAMYJAV31vmZUAazG3hw7smUVtbtr7iYOvhtdXfQb0BHBqPCAy6nbAq8m3i2fB
AnMg+SWaJZG3c02CI24M8qSOuLU+KXj6mlmysrTzbqGuFBUpKqjezf2tIGy5HTvndyMY95EfxkY2
Ff+LL2q7UVSS92vcTEv+4doStaYJUyTg2oClxPvVsBWZ30Kc2hpJjOwYs7Kki8MSIb6I7j1c/vQM
Q4bah6JkoBxQfEIEFVki75NaznWOXcsN/wCd7qbwp0UD+BOUNCkXEBcdRHnLUJnRJ2HkoBFgUhw5
/z0ZHfMRD2YcFEb80jKk+Rq5fVhD+ZDXAYdpHWFwR3nDx2sVySWvBL1FQN+QS4JTprFZZaxVGZMi
eZz2KYqeLxV3FlUzkH8VTOoo+bPg56+C8Pb4GC0u8JVRKoSNUVuQhwxGO/hcZvgGctFo8u8WfSKo
X67cjPOZvJt0XIgouOLGR+b4dt+yjCBnYQtjbJjyepIAQcgk5Rrnx+I2urJCnY52ChN2Fio7hNx2
TFGJQzWoQxd8D5GVcQ0wsfTuAi8M7jXwbIEGk05L9wLIAHF1Iw323rDG1+QTwQPpTrRXz/5rsoIw
Whwapg5nBC98aALcTuDElVGSRTXS+tGH2sCJi191/cYza6CWpYWSEZEBODP3Qt8FyEqYCF06KodB
dcPpoDZ//v2umxG2P/EwJNOpcVRK5zXojlAO4GImUvkxgARCy15LaMn20udjW7OLojcd+mzm6UIr
zl1LfCn0URShzQ0doebEVyTnL8mEGsypRvp6zTMvpdcAHf2PNZoTFfWQhAd+WjlkteoI+RObg1kq
+qgYh8s+A5BqeXolwbMFyS5KAqOoOHD8TNshqUyNR/wTvw11r7O1owavygBhZO3o9acgNztPZ8B2
PyDJHe7icsuxztwGPNVb8E444DpXOxzcM1qEwQ5CMgadI9keJNbtSJj0rPgh4Ufj8cwuXME3Y6Uy
TaB+9kKQXyiHmg/OfbNRZUYHJB6dVDu0/PROw62VnJb2JQQ80eeJ1CX8CBWu9ogehRhV00OqRHoE
ERuVKZzHg1o6YhBuQMMcTjUSKfOgr655zWvbETSVyiHORZF0CQ+ZeAFEAGyKjFLh+8rKpSfMr4G7
/QlFetRd0Q2n0jVDhQ3iFLIiyuHpXSIGsC6AYr7OGf73X09fkfGVIzn7jv/7BCVpfc7ri/jZyIne
vTwe+kLLJwJ09EzhMYbCM3i9b8cegJZa6Hl8ijiYQktSxUjlXRzYcuuwk9MNsd4fmhpM31sIkpMp
wLvFQuwOlsRmjb6DOrWQYpuLw5gWPEVxH9L0CGLFcwkERLmLWAGUfumjDduIaOb3CYS7DC79l+Bb
2h7djY0m8ChupJoD0alTK2iLAb3+9G91cKhB0Un+lMtDbwwxKL7XzFbUY9B7e+zaKs7O82pD3Q2F
cq54eY5RX8EKe6o/AUrZnL0/lf07OpSxvtbETp2W2RYSBaAlxMYBtJXucUshStN6Kstd8qqS9prn
cWcvl9ivYKgiw+9XKbyX7c29FeheAFsg5XLESFCboIS9TtmMoCbMwd/HZ9bIrB1LOhr7v5H91xI1
i73G5lXPTNzFz005cUqNI1n2BFR++VGDhR2VyH6Nypjyp/+YREkGnTegkrxr5JxbvodcGLlLkU29
w1ZFcu6qLLNwp8lm07LTWYogaU1SURxsH30KK66PjmX++YA5aT3TZoHYhwqKeT+IGiSYuUv6Gv0p
azK46Mp5T5/ZfXPI1lgL519GbdOZB+w/xihnwwC4JuewdqnDYpeylZk0sT6Ojbni1NbsUOEg6qV5
IeSw03eyIQX+sS1VsERP21LYFg2nx61IpFTC2zHJjgU476GABv8Wb2KfN7ix2zz+nsVFvhr27Piu
7pc0EDg/6CUM259cX9xy+fQUghpq5IRdmIh6nbEmE62ColYmm7rVojjMZCgTYRKS1mpk3/K80ECW
ymq6NY7Nlfn+OVhXAxyYPNKUHpuo4dBhLU7vSn2YRGXtgqCT//RmpXvIuy7q1fmRcWHTv6ny3lXJ
tgX2euJyEyhSUiaMHeDKYOXJyhlcmYoIqa417fSV1fzpgLwaLBocu9zvsLmYFPIMvbRVh+ogRvJO
ajpDKlsnQWDXCGtzTHdW/t/g0dePFyNubJp3zi9jkVFCBq7iY2gIIE0dmfRtt8lOENDqSffxeNP+
fzzDf+1RhxXPcrlEjzsWNVDtYkQkFAomwPT6gJIWDrE+QcAAcpb6ILB6rYXWiv3FTYXWDQUIC0Rn
GuWNNS2WmrJTuUvW9kQZIzDsRTordIeplvVOA+pgnPR2BDPStBdriGFH0P4ObZlB69qaMvHiml99
C5XerQBbHLgIG09IrJ6N9FoknKGM6OroJ5S+4pUC6+KVN2e6wFY+o6yoobM+Uya1jKUeUcsT9H6y
OBEaEStAYrqW98+OujJDjarmVCT/FTyOsqSuUCSFukRXVA2wFWwEmoC2QMueHvW1Ruo68vRUGgpS
N0VvCqBUMGpggrZ8PXhQEmAGs+PHj1AZyp2igWcnbdP56YWEtoLngRHWYnfw0yJyHm8S6nHwMwI0
FcycEuD8BwHUrWftfQ1AQtHnUVsvj02VX/xWXWtdWNqHQK+CsgcAWdBHUPFHqEZtp3ARZkkeRzsU
fMVRa5CYKl6+xpGx6OCQoUaUo4lAE9Jw+7wfQVQRFvxFiYVfcSRbMvqY+QMvAP6mXWKo/yXsJ4Dr
ehKj3jvkYPfJ/yVlJ8qreJjg5Tx3hKARk6bTUoZi8kKlrl1WKgjbJboYeoYn/C1k3/D58+MFvIv5
IamAxBAiIKAWQS48L/CVM2VCZhQ5Bj0FXVxcmJI/hUNu+UXTkgLPD2ZCKgeMfuzKhUy3m85jhFMB
ahM5HEVD2uPWrF8y/ZQKQ+3W02ipTbcpkn0Vn3DQGJChNuN7lewL1vUbs+O6TT9rZW5EyLc/Hjz9
Dvz5DIAYQfGFxkxI3FGfAX5hVGJUrXan8GU6ZoIOvFMCroQWgAkiQrDGZ0wl27d/c0ALi10oWyln
tqeiQAlj24w22wOhE3CbEL1O8d5DIjqFNPqOS0jLHOvLGkb5B1BwE7/NAhg8BCnB14PF+oFhX61W
oJRCHZde7RaO8pV+g71KB0jGnNCn2+yg22AKuI9qu7Iaq7fbPUi9L/2uMaYjexjtyHw8ezQC5J/Z
u/oayn0xuRgzaojZ4zetWZq13pqQrtARr+Ni9Mjvb8gqkb++sfJ6n4NHehLwbsdTGWyz4Jmlg8t2
Kn0tYxuXC40BmeoWCGMJU5/DY8J3rgySShXMgwTMU0GDIZIF2LTUFinrsfeaBjs16gpbySo3iz+0
qtjEQbNpfH+fx5wB+Sqgkvq/DfPdqm99wq3s0/vQY/4IcM3gvQeWO4Ccb49L5DV8xxRy7cZap+dy
5QhldPJPUm5EIq+PjZED+1pqAB+WPUD1LPe+MgsLbgI9KIC8ovAz12KoOffCLGTR2Ne4YvTm9Q3p
8+/I5x0hzUiLwoFSHIs4cIbXunL64qkA2qYKGr0WDMl/DzkwsfLiClCVxkD9LAykyUA5PPf9Q1bu
dk6YnpfaMhUaV6g5Ugn7vAKQYDMgGoUwZa5JxtD+DYeNHD2XLJpr08KMoVD8eF7meae2IpBGqKGD
BQgnU6S+Qe6zKvNwP7l+XgKkiBZ1ovb8oD+2ch8JYvnR54b2BNgCjyM1+yDJHEGv0LWuGOg1MG2x
GauvoXBAS3bSu15usLnRtn9WrM5Bzu3gwKUAvMZMtItol4YJdFrUxiz4Ay/qZE+pNR5GdGMMyB1L
O/TbICIAPnEY7Gn1NXN/CwPX+wN0xrUEQD+d3wf0E3KaJa9eDMa2nC+QyJgIuHVd3q24kvsLgLJE
HayElxqJq2Bp3BT7ysmMgXwDA2ugnUsHZYsx6haQP1YDXZTA7sxwoxoy5Mo4MzSAjrXYnW9Nz2s9
tHRPszoz1V6Pf46Irtx8LglA9MMPXFogrwcj+qNuMyfbd9asuyHsONDUJ0auf5MGzTFA4eKHNcDf
teEtZQNpX9DtxFaxWaOFvQvCqc+iHiRTIrC1BmD8pdc5mFfMGWzGGGtAVDolejd8artzda5B1OPH
Tv7KAhuLNJDh+uT32+eMwqn3HvA4K7udpi7+x+jMviL9g++ndoLGMn0KVLl6mawecy7Ykj3ZoQ7e
4sNopEaFdpIjKhjGFvO6eXzS5vHcHDTwJSMrgxgEEHMUtCjTGV82/BB22iXIXShAlwwQZtVHWDwl
0Rrn6MISIsU7CyDi7pzTXrc7qxc6OaiigrmEIwE0b2CJLxO+QNyCfIzBrhEazl9OjezaHF2Zmbhg
wlYuGUBDA1JGX2n9r6cOdyKwU9B/hmNE4ex2POi4EbiqAo8BoMTArNdELSwVSCbQ1eqcv4a/v18o
8MFie0BKaGa7pJvbRcavIyRAYE2FdKKAdpgPHtpMu3GNNmHR0OzsgbDFxUKHOIk4dnnWCKHLA8g7
pWbqFsiflXa5RmR3vx8wZ2CT1kDdBs5++hJtkfuUFCaMXOWCojQJxOQHIFMyeoJOD5Y3hzX85v2j
F/VNSFeDHFycMQf0kiHTBw60GBijBn0U7dOXuB31vwzkhFK0j/gbMOGaH4Ahbgr8zGomj8/afY55
Nq/haQeKQODxf0KtK9+qig3bDEISufILdLuhWFTYtaW3b4/N/CThb3f+rRkqNu5RNa4iQEZdlBM3
EspJI8Aqgf41Ed6poJckQnGzBTgxRKOaQD5eCt0H38fKR9ylMaixUqcjQcCiQMAocot332bQBIcO
ENLCdU/o4RWNwXyeIPrVGwUpNiqBc01ATsuSbCV+WdrN11NOXWdylHK+zGLKFTJyR0FBcRagll1c
XR6P9y5IxXDRyY5WWg4Q5budhQ5OWc7iBug1JAbVLCC1DgAB8Oin3knW3mI/b0N6ha+tUaMq2zbM
e6+O3PozNlEYtAC3NzzItQGzoitWamKqrQLNhoMxGV/nBjSkMrS4w02+l/RKr42G1B8yQZkP2qfs
Bm8o/S9032wGvR0x0dDLCMkUZ01wlm67wD2HSULFEfRf0Gm4A+EEUdRVMS9GbmcJUO9ygIm1FdKe
Jos3eUCpRp3dNkbhlBtotJ7OrdVbMskd1hIS3L2fqZFth4FcQoN5Djb/w/rhdoJ3mJvrFSrrNvQN
botw/rRWI5FqN6DiaUrORpd9AdbdlF3JfSwdD1XETEB7kQXKm7LHq7EGprwydvNadrIp0XPPkRll
z6wl+u4DeEz6tSXKG1RtiUfdAEvsiEYfKGyXreUpu6SEZBs6CMg7u9YnsDY26ugHlVYITFZgbO1E
ouC5HQ5dOJBmJYVJ40uxnYBgnS9fEPCgKslSAUUI2C2Xx0zk8grws7s0cX0Eo5MTgM8fcqukFRGP
TruOsftNfOEgSP9dr/n0+7HiG2aYIO4xxFEydRLZqQ8kjgljV4bMvXL0wD1aPvHc1+PduThUwNaQ
JQOPLS4uaqgDP+DlzcaxO1jaUfgozfQvqF8N3olNZdPYKKYRFvQIK6noFbN3CYgeTE5+Djyp2+zb
jXjKT7XRWpo5bVuLtYqtYsDzHPmVwd67bASIOIVzng75XbrzIUn8Pon5IXYDxvKexEMd26OHFAO3
wn9Ac2PN+weRB04fIHgQpZepfcqGePcWPpu4074+vc9kWAj0QzOyJjS0nDfP+/3b5vv5+9t774/x
kSlIt8Y/tjBU5JZn7IkMz4jE720ImaZaBMacMnO9X5nFfHJmvHoR32fKMEoAoSTAnoGhEemweyy4
0uuqIXPHrfja/gqO/i/gKzaSzZzHP43ZX7w3ONanmAUJrBGtndHZu9zeVLAO8i2keSH1Chag2xGi
e7hJy0DI3MIY9qgK7PzNG6erJMNNnzyNa2/qOSP2yBzlVrkx7pJYkmHOSe30NHB6qrOOdqh2spMY
sS0Y5Yt0qK3G1DbNJrxkL5rrmazdvikRUQ/MR/KyFgktZBRup4BywKwWRkyhzd9ksGaBVstyE1iS
2Ru8kVseKMEf+4r7sPrWHLWri6KDLGeuQO6QaciknoTkSRqPkN/Rqheh15M1jNbs4R5NOeUBgatX
BjCZZC7rHfgOxMflLoS27uNBzR9NGQG2GywAEoqLyIZS6xqCwUFQKjZw6+qL5d6KtTTXwiAAF0TY
BnFgPIJpEtQu0/IOog2BKyl/0PnPZJvQW4McLRx2RP2oZs5MlyIu5dujMEipNohyHrlHwRDNM0/q
f52WxNvi2gLlTpCWzBivgAXOP+eg3FajZy55YsdNLv1ReSt3RX8n7qVPMMnqqOE+XqKF1Mm19bvL
AhWplOdHWBd/+aXev8bfkjXtkq/e8J+IYI+RKTph4RQvkDtc67dYuIYxq5AAQc/VDCGjMuVilgmt
UJV48qSkx2PHrk5y8y/3IEIM5OJhhFdmVSe6VQ1ESCHA6X7u+iMI1kEpi4zoyhTSZ5c2QZ3drPXQ
2JrCRLbv/zK/MZzX8pX/TLfBJcRbSdqijXj6C5b3595lV3znXaL/H+PolsJMYox0hgFqYlWujhGM
uxB/eAv04CLvE5N5xmEIyNrNQJ842tp8Wq7ewnE+lMUwW8unxBiafYL+M697fTyh9KtsNoLYF/jN
uVoMlpZbI1GnTWUrsjlcrypb5Uuc6gPYd3f9Si7+7mVPG5r359Voyr5J06KcclcgYN32d/lLsuO2
xUG11664VVPUxMkTW6j8hDExO++pcJIjBJD3wTmCiM3jyVtaoevJo/xVqcVwuzIMKaAxFtHaIztR
vHJZLW46lHZEVIERAIEc9HbigGUWYo/jcrffiia2QPdVvGkv0azH/ixFZLWFeI43ri8SLBSSnSBO
QyISiTuaRa9CUFjMIYkrHPmE9Of6pB4Rae6Ev+FxzSkt7L4bW9RKNRPT+gEaHtx4F24b4tml1b6t
6X7Mv+TRgKhVCmR1AKsyjARO8izY7JHfr225xXEAHYgmHbwlUfS6XaPQ62I+LkroOPzuP4VD8CVU
kCvwPh9vN7pFZ37C4YpHiRmgaGhf0wVxXooTTtDy0k3e0Ve+O28sa9gRRIoHj7zpJxvc8fZjkwtz
B4sq+lPQg4R6LuUeUq2PW5+tSzc9+2DCPTYbbLt/Rxczjwp5/bk9BZsN8rRUAOxnTFzmDFO5LPcU
JRpw5brv+ysXx8JRnTO2QE8DvQF9Rurij4Uk5boiqN2QcyKgw+JgowJI8Hi26BgMv31+a4Mi/ufF
JFI7TUqgqlWUGbAhSoGCYwL0f94mqx0Vd/v51go1FLZlsj5nYUUMLqAdJPmwRjB9BwD5ZyCgsAJZ
LLTvNCogl3I1jGoPJlpuC2UsltEsmQdRA9JRz8UIOsFG73Jd87eMQEoUv7KVLbE4kSCJwIZT8Syi
ay5cLMeS4Ke1O3SNBtR9mepthS7/x8t1V6T+GSZyE7j6UD/Hsbo9tlLQeuPoA15TcQao5SFcl096
1s306oBI8u9s/KubfrW1EYBXSFrZkXRANhsHymZ27BDDAZDw1vjEpID2ecBnFGNlS+ybJ0fmyL9C
q29lmPdb/9YQFTJxgLAB/q7UbpOhOi1ypCuepbVr6q4qSg+H8hSMxOVykAMEMTdqfFn10/Dlf2e1
jtydDZQSaoKhUWxspQfHdmWceLINwD0oGXP23Uei/TJTET5e36VdxIPcGqTuqKDcFaqDKZfSlCsa
t1bC4AwFB82YpqBecZF3JZOfkQPRj0sE5Pwa7ZWVaZwCVWUaFBPULbdLz4bF6pnF7UByvQEGFbw5
O9R8Qb6pOStR1Q8A7PZuw9pe2aZ8Z1t2aFXTYBtyfG9PKEbraJR35G13rC1khK3c+cyt1HhlDdVK
zMufxxN8V0ehh87f7uGkKwSu9f3WBQTTQjP+UUKKiN0UjpcQ5NgtaTPYit5bKGKc+f1wyLZrVe87
jAD9CfQx6tOhZwXMgK/qefOloFts6ynvTWApb5Goc8EseGPFJam5TcZMm7TRTMFgsz+jUAIos29j
Iiv5PowZI0eTe5XrMmOkGv52Orf+Jh++welHwM7V5rbGWo8ncCFURSoC2HdcShxAbjQDu9RHchC2
wI74hR4W+9o3ZWbH2PVb9qTt1y7zpfOAm2+mKsb9BN9zu1pFy7FQMmJbl20/OxGaV31oPB7Pkk9D
WILCBXA3aFOigvwwCkVliOLWDWoIaQxNnjlVplY6C/4KAgh8uWLvLnU/rz5S22BQ4NBrw9GQu3qM
lYRJ0hbPF4k8RRfpyb4A0vb38bB+ag30Mbs2Q28y0IBmTAQz4yba81vpIv3mdpb1xBnyc2V7+430
i2wIOXfk7Ghm9GkyzunEkuDXqQXe41JAJ+LvytB/OlsffdO82lcPKraqJ0lr8U0gm4vVXaQAWnZm
A0tDFQPVRGQST+kLqlqFO0lW+57F4FQpgMhWjNIeA0OszeYFrHLc34Zzav5LM3gJFPXeaARr+S9+
cVtcrRJ1N1Rp3WRNnbQuH+/q7kkodBsTAgV6XZsZiXtIJ/5F9zyJzMisNjp/Nk4JZz1ewx80w/8j
7Tt75NaVbX+RACpLXxU6TOgZTbT9RXCkEhWoQEm//i15P9zTzdZtYZ+7DQyMbcMlpmKxaq1Vt+ZL
2pvaOBBFgwTEm2D7Kd8DmF6RH8BrUe67B8WNWvPOZRETT009e7q4L+pjSn7UYBUWtod6CVQqIGiE
/mj5o80D1wom92UA3j0PDTyYjTuh7ZjwFfGnPnLhqaWnKnueP1VoHuH4bh6qaGxcQ47rOUPzlrr1
48ny8BcLkAd/51B4eXDqcLZ2+jH9mdH03qHANHt0jDcuxb/ZbGkeQBRF4QCcKiTaZMhk67ZDMlt9
+/bl29MPgGZA6D82XvkMmZ3Ua1F6XsrPyO4raHpBwyxYflU+fo//qQBUdDrdhXfEu/teHN71kHgZ
rvbXJEwAupqQsv7nlziUPs7A7SVcO+02LnPklhCW6hqRbzvOGRvtCWEhOkUQ8jO1+kfjM/tuKwfL
3ZW8e3P6jyzjW1sHJ+lqxgwNSBaEwghHpe2rV2kRI2vXvQkT7YzbuflmZO4XktFHN523NC3XrgQb
kkNIxaBdxoL9uDzXesbTsrcW3K5e3LPprTXboCZGYCMzbX3J9Cc0bGibrdzkWiRxYVY6Ho3eEDSA
hFn36cP16mej8YpXtAR5twIB3JoeQj7cU44EPRIFKt/tfbmHWs1GQuWqEgB/jnLOkmBeXmvYoJeD
F3ZaG8oAyKZG7sDXdnZaRoPufXptoDatA6AQ4oH4ZNT72ztr+WflFQajAMR+4IcW7Z9Ls2zKmMEJ
4hjFfKwWiQ1tCzO0PrIzE9L8KkmDnNQYd2+NCtEi9ByGOL2W7Ae6y5U7dDOsEf6KH8Oeio/bY1vJ
GmBOzyxLyQkLbR5dlmBwizgqPxLIowJHCVlUyFb2WE7V57ikaODi1xYO46o++ndBz4xLMYdm0HLu
kwTg2EfjbgCPEz6F3iXwKcDDa1/AzRr3zW7aUla6AgzKdqVHsrBjTh0F092GHFANiC/6KiCD+YMJ
FLzO8CCJvWpXQrDTBfBF2yicrr0sz+dcfhO4LKZDpcO8cl8/KCfIU7yMn/bJfhz3/Q/3OXncStv9
L6u8dHhHfhrEY2mVOdUGi444OfHosY/8pX5NdvPB9aufCQafeCz1lK/622sbEuqxID454e19tpKo
XPbZf75AWmqiA1HADCx1rYd24cf7Fmn4Q07uISIVax50KJuQiF8bVq8LAotVF7XThW2nOlJo5igk
LvUWYZD6czxa4LNCRO4bCQ19l9Ij6N3kWZ0e0JmqfzWKN0iPKYHmd/nGei/+4dp//OcjZLfVmgVJ
LEy+U/QiTFT4apHqlT9Y9eft8a56qkUmBG8FB11KJUsuHV2tqk3QK+bfGsQ0eOffNrCs0tVQzgxI
rtDV697ObAJlrAfli3kw8RC6n9+tjQlbveWMMzOSO1RnXtq6UNF07Y/+U/mS/3bfnQfjtXkqq40B
re/LM1PSyZinsp5THabm3tO+zTgKj0XiN4AL35OH8dEVXvf19hzKLXeR0lx4tviBxrtAcsnZRpvM
aBrJcPzr1ONfgVv6yu5M804E40eeeRADeWOftPSsLXGq1VvmzLArZbSMligIK6BrZuARzh+svfvF
vW8eVTwJ/rBd+pwHt0e65naWFBYuTcRF2JTSOmYlWKilhhdf1zziUZ1YfG9m79x4R0/xQzdCSe6t
bjy38Bpl8kZyMAyfl7qXgBhU3XEW+2VeHqpyV7Vby74cfGkjX3yZtOxoP6Sr8YRHh5EdtObeBPtk
eE60r2UeGPMpVnbN1+5xviuyH7en5MohqeDNAYS8yHQgVpWJyNxJRNcjnIrAR3MB9LegtEtf+um5
iXmoihiM/i3c+HW+FphKdKRfVgBdIJEQuoxfUtoaKJzXbZQoT3SKYlcJRuOp7IDY4XfTZ2JBdvwB
ytm68JAEy6Y96X/fHvV1FgyfAFgAmG+WCvU5Ik13VTtJkrpdG/U2aMee0vkT+VZoXZhUZKeaim/Z
eGud0ulYNEc7CRr2rCl/5mkCdat5cvcl/0UVD52de2VjQa482vJlYCC56AyFS0iuSs9m13PwRttI
b5NgMB4a5U/XvonpS2ehlTSuy9szcXUXLOYsNIRCBA8/8PfEnL3Lu4opUAcRbWTR3DeSe3dM0Xjg
+baR64MuWdEuV7wyHVZM1thGgv2xu8HrOjtwB7TkJMggkRf0Ls60Qxkzv+kP5fw+punG+Vpf8LNx
LufvbJwQtDZNCvpz1Dd+lpR7W+nCrCl9W5mO7VwFKhrF5LU3o0SZf/06Ng9G/q3r3iEpE8ZJEFd3
ho2ueNkzuGcqLQ+352d1EZCMxYaE8hSR46+lZ1ZqZXMbzYAg9PQwxq1fDMd/bwTJLpC+AJaHSL10
6nrHSXlnx200OMqPtk35IbfnYo+a+pa0w3WWE8uNHh94ri+HCxDqy8lu9T7p+lrtooF036w0Dun4
OKdAKRt7jUJV0UCK4l7VDyULWv1l6F/08c7sD+lzc5/FYE+x7mEuXhNtl4BG8C31s1CAD8vip6E5
VsO+sj0B3Q+0p2+2EBur+2QJzRYAqKpD/fvy06sxtxx0Fe6iXFHvc2GGihi8KZleUpBbjMrwmfOs
tH9iLBSkq1Hs+YF3uNeim20KZDFD26Fip33p8T7p6qAwCPrybvVAvg4RML2QjYRuL+CUKuoxl99o
TFPWMFN0USOCRAUKrirRI6OIw4F7zav9CxDOaePmXLkmLkxK/hJKYNS0OEwm/sAee+CNlPFFn6IB
D5Xyu9jkCy6b8eI6XIa4IHFRCwEXUq51pXCQyDjRPur/dB3I8ZbnvrD4ZXoWI/cQpx7SLfXTlTMI
9QQVCl7o2LTUXi8nddSBUi1NMUbI5swBqwX4IlTL/ZbYyYbQ6rI+0uAW744cOqjHYBlIUTGpXJ6o
0zxGwFwFNWTJVJf6VXPo6Ybc4OqYzgxJm1kdNMrrjozR0O3tova67K6ftlSPlq+9NRppNzptizu2
xWhE/kmzH3X8cdtvXefREKGcT5e099AM3kozCgOm6qn2Yej9ZNqBFoGypxU082n4GDbi/esFgo7B
4sEIehWB1iD5L0Pri9yOkzGqqrTaJ2ad33eCTIEzTxWQ6dpWG9brOx/lDRBokLAD9xdalJd7b47N
DJAMPkY0tQ/dU2Gg4Wrchmi2Fcw5NjzNtljg14sGAAOwGUuTK6TvZA72YECmCsW4MSocF2nTFJTv
vESzhY2lWz78cm8sPRrxsICaNk60fBFMhdknTmpiIofGPvKCOTvgGDRfkDoPes7qw6go+aHgeFu0
U/lncPopTEd78CgbaQgVJ+qBYjLsANGjoZOPxV6nfCvJvPqVS/vFJZPngJx/Of3pYKZuoydT5NYC
fT5TnwB1qAoncMQuc7dUANamHl7tf6xJi926bmtqE+LeoakC2poHoy03gKNrA1qaiiKw/9sGS9q/
E9KSvTDyKdIB9orfUxPb6NHSP4j6cnuBtatnC6QuDBwU6I9DyBn9pC6nLi/i1DRYP0VJXe2S4hvh
O0g6ehm6Bj3xZ5uC3uB8Jo4IGkC3k0Wq94XRfebeQ+mgBvd4+Gl+LVPbcxZNjnEjlL52f9Dh+FtN
Rxc+DWWEy48Tts3cqRFT1OT0ITUBBXGbyWuSstiILteWFGh4Z+njhWKiPAtW1duaULopmp3uRA1+
0FjyfnumV02AP4lpRj0Bhi7HYitG3xoCY0nUBE+WUjUxGDJvDGQltMCUAQuLS2khwsrQsKmy1IZb
5hRVcQltQ/iFPbXVLuBm1aHjnjN9mmk7HEol4T6bpja0AIO+6zhvfdZl2ob/WFtAvM8gmIsXOw6m
9GwoClHVPFOnyGztJxMbp+jZE+SN9rfndsXd4+WLjpJQ40JlW4Z0FYWNvWGRKUpF8lJCFSOfy5Dz
75Dvv21o7VxaOqAb6IaKIroc589ma2mNns+Qrs1+89wNSvzwUCcKtNl9a7p2qzxzHbbhTX9mUDoB
XadR3REUBvtuL9TMV+ufRvlWEAC3Pc35qQ8bI1zdQBaqT9BUAeoeTv9yn84QeGQMQKWIZXdqrwea
ehdbBRTNOo/iWU2NX1Nv7KaZPtkkO7Yl3XhKrZ0TkBEhqbhkjhBEXtoXmdro0LKcI2AoZ5/rtN4r
mp5sDPM6YQ+/h45TqO0hgMOLatm5Z8/JiScKg/o4khd2flDrYJgCDoXeLoiZ5WWvur0HaRkqXPta
cfd13wRofngPZZ8Wpdk0/yasQ8aaO97pr7d32HWmcvkw8HIg5alCa+NK0FNrO16a+LBRebIAY9F0
P1FCrXlS3/V6l5rfxFaOdxmqfMdjIgAoAjQbzCfpXakZKJUvfShwemiooPUWMBXHsth6gawd0oWR
CxFNXUXaSJpxTSvdEUrLczSOQwFyeQb1CqfhnpVAQEkkv27P40pEhuAbWk7IUGEjW8u9d7a+XVLn
7thREqlVR/ZVmr87hWL6hOrdAysztmdctcPBGLeIKysnFoahIIo25MjGyrEI0KeOMaEdcwSR2Tv+
Jvaa8Ofyrvuj9l9vD3Fl3S4sSXEII0xX6wxDdFl5bExIfkBaMpnsjdzP2oBQ7FiE0BY+pewQDFbM
bldWU+Q8Fj7OSPPxUpm+nvjVljr92pqdW5Jui6mE8E1cwRLPd671GzBCn5MoB3+bOG/tVq/YtXEB
NYRND+D5tbIaGoMSkbl8imxShHZCAcRSA90JJod5hLyUNQqk8dvtJVsbIR4lCxQTkjhXrCmNz5Dk
hY51xMFIMKIJlG4ox5UQqNwN2QZYb8uWdAIK6jhx4eLuJT45VcDxQ6ZCu682rKw5UlAFgKVGD/eF
qyUda6OrbOY0xhRNLgCIffVUiTIwx2wXZ9YxLx4yJeRAoIhnMxX7cu4+FGQc4l+udSKmnyI9H03O
r37+eXuiV5zNxVdJL4JRUYWipAiDRgrGszMctQzCONAHyyEcfNvU6jyfTYB0DGMHh5D0SKVQDSL6
bYmqj0Z/oSbnudi5mcAS8w2TK2EISq4WZDh1C05GjnemkuZZMafw2B2JYrqvYxK6yXEofphWeHt0
a05mEVpEEyXcDODGXvrRWJ3zgevVHAFc1x9E7Ew7xcBTMNPn5njb1EpZAfBZjEkFdnZxn9KOrSYL
fnOu5ygvXrn2wfLfhf2ze3KyAC0QOv5RKJ9lfd+xAJhKKNn9y/7GSzci8AJw8eJg2sBlSPcgcZRW
JMWEWTXGfM/K9qeTzjSc27zYWL8114PkKm6H5bmKws3lpGqQ7nMnFTeuGH32or9W05N+j+bKEDjY
0WRrg64t4bk1aYPyca6pUllzZDaoPQ4ACTtooNrTjTfrNexuyUbgYgelAi9KMDguR9VNCNCpocyR
MQRs9gnS7XXkul9LXntoRuTNdZiZh0Hhvsh+8TaIkR3Jn2Pdy/K7pj02WuZlD7SofW1GP8G3tHbQ
Bst+tMqNR8nagUX2FYg0UFeR2JDWOR4bY3TMeI6A2CaezvXnHtLz/pBz1XeTdAhaiGH7ldP9F1ki
cAyQsUFeFO1B5bRvM7V1a0M7L7K/5BC419rAoYCIH1mDFsqftw/TyqIjykLJG7EksOgydzAH02nC
449ECYQEQzVhqld3VRryvqgPt03py5NACiBR5jINeAlkiiD+cLnwWeYKYdlCjRybvlkFYUEVI3Iu
RlXz54mT0ITWeDByBUT+2YJCpTmru54TdqBwZC88HcuH3EKz0Lm38nsH0e/OHgax09OUerxw+8dM
M8rAKVT+UOeVE5a8rwskD2P1iz6MfYhssx4CC8Gei4kkL2NC0Ze4GNDZHnyvDS+1crP8rbc7eBqB
nWxIu7zuuyZL+lKPqv6BdfyRTc9Oi5KB42xs0zV3eG5J9kcsSatmHgo9YuiZytGwrpoRCfEwKauD
mp7sAspgQ+rniVcZdJd9m+L7vpw8e1S+3l5g43p98SEW3oTEBdvWWf78LJbuUfvjrosPIWoZtAYS
7FuAuGvcFo7FuYllO5+Z6BQ2j26Z61Fu3lvVyeYgGCCWEL22t8eHsT3ZQAIiqVpMD501+egiU2Sh
DtRP9vLfjBXPIdzouPRkTpWat3nbWY0emUR50JXBt/P09baJvxGzdF4w2P/YkLZQxnuidl2tR5Nf
6kFh7ZlfFb6953c5D5s4KL7cNri+fv9jT95I2gB6VcEwphSpdzRI9wDBvm1h5dWKZkWqu0ARzEW4
QxqSPvJ6dkrFiNrxOFp/WuOz84zpdx/v2M9GC5XdbXvX3g3mwH1D+WXxOkS6QNtOm3kCgb4IO3OX
lk8jO5Ci3TByPW1ockMg74Iu2KDZyBIHrkZaK4eKZyQSUNensoMqN6pKwe2hLDNzuRkgPQDnudSS
8MOS8i1Ky2xaKZYZdTurgYz8/KD4Shpx88u7iu5Bt42tzBtoleCAgIGNbKfct67IB9rmKTUjq2EP
DaBjSlDqw79G1aqgpCJ5hLIEYNNXWTI+2kTodoshxTXftWrH0TejgwosmfKHckzQh9qYnV2TC/Ug
ahtSb72dnGy9q/aNRquDMPNsYy2vI2Z80t+EEi59XInSFcXnDMpEQ21GbejYXxTiNcZPAbiZsr89
wcvGu1xN8OuwMyzoEUNK70pFqpstSJK3ajQnAdrJe9VPa9yZ0xbF4XodDc3AUxlROQiLyCZfustk
kT+amKXiBdkUe8ipVZ7GdTdEPo0fbo9o5YG32FrOtY46IKA2l7ZcXKHEbE01UufPtHU/9TELNZTW
cxKINhzs1O/t1gNlsXNmwK72qaUdcsOrqmOqAKD1xo0gB/5m+HX7u67ULVD4QriOjbzMNMJoyQc0
FmTfU9SuIgERrQ5KoL14rpsvbTP/GDrVb5CzLAaI1VLi69lTVqUo/D3x5rMi4q0BUsQqtV/67Gw8
PK+PM/BQBiYK3hCZftlpqIMQfGmuGKnKnc0qT0yVB1qiw5NdNX+MaEA/bXj3lThhMQlry6ZbrtHL
BRoFLdUMfxKxl2lgAOvHQVYVmUdJ7ivd0ug2c7wBLbLRnFN/SkRIzMyPB/tIeb9xzFauNsgaQR94
IX1Bm1je/05T5YOYEiMSPHZDzc7ZronV8TBMTRtVRk28ulJioMWMwYudyjooQGyDhyqGPxvbY3mY
Xp5EfAk6vqJTGOQdifyYzHnLLKqkS9f5pRt4aCtfOzCwWyfzVCgIF6fOJ/dNtqvt8Lbl6x1waXi5
Vs5CGdLltt4amILcraEpOVVgvDC8ZH3m3in5c5tsvLtWMvbQZUbVA200wSwmcio7dhQVIChuRclD
lbz1k4AA+F6JMqQgFeGVXemZwmtdfUfqDRzEim+Aabg7NHxYGM0yGjrXWazQobci3U69lOmea3wT
MUAscA4kSf20gMzkjteh3nr0J9xExcO6OLhxfZiMR7T9pLQIXWfc+K5rb7981tLCE/VTMHKlJdCc
tCszQ1iRYmoHvT3WFJLYsxqUlbmL/z0IVjV1tEgzQMU3sNVkXdshUQ2hm5Md9aDANg8cOqlLNjGb
dln2OgH/+8TFY2Uck2y6t9WtYPL6xjF1wGzQuRsl3KWJwuV260WJEok72FGnhwIyl1b8OmQPWf9a
DL+K5sX+GCGXXY7Zfl54YJ9Abk3jBn1+uW2ko3bxCctRPN/x4GHzMRV2ZNW+quy0/APYUyRPH53u
PoNG+O3zdX33XQ5YyhLpjjqXijLbEZ6/li9qtGyy6wlYEqfaerCvwB5hC3oE+G/RS5MZYKLs5qRj
hh2NCUiV9UeC0pt1r87AchtVd0R2IgPwwg6K+DHvn2+Pc3Vhz2xLs4rePhnUaXU7cu19Wj9X8Qst
HsSG8/h7QqW1A7JDxzFZhAmunAcgDGbZFnr2YigEO6QpYiMNqB0P0EEo26wJ3ExFIblrdGA60g56
vY9Nq46faU3rxsvAhI4PI2nT7w0a1nwqrouuMiiylKeMjVBzGKoJvYpc/GUalKQAL2NIkzI+dHlG
HL+ei9lBswxgeYOBCvs3qMlp7UOtt2J+Oqr83TEF+2Ikk/K9mpdsAE7BbO8zneF2N8VsW3cQDFH6
nWHUSBOqKTCBvlIayz/aKYUv8q743s0tehNB8QNipXqMNkkFBxDJSvLxU5A+FuiNbQ2gaeoq88tM
B1unQm/U0s8tVn3J7LHHi8yslGcGOS9ohKFAavoT+gg6zyNH7P4bEuU6NoEYkcEAAnz6wZloS29k
sVmeZvi6z77tC4jIg7bxkKtF0fg1j1kA5TEBecHeKUZIZHXKw0x0iuZRyLC1gYW5yQNhzuKHZSUt
81s2oPjSa1rl7pXZNOh35tbwOKQ3q2aXVgb0NSdWDfr71BrFwxQDobaR65dpRlDvRj12yfAAh4vH
gxxFlwNxuEDW7KR1TmBTFEgK6xin6SHXHhmd/aF7FArmXrV8piqQuBvvW6bf93a9EWdIHmf5EHSv
hWStiZwE8H5SyJO3SZcYVlOfgPrXaqBP4qTau7lzV/Ox97Osf9GUdONel2Obv0YBKgM8BFRBG5f8
pZvL5k6dW61vTlDlOgz0u9JEDfu04ydXRQuq1MMb55BOrwvm8LYnkDzeP4ahgAtRCQ2PNjnad6Yq
1XS1bE6qUf7pbMC9TIG6aVZszOqaHUTVwNVDpAsF2uVaPfPjIo/zIXbc+pTnLgSmClTCrY+4QGXx
9nik6/nveAC1ARsYCmDIiC6re2YnK0g2osjfnKY2DRlPAB6ivinSHShTurnhRpe7/szB/WMMhUML
TeohFGAvbvbMGE37GH2N1OYEHbcKEVFZ7qnTucG/HxJE7oA0BMwFUvqSlapjbWy7KT/Vug/u2MGZ
1H0Dxu7QvgN3uLEfVs4hdiAQjriQNGTl5PoBTofiCjcrT65zXDhmLpRApr708u7J3LPQqr/F80MJ
d8Tsb5m7tR2vl28pBeEQ4LmBn6YUXREiUKnRs/pUDI1n02/wWr4+HUFPCVwgJG5P7PXyXRpb9uzZ
8vV5pUx5ndenskPzZY6un1tBrPx+wg5BG1NUnPBkgbo+UkqXJhSedswenPw0+e6ugqSKcWx+m4fW
R7XQh6z/4KnJXbNFGV12xOW+XKwCUQlpLSSYZGhU7lhC51CdPqkoP48t4PC4IqCC9MDsOro9h9fn
+tKUFDH1CiSk0LUtP9VBm6WBY7/kuD7/bzakTaHwTOEGupafSoFGl9D8SaFymjJ0SKm67uO2rZUN
eDF10oIxpxCsJm5+YhQNEapjU2ADOvcEDMjZ2UhmbdmSDjZ3HBPwRiwTiSprZ44f3Q9aOX7Btp6N
8jPu/2/D/2yI5UvOdro5zqBOM1iysgN0oUYoybjFCA12PXlNEh6gTwfLHkTxJGhcgz/h7P6LWcWt
ikwKEhcQRL2073ZxnyBGxIYUEFWg/DNrxY7g/VJQNBSr3m9bk17Jf0cL9hgersisIpMr3QGdPc3W
SPLiVDSPWfnY13sjDzpoIOePYLgY5Ndtc6uze25v+Z6z2bULrZoYBO1OORQoSFgGTy8/wRYKGVRB
NkxJ5TB5aIYUJ2hzC2G2vECGAQDo6p4lf8Zu37uTn/U7wPk9ve08V+FePQ4bptc2KxhnKmIULCCy
Y5eDzPnk6DNi4xMflSBFs+6T40weL3/mycZmWXWa56akc5HkjW3wCqbG+XPO/FmNAXsYdnF1n2L7
5tNetwM6CzSHrsG6afw03lnt6LVkq5YuU0L/me6zQUvnJomNuTetCp7n2JxEOASK6nWBCPuX8il5
0r7SR/HchTMi5dRD2s8vR7/ZkltY3c1n3yDtZsfIG+A0MRsG/YL7Y/5ixydl9Ps39pOUG8mNLVvS
To4LRGfCqYuTTfdlUnvJ5BlglzYe+2XZO3PYQmXJtbl/Jhj4a0ADFz6YjMJG/KbFqt0Xp1nZzTtw
pkblB8ObkM0HdX5R+l/oM4gWytYH2owGMw+nfmfFGztbLjD9/Qjw7iGZsejzIea53Not4emUWZhh
1viavh/v2RemgVHmNb9miMVUwcYhXg6pfD0bcE9A38JL4TRd2uNgNTC7K9ipqEHs9UzijtQrMzXt
fJoNag8wkY1yjT301R+W0bL1oBBTlCDA2s3H7W9ZO9XIbyNsXHrLIfK7/JQ2G8eONNjgptHuUDTX
cKYnaLVUTyNejrdtrYUK57akw9SQzKI2Jupk1hFt3wvlWXH/Xbbon5VEHRlFBUQdWNLL4eS6Vfc9
MDUnNxdBBsYo0jYQtPOmNuDjV+ff4rP+2gOOGfOH0g+SlVIexeqIMZdDU5zi+ZHaJ5L+tqwjHe4n
65twD7enb/WaMdF9Ah1jl45C8sM0TVKnmogCY+3HBCoq8wYV7UuG0dNL1SOKV1LLVxoz1Oafk7Xh
GRYvI+9ZQPD+guCRzJGZx5UOkEAy5OykkMRnLHlU6A7VRU/0KAQ44SYafs3e8lhEIQthA5KglyvJ
qa4jSTOyE0/Jnancq1zxY6SpIB5Uun7X91u81DXXB87kcg4wtUhaXRo0ioE0aGXMcInXVuZ1cfR7
SvD7D9q+Adi7cRbWhgepN0hXoVsDFE6kjTra/ewQ6jL4vdhDYgboJq+oS99MkekoX6sk3niqyun0
ZauilwjQlOBtIKEuI5PsgqoqbxVkjeY0smLcYZV+mpp3vb/v9Dd02QbbK34UulebkMKaSl97oMMz
ZeSxnge/bUATSn8q6d1WAyu5ZcU/H4Z+FThBgAGj1nA58S5FF2IaF9XJKbMj6Fb3vGt+6G79yywP
DtqdCmw4E8hxCELsG0XzOR6iiUcThK+qgZ4K3PIJn5+VbN9t6m2suMdFvQkVN3wdUDmSe9TBatUt
NL0/2dbvMZ6eZuDI0HZ6QKNrqryUWR5Aen4GW22AplN8MJzeV1jnKcNxBhl/JlsvocWedAoN8OXA
KgA2YanSXs5VxrgRK4KyU+zEvmn0tY9eDI+pALmmpq+3/c3q2M9sSe6aDyWx4tlYYoFA6fcOILUN
Jr4tAmZbG1fw1rikw8doWjitY+NqABtDr1G0e1VItyvFxmt17arH9kc5A8DsRdVRCnCyhfBYuXBj
XGj7MjcAekIhNXXzYMqJjzakQVLouxmsfpvlb7cndOX+g+0FxYjjB2igNKHQQ4c2F3SFTrQHBDC1
j/nE391NHIZcWPh7oAAB0sDRQvsC+JfLTaLmg2K3cctOepo98nYMSSoeevra2z8K6gadBXSbEYg4
PdBWfDeM98Ld6r23nFl5nwKRSQDXRFITOavLT2h6rs9zXMK9WUbha07VBBZQ97fnc+1CRBilASkH
1CNk9KTbtyvGPDFRiz2l5R+noEeWsIUN/msqoRjgQr4htX2Tlg+mMB8dErT9GNz+grVtC9oCLkWQ
MowroSqtHkyjKRp2qiisdcaxQKKcWkBq02nDf69tnoVMAGg/hnsllqShEtcKNB44JS1RPad3lbBo
XS0EE35LP2/V1N9bAtpMSB9JV2+LepWVJv1iqgxHqiMibNuHFEmDjVO/bmhZQaBIoW0sef5FYrxL
bYH10w2Pdu8o8wX/Vs/q72kAcwBVZABWLeQUL7eirhgJq1wEEoomHEBKtF/ofIGOwoD6beyGtU2P
svDCmoZ6DCBXl5ZiVtWkjhFBcAW0HCeq0n/J/1nGAtY5aFlQTYcAhYyAMIfBccemKk98Hqr4jo0d
wCgxiBNgkk1dfEwU6AR5Sjy5WaBAD32Pi4qw8PamX1k1ZKJVwAGQZQcLSTp1jZ6B4NYNqMLlL4aD
rGbvuXNyuG1kLSoAawx1b4gPAVJ11SyrKhLHaprqlLLg0w2HReXP9p9P758hNGK9jx5indZGULaW
+z43KmdX3NphBqh31SlvedC4fpMcRpQYpwrKe9mxc/1xQM0yjI1DnX/w9E5Rtt5IK3GhuYAKgLUB
Pw9knss9NFTFIkCRl6ecE2sHre845LUBGTxhhUiY1ztucSB29Xor8b52awAoqCNfjYwtOs9Jh5Gl
Y6Ul+HHCzVV/b0gnjlY1Gj4hlTimHSqgiqtm+3pCcz+TNaiOu2CfpWrGotJS0cZVL7dAkmuTgZ5t
NnYZPB8+7HIyRiXTi9p2q1OjQBWYV64atoiL7rS6IXe0gTYBF/UUmEay1bBxbY9bEMNB610bdCqZ
KEkSgJ2YU9YnxZx3cQ1Oc+ZPDdnf3uQrERaqRguwFRO+QF0ux0fcZB67uapOfRw2zXdtOHwK889m
OnTNDCSjALGDo0WSRVpZUrGxrQjHNNY5VrHIEDqO5Chm/akaZjNAEmILt7LymEINCVHO8ryBq5DC
rJklIyvRfvfUCf1OLZ9UBFldYT9WuhqYxWHYE7f8Lw7vuU0ZqlbW6MzcDajbduLVoY8p+TY4Lz3Y
zAxZuUJ/MrLWb7XnOTUCVr5xWu034VkrN8BSOlvIzQ6KWHJ/SFeNFV7NQ413FUAB47e22opfl/Mv
BVZQYlMJYlgw/YGukLZMQUReNgLFaTCLsxAKaAKYhjQchg9RfKhT79HircjDLSzHSqQD4jRiAWSt
4PtlyscwWWMco8/nqS80aI8Y3Xc973U/t1PisdrZaue9tn9s4AAWgZ9FCW45n2cZdaLkVQ8FgQqB
VT83npWS2qNxlUTqgPrP4B6b3EJ74yFrvFxVyEasteJ3ELQirltatiLeknZvhcS2DdUTFCHd1jPb
BDLZGZSbuH4QSrm44g2gzMq2gXQD4iATFyoa1Eh+QI/RyFCvOeqQ/afad+D1/fvkDbKrCwAcDx8L
KO3L6UT3FqYNM45jpkN/gk41aB3mOD23epGfXKgEB0zR6N5pqL1R4lpxpEumahG2RyUSsPBLy0If
RevwuT65qol8lds9DP10yOb/opQLX7P0j0D4pSPNcWkHgNleFVOOsv88+gnUuKge3nbWa6+NpbcP
VBDhRFGdlm6jocxZpbmAaKDLz50DJzPMnd/YgQM8GhRyXxK7zb3cHgLROF7cFbuO8Q2QzNpG0ZDH
UZch4oqWPmGyjP9H2nX1Rq4z2V8kQDm8Knaw5NS2x34RPMHKWaLCr99D7+53u9naFubuYIDBwIBL
JIvFCqdORcaQAKwRZgnKaKdui/pwSwCzjaTTF01R8iboyuPEv03VFpvOCtBF0sAxB4gP9hFODhOc
KjUXA9iJgypztyReuzdCW8a4ip3oKoUtNCY6pG8f3Mrzh+kziABEJMAAoGcklnFTpMkcNUERkiCP
eV8rjqHsVJI9Ve5tUWvbp2B9lPkBLzvbr1wsNa/XVdcEldYKTtUtvBXlycZlXlsPfBPwz2kywntW
CVQ+E6uulptArltrWESbx1xntUtNKRwfERFvBGkrlh8hPLD5MohWYIkZ49SO6aTPpGqDLkfxK5oO
2iB7Eiy0ucV8tmYrsHcInGia+aoMg6Qyj6gma4Ms1RtHNpp7TOyqdmXy5/YprW0g3k9KyY67hBTJ
pa1Y8nmYukFu4dxh5gEXB0LtzaA5lvSaDp24LWxFJXQA23QDCCsAC77pdc9eMrVu4yxV8y5Qw+p1
MSagAJuNoseaCHhZgOyASAG5cua5yopxHlEjBHasI7lZamHqkCHf6vRd0QMdbg1WgcQSPA/687OF
GCHsXy4AWCW2+pFggC63UJLqwiaJd3vLViTBWQVaBq3a38WOS0kc6q25VFd9UAAJKCe/++qVT2W0
f/y1NQUWjUKrARVDmoqFiolcUZcyqasAUxb1+0nRR4wyRXrz9mquXRlIQXkTeBwk5WAXLlfDJ2I6
ChFcmTImd/JYlrZIQpBBRL2xD9G5ZE2Tjlb+qeMcvZ+NjVfrei9hauGTguEKBkNgczlT29cVXswq
6Ebw1Xd5qjzKoZaDs3RCjmwCee3t1a7Yd2rbkV4F0gMZTdZRnMReMGK5rgNpjGrBXLheuOtok0gu
YOD91JXp/dLBFdBBmByCTDZUf6ikFohZjsoWkvP6ouNwYfHxRVAkHMPl1idqge66EFFcIsyviqre
Sfx7rrpD11iatmWWVwJoitLHhHq0gGHh3/7D2QXpuyweWxGueQYDDe7Srm7eYWHQHyGTXHycqgq5
ba5sFDA7oXfkh47yl3g36qMYA0uMplQiEa6xqmnR6o0ncE0LkACjsFaY8CvCzA4jgLWk4etAzcw5
euzTxzax0Dhw++zXthtdhkAZoScG0Syz3WkbgamwCOHrdZ26m6Mq9JQwwZgL8GKA6TR55tJG3JC5
ujLkQ3GFQZx11Z9EZh7NGCnciR5NUDzHodsVlGNak9YWmrg+by/wOi6gyVdU7OF/wVGXmIdDKHql
AkE4vKNqNmk9xEhnNKFbc5gBE244yHhvPL5rxgPuugo+B1QmEVFfanAF9xk+AIxulz2L/EctOLF2
ACC8P3Ty71TdsvHXLzAWeCaOOcFx6AyA1iFuTPsHreV2k/oOVNEWx/eaotDx27Syq6HZlj5oZzdF
TgHv18DcAIip5o155HbT7E9oLyNiHvAobd8+tlVxeO8RXsHOX+XUholLhnqG9uuZgOHGwJIvxvBn
kfSf/PwrRrP/bXGrJhDhFqyAhBYLQNovlwd6c76VZaEO2rss+xpsNCnpdvarG0wdE0peXm6LWzsz
FHVpmQVFXQCsL6Vl2cB1pJNrYD0nU+uAjgdBqDHLG6tau2gYaEobsXhQ4bK6H0dhY2jDjNADPTFl
x9f2rETv0yI/c7L6entJK6ggMO1qeLhoCgmmm17EMwUROvCrcpkIYcjDilq5i8fKnUD4gMmLkrUo
CPFqV5xfNeOZRzvoqMB5G+95zZ8T9/anrOkOrIqCOijt+WLzsWU/VVLe6E3QzI6oBl1y7NqTFu2U
zfF5VCsuMztY85kkRmsyJQ+rEOQtyPxiip81OOgl+YVZzGi72lejiQH14Mhelo1jXSmIUrFoJwZb
FXxIFgCU9EtWw31ogoUHdxKSvglX7PN23POhYoLiCbXQ6SWt8xe0p28EMis4PzpSAs4kLeAh+8GY
m7aQSzVPlyYgAPghuCjRRtv4ffteaOjxTf1ceFLETx4zzPrwmFWpPRTcwzxsxR0rZwzHCJqGPiVk
19l3S0zyBjUi7HwxqxgrVFjiiJsq2Ruu0cpFhRGnrG14IykG41KptQqE6nHINcEgakEPwGAiHvO4
ON1W2JV7eiGFMQczaD3EpIjaIM3zg6paIMYwkXtx+nLjZqwuB2kIbBglJf4u4Jzd0TGqEkVJmjbQ
yeDwen4YanHfS9Pv2+tZFaOpPEjXQZ0KOPvlroFqppnCBevJOcmwWyRHwe2e916M3MLGXVh5bGkc
8B9RVE/OVsTxtUKiDH0WMYECZL6SRlaccs9Jz1VmY6RmhpEAVbhV1FtfIaqTlPcTOTImfEsI5jtJ
StoGBpzUfJf8Crdi0FWdAN4QFRQQdQD4cLkwJazgdjcxDXgx4W6snAreL+a+OVm1caXXJKGOC74J
RPAwmnStZ1s4NF0H/vm2Bc9tbSa5akvZYSkTt+n/3FaLNbsFrgnEF2iMASSGLesanSByUzS2gVAJ
w2NWza0r1PPys1TE3mvrKjVrQT6SRFvchRcPfVJt8VevmQ0K3/wGOAAexGhmqi5DK6AjP9Cy3FYL
zKScThHnJpzsNlu972s6ci6LUU2VK8Kh6Akum0fUP/q9Rn7e3s+1g6PDHxAnonIBV/Py4Liq1sIw
W9qgzF6i3JOrD2AzQ+HlthRqfJg3DplLPDJg7YUDzTaBRblSj50ktMHSe1XtSdL77d+/4qBTuhMk
Dyg7CNK0l6vApEFO7TM4KRIXF/cx1vlecNWBT/G/Rk90J+9z0HNUjWrfFrx2PkiOwFFH9RQIAMbq
RqTjJnVEI1g+OLXxrsSPerdRlFizTuci6CecXa2W5EMZKzz8gxxVj1ID5hzV2HJ+ko3e4fmHnHfE
xru9rDUVp6k4xHIY8AATfClz6JBxx8+aADeIKAQTZz7A9LCA6UcGyeRtWas3GnwKcGIR7gAOwtwn
nkSJQHS1Ddpa/OQSXnCJpkdWKyuNjY4mwRUkMKlVRQSeqAiAtyEfjY0Ab229GPoGAAfiZBSemU8w
CoKxc6DoDvruUCfGHQKY5yhJPCES7nt1I223pjMa/HZw2FCRLPthimJJS5KkD2Ihd/DaFOiGCbfm
wq/d63MhjOmPuhLAWTHugx4TSEY06hsP4G2ol39h99ERj9InrjYQKowYDp2dcTjUcNiNifdFNDsX
s3boUkO240raYqhZW5QB5KxKx7CAo4lRy7Av0fUxIc0ONWjMNgV9dC+0Izqpm12o9v3fX25UPWld
7hvvwmb1+VRDLTsPu6Dte+ieqjcWSkFooEaQsiFqLYmEIj1YhUHzi1eUbccVpDAz4nboAy2uazRe
fJUpgN1JJEv2PC1GAA6gydUXTt7lAy+5GO5Z3o+xVrpxEevAwdZk42RXtBSFBgweAt4HW81SyzeJ
PnfgbAZJWgbYGbjvJDLYquT9/eVHgQbd3zSzgkiESXQY4tQMcRsPAca8NYdQd5Lm2IPTIyL7qqpc
EUxAVbG/LXRFjSDTAJoWdpXW6y+tW6dpKRqF8yEAfaSOGnOQV58b57mye8gr8ghjMSwIYRZjUDC0
aoKZ6ci3SzkoT7UARsqBt/5+IedSmPvQ5VEjtUtLgnEBBdDr0NuV8DCiUn5bzNpi4D9SaCmicpzS
5X6JUxrmoPwZA7X6PcaHWLCk/tdtEStHgrQxynRU2xApMW5IK4QVj9rCGBSLnyYvNWDVYSY6Rjk4
twV9XyTGFUE6HOgbpOZpQMZ43d3MT2MMUtZgSAG/n+P6rm3ekBjHOHFpLNAdiaYbpKklY1cVwlOr
HWXjnUTWID6Vw89R/VjU+6pMzQYH2srIUzzk5b1KXtREtZIRKLE+26lp83j7q9e2B7A/lJEw8wa8
48xHJwW4ZZdQGAMtSe3SsBt063TKS6ImG3q7LghKC3JPmsllHKl5zutc1YYx6OrCC8UjaaSnKKke
5gjEEbfXRLXm6iAQDgsYLQlzzlrXaeGnKcukMZi9KN2PquIhi5qqo9lu9ntfu4fg9MI9xPQBGQVN
1p1JSD5NfAoOApUAJ4P3AhQydhL/aoSvmvu6vSz5alkgkADVPj0qVJ5ZV1ciGqCXiYg4XJkwLJIz
py3ygevrCEJh4Kt0pDaRRmWVoV0aNeoKmo3OW9FGEs0c5SRHT8S44ahce54QBF4/A7x7gFewz23a
LSqcvxT5kRxchXzcAX6sexhKh17MwlpyPhjvSZZv+IMrG4isEAYhAKYPe8PCucJJy7tlRtAqyI2P
GUAfglFuGIGVTC1lnYPHItFdBKLi0qKBW0ZXswQu5zAti50vgmaBcfxe7ePcNpo+tYictHbWolIl
xnpnT0thgaV6qyFwbanfgFrwfuAJNJhrDb7ZWq94pFKqTHAyrnTkcCO8WzlCVLuR3kJOFYROLI0U
CichiTukuOoafMkJaGiGDGPaxDb0axkTXCJd/gpFYDr5rU6A6+sNVx6FMbowJDdUuvazsIUjioI8
n9YGSZTvFCRW1NiPKHgNU3ck+fn2pbs2W8DegbNFQn4NmSlWU0UZiGi0ypJgBrhxX0ulbIt6nNpx
3897Taq2JqisLA7bCYgjMI5wXRQmTy0OcSUUpIK8qt8BM/ZWh+JgchifCIJScpAz2b29wGsLhgWe
CWQ0pc3mIqrFhgSloe1E9GzFja0BXbVAQ7NQ9NBN5t2WyGwpHntg4BDQIqAGhcVVlCLIkTROegdm
plQAvZc6lXtlzHVLFtLlmPfKVsGasWrf8pAJRn+MgOcffR2X+hILI+iz+ar2NXT4ySieJkjwN9rH
7VWxYK5vMeDqRO8mTfle0WVrcqfnKBxCTIreFAw8Ug5CCMajPq1BrKeN0q9+zrMnMkYgH5ln7RgK
8mSL5TgeQM9UbFhYRo/o1wAsBFSlhigDpO2MJ2rUqFcmotj5HMZ7uMKSvJRaelIVkK8YUSHvubAd
N2zfyj7juQUqABUx7DObsSiLLsIkaanzwUyF4nvKxYd+jEe4OUu8oUIslv97eXgBkSUG4xneEapj
ZzZArgppqBex97lYyDR3VowQ2NsBDaxGlnBw8hM1awC0bNu3GByPusMJNUYdVBIX/QqVTPkxdIR7
zIa51c1iWDDiDWM4MXkZlCDg/GvbHK3KUVnysYkO43oj78IWo76/HuMQMMYHSFCKMbz8enQA4nlq
9M5vhbwezSxKm12kLSAir7Q+MzsygoQxjEq3G9TKy7iJ/wTksRfNeGg4l2vS0i15bjikidG9ymG9
2KTG+OQNhaYB0pkb9f2VtI4CtDrqGFcZqCxb4jkutc7XwOsB4ou0fey4COCwCZOOIj1vXA5EYZai
xgbKPCpnRnopbBz0d4rm8iNokIx8xncXLUKry62q5rDWIiTD/CXMdMEuxFCJbHFaaINwqE2Is6qk
e8X9DjFMBmDDwcUwphoUgvMU/RxJKAFgNvYYXJoLGKSsF7NitYqSHkDKUkaol+hzjRh0KksTrG5q
+TOZJ9JbZV6GiBNIJJ0wAQKuFg8mtsXJQa7WgS9s4k+39/r66oCAFVQBIBbBKDTAky9X2SbLrGbj
3PuVKFTgi+8EtCUjdCCKsZnmpo42u6N4V+AfwwKj+sHs6NDQIJXnIYsjmh1GOUY29V0aoxkj1O0q
CsOXSasAoeTieddKAy6CuLznErpUbi+aCmI/BNYCBC4Kzc2xANuoapOaU6BflTYZDgi1Tpjcle3K
MUGqJzUxobiz/14iEtLodQUhFN5yxmponay0mbz0vrrUlWlocLv6RU4tbVAjB3o2eoDC9fvbQhlH
CdcIJwucI4IDEMyiz+7ybBMS6WieEnq/JEn7iLJhAlqjsrK1BrMn4Q123iDEshfPc2yFi1r+G/GA
9uMe0/5UFhnBg0KpGAYct1qrrSUrxfheho1gxob8Oyu6Yq/KXGdhaopoITe7hTZhC7J09ZSGH/l5
UChQuMTl6hUe5W495IivgnXxOVe7GsEtD+ZlfVK9pCkTR5qS2ZmGarAieO9u1zccRmPLTxKAP1bf
iI1dlWP0ppF+qzrHuD7f34ZIHShUQPZE5Gcvv40fJrRmCWPtRxEyD3qPLg4iaxaiE8FskLh71FFI
e6hzQ7Juq8TKdUftkcZyIGGBI8BcQdSSaoLSYOuTtMwms406NHsanDrwXijj4m+owLXDhX4gTF1F
IgxJbRzF5ToXbYjHFH0kfgUAxGMuo+dLVrvZ0jGGcADJjJK83V4f/YXMzaYTR4GFBbQbRUJ6Jc5e
5yRK43RJjNbnxHRxOap4yH1vVctWl0WTR8i1IG/LNj+jaDMChhZ1/jCFamH1ApHazELaquYekjBf
4OlhPNy4bESRK2JRclchE50cYJNhdlNNFmAA6eLE+UNQAEMD+LvgwOMT9Rsh1op+wo3CaAekbkGb
fsWvUAtGi2iy85u+tftcsTS1d1Swsw/Aa9Va5XXlFhvAihdL2bBRtAMkF2jZ75LK2dHVY1tmZBiI
D8tkvEVK/japeQUW5EKxYyWbHWPCHAsCt9XMUq6ykA9DYTSRldqcSLhFvbiiSJhbiyZlhNKw12z3
5JRWddiVC/HRzis/xZiO5eak28rGr1hopAbBzYn5GUBIsh0lNQoMTZKIxM/k4n4wQjfD+I6ZAzvR
sq9aUIpp0mmU4w0PfUWPkDVCpzIQntht1jBP4AUutbElfhsNxIwByBH64oPv4l0j727fxxV3Ga0R
lLdMU2gdjOVALCpE4V2oEB+TPJJnKeQGdVdwKTGstA/TezUdyqcs1GvDjCXYaZuvO+BG+7YpfkuR
nLkjX2lmhmfsPqqT6QHJ7/cm64QdfNxu32J0/QORYmXDSq5tkIZ8FE2lwj1gS68R8GHDVEej36Mr
ZlQMAtQJ+ZSmprbqNvdub9HKXUOmE10JaEdAGZm1kbU6SkVb0ndqaok1t4tm5nn+u4/Ej5j0dlcD
lCn3W37fmlRQRKEdFQlqDNBkXqB0UAdtqJPRxwzc5664W5pfJPeyEH4IptDzW9zrK4oOm0VTbt8d
f2xQqI9pzU19NfodUXdTpIFa9LUEL2udOYZUeuXvcJzN2/vKlp/oI4tCBWJCTBlACp5tJdBndPxk
fD762qKD+6aYdQx+UzFhGy+H18s88UBGW+2iZM7sQtF/wM/sHQG5TrMwYk+Z9a0+8BW1oo8gzBz9
e4WeF8AWHaVFN/oj8jhH8KP23ozMtCfCMOy5fNnq4FmTB0JXOmeGkoGxLMTLMAncgGfeF+QFk6Yq
dF5z6WckVT/gi/Z/f2eAboQ3g5QcBZ4xClX0Rq8uaTv5Q5S+N0jhGMtXrcwvkdpswKS/iaiYRx65
N2BSUYRCxM8SMKZ4hFLeSAZ/VsX5BD7Nl6FL3/mG1DafLssxEnPDjltJO6FPpbLysWvvI27JHI1P
ktg0EiUtzLku/6iDOjfoWTDq5w4Lc0NkcM04Bfl2WmWTB/YU0R2Rddi48Wy9BpqJNw5FOtpZgCiE
9R+6itP0tstGP5W1FIwD3JDvETroz1EkuRkh6S7CxKzHPNGjXayBoFkQgTof1RKRboIhV3UsTaC7
VCXMwdNnr21Swx0Mpd9VBHOt6kzoXZlTQ4z20p/iIuXs2BgQ56CTzSpgheyszg8JIUCfkn6LB2Pl
dOiYA9olhPY0sDAzXsqEfi6jLfrRb7KhtgEsSp5T0kWnBDU3ZxxJW5hxJ72gtXi2+kUa3VKbJ0ec
29Qmw7g4wwx46NSR/gAK7fCgw0BZLQpcnqFEqlfOSmiWfJKj563hnXSo5A1Fvn758f2UuJuSbMBm
URf6zA9peTEbQkUZ/XCpQ7SvcjVYmrQtssDruwkpcCDx6MMsYtLvpRQdPeV8VsIWyD3X22UmLHeR
WI1urvHEBpW6uLGqa3uPdDwALjRHCHeG7Q8S1E7qliWefLUgopXp2ngHAitwrceYjK1lVWz3vV4F
Y65s0TCuSQbbFLIogJEDX8ZEoRkBR3JYwwp1Ux16iRi9pAsoW0eigAGaFzGnrJe8upu28tnXTw4K
Lpg0gTFOmKaMhu/LHVaLQeX0sV180nvwwGwwBE2PitodBM6ba6vbYkGjodOlVaLywE/ynYjEHMlL
eRqKSnOZJos/1phlnCSmJOSmFD02goy5xlv0HqurQwUEI3LgolxNH58HuuHKsPhgdxjs1miA4zA4
CTddMUxh1gIOAEp7bmjWSVWXDW1a0V4k0tGIRKNrpBGZtU7IzQCMiL0dRXee9mnsk/ZD/1dCEGWh
1RsEUyyMr6+lvCpnMGa2Qv/RCYWd5B+j+icm2oansHJyWI0BCjIQ5APXQPf67MajcU0TRr5bfLT7
xO09nwbK8MJnswWGsA2fRLxWEhTpsBjsPsXn0p+fiYqnkMMQKmP2oxaxiwS8sZPEdppZHZIQstW/
9X1utiKAkYq9Ifo6qQrfC24A0n2IItFkdCk6DCvSi9Gy+Ki0Egtpun608AbpLrRFORpT3JickiA5
p8SFPWsgSIobkmyEHmyVkj594EdCKkzFHsC3ZuxeLg/t1Gn4ilK0pbfwhMyHrZqirZsWEMq3l7x2
rueymJco6oYYA5cha0gWGyOHF2R1hIOSxxbemI2TXbFyCJORJkJuE/eBpXhchEmcpkrmfeRd7lAA
0Ef4dQr+lUD61/8Q63aDZ+E6k4O8Ch1RR4XCsNMPOtMk5N6nKmtmwU+UfM8hajgV1ZCYdcltgTWv
txGSMB5KRS0S5DUsOF6t47rrxlDwO1DZio9685uoB75HNWuONnZxbVEw1sgZwqtDKYdZFEaztZqR
J6Jf6mN/LFtM4lZ0TnKHuv/bWZ1IDaKN+fspRJlBYHkx+kbATBJllvyUlLWDas9gTYu+taBrQwmc
GXLrcPjopWe7QiatLAt+5EV/IPKziNkbfGuYibJYbS57t7X9+kWAKJgU9GkhygIc+FIhEFmo6pxo
og8WtQcJU0D5u2bh3WjmPRAteC2yNuh230hJXQVZoMKgw0VoA6EONAWr90o3gIIwDcfTkbeayByC
2CWYZIVmA6d9nLyv22v8du3PH1lWHGM/e37hS7WBuNGqTHUyffDTFa3VOpIlvPJ3jvgetBb30JrW
nWY5L4n7NZqFm9mHTZ5l9sKzX8JsN4B8pTLO3Hjydc3+0P9kj4Y7heaTVh+tl6/+c76zYnPYuB/X
s/yY7WZMmpEPPSlqSLWjJxcj7HaKiSGvmHRrki9TSi0R5U8v9rUNs/2tPLf2nXGmSK60Da9j3+cX
GLSe26sHDizhOkjETJX/UT1MYC5/71/7r2bGSC/0A7nGaZHf0kDNrdJq05+3FYFVdnb36b07s35x
qsVZ12EfgGorTY939R1yM9aGdstsLMCKoabxTAw6SNWOgAHvROxssco9D8IIMwpeU/OTOObzYCr3
yFtET6I17RdQumkfiVf44o+Ad71347M1Wy80LYt88e5oB++8K1mPf/2w//dHIl1Fn1YgNBlNDPMi
y0o+mk6ZSezYiq3IIVazj6ytbD6Laqe8N/TPfyQx2peEI2gBZ0haXHs6pXZuZg+9lbkb237lJLBy
GG3T5ElPwjSZTkNrfpB9fZRNjEU/ZPZua87r5pIYRZLmbqiVHEtS/SwYgsFfAgPRiJl7W3eXJS2+
2j1GmeCGF0aKGd6n2uYUJ0RISSJiTuIeWJTy63mKd2Vj1oeisCYMBtTNRt2n6Gw/RKmrbaWG2GEA
//MxqAKBRQawOxY+aIDmDkg1aHZ95+vg9zK7JyE2M/9Bm83K/dJ31uJ0+/TY+uPOvn13/4834x/Z
zCuPlAC4VhtsxNTa+uc0HNuHVraa1kKN4VQ9Km4fu7JI/pVYOuKdNi6K8IAvL/OUqRLpMn08Zdmu
ix61/jn9XUSSJxVOiX5t/k6Jf6HCgILCfouqd/WxOBPNrFivMWNInumzZQTcYGG05jTbhnKca1vY
aihYlwWPEAVuypPAxNtKhJ62ieBke3c4AAjYm82+sH/fPsMtIUxxVTbCfppbLEg8hJ5xzM134bXY
OjA2Yvk2AzRp8T8rYR578OVU6kKtrzie8LZNmdXfy7PXF4d5vtOql7/21liBjCVdjDaWKgy6OzVO
jWENwIQ7t7dt3dycLUm+1MF+McQ27yFBMe3mqTOpDZ2cycvcDUGsJ80uhTGhYY3RqjlIlE46kh9m
4oADfSitd9E8pIM9vKEn1NmK11nG0f+2KUBEgRsIFY2ralYBoHJWhpA5AtdghV9o+I7fM+ch/yzr
Y2HnzvPtRdILe+WUnMljjmuO+QxIUMjrld+qNr7UHyUI51+MvtkQtG6xziQxxwbEAmhMSTydfvyM
JrOyHmT7Pd+Nu243Pfz/1sScm1EmaaynBhw85S2pzPAptLqNLpj/Qwn/OSf2zePlCgUlvHn8V/YS
A7Fk8vZwBDH6hpFYf8fPto2xuEXaij1gz9Mp+foBI+vuG0xpskXz+K8sBVgNUDWmisfCa2bwuoYl
Chx4WrMg2t1r1ltxSs3d7bNZfzTPxDDrIahI9qkOMYMC0JYFxi3OrDz19Jb97p3iR8eZ6t3dmJjE
4w5fRmw2xzC4/Qmrfu/ZFzAPCVlaMWoVfEGK8MfCmCBX8HTzc3OeKwvV+jYfZ3KYZFEKVpNeb2q6
obGVuuEDyKv27/njuBM2FH5jRexzJehZKoUdJFVOFMTWU7jL9hgPav2/9k1n3qsFY77ToYUU6Tk+
qVZqNzbvLl9ft6WsW8B/to2t5/NxmNbgoJhO4R/w0ZqDV/wxHN0OXe4xd2r/sAmaoCbuygSeCWRM
YFXUXaQWEEhczbyv/H4XedIhwCTZ/VHY317d1kkxRpDP+FEYIsgydtlnDOVTnDv5x1ZhZEsKYwCV
BCVyjV5l0edQGjMjk3/WfN3c6lNYeyBpEZHW31CCUZmbNAp9J8lzNp96nkhOxoctyN+SyiP1aPyb
qF2ldXYgr9COLtI1n4WRpbKQnI+L6aSZ0ZE81PdGbae2bGoeiBVDExBgNzaPmIIRf/yrAOdMNgsC
BGwcBO85ZLs5pnyF8QNxhjdQ7epOWDm3FWRV/c9lMbdMQf6pM2rIGirM9vrIQzNP7HnY544e2hn/
oHZWnu07G8g6fiv9tSmc8Rb7UCtBcZvDkHyF/tFG/4eHYcMW9a96b3KMx43F0leSvXrni2Wu3syn
OZELyGvtKXJ+JA5n8XvlsTzmIfJR75H1VYVWtfEEXaEaqWFGKy1SvuAlQw6TuR6NHiZDmtMn6Ml3
E9TvrCfVTIgl2s/PX5sdvGse+Lk0xlNAb00mdD2koZcwAE1750VIaByWecslWbNj54KYl7WtojQD
BnQ62dJit45oiuZu9xU6arAVhl/hzNgdZC5+zaetkHRY04/yDtCiQP6UCpQfiLOlIFtrYm59hrkT
sDIQdHRji7xpx2Tff+zs0AJ3lnVbGdeM5tn2sWi1MoqEuZ4hKnrFpM/ujrPtzX3bksFc7rmL8yQf
IeN1tH4cs+BDst3YTl4Up8CwwGckw15vL+o7d3x1w/7RdXZCxBLpaj4QmJPjPXDCzs+fjbn33Q8w
D6JslM7OcGfxx+fI3lmTb+1KpNb2v9ONnd26cDI95TPbHcZFJoUCPUW/drPIivbTbFq7XeT+3pFN
0DLdxFtLZt7YtkEFZFiw5Nn6ARzYvYrimGClpmYbGz7z1nEyhkRB+zPfNJCUmXYSyHa0183fW0zW
V0iX78sGOlKg0PHEoqRzuXv6WGOKeyvgXsuf/X0uOsM7+Yl63x0C0CfJVJ2d/dzdP1vjEckndzZH
E/u6lU5cferPPoIxLv3UCpUW4yNebb+9ix8E1x0+G5Psn96QbIu2+o1Xo0WAdP+zaMbCZBVpOy2F
vNp+/UHsxmp+BZb1uLUu+muudIXOlUbtGmAydm9BKd9JdaFgb+FYOOM+Ni1tQ0nWtf9MBrN1mLGQ
zBjjARnFJyb5kp3hqPad8HIYzKNfISezEQ2sZtzpYJv/XRSzd0ZvtBOfQCD/8aGZ4iGL3Mh8enoC
bt+KDoV3vz/FdhPZ9aF5/to9Vj8fd7FjvVjO9EWcyHrZWc+PsH1bikzXeWuvGVueZ3qjglkNj4aK
kZrz/ralW3+T/ln1d8R+ZmTyuFK0AqNRTiLo1z35+XDYPT4+bhzm6o0/E8IY8IJoQtPqEGJjNKhs
tzkqE9bGo0ftE7tPlJWSzjwHbpz1dPlWkAYk7aD68ZOUCXadbQGZ1twulDlBtgc6XPjujEWJqqyW
06mYT+WYuvUwWkozon9jV7ZbL963a3y1GAC0MLSFNr2zbOFEbEAahCLfyf8poWXE1Hqz+PNUWLFr
OPKD51nOM//21X5kv6zWS52v8TiCT8j5vXFu353bt76DObihj8nQkGk+/bB9kLeZ99kBBTbZxKdw
vGV6Vms+xyZG+5hfuT8CDe8cN45VuN51QDUAbFLQNw/fk30Fx1SNiRz244kDsc8dCJTuCkcGLdkx
uesdA+5174k78MhuvL7XKnsplqrb2b0I1ZYsowKxignomKnv78C97Gw9hd99uJcbDDG4GbSzgvI9
M0ZHAEBUCod5PKmewpvhISodwyyfFxvlAHSt/kwfmsyWrfoONBWYbdl/Rr/Qwtd2Jrr5yWs6bXnD
NFS59T2MteEAO+fzJUUokxlgqqq0xtgLgzJ+YSYXuOg6QcO8yFZompMxEz3gR0lLwIU3iIkZypUG
ciS5QEvphpG6toF0l8DwhIIREMUaE2AVWiqGILxCLt6sTHTzZoeWN6VAvO/s4Ku0Xoj/nPrV222p
14/cpVDG/QLZAVFDwLNOote8dG54/wxXaHdbxpqWgU8AU4sk0DLq7D03RH3k1EajWjY7mRPbihdZ
SKFs3OOVdOg3b8F/5DD3OC/6pGtqyBms3k1eF7d9E4JiX5toMtg4rG+UKqtC52tiDkvI0MFvVJA1
Hsq7k1GY92DjhhsZZ460/wHzcThGJkhRreGoW72tHkSAvpzqae9FwKN9Lo7sLpaT3BlOGtra43g3
m4qt2alJfHszR3H9alxuDHPIw5TJmGOgUM3K943jn3Rbc8S9ah5qL7Q2jmFNo853hrEpLb+Ax1xS
6Wn/wA33P0trc0F0d2/tPuNch+mwGBy6xFCDS15Hp0NJvt9pFudzh9r6+9zm5e4xL2KjzU08gjb4
+17e98fQdSK723Ci1x6A811jHMGwUSv0EkFI4wsekAVbKIb1OwgAEZhLRHCHMjuWo1V6nAvU+qCp
0R/n86s7vv6bW/6PBGabhm7i5myCBDA/OKld79B/b0f2ppmkynp99v/IYXZq/i/SrqzJTSbZ/iJF
IBYBr8WqvbW4W90vhN0LYgexCPj195Rm5mtUjVVxZ8LhCPtFSVZl5Z4n6xnAxmmrjGJvT7Fxyoit
vTbPic11zqm+eESJMVu+h4WhbXzjaBs4oZkYKUEYfHW5QfD4A/3miTFIpSCEkl6AUmmFx4LAGcci
gMOMoOUmdHyzWPJ2Zo3UqKhQ/0ORTVt2RZIroY5TfC53hfHZG5tk65sc92LE776nwmjk8CxHjT5D
JUwhvf3nbAqv3mpqoG1MNSOOIeNyxGjkYJaeBY/eFvBqLBsV2Y/NxKzd/+7kEG3TPnRsoWYHcWbC
xC8V8dZm8ubvYJ8BM0AmSL8SXlfYSHSI4xuQYlTpNW3VIpreSCFbYWfG+cUzQ3uy8edG6iSlUXAs
9bgJHVBk1EQ580U/T1FRDOet+Sdat4sebXa+veM5/6P6aECI0RYqhj9LOUJ2t7BOrUpIZMaGNH+s
kagm+PF+BzRYTTFpLkGoRy3q5acYrylecI6LxwSjIJRMvKhejqzqMp73bkOiOSpDmvWYixuA/SM2
GOUwlXqlxgRTe0xPF7sz3s6HdWmgYQ7eBrpqFoIxnSfkYmYkR4+c+CG/qsaMyLZmW6+zGv8oze4p
mi+U+ZXXfUv5e/BlbFhdT2fnrCggLWt50SOw7swA1/iY/VtI+4gIo0P0tqqrRAaR5yYl6zfPiOGz
KObFXGtPnmy2hkDO1maxJ7oVOMLRTD9jh/voOTd9U3SDQOmiYuw80m+KTCfCeo26GUYe3ddkvvll
ZPPAnu15nvkISWSd6JImLHEXMYyHwx+Q1OO2DAW/vh5PvY0Ed+WWZnbgeB1jGobWzCiAA2CpsHvo
nojaYuWYR9tYEgLMXDO3myVsgTFxYutMvjzj4/Fl/hhXpqBewIdDbUUGtjggcu7pFVEqT7oUsryk
yycQcq5t7LIx4ZD6AensqZGYqaPtE0DH7R+TvuFRMHJ0R5phdSKmgZLKUKbFF0b6ke5qV9hTS7/g
dF7n5hsabMlkUxD8AwvdjastPsmH1vgdHdqNvDSMbLXAEiZInm/HjvrE8Z5GOo/vT4bx0UWluSgJ
LXehz9uYInSI8DWKdQ1JbR+0jbXxNsqcV3Ie6bigVBX0qsAZmAIx4/4+UuAoAakDGkwCxdqi9Ro7
Nn0L7WCqgQLq4nAl6WJiKiRHxMaTBvrrP6/kmzpjbZQEgfYFsKdHwRGdNfaTu/DirXaRE/UtdbKX
jCfu9I5ZgnRJMOZz0KX3A9ouwnbe2pPBrkIu86lZO4gbiLKYLKiN48UNPxCOqLADo3YqzwDTizlh
RnFf4rptIhWlDYRc6tK2JVtcqCTcXpaBEW4mTm5Z7g7t5MQyXjty/sV1len5/WD3+wNYJD84ldm5
orWVCrHnFJ5D4uTLaA1Ags0CvbASAPY2NUdfj/l8MjCA9SmSWRhJ/DGS0c+Scy5pSIOKi86SbBuJ
vc0Tqpr+++MXPVL8oADS35SYF10CXyMMJA8lFrdFL0gME9jbBUkMgGgEhn9M0T7dG0+BZU3eQgPg
Uj5JSGi46nH6xK3N/yzl3n8M836VTuiwIO7SHXUP29KwYDh6k6NCJnnRnJeXEJjEnpZgeENILg5W
nsmud0XLO+dEeB/BPGcgtwCUCAA8aMMJ9XmcGlVDGtlo7FoB4LXtvarAhiGA9srRTaqjvdxWNFOA
Umvmj79kVNEP74Z52jVmG+O6VlE5KczJSm6NTHLUzJUjYwaYscU6PBtdt1F9bAtfxoboCEb3R5VM
zleMeIB3EsJ4mQBWi2rMC8JBgSSaMxNDBSvPxJkYsyU8iB2vvDJms4dcMx5nmlzkUEvBNVCV4RG9
vDZOR3hMjXhdd0wxjkGKfC2iAjAliSSWiDjNMexrBfNSNTpM62C5hNw/TfWXWv8IG3sW7IPqKAhm
Ue0SpeZMyY3kzu/FntFxEfasKXFKX3ufkXVC+tp4CzbhfJ3Ow/nlw7dUwG+ZwVx1ajMlr4ojmpaW
GCYvvzHS/Y8PoRNaEoaaMUzHKIOJV2EJUeB3x+f29Kat31A713/HzsYk8IapRxyYvCTgrYmf1a9D
msybz71QbYQQNIWdAsUyPawDV7YAmPqEcW/3iuvBtJRn8NIFYy7xHa/MM59gefG/xFrFjha1dCe6
qx7U9K3SHQBP1hcbnZMNmiTtJDKKeKmlNgB/L+IvabqYYPVr8oIBonNp61ci9Es1L0lRratojhWx
/uHxCxx9gAqFUYa5xVYZ5kGUwgyVlSLojpItGxNDX2x4WRoeBeY19DngHoHO3R0TNzR1I94Y+sdj
HqiS+HHLAx4YEZ8KdacLF8oDkf4YrcMTo1Gl8c/vo+sI9AeOvhcKmVh14MDscUj5tiKvBg/T9+bI
MUwA/YmWDoFVJ01vgcCASFygNoNAoDuWC9GRLQWU9tFKNz5naI9rdlzXY+Ra7ugxmreXK8DpT0BP
P9BsPLLjJbpCZ3Pfudq6o2KiTEA7xPHxTY1oRoV2KKN5C9OSP4ZuoqnUKZcOhbxa3GFOFyvJNvJl
SurKTX3k13MOMOzIxd2RY0SvKP1Mr0KQw0YmMtFUIqe7WtOMcAoIwuTF02uAo/HihBEX9o4oI43+
tJid0fLRofkhe66deg18NPe9XEm/AvQcPj5PqkdYoRmc503nDoSmm1SJHkco0J79y5FiWAAyy/3f
SDABoVx3YifGIJHU2FJ++RPG8/+CAHZwYnQPsg/ZuH9dupqVfk1lQovgiAJ8qPz/d7pSfIhvCowV
0CaBGgRe1x19NKufzeufxwyMOPF3P88o+1jSaqmVwEAgvk3EyNRhaAOV92DH3uuQCcZfKyd17qv0
HpQ4NLU6JaKHcaBUN3QsFiw5XsPImPH9kTHaIZ7GKsD2pt1xuVzfSu7IeR/j92NmkDl5XzXWKlqR
V4x0Gqm1OFzWqZGuP5AzJv/b0TLWyZuIbRYG+Ayhb0gpvQMzhVQFLw4cfUUD+WDURAnIl1kRC90R
3dKoCPpXu52JHCG5gXX8eKoDIoxaCAHX1GWIQdBGt7av+4Agiif6piXhYb+XSsRDq5QsyAGbfZLt
4Uvbfy3148eycx6f6FgWfiCtwG68f27qpIqaNoG0CrvzUztP9s126iYfPpLkGef2Rs8VcAm0902B
3yfek5KBfgoMFdyedwHGr/RxrrmO1qhBGZBgnrYSatgL3YEEXCoU5dfbfn5M7WO7RO7PcazV1czR
SYsFg+Sgz78+OLp+9OUPqDMv/xxdCyVUcaf65aQUL2lqJSXnvkYZxOkhAYiOH+AV3p9h22HjRNAE
/VEUu3cxDMwaW+f9tvyoCwFgbVFISiDHGY+FZJQvYJgBdwb4QfBK7onKBRq9+iDqj1jg6UXYlPQ0
nVw4wsGjwTBWZ9U0yMq4P4banwwojLq4mPi8ZcE8Isyjk/XYiwU9hOoCsqAkzRvsXC7g/j8+rlHf
DWibFCWTAqOzgo4V33097bP+VkVbas6ETMnE8OyUTJzM7AivNjOWuAKqPnKC2EaESGpG+R7YfSQm
OlVr8x4e77pBGkcnzepyFJ//bLOdTQpzpV7I62WfPF1INz+khrt7zPFYZufuAxj7ICttVSRY6XFc
ngAE7sOTe+qs9Z/cxsLVfWAUplWbeWGkv62FaF5QoQq2KMrycjq3ovgPpTo4B0ZQS7n3Z1JZ9Mfn
53W+eivJny4zfOJMDAdDff7TRsQoWmQCgYaECAs4z3/0bQ6oMyKMxV2TthYu/bHJd7J/uKbFSsh/
eUpuiQ2cWm9qcU6dnuojdhlxbgXd64QK7C7RutFZb1vd/lOuWzL/DAzHCpGDvhjZ4bCbmDueJZZG
n9I3sywirlJHdSLqlPbypDlv4ceb/KuHPzUnjtVYV/N18fuwuLpfC4EYr41l/QoJrxgyak80YMio
dL0LAtZ7qa/kq39OuhTnLX5mk/1FPj4+X97vM6/KD67yJG/wjMPkLdJ+zSac7PbY74uCqlBNgdEV
trZyCcVy2gIk8qjOspN0vpz0rP0vNDc2y+uggWY+8UebYtT0fXEW+qNXBNgbPq+V56wzHx/TWFYF
5/9NhPI50D69rJdhqPR4dYo9M4QYg5iXw/ElEU3/qbKuNrox64SoRw5Z6i6w0g/8JdhCFevKRBax
QVDDRMxq2Ppr2E5C46qj/9vwfb3KiHyVC4/0SRl4RiJBGS9nna6vA2w5wRaQFp2bpA7y2C7iDADj
j7/rB94jqgiAdgWE0hSdoRjxZpRQMANwM1ooptD+E9E4o4XLLtbJ+tijkjD5hZJrSBb6AlAoC9et
3Wf3MfmxdD6agCWAVQD7BNs2GaUgaUGS+GE/PZqntWwEi8KES/614+i6scaDIRkWxbDQooum9OCy
sBKCnp7k7WL5r/xOG/q5zC3f0WHiTQ/oZF1yBZ2JC39uvf3TAlLI6B0Lyo0cdi7PhowZb7SKoI2D
GjRsD2RcSMn3i64plOkRbaMZOW/nDpTpSrCtBedt/jQXKqQDM5DoCwdCFYs6rcUzsQhqDFyadkm6
15XR89ydEef+ngSjwbDNKm2vlxjO/aJfEmu12By4qML0Au4v6J4GY/r9IugnhUrnRlEZLow5WXWm
xTmqEaG+J8K8KTGAe3GuwMhyQuTXDVoIDBMtLjyrxj0wxoRPBDQpwgtFUnotYU4l3fMm83mXzrxO
r6uyvMamp6NZ7rrTYbbnKGPO798YHOhivZ1B42f4/RKhZEqMyjlw9AuV/wf3fVMMAwqB1KAjoAEF
hdBJ+MA4u677wbsJHh9U+Q+o+HmfFI2Ci4h+67+BWsab/RhppLiTqNvM0oAAVr8nVY+uYMTfips5
OKoFpKojOx66z0gz/T0lxjwqYYZ8tAxK/XZ9qo3T6e1suNvM+LNd2zmGeVpMW27hpXF8ct6bYTPI
Qu5fSoU+/unp7akhZGVZIfnFeZk/1TNlDlMQ2B2KasGtF2pwjGk4qwLvkmEkBM0YUMwIMEj/+ljk
RsDW7okwj6bXC3FSTtObpvy13wJoq3X3e3+NXaj71S7qTT0nPlpXkdXlUOawJzPZkXND5+BFUD6v
6j16XlZlQc524FSuhiOd7lfkxcrmGM/9hT5T9fXL7zFrpRkS9z2MlMvuzuDWLTM46HwCHKeLgIN+
1n49r2Ex7Dl5Uo3VxXqxNgZPaP+iCP+5V3bUtNRK3T+nIFcUqG6gFLfcmf+VqvomQRXNgKNWnmGy
jSbGzYJEmfECWLxQ5lzgSFn7/tiYx6dXmji7VrjAtWnb9qf45DytLDrmFRrPCcef594RY25b9ayq
XY5DQ06vt7f2FJfkXNzUXaFmk6MDlI8x9DMMu+ePsb6NEF+uWF8D5bKsbUM/Ppb/v2jJ7zti7K7S
pFLaJSU4OkWbNaaOjyjNkrObb0xuH8rPaPaeFcb2RuitC8UMp2euW6BBhDaGHgxiHQJ0mOkmzwCM
FMLvyTFKJQvl0hNkSMZymRBzjeuaz58aw/ms3D28ywUGjHUMePAM24jjfEeXHa7phBKzSBOwmfiG
8raAKGpoFCtdjjCOG9B/bo7t6smwXV3BmDYyoRkR5rOt6V55jQ3iuOv3TYMx0l3SBRf9TOXdPNml
gW5W5FpmJrEs45A7mNjkBR08phiVoXTna9QVRXec/VIQZdrzxPiUTQdDcK8YeeUdIfeqGOUBxOpK
zRSISJoBmMxfl6cFput3O85VjbQS3osEozemZyn3fUoHYgidgToAOmMdy7Bcfa7DoHCOkWdPFUZp
hGrR60Kcw5YkaNC92ZLjJ3lHfhwxleH6pvnB0SM/+5zuOWT0iH6W5QDbG+HOkbWJpSc2bMrW5BDh
GGt2YWvoIRVb55COk4ketiOZI+ePkV7MDi81i/eOR3Ku9ywx+qOMSvE61cDSEuTeQO9s78mnZztW
iv5AvOuv3ceHwIG7GlX3wLZWsMkFUPO34HVgMzFEVcK/h6So2KB5ApTq4yMcf9GD32ckMb92KXYT
4UVL5BkTDG9v2zkSejJBMxAAyYHywBHFEWgAnOKAICOKLVADsIYPBFOUv4BSRgN7w9as5vUxZ/Sp
/ohaBnQYAYyxnFlpahyc4srm9eXxj49kwO65YEwXtqol6iS+HRsAPDEKvZouJGPh6k9XwnUFR5Xg
gBVG8Gq1K2fNBAPffoy0AYqEvMTEuD76psC2Efi1P8mwOpe2LJzWW6j1T6qOkDwApAhP941qhgEt
Jr/TSB2aID1cjG6H29xFtfNMdh8854Lzbm45u8G7qeL/XL90CBzFeXz9I9WPu+u/6dvBr/ul0NQx
dZafl//qaH2LXPtYOHMHifhVb1xNa7NJzMR2EeXxWBvJN95TZ6yUqnVVJeo4wSWalvt5PMUU+gXD
73ZlGOUfwCW6H+7hl7DkjgTRN/PgTbEjikl8qeKaBkdhbcTea0Uu3bYR7bPEUXocgb9p4sHx6ukk
jXzgLB/VrTZXkDXlyOC43z6QQUY5XKb9JKqwWoP6MZoDL3eL2KpCIeNqGovO5dUteOriJk8Dhi4N
0KkBUU1TZirGGex/KVnTUoyF+V9lAQa8MdpC0VNZTbFslypYSzWmzqux2O0qjnodjxe/ybDjiRes
gMwjeoRBSwSIwhWIhZiBF1VeQEddvAdCx+LrX/Xi30K3NAVLcb3Ftjj9at4wxsS18KPu7YAnxr1t
gykWwBdULBLyXJBqZSsreBUq0sEAeLKi04IbdtOffMQd4+B2gMIFfChuC1kpYpakXV4O+lpAswtv
FGw8Mh5wx6iNshDrRAnxqhD90ODnE2hmcF4sw/1a7niIAuNJsAE1xrEQtLAXFQ+MmagVrO3EQuvQ
fF+azuvCWnTk4CI8WX5w9PK4rKA2hC0vKMqwBTaxaWdVPkX0KgE3cZsfjnPEJ+KcWLg+F2PBX1/X
W8aPQ3bc2HyTZeQGy8gmuSbeyJ5O25mRYQuBBafeUDbUqTe+0Mebo89ccFGW4RUVR+oX1Bx8U2dE
KEATfyxeKpTFjGoVHt/Wc9IaoH/cbHjoXH9xF79pMTIUSlHlKz1oLZ+XlUk7wwJi750KpQboTguO
9+Oj/YvQfhNkxKjw5UK40OCZRpxQm4BhnZkO8l+72YZDazxKGhwk45pKiY4tzCq16oJzwkzfmjrD
nv3iWJvfFrxhy3Q53NFf/Pn6v7lj7FCjNWHYUu8blpwkEBm0bji/Lw4X5f8vPsM3JcZhLRKhzPMJ
VNtz9a4SCa9j7qRuD0//BXtCekO2ARvFYe8vZvabKGOK1HP572RqaVXm8owOFW1FHMy61obxocx3
vvnxzOsI4zwH1Nlx5gNbW1VnudGpL3sxzZNgrFV3iz7q0mydmsPfX8z6f/hT2S2p4llNkoTGMm/6
1jPnREbO3bhF1LxGs9va5r9LCpaoM1wFV0AdnGnwadrmlrro+8Sxg+UbkpzIwIC/1cpyp4ZxcE3g
rLmBuYt/8VJo49nBf14I1vrcfwVUuppcVGog8fbtY0CQjyH9AvkD7tmO2+Lvs2U0TTNRJ5J6oQIL
ZAIMWqYuAmxtw7EYMx4ZRr9oki9dL1eQ0SKinzF9duoM6T0hlRkH+B8dfcXAWknmqYbPmL87zup1
sUBcdLAsMj/bnvn+/oIBlhP6YfVdtjI+PATNi4WF8LnOeOH6eIJqcAGMisJKyzL0aHbbBKxePseU
8wRuA8+FHA/Rvs+eUUsBpjBbjyYdMozcGpM3wTZ2Lg/Ui2qcRxLNaCR1mmaaT0Pofl6YHqFYp4+1
63jCZnBYjPppfLESyxZsRATJw90JvSoUO2+PKTNS4aluLCN4ArTkYbfkotQ+9kR+7PIOc8XTBRoh
rkG1NHRLeDcWPm/jIketYxHr/YOMtDIKW5qTArAj9bHgrToNWSEhezEOAIXglXA4Kh3b1+4JZl2L
yBd7Ho/Lt4KOYsPB2j/NgOAkkq8FdiscQufxLfJEnq3b1nmLdqZbLXC28LCoewc9gPXy3OQ2lxCj
caqzkHcVDaszx3uFucd2A/fAFYzHvqLKFmlDoY00qYVgPC9zYKDoG+E1OMTG7uYbPj66Wzz+4Ind
MO0GprCZiH6gTKh0PK/XU5h8LNYhTmSkLmrDB8OVXlWegNA39YgkozoiRbtO9RSHuDyjpdcoTf+4
46mnx14TVqPcy6APJPsqSsDWGitNkfrYJqev4gXLNRBScOFvb0txHnHEaJFzJV3TaQqJb23zbYm5
yfX2ON8H689jvN2jN6mTyOcnIUaJFnMgiemr5SE6dK7LO1mOK6yySbqwRHSa0qd3MZent619fMLO
Hhj9w06dxwbHGea9hlskMJCdTgr6uKBsT1xsWyaeK1kGxablXCbHCrB5OiUIfQW7K2jENmtMea3l
pI9NwXz8Ev6S4PzHorEJu7D2/l1wsW3FRSFdN/bE+L1ADR9vj+eCct7ALTQeHF3v/0eRLNeodHtP
AIzjsENf0QOZZBNxTYUsTznDK+scEwml7Ty0q+U7tD4ddOD1enM0FpuNa+Nc6bUWkhAsPjEqzvHA
uFfDaAwlTyS/oDV0E+3b1Jygfdyx6M2g8vb8Px4cozrObXyFtQQvQCJ4OyJv6q1WtzLHMvnDSyf9
pdTxLXSM5uhyPZByKtt1YgoKSWduqLhxu4r1g1RA1gvZSat9h4G30njMJ+dVscm5tImmQjMFm8vr
l/h62XxxXu3IfPMw5/Bj6WVdB3GYUrc5+b1G93lkOHN7LTs2RHHvOyg/k42FQaYr+UKDFUf6ucQZ
HySfoPf5UoK7zDqhXHF8s82lvJ4W5tXoc8urd9rW6F7Mnft1iNdhBrW1/B+1I9szWtXhrNfQKQG1
ZQKUGV4y2j1i/OHw+pc06z8ydJvTG+iSSypN21KmNxn8RhuZaogndK1xqPDEhQmCENWFWUvj2CIz
cndGsmPH6xnn6ESJCVy6s6oFQoS2FUTlwUJ1XJ6W4sX97HK7aaqHil+CwmmdbATjjeTISQEQ3JnM
Hz8uXhTMtsDVklzVMwokcjWw+WLlk8jZO0+byx6Vew4p6r8/UPS3tMDg+v2ojq5XmJOjaV5npEcP
OfmNTOaZ42RzBEBmcibxpKiroAdHCCYzwNoiWJE5NR1Odg0gyvdemzQRci3ukCS9GgC2MbfY2OqT
T8TTBFOkm/DWhlBiLRsPJH48ZJGwkU1XMESn3QRncIaiP/VUn6ph3X22I+s4Mz+RqLFQtafZEn5P
8ah7OqDHvCavnZzLMMWdKWTZuvqv6M9joRgP+gYEmLdUYTQixoQ5JB1TQPbbHwR9qDrGhLxuUCvb
Lf87KRwQZEx0KqmRVnv0BMl87ng2uqaIZ3X7x3yN+hkDKoxt1vIkbbOAuvW9CZw4nsoeTWoMfp6x
xmc/js96QZ/SbBc4MbmVBDiKlCdrrI+OjRL/DhZOS6B00eb4T4TjK+NiuAdkhng8jWYZvnlinfRr
L2nnK82On1d/cDUq9kAvZ8By0c3pa8mrxI2q8AExxuwqgp6K4r+ImevYFt5dk8fPqLobkGDyi/Es
0vXgluWUjen+BVl+BKg89/wW9v5QqgMq8r0mquOmTAIJpxabb1jn89kC/ooAngctPH5uPRZqLjFG
GxT+teskDcTM0+mySsjyasjoDLXlV0HbFnO3rG0ORfr5j9hj1UORioDRA8UISPmZQ5AdJiiYuMqc
J+2862L0AvZ9wZWmDb0oomNQBy1RjoKS8wrFEoSl+vyKwdfnx9zxhJBREhM0j6RZRV+xfCGTCLMn
3JIT7/wYRSEFet7oVAjTebBul7rRon/4izp3If5yRH48R/MtjKyrXvftrNB1UHteI6+PIwSGrLkH
ABb+oPJEERawVqAmAkrSj49yvEQ7IM1Y5EiMJmGnQ1AugCmlQKUq8qRXQz/kW590T+9Xu1n0C2nt
R3ChXfcx9fFphQF1Vp1ERdYktF91+ZZ8lrYCCd1p1jMPNmM8kTGgw+gUue98MetxwBLxAGm/Sa5Y
vrNwDwEvGTueoBlQYvRKIFb6NZSpbK5peyCQ5CO8hQXqai4P92U8ah7QYtSKnEiJIpzhA1zMU22h
zAXDXBGsosCYHEpAnLvivLof3nvmYwEsVf0mWh//+HDc5nsUQtA6gI3zXP3MsdSsJ4/tb96k6kCt
NtYF8a2pgwU3nHc37sQPDpBRJCoYqguaOa8X8QprD76kpZIQHwv7Ntih88X1oXhMMVqlrT1BCFTQ
u01Px6b+Nnl6fEs8v5D14vtIokyBhL1NLCS5GvKOFl+NbJDq3bnS8TE5jkyw/jyGYlNN8ihD69ic
blIy23MzKByXkB1KqYNrJ1b00NBlR/afdBTBQreytbtwjCaPEKMkspleqmoOQmtssJ0HHDQd3q8z
iiEPJVHSaMJ6OQOeaTl/fBE8TXrbhDEIcGJRz9NSxM/XxnVhtnTh+Xu/KObGkuei00fx07WYIZKS
dbrgmtHZgYIOqSJEDKd91qaRmdjlwNu4SH2GRySYm/AmMzHTUpCwp0vxKSYiV73wmGBuo+wx75t4
8FrQ8rxe12+hKQGw4aUjqYNNbOiGQr6Ic0PjjtL3uTHaWtOi60XqQFJ8i7FGePVkvS4MjkEdjz1k
LIUCnC2Ac9k5k2mvnadNXlO/LyGdsYY/hn6ZimD+CXOAMEMc/2FUAQzoMe7D9ColFR11PPbvMQZ3
pAX0JufceCQYeZMuTVA0ekOvCngCaCPbYlZijmwj8m0wrBGvGjHujWG/j6RLOsCWWSwypezkrKfw
oLWRkKAkvUvhRKhX9nY2tWDpvS8OmNEI7HQthcsdr4FtVDQH5Bnh72Ze2tRnkN/6O7goXz7HkI8n
YQYEGNmfnGdaM/UoMik5r9ZnY2uHZv1rTvbCBzoBW+eA4av4Fy8FM57FHJBl5B+HrfpdP2uPrdmT
5FfgoM+2rODVcvgblZcBndl9ZJfq7URINOzOe35WcWua2W2LF45MjhryAQ0m6KEthpVagJel6QGx
CO0vKHsrrx8cMvQmfujBARkqKgOljv2sl7NM9w4W+wDLWva3HkaUrA4djyH6iB5Rooc6oIRy1TVW
EzAUNsAkq0qD2NGn7/jKnBda3UpFfyclsr1ZoqKdi1kP8VuiKXT2GYnAu5YD5+Ije56dCTa3UJTv
sy1sPsydGmI2e6lwRGTc8fvnYEW2aSsNqrLspjhY04xzQtDgl5J0fzhw1+1wpF5ke7ZyYLFEuod1
g8u8WaJylkB3uOp8x5GUUe9iwBCjNK5hfJ1EQAU7hrHtpz4pm5iEgPFt5rJAptNFYEqzpVedfk36
p0qyr9qc8wGPRfUnroVUnfs0pLe6Foz8tQw2MfBHOhU5Qs9Sc17cOt52N2CY0SY9CoaXqY5zlYO5
JqRkGhm1I75fnmvJEGQSFKR1FuJHu+wt5Xya8eK8UQ9lQJ5RMvpV9WZXGYDKyVcQkeBp4fNM+Xgk
OSDB6BgfK4HVMoSMYq4YME/REqacYImNuvgtWQeTO5TFY4lRNpGS+oIa0xs0r7+xY5imx69ma12I
a3AUm8ijxaibxsfSHC0ArWeT7nnILOx+MbPN+q3uDe1AsvlqlVu1PdsqF4AXRCYv8cChf3u1A3UX
XGYA2S4hPalZ/dlYMEOPnwOPwVtCYkCgTor8qkfUCJ1O3mIeWNDftjhH4Y6mOMzMXbqLme0aJjfV
QSXvgXplm7NagF0HGX0Y5jr/mLfkWH/6xM5dTzYAre0qx8ecjgce32LKtmZpUYgOo/ZGLyNX64y9
GNFqZqdIk3EoPTbsIlvDyQMFe1upjqN+WWdgBe0qd99jQjtuN78zLMA2Od7teN5owByjZbJsluVy
gGeeWc/yV7XIY7LgznI9dvjEW/Z4ICuxHpS13MPhwwT85F022kXSYC/049PjGIibPh0QaRutz0P6
uu391+NfHm9xGBwSozjy+hoXOV1ncDFr1ewCI9qrsnPxrKYg+bO+RlNU7WY8HDyu4DE6RCsmWdpU
OLbzGU4ecaCu0PuFxB5vaIbzoth6Ti1d2jai9xP9Dg/9b/fx8XFUEVu+kdJZIAkdLmbtObZqJxxV
yxEutrdKU6MikOkpoe8vQmH/FaBsjxngSBbbVqV0k6mfZ2DAm2P6o+RsgeVEYwBAvfdMp03ddOqV
vo7T+rqg3djVKg3sMjYAKIlW093BMKzXzd7JFZ7CGY3YvwWb7bDCGiJRVyqqcBYnbYdIKb+aH7xZ
2PGQfUCFit/gZcp5g/GvBAwCZXlqv1GAAwegyiifYN+Nwe0gpOf1wD7cLNeAHKBDgmsQ0fOMzUtF
DJHgHJEtRmGS62bzDpDRDNOJjzmsCTRDfSGnU5Yccjd87r3DmRfz8RT1rV1owFU0mVWXmqq3i12u
PSQ7Lg4fiOJx1Ift3vc3JU4zz5fotpQOi5ZeinXREGPHJ8N5suywY9qWolaLiMWui/XM0J4io0H9
DvNcnYmTW0pP3P5WXjzEYtcKkSTEiQySqouMsUUwzeAavv3Ba9vi2Qq2Z0pXhHBa0id1VcwMa3Q3
hw/lAwU1Wif8H2Mitm1KuUpCX1SQvggFreC5wVa+xmywSqwDxtuFaNXCEuzHuvDmgzx4XTcA1aEc
BlHmezFoSjXAQ/Yxea8A1QToIY7V4ChdthiT1ZIoT0IsVdIrEnik5Cn1v8RX6CLBphZNl9kpnyJo
mlTUsTQFaCFmak/20frVwN63xSGwTS7+4njZAqCe/yHHaPlazbQaG95pIYFOFO6i5VGby+8BVhXq
prsIiXtwdxzT+JfL+ibKeHd1Lkz1hC4l6bdLe25PjH6PZfZfXA1Pg++fQvFNh9HwZZc0UjOhZ7kE
OOd27ploGaeIVBdsawOOHpfgeDbnmyD1OQZSWAHKMj97IHhBOySdf8OAJgXQpJ4y7ArMCsbpTY7o
jzsy30QZZS9gJqmWNIjk8xIk7fX1il2bT95BNAXA6Ru7YsnbHPoXrf9NknEBC6GozlcBFwiAmZJo
TysKdQeQLw5n4ybzHzJstHgGol5/oYHHc7xad0ZvI1+UrbuArhnmjoNyhOXG8+Du9HIiKWI4ocvB
bPstPcq/o4h49u+stjh88R4dGyr6kVClMl1Rhbkhf6nYNkbP3TlZoNfg8GtTzyV4Brz2nnFn+vss
KfsD9ib51JO1DFKSqKaH9dPngMMVT3OxYaLqYfW02lBVgl2rIjnJDiq7z1fNmdlIp5scK8OTDUaH
ZHrkX1F8gyJeYtQveHksejdb/0B1sLFh40l+Gik3FWWexAW2aGPJ6B8KudVi4iQwKoyXr5I5enti
wG+ZsYO5z8efwD1PRpnklZwHUQsO81Wy+ZOa0CHlavWygjlweW21oyG+qmrYcqlh0Snr7BdYsyrm
eYj+0BL4ZdikYAPSBBngxyyNOlgDKsydxe1VTq4iMDInlRErVpFZCpaAhfMwXyYVRxxHG9WVmaTS
bUfYssai9AOJoDjPOjotb0JHNX8yA/Bl0P/65nNmPqE92bfrpW/PNh8+AE81i3N9Y+9tSJ6xPalS
aKhzgTx2qGbozDp/Pj7L0WrSkAAjHlMv6AA2jgrgcm3/sT9n88qlDb0obaYQxo/nif2Y4GhGfUiQ
sTNTNUln1wT1QOAULWUrd4Mnd/n8mMiYhAxpMIalbStZFwLQOJ1sswU+VVhwoubR9MWABAulH1WX
ayjRi1mu80P4UryjP8MvjQ/uUuQxuzwkRIO0gcZt6mmjBRSuAWMK3sIzn9AgFJMV9UndmcU5OCpO
rL4aEqOeyYCY1tatFLQgVloY17Z41mM0UFElRQHw/xT1bTZbMvXrKWCnBdrmoGIie1oRDcBrF/Cy
m+QEoxccfsYEYUiP4acR0cZ9DUBPCkj4EpPzLgUu6mNhG31CQyKMTfSnl2vbiCBysU9LeGu19Za+
Bpb4WuokmFcKkv5X8PbleoIROgUXGOJmRdhbG34ANXKDW7v6VTBTJj2URIT8yvpP4RCEgVOH9Jb7
f6xd2XKjyrL9IiKYh9dilGRZ1mBb9gvRbrdBgJgECPj6u0r3nG26mqO60eful/3QEU5lkbkqK4eV
gcRpUeJ+QwZ+L1dBQ2ED6kKYu3bA7a4faPJugJYc9JsN8Q1VRm1Z0g1FNpknuyJLwlhd6feDYkfp
XyCYPJLhlYcZt+f/H6c4kcU42oABg3N4gayXlUG89/LJCJJNj1qcU4OuzdmHLpoA97bugScQlxo3
jzx/sJMfwBhrmmKC7irhBzjH9xA8iHhhBIiGDV7MM+fk00Nl7FWPzoVyLiFnBe6X8jXa3/eHWZ+b
qMFYY5EKfdjX+PMZ3knionXcoOZyPM/lcqY6MEbYxkUBMg0JZ4Vur/cFOfmdrToPrzmmae2WSIsr
J1CcTX1MJdJTnTjZGBVFFRaQSNMRR88T3ItH9nvuDBRPM+ZC7k/qVcaGGErxhHlvC1Lspbq7/4lm
b6+pMswlrBpDL2XIW9OoBiObWEivEvmVA4yzoedUCnMNX0tpjNBAACklupNHmMPZzle++7wMIo8H
FdQ7/nBfxGhomjJNjAkxwvQix5yVpkBYQ5douBIKnwEAkXNy1LDuiGGTiFZoJaooqRBD+5mOvWM8
qgTd5ajN/dXxfWvEJhIvfaaF5mhQjbx17qAWXttPNokRUn/2/4e+/Hm0nQhkACiK5VTWIpmOd2GE
7PihOKqTofP0i6fabNu6MZHEQNA5ExMrTXGKcCVkG+KnC1gNRrSQrJ5EVK6Br6e9uILcT93lOTLH
UNi8YmGWFzOsdFDsO+HT6D/sl8GXtjBt3uej98U9S2EgCgz0Vjp2kLO6Li0PIwGv41aytxpaFu/b
5HwAMjlNBppOJzm9VBZO8yVFnh4Ndl6PeUbL9n3/Eb72tQ1M+75IrqkwKFXqTdFXKUzFqR3t1tjX
e4ojL/IX2VnyTnIWEif6MWilxHJkxg0cwekoj4HyWBwFDSjPbfDmOTeDIeqoV3liAuNFJB26hfCY
rS4/H7+uyF1W3C05vM+mMsFNJ0hlcu5xhtW78oq5L1UhjUueXb9EgN+ACiMwVX+LRDugpuJmiGev
6e9DZXu/yz5RT1IN6S8XFyvFo0dv3frKmWDn1Lh9E1+3L7zO4/lbZyKSwZcQlKC5iPXBtHUMoLl7
A2p+YQ3EC/dDcnxcZfAlO2NWtLpoOFqX0ruWDRFc9TX4vO8Fc0+zCYqp6u8hAVoihSK8wu8qxT81
voB5yoX4ajXr+2Jm4zX0a2PhGDY5aiLj3giMTXOUTXQe++NjwB8NnT+s77/P+HLaiLLe6fj7leuA
P5ouy2i9wcEc6n095gPciSKMH59AQtGFFgShyd120l20jNajaOstqddbVP4ftUPPadv/D0D1rRzj
0kZXZ4mkQKYG8m0iuljkjCL0T5Ms44p8fnJZBWZtQldgxqKEczOZw1SxyLkLqeXViEw/8s35WcNc
RYNUbPNc2hForPkjl1SHP24a3TJNdPQj93YjSJuEpjLGEhorxH5RkCmA/1sgWhBLtrzoayzIGUjq
BdvMlsW/ugMmYhl3juuxs05yMiJShY9Jif36bAftKlC4wKxRf72nIePPSoNdPHICUY7+XhDFyx0s
H/F2GJJ4/YUC65P7+jZ4kh2S5+VyiY7TI33aIIRB9evzE1xu9uMb3lJbAA3n7p23r8khMBgQIeGf
mgV+2VoJNCDaIxYogi5DWnB8h/6deyfARBOtCJo1kX5jqLYu1rJCooVd2l/KU7HSXY6w2XtwohSD
OFe10ys5g1KIPI/YeoRkwqOEA8xsXnp6lhQRK9v+sV3GX8Ix7kx9oKLAgmP6RwU7KaLUDR8CyuwT
BDbIbRuiXzHoj1F/GhdisRTGO9oV3uPc/NQs1E5+DYtQRhxpmYiluUfnfVwprWfZt+s/flYjwp1Y
uoWa9z4qA06NYDSSrEAcrdKOTuwtdot4Y+Y2smKnxAkAiqFtykEJVgqY8X5JN05tX3gR8Wwo8K01
m8sUr0ospSfYFj7B1X2/YENY+KD4mK5HfZPu8fr8u2fURCQNnieQNV4Sc8gGaB6mxKuWYkIExCC+
e8K2jkB7a7ndBJwvazBgFYUxxm0ECFypPoIP6Yyay1JcnbCBCnwVn7xs0ny6YKIgg1hqgk2hY0fl
oU0+2Q+bIACZJwd9OMBvMOCTlqe+0AwIQQH1DApRlGm5+WcO9BoM8CBVLydtE9E1xSvP8jTRdnGR
gfeVx4nBg1KDQZ1WwN0pXKDNC+JR7FTpSQQefjr0zjm2W5r5jt+xu7HPV6NDd29IOweudvJgYC4J
qIOMrfQogrr7svjaopQT2rrLjUw5OG4wCKOF7UUUahxnimUdzmmr7OjcJcZP7Fwg/x2MGwy8JKoe
wbGprJqsjms5t8XPEiV2rDAlmvN3b8Jvk2eTtWWeN0ae0kv6/eKnz9EaBIx70DddifDAy/bMh1n/
XBsmgx+nPD6X1wKQtQZmeR85Xrz5Chynp32w+ssIeaIZAx6YyR1SAew6tIkx3ox4UuMEeYNjPPs3
Gcjoe0s2i4jCsJNuewN1ETRIOsgX8LZPcCUxuNFeZVNua9g/RqxuaUbwHz2gWLDi4jw9mTueZjLo
YaRRqiRqPKKghN4ZUFNREm7ELbyeGR7emgx4yHmZCYkCW18dL+uO5EFJwEckc+eZZ7suJgELG+CH
apHn5w5nN/hxQRCMnVzBNSw7fMgbUg5OWROdXB4QLX2u4tOj1dn3vfrWzHfvSBkEEQyrCJMBZoJk
D0ZEdVtZYZNy5pxc0KgtwsoOQXbsXdEYKp/cyDYD3KgRYgn63uEzJXFtiQGZVpLPqV7B64el51W2
NWBVPLiVhQUqJNiqeF/5+ZTytyeyG4zTURoLRYQ9IUG5xsKoBRie17tXk2B3mbX45EijRsMetali
DYaumNjDfXvQTqKUqpW1bjQyhIOKU6wVDAr6wWmT25/J+hPPHI60OV+ZSmNMeEQSr+gsSMNUDcmd
k/06IDrhvlDn8pJTMUzEPWZFh66U8y1oEEgKPshg+ODVmGbNYiqFsdI8zk/5VbvFP2jwP4HDDeT0
qGZxC+SzDdhTSYwBDlUipV0IfWqUB5sRK98w127TRke8H77wZrGwbpT3reZeSBOhtx81sYxMy8Mh
1ui3OjqdCP0eYsqTiAfSJ88IeaKYq04zxxwUKxBFk7tHx0L64kouR/UMaS+f2fG/s0J24sCQkL2o
6YcL/XivjEQ/o65Lqw0Jj79jtjtqeojMhVeDBT0yL9Bs8CuMkK08TBab2HyBXseIaJZToYveFldU
vLEw0GIc3pK+XH6Z2Xhw+kOY+zCN5S5uqOc5a6dpCKRjTTn++0LOAAnYzxdOADrbBGOqpoXXnaaj
m47xjvgsaCehvCCoxgQ1rPXfTEucb0l/95/49S2GcY3IalrB7HLgF2a7MHAPurxnWs7hRWMcOaw3
qNIoNSZ1QbxDom2EdUUnkB0SHNx9hWYv38m53T7kxO2MGA0BkQKFcO96lGmpD3rwwCObR+8cpAVW
vBzv7BznVCRF7YnIUsMeKzODSDQ2g8rmfa1456W2bhciKnEn3KvOfR1nu2KnAhmvULpOMK9XqmO2
qUCjHGwHnyOC973ov090ug7qmLVtCZ2O40NaEWubIFqifaPOJ2+LkDR/if5jhOwYTqbqqSh2sPWX
IyDL0dERAHqjAMwLHK2oNd+x9tvk+kQrzRQjXT5V9P3oiPYmtouK1IF6MJZfe+ON7oX9P2yG5WnH
3KaCJuvgcYLQcfOCfQ40xZw45Sp9SA/gVeG1Ps5yRk2NgwGOqClOeSZRazx63T4JHYR5WNmFmvDr
59cXl7h/PiT5/nYMgIiXCBVoFeIoH8nRQawZGPb1wAWQ2ZjEVGQwoluIt0TGIIfLuddr1UQqGexl
163maks7kb3M576/ZzWaSGIeJK2cqpEJpXCA2muCASoMTwkL8BRwoGqu2KWhA1ZSsehFMrGq8ncf
k+Nz3oSNCjdW/UP5Ye2ub3WFtqFV9HHf7ufqiL9JYgKEvtYFITc1SFodN97HoXndWe6vnwQvfZDY
Z/aVaNzIeMbXMPMmiZJp6bS4wnywUIyLqois8aAjV/MikMKurrYJMl23cp735br0/zXL+ckDr7l4
DzUwkAPIhqKKaCT8/WBPw3CWUrUQAcheuDzQ9dbkbXAef2ALCJfb7zbRxIDKb9IY+I/KvM6GvhVv
KdoCK8ng4T8s70I+IpJ4O/DYZLedg28/6kfTw8hfaYN/JVjhqXX/M889fXQZistgoZAM/WYGE3g7
dVrZ5tdYRPVstZbdSkUhHFG1CInBl7Wgi5g4EimYMLr/JpH5yI04nPoeqzsO2RMKw4YBvlWkg9Hz
NLxuEVe/8BMtM7HubxIZ7xw6IYnGMBFpKXKtOOGBMp8h3cJdbjwXSfwmieL65DTz7DyC5DeFFXXI
z27G0ZE/XwO7DazDJ+5BmRIM2ugW5d1S6syFocuSbKE6DIonmPDvgutCVvDMy2BQGum9DkY8PoBO
x8Wqe4PghkxsWh1FVgaTApVvvpnoCvjIXi3fTnr7ugqw7AaU2Hb8Uu7s82bvdLy04VzL+2+/kPkI
XXy+1liJhV/YLlGYwKqKNextrP3GBVcgjsYmtvlwVolGd22aH2Bk7Hh973Pw+duPYL5PlarpORZx
TKCz1giGd1GT8EyScMMtet5/GPnkezAXeJJEVlFbObTFq7vby2/ng/v8VX3wnvdzla7fNGKu7us4
IrSLoVG7dJzAakA8jmptuF2vNKKQGIONpZeuLUwVIKL1scJ5jT0lMAjhxUgDm1s1nnv0/PZ7mLtd
TnET6x39zI7zob6NH7oDHhawXTakw8gjzRmtQouTwJl7802lsk0vwiWUL5lEpa7Ww+NpK1egBYyd
J3XhRw890gTYzBW7A8HiCLTvXVafkTOs2g8etM0CzfdXZ7tfEiOKe8vEzxhQREQWxK+D0OuxZdXC
6jUOjNKA/Y6FsYx716jILD2rRNzPcPcwcbpdgMQEd9BtHtMmSjEvB7mN1Vpob4I8pMUzhUgR0uK9
LWCcAwMdNpSLcu6usdth3VOQgbQUZExi0ZVQsCCDmy4Lewwi8rHx4pJoaL15zDJSOAhSS3+/7H37
EZxNdnsCHRZFWPqoR8netNPXvyle/WZtDJSVl2K0Yh0+Bzw9onqFGS/s1uPfWxwQuYH+5DYxkjQC
ywROPtwOUknOYUTM8OvsRIkXFz+uIYlGR0gI1mlYy0F95xjYTEz7m5YMhBWlpXZiiPNHMkq0hZOn
fqondImOhcfzG87tpTIghoHDLJcM+qkdujjUjTCt/0Cfc20Q+zzIpL/7D7tSFF20TEnWDLbxSWiF
9nI1cKrZ4Fkkuz7q4Q9xZRju35zfRA5zfkYvhTg9yHnxnDAhyJKI6B2mdskRNIsEE0HM6V2V/mrF
l5qeHr3g02XrvcW4De6LmeuuRXj4fW4MsiNj2GhhCDGt3Tje8KisQpA7PpCfC9wsOQma9S1zka25
yZJZS/yWzI7aJqoZdV0LyT3Wor3+Cr3oMyFjb2cAIO4atlmnmwhjHgKtDi4MyaJwJ7sX+4R7KwTM
YHnSnlvNn3mfTk/0Fq1M/DsruxjrVaCXQtYrCY3smvtW+7wEBu/0GPzWjFDT1BJShA2iqzdMQ6Pf
Be0X9n37mEtp/aYNi9dWDQZYau+6YTvyr9ABn7ZaYkq5XQhO8ElbXU6b7ZYjdfbKnXwuBotNOa+y
64meYWdnG/Oh9eRj8+iUz1+C8xn73PXVcyWI39RkQsizeZbq0oBAkBJIzmXdtmT/1X4Aq7hrx6VZ
XJwox0DI5ZKL5lmjsrCU6r0i3iIiGbje9tz84BwB429qMSAijgmGEM4QVTqNR7ecniobg8UW0e3U
FXbn02q06+3X+Bzsc//LoK1DnFuASriDyzf7mngDtgzFlkXth75DC1v/+cLrQJt75E+VvP37RIQJ
Fo5z1UBEa982AOO1LYwYbf8KwJ9pf/KobuZDJ+SdTLysRUkyGZc4p5pwuWJW5aAv65Jc18WvdH1+
/hkHyyZ19u0Gb94VLWhyTnKuJVaXJ3IZp+iNNpHKBnLjh9WxPiAhpSyRyLD3aCLkOOBMyuY3UYw7
iFFfny4CRKUkO0iPKPfvPzkuPovIE20YL0jDqC5NEyJKZ73pXg0Xo3L7IPN5+cL5J+pEEOMDZiVm
WqsOiAzqAInJM0m/UBXC3B7tIZTd2iTSrnZbJz24bokZdE/YXvHMJ8+8nuY5V1AkXcT6NBSQkJqB
q0zs9GTEYqjpI01GlamtVMThBUGzeR9FlvEak/A/laXSv6RpdBEbk3qbtws7N0RTb+3bX9srmlAw
Asz5hnNB11Qcc7SKViTDUEBcSpz395FsfLBPZ+TxOeB2DM0+QaeymEBFGARc4heqGt7A6+Pm4IHu
2g8DFQwnSJ5z46/Zr/V9lOzjM0Pi19Sy/z1K3e7PCIbw0j5Efu+CYvVzG/NyKbe3HQuVEw3Zd2am
hCPeBgb8+0SUj3RcCpJ7wq72pblauj7G+36Rh5A8LgllGdL15dZBKu9T34EW7UcEdhKH83XnQGD6
e2gIMrFX2ayFSqInLp7d+rLy/V0M/t6fb/aAVsgvu5G9vxri1acymbBGGJREyy44g9XxGCNJTF4f
l3IQPnLCJ55qDISbinCuqwxi4P2thNVWp37byD8iwRZr3zIe7p8kz3ZZxn5D0aMIHXbw/ENE6CI0
10rshe8TtIDjqZfbyS9geMXl6ZmLNBQZDSmSRJPBOnOaHWqR2BsS4rEigFmZHEE6h2nHoid9ZaM0
wzOYuZh0Ko451XOH2+lygTgEUd1Dn9hJYG9DjLEt7p/nvGt+q8VchKFRFN2FGqax26NBEROj9//+
7E07VYS5/uQwO4FwS4AiTi/b8V7y9eNS/cDe+yDacIe7ZmPsqTjmKowaWU9MCjVYips5TqkGgxfZ
7uC9VYtl8x5wx8fnmBbhZt8nyAD3ObmaGJGAgihU5w7W/2AHEaWM9J/o7gCbVsevxHRboru8s517
Hk1FMzg+yGkkm1ksHV4GH9cxljemV6LzTJ9jImybel2YF6UocaTN/uqAnAINBhwImX05TxQxqKIT
eKwu13IYseYFAQylqgTBuU2HKXfmA8gjsJvvxx6rmj+5326u5j/9dmx3utKdhr4wIxyg07oCvhyy
dj4vbJ8rHv8mhYGOfJS1usthIS/Oe5YQ7GmOnkTyLBL0TkQO3Y7FC2/pX/zz+vvHJtkyYW/2pVJb
OM+2JhIJF+OZ9mqggoCa6xfn482WDBTszUBdRUVnDUvVk4y1XvXaWTq0g+2IzxKtVz0WT7bp8ej7
5rpN9akoBky6ppE73cokeqU5YrQ4YWjSbTfLQXK5rWazCDxRi0ESU84a7M/IYRtHJ3XrQLEd8JZx
HgezUd9ECAMe+rW/ypcWQhyzIuJPPdifXzkATG+KP2xhIoIBiU4txyyt8XmusIUgcg8XUtnmwniX
7GWjc6lf5q39Wx4LF1UpyvXVxDdCPU1ZSUH5VJ7tsipdwXLi86of3e5Kas9KHRDryyUmN5XELdqn
+2rfwvM7arOQkufYmaEgaXpYXVyMupcdUIVOTLcReQl9zDiQ/GO3QzHZSTwN9FL64XTEDNli6VYL
vSDtAlE+tydnFrAnZ8OEgfo5L1ttSKRDaZL0GoyjjVTTQL70M+da53mKwWCOVWlwFQFfIZed2MJY
aRBvg+XzsioJl3uPWtC9o2ZiFS1rjfNpwFHTvMh6vUhAdtYR/+HhbbnksjTO9fBNMYAdjDkJ4xmp
XEhb9yeCXZeJrR7DVx6F3GxmQtEMBbkJcFvoMuuZbdQobVLAbezoUXEqP1wouzzodypdulvjUYt6
GeonymdK9Of7xjt/H06EMz57Sjo9VPNKQhQDeuP1Rrc3iHZ3DXJbtdvbtDofOOrur66Nb7EsyUaZ
SVWDbVjSQSuDPHi0+8hWV2iroMtF/qoAPDngW8Vycuf3odQooYQDRiPLuvMKgvVbVucg/7/ikp/N
WqiuIskEfjw07TDnqSkgnwiHmt4bnuzqNh68u58E68SW+y8Qpd7/evMX4rc09hhPcli25+EiIblE
i3LRsv+gI6pp6aCPgCNr9gKZyGIiJ+tslaOmQLP1Ookc/eqqMppoK++5ed+nWAvj826s+bzIRCKD
YUkd5tpYQzuFdF4u2w9L0Nu6vStbKN44n+P+voacT6cwQJbUZViMylU6eFc/D1RvL3K2a3M/FwNf
p3M6CtkVEmrBGZ4a8Mum2KCzWPGmBucxeXJyzFsrjxNVaXOcnIM03clFkRhjkOiW55OjU3D6A5En
kpg4qbmAu0C79BKSSUeHvlQPEjlUz4W9MB/8H7adboJ95u4RffL6bOZxcyKaDZta7ZrK1wZKrt7X
795hqAg2KRI7C2Ii0l79bcCDLZ4PMFA9pucyVBtoi3PVJFusyOk5X9Hp//3QkH2ybD+Kj/tWOVt4
ACvEvxGF3S4fS0aslBZkij5e6GhPu7qntVXbgm9fymVm85Nos/Hot0Q2idYq19yINZjpC8h7Yhv9
8qNfLS4fJu9ZeXOpO9bDJs+S+t/nqRVgpUCFw6Po/NK9oStpnXvWTtv92h2wVbJ97gMhRoNQsdCv
qF7x3rfUTO/9EAZq5KJR616itgRWh3qTeTko/Y63j0opTtHLwfmqHL9h+UuMqK6LLIGHNujc996b
hUUuSNuvrog0vKX+gSodR+LsS23yVRnwyer2ZCl9Sz1V2mDB9XBrQVMPY819ZSu842TwR77ElmiO
kFW5tUeXQhzzh8E2wc1cEAzRST5I3N561331VVAKYbYGC3FR+rEcZ8U7aJ4xMwClyaquxxHcJ3+g
NvZxsfVNDYflvhipTvdMiIEjCS3w59CCziCyV33QJoJ1LXktcUfmrv3f2isDRE0oSbliQFiS2euV
91Fpdln65qODrtTEPv0Nw7Y+ASGVCWsKyt2oizDXFaJDvOtOxLJxQwYhsk337fQW7t45R3ZDZnkZ
VK040RvlxSmW8eaSYOprsdjkTmULGml8G0HiKrPjNRg3s/Untyv2tmHj3i9gIp3oHCa63g64pr31
Cltf1puL/XEi6XJBSeHdLFiWRPbenvfcqTNOCKIxMBSdezPvIsDQ2kE/7uWVd4HN0axMv+Pt3yeh
cNhJWN0qdfiOnbdGr5rilV7xfLVcy0XnFF5t++tHbtudv0QLqP+zs592T2e/RUfqcwwOHzB0+KMv
bh47FxvPMzt46a9+z3lQz2ZWsYZVp68hNPKzXUGnS2MI1SBSpBICDDBni965pI528oSMXBfWy7LG
uvXVlpdfmq1JTwUzLtx3sdVI0U2wuNVIfiIY+DiuxQHkC8v2TazWGK3npSRno8KpVMaXqyizpApk
QwdkBo+b9XmXRrZ0RjedynGt2bBwKonx4vOp0cGURCVZ6HNX7byxO5zlUnGltfF2349n+0AnwthO
IfBqt2qRQtgKI0hR5aXv8UY/nGOnXdiFgTuncgOsBDs7j+6jYi9zN4Bj6wbh3Xu0QMt68/R3MN4s
xnh4FzVVuo4dYZcNxC6XlMXovr6zL+mpHMZ3pSiv+rM1Ql+MkW02lb3D1ivfsF2yxN1G57MTm1c6
nsOLqUzmydI2RRdXI3TrW/vDS1AMQMP2ksuRzjPRWyPOBDYqNf2Xia6aveK/gXJwa9q8m5oGIPc+
FBM0nJMx0vGxcIDWZr1OMYuNjt3Yom2tn/yaJf0c96QxcUHSFZUeh5AW1gTT9ctl5/8ol1uO9c2F
edMPxCCKdeqavIkk6SCnC2GHevQY26HAm/ieGxDSp2IYCNFaS+5yk9reC1qTNmhNWuzI06sLaiUw
Cq34hNS8b8UgydhLySXJ6LdaNY6jgfjhGf3Vm8qLNfTfcrMqc7HrRD+2CaO/ZhkmwCEOLEqWl68w
IoF9M2iOuO/DsyVEXcfUk66psqSxsYc0arGkgMHwUIyBQdO4iT1+XGPneYkSfoLYg5vBmYuUpxIZ
dGqkQogLSUHUuKrRRCygYQGPSWTCtluBU9CetcWJcixAlfHYtldqJDhFNbc1HOLL/QOcxaOJCAaP
ar0TsG1Alg5CS6q19grGndY+YeHtX91kE0HUPieAlI9ilpw66HK1neypsOua0DnaFZeVbS6qn34f
BpSaKDa68ITvs+pCgih7+Yjtzulmu6fsQdxK0KydT9RiQElQhCbpBRV3lfGzfJOwEOIsOanoIHnC
5U3kWR4DTXHcNapxM4eV974ZSQVzQAUZ9Abc1wNPLQaeKrGwQHCAQywdsBSNTuEbz8ISMMErEFJv
+QPUJ+fHwJIIgujCbDSaMVx3B2m3lJ1nevPet/LZzNPEKHSmJ6woT7V5yiEGCWXVP67f3zcLjGFg
1emDi4rks72K/fsiecjEMkB2qZB3YgrLAAPkusZTVnbj2kseV2VC8Bj6Lw9SZ7DiatatYokQ93IU
iLpAdwE6Nu6rxIEjts0lNqq+kRKIiBNy/SWia8LuZJ5FzN+MqBgbdKba0CwGkaIBi2RSMP7iRRX6
uBsX3uLX08n2cTGCfMnGQlJ+/mw24pzIZMAJGxzVJo50eDHGv967h+FRAMU/L/a7BV1/Gvu3agw0
9U0vx9WFisHoJmj9RlJ6WK6NXFVo85prKBjck8UA07m+duYZr4cDyPilXUiW3EffvDl8a8PA0Umu
NSmuDAp9eJsc15W77mOQ+ipr9XjelP5XwI9i5sH9WyaDS9hxVIO/Hloh3XisZdLExHCzH1FJ9shX
c+7Gebz9FsZg0yg3etxkUJAKW58W971pNk2s/2N0ushgUt9ekyRVoIvhfaCVerdb5AHNhqPvr8B+
N5sjbjZ8nohj4pbSVK/hqEGcgGjieHXLfbaqX8Dl4nAEzUG6geIoJUdW0bzJ2IV4jfNsQDcGxnid
8O3p7CCxj7lFjpS5G2oqhbGEHlME6bmFFJQSLCT1VeIqLvbhcbSZ7SmcymGMIMmqqzJUkHPbIwOy
kcMC/bCY9/3xA4vUec2gs82pE3HsRZXKI2j4zxAH7h3HixBPHLyNQVr0sKyHLZoVDLKhowxkd3kb
nkqNPLnDQ42lqRgJDvL1tnoF39H9o55Nskx/E2M5Z6yEruIL/aC9sz5gwp5gHSyahoDIICP9tB44
fqfOYddUIHOXab2RKqixy4g+ZD8diPqO6OD8hQrD1V1vyGm9K+zMOyx2O9Dp93byghyfZoOh/Wyh
kdWVXDcnjzZqZzyWvjlEmP4w5m4qtV6Q6wI/7KVGG4jF5xucw7epAOYiGvK2aPuSHrW3vtiZSBT/
f5kNpTfebTSb/pjKYm6jzurzi0j9FE2rGBxEBiR3FgcQ3opvP5NXnRSLEuP2L1XIa0HjnSL998lT
QG2uvdZRG1ewc956zNz79jqbjZwqxgCQfM7iy3D7Sqvje4zlzzvDfYC1Jtg0z01LzN2ChmFZsoVt
dGAPYE7RaCRx6BGyHOp2CT4n2WvoRzPTB9PgBLGzEeVUFHNundg2Q46RmMMKHIPv77kDVhvX8s8O
Jpc58MrTijlCUA/HvZZDlOi/rD/UQ+pxcHW2VWeqDIPfo9Zg7DyDhHLfuZgsoIQSHDuYvyK+Pw0D
3RYl6DciiHAobmBh6wINOvwe2NnHxUQVtqutH0tVSayO2rPnDetDvPlFftIOJ8ysfg1BkPi8z/Mf
IPkf1dgOthEcQL04triVjmsPnIvAQv8JITId3ONlPGbrO1P9GDgOZbPTewn6gRjjUGwjEi2zGM31
BLVAH+sW7X1ZkS8QnwtPtJv5k2OLs7nMqXwGdemUTzLKkD/46FgAKKJZFa8A3t1LzYGNmKdiGOw1
tMYIxwbmgrmXC4nWDa2XcGzyP4Du94dj4CIzwTaRVNAFaRBszSZpC1LJhJw9p/Qbe/mFMbrt1wnb
ATi+MBf9TZVjsKNErF63BeTCXIDx5lsXiB+XD54Y3hkyuDH0/4belWNujxZZtz+aQG3QlZbgq4F5
2KfdMxzd5l5vU90YKDlLfZzJJ+iGpQdrLPsrSPyDpxjv/Bgs0fUwLUt6WRYke1JRAbkNrvGsYz7w
+cc6WLpmra7T1lRggrBzzVt8pEtMDYwPCPcsG+4d7x6XdrtSV/IKMxKcU+RoyNI367kmAPEBKStP
WkVLy668k7cC1SJHzvzt/60jgyYoFcutNOIkV6hk9g25CrSJwkEuCxSaH+cG1XD+PsbZSYyJjbBE
zqPVi6LVQjvKmobeoxtRIXafYRzj55P/8ObG7m0Y48J9qHBcgh1jFUttQGmanms/Ot4CrYVg3dgL
T7S/H4zV3Go87zsyCJNex8EoFJwvWjOwP1YJsIf9YqPL/43uaog8dHZhB/X9j8q7j1iq50w2SmQ3
oCRmg0EDibv28MsHZc6Di5F83pHOSjMl0dQUVcKLVleZANJKzkKYUhXXo4cUEboNSOW8av4SGqLt
lnC0mzvSqbw/jrQx1Yw+gMCEt0Ty8EIOaA13BoVo9qPoLW0MKlpohOHlcOaiMEw/G7Km0OBSk37X
U87KuBuw0xlG67XvBhrUS57bz1nnVATjjVpSnSTlIsE6HWfzcfX2HHCeDY6mAtjLe7QiWcsgADkv
+shAWwbez5h/cjFzgn1GHHlzCDoVx5iGUHRVI5xwZGZNugi95r84AmZ7XKcSGGNotbjH+AckoGqM
yt0HOdMICCSC942OK4e5sUFH1oVtBzl42R/BnBnbB9/YIvQBfwFHFP3JbOQzVYm5tePTkCHNdVPJ
ATBmnuSDNQ+uxMuozT7NppKYq7qtqxh7ZUcKTugWlC6gaFcbivwxWYLZ1+Gz3c8FB1OJzMVtGl1R
I6mCz1UR9YCAjn+jcdyUzdkUTRmn2hUiWtqgh9gR0Tgy1q/okdh+vdz/Vhz7ZqsKeVkpiXHqcYCD
G588U+IvhJ5Hu39Qh60kFML5UpxDfCOtccX6JU18oyexYNcnu5LAJmlkjuyU/eG+YhwgYosLRT1Y
+ZUeItg6EtBSLQObt81hNpc3sQX23shyTCPDr2jG43jUbRU0lYCiB/d0eMRWZq61z5YypvIYqFDb
NDU7CkbOUTqKXwWpFxt0qp599WqPGC8KloVEnquYbPefXFfjfUYGP7TLqI7XgQp3rtjdRBkbebgx
F8pN9WNxo6+GTBZhKRiduOwuNl2rdn56DLBKFl3OHMvnAaLOYEc3hIOcxdRCjuse1IzewXR2Pun9
509OODObnJgqxoDGpcyxtVaBl4HdXQkuP7W3z/vWPhuPTiSwOYOxw8oE7JaGMmvcu0pwIhgO3u/o
5AnaFtC55++vWLa64lV2OVDPJg5yrR9HKcEhnvwttxmSB+/szKykdGkltvjrL472cxUvkK9GNbI7
qJqdZaC7Q5qHW1X7D9HgP3jFjrPFWWhqQnS7U5AXw0oTEMF+RO4bOFt+uPZlwbuZORDMDtAqoB7v
jYRGNPXT6WnP45PmoRQ7xJZKRp2hUYfaeYH4InXPwYWsySkiSkTUDnzxbYoggOfN3HNkAKNM014B
JQQ1SWy5HoPYoYu7f2DZcLBF585/6c7swiex68/6WMIDEN+sPck5VNg3rGFT+AJQ9cmDKs4dze54
CrWrViXyzd80b/0ef0bb9Ck9FAtg1f+DIzAAUupydK56Ks5BkHhcv4j+0fISyY4KEu5QEDth6+R9
SOE5H5s8MOpwBEXsDY2RefE2O189+O5yeRvQ4zK9ca4XNl1QmSdlyA1oeEVTzXG9DlFmLtzAStwt
b/8FJzQwmTdKdW6aUVVu3y58Kh6QHuDVdWYr8xM4ZtMDnVmg5YA+g8AWj8cyGNXfUNvao1zAu1tm
s6lTUcwLJT1X5aDmcDP0dIGYDG9zpG8jLEF9Mh8IeXjDnhRs68GuHroYiEclxAMXdvkTuonjSJag
KAghvMypA9+3XXRI4QVDOys4j5gbc/KdlwWbF+i0pNPSAeJaG4lqpMaxIbonGLF88snrQ/4Dcdd+
eN1n25Iy83MnzmZJHKaHzUQo2dnQe8OA/JTk6MBRnfBEvvAI4OjJCxhMJjYB68xJEBSKnaitn90Y
vfa89DTXRv+Hsy/rcRyHtf5FBizZkuxX29lqiVNdVb29GFW9eF/l/dd/x/0B9yZKEGPuzMMA0zOh
JVEUeXhIKjZl4prAlKVFRxFizHtj9w7miLf6iK+5Juo8JwKoMyY15DTb7yCPIO58y5CJDrwvh9Yx
PQfJVXfj7lPNXQMj1tTFVgCPHj1H59SA6O8LD2f7ecAQNLwK436ZLLsbX4LtjjsjZqY8uUcUPjjy
UXv6nQ3OGuJz5WsS9LK3DJsSW4A1xZhynvDcZ1LGnB+1lG7qYnaNjBY7pqNEntr0U4o5cURsYQpq
nx3QWpZjRk26Y9WfMYgPBq0MN2uy5sEk/fQwNexzxdSrjvfyebYBxqvQdY4Geco+WR0J7TyIxDG0
yOOg8aemDV4x8ssp7a807jxuzR6X3T6Q2bbsnNx8YsaDJNaG9D6NnJWvUfNs//9rLItT28IAgn+n
epbPHTS0UA2CVBzp11F3hBU7/IftgjdNwcftPuNfZHDtk+j29+WqfhihxMSsHuy3bgphqYXbHU+p
bJLUPs59sZmi72VuuFp5EvPbWK0tUUURFFlq2XY9D0HczZBl1F73Nfjb+GPpSS+iu9rCCKT7C1N9
lX/CTFs3mL0MODOUsHE0CjMvkhbCDL6R5Ws7ao5WoHnl7ITld/PLfWlXurRs45k0xe0zSB9WJu3s
Y8H/tpN0DKY73Poxs2FlE9XQY1mWwSzbApTEbOjtJZpJGj5pmR0Fx4xPDiZVODT6aXdiRcqt5QAt
tSABOwcxl1JQa5rYBomDo6BeansydPPo0VpDZq8M/rIYDKEQhgGdB8lJWUyD5Q2ZgJg5duqXed82
TpijEVfq9Jkbvt4/ols7h06DmIaLcZMMtPrLNelJZyaVlgTHIGncMPFI8Wnkn/dlLB98/lJjQcwG
a8LQhYX6GrWEmCJZzvUq1I6M59IbWKk5SESt9h65KcYyMS8DDDFB/9WhntmKNsnMtIsy7Ri8Nyfy
ZpKtxdzuD9CQaUIV7RfWb0iym9nKlbp1XuhZrQsibGKj8kIh23HBGq0wdO2oN09JFG0nxlC++5Pn
Luo9HBNDeyrPzMmKMl6bKAzPsWCoUbKKckuuuB+NXWsxq4zQF4w7/fzbbqXTd5+CfGdxuyLr2mrA
b+MUxwg/Ax1TFatRJ30CyvEc+UPxZ4zJm9U968guFxLD0+D4DOaK+b1C9jH1hGAuEMH/TU1LVwO4
rkHb7LnsYt+EfcrlB1r46n7dx048ZMd5fmrZr6HMnK77IgW669iNE2vtIyh7u7h38up7bzyLKscf
4MI0vWObK80bbmw+AQfRRl8PQ+hoDXV5a+Zp5oEdD7FvBU9pFW5pzLaa/FMF37Uu8+7fniu/GptB
cYgMGsZxfVRctmdyGILKwCRKjIAqfgTD+zw9Tax3Ai43A4FG/641J56dOXPL4lfR+JiyYJrf+gqz
RNgMzhDGX7ep4dQhW1GM6yuH9prQe1vYBl4MtSui3kp0D82NxCdxmnuySDMnG1enSFwxG7ADUHEY
EWYQ9IVX4bl5CuYgM+vUZxSXuW09DG0/ZHnsVgS2UTu1ZX3oKt0T34IRTdwSj0aIb4zSy0OwobNv
ep67GveCqdpMybZtMvhco9PFzMvjtXupRpTLt4I1gofI4rZB1f4yBO+DiCY99bvIlcUrqg23Nfyk
gX92dNgHoBEah/sKckMZDQsdaW2Lg+mLDbpUxqigJJuFlfqN/RA1b6Q7xeFDK5/GOl857iu6DBbH
l79MtK7B4tTK7wjIQ17rQeFHZb+1dZBjQaFssNKBMqcKGz9ILahh4KXTVxIUz/XY/+fFYm8pZUtr
JAtGQllsF6eiGoKaHTXNdjEcapOAyziFDqEZKt7/68YyA48ivE7ccR3u5+XGhnxKG2rFeLcK1m7j
XEPiamT0KShJ4kWmNH2zM+TKc3J9motQUJvhAaDg2V5s8dkrNmcRoBYr1Y5xRQx3MqPBcgs7JJs5
66etPknptpie8PX+Uq8tPMO+Yr4Xhr/BrKk3jJS8JxUdtePcgAbvFlXMuCvw3zWw8KUMHDkFNnGq
WJf6Rtf0nK4s+4ZqocLOQjhkYlaSaakuHOckN8kw4wuCMCqdMaPdRid99FTQfHD7Ahe1z/LC0wLL
doo8/ZrnvNnDlaU71qKv2f39uHaLkPuGO8nRqUHYVA3ShiguCmHpmR/pI9kUGkVkmKcY14RGaisr
vyEK+U9DMIKWX6hLUR7XYrDisYns1JejYXipVWvu2FCUzI2TWBF1hcNiWozFLMs0bWEuhkpxGkpt
Goy4S1BCYUVOmxlo/yedIGrc/pHDV4HdoOM77vETjEg/eUUj9m2W7yq5FWjK0jTjdsrrT1nULl25
a1fl6MsgG7S1gQGjS/8IdceB72dR1Oa5rwf2ZkDnk5js+in3guqFpj/BMHMF2xoYUNvuWvGY5Wu9
m6+PAbwhizIC48ZhX5TLDutqtrQUuR/oD2aBcng783Kxu69WV5cbFcuCWmD0WhS+/T9X8uxyh2aH
OyC0An6N+RCZ1O3ki40uux3zi7Hf3hd27Zgq0pQlMVPrunAKS3+2+oNVD44eHKrRe0+eYxS+a+xI
jTVP8QpJIotMBi1DgIRDVJNAcMck2N9N6csBYWVE+nKT0OKl66uPxpwkOneR+DHp425bo1mZZ0wy
eRBCtJtAt0uvChLtIyq0YOU639r3pXkE3HSEvbAwl0Y17I2pnfqp9CkxoEXo436Y2x51UmnyMxqy
ejObU7ZSYXtt0bAVCEfQLx40IjjpitDGSrgcJC/9YhCty6RJD6EpKqce8nArGxnurTDE66VpmsfT
PHjkhfajJKI+DHVr/V1RhsUlvQjClq8BjILHBf40sJ3LLdAxZFbIipY+exV74zHBOAlM/nLGv4Y7
pk58KFun3ZJixeJcoaSLPsAvMbglLMIwyfBSbKWPqSFqs/THudzXhDvhSzNVnuylYxO0UeEPnb3N
Iq9mz/cXfPPIl/jIWjxn/Z9PeXbV7HhiFp/Dyge1/V12U7IJwG9wKZvNXVLowuHDXHzel3llQ7BY
Gw/G4jTYeMOVtxssR2Fo81z6cRObW81INDeqOtAbTJFs7ou68rwXUWh9i1aG8P0QhFzuK58nCV+L
VL4Ifhr0ndvv93//yiFQfl+xHUSLGC8Ss/Kp8IKvSesS4TS1W2Q7KMp9Ucs9UDSTYs8YxsESvADq
SWVzMydBJio//VsdqlOaolVG3bnd22rPkzVJy/md6cRAGhZltlH5zPaFdSh7rwUGLL9MrxrzSLti
f29o4MW6lBsX05mjVQHWZWavDH332Ev0EeZvqwDEjaPC+CcDHhJe9OWfl6uqE8wcYNaEo+Le1GN+
+98aHpMevoLk56ZjvRKP3tC8C3HKjbZsbYITCHGz9WEkbx05/Xd1WCa9Goj14BipRbq2ZllFXOOQ
MopmHPKNTw9p8DeoD6R2OZvdPoxXFPDa9wCsgXAeESbgPWGqBKG0DPs2TKHsElPUqmdM2KliZ3wC
2Pw7eCsmp7QOCXcyuSL31k4yOAGIMAwbLY6My4OjAC11KaAgVvEYaeHGNNr/w1mdS1i+4EzhZaRX
aWFBQt/O2iZPkSJOJ4D490/slgLiqbcRpFsC3ptiK+At6ZkwIIWFG/KWmQdDOlm6T6Zd163cqUWX
VVvBLR0tvzHfG88ZvVwQT7LJTuOy9kO+jaxnkr3QvHBGsfJ23zqZczHKyfQBSvGkXMRAEdriIaL7
+1t2S4AApkYsY4ml1Ta/Y8unCgFP7VuWRH+n52Ld11+2Qtkq3CCqGxaiSFB8FbOAHtQ2A07V+KJ7
EJiRYTr8MHgpXHxDbPX4ROi+n9xxM+5t+R5H5oY6SepgpnPnMbJFWiVf44/fOLyLL1ItR5HUuRwF
Ehxau9dTfdFFp4j+9vp/zgcAJ2OY7ASkAPOqEU9eqkmolXD0iJD+uE2s92x4qpoVx+aGcb+QoDwl
CeqDh6SCBGOYXL3/y63HGP4sSdDge3i5ryzLbyknaQJARw80TEYEhL7cv7NbPOoYJ1rlVet3Rqu5
wBojxA1Jts8SM1xZ1i1RUEoGIQvwqsIrA+/hOUay9eeBuCZ9JgmAh7WZ3jf0wMTtgiduQPevelxD
7mTNom39PIBC5u0uStMPUU4P9VCteIG3nHA0PkfDVAa0CjiqYpuSQcLE0q71ozZ6JHI3CSi/+WqI
V5FyNzeTbUo4ujCZe6nxHQhf2/tnd71WgkwEuteZFsWa1Up8M2dpUbBa+vgQ1wr+ZPQt0DywoXb3
5VwfHOJmG3+ZAI+g8oo+dl0UJxnj0ida5iYgJICavNPKNQTw2tQTBMnw5nGnhA489lIV2yZktOjn
1i9MNOpAA5LkwGd3MtCJdirc2jzcX9UNcUDA0K3DRBoWNDwlhBpbw2iH1GjhUPOvWrcNk00vXb17
a9y51tdSsdd3mpxLu8rEjsE4Rwlp/fpv+CLNo4i27z2G2d5f042w/FKMopKkncomJFPr8+LXlPTe
JB6b+gcRz33gxTFcjcB02uT3fak39NCwAWjhkQa+hqz25cENpRxtLTdb39wZnvjSPSXv9wVc+9ZY
1ZkAxUgxJuwuTSCA7iaXu8ThnrErvXjlPt3Q8wsxikYEadbkTQgxcVi6Zv+4YFFBtXKZbiiCqVMY
JsSuyG2ocRzJ8qqayqD1s+pAY/nQYqSvDApnqF8CUa1Y9xsnYyIit8AHgSgkfC9Ppu2B81rx0PlT
UvyeO5RshtJpZuKBV7hmDZfrefmSEBMSCAUxyV7QCUXWpPPBDGnnR4fwWB36X/pDg3lo7UP61P4N
vvcr+3hL1S/kKVZJzwNtTHTS+e22PcDzeDMPFXppsEP731/8y5Utu3z2RpJBT6rW0CHJfLfD+nO2
058jqtHuK/mNSIGYoLABIwfABTuriOkYz0q4MZ0/JBjt7TMjfG3YRtMeePOXD1Xlhkg52mSfzLlr
G+WXItyvfMGNCwDoFuCagfeTgidwudBZD2KtQisH37YwcbR0Bt1wovCRltuAnebZm7PCbYQzRR7L
Ti0wuMp+Wmv4csMsX3yDYkwoLYNpHvsOrwCg2vapM7Inq5V72dSOLuYfaMi24pDfXLWBGaFwGaC8
/3KkZ8dbdlQOHCWkPp320fSnqFDGUW5XtnbBTNTbASrE/whRgou+ECyy0rHzs+GxF5nbEHdks2Pp
X4xxl4WHhn+LX+/LXE7rSuRSa4jYndhXTnpJk5yjyHhR2xjzJH2z2I7Ft4CtpVduyuE6tf6hkeSf
Xp/t38ztKM+40flxYn8Mk/SsSPvMk2+Tucpvu2VjMCLzf0QpNqabRTZE0uz8agu3oPVay6mabVlu
O5RiZV7cOE3rjT/k2sW4jndwNbkBwwYuENhAyrM69wmZ9QpLtJPyKU6f267Y1GXsIJXjgU+zGWak
w/ENpA+21TC+64X07x/msrKrwzz7AkV/NDk2PI7wBVnfnBLavrNo7Rxv3oMzEYr/1SWWPRSgVPkh
LTeSRI7dP5l8ZR1XPGLERhdbqRxh3tVTnGqQguKRn7J2qt+fEcH4d4rCptrJQUR67PcZ4GOgqN+R
kpf76k/5WYwub508cSRywGid82eVh7K2wcpzYgRRXIYdVGuihdeTjRjW9ve2gUevaZvoNiEgYuGM
zy4KmWcbJc4QkVDHTNF8bIy85vCLjtuud5KP9EC/3FeamzfzTODy52cCY6MjRcyXNT2gtfVWx/Qq
976E66zfcpxnIhRz3Q2xPiZwz/BkoEyxfka5R2e5ceRW7QOg+wPL+EMRu+ZUHwowwVKLPYU8dNgo
DygxdyoUhpja5DADZmNYMew33MaLb1O8n6yGPzdYWH69qdoa8MQLfyHpu4yFM/LT1NDD/c24ERAS
BBNL/g0zO02iK7odybSThhb2ftd+0ScQY+z4OYgXhhZ9nscvBYD7GRhgrstdw/T9GFWGd/8Tbp04
/AfbQEbKhnukQvdZpU+czoOvDQ3qbnaSgmXc/DLTlXO/ZStAzTGEaegGMprKSgtpCopWzQO8FMAs
gNY/53py7q/llidgIf0AwBYWA3bjUnuNNMURiWT067neJPqToJuxPY1jgCrOzVp/h1u6AjqkYS4h
IVJqin3N7U4LKM9HX0t7d4iSHYtAmR2cui0e+0Q4dZru9GnltG7FAudCFYvbaEjDZ3k6Ilr7E6Vb
IcCp+s7LAwK3+1v5L8+hPB9wKikDiwfUGeAjl3s59LVdlhySRBmiIla6hdXsO719q2jrBemnWfzA
uIw6ln4sy21iWjtOflTxR6n1P3ls7eZJc3hTbEaSuZURbOvht929tnUO8ly+5tnfUOKlKzIyXYwj
mFAjCcKiKEW2fPRzfd+VHv/ObCccN/aUuXn22W7yX7G9jf4U1mYMfkW106+EMstmqJt1Ll+x01Zo
jRKkM+hCQg+10F6tcbUOaVHeKxnmEijBTgDYVkyzaGKSsboe/RmPQBB0Py3jyFn7nJd+NFuONMC3
6/6CLr8RM1vb4EWZVeEMmXTAZKBrA4271Iasw8RzIxgmP+vswUW7qb0+gqzBNCN40+L+Uzem4xC2
2i6uab2J9MZLO5F440yGFc/qxh1nGH0HujhQd+D8yjb0GqKeNk/wJSYas5Z/0OzkJBhzB821u5+6
vVbwcsNuge2ILD0yF4B91OhbWgEzh7afkHqsXBKOe7Pa9GJw0YoHHdM3OVgqoPZN1Udufmtq228+
ujB4yJL65/0LedVFE+YMH2IZUHBkJYFgXB6BVUgrC+U8+W3hJ+Nx7iKHGo+i31liM7XbXti7apge
uU0Ow5w6erzV+bElfwoWrmj7rVcL4y/AG0EOncM2KKavt6gIO32afFk+dhV8qwpD65wZxMsj7Tfi
eba+i/BhZf23VBB5G2QPlpH3ukr7DbR5GtI2n/1KVJvRRKV+t69rR+9mpApArrQAMFInDdFr1tB3
gbDXALkbJ4ACDFDCkFkiOAEVx+dxOTaCGbNfJ9/KbniSH9iixzqxa7ceaicKUNuFIZuTg3KZRtuH
nXRI+Lsvit9R+nl/N64NDtUReqKgYTkHNIVXlMGYOjRF02e/G0Gn5fV8sM14LSN4bVUvhSgaR9KC
RYLNs5+1D2W1yytkuDZD4N1fyi0p4KqjNo0j2Ynk4+VSon7A6L620X2WhJi+QZ0sR+Va/3Zfyq0N
w9BDnBs4wnivFc/OSgYxMK3WfT5NjwMVsWPk1gp2dgNgokuvHuR6kOjitnovtAYUStRw6n7UPQTj
npOHWHtuk2MWoI4Nnpthhxid0qxcx1tLs5EmXqhEIHv8a85w5rPTKqGxCCA15M3koCtSuhEgiq/4
b7eOyQYhDgoOZADOmnJMqWAZLJPul/j9Jg12oO+96jb/qKJ489/P6lyUohGzXWR6mzHdJybm5E7P
aVmvLObmlp0tZvnzsy2zgig06tqEBH0CtbAuHdvIVnz764cDGMo/ojwyV9A5xbGOkpiKhuX6wolJ
g2iLET0lmVcWcoPRtEhBosVAAQCukGII4rLPO3QI1kHHRwGjjZiocwz0li8e2ufiZ7Ui7nrfTPCP
AWmYwDcBEStrEpHsUbTPqB+ak9c2u6y3vPtnf71r+Gn4GUA0wbYADfXyZGypaTKRmeHrM7h6WbMZ
UOGXg591X8y1NsOTQsC1JLzxgqkJiLEBRFui2NqfqtRJ9UOL6qaZPcTpGp/2hiDYAtQboUE09kwV
JLSc9kNKTL9o623C41MVWH8NiVqSdm3I9Y3DQRBnIItJl0IVNVuK+K3I5yIVPl5KJ9J/VjCk93ft
hraBwAZONNKHyP1ytai6xfyzYm5Lyxfg6eVPbT29yIDAag+YEZh0BYpAtA8WD2BcjM92jkTF/Q+4
3k2wU2CBUO6yGAg1AxejDHKczdj2I/ncdbpbN88c8zWaeIX/uyJHzb2NUx/KCCO3fC1K3CBOnB5c
X2of+uzz/oKuvdllQRb0XEANiepdjmhb00x9avuV/TzRBwAFTkDYl674ICE5xL3x5b6863rfRT2W
ABxFGqgRU3tulJwVaaOZms+i1nRSupfkQS+HU2PpTpf3bhnpbmN7ZvBszy+g/ztS+10NBhwZ6eig
0Mb/3a27/KDlKM5MsW21VGS6pfn0pc4c7TtrnUPQuuFb8dA/N89r83pubDjYXMQ2kIVnIDspfoAR
BnxJjkcnUWrerH2knbFvtHoTB2hVMYCCt0rlvtIlCEJFI1wCuI4Yo73gCGcLtNgQBjSsOSrFXu0p
bz0tBOTcC+3vgHGh94/3tqzFpiE0gkLRS1lt0zV5ZA382FlseoilfLdkh3HZdSO2CTOy7X1xiwN4
ERViaaC0Is8Pm41ajcWYny2tqQzkcBsmjnrvVZ11rPiub/pXkwdfeZ+uSbsCXJbq3aUmBKlJ0Fl1
xR0Nq8psJemtYye+c/Gtr8NHhnGZonaKBNCVablmt7ah1yuETPhWuKHIr+EcL1eYNUEJOCa1jk0/
c6+s2xN8y13TBwCes4m5zEaR2f1Nvb6iyzpxKZYCM+SWVDs+pAWpurS1jnVTFC5k7kvB5a7E9L89
uB2PRhckT1Gqtbu0LH6UgBzc2GaVw6KZv5Z2/bO25AlspMAP+Jx5dZ/IFQft6pE2kerDW7acu4lo
VLlEYtDs2EQ54jHRWlQDz4Ybdvm3Ks9fV7bCuFIwCKIMLgFy+UApFX8j10hvhlloH/kz1vt1bndz
4fSVx9p3lMQ48avxdzoAUzTbNcTj6jHFEg2UUiLARaWwrb7bsrHNqO8q+6gl2bAlDQoXUfVnrfiI
1wUKEINQGu4h4gZsp+LuMDusgiYz7aPQG/5zCju8NSQy7e+CzvKzbnMY6WkI7e8zsaDoXRBj+JwG
W4OOstOQWF4XRwJTpeey3+WNNej/1eFbvs9C2EvF0odBxX2sUOp5h54AR0wjwahEAcpmRKdht3LO
N3ab4wVEXQJIw0h0KNvAS/ShkDRAkbloq8cZzr/tkCYFr6YLKofPvNylYrI2ZjqwIzFAlS54Fbrt
kHcbzUrEpupotrHzdFhZ/5XNAbGTo1JjQRcNkJkUCyfrsUr1JM39nNLsxYwjsguDrH0JQrR0jGLU
OqIyCNO3rHpCXRY6Y9zfmKuL9k88R8AFOBv042XfzgysFXWx3lURypBEbnsYsxRv0jmIAWrW/5kO
yWFtLHiODMlfagpF1FTHWQKmVXSyZzn8znI4+H1Mmv0kMx3lM1H3cX9p18EyBC6bu5QNLGGrYkRS
9GHusjiMT1z+Mse3gWTeiNKu+L2iMwgD9TbQXM1MvPtir15IjM+DyYKSoRoDFlbRtDDqm7hOrfhU
GGazpzUNt83cmpuUy8qJp4KsKNCVv6HIU17koYSiImzHKsVjPXyptS8pikAYMFo3p2u1C1d9GAmk
wasB6Rm1HehuoDyRsm2jTAKJPg2use339ibDaBriobLOyzyCkUWpq7nbAUnRH/RXfuqIyzCxeI0W
ffVowvtY/B24s6jKtdRRwRoGMLYdCqRPOQMoV6SFm/Rok2KyzzrIPtMotFb8kBuHCpdOLJU9YIJA
ey+vCe1MU6u7LDsZ8ROZA0efT++THNce5uW1uXB3sK5zMYoxILU0+1jLs1MUhTtUhYkifCRhvCvT
TRkGbobsd2dY+4pYK0p0ZYUUwYoXYhoUjfhSLT3pBWYNj49J5tfjUScn5KCcIjvypNrcvya3jvB8
qYoiDVramric2anBhDC78do9UGSt2jbRWs7uxtkB0bbwxIMCjeBV2VShVUlPY5qfzAaAeh/v8vir
kQ/HmcqVq3/D4uCR0SlqKhGKY7i6siirSex2pml5mkrh5i1zsY/x6NrRNsmTPSFugWoilqAo7v5m
XuPlqIYBzY38azwCv0k5v6EpYzqIGS17ZPuzHt1pdiRge3tLo02bH0hWO42+I3G255q5surr/b2U
rSzaztpxxBheyB5fIxE5WbHPu9Cdvq2s8fpyLHLYckMYMoa6Ys6LpGytJK3Lk0ZOkhluKcPdGDwl
9iMQY2Ci6JRwYtqv+1L/BeKXV/JS6nJzzh7IaYpHUZRleeph4NL35pV9pi+J3z+anuXEbrkDq/qp
3OqPKN31p6fqmGyy3XzSv9Av067dssPaVb229xcf9E8Hzz4oX6CDtpPlibSap6EvDxtNN28ORMf0
1Llxg6H7cX8Pro3DpUTlRWuiMQn1GRvfy5dQh5mfnwu5rWMvHo4haKKdubsv8MopgZcGLgou0QLY
ow3I5Z63eVX08FjKE3oDuZja7oUW3efFSr7rlhQ8HvgbbxqQQONSii1ry67LuToZgQMvS/u5yt+5
RrMWdxP6ijHugLNAYbwUEYRjgXA9qk9agO5JSEL03mDrs2MY0ti0Nf6dHDHhtBwzTOEyxvwb6n1y
V4aiOtzf0Rt3FBlNNLFArfe/oOryQ4opiOG1sOoUmwPitXBb1A+oJXGaZK1hxY1dBTqA/DGD04FY
Wjm7skKiFrBcdSq7ySn08dSAh5agcOT+gpadU64lYicwhfEeA/JQa0RsM0/Z3Of1ySqyfltHuu6y
bq6396Xc0HwUnCIpi751wARVKTKa67SJp/qEtPWWBcMDWlW8JI+Y8/uDaNbHlM27Oly5bbds+YXQ
5aPOLng0hFNXWrI+TVp5SJOvdQNUrHnItd4pmtERrAMR/DBWbqFp72ETn+6v+dYBosgWKoucAjju
yrXoqRijvCf1KWjZthtbt++7TauVK6/GTTELxgJoHEkr9cUKZmBadmXWp0hDQrcGz05rre1U8d/3
l3PDXIK5/L9ylNfJimI2gO9Qn5g40LpBMfwbKRqneyozH3X5K/Su5ddUtbSWVnNLcSrq3ZSzC7su
TyPWNKdRFu2LWSb8a1emtousoXzqS1ptEpKsNbm7ZWZAmkDAsVQKXrePEhmg1trMmxNLor3e4nLX
DiO/gK2mxhd050J81c3FTsviFbfxxuaaMG1cgKCEzKfKGFimBVkVuiKdZoyi2RTWW19bpTcW6QtD
QWvcWsK1NWRC7x/p9d1fkgMUQhGHAENZVOvsgqQgIeSZJuVpEg0YEySLvkrOk5f7Um44c0BNEBej
lApkL3ACLsUUda5rcW5icfmU7mU08QdW27FnaCxEKx5dfinrYfyaaB3qt3mnbVPEv/uVj1je1kuF
wkcAHzIRcC25JEWheGq1aUZseTKamjqGsIG5NfYHGc3wME9gNmJCN/qHBCx3y6wrN1nY2EBjk/9c
wLlASEAnEU0jNwPK1uVmlLLVF9BEnjogERuQR9r9nOT1ysN/62TPpSieRm81SFrFABcxznjYIGZB
07VJtpv7m3p9SZe14OG1gCCiUYMiJUA1t4xz7Cnp6kejDRK0cuK/EhrtwjBkbsS7FYrPta2DQDTE
gEgwtnFfLjeP1nFuaDYEMn2ydyQivygJSpSsN2LFqi6/pKgLOochGUhBXFrYCJeSgHAKlDA27Uk2
v/vxq9F91Pl7E6zY1BsbeCFFgRwKIL+jUZftCdBd4sXoUOhgenGALoc5dQozRVlIIdYa1qi6AXcE
SWGklvAeMzSnUpY2Naj4szvWnMCbGdyqqhsA5JG5YtGubKkqRlkbbatiHmsLhHZLohcUmiHlXjb8
CXr00pAvIvozTfKASpfyP+qIKld5duehGjNAxc3J5l+HZNdO72Py9b7eL7biXDn+iVj2EJ4oUg2q
QQtNZIYzGcqTSH9SmTsN6KR9YWxQzuLMaC8oTObMILPfl3rVTH0RC8sBssrS4wCQ96VO1nPeVFUw
wVyb28SP3+kP/hY/9w/BU/FXuOFDCcTIdATGC2ThQzKumBRVVykKM2C2kCEHWLSkdS6lTwXvgiBA
WiXOHParGKJDYnGvJszjpr3iOl0xz1VhirWusohGeUjak50BRNrq6BRQO7KYUHbWmyggmLV0ehhH
WKe9WYyCbzRayMhtuwY9QplgQbwLiN0v1esVzfZBLYXlZmmM6jgeZzGGlPZSn/eUZ+D5GBWXmVvP
/fz3/ompRgSrAAEUJwVWI7IiatcsxJUhb7O5PxlTn+w0pH8wOTh6RBFSsg+mplh7424c0XKx8dQC
zAODQblycVUORp5lwwmVgfQ5zlvtXU65OPB4iDaB1kuYl2oGsKjL3jXSSvOqykAfX570LsI76qJT
/z6pKmCNmkYPCYTB9cpXK25UAAL7sjRk5Kiyh5cFU36pSqE2mSNaFw+npAtsh9PykdmN/JHNpHnK
jMRwRsCEm5qX8QFFO+ShsdJ5hYl1fYUX9teSXgf9C6+sYgSLoTCqsqTDKR7M4QGwz1FDK4XvZlO1
m1gbS7+Lg3cRGkdS9f3KRf6Xiry0H0sKCZYfaDqiWpX8nlHMttItYzwlIa39JgvGLaPGhPRRNLvw
Uf4fZ9e14zqyJL+IAL15LVp5qZtqc16IPo6+6O3Xb7AXe0eiuCLmzuAYzACdLJeVlRkZwVqxgJbA
hmPavTam2VFO28ABzDs3Uz/vvqIkose4Fng96hjQcyZShwQGSw2hrxQSdzQ1k6CAn81LZcvj6IC1
qY2PoD/s9FoTPYIHEUhmM0/SZXZ4kcNRs1q29R2mlV/LrGj1emBNBvEh6dIainKUZivPzoXrAdVY
0PeCunmK8ecAPOrHJYRzwv4caD+bjDf8gaF68AbRA0eN+XPvAY3FWwgEX/GFz4/lwjG5Mz27IVAk
DkRg3rsz5aWjFHuvpcx99Fp8rNptzCDl/tzcQ/w7bXeU3qe+d1TExXnIV+XgvuvZpD9zUaSrmWhE
IPUFQlZPeIFkTK0LdbZhcsBWfNFasf142d/bnu1zkbaNUiq0P7fKwJGqQGPOyBttYjfMV+opOq95
xkDB3yFWsd2FlsKqOiDTQrIGfVya9O/XDdho0VkyD920iB3boi+x3lFD0IXKIg5o0dM3VH+BuFgJ
PpZGjSsKHytPjRHiLMhWBq0SqnbEAYsY1B49iXOkUiv//T4CzeOUoxHwfkKvzL0bU4Ug1dRI7c9y
Kl3awJJHEQ2Cv0UN1C/XlXVcmD4U4USAOuGv4Dun/3/zVMsUv0YRSR7OYV04YSCRUn0rho2IxpwB
aqWcNm6lSjtRBbVO1J0x1kELSKY4lfKLAvhNy8R+/knzWBy+Gw9VJB1QxEJibj7HQ196Ul6E49n3
RLxOm74Cay7gx+GAi/i5qcflnPCS6KfA4HF5z1/HWhn5Ah3T8RxDM4eECP5NLxOo8dzKQtCBqwju
CNw3AMojCTCb41aijB+W3Dn229pMkrDe5KyYkVwVO7sbGP4yoHAPUmjft/xCUAz0xCsG2HVVQ2rH
1uYST9nHWkYtP0iLQ50lnK2wnaIHZUM9cBo2wkUDke9KwLsQFyJRAtciIdWLLos5t0abJ4PaqpFw
HvzUQMZCNAOj0f6KDZFzSwL92gA15xpKnZYfGiBYpB/jdO5Kkq8lExdc3f2nTCt5s01RF1cYKcWn
yFtZp1ZgnEtIXoVWsRbq8PhB91eohuKwiHwzyqeo+s9OuKB1cccJVDjj+iOpWWw5I7J+CVtvR/X4
9fnGWNjpsIUXH1wpqG7n7Qxjk7G+zMFWjfie5m+cYpbaGnzpMVbEgFDsAjwL2w/goPuZA0VqG1RR
KpzL+Ar+PisaKjPpEhIEa1M3uaWHqUM4J7ETXgrIwntLoSAUai1nwjn5lBlHMQt7iGxaWsipMdsx
0ztH4ki6Rja9cIaRBwXFNQoEQM/MSS2jLsQmDUfpXErydigGUZekWDP/9UrBD4OuBzctuIjmjOcC
34ViH5fqueba0lDiOiFDWe7HOoxW8pMLewL7DskIgIVBRTTH2It8m/C9z6vnSGJCQ1LC2hAbMTW0
DLQ2zwe1MHPoOGUB2AfVG9rJZludFao6DSJFPTOFKEPKhFctNDdF/96d44ECXw4KSiDo5lYUphLq
vGfUc1oJ5aZFFBriFmmi9xqSJpfnI3qYPMS9YBeDKWyGqRXifgcqjJ8neZho54pns0vs+ZlgMbza
w1WhOW+VSvTRHMAyqOkKoC+eNsUsBgrR/qbmisIg1k+IBrkczfuhCB3xJLtrUiLE43koLBF92nJZ
EL/0bPwns2VQlvRX0MrztcTbGV4LVXQFdR2kXGdXTKQxPY2qsXeTmAauIFFxo/ryGvP/9FNuT/jc
yuz1TOMgCYWE613pI+rs1tt1HGGFl1j8YrqP50v5DRx9YmseBshRKaRMBVsxs2fSTzX9M3o/5B88
3YfAGtZodQCh3zHrX/nhOOJtbqzYn3uz77ECeQi+WOAYEYrd76UgVAthhIQklA95wk0NCCb2LZE2
0WEgomq9Pbf3oDAxtzet8M0NR2WqhFjk3hXtpH6VRqN1oBKS23+pTXVqd87wE7+c0BrwO7NJbGNN
L02Y333zT5j2+80ntEjryZXE967KfibqqUZqJKOtmUVOBR6+aKdAy6bjwhOQqUaZfcr115CZwUg3
qFTh/bGLgz9ZYcqpJfa7Oq9JNr6gqBFX0lFlPKdSkRRkzlVdbGq0ReF5rA9rEcv8RP7vCBCeg1EZ
Gdb5jerVsgziMaV3+UBndc+e/i03gjX9GYDF3Op5O9iubJXJqzzsVDhRXA7wc9A9uJ+2fNCkWOKZ
3u1xLYpGnhWRqfqDGJIuryPDU4bx0IxDuWJ2ecfc2J2W82a5+sKvZTGWe7eC9pTXGiHtLAlqXKJ3
BldMLMZWx7xzue23h0bbdFCeAFF9yINnWDIC+SONM+JLnR56B4bu1qqHD+/w76WY3mNTMQLR1Ox2
SVTwS48tlqIEMZsc/k7yo5QYiUr4CGU+AgAxKbdestbW9SBO8m0XFRBU2YDZRXh1PysJI3boIsRq
SEGLbpuKQDNgJwPan6vU8LSB+H5iCInJeLsyJyx3yHM3qgwupARcVwRI5p2C6rsMhNA271ZxQNNm
mG0WiHGg8wgpPAn58tmitXJHZS9XG7fsj2mXQsDgBXu1B9lO3FJdGFw/J92wlzbP3cvCHkWQiTcr
EBu4HdT5rCgFTdSKad2Rfau4zB5lG2yioPZJTeTqn9uap8CwArA1cYwjGgN358yTaVqqdr6otq7Y
n3IxIG33FjOWzO9bdadFZE3T6+Ft8G0PdUaEf7iPATi4X/FWZKg0ckLrDnGTvfaInkz0CQSWook6
WzKRKSRKcQmxmK+83ynbBFmnlSEvXIwQ4ULpaJKewdN9NuRcTMANHGqt+6IGPGlAbcpm6I78DSpp
PVmLqL7z8fM9BC5RNLAgaEPVamYtGYH5o6ncubE80CNAlcxLotRMBL4JXwZdS51t+wY7XsjLwfBr
LyB0mH5pjRkOI79nRrX4w8jCoA9ek27jPMsttOqrelMXza4J1WvMByDl4wdZH8FK6bReDi5FDc4M
r5naFEr1q+Sq3GaagLOYLglNcQBKvYFAiiWyg4SUeiPA30hCMa64+KWNDJ+HzPdEuQuQ8v1i9wFb
+CFA3m6b0HeJRwmf+al0l7Y4VsL1+T5+wHlMG2uCB+EfFAUfNlai1t2QBFnnip6piZso8zYal+k0
yEne/W0TqOKl6ftQdXqKYtowrraBzN9u//sBaO0E1AJFte8PvPHwedv4o8IUnVuIlterdlMEFo9b
Oc8MoRt35bihIWAnAZHFX2zzmjXUUguIRg4fNPLPz2djaYujtowuAKQD0P0+Cw7Q9Ce1wCd1LuP9
KJpfg3aKc1Li3ZAdM0qe21ryINAQQ5INr0l0v8xu1EGR0i6gTefydfQT9F0kVmTEYOFJ/tUyuZ74
esOv5Y0Xgh/Y+8fmzDH7Zc/nGd92ruAxvwTVjtDenOMKRfkrqWz0UxpD01sh1xOPjgZfr2EmlgJe
fMB3+R7Nrw+YujGv6ybh6s5NxZ0YbYpmLyWHGAnNA4fSQa9nOQRP8h1yvUQcDXoY14jSFlf45gNm
R6ts0kIcpt0mBIwpoXO0l6jlncXCs6FydFSouBLjL0RrdyOePuhme0/okSiSsczRwB17rtoUqbaX
GnnlbbQUitzZmT1bmI4ymRZhZgemcri4MFgIUeXyBvUYQtHGygGMqyLPGkG5ba2JaNmJ/DOr8/ev
1/NKN4gYZJ1YB1nWc1MLdPXDHK+vlbMSEi6vIICSuOpRVZ3zETFeqaIYB1tK+lmwTh2/UoUww4vg
vWkrppYndWoBA7xn6jyfxXdh4Pd8yJadCwm+LjzIgaJ7gp5TI433IKbPPOtvVv997heWJxPpaqi7
TdI4D9FTVlO2bnFIG9xdamcKloTnUk7aRmc00kqO2tSbpnaCP88N84vXzo3hWYyRFyC3zKQOh3Pc
cMFL6PXXkY1JncMHwg8Gcq7XWQTGlbeM8XcJ3XTdIa9VR0Nw19WRPoY5yp4ugKYF+8p7DcFDhIsJ
CH5Jw7ckFh21XXlRLl4eN588ixKqoqv7JsNcyQBGb9SxIX7n1MyaPNjS1EB+dKIJmbRcHnCCQd9l
zShUvRtpB8kKTNroAhpp0jekQUDaBimVBJyfcnpJflZXrXQZSk0BHRqZ5p155oAXvJwdUOzelke5
Ofej3QlOj/f98xVcOBpT+g4wMcDw8BqZZuvG16CmE3A5M82GnY7b3gP+bYN+J2MQT4W01ki1bExA
JhS6Q2jamjk2Lxz7mEklnENKKHV85IQ4CM3Gv9i0IxQFqudjW1hpjO0fczP/hhQyl2aN2LkAlu09
21LWGjRWxvMdgd9MXtRLUg56687Nk0ovWNkc6Je/9W0JrZhJtyYTNW3MWXh7O5x5Wq1g8k6sBgxn
J5F2ZaoeOmsRSt398Nk1L+ZCHdMWP5yPXj22MnmlQr5F3FC/MEqxNsA0j4ZWpd6oOClez3IEuE2i
lKfSK7d8WB/iIV7ZmksPGHwTGuAgDQAqn3kdV6It74N+CnuTzc6a4uXHYEioSFr0xetqN8SfLSf9
QXCvbKWoKimRGhqshHcLDm5i8EXECxlhGYWC+/PRinmjBQK2bF5cAv4FrI9eoMu+D879zfPduuTE
70zN4oyo6DOtFGScjkI5FdSpP4q2MYaw2rPMNvxVSgaojCEB5a0V4hY3Fl4O39kBGVfX/RiF2PPK
kmNgGPBtwmidSKB1Vq9tsYWwZnr2/sfMLFKueppHg+p1Ljs4ajhYbbXL9D4HpPnTb+yyOTU7dQQ7
BkmGxihB87AywQ9sqd97/OYDZmtZ51xUAnGMZDD4O1u3gZoWic3GhlDj+QS1MesHQ0bjEKEhxzi2
iVPrvV3reEVkzmVlrRe3lSiiq3dCBANidj/lvjekzaDESMglRyDVk0oiLJTeSiMpP6LIRvxHKvGl
+Kirmgij7o1HrXmp9cb7fP4h3/1/D07l5kNmT4oizjLIWGZIC53ajHxg/rmXKnVqMJVxoLVCCx1W
5EUBdgDvVr7bj/ELV1r1qIOe0wBvyygZ8SngfJ3S6/NPW9wuyN7jgTclmuX5dkEIrKlh2LtCm32E
WvF7qHdB+vXcyOI6oPoy0QZO3R+zLaEK9SBxEdaB9hyDrG4I6Qc2NCZ2RtDK77WoXzkFi2cNRW+I
TEBWBhfv/cLTPm7RmR31btHRaCtUY/w1BBFdoQ5ZnLsbK7O56zUBOl1cgbmLG3HvgUp+lwtQvM6k
Wnt9PoOigC9+2EEorSDYgag6OuHvR6Q2LC3DGlOIeKq1amvY8jZvg2buyliBnX9gt1j9LyPasNvK
BDFeZvv793gzWNoPFMhBM99YnN1Z9G/wJQFL2Wzwe2u+hhbkMVYmfyk41/BQ/8+3zpZbEHv05uTw
AMBMQwiD9ByyAt7Bzy8xzxO1cDz/pT78N5m4O7Mzz+4VkRDKNbYyA80q9kfmvbbCRqUnKSFtCvAg
vMzzRVlc/5txzgKtDIJzcaAmvau04bDN+r40s6YtN7IarilLfx+Rx/VHCksGISrO6WxwJU/rFCiO
3s3MbltbvE3PnMH8kl+n1aV/s71sUXsN0rh4bgFv+j+jswG2TI8GPIHCfzKdt4s8ARLTZSbuywpQ
nSATfBLHIL1+PqvLN/SN1VlAmWYgmqQBhsp3GeSYpHokTH8qnS6zSnqQEpP3kNU1mXTNayyv53+G
O39Ucg0iTU+Al2Yl6Hbg3YACk8p0K87w/zke/5iZXwYJIyUNqtKuqiHNf441VW/ZbegRXvntf7Y0
IAr3yqzFnkuliUnRFToeQI5BjnR2KlOPj7nGh9mQdfxU0xXkTOvQRveBAWe8kfoRkDKrYREkUN8A
zNUQ0UhLP7Xqq1A2zJfP/OX7nZgxOui519Z8cepvPm62vbmSaWkMFXI39Uw/sqvmUkeuKhpDtwGd
bKOrsZUZUryLGpVALGNYQxst7vQb+7OdzoQa7dDE1rs5RfOOmWb7WDFryGQp+Vp6cZrnh5MMriLU
7ZFjQvbi3pMzAm1bscSt4YkfkG+QG+BVAIixn5+i/2e5/zEzuwI92acjK04PY8YSxXewyaBu/Fqn
p0pizSIyQHMl8CTsQcyAvSZhQ6iiTzLEH6nisBAoZXKShDsO3NL8qir82hzMbrOQEQuVb+vebZGh
AHBVp54lMdmlQeD9fB6WHefNdM+2fe9lSsuxDW6FGCzRIZBsx6KIPnPtrEUO9UH2wn4K40vKbqPa
8ZrGiJhqy6j7QlvrUFkatIhk1dTmMHWm8fcLH6pB3UvZAPeiFP2XGLaTHbEH6YjM7ds0BT7p+diX
Hs63Bmc7rQIoOgoKgAj8YyWfBbYmMXREQyvMtim/Vi5YOkEoLQI1ySM/j0rM/ejUAcDtPvNwgr/8
7GcVbNgOfQqFYnc/n49qyRBq7Ej2AKeEbp/ZgnqM1Kk8evzcviiMMYcTY5prXnbOmIUnVVzz1tMb
YX5cwY8HQDdKPhObyP24hhjvc69FaXTMFDturl2fWumIzoJmK2g7Lee2QvhXo/+W4Wp6Rd2anU0n
mkSEGOS3gxvyF6XahsVHHFvPJ3Jpe9yYmNfIR6kfMsrIg9tWH117AlbP4AIrTESixm4Zr92uS+s2
CYoDhQBEBoga7ieSCSE4zICz1a0DpHFiPPuUC984atc4ASqFz8f2aAwUuAJiZbQhICj8Bpvc5Ix8
teyjIGCBZwFgpbRa/kv4AXJmJV4pCD6e6Xs78yOmxhFYSmCH0ba18mNUPvJMX0P2P75m7o3MXHnd
JlIyREDGAOkAqXkRkuxMNrAr22Hh4Q4zIF+aqj/Ips7T21rMDYCvC3ik9lD6UX8i+ul50vXmCIaF
ijBju8k++PA3M7yl0k4Zfg/IIOQBY0hADRRi5AT1ryD8IwLaMGypmju8uOEzw8dN0zWdXqxNy+P+
vf/e2dxnXRhKSgfUWQpClfFSO5XRygRNF/Iavm3N0mwBUgBVqq6ApVLZBOomlgoz9t9ZTdPZiAVa
YwWFuYCtwchwQSAdBk5dgEvvjwoGxQRxr2FkcXIQ0CRT5SZoDXuhh1p680pZm6oWFBQh2D4SgEoi
kdV9H4kWz67ZTdPqHP2K6FeAzG8qbfhgpVr5GKzJcPOof4BXAa0f3wH8zeHqWoAg+4ofUAfhPFMt
gdZH1xWSF3H05/kx/u6fuPe+k7f4Js0RgYGd3ypCxqkVYD68K5a4onud6y0/M5XhVZNeRtnMi1Mr
o42deYUSo05DImWXnLnUgBmFfyNpFwXRr1T9rfAXqEXIzYcs6EzjW1m9UuRbcAO3nzmnWva5HC7M
E3m3FWPe4uTRrJUi3CLhGp+DoQ5XvNs3Jfn9tEzEVgAHQi55KrbNnhAlbqU0Bo7c3WUE6bSCnGT9
58+fov7zvH9/f//8/Dwev7ZXpNjI344k+u9/vSywjzzOJGyFvM5c9y0PZLnTuFFygz1wFkS20epl
VXp68O3QrneC7VnCS2qPjrzhzOwkm6ytRCTZRtfGef4pC+lrNHCKwAcjHMC7Zg6ZDzVfRbtjIrtQ
5smIVRem55vUZKCotQZRXLQl4z6ZIN+qApnC+3PJAa8clo0iu+w2+NSs0alJfqSm7KzJ6T40P4Bm
FAVUdDwCyD7x3Mwuy4FFv+DQaLKbkdOgN9Ah/jj55I9ICuO8/9wGpCNvzyfyG7sy31MT1SQ6F6f4
bU6HpzRKl+d8JrvG7lCe3ZP1wzoYiT7oaPz5aW1OIfK4rkXgVl6qs+M4urM1TZtEGLxx2a3cqwt4
BEzAzdfM4p9gRNmczXLZVSC0BbrF6gogX+hGjq4X+36bIJu0XYM2rRmdsy5jR3Na32MK8OB8038M
P4vEFN6F/XiEcGD7Vscke/VfV+Z9uqaezPscwMmGEZ7gQYF5Nw7Gj8PJOp2oYZ0CnSE/CvJzmnQr
1VX01G3Ko4F5f42I/sWT7ORcpHNDnJWN8NAw9L33JuVXvFJAUjyHsZY0kf2hr2TXOzQvBwvNq6G1
f+ctzbTHztC5PxfgO/8OW2UNnjit6eNM/GN48rI390pQD0gP8zCMfmZ07R6017K1C4gJNFYtfDyf
9oUsEzYYqJbB/gh2FXb+jOi1Bmp4bI0TlpJx32rXbgR5+Ln3D967AtXRl2AXDytT+xiVTtTlEw0b
wl9Il8z8h9JHTBf2vurmWFHJvOb2qkjP4918b2IKZW7mkIZaTzvPU1zWFrcA3JqRFZqM3pL3d1TT
HNFZhWKsWZydVAARQBDgM4rbg+qx09Fueyx38ZV74Y3MwgZ16GGN0ebb/c12CpoeAPQEsRJCkLks
ncwVA+8nFUapA3ixg+6AWeg/AyMwGD0hKP9bmUXJS2EX28KuDkBDWNMcpLZPWOsFqosOpIHIWbJL
EpnRJSARgYofvr7B33I7NMD3pb8Dvqh3O2mTHJgNCMEtTw82hdmRV8ZS9efbcXFn3AxotvXltExD
Bi2trpFb/uWandY0Sr8LBLMpAyIdQtXI5uJwfyv93WwMBWX6Om0VxUVLjy7svDPzklsRetkYc3Ti
H4ExOv62srn3yiqJususYBeQ2gbHMxbRe+ExD6zdON6xW79XF1wgajV4vQBbCaDhvHcrQgsVVZNQ
dQUymI35o9wo1rjnTeK74CTy3p/P9UJqDNiIG3OzMwJzaTLSSHUbs91XgOZb4O/dIZI2vyaF5sgO
TMTUZI185YFrGY71zu7spPheFYilgGHKtrqtN9kxJD1pSWm+F5vWbo+e+XygC/70G20NbRs02gMt
de8LxhJUOVHSq65nR4bg1DssrMU6a12La2ZmwaigFhyypjCDMNDpN/5FsyMn15XP56NZAE+AXwDg
8f8bzuxVlKAHSim6TnU/6AYNOFZ8ASL2xT/I+9EGERBRcEUiqfnJrRmefvD86IARBeSuk6Q8con3
8ygjlM8SaVDdel9s5S95mxilKRqKPbzGv6QVKMS0+ebGoFCI7IUIzC8kEu6NsZFXcB2UH1wBmgAi
gYdCEc1He0BHVubzMbM1gfL/sTSbT78Wgmz0I83VArPTpQC41n0lQDftVTY7TudXQrrJhT0ODGpR
WMRJ4mDaRjcOqELrSj2mVHPpPnqVX3lj/K9m7j8G5tX+Ohu4wZsMyAfGATL8xd+zluj8N7OGhwao
asB+Is/T9wClaEorF5orHtgvsCT+Lv9GL9TkX/iVN+XSa2OKEiZwjopH3pyAskk9sVHqTnPLjBQv
0S+lJsiSJ6QLyPilrEzeonO6tTbLcdSx3IaS12hIz01wMTTJZBf/wh3KHdQVYr38IUSET8naC3/h
4rsb5OyhEzWM6vEczGqn+hS9ir+5Pw27stOXHNTt0GaXq5blCrQRWw0BbdCS7gsdYafyb2bVK+wr
C7UG6D9OvT94jU4sILM55EIPbAYp9VwjhgDNubtu+PNg6JJe7TlzG56S6/PNuJAogkGkisEmzIIX
gp/NXsK2lFFrGGS30Pu0AzxJpV2D+zNAVTgwIdBnpcAACHp6AvHKrvu5pmay9FC9+4LZ3NK69vsh
xxeUBhq6LkQxA0v4Wdny5v3IG+gc/kyukV38a18CHMRUPAOmZOq1nVzbjS8Z1DLlRvAhuQo7Wh4U
L0tuO/5l6s56PsGPPgt4NDTigywNCDnUbO7tlHJRVU1eMS6r5VvEob+K0VdANYt2zJzv2ZW0zvTT
7jwkGEs1DlkMvBC4R57GQYjlkM1j3k0YOOEYckoGyGxKkxeaNRHkb2LAma2J1xblKNC4TAja+5GB
h6qJhlGQXGY8csWWzXdqtMk1oqATzWPePe93GDpadGABM/FfwTkiZUTir4jSdEWw+9+s/9U4ivea
J/p4Bd94iz//lF9Z5mjqa1fqLHqe/N3Qh5CMsDzfaCqjRvOCHJESDABgbXiHbkndmnKBwDxFDeza
xzthTbPx4TJFsQFXKOJKAQR7D3eO2JR1SqcXJQ1UzyyqoTUKBWnEKG8YE4RZhRPwuW8WzeCt7Jwl
y5PKH1gZkVB/QPyKUi9IHvT4XLlnOJvvY4/4Ap9vqh6THEpaaitVTC+SNqwV+peWdupQQmIWoRLS
p1O0fXM4OqYs/AhZMcBvgJMA6b4HQvp4K9GrwBFIOQdWk239WJejwwhGNfVEtVgvuAPb6RB4CRh9
DIj0Uxt242hVJfFlECECjZn/4H0nVk2hDUllMdlb8jcsDmntoYfTbpJPH9xLEmliXd3xH3QriRdW
HS3IiXidVap7AX97fjgf4/jvHQymTzTcoxtr3noni6GEkALpuIjlz3g/lcAeJ4LRFLnv5FU9GCXo
DIy4FNpNIVWXOpFZIx6KV19OGwMUiyrUczyjS+nfdBqh6GeZXgspCEl5IQUDhyYBBUuVfvP8ux8B
IBPWTgMyDfEshjCPJ4WA7+TRV5OrAEXVDdQ10yPPyJsgAQ17CAB7C73oTAB9lpbjrCEkBt9JGq0p
0D3GF+iolhTomapoqYKLmzm3NgNQPipHz82jNCM1l10iHFmx7EiGxoICKxnL9TlQ3sI1TYrH5AtM
g6sDrLBIvMC9zmJB0ZOFgi1Z/5pmtgdeJqfjrJa1u9oIr129BRxT8v6Iq11WD+/MySzGzHHQAVch
e3N/MuQ4E9i4ov41ajTVZMELRjqP9cwhawO7CrmUFG1VOWPgiVsexMMW+kpIE425AVYkdOF1Rb0W
Tk5+9t4PQ3UGhH4QA4QgAKL++08S2xpy91HlX8tYRKYtqsBdBg1AtJtKVilkg9UAUmjEdaHaGljW
9SiqqAXij2ijDvwaQuExSQCyZQ17kgWVA2LbeerPj9gwbwD/uXKvaqCn8WH4y1YkHnU0lEZ4Z4lG
15k0NAUP0phm5VuA5mTgZmbTU5L94vc8+r9zJwXHfUIiVMd+D60tRdsMciPcThIMTXtTrr6oK8za
PE6h1XwekaxEbw7uaTA6z3ZUKkmtn6UddtSbJ5PAx3tX2KeXRjkWIqQB64+s+zPsotFO5XHFD31n
aB9s4/WJChV+1+ZR2CB0fOuPuX/l1SOch2f4L9Aej2PQEm4bVedbJxbPYMtmPYM3yq/kwr50b6I5
9IYU7ThdMUVQ954lN1UNSBW0jKnJ+hos+zFQm5b25iNngZrYFJISFJl/7eFXTkxl94IpKFv/IKFu
WJ84U9yl7+OH4DvKhYHXLw1OZ6WVZfouDM2mCswIOIUTiHXCb9xvdwGdoV0jqf616qBZchmKN1qY
vW+D7lb2/tTMvs3tovmkY0QEcR8Mv0rWkME3BVxQLxGO2sgxtGYX7Qs8R9jcTFpDZOxxQGvCMUnM
yDtnsS6WYPlzGig4JaZ0EX6jQuq9ai91tClBJVEjucv8EeULFNtJwx2a7Vh/Khrpfd0PN+FrPDSE
hXqptIbhlBf26N3gZ097kUlbMQ1F/yofKtlCsyOp+pfQP2itHm/D6B0kV9DGiN/R0oRLG835n/Qc
ZU4sGWOw92tLlt753hh+y/7GZ15EIMOzrTIYDTy2Vp1kLyFC+QJvQ2h/RRs6mPEKUQ+7syJbAhhU
f3jiRmmvSbwp6AkowwDubtjLiiVCsCHfJcCVhqRlNr6qgyIxzd5oaeQgUup3pR0ql/wDTSrPb8KF
GxyFJhkAfYRoyK1Is4T4oFS1zzKyf61jSy7A3UgKfxMRrTUA1koIH9pqrQ+HrEa7mon2t0qn6Ofa
yqouDwdxVZ9lwRnffc7sfkiolvld5fnX4ZBCm1KxqtjoUEQPWJIFb/Wgg79TZGND5dfoNB6eqAhT
bydi5r4a0C6Nqcj4V4aSNE30BszlGlgvJdmqKIGuKkHH+crsPz75J6NISSJCBlZBmSdM0N4tiGXp
B9eahcpcpUdjf4A2Eqly4Cko6YXcjKuBQCdwyyFoblUcx2DYaOoaS9jjwxlfMjHwItcx5dfmLddp
lPOF2AjBFWKHHeFRxThKDd/bRatwejdUdF8piepmXHf2a7beUc3vjSwdeiIHHP+RyY2mD2wSG3zB
Zb9zBvqdz3fq4heCWlWbqFVZoPdmWwP9SEqYVkF4bTzodYJqV1NKHVD2SrGhGRY0rVkxGxq1RpC9
RMxbUu610ooVwJV/rnzJ4ytRQcVbm0TXcUkrc8FlOReFQU6z+CpDfhHkQO+KNRzgrGJR570NLznI
GH7GJ1AFXZ9bfgQIocyOaFGYKF4BYZRmsUoLLAZfaUFylYsj1azSByePk8VnxbsKIEhXDmlFPLRb
sMdaNiu1MqjHfuS824MxIICwGeIZAE0/Osi4Domnq3m4hSkKZQddkH4HKrhigpUWjYf00uyTJ5d8
8xbixERkEHfFV15OhWsPN2RFXVUBxZPwZlpGVBf7LNg8n6iHrAGMgv4L4tEACQgIcu+NMhQY35At
k2sJSMS+WiO3mbba7A69+/GzawRKTiVw6vjx3HBUhrfutyJs82Or6muJ/e+a0L0lZCHQrwMwEnLf
yDHdD0QpUxBSBnFyhZLJ1o8O4rDlSuXgNfviWoyi2WWf+eC0OmILgxE99/k0LjxQ8Hae+rbkid8M
PIX35lOeERsv8IJryU00WFFH4gEdn1abHGgZkbS02bXelcf9cm9yFiWBcpLxuFYLrmOQ6zHfkETg
0ID1OY7SHwZJpucj/B/Svmy3cWTZ9osIcB5eOWm2LdGyy/VClCeSSSbn+evvog/uLinFLZ7ugwaq
CxAKwZwiIyNWrHV7lAE5hwSyPJEF6aB8vB5gT7Me1WktOkthl9hhM0LiOOMtrtPiBf91W9RHqgy+
Fcg+iB0iVcjMZQYxoV7QCDln6W5Qj0E7gvYHvWbiFzI6yp+2dZLUKVyBmN1e1R+N2h0P4Ocxm8pM
xV28VMGdCUeRI4VA3+TuBQ2SXddDh8omISKXkHPNHbqJXkK0KHdSjr7LjWaebuijjpLkYELZ4myo
T2W/DnKk+aBvs0ikN7fmEqQ1J7goFoN9jud8T8sMXFnnUv7M8+e2PFbck0QVawidIDJVH0395Kz0
toRasbz1DURn8VpsRFPMnPsbYvZT4DCAv0TtB5fN9azEWdF3At8BJgU6S6s1mnRVSqQGLjcb10Qr
EhtBwtL7Zc4oyJnA6TPB5G8UfZS4CgUaRvE5CXV9LbcVv+maN6Fud0AhjXjiEWPhxTSTAfnhT8DK
T5y0AGJcj3Mo/KjyB8zqKH/Iw2bQBHOkeG/IlUm9HsF4FTlC4+hLsOC5A6eAtwct+CDERa712q7Y
NTnBI5ycNbUdDwIYTmKKXpe6HBd813SvMJ5TBCM0QhqEWPg/M0Cp6fhB08MYCY4QJIURnNfCJTPn
nK9MTMt6cbX58M3o8ifxOawEU9BjsxkRt3+CzJV74dO3QTIDtLfGe9Kb/UJpam7HXI6OCYbUQDIQ
DhXxWc+hvQ0ebg5KhgIgSTn0CEQtgygBoXT1z8+Ghhc+epdUIB7ZCGwMQ2HkjSo+1wNBw+yzLxV2
KAUW6XOcR7q0RW9vWaT80aKDwi9wQrjJmenN2hiixhgj2lUFN+t00azTvtiOwnjiopIDz5YW2wFi
1bXQ5ECGEbTqytDLtWtu0tjRxxRSuUrvNpX6qZFBArUVF+3oKC62tE8X/s1mQ7kJiW60d4GL/fpT
axBj5HQUsBx01yhIu6JVz9SlhypDV/MWral8tYqX+Hpm9x+mSOJFA8lDpNOurfKZMkjyoMRng1bg
ua/WRuFxEJVNn5Hrlkq3wQu913cVb6Pnlw+WoqDpqLKDRg/dVBudtK1Ytpma90VwvufJmc/a6MBl
OlqodSiwEjk8x37EP6ZjNq4U3afWkHdv/3gvIn+BuhsQmpPgLTN2RQrivM/r5AxqInTb7iTF7iB7
BIXFfEGF8LZ1HFvw0hTjScCsavixVCVn8YCey80vLXFr33ltfkVQRYG+rosmzG0eW5qVOvQRlPfD
OnhUF6vRkxlmuoEzhjMDWzuIGgTmyLc+lcY4SugZ6enKzkRQ/Y+xmWj//AK8MsM4aMiDJZR0MT3T
kaBLeQuuqVDcgT2mX8p13oI9MbEXI2KDW7EIQr7RYUryxNWYmdqr/qYEpm5zmlU7SIFFbt+ZqH15
9/fObdF2MoyoB43ckLYTf5IiF447lDgCDeicngE3c5Bw/zOcqwNxv8hjZboESsml09nVk7oLkPvY
4f5YCr5mLqerD5jSIBcfoAxqBJhiCuUnPjXMQTUSJ4iH1L0/zpkk//U4mWAmkDMg9/OMnnNb9Z8a
CEuauejoKbgwwYu8rp7Fcqv+Y7UYBNJXg2OcoapXJaQnMTjt8bP8oCZqU7Et/+otZII3pSVtLWd4
P94f6sxdAZs6VKeAypdAd349oXwgBuAwqOmZi/GiBDXqOy6NdOU3bWxFUGxeNZ3YW3KaLQFKZ1LP
03McmBoAy5BTNZhjiQpOgEJRk5wTsPM9krqHyg1JArmxgpwTAMZSilH3ptzbS8DHQ21CSrRU9hCJ
qTOI1MX0JQxI+xlzRtV+4r1XDUhFtw0HSg5DL0O0jxRgki0FOS9tnqjaeAiUETwiUVnlKooRnfHB
SYiV3T7OoCkA6QjFEZI+fJd6KKvbTU/K+NBWSZ9aECLHjSArddrZ96d/9ihPJGC4pSc1KRboJmat
ohR5kZyRSai51oY0lxCAHsE/aobV7RUUrHUrjsAG1Vno70Vn6/0PEGcuI8gh/f0A5kkuy3wK9Ro8
yQeybhQeENImUk0ab6sAYq5WDMbZD7BT9q4OeClKI25YmcqOa8CwXH+X3K/wBbOc1Kc6wIyDoZx6
hXpAteVffCagzqBHhTwPMjjMbunQ+DrkZEzAHvYV/eHXZM+FMkh5Szdq7LZz1dKEuBQeSVYRNFap
/OL8BwokdmsZZWL1CM7jje87KFPGolXGm7bflBFufLPQTJ48L3ztTJQ5qbcivJCB1sTL7PpUNUiQ
c2MvJOdsWBfqriliMw5d5Acl9DIT6avpIqdGbr8lgtnGv4bUjP1tJPb4OEhEmEWx0aUXY7DUDt1s
rwOBdoipUbssOLNbKrrPeQC8ofCQx3t+erpdfysXllE3ECM5o6rf2kGj5nZBBx+87KBjRjlVNZOE
Zuuy5JbYsaZZYC9m+BzgVKaGHCiWXFtOyswvYlXGLKl8sK56qQLQYBgfFFosabLPxQAoPGqoF2s6
OMuYkDjXikApxwgOXRJk8Fk3g0OM7AVlni0fF0vlktn7A0GtCEQfUkAgp7keGYf4MmrA43LmKdqc
BMMljVmDFqt+VgcX9YDoNR7tIVy6tqakFjuhl2aZ29GHJKxPioaeC9VUiydNOTT8TndxQLl4l/er
oVx42MwGBCDvRWYZRVcAyJgl7JWiEsJwpOehRQ4CyCLTr95FgNUrsxFfUQzRIS9kVcThBrutLM3l
cZMC1G+Ay3r8Foatv6SwPefPgJcBzS30GRClMF/EFwIXNRyH2Cg02i14aAEdqRVP5CrlAKWKcCdk
RWDxHI2sBojdheflXHpAgosy8PBCaRxcWdcrH2t+CE7zOD1zVWGq5Jc2oLonrzltK0mrtK9XSXAs
9cpZVOSejbZhFDpzQCUi98h4SFmgQBG1sNwpZl8cK6iPGSNAAsSJW2qVfGZV6mtb79HLbwbUVdQK
rhFvwdxBm/0ooJAXuokBXrGHPnrRE5v3LbDw3XeMM8dQxnaZsjV4fSHBcD073FArRKBCeq79xOKk
TVC14MQ4GEv4mpn6EBBMeHFPwqQo0f28AC/ixKJoVD2PpfSc7EuP21CzsgIg1k8n4fRRmuISl+Nc
TvDKHrPrujFt6zKEvcw8hK78PTVtnL7Gh6d4r5qvuSlZ54r8L27vmRN/ZZe5aNJUqPSRiOm5/cA7
IJZ3afgn1VZKloMyI1rJUEfylQM4uvjeq7idj8/J7SR2erQONbssd7JkAUk6c/6uvmjaAhczz42y
6uPZmZ5RJJ+6BHK75Sl2fW8K4VfVL5KFzNoDVI0HPyWaOll2oWFIIq3KYW/o0T65RrLV3GSr0Oux
5kDWW7xp5YepS8ZpC8tad6b9SXd+Zb7c39k/SAnG906xyX++gzl+tEXLcWhgB+xAQ2IapoSCsAk6
V+y7r+ZtVdn7FJDW3Nyeve79eFxKv962GMjY8Rf2mWu8SlupEIpp3k3AWcFBWO7xasnIqt9mPoYf
4lEY2cfg/f645yodl3ZZ5qFoaMAyEWHcjTUoJprs8ci2Eh/yFitb2tw3NhNWXdlir1W5ixI9xBh1
bdeCBZbUT/7w0gdfi8CYuRTRlSnmKqV6LGeDhGFJjxTtNcjEoDO43VUdnrZmKT+Q3x0gigd/KaM9
77n+riNbWFGCAEFFiBM9COusMBuIKR/4F37cxl9A5oyxzYF2JXMKT1QX8jWzzvnCMuPDsH26Doqf
6ZmXjqoAKB1x+94SF4PjWZ81pbJ/1BcVlk2j7FROVgNgOhVuN2EeFZcKaHYAA/6Gy0po9aK2E7vl
H/GVVxqL112DPCA/SVEkNMoFPoC5+xrr/PdjGHeVNtBY76Fbdib5oQ2dHu8azoLqAtrgE+B2dtTm
lvJi87v4r0nmEpwevSCXwTxLyl4gbg1eVPkXcMXCIpUIG2CjLwXstuizRxcV8s8saNBoiA6Yitaf
fORjpPpTqM7+eLp/JpdsMH4nb8BjnGZcf+qrwQqLGPgPyWr9BffKztnPSCZGKGBP8WBgA4eUy+PE
B4Lj5Ncj74U1B+qOjCfrIhcoEl6R+AClkm7hQLAvo/8xOqW50M8+yRxeX2XQbWganlf6U1jKamcb
Pkd1swgLyAuNkVx+QGRMfs2yPne7kPOrBWd341kn8zIuNQWBLKSDWaYCvCBHjnKY2Y7kD/q45iQQ
2wPO027aFoGdSE6NsjaWREjmZhqPVuCS0aIAYR7mHlOVEgi2jgwAaZ1kLnEatFk2vzt124XP93cO
629+xgeqemTBge4DvOx6eqMYQiihEYI81EjA7O6Xrp/Fky4C5S3Jl5ey/nOrqQEwgcoWOsNBGnpt
TqPxgMZ8aTgNgVSdjKoDwF8hpdq6RjhJULQlBIDNIRjSAmD/LFhSjZubWGASgEhABgOrylxecjLG
AgiLIe2Ul/sO1HU6NcDXTb8Srn+TwGG6EGvf2IMeOpRydJwZdMNj/1yPt+XlgrYgCD6FyCsMyD10
SWuV7TsXfqTpn3+4lJMtELECkIWSE54/17YEaSyTitMbKBeDqDMX3RA3x9gGG1FcQAPcngqYmlQZ
NRWvCPQ1MsPK4q7VIIjXnqBY5ajdAdt1JQNw3vifiZabQZObTRg9N+pS1n0aw2WAh4oaNOuQ1kFv
I94VPzfJRWCrUb2U4k7vTkkeWH30rofbKOSthKbWWwvK9kZw/vGkysjKgE4DKBIkSJgkdFIQY0Qy
lj+Vwj5PW8sP86PYEzdL2qd/Y0kCABh52KlEcr18SBuUZZwR/iRGr3jCF8MKOthmzi2B5WamcAJo
45GKfuLbbtRAiPo+HA3+FJfaQy7WkDwje9D2FVpp1oTs8568Z3ThQXLjZiby4gujTCQnBKESNYjb
T0EVWRO5W/CJ8z9I7/98DlHcxX2L8fFIaV/PIUnrsCkGjC385PkGYl0vKhivhqUQ+MaLwYEB3K5L
iqbzYDth4pW8DqpOiCvhlIfhmziAQi4DsEJ4kMN2j8xmEy4yx0yLf73vIUOG1mWw9SB5BrPXAwta
IeClXpZPOI3uCCSplCkrPTGsFER8hBN3vd5bfJN7BR/v+ujj/rTeoBfhqH9qw5jVn2YvxrW0pc9l
ijrqp7pqVnX4kGYxtFENgC6cjPeM6Dvv38h4TFeFtCYoaarqb+5JX3peTV7lehIAN0VLFCIPwH0B
KbueBGNIpdRPVP+UcCgtQHOQ23XQHsJcCNJCSHrrt5G7mhA0E9kBMmvMCkf6kAiJKoYe5WVT2hvc
Y1HhWsotPz4vzO301cyoVHTXTxsWFzB20/WouoALqTY0kYcirbINguJX10XCAwpqEHpPOfpqJKJg
g9EnsaqEHzeFoD5WcVdt4xRMSSonLgRcN7OMWpCGbjewFaIpCn0i19+j5FKk5QK+p9UfqxYCKZ0T
a5K7MOqbIzRVnFD8RgkPZMT449pKLOC8hD+jDmz6rT229nu/Jt+R1b1lxOlzSzcTBzLSwAA8Lb/v
2NcPwkhYh1ufdMigjTX9fnGN5GjeEqW+jbz+B/fyrFEvbI61Hjmx+J3laJkUW3OQnPuDnt5uVys9
WQWZOHJhKiiS2P3Li4GWiQlmNi4CR4HWb60sYrJvHAVjg3k/YlRpOwBF4rW/EFqJFoDGTpSZ7TdU
v87aAtHcbRzAWGP2ChclqdjydeQ1Dhp7CKh97QakJ0JjayhE/x+njzmTsgIGVq6BMa5HU6D0GYWL
uLLpe29XCB1xwFxNalbMvpB8gzZBh31Rmfkm3oGKwmm3DTFbh7fLQ7fmwH6iLFX/bnzNNIngplMQ
8SNj/SOYd7EZo6zW1BiSXB7BTWwJeWOHGl6iRa2fqij+TcVgYdmmiboZ5YVBZtWSJEQzWYA9EoCW
ihro4RTfS/WXmrcLhmanE6GMgQcaWhbZNEoVlUksKn3kRYJMQK7oc2aCiNHqdH6w7p+tJVPMvtfC
ROQAh428IfEGaBTzho9i3SIb8OzxwtMBBe/pCmKDNJUGcT+KPo4X/xVkwkoN62NFpUMESrEk30h/
OrHYcAn3EGuL/ZY3F8W0Ty5sMzFU4kulWGtG5MmaNSZWpIPrR0CZ1X8vuEMxkZNugnZqc8Kz5v7k
zmwYdHgIOqgJjKlPlrl4g1KJVKHFseC1bBODiNOQe8NMUuEoNfVS2WBmJSG5YODNNIHHb4wlWc3F
YLmKvBK0UBZeiyfwnaerVpcWRjVz7gQBlxwqrsCQ4j64vgTSTk/wIVhL4VFpvEJ2IsmMSoeOC3Zm
B4RWbjgUdFtg/q7tJOibA56fizxE5GvOOMfJA9GFhYDlJqrH4wRsioix0Z4K3SZm/zdBU4ZNmRBP
js2R7KO6tDnhRIRVhhsOUDNb4jb3N8VNkhSX6JXJadwXfitGHzLe6SHxsu8ut0LokqS2/vYlfgqa
pZqiYarrahFWOW1yxnfBKOLRqeUVb13mEAjpiBAxpMQbQUrxnT3Q32gjWI0bSNPFGwpa5QWmiPl5
/WuP2foVUQp088Be22yN1zw5opcrQtdH4YjKivu8P6VLxphFTMuBq4mUE4+EhpP7eP2hl07rbY3z
KDSQAUJpwLJz3+aPy7o3o8wytkpJGsBtiRf4ndnIzwVv9rGdQ1g3kXon9r8C9N8jV6N0C7fDTYH+
fzbQ37llLvRETSS+H7BnhY+sIRv0B625cxEMHqn3bR/gwoCAVAtyNqSeq3Zh+05zeW/Yk3e42L1y
0hY8LTHXAxR4nSRvR8RJReoszO5MpDmh1IH1lCG6As6RazMlzdEcTlLipXswW5uitkqyTSSaVeig
7gsZ1CVaptk9dGGQ8WoUqm6VwWM5oX67JtBPwVmMU3N4XdirPxH6zQReGGJOYuEb8kQ9QLzoZfjO
PW2nf9E/TWB2TvKITvgPdJNu3/YQ9x57Kz0JlnBemNpZV3DxAezR5OWeDDW2DyRi0DHdm9Khc3kX
OMHneqVt7AVz0zm4N172cHbKOLY9zPV2KFu/xa8n+TF3JMhfr/bGk02+lAWLSyvJHMw8rBUac9g6
pX9o5dBSPEhxmgKSel14yp4Jidz7Q5y75kEXK00c6xq4UxmDnNBmECDHinb5Q9+5Qvqd/C6zBSPz
0/jXCHPoCykgQ5BV0K8rROo2o/oeiqUALGFfmPeHc1M+/PEvExMBsobI4rNZyhRgyqqAe/MAeDAF
bTu4/kbaN9VZUdGN9lGU6wE89cQkPb/gVP/L4fhrmhmlVolKKqEnyNP7Rz/5qtSdVFtVYdECvYv8
rkIff/EBntg/pLHk6iUAIs3/SHL0KxVHxXiVdZf8Y+EQdjoYj0cp6CeMCNMREM63lSJuXArUlM0Z
MoD3nXN/9hengAl7kCOGYpmW4TKrQreUO8QlSWsmxnugtE81uui1fqsmVp5v+++QCJtOX/eCS+L1
iPJfFlniiIv2KEmbBiKc979t/mT9XZ3p9wvfXwGRUSrT6gAZJm5Vq6cgBDTOwRO/RB02OYVbp/Ef
S2wrp4K6n6Jm0yQoJSDvQxnZFZDTC9tt/ib9u9NlxulnshHqOZRaPcM4i5oT79vSRMcGtfVXsl2S
k/0BMd0MSkdCEE87hUcodj19XNhwdVC3uGKowxsP/pCssvY5k0pzEN3COCcbUp67ytrln3q1Gxo3
4TZTj9Hb/VWc32F/v4O9W1Uj7hu0fOFuRRvxaCku2t3ARZCoA077I1UfVGLXeYUGdLuvAV3Oqqkc
4sjaPq6OnL9uuD8qNZd0xG7anH/O2cVnMYtB2jGXEhXT07bhG6e7abUewnVSPOKxViXZEVQa1qjm
2zJfx8aHSN5oa0bCCQn/AR2CaSObob/OBzct7ESJNol4CGhmj6W2k8DFrg8OqIr+lau8+GbmMu8S
OYlT1DU8+Zz9Trz4CGamVQ/KBPk1PMYet1QHnL0FLuwxd3eCFnQZxPDEK/xgdIdK700odZdWrXXB
5v42uYGFTesB788jVMA9ILHiuQkta2TjcDhSKTBJRq2IBhu+PUmGnUNmOgQ7TfMsja5aW6Pemj59
HgJTGEyAHSCREGm1SYOFrTuXOLv6JsYX55GocHldYL51blWNb+D2sCIS2Rk3ulL9ESe6mbe/UcNY
uH1n78TLyWC8cieJo1zUODNhsMtST4LssxQ9amAOGR8zqPmhwrXtcjvX9tFS28jce/vSNOM28q6Q
NDLCdM5zr1gKjgR7mgtm+EsX4wUPP+d3L2z9zP+Fh1fzEpLp+M8rM8GUeUDglo7MdIOzTvDSAnPK
ZZkIFYpNxKMQ4UoGcUMLMD9losVrSyQEs080EbJPELWb5Pt+fr8YTRCpQy7yGE2VOrgVHe6PZuWr
3OoP7WEJDz6/NS+MMa5gHNHOWrQdjPEOag4dkP1avssdX8Sd0qy58Rf6fxaChdlcwuUIGX/AqShe
VxJ8pthSc8gtpV6XaBEAq6cOZUR0USOToTdWkR017qWiC6dizhtdWp9208X8pn2VaGIF7+ejgWwV
ICdkG72Me6tDeL/gjabpu9k3F9M7fcuFrTBPyzQLpygs26lod+QPAl+i8eWgoy2837ddZAXlY+bq
S6HIdLzuGWZCUqHX+jEeYDjU1r30XSCFYVhodqh9sPN8as/3xzlT3xEup5RxcGgIUsocL18vSh/Q
JuaQBtTu0m+/RaYoGBENLxz4+dGpACWgUo8KC7Nr254TuQCdvV66UYrNCJIHGd3MK1rbuieVi7nY
6XTfTuZfc8x+DaS4op2O4RnJPs+d4CCcNEsZTMQThmwjC730Npt1aMggokSog7DUYOazLNOGlr4O
gyEHXGsXjeaoIIlwf9VuOqF+7soLM8z1IEapKCgR7mWSPIaSKaB9v3hsmi0OqCn3ZqdAnsmVOAes
K9kQmpJoaUvqRbfF5um+vvgG5p4AwWUyKgTf0PEOXUk7QTD5ryy18uq1/JSe0A0YPyTCs55vK7Ad
1QBR35+EGxD/9STc8J4HIVrukkbA5cyjyLoNzi1Ey/Uz+gB1uipyV47XdXyKu71+zF7jfGVA+Dsh
pj5Awkgkq4kAshKfouKt00+EDqv7n7ewRkBcX3uQNAFy0TfweZRfJcRtm4ewXjX1+xi7KehRdXf0
j1y8r/l2w3OjTcYWmrlLFIyz5/s/i6TwzHkb/V5uO1FF+mxlhDYYp9qjt4Rin733JEFHQwU2PrpJ
mE2fiGJToDky8owddNKsSBwcOfqk2j6tf5OyQdsEiF10R2nfFqZ4zklfGmaOwdjFkiZ1Q+T58UsT
ftPnB041txBADIZPjpjN+/G+wblgQhJFYHFRjpBw0V8vaV4PIS3SCn5DIauhfuTpuYIgVU6W4u45
N3JpiBlYlIw1RLkK1BrRm5xHoG3XX+4PZW5jXFpgTq/fgiewrjCUWMktEYKRY7ePk8eOvBepq7Tt
wmGdNQctDxD8IGMlsJIoVIhkCDpipWqhsIo8tX3wAqMN1fY1hVhZIwugXSkX4oVZFwVKdai/QBNj
qlZdrxcROA3tsSjF1Xb9wXkZmBh9GxSyZrsu7PhTckDaaK3Hp/tTOxuaXZhl9YXiPh/5sYDZBrl5
s3wMfksn3h1/86/cvwlvL00xTkaIaNqpHYpjBExbaruTNLsOjqqxECb8lyHpyBRPYBM8+q5nEsgX
uR2kKV0dNzxeIADWR2KUncuo3IPbqzxCq2wwaVEYe0lI6ic5Vsjm/rROh4u9y6cOyP//CUxgZFS6
xIHNmniaYMtlbYbNpk0HM9V3nLywW+eOHxCMP7AXFZ1xzGgbvu5TvkA6KNALfUvzEpQM2Ez2/QHN
Jmg0vBawNTVQjyjMKdeqNsNFjrcJhO7aYNsVLzh30vhdfKWAbMpHoQFn5+eouOTd5+3OWPu50z3q
7/c/Y26wl1/BHBLIKTRcVeG9FwS8ulKzHKhUHqrY963M5r6AQwVUC8BJ0DAxczo2autXBMF7EoKQ
lLP6VnTQ1MBlTz6yCgpozfQDv2/rz34xu3fTtz1FCpe2ma1Tj32nlQbCQLV/TKNo69fctsnohvZn
kd+2/FSVJGh8fhPzjwgU54Pgxu0eLSRRuWmr90GxW7JWhE2Vudj/duD/4XKyiQWyliNqBZTbkB6N
qu1SCCHObHnsDAm7fsJ8s3Omqkla1gOi5Y46Qf2e8QcQlK05U9Z8c3wJ402EfGiZu9rC5TCtBXvU
wFkBkDK4did6o+vTXo+GUfGIkTwo2QBikxjSDszIxWrgJHXBR8/uvgtT0xRcvLPUpEO6uRtRrkEH
gRPW+bjOBeH5/uabtvC98TDPgFb3gdmseTxbc2Edb8MS3eLQ0QwD3/ODP36nO1qwBIOajYouJ3Ea
+cXI2sIHcIli8XQBRK4+yJ5TAlJ9PFdBHhRI4EoEOlId9+i358k/ZcCadrwO2v9JzAZ4FPadlaiA
z3cd3iFy3zeOmCmpy8XQcI2Jmv4Lv4yoDwRfE6mYxKphcLwgZUZtTKkqCqr/Zhu1Nq/LDt+qTpAu
RGBzOxOoiQmKOLHbsS4TGdZCHUgYe5IfVmAFBcQ26iowUKTj0uNxyRTjF+V0AKCF0tgrwCi/ivEc
duI4iFye6kvJnFkHdTEsli+Zb2LOF4maeHxeJpJT6yU6qgIwwzZuGbVjgd45oaPDllOQy7L4TpJz
s4s6/7HqRkFxYpQKIydXxQh02MSPhQ0dtaDZ1YbYi7YYEfw9kFJwzTWdxtGjFmRR+S3wYYE8ogoC
1sFXCIQf0lIddnoH9k/IAfRVsS75vCqttuVB1T4OIRi/cIygZrt0Ocx4AVDTow97UnlDiwsz18ZA
k6gQpRgRU+G8j5C//KqsyPwILCi3WUtZx7mLF1EhnmQAnwOuzYovFWOc4MDXiVfqn4JabjXcSb7s
h0BU8B6XfYEw3wQv/ElKxn0zpAcwUMjxMwT33E766jnPVz6NqPq876RmQmQJqRgQBgHpqsDxXvuL
1OgS8LoE1JPD0hQ53kz51FWTwTFyFzpF5iK71ZyHgsWffokpy82y1yFwzKuBi6hXu7VgpqAkt8wv
6c94bjwaLi3x9PmMDwawArE4ml6gacsKKpGGallnwBiuVI+umgJKm8kWijVkuyQbM3Nyr0wxnjcL
YUtsp3EluJ5DXfsK8/CPItAl1ze7kS4HNX3JhY9XIMEoiDosDdsOVOTZCpUIfzhLWWb73DrjDlCo
xWNYcXxqgiiAf1W6NciDSX6+v3f+y4f8UAUIkHZlb2yqp7mW0wKsiuWhFx2ouid8DyWDyD2Lv8pT
UTjpMUhtUpiUB7lqdEpFM+zR+366/yEzQfoEnzFAWfDzHcx1XmrFSAouox6lNSSrbaHYoUAMaEmw
JIE55zIuLTF3upqnatcZsJS60TFbIl+Yq0ZdDYTZQ1oQDUPqY0KjwdIym5QrEj+TxBx26VfxDrau
9gvk9cTiX4c1eqwfOiz8Usw8VzmdOg7QWQgWS7TCMW6xTuRQatUa28t/Kjeq/pA3Vm/zlQlu0vKt
hAB491G/BP02Lc1KcrLmqWhN0OiXeGymi5j12WMFQB8oheCmgBq63uw0HaGzUuBrmm2f5Nbov7Xc
juooRA35uuZ2wASEypusPvZN7dIW0lhctFXCJdaQaWFvHAk6oqbGRDBBsXjQeowhtSO11HsR5D9j
mpm6jkZoENsqJiU2VBh8wZO5t1j+00lLF9Xsiqg/NMngcJmaMa/noC/8otT1Hvv7hJZPZyNvxvcC
Yth0ox1b52ysaot/N2z+IVtXu2YB5Di35f8av0l48mFbprk8Ui/XYyAVqh3lF6H10yKyszu9RSHR
CQyzxlK2KslQaVHMY8uNWzW3EtmtUOzYh6qlvJRnA1qhmlMq1n2v8ZMRuWeVSawpaFIsS34a2SQu
66R2BNJBt36ULX8AFUljx0/cVnLeNvWjsu+fV+mpfegfwrXyndmoAJ+i9/sf9JPPuPdBzNM8VGW1
0jN8kGKK2+pP7r6HFpjzPw+g5Nm0duMonrHuLP+rWB+zHVQlzHLHnT4qW3OClXHWbWAFNvU6OCTm
G+K5lYB/N5raqnmGPvrC7P20O9z7WGZT1llRB2KLj03QSoK02jFSrcSrLc4WXx3hpDiTniv/2kDd
dn1/nm5jFiCZEfxPyGwUPdkct1gVGpHlofQSDpKcfGwakIULzAbuCVk2H0nf+/amkVyPFC1P2J1A
FE9gMba8kktx2hZlXnv6GQNtNx+AaJYv1F7Kv87ku0CAhTquhBcUGtpZJ6N0sk7RIQdD0SYEwKA5
GeK+6yCvAZIWDtIaDdqEF7DhUxaCHZwGWtcpWwmubJYVujLaoMjA2OfJRNkJBB27RvhZtpLbivn3
/Xm89SQaeAwheSfAGrq6mO3t91SOdECrvKDi92BfwEsqWkhe3EYC1yaYTamTLs3Voag9revdpMpR
41sXhR3pAjAyC3fCwnDYfqB0iNVGiWCrr+VTkMSu5C+hoJdMMNE5n6skE5ppOENpKoFikuD1/prc
niUsPp7q0qThC3kmxkJY+VnRKgnWJAejHMQy7SrU7THKbCXJHFJ03wZfLvT7LtlkrnTgbWTe92nt
UZ9YklpsBj0wU/oEf2I2LbA28vr+IOemEWQJIDIAhaassE8OIhEtlVNMozIOqjNoRDFLlf9138hM
rnGayr9WmOukC0o5KQRsb7AKnUcTwlr7V78xx62lRHa/kO6fn8O/xqbfL94AUZ1mo2KktTdYw2BG
f4zf9WAq1j9OyV0PiTlO1CjBau/DSu+Gz+HL0g08d1r/ztgNFZvQYRWCGr5HqWSHGz0FYkWj76FT
o5EXrqs5N3dpitnnXZwDcDZOPrz6yCE1WyUuCD3zf2UFioxQXUObIPvcFOQirKIIVsaesym03gUJ
QmvkvW508/5umx/PX0vTlr9Yf8MISZ+Jde1lqQFRTTE4RUK6A+7ohSuyhQjwNgTHLtDQpASCGijp
sK2pSl33MVEG7LUisNMQaDzhfURQdn9E8+cHkbXIgzwC+NFpyBdD6oChz4URZsLyEFQAZYuQ2jLS
Ta5HphY6ohY8hL5kZYH0S8lHCHv1b/e/YHacU3iNZmtQ2LCs7FFAQdKR8rWXxP+PtOvacR1Zkl9E
gN68VpGUVxs1270Qbem959dvsLG4I5W4Iu7szMMZzAGULJeVlRkZ8ZYZGGa89/wlePGSEebgqk2m
lokvYJQGZ/udv4u57j7hggUfO/OU1CEl9MdDgH2IWs/lbLqewTWa7GKDJD8uMkvoHqRAbEEeB8o0
pI4SEo8/Ypeh9gNio94K28RqMtQjsvBOiTIq4glaBE/56K9vz/JM4Hj5ZcwMAK1SBE2p4crBI9Lk
StN9LAF0/3VHKzlq604AKtjUHO2oQCPxWz/p4IJT5NPSu+ba+eAzUFPHG3dS+GQbGppaTnW3b9Hc
FxnUF+97UdjFyXZIoIu1WHSbrrTLKGvKVOM1DVD0VE1kxsxxIByt5LyZ0MhjQIZkU0YfmWEp717x
gTcuAdKTS37AJrRwdq+vPqCewKkDyhfEXWA6vdwGOpjkOU9DC6OvvSvqrow+b6/mTMwKAxM/gYxy
HtqUp5GfndqykccslsP2VFcdJC+NPOKFQxuh0r9PGt0IVvhv41Pg9EYCQ5g+akSNCm0N+R1ZNW9/
y/XRQgM9an3TmwDdoWwFnI9GL9Jdvz8hSS0EJlg4wEI8qHxuirq8xDdx7YBhTBQRpuJRMLHOXI67
4RLBE4u0P3FxvJGToaK5AJ/Rhz3ejulS6Dw7NAlcmaBKARs4+wRx+zFr9CrvT4C58NtBddVjDy79
jajx4UJkMWsKrESQhUd+FkpTlwNzA2iEpnKLgQ2grkJvarwWlUzaSS6aDW8v2OwcgkkDmht4xWl/
YKbzvaMHbeG7Yn8KswDMwuLaj3IFjRC91SjDaN02NgMjnXilkKUEFGRqumA8IirvHaLpfDjxPWfc
G55atSRTPDBbgVDIGKmnDXl0j3Mc08jzoPeb1Fq5DQot/sybFm8+LXPjnqSa0D7VXRInz7c/8Pqo
4vuQ38FbU+Sn/PjlxJdNk40pWgJPLsDDu0ST06mzS1yYhus5n8RgIQOOxzOQkKyusQaNca6QuOFU
oKFrhy78YatynL+psyp44uWuWGjknBkVVhecOMDgoI2aeSXdnqHrrYlvP/stZoaQIBJd1ZOHk/og
fUYb9eX2z8+UJi5/n/FloHTxXC7A74s+jd6jnX/aGFCoBa26k8TTnwv2rq+gS3vS5YpDd1lqIuic
ALe5j+tdXK2El1B978tVD6yoLj/2nCXUhN/koU9RpCNd/1D632DNXziIM8j/yy+ZVvHsJI65qnh5
L6G71rOkZqd+qPlBRDqu+AjtIqV8qpB4ZTR3HwszMHW4Xt6Ll3anFT+zC8Zx0NEqsNsYr3lhltG6
Gu3EBQ+q9+J9xavb5ub2PjoXJ5isMCUgGNcmtZCNTap0PAWRiOp7FgzAVrt3RlC4pBWzcuE1MLuf
oK8CTD7aS8BywaxvUNXxgOtxPDWSaKrBD1QCiid38zYK6waSerEV6PbtEc6dNhU8MhL6NHHhs5IN
gyFUgdTxI54FamWHfJjbg1YvJaqmaIVdtXMrzDwWseG7fdeOJ73MaCm4qwyaBAf0/BN3pxvhQig7
d0pUyOHwEMOBGg9bAYjrOA2F3BhP0AZNjjzeCVAz0IqNwFXSqpKzUxuG2eZfzOOZTWblWqHsOjhp
2OTbECAhULMnRaYvhMKzqwWhdhQmQZmnXvWoIdautTpA9VeU60Osj68dsEoLRuY2/UQuaCD3gfiP
dfh9BLL9hkeJWax77+AJmi260mOs6ak5BIq8MHFzLhoeGngrvOBAHz4t5tmBRvqSy9w84U8jrjjS
6U39hWlOj0raFAs32UzoCUIzZBInOkMwKOqMu/ZaeZQrVx9PgD1Km74HiXYfVRmVDX2gacR7z22N
uqPW5dmxKONhq3WGuhAtzc4uaucSohf8wUZLU2OKoHXIXYzIm27DSK9JIDWDGSFzQv1R//4X+xJa
MHifAqGlGcy+HCMx6TUXtGpa21c2ZO14opfgw/3vraCPQANKYeI1lZjXipJwYqF0Pn/KtO4hjaAw
0hjN4//PButDjIbTghh7P0o4gQRt7UGScKmWOVOhBoYNUY4Cj4gMN8uvq0VaqktJDyvI4G/RbVvt
NH0wNm4/1I8Nj8RcpFeGVXqQBYzlEvhSb1CJ4HqDVQDobSkBZ9hd1ZVEKIbRbDg1ePJyOaZ+PATb
2zMyd3TAAYOaBtoRIWzA3IUopRepkYg88J+ua0a4nk5tDcKnJoyj078xBTV7AJpAdMry5nLgo/eq
yODBON8MVIz91skqXSbKACTIbVNzPg5VS5AToh0YFT4mZusVJQjiSsJe4hvvOIbhCEX6mv83u+nM
CuMK6jKRtAAe+yTqjQzF5DzbqHGzpFwxu0IQzgTnL57UyBRdOjddjPs2Uj3hBGYLMHC2wA5CJi48
IiWlLhzBmUYO7Nx/bClT5HTmSHMZIJyQ0/lTgowCKkB6mbZ7oR+ybu1JI9/s2yGQBsJVY1uakgFB
mLUUGDzEibSxQsk+VhqkyGJZJXygVB6pSwWtz5kcolHh9grPzwqUKCExgqwd+zZt+KzhasHl0SAX
5Vuh1pTXge+qB7fJjIWSyzTBbOChT4o90/sFCGnmiAASp+W1EQlAN4pOPyqfZSE++srJE9AAguh5
wpbUCyHV3PBANjXdMQaoQ1lSodKXx6KvYLMrc59wStHQnPN9G+AJb8HUXKQDMnAIbmHtQWcpXa75
gHCgFbJcOPlhSoJdrZq9a7WVXXYLMcHcoTw3NP392eZyXTcSQz2bNnJ6D3lWGnvJQuJp5mLE9QTg
BvJdoJNlyY07eXpqT7vCq7xtWlerEOweROkSAFuc2xtwLs5GhRYuE0w6ElRfmeEMbekbfYvh8OA6
p6LXmmrty3bQl/1Rl0uO1kHW7etSRmVf0Q9qow8vCSflC7M60/nxJ8yNvQIwFFqEmOAnj9E77fWh
AJiESjwId/QyevPF5xL6kegwoMVWrkHw44lml+OFP6jHKm6sJm7vkizbcCkkOG7PzMx5mZTC//NB
zEWel5nBdeJ0XnyqyoEtxtnOxSw0A+SuuwE8wnt5CQQ8s7dgE4RwGtwB3liMK9b7XOb9oIJNLzHl
8J5Pl3rF50f1jwXmmPR4chl1CQty6bt2jIqe0Z8g2OWULUT/uOAh7919YXQL75C5BNLFyJhtNiKt
m8dlLZyG9FuNXrijZyCDNA5PIS+vsjAgWW3mQ0ANqbDQUXuMMhIYCwSsM1USTK4uouuNR5htsCTp
6ZgipubgI4DKkoBTybmORppC004AWBOi2n3qbkO1tl2hV0kaSnupX+K9nrYN44YvvoHZVlqFG8UY
cA+WXdR88Bx0VUjats1L3yJSGkH2ve+iVjTHJK0WXOSsWzkbPnMFq52eCsE0fA3dCJz+heiVytrn
GC8lk+edyj+W2Au4KIvQA2QZPvIUQ54lJNwRyevwuXjq7uTPJd6UmVsGUwpWLJSfJARLzKkp3SDw
27AUTmq9l6UTV9nysJCJm7ldLkwwx6ZtxTgeugLeSf3CiMAyKCYfXqfjOtvcdjvzi/TPYJiDUied
0qkqDkoyUiCE1oqekEzN7uJ+ddvQXHx/MSYmIEDMOeQeD1fQID9bRJsysdVKppL8I6JOyfmdKQiU
C6X7MUrsXl/lLRYvMEt5sIdWfZET6UcJ+O/bXzXrn87Wcpqes9tVwNtMgLblFKW8+QFkuiD1NG67
4L3i7lLhTvJPt+3NPYRRoUWKVQUvM3oOGYNpEwYhchSIG1pSYq9KYEn4UL8TkUBYuswfqyUY7LwX
OrPI3HRJNvJDP8175btWXkCCcjRWefQQDN5K5j6yaN814irP+IxU7bNSL7ji2TvmzDzjgJqkGHzV
bSbIpVGufF2AGLkHMcSFeZ09lJC+QDYD9JkogV8upJb1IMyDAM1JhfK4s5Fx+kdQdO2h1n2IQa5B
l54xs0f0zCCznWsO5N6cjoMjQz9kiEvS6KLFCW9J7pv1+Hp7eEujY3aN19R5MBpYwzzL36smTqke
CgJJ4jiity3NHoizYTG7pdMGrRt6WBqV2kqUh0i3SmldqXsIaOb5SJGMWrA464HOLDIbxEg6KD1r
sKi16Up310P7WiVommvt2yObfuf8JoQg8IU4EWNHFMcyNFJoQdmpGTkCT907IFjWt41cVcz/rIAV
HL3E0EsEAd/lPuz4OBeiXE6dZzsj4Z1vVuAUJnVC6HaSDRvWw7pbn2hHhHRhHq+gx6xpZukMTvO8
WIP60s60mx/fnBhmUhv16naTrtOR0t/4kH12YLmwo4qatwd+BWJgrTPTqzZdByJ7DLz8qqw8IL4C
UbwnKj3z5tZorNJ+6MhDZHrmesky62H+LAPpPcmzYNbZVrZAAvF+0EGONJa+QIPUo3NOLSBSh+J9
8Kjrz5W/yuuYKv4GKmPldFLDBWDmFVXY9AkaemwmwhJpyqlerromx92Q8mXi9C0J9VU1kLo6eJZo
AaIg0uEniewhNPloNcobYxUdyruyoCA5s1V9A0LRH+gvQAi73oXBOlX+y7Tn37ehqqGjjVgHepTZ
Fl3otWKHepxjCDXkhzLoDxdDCtNhTtuoFhYCCtZV/ZlD7xQKlwiyeZU5AEMJZJVqKFBu74f1mMQp
kcvyAa1dq9sb7o9LgT3PmPUpJSZONMKMIWmA0jR6H1IHKHTts81Jxt0nHjEEyj8Lb24BshFU4WkF
foR8i3DDtzm0PQS0/ur7FYAGYLaHst6YmLG89YK1IG6jF3EvPxbifR2sXDxOf73Egkac3z3c/vSr
Et40R+efziyJ20lR3fgN2kJUs+uhxdZRNSNxd+BL2uy4cAPVpGzd3S2hw/7kLq7mDL0ivAbKP+Qv
mVsyiAbN9TT4QFel2t4QyFPkmmjHvEcmniqgglmhbb4ixXewgrpZSIbWEmtgFb/iilT7QN40ysIy
zoneInf9zycx9yjI2X2/7fFJtW2iE8oafuyNer9KSUu+8l95vc5pYvPEXzVUfLy9Dn/Aj1vTwWwh
QLs0vxBG6NVt1Ifo41X+vQsetZ26SfYBLXdeuKqtX1qZdIs2H1vZHAXq3VGJ4v/bohkseJGrZ8y0
LeC/DMBiAH0F1OnSi/BcNtRDkWSO7A9RsQm1hmtp7UrJa9sK/HMdVENrSsFQlNQFw8+pGRP+eaj1
5DWTDHCs356dafDs5BhwGni8AuQA4bbLrxl8/B30UDOnAbWezVdg7onk5KuqeeXUlvxS/mPa84w5
NKyIIsBAqGZAPPjSnNFrYaNUSDgBuyRv9ECAvif0h8GZbQANV+BZEpfxUpb46lGCKQfnDSDVkPJA
gp2F8YuDEAl5U2foFjBRBCtDC0eyzNbSIwgk3JUA5TazOJSgfRXWEMSKSmgrLgVAc2qjgKHiQYBE
qSaJbLepNPiDqORN5nBrVTiAng1tBMW+iGwQUWHWG5PfAHSb6pbY2CP0P760BZ89t/PgRCESgx4y
BZAlZq1l3xM1Xyky5/MzssBu+5491bSwg8/bW+oq6zZN91TaVHFRIvvHXg55KiIf7mOkbhkTDLQa
nyABSGrspgKCSzK6D1VSCwpQPRBTLj06jpbyHBno+lWChf19lbb/+xg0qqFuBlyTcDVoVWtjT06x
9qVdZ1tne+LMrbz3CYKU7+eFHOuczwcxyiRQAOZKVHMY11u2ftB7ypBBUhaBCUKAXZkQNaXKEYiG
hmgptDLJUmg0xR3soRLhToBrADwMZc/LQwUFa05oeD5zOj7vTK4YNCI2grzOFaSjuAzsKForeVbs
60+d4bmrseXDhWn+Y+5hvgGHC4uN0AO6EywnUisUoYuTj29wXf6lDzzuO+1BFGCmKG4DOlxm0H9B
ANU9GRBMyomR6ZV2dCPF8FeF20aRGfljOpHqxZARLIamCfeGFFSRyQ+R+JLmkvyi9Sk6Wnm/6ipw
XwQC7gwtE/ZeF6MBzhA7/9nNRfSnpRVS9InGyY7UpvlS89HcXaZNgnbICUFhTpKZGDiOe7l0jTx3
Mp+GqiXkmN7RzCJS5ynlik/xDZ/DbUWJZPddkZFGoOpn91rYqkt1gXZodlAXaz5XuVDscySq8D0Q
yJgy7oxnFfsxKRtf8BxDzleaJZBItIWjqq16n9Zbb9OZHRJ0cW+N0kIN6E8v+nLtIS+KZpWpIwvQ
SxbZXDSerEd9Gjjm6/tgpZvDaNYbjrxn5B0TQe4qCrInmlHf1MHc/EUIPZm/Dw9065LO3O/hBs2W
okMOWtMP+Gc9kNMppSdwDxLwyNHtdktPS++J63sPB0b6qyAhH48b6fLM4KmdFJLhuk9C8ZZ2Hqnq
TeTfoxf6ti+8vu8uzUiXZnw3U/Rm4NwnlLYtLz5WgHprkkITkComJblt7K+Ewy7E+aAY7+NlBS4e
cEg8eZ2Jh/xGI61Z/eb7w+FgP2V08/M1oEdx21OyH3+je2WhXj5zMi5Hyzgioa3Ljp/sm+qqDsjB
/pw05KEuLt/fv/B2TlQEVCIWFWRwCw7o+kFyaZoJ8sBJq2vRZFpzbTn/FaK7SFkqAU/Td2t6p8U+
SyN6HmgZ4FbcJz92CjAXBPXCSZq5OTEKVMwA3J5651ldGK7r3W6UMu4pWbv3P9Ahb7fHjhjfB4ns
FLS43t4vk6O6Gg8EaCZzEFfTmDnjC9VrpbLhngAdIn29KWS8BbijVnzW6ku31Nc4u0LwTdM1BUYh
tgwFQlp55IYW1hT0hFcgXnyWhiUF15kYx5iQfXCCONw8wtrLNRrGTgSQiuOeMisCH6W+18n21zN1
uiQuNedAMC8Am4vQN8RD69KQWnQQiu5d7qn3kMjOt2Elkao6FPV/HzJjRGeGGE8lAVCnBDkMGSkE
xgeJtDJPpF4jAf8Vx4ti6nMe69wc47GqqgGEqzS4p51CosfOEh84nGC8r78EaqUW3aq7hYfy3LFC
SKpPeDggCdjAuJQKEKzIGGBstJbK+UTBu/32Tp/ZewgAAeZG3wX6ptimyjyu6kYEkbgTq+XLRFZX
cHJD/CCxbtuZOVEQKQTQAMPBk+MvS3/mIXQNMtDtWHlOWmVb0RPuXCV6NdLgUypQ201aG5CNhffk
TFYKULszm8yC9XLv+5Keec7BvgNjuukR/NGTn58NWW0ILlu6Rd93jDftaSHa/dNDYBzIhWnmvhGA
YKnqDqZfX3n6rFrPHR1W2Vohpm1vDAuf8Pk0+X/kG0o0lO5kU0UTP61XyBJW611umr/r2wsws3sv
vmjaCGcLoHGSESp14TlBYKzVEWANhd8XvWCCVp5Wlbgw+bPm4GSmVxW6O1gsFVCwuismnudE4J4Q
raBRqKqvo3qXL/PcTuecnWxhkkCDki3Snyx+Q2yjqu5l3XOabaHTysOESqA9JP0mvKvvU3Ba0sol
dYwL1ssInhuy+5QR0F8UJcne0LJ1e6avKk6oJuJz/vke5vaoy1EoCk70HNAgCK+HUKahLR363xCN
I9RduBmn6PXW4Jmrt4eoXdRWhudU46p4bPe8sPtQJkqdw5AvRDEzL0YMDLpkYGBCARhZx8s9xPU1
nxRR7Du7hBxGIgjW8P29e46Rm/ru1tISd+dc1HZhj3lPhK6vtHwAex1UteqdoDlodGht8BKHEDRw
18gPgD+6aWIz9iVTkndtcCfwr9AYE+tdZ4EnMee2WmppCmf26T5ytaXYas59ns8I87YY/Hh0Abv2
HVOmBTFsFD1AE0YQXn57W3oU3kVId5Da+nm6u7Mf99wqPtLTg/l62K1P8mdwF5gpXbvWt2ZCUp2s
i5fbW3Eu7jyfQRYZkEpaPsp+5DuisgtRC3ypIKRaEfBfhNo2VDbZdvBDZCI2ohk/DOqheKoE0n/U
j1xKB+0h9xeS8TMJp4stxHYOITcSgI8OSwpwU+2+CZxgKcZacnOzqw1HyeysIp2E3BNfosViW+Wm
ZGrGT6kf9NYj8SKF0MzrEB80kZ3hjT4hJZkggh/Uvkj5xHd4qm9lq1qNL+C8pvxrZyam61L0oS6c
2Lmr8Nwicy0NqWgktZ/5jlauVah6V3ZspsM7UvPLoniztlCIACPRlN5ihcQbZHhbZcB0F7ItJVQE
zOlUHoGiSwyrO8bgNNP8u4pHMWA1WlmNRlu6SI07656BpgUYdeK9YjWomwFdxEbWYMnr1aiiUZqX
tqH30Xm0ALtwnYabRI9WoquRmK+oslSSnAt8BWT1FPDpqxKuIsZrKa3apnEK+8MKmqK/GVFDkmVE
oDSyF+79WQ+JyUauB7176GNgYt929D1sp8F3Ei6xveo5QqOw65st/yAGu1CVcdtTyHMq4luRE48z
ebDtL5GTLn4Es6XH3OD9Phl9p9FODRgJ9bUQ7sEhq4ML6CHyH4ahMoUsMGVU5TYinvhqKS7cgTPF
WAOdpqhJgukfHfJsUTLKRwEc3fgGlELtJDbRG/Ym0fSYHh3HSezIzGyf/MLlLYTM84OfMsnApALF
/ReZncU5faXotcer8Hg0sTQ7NDnqrletZX0o9Dv7VBZSx7N3FIKc/9hjVjyoNLnoFdhrtma/L5/S
+8iq99o6O6im/1GupeO45VbHKiUgi9r64Fz3zHiJ/GI25ADPENqJ8V4FgSBzU5Ze2YhJXAUO155i
3gwetNISMiJ6W804JtHe+wY91JLg82yUe26Vuf0CXwn7soVVX6L26/vB/2pWFa2IPd2Dr3iZpxuQ
w5HBgtDKvUpUMgQoph2do74uSUmc0/CyaxZ23pzH00VgecHtijcDW0RCU3dtJJrrO0G+8uunstml
4psm7fw+I8+3b9eZnLaB5jxk8qH9id4oVmI+Sr18hPYn0nudFRBvOxwCoteUHtGAq1Dh39ydcCyQ
m0d5DCljJq40yqQopYgLnKyB7rr85WkQrrBy8OMaht2o93wGZLnFZb918VPswfXmcyGwtDQpVzH6
vW8PfuaVj9kFh8zUeYOXPrP2KIMVBeDBoWPUKzVeC/xD567C/5Z2BcMVAZ7XQIgPwDQvMVZ6KZSk
GHJiTltvOYnWkhlZg3+vj9+3RzP9DhNFA64CyiwJPBS4LZipFeVG12uFi52oyc0eivNI+MjNJjgA
/BOIHpGg+33b4sz8SSgqossb7XRAYbN+Q2hVP+qNGH7qroak4/B4+/fnNueFAfEyWC+rcHDTBgay
47hLTfEn3wH7gXiPGKbx1H1y9m2D8wNCphuRFKAg7MErUoQAtQx78kDa6kXRjum4DdOP21Zmyilo
bZhIm5EPwfYz2Jd1kpRgVQsT57myspLUJoCuT9DZ3RdE2ONNPZLHluTWPYRdNmlq1c8C0uSn9e2v
mIyw2+X8I5jHtA+Ak9c2+Ai5kSx57Enmfd62MDObqBFObZ2ITdGyxwQtndhoQlcVAGr1uLjHDTqT
SFc8eAu7cGYguDSgJgdD2IusSylTF2KdGQZStsmzxte6LZRlvpD7mYvALqwwg2lBJuDL9YRQMu7a
divt3SCmYfIaC4che5XGVdX7pFqKxa6Lf6j8nI2NuRObEpj7MfcTRPaRBj6t32p8CItj6j0JFd5D
m7Db3F6zGSeCCHeiveCBghLZ0KPMAqNFC2LioO23qSMSRlDzfStruxcbkvsPS+/xqz0ChwhDaIpF
0hgvl+nvz0KdVhPjAljl1Amg2CNMlKMRIK2Sjh6ZSFzYKNMSXex4xhazhLJeJr0QRqkjVJoZtgbx
eTup2lXg9mbDf92eyKtdCWMIoqe0pAEtDZZENEu1iWQT+KAWzsprP9uy+r5t4frZN5mYgA/oKkRl
gS1V5kIctoLQAqcIYIWPmlD7+iq4NFRs717c7Za4ba7DUiAccLwmFkhw+aAkeLlWUl6ALTGWc5S/
4bDAkMkRZIPIjwrOy5F2JoLh2yO8fvozFpkVQx1e7SN0Djm7vN99egT0NjSgPxBaAlO5RR8a8r2m
0Ze5xDYzN7VT0g+XmgI8MhCBl0PNAjeIQi8oHLxuzHdj53LEtUGZYn7UKyM0v5fqDVfHDgOdWqmQ
WJ6oSNiCpRdkKtiRusJBZwuK3ZZvKz4dI5L/9AtJzavYkrHEvNzDBGp6ugZLTfCNLo5Tw5PTsNSU
tDSc6XCcnWol5MS0nYxA0hW94fJaNYiju+bCQ2nJDHuFqVwklq5QOIUFWQIvRCLasCIf6rbKU7Ck
+nYdjEwzpwvA3E0NtvrfrX42KMSJSoTjUWD7q+/6u528G9Wx2Xy0qxO0YNulC2daCMZbTeRDAF3g
0Y+eU2ZwaKmr6hy4Swe4V43sgo8isyvZfIHc28kzQViyhPK4zmthgLAEfyIikIRjuVw13pXzKvC6
0kF1bSAjXnuxzavEv9OQtSKhLT+h7ykzNZe2YJ7lHmOwYy+46OtHIPMNzM4BofuIJ2BdOgfcP96h
acwcghM+pTmAAv2SrPs0h1dzfDZiZo5zTWvdwuhLp7S9dbyLl9Zw+tpbv894TB7knlKmVqVTBBuc
a2IebL0gfPXWR+ZauteeFtWwppD7lkXGYypVFImZ15ROahwUddW+cpAFJGHyULhbowJsliylAhe3
DROjhFquRLWEbSNlB+gnjQngpy+ylSd2CO5HIrd3WdKQRARaGsBAInARld4AlVEWj8xVtITNAzAx
aEGRtEFkPfmLsxNadxEQiFxSOYL3mPRmrKdEE7ajS2sw8ncPo7VUY79GzOMWBM8pcJ7GdDX+XZln
FhHDD00QuZXTl68QOxOd+EVBSjKZYOrhUSfaId11HUhJdVtCouj29TgTz4CZGf5IQfAJ3gXmrPB8
K4UxVHycvHmFdj3acCG6kIPIaMHOzJWBdpwJSgDCf5T3mQUG2C/RhSypnTB8HKW15njQH4AAJcQF
Fqozf6STzPaFfBS6WBEwgf6dvXeREykaDrlzh7ca5GA+gTPSbG8bOE+HsCQ6+diKyL5Q8CuSdOXd
pZRaj6fyZ/daEDMiS33bc/EHPge5KHQjifD4zPkdi8FQ3E6tnbihfmJzdgKNhX2w0/pfrOw6Js1q
hB5ivVHGteiTDvl2zpSP+m/8WkYLzuQ6HYm9dv4xzNH2xiBEv6de41Jtv6PdZ2e1gLmS0TYQhqHi
QUgEXJpvaaTbeeZuKXUz48vAlDZRuSE+kJArvDxcQpWrLZcPjVOqXE9cQ4Jgbi4vjnLm2oOqsoxX
8YQ0RIB3aabsEsltuMnMCBaQNSc+x+UmWKH1t0qsUKDaGl13mkag1CN3qwJgatBVomWk/dC7F1/f
hfKuaWjmv90+a39Z78udCUI13PqAMaDdXGcLtHjMh42WiL1TCkR9dDlrWLWlJX1FpraOOTJ6K1+e
1JLB6Dai4TyzBOkOQqQJv9ZSs4t2AIM3q0Ew8+rbNQXOkg3on1vu+B2JI739reL1HF5+KzOHSRxl
keDxvVORA3YlEgzvqBpMyIGRIL9mPaW7/KjQU0wRSXwvGL8Oyi6NM9sUWcZAz4qxx5P1PaaHwULO
MiK9+TklT58OBnl/Ccjbh7ISqEOPLx8L9q+R2KDeBDsRsnoopE/ctpcbiDPkPtULpUeY1oFFzhrX
CeCHUWmmxLM9EyxJ1MW/C2anKWW3x7lV5nQkklHr4NPqnbo/Dgris7gyM2OdCEsvBen6HF6Oj4nS
RGWU5aDC+OyE2Hfm+0B7u7FGtIrVgF9YdI8s9aeIDHayMmhJRLNE4+SOwluTpTz1dS8KM9fTt55d
f0aa9GohuL2TPKd76UUmrjmuH2OYgswSKSgEpYj3bYTEfEDZwLSKhZvpqhXXYD6ACeBGAbAjocEH
eMW3UO9SSFfI+6iRiZi+RWE+AT9jb+nWnz1fAnSsZLgBEDSzFWku8DIwo3IYNhG+bP90/77hvupN
aKsk//iQNKBh3Tv3KIHEDwTAHPBpC2fs+kbGHkCXLNKRuPbhkS7nXfECQxx1b3BgfojJ4S5AF9DW
I48/8vfqcROfVugVVKj4KR+/17+0pEtF+evOrWniAU3i8WqFs2Y5QDguDmU3SQbnefd6dwh2n5Jd
HO9QqgrIY75brVZH6zSQ7faj2hydbWz5BKDfh/Xz7YmYlvfq1J19BbP8ECEVM1eMMQ8ibcsXrYpI
1gTktpG5A4flBKkz3kTCFVcAoAe5Vlb54ASj5VaaFQvGwtU+t5znFpgjXUIVQPXLYnAgZE57JSaS
hIMbrTxBM5UIz03wh9wek3IdO07l+38GxZxcYQh7Q9SywcnN58MBxYKM7IaH19fDu0/vnorDE654
MxXoY082I9m4G488SbtNQleEWJaTCcTxt7jtiHG/PoVka6VHNMc6vyn9Nm9/6pxnBb8ixIhQ1rjO
EMrcVKBNcNi6BLAK5SEc33PZChJ9YUpm7chAlU7QPjR4MPdW6I5jmExnKkcufEp9gm2R8CoAFPXv
7RHN7dqpsI4WGgC9wC13eXpzV8rbwYggIaYYHVEUNAyqYkdaZED/X4aM6b105p6rDnMHdcPBMZI3
V9zVvCMJr7dNzM7aP2MxGE+EHE+VN3I4OFrUQmtzn+BhIEQvYDddWJ6FSWMBxm2jeAZu08Fp5B4P
rBTnEJoMaDnyN7dHNHfcz1aH5fxT6mzgBg2G3A5vKgN1/qz+F+sC6mGEuHCdU0fR5bqAZUDO+Lgc
nBZCs0IM8Kh3VMKF2sEfGJp1judWmKXptL4DYzasIFW0T6bHyevhjrfu7Pt83ZLHfvf42NK31nr7
kEXywRMT/Rm3p/KvXnbrE8TLgQI70bpyiQ2Ym6+7jID1L0PfgH33iKtqNR7vpYeU7D+szDytgaOI
6YLrmFvKv8aZSYsY+AbmSA8iWtn+9n/TAyQO/Tg9WuAHmtuV5xYmz35+wvJQ9cIeA6wiYBZ8U/We
c2EJofd/rCQagP53HKzDUBJRq2JYCcJ1Qp4P2YROuNs8KsiIO4/d/ZdMOsQerdWZR0R701yiB+Nf
HMCzof6FYmdD1brQ4HkdHwGlZRBU/ihOvETINjebKOLh7YcGSigSM+dCaPui0bwB5wLd21Wq2G6h
bwpjCS8+85JGsRCYHui5IK2BnprLVYujUJYaiGkB71KbE9qx36D5/H84u67dyJEl+0UE6M1r0pU3
KlEq6YWQ1C16k/Tk1++hLvZ2FUUUsYueaTSmMQqmi4yMOHGOsY72xNzxBgRJN8pHrq+Wmstmspt3
hqfVNV8TUlmqYBiK8b4tfwTRtnxnTxD0c9EoJ660U/b5+AjOhRYIEtmxWxOX2lQJgeWKsBKycnAS
gJj61BQBCgjrJ7yT36NwIXszTtv0tMMOevnRgjqKPdxPa9rTlJYtPzhqn5I6vtRcbuQCYa9MeNaE
fJPQpZ6d2cfercnJSobQ5cmSUhjw2Nv2eo23Jq97q3fBeLY8hyS1ngL3sIQZmn11jBIPoBDW0NMw
zQW0fBqFaqMOzhBZWmzRjgUTbmYkwmvAkJbd1bWJbtX145WcqT9wCBn+WR2v4psD6NVal2rUHZym
1sGamjYmQMSKqDf1N6drySk4caAASK4uv3pseXZdbwxP3GgRN5TlcxjmtVOw4XgCwRY2e/MFu9gk
S6Kcc4Hp7SgnmyhTXEnR0tGYd24ZUBj+zTM77s5L2BJhDKp/7VYg+1h4AQUx5CTojtBY6yWCNDj7
falvLWSRVs0zdRjTRhejDglow+H0r94yP86g0yL1Kre/Q7PenhcuqdkBKxD0QA8zDuq0t5ajrhC0
mjY4yNQLqlWtBF9P9cXKyuwi3piZzmuZ1aLWw0ya75tjT0kLR5ASTVe1l4pfOiKzT2RZQ94UmDLk
YqZcTmXNBUCW+azDkfWaMZ888/n4+S6hafT4uV4/rUGuYnnMIi75942vAMyGktlI6wlQ+2RRaV2n
Nfj6GocdeIeRcl0Slryc8PuWGm2grRSsCggUpxJ+WeH5tKjD1kFEg5tY1qG3ssVNTNLj+m+6+npN
CYh6DpuyIpeV4xJ/9bFZgThHAcn+44M5k3+5/5RxOm5cAhAGuRJ7Ueu8CEQ4gvyDcBYecIAQJTaQ
0mt2bb++oUfuUB4vZ6hYLpj/vXXvzY8zdWNeZZQEsnwwrzrX/hu9//qRI9ZoHPGdvPt6FY8yeTsc
Kh3M/+/fqNY//oD51f63EhOPOERiKUcVViIHwWh1pMpCrXxmF98PcJyAmwFWbQsNcREDzI3CaKyr
JerD2H1VeeRkpijz7Db6avVHNbUFlzvj7O8tT46rWrOtUmRxi8CyBPUUixepoXlGokV6DCIXpVxp
se1zx0I6xek2yRe7jX+7x/sPmNysQ6WyYOTG3ArkGh3eUYzxjWdhtV4T0bBN1trkmws84lKUOROb
3dmdxoCKP3QRN9rdNgjNwPMVW89/n8JX0yUb3TdXzGmFZtnH+2gmuX9vdPJUShglTPgMRltdqonR
Ge/7z+byHJ2fs816bUvma4zkdUpY6w3BIam5sQTfEmMpMp25lO4/ZPJg6qU2zYIf30LN8Ti35vt7
9ayRZkzQ7GX9OTSe7HRLkt3uLZPMA3w4AfoAbyf7z8IW/I1SxEV74+d+tujN5ue1GkqlKTY/s3q5
gu+CIraSdWvtGtXWN57+KubOVNDlzxPO2Zw147xwuhc/YDz+Nx9Qd02fJD5Whd9XBpjIEN3h/sAk
BGTdETtfnRhFfzXNDWYg3p99e+EFveDepsXdvlelpGFg30d7odtu1dzhQG3ipnpIF96RvznnJpM9
cWWhqtWdNrpSaiYo6e1F87g2+fXJ5DYHncdFYixt+sXpnTg3oczzus5hEqgEyeKMtX/xSDPGBXhX
PgHutNslBhz3Bh39r3/Owh/5aamvfyaNfL/HJm5OiSAAFPDjaQepwXYEKgCtwG6KHRY62sLXbiNd
0U+vr7WhgkLCBAW7GaPlh7jHnACijqVfrRaW/YdB6z4yvP+oieuL0oR6RTN+1L41j8g14m5H+vPJ
/iJwfMEJPt/DbhfWj73Qz7Phgd2fPXKz36HxyCTRaDci4j4hRrXbWwp6bV3j6al72hHmjK0AlB3e
pQtHbWGn/zjlG8sumHXciIVlgdJR5Mzq82wbQCMijAYra5ZEsWZgE3czPIW7FUWZ+UkOe4VxpR97
YYd4kNithRLdCUO8eJaxsKgzb7Z7k5PIMNN8nolimMwNd+/akhVs3JV4dLf9kt9ciA+nBG1x8r83
2Nirtd83uyEjx2NqgA+TuDv7hJRbKpODYF6wjbZLYkFLSzmJySqtKzNtPFFyYoMG3kXHfVLo8bBm
oqXb6ndz+r3TmoJ3of6X54UGW71tgI/7iiuKEgvlJwx0/XRS9C/18pbBjxnO9xn0BtuFbfujjPLr
xEDsCRTO0NUA5dj9DaH2cRmGKaIkcb+91khtUt16ivZP6nPQ6raPjM557VvVVnhC1SLD0QksPT2P
l9VKHUbM3iKQcwYygn1280mTS4t6gVpUIT6pP4sRiFD2cOVkrQzAj7rWFzkgRXfR8RZYmIrZZb8x
O1l2tAYmNBGwFKCnMmQ9V9+SINddaiec/thN/aCoHk365KrKFEmLGw33BrQDz83X+DhmEfzz+meK
LlAsPf7lts8FdsEap/pw4A0UfzNUANGlaxUvu1cBMF4WZEEN+VtU5Ilfv9bWW3iQNiZIgowz2gT4
PbOT+6VJGuf+0ZdPbjwIr/CdKCatU7v8oY5Yh+GEpfr8/JsMW3EEtLNjjfR+T1IXequaOoZNyEgp
Y8SCbJSL06+YwwGINHR1mOhhWaUonm29zxVdbB/7vRdAocxC00JADnVsWL3/goHyZaNUKFjWbGyE
VbWuXabQWTc58KpCUlaJjcdbghvHdD+xdxanhSaaNlwb+mnvGAxPor9hqIemuD0zBjbjgqnf3vXe
1GR6e/BURYOPwbU6a0vH7VbVt3twYSFm8Q26cKrGrfxrXCiSwsOM+a8pwo5rsqpoOozL9fWAEvS7
GgunaQY9ifHAeY3AWw00hpOcd1Ci268fUIgFvcbYdP/+7q1ASzCQ1/6o1uSgn4fUejyHMz5q1LRC
rRPcrhyPdsv7DaKhZteFlTdgDmuzBWDs8/g0rGSjtIDzzdZEd0KzJd+hvhTvzdzCQNOLaIwATRDa
FqZ9zG6EFwVTS70T1pu+NXNFBjXRoawA6QLvq1J9gbCBpPlSUnEMI6freGt2EmY2PO/zAYVZZE5N
/HQGQeYu9PQlJv4fMr5HhiZHL6SF0vjoVndekGRLjSPyIdH2GTx56PnTtqX+WdrHwCx1DtnGGLzS
x/XO5LebwHBAN2w7mSWvGnuzaewDtS6Vjn82mXVhCUsgPYEsyuONMLe9QXGEdNnYZQyyj/t9IFfh
EOeSPzhcf0m3lDpaYEWtv7DFZx4aWPQbM6NbvokuObGkWtFiu/Gb+kxFdHF8xcQ2zcNYqPq+xKa+
qqzVZfURGUsSlHOuEPlAuGIRusnY7/emeZoneSKkg+O5nl5pR1cAHi3cMhDhhuO0H0/nzMNBBTkV
pGVUDSXxX9pFmhuiCpmhLpDumG0OkjxsAQaPhydF/0SN7lXFKkJGY4/sSWEvYaHGrTXderfGJ4vJ
u2VR1DESvF68kl9yGcGOgiwv/13CbRUUAUi1qPc25/dvbU5WttF8rfGgMu1wuw4tvPlKUfSAAf9x
AU0EVENfqXJ+PMdzHgQNSDIPcWa0+ynsJNDh2jRuhJhrHOUVLh+UxplFRUPU9o3jJmvc6Y/tzczq
nblJsFMXCUO9jm0ccRMa6IkD5yaX6Ex58nzbrRZYNWZ2652x8e9vDooYg7A/LjE2UVcYq08NWlzp
sfIW6nSzc4jIYETyomSLxuR7O1pTyZCjqlqnY+P4JEvRXm0zSny3l8yaFsy6DROOiGCwTmpfsyWx
X1RoH3fGZLfioIjgPoNqERC1k2scCFVZRGG2cYLOYENbykcmS2aTvPJP2Sf9FFqSLFRC5ZnI4c7k
ZNRJIHN548KkyNp58VZ/MtynGOh5sGVTwlEjiEjArf3ujcUyd4aU72l6zsFjm9qdto/dl6Q/VoBT
SuC8/RtpFfheN2qnd/0+c59E/N9abMqISrB40rl/B3WB3Fn+YCSZXlI9UO04teuctJdhI6AqWf0J
wZq7SVmdVq9+/CVLX2n7JENmqF1LZakn7k7OzU5ZBxsaNuA4qXQQu8pLMjW/WQklUA3wcFZoahql
Gyd+o+lq1EgKlEzEfDtcSui3WLV4jPqxpSrzN3UHImdTUMHNfkrRgv3aLWHRZi7nuw+YOBEkHvpY
SAOkPVpD7Eny3fvfKFEnjV3LCzt/pr8Ag4V+/NgcgqDrZ4/cnDCBzSu+wmXk8NSSSL5rjHwnGFZ4
bKzCSu14vYV0l28N28RxrSFGWlHQXSvBE/aivHd6ERPwYDAL98ZcDHj3VRMnE+cd03A9vgr0llfJ
JXvAZkf4LGNeGRD1lcG29m09dxZ86Yy7AacOq0LHBtT70A67dwOJnMugE447Jx1kbFFWTyGwmCKl
TNG2F14fO9KZAw9pVnTDoig3kgVMQjAUYNU4a2nnKBUTvDR4nRJRhnDYYysz5QMVSnDg6APhJVhE
pr0qkpb5vKsCpq/EGYGOgRW7htb5Bqiacqj1KM6A8iqq9C4i3MQIBIAiWj1uFX2UOS82ZQnuuoJZ
5b7JCQth99xJQ1+dBhAPzho6XCYOKFQ9ro8GpXOgGMR1VpHsRCknZ+r/5cGFgWIlGIXxli4Nl9Ep
tT2WLEzOTLx39wHTow65YDhkQMeTFzB8We+teTW8z4icv1eorKzA60o9nX9rWJL0W/yXpRzczEkH
C8AImAYWC0xOk/uNpw3PCQWeUwWw68gWua2xj1bWcSDsUT62u+BUrsPNamHUM1f4ndXJzqvaAXxO
PIBL28qKgZgg0YESwTpaz0+J/bciu9bafSk6YK3tetPtHX3hA+Zex3cfMDlnmAuEp+L4OsY9wFmg
9GmM7oP3ANG6GI8HOzfDKHyLIA1AOz1IMe+PdJ+xjOz1LCJQ9J9JKFR0L+nwDE0wiPAq6tJhm7lR
BfTaAUgMJQzs6YnnlhEqpGXHDY6f6MK1/ogAo0Dy7URk4+v19dCYaI8FdeLfSxFhpEvTumR9/Psb
X674DFVbBdYrugcHJ/ymgMYfornQchJ0ilAGxC7RSvF1/tmnB998PNUzJdofXVSggHCoRsGDe/tx
FMlRXvWAVikW3fscUb1vAAG2Pl6ysbvzpOPQrLyK9OyC5ZlFHgVZ/2t4OvCiVcDX1OE9Fa54buPJ
hFd3ighxRF73s4XX24zPQCcNtEYASpWgyjq5mzSa14xa4FlRCbvmU9S+i+5ZUxZGNANHx8toTAtA
8RWUIdN3GsULkas03A4Ceen11pSu4R/5u9txFtjudcmi5H2wGoPVh51qtx+ctX+2AW0Y9PwDtzTd
NebuDW0OG9Pe7cyPfs2ZImSb1q+DvnvbbL7PC55sbgVEBWT8PMgd4MomjlRJG7YNM7534vwMukqN
GlqETpsKgjMImh/vs5myEKREboxN9lmBplZWCWBsuz/KH7EBunWHKE/V6su2TXRFg0CSAec6/9ou
OuwZ13lnerLTGk2oAcHkeoe3KcKigHxa2z8v+xJdZPGLZm8+mLW04MHmvOWdzcmGa8s8dSsJNhNC
XxRyDdd77pC/hAvuY+6xLgKBrcigHkGKYLqxY7EqmaHBtGZIgKVGpst4c4BSml3jAVsi/nKtylSv
iUGPzFo5/ZGeQXvxvCTnM1MKw+refMbkTmzc0O39Fp8BwnjIKnuHCpPLb4arKR4Zp/lEr2WH5j1w
vq4v0N1LpIXtNe6eyUMMEHT8gsA9WkKmMuiiW2aYBZy8PvtbhodSfXq8fX/AtL8N4HHBozv7NwJ1
CAcUU7uycwDneG/WgjHsxBd1A+y+DDhBbKBcYBdmtKaFodjOBaURzfgeRQJArsacGjQwVlAP6pE6
WTrF80P/92WTexlPYMomXdU5gcKW28iT1IOkxpfH4x+PyIPh/2C7b26pqtUqgcsLGHH5N5736hea
IrpE11L6f1RpxE2MJDJ0wXEZj73Tk53k9WhcqCkm2g/9C1XRay8sXfizM3ZjYvSLN4MRpFJqQrfu
nBfo2CcQgMCSHnPrBxO0S9ZoP5QF/W1zQY368SzOntbbwU3Xiu+YgfuxfOU3e0tAn1lmPwU2AneD
GuYbj/2x+tbWMaoqS5m12SX8N+ppulxOBbWhddM5jSytWvaF1T5ZeVi4Aufu2ZsBKpPIja2YDvxE
2Ixe9rdyDaV75QIr9JMF9zprBi0nI7UIOgin9MdQVo/FRug6J889Xa0+PcFq8kuJp/fjBZt77CBe
+GdoslWSIQKPCt93jsqVZpKiW1tyC4IdlJEUjds+gMNRgGRayH8LoaLnYN5rGpSnXEm0qNKtPV58
0bpkYQePVn+dxpuvmmwjQQIYXmOxlAOKmM98qUaWHxcASlbAn/g+jc59I34WjCosQAln3tqYDlQ9
0EOIvk1pPFk3JyeBNIgrMeiKLvPq3PKBSem5H16klN+y2lLGfQYWj+oOWg14vIDRHirx99a6lMGr
nyIv65YAywSGXJBUA2KclBDRG/6IFVr7NvFrBSYX0HV033KiDwKYDxfymbN3+UiMMdbPcMdOT44k
NRqEa4ACpt+Jd3U50YgFM2v2ofChiFbYQUQHqjqDdl3YfGNaf7rMI4nZWFRTRdTv7sfv+3zDuo3H
AuzB6hnSxHvmkJPk5L76CzmUuVwqaCyRN5MhcQAMwiRcSfuu8VI+GRyDe+VAavJp1yh2p6R8rRd8
4EwwhhsUQjwoEkqIkyeWhEgeCjdFLSNcV7XeGSUQcF1P4qellw2Io3/PH9DT6HiVwMIgItF+P391
VIpVlCPo16BYste6wZXNskIy2AK9MaeSmFa8r9PBFTsr5hXmk3aie+2zrmFsVk2hhO6ND0MS+TgS
eib4EmhkG5nJ/naCX0XPdQphQ/RIqKJHWA/gdz0T+Sh9UmSvBOiooMhDBHGWxzu1UgLZlHNRy8ws
Qfb2TxRHLmtBTY5RkWBVs0DHtcj2RiE2bHrs/EQaJcfQsWyOLaWpldZAshJeqEC6oEEUQiBe1PeB
0bVeKK/bodXOQtLEwjGDAHG8FfuM9/aFHxSMIfuMK5CE43PWHjLUUbYgVuDDY5JWUnFVMqXJTk0Y
FNq6q4CWtIsyFnJc7XIAjOjQxqKldbHAbbO874sNn8juWEPgXXnPcyxFc0rrCpyVxqX3DB/od5ek
D+Jy70uSr+gFOL+hZidREM5mRRDilaeJID3XZDGoTlHS5qE1ADFW20mmqYUhDnmP1ow+gfpd4DIR
mHj4mK1NyeUFf8UVaheA1omykZOJcZN+SVICJDvxB2TJPhM+56FlFrkZ4x9QHxDzs5y0mrhSOhDz
nxVa++gp6wuBIXzF08yMSyXuMfVFFwy62iZZ8p6CsUo2A4Qp5Vel8l7xJZZ14oG9aiiZdFVnotZu
PIaRwhcw2vih6aMLNn7OopCPKClKdNJB0SAJ5UPTKFLgQH7BQxsbakBooteiLke9p2g0JOU9r1YC
vSnllHvysrYejBh/phWhUo3fcy1NnUiDhq/Z5l7jbcsCiZHv2OOCuN2UTSz5B6auZekNPyYHPCJR
2ua9Eqqqgnxdqj3HQ9z3pIOYIW/SOokzw6UgZDZ5zDS+SAuV7lAVjO+bdR/ysu1lcRDual7zoRPG
i24k7ZCgYYKtW7hsumdiJMRsOBAVPxQd5lthEGuGJE2TdWYfZKlnsplb0kQvi0yKdJWiHxj0V2Xa
F88e1A2FEMopWpte8jxXhl2qUAiOxHwXM7rIoD1qJaQRL5iygkniSI5kRWvgWypvXUFfNQVbd5py
Zs0UQrKlGZti8vy2kqCWiqiGQ+tbFakdQbOkxpCmbBO6TpKWoycwEMQK4L097fuVGzAle5HUDpCZ
QZML9d1rFSX8HLIil2yvZ+QShQ85aMzGjaE0zfNB41uc7EUClkroxMMggyUJZ6OmG87vZZBW5HzN
2nFZQAw7g4qn9sWkCQQRWK/2JGOA3ttfDSke34KKpecf/SL3mQNXpFxkxolHK5NRgy6zuIBn84I0
LBMPhodmFPW7TVPGBF3L8NqB2seD6lHb/V24ZGaudNAlo+ILrjT0gkzhweLQRLiFs8EJqgBFZW3b
hA7LrpXAQY2SaNK+S98b9ZlGn8DjEOoH312XG5r7N0jA86p9L3zOzJ33H+YrAQxuKHhProciGVIA
TcZSt2cxFYFoHWcjnawSTjJUaj+2Nv6wyQWLqjqSf6gZYfTTJulU41wGvKusk8pqYgmM+iKpgZWy
dWiEbJ9Yj63NPDtw5UHGClELGD2mggtCMQbgDZoY+1CiRloFngnczNtjI9ysFXSDQkQBcAUw9N5f
ekJVqyHro30xZtBgjud4nR+4GtNXITkvPUsDGjEqgodXZcYeKDW0wshU1ZAX+1Nn+n2h8zwS2KBB
nMdNNUkvxTRIsq5CDxxSiDVxXVPdAEMaX+JdsxquDLXLF3UtG9w2UXV5X0Kdxe46Q0HZ0rPVclOB
uyA3X3wLyYLwvBSGzITQgEKBBgpyhIrKSZNp8rIOALKgYR2XyoXeNhR1Cy4C8wkOJ+E7FwqrA0gl
g46hC0+kuToZpEfBJCyBhRSE9ZOwVhtolLZcy+KFS/jzoD51JTrX+09lU0S2xlmBqHffnd3mOoo8
1SF49oOFiHYuMBolGJEOBXf5L3YqkadFFCFd4MRS3BpDk/SEp2j4zt1miYdgbj9CfAi1MsSWEo9m
s/v9yEq4dAHmZX8SJ0iAAuD6Xl5zsskXDvMMjneUCP5naRz1zeOkrMEvK7AJi5RbA4IkkKiQ8U+1
2RneSrYh7amjSk1QKA0asgGEUbLBslI/98aSE5vbXLdfMnFiQaykciXhS1AdGj9ij/ZB+4R+utLY
bUL0RS4kcufSb3dDH538zdDzCtdIKvzH4MjDbTQNQYZ1HF9jerquQ1lzIeP2czFMnOedzckJCkuP
F7waCwvg4uendrA3nqGDhnUxfTv6iUeGJq/doFXqusOFj14qyxi2uSWu9cRo9sbSI2jGdUqoIIPn
Hr+BpWXisKQwydUGqGgnI16gv/uFWbwOTxEQEC4Ze/9q40+4cP3O7RSZAwRIRPEOBbTJwsWhm/FF
2bGOJTE698QM+ubML+nlLRmZrJSMZ6REYxiJ15DW3Gk4FTrAIpqxcPWMHztdqNvBTBYqVpiy4zn4
VEjcZK/xG8SzX0Lt7B+BOQXRyRZSL4jZ4tCsVNNXiLh0CuY2iqzgtkGhRwMiYOIA2kxDaNi3nIM2
q8olEURbQWYXW+r14OjRUqPL3G5RkXYHzSyeltKU/l6mVFVbV+wdJuPWWbnlEnYhYJirmYDg4Z+J
yYCoIifSwAi9M1zcCPxzH+8WOlPXxRbE0U+QCCLaHhKBKTmg7H3G8+LP4wWdQ9je2Z/4sSxiVMgF
YoiqIxXo6DLenxEj2qoR2FG7GVsJ4VxWDHyLa0p/lpoolyZ4cjZYrmuTWAUKNY+7gypnq5pBHujx
EMcRTLfs7QxPjkaZ41i2hYLSkGeBqdhE5Kvm1Cpd+vz/MITiI1ghUWsTptLHUuFL4iCEwBj6I3BC
q76zwRLF9WMrwhg7TMeDlBFqIMAGjUQL+PubiyCIgy7JVBfIXYHgHuCuvX4trsYVCF5wYSU6h564
9i3QTTMnkC7utxenPOlLLnvcl4++YrJyNFKSsAgZ0CnlZ1/aM/K2XSKFmlu424FOFi4OOHSKgJ0e
MLiMREoPvFlPihqslYL+eE7n0n94IYE9nUP2DyxdE7dWBQKfQTl6zFhJ12TFbdHtEX4ma5DUxoAB
fz42Nxs235j7lW2krepDJRj0MXikoysAsJ/OQAfxOtNRJ9iBHcd03tzj6xcCNmgpXc41WRQKm32F
/RvyNI3fJoGXiIOP2ny/pwoosfIzqxoeql0tuoal8iOoTSYKlmZ6ZlFRwsT1C3cK8d1pFwGAsl4U
cUj4Jgf5xRtRJvVGKbaZFQ5rMBCgT5hpdW0XFaRfAgHPlWZGKh2sMSr4Mkp89ydHieNYDmnNOo33
0fGXLH4NKhHnlIjDRxJAL609+WW08SPxUgXNOmRcm47MzNca0Lak0tVgRdEfU31QPzMk71sagAda
6q+dOd4IE4AJEzikTtHQcf+RwyDHfCQCMyHu91dAM9+3uBe6r87CeyVGrJKBH/QA8BPUy9Hb+fJ4
Z84liW+tT/OpvQf5PmRzBqcrN/VTq5BEeWUZqxPOQYkW22JJdXKGaAjSLlgSCblpvCJ/ZaUztWka
TkYBoCO9Euqdp5lu4Jp9dGCR4xH9PVCBG/Y54U0eWPiF4c54MTBwACuCiHAkc5r40lBmg9qvmJFf
qTSvnWVkvR0zJmibgVNo0AhoPjY4d93eGZy4zaFPh06VPNbpKFCdQNdWrZ41SH5ERvdZRwNRY70A
sjFvvjzPzvMDwx0ZwZDxvpHtVrSLwERiT+w03VuqxcyEdjI6e5CCBlP3qPp9v/EgbcJUTALqPaTD
31XQCHyU0UJRa9YEMASIOIBEgmzYvYmickOtaHAAE8JoZFhpTvcSOwtTPBMKI2/4z8hkTaGYWlcy
0nXo+isMHgynwSax4Vhl3bAGK9+la2lntbIOjQxsqMqGC6AXf8Nu031gLeUg5vc3lLPRYQetArCF
3Q8ZFfWG95ScdTxF/ArrwOTLddFGJhN/QxhXbq2Q+VsHFvSHSLqIUJmJlmX4Ox4s0Cit/YJMKFna
hcJAWaftGNLV14CwNauzMoliwKUHgtQA8VPOyvyBMPlLHJ4er8VceU8WQUeK7i0UUZEYux99HQ+J
mvpYCze81PI1R7Lerl9UT/d9iDSIFwFlIbFkIctplz6EHIyqPgrgUnr8GaPLnMQqQHLiyQCdFOib
TQnBkRrN5SCWWYeXicCe6EuhGcG69A0Rsqf9AnJ73MO/jSHfJIgjCd6Ux0xRy0FskcF3OBUwfZwj
QUSCfOEdNHeL4pz+18jkkugp5buwgRGttDv5BYzzHDKBzfXxvM3eBjdmphdm1NCSFxkG+6dXdEV7
q5qXJNz6/lmV9nFnNsjacuvHNmenb8wKC1APRel/MrKsUzgkx33Ogdiedmi8hR//I0bya3n+/fzp
kKqIoo+AzXhH8Dy5JyUrBmeWVXLe8lg5TkngDWlP0jAdPri2SC4MpBREgtpMSo0Q7zhUHzTk74no
Qdrbavs8NkPJBdFnq+H9baZ1pO068NjhBgs5ZNPdqsaLZoBSq0RYlUIrO3fBNmkmLRP96ZK4fvdR
i29JVwy4EZBSGjyidon6UfX9ALiX10chCcqWS21OatpKz/HIAJc+g4ewnuaJdGQbxCZmIsTiS8al
qmj0II0FqbYUVJmd94NvhfIAql5Xosy1aIuusx4v2fw2uZnTiY8rmyzRUHLFo7wqkX5QVuB0QlZq
0Hsf4gePjc09mJFk/O8G+Xke3Tx/2FboKdOEnFPsOMMqISYRrwcrWKl/LV6vjsMThJcP/U4FLZq/
rZ9DdEYsfMFM5Hz3BaPXvfmCmhXR20vHLcqeVAYKuyhFHSVhR2MzH06ovnX5Sk1VIy4sll5FWTMa
OTVE99z7VlSBU0E9afFSN/fcrXc7LeNL++aj/ExCsVOGR4hLE46HHfTYfeUXEUZzN/itmckN3pcV
irc5zICrPBR2im82mi0g05SUCyd1NloHbFUcW25ABzet3GjDqCTMYaElIkFMC1ndLdoxoE2QwKGG
gNKyO3HlE34Vb8Jz+wnBVzpmnBeToOPu/e0x/n3HZGaj3E8ztKRzTtIY1amCYuVW3aUDMVFTfn28
teYSriO6EQnukZjyl94i68dd3Wcp57CQcbXRH8k1qFkY2tm7btyv8phDyuKyWjA69+K4NTpZU3eg
Sd/LGef4a0RlJUnlcYoLgFEM9dg4RW7FS+IZs/eXAHUOZQRS/8Jq857vQjk455D14jdZatSlyfsL
t/7sibixMYk9PC8vk5yDDUiZsmc5NdnUyVAII/1SZ9rsnQU5H9xWeK+hUen+7GHNUqlEF6ijxrYb
f0ryls0Woorx2vu1CVVhFIBF8PwLA1xlQyt0eC46WWZSyBag98nb5TJhT1K3DpYYPJesTaau9706
FjJYK1y7A6796I5pkAht3vlCPmDWn9yMa1zEG7fFDlXk8Q0sqbFRIQT2TzQ0m+YTHYePd/ncbgCM
T0E4PAKFpphTvug9v0LY5ATfkQcuxCoAou8tY0ECLv9/7sNbW5NBZciMtWld8M5wZBFMaAFhuC8B
rVtapmfHYpMvZVXmNuCtwXE9b2ZRrgNJ6TUYjNBbEaYrQbrGfx/P39yWuDExTVmpAygmBBcmajC3
msPuvdmmLypn+Av5j9kH062hSTCRtyBTkzwYkiiogDxV94cXF6TzxceANQP/eCde6gv1a9IF8vrx
IGcjmVvjo6u8mUi1y7wmzlLe8TWocRlYPEiJc8iCn4FNWVIUXRzqJJBwwYBUNjyGWhZWXOlZvPby
E1Nu8l2QPQ1sp8eVFdSrclEidn6/jMwWINWATsT49zfDFEuRJnxc8k4C7cYxu2Oo4PwUV0V+7J5j
S0oBE/NMNTeAQpKtYRFyO5P2B+cL6ESgnf6jwXNvny8zxsUZRSKu0ovqkoIwwuh0yRSyDRfarLwr
xXUnGtpJCxYeTnPZ8zvTk6PC8H1RVXiwOtKXFa0ka1jjeBY76CKBv9GCfH2qUz0CIdFaOYsrcAHF
G37Ls4THL8ZmbHE36MBNVvbjnTd3If6bEeBQ72cklCCogeQ0dA8gvof0K5oLHhuYO7/oIAGOGljT
ERZwb8BjaN65bcE5LTKrdu4bbU7QyO49I+m6ECDP9Zuh1QzNgmMWBm1SE//XZyAH8MQOsajBfboG
WFU3qCCdRzGj//ugcHmgOgfWDBlM7PeD6voijryW4xwgT9qoWblaZnR8abZNZBTF/5D2XcuRI9mS
v9LW75gLFRBrd8ZsAyolM5NkUr3AKKG1CABfv44aUUwQm9jtO23WNjWc4kHoI/y4FxTwQ9CGLBid
gzsoaIUhEipjvPBDCTh3Vb7tcw3BNzjuB6AQe6s6kgcXsF0ruttm2yXffq48Af5nNCXDYwJ2d1ry
aSWpHXrgBEfy8HK3Z06s0sI2PFO+vT6hsw4oimUgC0YsywMtdDmjRVdGAJe7AlSOXxj3yalr5n0o
1Tq1cqcMDdE3ed4qSyN4Dtm2EBYe6blN+t36eEq+3UucXPW6m43WlW2TOfJr4T1G2rr0DgRZ4cUu
45lrCJ1xSAuhyxvZ3ynJfRdU+FEfiGCFiwZDhCaaTovhSUotNHAAgY48kVXu02iVvFeFdSfHFnhu
AQRfkTXkIzvvK/VGAuzn62sw81WjaDEaY1AMAfJ38gBWA2iesrGVTUcUPxQBiNuXyq5zJ/TCxuSd
a/qkVcQUNrhKthmX2DIn75TqzJpVV+5Db99xpl9qRp4xOysOQvk//oLJ0YXah9gMEereWQ+IXOuU
AyL1SrY6eGcCt61db9sWQN27Na1YZ8t6si6qBYzU7EyDYgGsAqqMWGSy3cDDU3VNx/fnXmpfOlc1
uDBcWMwZYmZIUH+zMXGlNTXL1WLATPdO74Q7f+2vK+sFAnf4x6lpd4vk0voX+/TmrqFLGeC5egPM
A/gI8MKvk3V5ogAMhlR5hwI79JLePDTscQbYFleR4aCwfx6JmkAjsPKd05Ly18yD9t3wtM7X18Bp
KDpwBQ0E55UbtXll6VOsLBQUlqxMzoqWDRlrS+yiOgkSQy+aY5VoqyFEyo1vOPv6wfy/TCZg65D9
FHERT05N7v97MhujNvf7Q2pXTmAN9JZiNsFe3qzBhXX6WGKvnNumCPyASkL3/ajoPFnDjic9mLqA
K1A2kXcrQlf5+sB+XXST6BIx0X8sTJ17QerCElktFGUp6w1tDzle9EAe7rE5Iaf8oO/1fWfU9D0x
Ouxb8MebotWtQd+OssrnI+U2tUMMwUB23eAkypby9zPqPJCw+/Z9k2Xm4pp4aYDvA9gO+UVk/WI7
tDMn27tHd5T6sm5ABBfZpZPYsYX0LXrrODs14HRcn6m5l/jiSyZbINGYDtjDgCYabyUbIOV4QUPu
frjpw7+y2b6PeXJBKmopoNccdeAEQ67GSceQtbVvthSgHLB7g08bXiLbggxmwcP55Qxe2w/jjvz2
Dke4TRJd+WX75X6AbfArUX+dULgdFIve0eN7Y+dWS+vV5+4RrF0UnZSpEe89s9ouooRmnysUcARh
LNyDfHDyPbJcSZLrD2OndYk2jFV20kxW3sjSXSIIJuDcjUYjcFiuF1Z7JtMLjbXfdifeECRwGq2O
YVd0IKD4VH26OkWL78r8H9oZr7lv890GTGJeBDsRrW1+Y5IBzIaMfiyYmbstVXAWgNBQRR1/ykjW
Qr9DLBTGwwx5P0A8z4FYHh+awwPawCD67N4sRFuzx+W7xcnABnRMSQKDxSI/pgRtL7LBYqQT0Yzf
7vy9Tm7cJdTQXAyvwaMDHF1EvzrKjpeTyfGyUsgdoJD71kTq7yWAPOFaV2iDfhVrYUbnNsh3W5NI
J0BeWBOjHmFbQ/dPTENzvjrsTWtRMXyG+B/RBkYkajgFAryVy1Fpfu/qBROAseY1o3EKdafjFAqb
ZO3Q21Eu165s4yvda6D0cE5b6f5BvnnQzazCVbi0quNxm14PEKIBjQo42dBGMA1Wq2FIBRmj3odP
3kk1hI1RO6N87xcO/8KmlWYyhBj4b2OTu5+pscu8clzO7WC/vdgvjcMcbWNj697e6kZL4+3x/tN6
tF4L47F0unNsrGJLN7275XhzDoSt4Vv4Ud1aI2SKkWCdFsU6h1pA3crpto8Ss9RjDWs+oO0QyPoN
ERvf1IcuO/CcN1K89Oo2SpXsIVBSfk1QmnNCflBv2iwY281y5qDFSj1U+A8NGk9fuMFmXRZNA3EP
emwJ/JbJDcYNgZ8PnDvmFUzXUXkqQ1SYN8OVibdRX5+yty/OhE7FuqGasYR2mVs6TQfsARUcoD2m
YGvQB2g+y5CBrwZrEN4k4b7nbJ/mpF94sJYMjRv22/2phYnku0j2n1v1/CI3uRG0pxwTmi9RSs+6
89+HNJnPUJEyDAlpFDWlUAqEP9Kg9GuVz75GCZr4IJJJo6O2zQ2Oox+rh4X7Zu7kjdy7Y80EPKjT
5UzQVejFCcznpWfE6p5In3II8u4gQH/d1y/yZHTatQUqjrTKN4JnRfJwf/0jZvcU8gNj2y2Q0WgT
v5ztOs3dWItq4Zx6zih9oL8+VrZTQ2kGVKne881mc1KfcesIS1pNwswDBv500Eahiw3X4dQT1hJO
UocS4MFmE1EIdlfMGnrMN/h0Vifp2NAFd29uuaELpSLtMk462nMvh9pFWiwH43xvJfRKd/Sx/Bo1
k6DoQFEKSQ3dLLapIa0fVqvrkzz69JMrVkeSDoHGSHqHpppLw0WH+0cqRbStMVtPXwrvvWa7GOI6
wNdLoQkelIUYYBzJNYOTI0TEFA2TSLSdw3ch26tCaSraEthv5pgi0BZ4EGaioRkX0uWgEhGcX1kB
G0m771trMIIBPXIL/AVzmKMLK5PtKStZlfsBrAyV4W0OwSla8RZ47N5F3YMkkLLCm7hK2AOfWwvb
ZS4zOGYSkKJDp6WIZ+JygIHiy4He4rbVUghxaHe6sMsSK0ETaEqLrjFLrqDdJ6ike86Iq/OShOLM
0HE5gOtp7G+B1zrlbghyWUjaoRaBHRVP6vsIxYgsR1Bv+Cc3oCugECrLtYbj9b06IwlzaXayroPs
cylYWsVzWp6U3jPFFKC6vW5rbFW2VANLfq7auolPSPxXcssjz0FMedc+6BGIYxe8k593BD5GRFs6
xo9C+lRYrfVYFSGWFeH+rQPqbxcKsTOxyOXvnxwUpNAlFjcQbQNckirqWg58A6lFgwzbtLyTFUjF
VXs9NIt+nQ37ul3aYz8P6qX9yWQjCdG1yTg+safZY3esyL0bmW5yG7mvw2ukHFRmqB8ZWGaAX72+
0DOu9aXtydHK1b6VCoKxxzE6wO22yimXHbvHolqVwElbcrVUShgd6MtrCRZlIPRQuQCGcdo81Yh1
HxEQe52lqI6B1uTbRKVqE6OBUmWKfBe5In/XVEFrFu0wEIOlPoGafQlOFyoXPKCFbUKk3u4KLdgO
SZTnoHtm3Vs0sP4145PhI1O9IrGuT9TPi+7yqydhwQByBFFXgBAqZR80mcpKAm478rekq4xQixes
zewINC2MuN0R6/mDQ0QQ6lzL0Cx1DsijXKy18D5p7OsD+vkcQWAL6ojASo/MIdNGqCbWmJT27YiB
gbxVFRt9Ua05PzLV/EGKTRYnRpYtpUB+OjtIdwG8OpKUoy1jqtKq6o3eNLIMkEhUhuDhiV+71ucW
XMcZnwJWRNRUwIwCOr9f8cc33zFlcuK5gS+elQrw/nhTlTSQ940PeYjYtdu2CGlVDqbW2EHyVMZO
k5wSUOeR8H2JvWmm+IJPkSQCikZkpNFFdPl8eFXUKFGbiGd3n9+DPM8kFjiV821lWhodrFSm0oIv
N1OChskR8Y2uJTwa05QA52t9wxOU6vpTRkHlDDFG2RRuOuMmMslf8N+QhUZD9sixL4D3Z3IuEDSp
asBigAggKWABxph/8K+ikRjg5xCgLEybJwX/4y17DJ3rG3gmckM1EjMLxBHo3dAmfDm3Qa9wLgfn
4+xnFHUsUBGu3HW9VcFiB5m62tp8FmvA7s8IHdfXTc9cYd8tT8Wy0JaZxJ6YS2ehjQwud3iw9zFA
N60BlHJLjDhL4xQnLggnDizjOIyT/8rN4kYy194mMdAN6h5KS0Z7mIsEYu1EPi2W6mmzR+nbHP8K
HL4dpVob5MSNYDs/djVtnNT0thJ67gzetwwOtCxbzK+RPP6FlM/F4k695RoefBOpMKzmZvQqG/GB
dDti8PdwMOIlufq5VxB5JcjmIDWIZjF1spXSGsk1Te+AUOm2XWu0Ov3wiJ3rJrDRzH8dqiVIzNwF
/83glHNUHAQd+vQtnl0A+MHMIoK6xVR2aHEnG7Z7dR83MWKQpeh9yepkJyHR3dVFB6vgNuNTo2rA
cv6XRgbaCAXhHATOp1c8x8SmjkIJeBvxoebktSQMZg3ySCKeC4lq3DrhtRch/apcsDfZYrji3BWr
Fp6Acb0mPgYBKQqgpnhFBTByX14NsR9lOR+k0pkZ3Tp+a9aejflc8p3GysAVK9NFzEHZhP5DWBkV
8+SXzmwc4aV4ytYo4y8l8GfiVrz3CFzHNnfwK09D9L7GMxODDhBDMpMVWNTE1OggNvbO3rX3s0h1
gSpbcT8c0PDr2xIYzm/TpWhv5t67+IbRSfp2G3TVQKKM4BsitN/oRhAcpY0LodC3RebfmbjrcriT
dyWI+VBtxuGCoFv5cDyHPlJp85VB7bZaKkbNHIuRFVz+NbVjOvZyWFzZu2E32toT62Nxl8z/dsRw
ijICFX+Bor9NWiMqXqZLmQTi8fReNOxkBerIyuRtK3vGNjGvP01zwQwG89vc+DnfzJWRqgGIO64R
Le3qizkAVuM55A/N7q5ZteFfOgTyiOcGfoYHYPbSHtGEIo/SRoICSkjZppUsUduHb8EJFC5UPrbl
LT/sqnRRi2t2L0JFCm2VoEEC7eil3QZyNwKLmHg2Qco5IFQJjRufdmd2h8TRaQmvMwMyG3NUeAUg
lQ5qc3kSI9Za1PR+nQNYklg5b0a64TaBGfMxehgjy4s1E5REmINdngeU5Rn1pZOgwgHzmdX2ZyHe
+sMmBkl2la1qgEDyXSRCV+OOCYZcGsqLBAGx3uTbjxh1lCUlohnyGnw9qgz6WOZGlnsyWX4O1DQj
jXh+ADEbbVfryGhXPC5HRHjgvk1vxa1ZqcgXg1Dn+n6c4Xe5ND05yCErSJR4eHP6kwgx+9KsTffU
mjolAZUe+dKynpF7M+SAPj87N+0e2nRLje1zLvEYCIiokKFvDqHB5V7pPDR16SKed4lCKtLLDFcA
sS/6QU/sL8TyF6YmM624AXDCA0w9mOaTvCk8GnFU2PNw0FYreQHtMqNBiclFVlEfldQQT02sIfum
emWEp5U8Va/8g7rtzPZeuomse9VwdgIoZECydyrPd3fS+VxCh/IxXe2gir65O0Hm9PpKz2RpLr5l
stBq10spyLgAx0ajKSiZbCJjueWljMXcuQeNKdrcgZ2DetikUtWSQo16bZDONbkNdZqkjmd1cA1T
K4jO10c053mD8PK3rcnD0HOd6IK9D1e3ieYY/Q4K7G/BmbN6e5e+Qtp+s8qNL2PB6lzu7cLq5EZt
Ue2oQiZK57EEAJbanbtRNu09hA2O1m5XQsfydRgMf0WM6uP6gOeeKvDZICuggIoFaN7LcxK4dTo0
kYJIQzPa1qPsLmTP103M7RJQxCGhKQL6Qn4FzN+fpyEAY16FwcU9QLk6WHmbXZhs/IWU4UxP2Ri2
gEwDeekxyzTZjWLtaWrCYSgM7WT9g/eI1uFjBUKGdkWhYP6ODYqQ+B0qoJz1JlXU7x1hYTaVuen8
/g0TL7Qisg/aR006ZwTUllSMqpg4qTToj3rhF+c6ynpQLBL1U3F1pTGzxkW3uMz56r7zBvQC6kVb
J1bNehAoFnHRS5REcDGokkf8m5jIAOZkLYpKtCi4ihiSB1ZI9JG4KfpuhTBGnsoj6XusyElsK26i
WiXXvA1oObnp/SaH2nY5NM/A4zfrQeiawkx0jpxVsVLuwYwbH8WsbJGyqMW8MEA1W2SGlCqSZ1VA
NHn4737/HGZqiVypkOcrTk7gmNWqDsC5H2r7iEjxKo/VYeXnivchEtR8jUYmYO9P61SgQ9LWGy0V
uXWcgxSSxkKutkYuxk2KdvmYZ1Zaog2TgkoA0OnUL1/5mJU8VRhrXAONutFbgqmq6KjV1v4Vr+b3
0kHM5PIksKBFYyeUN87hfaEB5EzudLByihnl1v7WtXTP9vyFhNysy/vd5vS20ZSqT1FyPfs7xfDv
DqHpnQRHAC9EbMUOWTiIMzU/nBBUkNFAjdP+o2NAY3Gqh6mL3Wn5O7O195DDKQBMyugTOYAB7TXL
wUhqKrFhcJljLrwW86NVkNtETWWk75gcDiIHbq90iXyWW7PlTkN2ih5kNAqVlF9jT6kSCIuqfdPd
9EvYuPE3T8M26bfl6QviZWKSDySQz/qTmBsRlUpHzHZZ61TtccEdmL0B4FuACRp3KplCPNATCp7b
LpURcD/p/b5pARpYqF7M33TfbMiXWzXJezEgPGyU9n4LchFwBvnm7adre7sWwkKb1d3XSl0/aIvx
7+zgAJmUBWCqETuNP/92lXPSwPWCN8jnbQAz15+J0XH5sUbffvfEY2uQOlal8Xf3Z2tz9gEAvP77
Z13CEe/574+feE4q6UKQZ8KAFq5cxwew8ClrUdKTUc5TczpIp6xRqJ7tWL3gtP3yNq+NbfI0FaCG
TfICpjNrv3852EBrUVYA7wO2wd2uWN/cbERq3qkhhUT79WHPeuPfhz05dZ0X5qHn8/LYdrDvv14Q
j1DZQoPQ+jbeOvnX43Nyf7M5A0FyWiGH8JcO/e9Zn6JSOSHnJRZi6O2TsDuMAYBrQqC0P9zVQD86
4cIumr1kELDB70d4CpD9ZKo7EGcLQoArNQLacQ/ZCGLWVn+/Ac/Oh7vE5zjnmX43NplbvWOhN/QE
aQTZijaqEd+uhOfr6zeDvoM3CoyGLoEkFrn9yblI28ir3SaWkaqw8y1vG6vTx2pJKXk214SQHvkK
yHkRkZ96oDgXGlFxQwal4X7ZbwVNXbwLb/r2sH5uLf8WlN83BriYz+05Mu+uj3HOQwTQb6TchZIt
vuDyWonVJpEg1iafQ+Wt6F/77D7hXnvRum5lBhCLmfxmZjJGTpLSWKkk3F5P463pG+0xBGKqoG/3
UPPGeZAp3XEnjbKdURtKBPLKAEowHBRiwN3VoOJw/YNmdw+wIUCnCkBUTN/D3BcLXuxV+cy/cIeY
OUqzzkQTHRTKQm1/3pAC4TQdYSOW93J+VRFc15nmk3NtaootvfHuKk2tNlrlS7TQkjRzi4PWAczb
o+4eNOEuTXGex+VJAlOZVUHoiLsb7EEy4vXLHnJO+R2adj+9MTkVU+EUf1lQ5bgHlWZyRFdyYILa
73x9iueqGag3gwdJlZAaBq/s5fe4CacLno+tZe6ZsS93GUVZ3ygf422yIxtfgeb40omdEaDGLv5m
c/I8a8T1uTqGTTgayH6Afou+4I25s7HNqPNOd1ZdGNZqpGA9mQ8LA55bADQdAb4CtBPgs5Proqrl
kekA9y13l8e6LcVPmn8rgSaoSy3wnoVdDsJ3B+4Xh929lISffWO/W5+8sXLQDpms9ePQ92Z51B9V
Hq2/VAuNL7DfrRbGOm6m6bMKr0AZccLIj08zdIPmdgIXKPI5QTtMvYaGZWmkvmpGYYu+cM3sQrP2
368bnX3Lvxud+EBN0KdVDvcWPvvDk7sHlIvuDxVdf7Lj8fiY7XaScWOsVsbD0nUx4yCBMwD4APjv
4FlTJqc4KkI3VKqEnMUvkJQwpHlNcNV0S/Kw4/dPJvXCzOTEZLIXRzXUD5BtGXJnCDXMKReERu+i
AnF9LueyLYB2w5MFjSDIdachuwdFQzK0BTkjF0lHxtRb5+gYJfVH/cbtwtEYj93FwPC4wRrOBQRU
8MhMXplo4AsWE4+dUy32TL/BwBrmNwuvzM/E62gGEnkQlRif02k/GkMmnpSe1p67Q3QjmNIq2SMt
/gm6LicwyP6xtmSzMvX2tDA8/cdpmBienD0SkDAFow07e8qNW265u3otJevAt4FqbetXVfxIesM3
lB2abjI78u03/TWWLehFx/qzWIFu3kxuoUu9L859s46CR/BTxKIR73yndGnVojujMiu4zZZ3nx2y
2Gh3+lkIH7XE8E2IUJbxocsdUhhVADqwVX6nFMdSqGmJBjWOhqv0FbqFp0q3PRFxrrzK0ea7CQAC
DXeJYDLRTIwINUpIB3mUaBaTAEcRa8indmP3/r4gCUVjEIrtNfcINhPkBWTL38tvYbXY2j4epR9b
5dsajg/qtzhHdwMUozW1PRM09D9ARlWqQYe8E0Dmh49RT4SzKt9a0q778Uz/WkDUpAQUwiEIMH03
Ir9v1XEBBds/qMhVudBsXbgzl2xMbq82Q3EfuhbsvJUddL/lW3HpTM9vw9+jmDxAEJ3otcLDMQNZ
vZkeIC7WPkTYIrTYuq8L98ePu2oyY5Mtz/oiJa0w2qJoFiTZSootcrpxaU4Fo7DZVjDu9P9vUa/R
KCAwiIHhvIFa/XJzJL1SVDUfwWhdNXbjxjHthaizMrYuEyCOuhoquD6/xFj1Exf6yy78V/S4Apoq
TyY2ycIESqBYujB84Qf0q4nohrlJA2HEE1c8lcA42TnKRyDu8k/+UGomZAWo3ByvT/qPXMrkMyZz
Dtxkn/JpyMZqf2pzKIOXGLJrBajnFIdEXdKx/lUt/XEYUcT597gnhzEk2SB3NeZbLuzap0SHYkAQ
rkvZrN8zQtUBAgIZKN8M5Qjp+GQdqavsXfhsobCGENviPwSgCLPH67OwuBqT0K/ygyZTIfCDrZfF
q6i5JYLhv3n5vW4k0BVaN08s2EWYEmhzKWbEbYP+9von/IzssRIq2Bng6kG4A8XVy40IGTAIHuWE
nStlGyjIER/Toy4ZNZTI82fiprRbkZTG64JAWwEtIyHVb4XgsZPsHppaaP5E8wtBLpdRKXQktlfk
NVnE2cxdpeM7OBJYwgmfZv97VMdkMVXwkSVVNmGHBVROqbxWasfrnDjYROSl0o9Eurs+Oz8TATAK
CoSRKUNSIQk3WSAJUWXFKVA49HFxB7fV0BlDB/rpIjiG0kun8KD02ZSiLUCbnYOClqK/lM0C8nUa
CqDJEfoEGnr1oHXKI7yd7N2Ic9WKNGiyepKdJ+wQLaTaMwJLJ3MSJ2gMINX6VWSjDWTv3gJZZSr7
FFAS8uuf6xMyXg/fjtGPT5nMBwdIGdD8A3/mAWuXIkYj/gZgbjdZGPM0BpgaEib3owQKhjbiYKgE
w2EgfHTuUStyCm47i5TErhMj2UoNxNHrl75J7eujnNxOP4xPnDwvGFo5q3j+XGf32aub3A38JmhX
gWAKta1wC8m1yWv6w9rEJRd4Tqu5HssboZij3AeMQTanMZPykEBj7PrIFud1ctyhcsV3GUEbZrrm
La+yC36VQpgPhDuhUeP2XxGrW6TX+LVa020DvAWIFQQFXCm/Av5vrpAQlL06iFhNlENbzYE8ix2C
ThtqEUBfCm9LDDezoxwpjXBVQHgHMM/LS60JeZCiAop/DmWLxAapV+Fal1ZFf4QT6cdfle6UeHEF
931heufWEjlmHmlDsNEAv3tpeIgKFdrIaD+TGt99UJqeOZ2Iihr00kQqJX7/0gdt8gCtznAt8Gq/
SrgebXhx9pwM5VckJMypVDk7xcDCHYZMBG6JJ695H2ar6186d5BRCEcnkyQqsj7FOncJ72exiw8N
KrvBa+gLTmZKWmpcNzNNl/3a3KOnAQSJMmKlJu5o27oVQzkDhKCliTqRER7B0nlMTooVfjCnBs09
ZxFrp9rBmjjMTNa8XaBUBnLTU2Tqa4gWwF8PbG7JwRyP8HRHfv+u6Q7JBNGVJHyXKn4qSbxq7boK
rA5pHc97URnCGCk1yD+t/td797+8z+z4z99f/eO/8ed36COWAYjkJn/8x/9uqrp8jYPX9A/alJ+v
zR/Z1x939WsdVHXwXv33+Mv+85f/cflH/K5/2TJf69eLP1hQEKv7U/NZ9refVRPXv74CXzX+P/9f
f/jH56/fct/nn3//8z1r0nr8bR7U/P7814/WH3//Uxj1tv/r++//1w9vXhP8vZvA+ywDOOH//GX/
+Rufr1WNvyz/DTpc0OgEURMYGfGe/fkH+xx/IuIHoIpCDI/XVgc+BfdgmpW1j78k/Q35TVQbBTQb
ghtrdGKqrBl/JP8NWooANkLTfmzPg4Pw57+/7GI9fq/PH2mTHLMgrau//wmVh4t9geY+Cfku1Nxg
D+cP7X6XB1gFFZocNiA5hEZm3jk934XgbRYzXl8PMd9rN7kK/gnatUHk75tarbFR6ris1qGHjmDD
ywJAvDw3QdYjj5jHDnpGfI9yJChEQIiagtc2eS2kgKBAK0yMwaAgRrxkClU+ILpJeC6wI1Etw5Xa
yyExcj7MlL2cVgzU2F7GjWJFLlPoWPTtLF3wkYDoOAFd+yCblztEMFkEwHUVSXuZ+NzLgNQWpNgb
xiO0ATXgXq507yUKA9z3UiL2rZEqaJelWSK7DC3BEVA4kQaa8pXM1T788oglgxG6YhhAdAOc7Saq
r3UBuIDKaloHfiHZUqtk0DvlgxynuYiUfiWncvykq5F4I/tyJli1F3uHcqj1Vx/u1lPm1dpH7op6
aVQ9gWyVX1ZtRPumEZQnV4TJR08oaijByaxL9r0Y68kGTF5xS9NMdFWzAR5bW8tx2md30hAqtTnk
AxOtSB10KDrmqgaXvfXRRhCCt+EhyypJuCOZ3wx7EkI3RFdcrcPCccAQgFK5AcSucIsKzdcuH6/F
EFwPkKQUo62oSMCvZ+Adeko9F50fhY5G5oq2Xeo+ZH7YgjNJ5/xkVbl+CZVWpQglqwiq4q3s0wxo
hUJT330ldX0DWXr5gSWkfuaDmiOWgAyZ08CpKQw/T7X3ys0g6BCygFWgQIoIM3ghyWSaatAWo5rm
lduQEGDnBTwrxC5DBTookRyMBDe90oIgGgUQ1egEfJZDKqVraVk01apGE8CH33IBmKVZEGwFt/Jv
OVxHX0ArnqFLmEfUryBaBY5BLYeyRKgFdw3LIMEsgSPbjmOhA5nLUELxQYHgyiP0USLI5Mo8YnO1
J+S2kdsQ6MCw4aGA68dDTttYgSwnuBorUDB3SffUAQHCG13RpO9iDUfZ0KBtC8o0hQynIlYIvg0F
t8QWpQx+QZy2Q2SA/aP89MXEfXdZkh7GHtm3gB/C2K4g6IceArVIW1NpXRLh3wF70dCJWVDw2oul
4/Juk9OgB4KWNh0ovGWO5IdWIo0H2EuJVHbUZlpt8qWL10/zC6id+GIQZhuxLiU0jPMiVHo9UkmM
8i7rQfsXDMLwBJY59x1Co7Lq5EkmpluiNR46yRBDVXd45GXfVF09AOd1LUZHISTiLfyBaCdwA5IY
fhnxHwWqVIPtBUAxICEWak8h8ZRTrdT6U6aq6A9tc0EN1lks1dnaR0PVoYgzHpXIWHRlHDk1BDtZ
rXmfYtVDBoqUhcbjh2xAUbbQ+oQSKQNmxu26+Mx8z9dxf/lDcw6z2HtuwnF99DgMIJZVA2RhKj2A
MWDQjEUBRaMuA6WspBW4ngSv2OtoqD/zIqxZrhr2D0PPJP/QQhpcwT5Umui27OTSNSX086L1UBvA
hSP6BcpQogINSq9UOiRTQlb2RlMgK2xKXJzgQEGGkYfIt4w2Bt1NvIpGDfIkkIJopNyUUyFJzLwN
fd4OUg/8nl4WjaPTAy4zOTlrQUITt8G+4kRJphkSLREVBi13Ta2UXMXuVa595ngVXpVciA1ljMtb
yhUiBNPrLpAGGjdaj8Rk49UdOjcr5RBXKXurtLrc5gBRxdTTSYq0YZ9D/rSCgMwtNmwnWL2bxDr1
ZBnw3KAvlNgMCJqpzBwHLqWSNEDEw5Ub+A69ooXMUlVITB5cn/fXZTSKegxQvbkNCoCYaOcOjZ2K
Be7kQsYSaH2MRAg0Yqtk7w5Kmm3rJA4TWvShh9AbD08DmUro1tmam9S6BWhW+hJoBTZFEwAtYtSF
rt5WLudCziFXfMUEWZLAY1t3wXMQQN/EKKsUyj7Iogf3qA/UwBO7INp0ExF695GnEXg/MkjpATMe
eJ7izWhAEVmIRKOjHoiHQxpzhRnjlatoForJQ1D5bmqqNU8EWuBfvcF3fP4gBpnOGWUTYfO1AZ/6
AG8l5Nmv/QhRauYGZqmEoL4vhNxHlg1qDR+dHvDFCMoKn1H7Uvh0LbOKMPbgKgkONFX8UvhgdZLe
NMMQQLJYGNQ1qaKkddxAjL5C+Nk3pFNQ2eCC4TluxPLd53AXGn2WKR9C1XAuBSiTf+ige9tTCbrF
X7JHfKcb1GwbC8PwEghis9ddoQAM280kneZFWGZmUcRBBNrxTLjt60F4VAiwEJDDySKdMvztJ7eQ
oH8AURnoBwbc8BVxdbtBdwmAmGUg1w6Lw6Ex/FbVD7KYBOBLB/aA0LYUC4DtICGEPiy/FdakUbFn
GhYpuBpxaBBYN6yVcFBa5T7yOD4yotJVQXSCMkphy6GXN6bclQwaf4D47f248N+rjos02hW5JBsk
jnvt5EmDgC5d4Bmkm6quc88AeI/10BIK0wT9H3LUBtJrpPM1kvzdUAvNlole0h2HISFdTkWFNdrO
09G1tlM8MO7jZYG8enqvxEEdmUwLZeyBSO3cVRNxJbradC/hhXXPkZg/lT2adg1VLuPERMFDT00g
RfO9lhVavIX+tlIi+xYK7wAHMvYh9L1X7BCaxJyJGzjBzRTrQMz3LHKl8W/2oLPvfenNi7mQGRKE
eysXV5Hs1mbxf9j7kibJcaS7/6I727iABHiRmWJhRK5VWVn7hVYrQIAgQZAAl1+vF/W1RpmcTqWG
Jx1kM2bTZlONQoBwwOH+FleV5WGZhrC86t3sxKdsAZXo2Ad9I98PsweboC5lCORONfKs2mU45SOA
O2YsTD7EMz770vvyK6imfXIMxwZm4q1rody383ntUQhtuxpm3oVNUx/+6hSOsR3ecnF4mjMZjMvB
AzwA8eqUacJu82oo599DPoXqvscBYYsh0czeVYq39q4MlcQDJ1fRkh41cosJ5qxhE9aFGI2jNxxs
KL4nC2/5bexJzb+3NoBdiRimEJ9JprChqkiJicbCleN5Kh1J4Po28YT8dNPg6muu/KzeUkh8LnuL
HDo4NX03hNelmYHQDGfs3XPdBV2GMsCianQnljbZJ0tWRR/7cImrE8d7FsaDVZVOH5iXDds1aTpC
gV/GXUe/5FBc/TyVwDufNHPl79DBgffUKJnNOCUUvN11GYYwvl2wmQ+D16jYsM7T4dyAmD1fYc2V
28+hRxM5s7Ib3kgcPOA8yNj9CpBA3zGIMX6lzRzSImKzqorI9n18grkytFbHpmri/UKjctm3aXbx
315oxbBovr03rA+S4+yiEGa/Wcr5bYAfBqmdIIlmuCzFMPCwhnbfcSZUrkh9z7DVoxB8cp6Mnr0Z
qEOYRwz650eCtKNDtuZ4gvs97twxy1j4GwoWCrl7XjXIv9XSwc/cxV2M575Q5QEyrnADqWY/1Cck
CChxd+mEeCvzFKeewb35geRVjn9MSPe+JcimCzfTId3bcSSg4JbRlB0NreQ7Y2fxu4kzqfa1zxyE
4CYy3wym1N2uR0o9HNqGEqg62v5Sx4e0V76zuc4YXMs5ltjSUHwCjIqavYO7ebgfEiv1vkkdqsu+
U6F4mzjL3VWTttWE9HZ27Q3Ma0B5ngWw7PtlDKAmnkPDh+5VAyjWzjunmjvIxGYob9Ssi29U3s41
Fg8u80fvqK/2so3G4BCE+Ao7KjKVHkm7MLFXGKw+hK4T5X4gVvU7aWbUoaDYMEPITooRhup9Pv7w
wVIji+5F+4ubqs6BPmg6+d3Uhsz20HG4cR5lV4XuWJW6H/y+a6lnDpjmIbMo6fvBTR06Ky703wDb
i2ZzUd7AW2dHUw5s8a6ZkgAGLXMyxHvDXVK/txd40WlpBmnvqdWT/ETTcQJ2WNO68+2eNDKBYAdQ
WwnSBGv0sPxX0eQ/KhPcVT9s27e/h+cVgOe1hf/+xvxqHgf769dw982s/+SzSsL/G6UDVH9eLhz8
j/rfCgf483+XDaK/gAeC4N8FjJJCa+hfZYOA/YVQQweDwUsQ6r0QXPlX3SChf4Wws7/8B34J0L5C
Oe7vukHE/sqhOH5hnl94N1lG/pO6AXhjz+sGYD+ANY+yRgpfgYsxw6qIi0pQabWqrtsx6LjCJuoJ
ufPhlCof7aY5HqfqgAQ1snoXJpc9fOL5oqY9v/xceG2YfAyG5D7O5/ALXG15MridzozrD9T3CdeX
N/OU02NOqhl5Uoi7QdtvUuB4e6CUhxESEjdXY/wVR0znmy/C1rnAFR/E0zhBmzoV5MOl1UQPdVS5
6RHefqk+jNql/jAtI2Tq2JLjSDSs6W4GEaMaIKPaiwI50/I4K1QUDkku+H2mBrgWRERpnHMJyZa9
b734yROGE7KVsKO/IlIE5jbC9ZrtPYnRWFt6mQaHaEI54kxZU8K0BenEcDc3QVBDp4oAdCC/EEBG
Lkrkwi7ZmcYukx9JC3xbf6w9HaPHwMwTO/WKJPyuc3p8X+cm7y+VCpW/7aoxD49iaPCswlfPwmIc
wAQ9a2bCvar8oIq4mTCXWkSp28WNgb9ShxRbH1ybpGRHxGzOk8mbCdZ7GtRA09oOQPqZMH4wNGn8
iSR9lu2DaQgyZOFsyhzqhji+bIQzF0U5d9SARfLlugsqD5dGORgSXtdpNV2xDNnQzsaR/Q7XSzHu
O017jVqBhilavhvwvBQdkFYZn+vDHES4567xnJS13RNOmulxNiHlb7XF/1eUPECth+ZqauJdukR4
qzPfdPo+zKsWbApj47EAag3UD+KUMnqX4AgMzrr0ACk3Xnu213GAJ8sI019z1lHS6T0MAjpVqGyi
yzFvJTQKUMjI/WGZ+2685kvW33cpbtVT6CaiTh7jTOdxgBn8Q6TzZT7CVTPyh5L7DvgNj2bsfuw0
GlZ5PDcfsmzOHnjayi9G4fm6Fxk4Xxm8DeK9VNS8XQJcInj+tMNtUFp7hySPMVhIlwnd5T3Bc83h
VeNAREQ9GyZnqvk4MC/IVSgM/43bRTanGTcu29mSk/C2lCDOIKWZpvYQir7OzhmbsbaQh8vzQ99m
wZsMMhDpbkTNJdoHVubNdWpq8XmSBrWkAWpf4ZHCtwDXJ2nRIU+bEezzUE/9D7zDeLRffNCi5id0
8DYy6YCmW8xBm62bMO+LSQYRbKgik32N4InV77qM5+E+z0YkCxw+zxChZGUH5j6a03xHeeVQ5tEi
E/tWcoJ5CRrY3UIi2C/i7/zsJx38VkwOENeVEa+QTccX1z49jrh1hwFy/rZnAS863sh3eaudOyhW
tcltO03iS207Gu3y7vJEDaeq4sfEuPxbMFHaHVQjkq4ILE5MCG239gRmQNkeqXf1x7RVNMKl3zcV
pOxqiBtlffdN4sbn9a4BIAtbKpqBdMj2Uzuk4fupYZwXqrlUEHbzAhHOIkM/xp0Wl0/lLszNwL4J
5nV+HfTg89S7Nmwj/A9BrI3H0dagEjnfyvBNaca+fmCoMg0exr9low95DnZTe7SsduW30Y9+KlFw
HQKHhn7Chfg5dTglEFhLB7Zbb5qUH/IsyJf0DROVgplEWtswOXPHY/WprwW7uKRE7nuNo3C+Lh2u
/G+i9GV1QxfXqq9CSZbMO1QChu5RiYTWB+tlfTlxoa+n+RXCE4c3jgu2zAw9hLjVh6nHS2a81vg7
6vZAbQ930T3tcXwfy4YE9NqgBmk+ltJn5MSGSOT3VdQMcLqPh1ShKyZMO3/WY5o0DwxdO2ARh1yN
bheUjJgrOK8P9BOt4iE+X05eXR4dA8CO76THQ+onKGxLaHfjMgfI4LQPsl2AOgAkOGxjQHlkRNE9
MP1WHZJRE7gHjV1rroamgd2crOIvfoyD4NH7dJlwmjryQMrMjW/nSUffxIIX5mEZjaqOzk8+OqKR
EovPkY7CvpjH0sX7MR5rVNSCECKYwqVjfc8MWl0QjkgceZ8zZxlywSybdiMZ+WMWu+h9HUbztJNs
7tkeauwCYmEK1a49ZcgydypO0D0UAy1v6xKVTBQqAw3fg8iAQN6ZePS7sElRTeWiNcHBkk49GBSj
9Cmxy/jBow5vC6TNXXWlQHKD6ejoEV+owMJjFlqdU38gsfJU7a2lVB+iFM/6K7TmcoJ9ZENUkAY0
zL6Utm7YWfogDS7PI9rt66ru7KmfOWrswJiUNQpLzaUIkxHYAo9Gly0QPgHqW6KpGVYFrbd3oq4k
OvSkgjUcqtwcRQLcHPuusZyfG0G67oqqNnoPpH0EHZ4uSLK7qCeO7CJvWHKCqsPyG4+uLtulpY2+
YhujKMP6KuaHRnPB3zgfjVBsprqU1/nYmbsxqiHzX0+tKmqso7qfPSjyKOyxXAy7sBKoAgmBesIO
L6IatjfasoJ3XducUBm1Mw7AWhj48ibIjx4bFadQ6EeRzr5psgG6Z5kmAp8l9P5RZnIYcPqT6Ldj
EnJdVVCPyQEqKv0MZ0QzkZ20nL6tpQeaweg8VUU3cf8ez3k8sQgedo9e2uyr6CLgBrs0E5Adl/OE
WvXS4BvRyUTlkYOQGl+Sm0wcFVLAd6axaH/UsdY43pidvi9x2bAiDsrkIZqMS64dau3tMUJSlR19
3NP+BmnVZN/kesE9fogXH4F+nXdT9Q1P/b5Xx4FFJSt3UmZ6/DChLCNPKmrLH0sbgJUYVj1/P0T5
HN1wulTN/eBN537AvXKErWuET+pFDDJcXatAHGqXpX7nSDeYXYg8Jt/LtEvPlR1Sc+q1HbKDkUlj
94LrqH4oyayCs0qrihbMt0j8libL2jcRT7Qv+nqEJVfWN12RDkHXQ1ZPxwfEsEXxfGwmaERWcwXk
eFsbdHX06Lp9yzL+DdKAYXtolLX2zG0La48hJ+qLiZd5eBPVeCW+izV0+x8DEfT2FCWt/Z3X/dId
SROX5a4agUa5ViP0/Aqj44buRWXH7IhOYjbv57yv5XXF5Jx/q5oph1ZbMkft20UmKj5WQWDTz00C
Uutb6CZK93ipppWomI/QNFUzXBS1QSYgTmhtQSrFnbIWPwMac3mQuCpCFIZCVimUCBae9LelFfI3
D1Ko4XAZUnGKZ3BYcTXbGE62XTvcGxsuya6reQ0apqQU5SIGv5jdkLf4I3jjLsO1gMImrI+MrOqz
Rb33DhesgGtl39XlDnUD8WmplXpAcoXqKOUJ3rMl+kHhFV6PSbbr+hmWIT6LyRem2KUll6JPtVch
KLe7KUfyDNEcw76ZUiTDjrUDafcRunmgcM068Dvcb+Md9d6+cU2PZ3xZRv4bkpZ5Kioh6nS/zKT7
StFyfg8LCTzfS9fxB1WP8XRosxIWhFmkl/5gZbt8wYnYDShYiVAfJbVlUfoAF7FOsK5FUgn6GcJb
IarihhCgufoxSHcuCeXvZCIebUtU9wFHk8R+nCZo7e2nqgXgStRaxQW6UNVvkSNRKFyX4FYCGIKx
M8jIhh8WtHu/R2k2mh2KQeBpW97Mj61uFVo60iU/aR1TvH/4iJIMzYytUAtGuXsX0grXO7d1C4in
yJYz1x4o/KwhkLRQYRBVuEOU/Tyj4dKgkdZm/S6wTVPDf6kjaK1P4S9ZlmgPthV19ihriSyVBChR
7Oo28yDk4Z3xt6vg/3+m/7cLqv3/8E63/NLab563+PGv/NdTPUiTvzJIu+JBjlY6WAAX9Yn/avEH
NPkrxd0A4woAkwFuv9AP/u7xB3H0Fy6aCxEuDIFxCy8wt78f60Ga/hWmYIuCEJOi7ZcB0PMfdPmf
v9XxF8H5CiSxNYuQdA6pbSlqyK64T0s+fy/dxycL8Tee4Cl+4IWR12rEIASEA3EYGaB+SIXgvW3Z
K8itl4bGqjxFkVc4kkmHODzOOX0bJsHbOkpe02d6aewV2AFV5rgpValQ6k6WO2DrgBaf6+ywbVEu
EKQnoK8S+lp9XTGFy7YI23TPK3vcNvIKvIOHgZzw4FDHZWo8RHxCkFjUnD9uG/2yWk/mHZdIFxva
wsJ3tBQldrkcsoB82jY4KlJPB6ezoCPJJnV0WmVn3gzfxlC9Zkbw0vdcFaEWZH+ko9AWSvoO99Ny
W1l+3jbvC27myaKkzTSxIRygKJCf8h74po2Rs8J54rMZA70Pdex5H6NL0rgfiaxgeLhp2ukKr1oy
vIZk5eqjm5MroJ3eq5RuHHoVmLQbuxE24TD9RuvmppUuuitZ8Arp+4Uvma4iMx0ocXbGsoj4R4eG
HXob286TNRO4zLJyojLGh5ToWRi40pNA1xsHXwVm5XvVk5aqY2W6N2Xs+Tk1U1hs+pZrjzaYdXZS
VIM89o70u9SRn0n5moDHS+u9ivkwYa3pIzi4W5SIfiwWr/pexq/pf740+iroSU3U1PoeSIjPi9mD
H79pQdJVuJcsjecKBlfHEVWOnY06ic5XtO2MXdOpm4RlHW2wA/kkT5aPaOV59IK3zXwV9V5BqLir
bH30FNiPeqrK/Yin7NWm0ckq6PHILhc+4uJheY3DilX7DO3nbVNfO1ouWi8j75f6iIKdPpAUNVS0
7IaNU1/FPcogTi8tRjfytnfQ03lF2eCFHbim/UDqCD27YK6PVezvdFnLHepAr8jtvzT2KuizZBFh
vkCDBeqeV63S+hss6JOv277lKjC7jPX9NCbyKLNMfbVZ2Cs8WexriP+X5r6KzEWHVVeRTB7LvoK7
bUvOcxRMp21zX8Vn3aLtyUMsTFyjBlimsI/02bDx/iGrG1lGJBwaqUvYm6KWAGZO7H9umneyip9m
WGSAsmgF29/woCfzVUTyNTm2Fxb8jzLdkzwiKlM8YBM4e0OZjuwq25811f+ZTd6/Evw1qH0AsGC2
FhMH8vZaJylK8VI9bFuUVTbrmWh0jCbVUWLYMGk+9Fq/Qop7aU1WAYQWNLTV0BI8WjqgFJPQ69BO
dNut+Qeg/2TBFcAyxPYYXIOJC7MFSzbOehU6U096q3HnHOd63EMcARAtKl+zgX1pSVah08vWzmEm
sE26gOx7KM8cs3z+sO1TriKnLgPTKKflMZM1qU8linfpF9oC27Ate1uTOyltByOGWh7FMuxZ8AnQ
4G1fc632AWCjm8oEI7fBfD1wALd1/5qrzwtr/ocp+GSnmFRI5ylQeVKP34PA3ZaXavqmJf9DcXsy
dhtShx5UAlxIMmXvZDh9IMBfvGIB+tLEV6GJbnpVJQCJHXkk7uDFgXdPOPbbbk5UHp49fHLAlUMY
/wi8Bn9ZfoVm0bYVufyYJyvSJwDreY5xSyD7wxwmwuDhbht6FZnNUONJGSkBfNRxvMC32MbkJ16F
ZcxJJOeuFsewuuDnm+YLHrR/19WekWT+L4ooa736EuqEig2pOAJU2BxZ0ENTDiS4bWuyyjibAHWq
KsLgpvqSC4M+R7gtZfsjT/HkQwahkRKQO4Hdd+k9myhHuSBqt+3ttRJVKMPUjAyjl9zcIoAe4qGN
t6Wyf9jJT2Y+2JEHLkBQTvwbLmUFtCnMADat9x9JnSdj16yKRqcvO6UGiY3x4WPPc7YtdtZ04NGj
z4HmszgCKweGB2T4Nr4D//CBn0zbpegcQYsLoSOHPXCTYBlk6jUNlhfOqWgVl+ArEsB8sd6adeFO
gj6w53kwbtyHq9iUcgrkHMTiCFIPiuwjl3szVX5bLrvWPUm9R6eXYfQ2HO9rNf7qFvSUt+2VVWzK
0pYefVoBnVGIkuYEMmhLX267ecJVMkuAdPYdQBXHrINiCIvCYR/pTmwLzzU1OwZkkgOCDBmPwOwX
8zYznzetyYUm9/R6sJotA+dUHJMKHXw55v7Bj4xtHH11Y8JswUglWpwqM9rRaHFxti1NXrvI8HZs
RtVhZNnJw2zPNTrg21ZkdWFCbB9N7Bwja6D6wVH5PjlUsLaNvYpMcO7BvbjcawqmXgcxp83egXi2
bfBVYJqOJTUYaAgdwF92foFuKYQqNs58lctecE1aBB0GH26r+aT9trRnLWRLY9Av/eKgk9POt6au
7xZ/3LIcsKR4vrNDmDZOLB8wYxCw+a7fdMEDzP582IaMrhe9RfbApqssGm5gE33YNuNVLObd0DAh
PGJxya71eJfM1SsSAP98I7B8FYf1nITjBJ7msRNSvhPAFTeuUZvOJpiqPF+RCRKy4GTgE7Y1ebTs
znTlpuMDTbvVyLBWGizBRUYgRO2Ojdi06dhaZy+qSWAtEFlHYF5+zBHYUkuyLXWFcevzOQ95Boic
xrabTOlOpUJ7OhkhErVti6zCUEPurA+ny6ZuA3tc4hZUNPeaQdlLu2R1PyaQw5nbrsHgvDHfKDPR
rUiXoN82d7YKyDrPAGfLMbzrFoh8iQkGrnDL3rQwbBWWhg8hA/FPHFNlu09LCXXcIqEOfknbxl/F
Jg9DcAm4Qe5QywcV/YGPnbcNvQrO1lNR+x7xo3V0FhAs2ldwDdy46KvgBAHSUzteglOfKJnfzJPZ
dN3Aqfb5Rp9lAo3qGMGZAKammqU7hcn0nxny/a8KG8Qjng+utJJ9luCUnYfYzAWFcC2U1KWbtm7G
VZhakIrxSsNfYAOy3Kja/ZRdTN5t+6KrKHVmMUk8woKMAFdHIRY4bet1s7UDAvS74pFcTsRY5HuR
lKAz5WBtb5r22pWKdm0VAIojjvXYnkV1BxD9pqwecnTPP2fN4gGlTBxbivVvawZkeSZAwNk27VVo
0nmBxkbj6NHng791YdjcgvrFt6URa4XELDRcgXqTFUAmcgBySXM1wzNm4+ir8FRNJHEVDVnBvdGn
3A7LVTnweeOyr0IUpGBwiYcKJ2E5+n1C+XwEfH3aOPd1jAaAIY+5zQqV9+5s+RIVE5752w50ugrQ
8CKGaxtQBpkz+j5P+XKoZzlsnPsqQpu0rOay5FkhlA9BZO/rUyCi17b75eT+3+Iv/zq91gCgBhdd
kwYyK7Rs5Q+6TMtb2YMN3nadLCJTZduO4DUcKFNiGsDWSAta2ugGt3e4KytebourbBW07Qwg9zi3
+BV51jxAeT65UjUY8Jui9sKmevrwDJEzdtNisgLMOQeNym4614JOm5oGMDR/PnqFnI+mpMkKMIqz
vfQD+6yJe00x7RI///B9184CVi9iUq7Oima+GAQCq//Wd8PwsG1l1lGrNTjCA3ZPq2Do0YRK341x
+poa2EtzX0Vt0ARJF1KsjIb6CJxPs265C4c02Dj5ddj2JQnmAMOzOGqLLmDRQTO+DaTGslXYUtA/
WFZh04ydeOgC2EQaz8ZtL7tslf7WCSqHkuOrqkpX10mfTucyBAJ001ddI4Sgqq7zhuM8S8nUvU/b
Jv4tgCLdOPoqVivPK8DasTDgY+tDCUmKs0PWty35XaOE8rBPaHs5LTWbh2KCNt/OZku27ZZaI4U0
GEpajGVacOegksAg8wu+gNpUroS33POTgACvJy3BDTtI4Ip7nwwwCNIbN2S6itVqREHeiQBzT7vp
MISjvgHyfhtoDeqtz+eeqa7rJdXYM6mPz0jH2H4Bk73YtiNXoTotXdYzFyKYoEz0RoC5fliS6DVP
1xfOmTWuR5OEAYw0ZoUdm3ddkJJr15Bs25MpXYUqqIbNhYiTFeHQ/lS9ya+S4VXpuhdmvob1cM1q
ES4sLVydZgeeKHcSQbANCwuM8vNvmjgQxkB9hHhME4qvHamTk6Sm2tSS+zfXSUWkTWqdZEU0QIVB
l4ReB3PitnVb4F77fPKNCHIjSY+rqXPzvrzQ1Wo66W2hSlahWmbDXEdNnsJ1V4d73czZni2y3HbM
/JtCYGnAeIkRqmAUB48lgKaHyDCwRjZFE1nFKqOOTB4KZYVFa/tGNtW0B4PTb8uGySpWIUw26Ekh
mroqBokODPAiYIK8Ek6XBf6HfGYN8WESOjogFGeFE1BWn/quv1Hp5K8UtFMO25ZnFbETFXopDY4y
WIvMn00U2odc53P1yuq/8AvWUKKKwOU+d/gFNm+be1vWzR5FLGz+jprplb/jhXNhDSmCTRzDpslS
mBdP2VUuAv4Z1/j4Y9MCrTFFja+aCP9NC/CAq7OJKnrqQdfctvzJKnA1Bdcy8CQtloXJ02SJLnKf
ldtukmQVuDHHxHHtpaDtgEAGDQt6Ai6g3lZfXiOL6lQ5PDCxdQQJsiPp4+oIMHe8LbLWkrGpCINu
IEtazBm0tpoGMqmJ6vKNo6/iNg2ZyPoFL/Cg5/rcVuAYLqlZtiXbySodFhceC7QWaDGnOCuBKGQQ
PQDxc9uOXIVsNJRjxSWyvnDQ5udkINw9gmj1ftPoa4QRyMeljwyyvgFKmcc4GPOzhebctox1jTHy
YYeD7yI4JAcPLj7oePaXgbPeNgQgPHufX4QTzeyYQpetACEvJju2UHoqPQk2njV/fF2e4AMmaBKB
Io14BRxj+MTCvrpd6ta/ct5fZvkP5/0aawSkq6+yy67sE+UhlIYO3D7P2/yNTqrkUKp+gehhOPNt
QfBHM//Jj/HoUMgYul1FgnbwoSfW3LdjJN9u20jJ80+BR9sCoQ8U6HjddbtYErGH0zQ5bht9FcDZ
NGYQmkOSDHkSmLFUIC0DuUEet42+CuAUG2YmE/KpPhz9DbqKQ7HYYRs8ELI0z1eG5ZFVE0+zAkJO
dbRvIAQEYm4F6cJtfbQ1JClC073mOHqKTsfLR8dK8tvmbGMNZw1JUk0yQheA4n3ip+nRQ+bhDel5
/UoMvHCbr0FJOm5jRQM4jPWQOHjrYRW5p7put92Ia1gS6O6gNDc9LfJhbMurkkXt44CNGmzblmtk
EoxlRxPGOi9S6/IddPvrIpiR72zalmt0koRMJMQf2rzoe5ncQ7kmvM17RT9vG30VsETBdEgIlhes
B6EugCDnB8hbjdtqon8k258cNpCTg7iIS/KCkk5emRnawtxMftths4YnQatkgf5FlhflogB+ShP9
Q/Ck/bVtZVYBO4MXkHsXY92zYP4IQNigobPB9btNw68hShkVKq/onBeBirvhkC41bAPzMp+3FdDW
ICVIufSTYG1ZzGjJ3EEfOofAg022bfk1UilN3DiAll0WdRpNpy4cy0Obytdcvl44DsJVgtxWad7C
NxoedGoIdg762Gcz1PnGlU+fn8RVn1Q12MrlpRxd34yDSK4BThm2hWt4+U1PtryuQSvjEOwshEFu
nIUkuR8aB3r/tm2zitdKlLlmwpdFBwXDY5AE8ptu9PB92+jx88lDA3nmLm6CohoBJ8yg8AyJRPQf
t42+umDplLclChZBIXIdfciStj6YUfQ/t42+itfFKNi3DTooSg2RdAf9jtM4BNGmz0rXACbdQCqq
z2sYJfd1Dd2oi8RmopIfW+YO4sfzdZ+hzjJdmmxFndTxnYiC7j2e6PV+2+ir/HgJhR4gHx4UvvPT
53ji6rqk4bKpUARJvOdzJ1CmjpUzZdEsS1yMRt5DlbHdVCeiazhTCdHtrm/HsqBpYI5QCoI07CLE
plOMriFNpc8aEygfFMSnBuZwoTyNsd0GPoLX0vOFgdWE4+mSBsXQ1Hy56mrTPUKo2mw7g6GU/Xx8
rgd0SnkSFBFVCQAf42jg/+6qcFNAwWnh+fiSJizqCOavQyjUoIRcfkpIVW0MqFW4qtQ1Uy9w1LjZ
djdinuUV4dNrj6p/vkFwVazm7nlMZ0hKF2J20PYHefijykb92ovwsrf//c2GZ/zz4Y3BS22G6mPB
IHMF1XU3hSew3FyhOgFtVTgj0L/1Qf9DgsS/eVMAwgahLzIFxdzDoaTlSQyCUfua/epL67QKXkj3
hHXFFxzJyZRchxAd3Fm80Telf5Stb1pgqXLIdfFTP6YjuQ6TNPvQojBii00H2xr1JCA9O0ws7E6D
i8oiTdLxLE2/8XRYw56GICYt9L77U6t4fXCzh6LN0lbL722TX4UvcamoIhDQTzSfLNxm0/6goTq3
7Whj6+AVc5BVsYYgjkN2Ce2x8dRBdWrbjbJGPpUQAyqDJC1P6QxfQbzzg+wX8ZZvKhjRNfYpBOlA
9GrgZxUHYXMwDdrimbLTxl2/RkD5vmvbkkEmgxoS7nzs3e1gFN+2K+n6uk1yuKFDvf7cu4EEB1Nz
AzERobfRlyGQ8/zwUa5JtIKC3XlUqd0bhq/aQK9k28a52P48zV+h9ZmFpeLp2UiofgA/AE+mZBg3
lY8h8f989Fa5EftyCs5VZz7NY9r8qunYf9kUUXR14VpolY+60ubKJ6T+mkbS/DRD8xp4MyP/XKmj
axSUgsfITGJnrsQ8JPwmRbWojE50SJK0uZ0hyA5JX6l7Gd4Y1lJyp2BBwU5xlMzlrzGGCxEadI20
FeT/+9ZAM1QESzDcBQTmnDDHVXNCC5oFQn7vmhGWHlDWmiDmGsw6i69F6yDpCp32Mg8LWflEfQ+m
xIAXBq3NMfpCL//KhASy6pZ3GaTO6usGniT6jgoqoXHKmYERSOOglw/Ryn6yj2EH9VqzV/MwQBIM
P6Lk34N4jHgJg7+4lT8DCFyOy37K3cQ/lLMYoVtKSCCw6drZlm/aiMjpVg/TksHTJ/JwVomIVuU7
4yEkcQcJYbYEBwnMqHxHO6cg4wbNw3Cih9nMqf1YW1uLEzgHjbmCOCRLdxxq8b49+LCuNX4/rHu6
q8WSHKSBMBDd59jUSXPP2ijvqv1o4WZx2+Y+hoztOE6M/dTERN09FWkXftZD7WHS4SNdXTTSIWVD
4UcdC87xYwem4FTsMWbXHWCgApcZOD2lotuNrIMJ1H5O4IinoT47xTACyGOkihalndKbIy/Hsr2X
czOkDxZmMRiBpUEQp7s6hZPlfISnRpK+kT0k8e9hD+Hrc463CfR4aUnaGZ5jkJe/WRiE9B7+J3Xn
tmQnjm3tV9kvQAcSEki3wDrnOZ2Ztm8IH9KcBUIgJJ7+H6uq/+iye+92dEfsi33jqHA5c7EASfMw
5vga18N2NscBP2yHintubs0SdRoO8vDHss8bvKfnLpsBjIabG3dbOR6rkPDgUx/N3oBjBFVhUsG7
vYfNMWogDvSMdBZwUF1y6Bmjac0wkgfWwcU3nUVZDXab85YWTiW8gclf0JUm05sJYIu+KVHEcHmO
JBu/2Mis68tSU1G96IJrO8EZAH43dcbg6wpDgyAqo+oUL/Dg/1wb2jU/5jAJtmYPIflGAbSJA/xY
Fle2ccfG4VuRg+8L04HoDAcDMEqISvC5OyUhk8OaWIdF/AhNWUUNKK26wGyiFosKPoKis4BSMlVb
tH0j8D8JvrMwgYUzpihmgJSaUfbwtV01sKTKt9cFlui50jvMkw/S5cDaW+kuDK64ZNrDLzCe1S6A
/SXoRHyJ/oCZiLpf3ynqDcuT6Etfm3we5iLO2qX8FLtpSHaNmWFVHE4hXnO46tbzN2Jwj77rxtCx
xM3riT+Db9snNxhiN/RJAJaAWW3kjd1jH8f1eSVt+CCp7Nj3YbUwEYbF1/aNwiYbvF2fwPaHlNsH
1pK1/F7GccQOZSKrZEvLyFW6uHXdMLc369zCMBf4RlbItvwI5CAb2lu2VZLWZzjOAOqTra2cqjeD
3YHBNLdxSV3ltIjX4dw1JTAQOaSQZaNz1vl4fYuD0GzvLpjs+BIbGSQNyCQoIsNKMmLz9liRAsdx
3uFkICqDm3jbbCCYQPKlYeKLNuO4t+jjT/SYhBYOV8BCQM1SwMq8cPoHhsNGvwKfw+N5hIQc5ikg
yzAvqE2TpWn0J2DboF7YOwRznczgIARKU2qUXEr4tQZMwwEz9LC4+ggjeC+fJqrW+FPkgxl4RWn7
ieHa4AnMfnSgOA2PdWWE/uhgQQjYFHNsXO6KsKHuy1rCwRdWbT4c60NXcDvBgUqPcIoCP6rqa7IH
ICSBTKD1E1wrb+DiHsLIvWNKRzafRBFBR9DRwAB/sYAOtUtYG7MfS4AkrDuZoZRDt09aFPr3IGuZ
6U4Dj6WGtK2d3fbAyrPkuYIzQ/gVj3VZAf9xgtd9iqNhlQ8A88FmfmcHaFLwM4ly69cGJpzAUSSN
CwmgI6VydDm0eoTxJ1x/xri8j6sIcB7YB2/hCRSLGedFElsB+Jxei+8e9LTqsU26dbkfCs3pAfem
ZN86wXqCCUN42pcvOOiXpk070falBRWsV+tJaLZpBz27WEGbQn8IPXBAG6yia5YsQCgBYkGG+RhO
1Kwf4UnKVJBpXlftuutmp2E3Pa4utI+Lxj5za5qqu5rnhPDcJgn0ZHnZbVIAhTUM5DGpGIzvVedr
CltY+OJ2b0GxxNvwiNi+6Xw+cRk348Un45bsVlDz3AWdPth/ppQqsxwg1ybMw0BT9p1I+3Dw/Vfe
OVZzIOGrFcXJSk9shJl4BdceWHAHZXXfwDQSW3ZROPYF5mNgFeWbbWYCpnGfTGOcKorf8WZEIg2g
rG0DR9wqbKpWHBSxkwh3pCRBfaGDCo2/X4Vtqcqk8bTcbqNtw7NKNQEmEAKC2YdFmA806Js+VzEe
rsrAgENync5bFIyPMMc2WHaYzPRU77YVRT6VzhMvlbjv9Fp+KoKBIyRw00zdO8F330CziGhjv7N1
lRClwXtagSEbODWDxiXWKAM6qFhhHuvnVTyFC4F0tZSmtjLlnUdK/6MuNuv1fkTnSL4kAlwcYEFY
LYN9SONliQ9TDB5vkypVUf/V622cLgD1wQW20cm2flAdwDm3LPTDDLaIbmseIbbYsAm06Yj1uFUv
DjA4A5caMydkyoBOnesh84727hW7ehN8XhKfUBgKg/iWHMpGRtV7Izs1fZjEEg3lgQ1RBZIQcHFa
3vBQizLOFhh0W5PVZBzqo1euDmUuLVGjTXWA3elpDRKLLZkBsaUeoniNl1Mh3Rw/bmEb2hKeJTXf
mozOc6kM+Fi1FWkAe12oPBCSLmvWVuWAsaKE0Kh7lmrAUQ4KccXnz4Fbbfk+NgUz8NQPYa/rU4tu
fPNJtiOcYtIA3KfojVjZREA7wmc3VCk4Pxsgjq6CzxPZmU2NLdabR0AIHlQHl/sLj+0UP6E5G8nn
euO6g5cro0SjCBvrWqH8JWL8vngr2/EsWMGb125buPqW0HqkPmUqckSnnZxI/K3mJY4BsOuAanor
fVlMJWZ9A8Q+qRthcH3qTdUA4MwiqMpfTQeUCmzUbVjBlFbH84xXq4CFcHngNeJYmtWw7WywD1oe
EMx1wANmQQQ1IS1O674bi1NVLQZ3sPWO3CDmYOIVDG3W7sFeuVp9qQ0WcfBxjdp27zRdwWhhpo8K
4G/lYB5xKRybXLF0vbms4WDoA0ylRZBKKPOAkOnVAsSkbGfwrBp47xVPQwG/6hNxXUf3G8PzQcBt
B/kyJ5WbMPJoSv+p2BLA1wCyCSKw50gVDuw22LAmHkMPD/QImC+wOK7095gDSAfi0QxnW+2HsuE4
NazqFUISVrN2F0lTJu+mhYMZsD0hl/j3fYMG65H3OKXeNl8kydk1YuAfS4L9BC7RuGGPLQye7X01
9JG9cxC2VGdIoRKM2yF9XsV5Vmaaf5BxU3YXwrmUL6ldSDUcCxs1y8d2hO3GcwRRYvVkV9ggD+mA
QWX/2tam1Uf0Y6uVpKCcJMPrFKJn+n3rBVHwZZ+si9eUokm4fmglHPuL1JbryE9eg3qQHPsSXrlP
VV0FYAqRYlz4O1nahuN8bcv+dcUmgvuDilwNCHzoggJPAetZ64vb+m77EkK89+iRavGbZAkmjDfP
S/jghgVDJ1E91fKlruvG9hkypInfBq1s208U7lLNfYsiBAXGEuvwS2k01mTWcqCRMJVFZIQZSsLe
bTEE8tHDIcAheVqDkB9VCKOeE5rQYv4wdHSuvno5CXx9bPWtv09W1fVYbZ2f1W0Z+Aakj7Ja1cfI
IYxMxzFOwlMzlqO+mcLKRQe71G37gfOx6tsU/tO0PwIuNGjsAiZ6XaDGGu+Xwtr2YJo5CHRqQyWC
D9WoS/redvO6HHDyaQcSApynUxyLCd5K0lCTh7NtwpsJbD/5Ctf9jmHPFnzMwV8R44tTDPVI3OUN
i8BsyYyhArCZvH0MzDqj9Ly0hWp2luugza2wc/IUlMbR82RLlhybbe06jCI42d3BCr4FzATQWYAT
nPSOZ4OalgGnTVkA8hc3ZrmE4VrFT/Da6wH2KFTSzeVOELGwJ5ThuNk3zrbYCWHHHzV7tiU8PIym
F8kuHI0tTY4RZcAZYNRQqRsEn4k9AzRA4l1vFtAemggr9AxqSlzsOGhZSHaTmuibwrbh1Yx0ARj3
UvdXpBQgW2s7n0I/LyKnyHe7OwvxlTkt1YYea1zBBrpMF1whIDAKnMw7xzGJeNOHaInkPA6aEReL
8a8kjUqxhZdiitvhWxn3wnxcEqIJPMwRRSOBw4hSfF+Opp12E7DM9iZeaTyeWKFn7PlkseGpZhNx
N5gghQNFCtd6Jj+3A9C/ewEKvAJ1D6viAbBCog9ThKTmPraGjQitRJNUFhUjKvtbwEjodmdj3Oir
KXXgQtqcuC9ZACRcXNQgZxSBTyRcN2kcROl/VuT4pbDHe00C+HSXJ4cTEe4t/aChgkHf+PN/9vt/
qctrWmBd2ak6dS7UF7TXw7tWDf/ZAAC8nX+u/9B+BiKspdsJXF6TroboDx6EpMf/6Np/HZJK+DZp
FQ3rSQNmd6ZV17xdI+bfNLr+UGT9N1X/X6ekypVMpfd1e+oGIBGaHTBI8FQkQLqdAPsB2xRDTk2Z
zzEN8Nr7HjrGEJ7a77VskWs1Q8nvarxIMwqmCL02l7FRArAQsMkDWFsLjB/mbOkF/oEZWVkcqB4A
imvakSZp10HjehvIRAERZGtS4bU26ImFmwfU/l/fv2sF8b/7gr9UFiGW9nPZuPUkE6QPezvJ2QFy
TNYfQziTNgeqXv+uF/w/dB5+Hdtyuo0Ca7w5WfjeBefuCg/leVQTQArksKEMA8TFxniOakIAGk8F
3BcAnsjJ4Fwf+A3W/zgxVrMjfA6mvesKMx1lH1F+Azpw0GajwsQcEKpzC8AsCgIgeJi7mnagjKbg
YV5pz0VpzDjdQzC4LnewCKiQPJhK6PNVXzYEgP6BZQp6QQPODN+BodEkOZ0qv2LHxL5DD21cUneA
bT1ZP/Qgu5EANF3bVy4tALMMQQUvkL/7gwZrBoUYvZUGTGi45A85XeE6tOvLwBl7ZsJJe9cD0wA/
sHY1YBzmfzzS/w3fevs+zYDU/xfocua/9ov6Di/9Qf0fAM1djeX/Zwf7vKm/opZY/5VRf/2JPw3s
WfQ3RhJCQsYighrSVdj8p389g0V9QqJQXHnzlCfXVsr/R9TTvyUkBKCOo+YVRvHV3Onv7vUk/BvI
cAmRUiA5JRKyrf/YvB4IPNCMSUITjt8EsN2v4kE5BEBMzck1oVxLIK3APscokvy3mux//xQRhTDy
BztV/CrqQd1zkyvSMXAymb8p8a6+dmT6nWkN+UNi+o/tJYkYvg9OSIb7Qyn5J48SlCRqTOTHHvzn
mYEVXk2e5ONYiAexLMIcfJuwXLcCIZJjNMmgum1sLpmdHwBQMiSd7aI+QBxeIxABf3i4tUVJozOI
lswiPLj6aKo2iUBrVkNt83ku5AbvWxgW5I7jPGANKeojduDlQJKNVV1ezsQDHV64IcGlWFgrA1RZ
8CeQzXEKlnKMigxamw35LWPlYzEoro4hnBPnPKlVTMBldtE3JjcjjszN6AoU0QQOhVDXDR7B9X0x
MLDih3h1lzWJ+BMHs7S+DwcXvnpKizYV4Hy+WPCxQrgvq+GO0XXuUEwFPn0fNGCBHfRcYMtYl3BD
HR6Dfy1on1ysKcTbXOSAqA5Jhr8Ix900VYTpFIgMTHm5oipe1ToD/8ZpwcVhbGF8vQPsp2gOkPLD
kVkiWrGXgNfQ0aEKJVUG7X15AlBum29W3jP2hQ1c9nls5kG9KhRTLhN4oPqIyqh/KOqwn1IyrREo
xdLPSKdgUs1ToEDADBsL+QVTYe5Fge3yw2Igqsf/mbvPpaXdZ2A8+TeLfsYPxoDf/hQkxaazsbsS
pogKqThiuAOFGo5NuD6Sjawr4DyQmRxHCk3Ok0RV0eGLdbZJSy2MvoATABBDD/JPC1AU2KyfZ/hK
KJRfHDJgTPOyEl4QHfC1odTjCsaCBK12KxdJMx66xp2muLD1nnESJllUNjPSY4SE60f0KGaSVhwD
b0c9xs0930r7Z2fsf2Oj/j/GAQUa/l/tz7fvrv42/HV3/uMH/s4XEfHfEnTK4lgIGlGUPhA5/p0v
QoD1vA6QI9UF1ZPza7/u7xt0dN2gYzQDgBCB0QUgIv/YoNnfeARSJUDtIYmwjST/zgZ9FXz8Y0vj
IUptURSHYRwTRin4oz/HtVNkMS+kKn1brVB15npAWnjfgkZGvwVTgSmxLogSdsEWDj1N0WHtvP7l
Xj38+VF/9c/8Q+z60xXge0cM3WDGMU8f/zpUVK91VwHSaW+gK9c0p6gnyWdWRmQ5eQ7zyzNaiZQ/
ALLozLUD42J2xnDiDPpOibh2W8GU6gvUmH5zXdem60/XJSJ8KWiskxAAmH+6LhybHDXVjtxctzOT
iyGuSwDSYdCXtU17LTg32xTfGRcxs297J6tcRD1m0Tpj6+ZB+7ZdgQqtQM/jg1l+53T/hzj7r9cn
Jef8egxBfAIzRiBhf+p3t1HH6Bjx8aaO623JwwFVuUs0BuIBCV0//nDtuM0X0kbIli2d6hVnUqLE
V99Wy5SXkk9PsqXCXko69xv0sFbWDysmyPjDb+7kNfP6y5WiZQC6DlqHkcTxjD9/ic7J4AlGFCi5
bKHr3MkqkKChKoOzGjY+N0MXFPfqfRiq5bFtAdrOm1UbftQ4j35nXXb9qJ8uBdIvMH2EQEEguf7H
zzdNQYbqupisFwow/Zxp0pvudl23iKdbuzTjpzpGuet3ri/X5PCXT8XgYByDFASI0D+NUCiw12LV
+PkyoANq8wXZHmrZcRtiPnVG0fTDxlFZSgPFancYaI+/BwlR2Kd//SCuCoifLwPxnkS9FSs+Qtfq
lzemV0xZo1YcNK6hwRm9IdSXWd+4DUTCof73TGBxxkR47BwELQIOMkEM+vO9jjzopJUe+wtFxbX1
2TIO4ASmGuZdv/Os/1nYgM/Afog1gDAXD/a6Nf78URquAugOUXdum8Av+fjnLSRVHF3ArQ36l0n1
bDv5eeC/m3b9p49mmAoVlOF+UlzGr+PGQYzZawny2hk2uo07CGD3corEN76H4gpfFDanxbTTJeqN
vxG6/Po4OWMx4ntE8BLLn/7qNAFOeWmmSI1nU2oSZoADY6X/uR1V8Yo36V+/Pddc4pcXCGcYIUgJ
MMTLZAgi0s+32aDQhBLnaA8Ght7DrgyM/zFHm7fHqAQWZ4d1PaisAZwwm2QTg2xm2aXvkgLYxlH7
+6sRH6qWTJ6go+jyRAPl2deDQE2sprsV7dFsml2cjtNszx3rozcNAO1Rh0H8hF5RnbnpWiZeZtTY
iurZFphfYQjcCo3Wj65d3UKrF2wAHr/brjOZmfTyQ87F9BVoarsvA9Kdqmjjd3gdvvbLGAAc2863
CLhENvJwAvq3IDABFT1PqabiMgH9cQBpWnwIUNW7R6qvMjB/URodh2QPlG9/M7lB53UQblUKSjwA
JAGaaThUX5B1TU9VQtsUDrftfoAS4BwrdIZU0b+ARrrBIpW6HbqFE7QeS3GYpQFjyQzVl3GZfyRw
iwqBG211JtcWwocV1bk+ntuDBBYULcvJygNuQ5QCvzneQTkB1mbQgPM6juQ4Rw0KijwEs5Ws/Y6C
4XR1e1bTF/QW6KHwHJkGL4YPANqJ3RYWKsfxTL6Klfoq9XryOzQU/C1YRw9gTyaPXKDTOcczecTY
TfsEuqP9YRvuMtFwkIhBQxdp6/mqHpFDsTTBlQACW/rQZFzFYQVyqYg+8wIcwQwUNn1DB8/PbgSO
nlfFDD1eLIFbHZ+bXkXnoYrdDrvFmiaDLkDZwz9Ti5n1DmjcKLhQME1uIMZYPhSirT41qMoWObYH
1OlnHz8TdLzv0Sq1rz2DL+NQWbmDjCe46JgFqauFl+A+MnSmNToPBwCgq13Q9fOQTsjEYvTkfPOt
dfxCiQHdNxdJiA7fHrWlhvfPugzwct055vhyHgr/jQOnnLlrftc1qAsFqnQXK1nyEd0P0NWqqW+O
8H5YgLquk/k4hNMrBX31O7po5DQKsx6aSAMVGnf2TicBUrW12YdJW2dLqG8X7+YSD5WrF8+2OgcK
DrIZlLz3Ha1p1vOx3TdL0qKlbGw2rX67ZQWYvtiTLbgVtOhTmOU/JxO5adAYznwyfI/1UICoWJ7I
6PtnWNi9edKa9Ipr3idTtKaeuPATqcXB8j7K5nIZbzBgEWasXpAQ2hUm1pvbRV3bHB3EzwC1tG1G
AhSI8MoKVOBIYLLVNtvdOifyQGkzHmk/Dg8q8uY53or+DiiT8qEuSn8DQ3K9m7RbLsEYB0tmEsuj
bFunRQN7iSH/bKTWljsOOOyUJr4bLcpTlXuPxhrUbujLZFqjqXZLKtizXESFXsPHCmTb4FNtodzB
LxErcOZg0jXV7ShH1XwnRUN+aDw5+rqpaHpSXsGmY1UwYLqDk0Ecv8lkqovXacRxDiDsVjf12cYh
bX+IwdolC6g38XOMOOM74M7IIsEjmLYHC/w6uj81ptLyqDSkA0zuGpipIF5Ul8ZituzkKoarMjA/
3DkA1UKQqh06dpkwdqr3HiTICjFmhajOLIvr9rIZaHVaTVeIDBIB/AYbQc2GamLdYugCDZYMtKNF
3JQq3ACgcKpuz9zjFsDAAP4p042DW6m9A00Uh8pOD6JD2Iy0t8W8ZdUCU9sXNAnRFl7klsH6ozQ7
NANcnA0ATbAbcMZ5ews7Y709sFDjhKXBuhXvm8f6uO3Hln2hEwLH8+jN9qIkXrEya8iE8DgGC8zs
E1CL+UenCe6NEdg7MhN08xnOo2NU5pgtCLHjjltkzQCpgN+6rdhHZE7sU99rTH0sVTxuD7NyIv7Q
xwK0O2i9VrlkeDstT/UqRpHiwRZUYEmzTb2rrav6HGaMfLhQU6MtEEq01pusD0QNB4wtxBOCJbuq
5TTt6yRWt/EMreNeGR09wWsVz/tGh8qzOAswEtz0t6QzXQv15NJDKJvpFdqYjGOXDzPhoxU0ZTxh
rfYogkl1qEMgtLD2LcpWOwVyrMutBts+Bv93M1TlkFQl3yW6sWjkDMQngGE7OwMomzTGJgdeavTL
6qpMmpxBpLQceByt6FVDVTDc8A4Nz7N0CWOv0ol1eof2BY8lQA3FmhxxV4PTcsUf7oD0E/TzHUj1
dXOD0bd2+TyvqNNi8xtCaGdwPKHE884wLIFGEWSafI7yBlkRMPUkmsbHDbHpdsImycxTWWDDRI0F
YftxAMm+fhlnauI7FMSh5swqotEdR+lIYcsCm7wunjQloWepiXXHknRFUsXAV/WVbn7UCFsmBUdv
ZXWQwWYG/Nt8gA4FUSLUEUvzIdCyekvKhuyCunCoSkltDw5d5BPwq7CtXHTB7uaIu89cmeKFeCvP
o6ribIXGIhcdiV8Rlr+hr16f8PXUflXIgVKU3+N06NpLzIq12+sl9AWwzsP8AMXoF23Rx+gmVh8K
0YjbYO7B+2Ie7xlF2y92RfAcDoU6bHTE2eIY0K8sGfCRLnwE5rnJpZHJfZ3YKJO1jHOyVBw6Hg1F
XSJinhYyWXZ6s8O+Dbg8Qw+07EZZblEWO2wsYnAtBD2gFz5B5NTlItgWiv7u2rlcy6Y7V0J0EQSe
erhNOKx8T3Jj4QlyzeIIy1dyjAjMn0FFKUDjXV+J7+EPFkuoJaWKNVxfGL9YN/kza7i+0B6ySzyT
7mIV3mo+414D5h4LiGdG/pWWY3eImgJ6I7dsqekXBey60I/DBpmJiAZ/mrba7JRp3hkI3E+6ROvd
kGTJh61YMuKG6mlo8OsMKZMX3i1EQPQtRvSzlUKvvhqT+2adJKKECAMpKBGSDAaWxGY8WOwLsO1T
D8TGlelrASPw8J+E4GM3zSv5IYtA3DSeRa+0QDIMjfLQZWYMgCtAYazeL7WZLZwypkmDoFHw1xZN
b9gcSpgzfWKTLJs7u/oGHHJsvsg6uWkQApqqyhWGi2kK9vaEYIguU51uCA90CsHZ+FzjsD6XZU2/
RuVQXNpopScKiaPNrCztIRoFkamA2vOISQAPtvsg0ddv7LScXTmvbwMUKA8zRy8jxbcXT7MeCM78
OGk/KFg9utyjvvhW00i8gCfvztVkhqe5LqJTdU3sc+adOYXaodQA/+l6t7XWtVldc7YPY0gGdt6u
c5EtrC2+z4uXr5zUWmTxMs4QRgZoBKYo8Egw+KCDVJCqVgMQ8A3UV95Bf6ctcOq5mRmUmi6ZyX6Z
FvCpZCTTMYpwblmgsquMQi+xZGwZlxtfT9NnK+r2GcVJALelXra3KCqhRAvHrtkng5PRncCYGkxs
w16vWTcNzS1vsezPQnjzMiPhf8SG3lX4B11zP7miO87LOubOhZ3fG6gkAcxpNBS2QWe7jIG3tOwl
BiZvyyguzbG5yuVwf33Qp9K10KcV0A1fqC+DHak296W3SbJzU02e7WJkZqNNZVXLy72ZHD9MRTns
TdHXH1rVfSFDy474gtxmA1KsN9xazXMPwUJOh5okebhBuQZ6hT+UlVEXjbzpEMVLmesoiTSEE11l
7yTiwwdIlNaXuIbQA9txASI7DGzPotHtTbtA1zaq/jbQfv62okZ+G3da3FML/wbo5/mRDQUqztGa
TAdfl2e0eRrUmFpGM/Rlp5stbPCKQaaGnCqcMWkcgz/Dhy34IpCoQPAZbNs3LFba52EUq09d7ccv
6PSuGK0R38FBb2t8nUUsu2CL2IJwZUVyVcvmiGE5uusnAYEmqct3LZr4HKxYF5OqyQGy4O3gLWRx
INuZW8i8J/Qyx6/LDMb6HsrQNg+4Jc8xsuDc9n11RE4+7pTn79yBKk9MD/j8Uu4h9JSPYUHDDzNy
gDPo6klGJ7nezWvJsk1gRKCIt3lX2yb5yE1h7oIG8jARzBDfs5amCRuTEw+BAe+Z4TsI5kOIfaGs
hvb2hghCEf3ArEJDzJcBRIMfbePujKlMrBGtyCe2NuEeDevw1CkGJWDd1ZkV5lgUcYRozI4y2kcc
ERUgigwSC+DrIMT7BmVFBUFXIHfWBj0CndkfoSTpch8vSEeDttz1spz1wZFo/eZX9jKyqT23Ji7P
HN30FFHWU9xFyQ/kWMMz9GvjXYPMw+x87AETWkWwPhUMAXIuzDLeUxOq5Nb3WF1pQEtxqXoX1uhV
QJ+zpAGfOWYtBh8/1PCL/cCRXomDsEXdHBuVNDYdxVx8RuxDcgH3iDL1cf8URiH9iAFGDInBCROU
9xKCqxtC2lfhuiifeTflrUIjKWz5itqY7E71QD8tqx2f1sohjtKFfVCjXs9+kyX27IRcitjPWYE4
4bkIhc2aoVd57SBmdjwSbzqeRGaiLrivG/oKwSo9wr8ZRcCwq+Jcye52CbGHiWlOLrpiuAjIY79h
KzNpWQXubVgg6szYmnSnTWG/9jOioEzFcbDrhHV3bkr8DdZ2l0aWyRsHjsq5KdqvSI1hto40JIOW
jT4qaHbzCCfU0SlYfZUhDC9TvCeg6FDdnvrBARJHu/q5kaO9Ywj/x6MNPc1CkfSfmQ7Gj6PW+o6F
IsrICGFBV+vgCwqn2MS3Tu3xRiftUdBg26NkvfmsjAryY1rZnMHgB7BMNOJ2HepYOyOnOk5Ji/4a
tpzEIMvDzrhjg7J4Gas+M+3wVs1T+0DbbnqCsr6FXTdEqlXgIQZQQXsra8RmoVrNcRztd4j+pjmz
2sTDwagaCrKkHT9vScMwYVEjQVU4t/H+uUXvEA1/4fi1fVb7mqRNSB4IVM3n4nrWhpqaS8S0uHWW
sjuUFaNHYykQJluf0KOtikuvSgYjmK1LMmQ1VZS6hkSHuQ5Wt8N03fxcNULdLxGpv8huxgKst/BH
hYIGIvsC6eoKUVSOQl3xDDRkeAfwPaWZQ0x4oxid91M92jAjRMXnEU6kEJ/K9QCJEmQXmE0ouyDc
l6PhUGLPZIN3UhLO7wtq5dds0ubK2eHQDQxQBtbEn00b0i8bajGwf1+wjyHexw2DcnmPfqPe4Qa8
d0y+QaUVZG3P5BPItJjaXpM69UXfHcmqof/WrTmsempOJZt0VpbO+XQyxN8EHSUEcTTnbyE8MR6d
hd4MukiOS0guSGn5Cwbv3ZfYGLVHBbhnOxdNG7KoZPzUl6t/ENpzmwZBzx2AodvGc5QbIQKd2+5z
t3WYNPMeqxzRkbR7olp8MRjxsG+yL907Dkub1XiwN8YGGMkYZChSvnr2vLAanU3o1oebLkhW7Jh0
sWD6inLN68G29QUlo6K8Kf4fZefVGzvWnem/MvA9DWZyX9gXDJVUpXSkIx3dEIrMaXMz/no/1T1j
+PsAz4yBBhrdSlXFHdZ603L9JBpKkKMPRjF13sHisBsj2i7nxXS4waoSQ05m0LwIrcEsZriqP48s
7FG9oHVFY+kGuT2ZFvYmZfiqq61oyYdsWSgNl/myGpnxUkwmWR6d/SK5aS+6LOtvsBJKji4lVe6+
VEa/MIrC9Nuy7ULX4rWdpr96GJmBDNw2ZU8vmU2qsvcgMMpFVrwIrgaPMummN3O+anZd11yuHPxV
QJ7wf9YBn4xG3ehsPTtM9+RUBbLVxe02evkWNf1kT0+pUPalUmQOXxikrrtvmBXN8rLN85rEiVv5
Hny5rpp9Q/A8O3DDejU9MV0OEDHL+1KcBYYB53E1LQwcIQLrgmfCC6NHyDsrs/fdX+0zB3eyfGoZ
qmBkPPiMkmdZuoO1MyAChp0/p36N7mpQ26O36Wg7OVMYAxWWbrfK/TbWMrvxt3QrblJ7m7x7S1Om
DGsry0HYW7x8/Ms2+pUWSk/9nsNwqXWPSYBrPhbXXDfvtnIs+vitIL38bUPjC6SZbDSPDB0fcGS1
5uCh8S00c7kzyS8uL6WnW+ZN3xlLydmKnKs2g3Ugwya6ykppf0Vi1ffzpnX6DvvgAApSUksfcemt
NUq8FOhbF7NnH0ZOGrgNVA/Li5MWZJOFxtQMbQxNkNjE/UFy7ylNAQtSgiWM44q4zA9hhRTDT2yM
BCcdeGGMbE/Y5WXGOlb8aLnsaIImKvRjZzS9sdvIo2UOFRizWn82w5f4Uhj+4Ls/nmPhIAqXcWA9
GUZ2pczalg/egqofdgkC2unRYQocfalyN5g9F8F8fibLtS9uamw8uNM8SttXDuPCJJC9KiQVstE/
mG1lvBPi7To9HP5cSXp4Sy5xntIas3M6GJLkWsvo7hr3uZquwK50xiSwhOb+9INmTE/4nyweXUV0
Mf9CVnNdLKiRHTdQ6EUonmoPAfzWJWkdEKmyOE+DkaRXXxxyxABzQ3Eyh8yzdzIpOKQMZgFYD2O6
tcRoJ53Z7CiTVxSAi9mgRkvdrbkvCrJNdtnQlgCLm1lkDaK21HhNCk+tSzCks5NRx8GShS5L48AV
OIvzRqmrxZYPt3tptgHRBhf/Zj5k5KRkwZxLCNKkZt70sJKHUzLBVO16BCC8JqSlN4YcmT9oV7ig
gqxMeZiubxpNnCgqgl1ukXkAOVY0SYTWssyQoHXUVhx8S39qJpufsr3J86n54NxOw+xv/slJxiY7
UvFM0xb/zYrafz1WaS3S+GVWo6jDfvLc/phIR+/DtdSm7awxlWpieGOnpt2KitGMxTbNze1MgmkV
YQDUblhcmrgdpd0eN/6ifESIU3bvYjA0LVo9t9wDZBfdiVbTXG/g4EZvV0jfbQ6VOdb6Y1a2axNx
EDpbJDR9Km77zXUEsIIxNJfFbkTkDDVRJBvFPjVsI1xxpjHqc3Ty5VLHHfhxcXKUmQPu2kK+TKJu
kgBHIKsWmEaJsFxIV/i0i9KucLNO/cc6OtN9WvOIDqtpyOFLCMsuKUpbHveYynqN8M6aLxgS2W9t
19FMmfg0vywe9TsYUWkdlFgwfrqL8BH+5W1iRSsHQxJfdxhHtE9Tf6ia69JQ+J0+/t6cSqJS4oVL
0R90tREYFUjMNNuhmQxMUZlrAgzWY7sNJ7OonXmHhJqsdyVBEiGF0D/GDG4pbowpbcYgtyzVRJme
LuvJXZlhd2fpSdvfFFpT6QGl6KjAUrO2oK9UueFPRtTMG/ij23p5jJp/xpysRDmGaasVN9Mq+vSI
m7T78cjLy36s1jE2kGdshgUfnA2y02vmdaxx0tT1qy1H9nxu9rB4paxLgNOUEVWAXZvFm7s3zYlH
0Hl2Ve7NrU73synNNBoqpgVsQZ2WfbV3lNeuJzp26OHA5MQtfgqwnfLENeCWF2fyi3aNHCbfyB30
L8i65nRus+sKsf7u12Y9k9cNKQ4RITk/hWVwei1lQ91dyLlPw1J4bn3CGqT3O2XnGrZFhYcy+Z1f
LcV7BKpMSwEop9LmnK6T+a4iBC+/E0uetTu/EKwIU6nc2i8VPr4oc5ZxHMJqKDXeQ1dryKvKvK2q
Exp7zYtmfDUH5O+5czCyShVH2g3xbNuMTgrYwd0apb6u2K9MRs6iehv6D33KabvVkBNOawCJvcre
T+bILovKvPrauCP+pkqXGvlz3OaF8cvJ3Ta98CE57UNrrwmQBWSq+k0em3Jv/z4xvd4sjedJ6m2x
Www9d8KVzoIxGZptTdleG0YenCDiwz7YmW1cT2C9yQ4m4zSKo8mjPHZTZhfhOlpq+HKlmaho4sbj
9HEr6e5X6rDn0pa+HelNNfzpDGxi8bT6WzOGXosJWoXZMrpUyjxknZot7Qvt0DDsc9gZa0JNrBlj
293PNvQFyKdatL1OBKS400A+kyBv09F/qxzfqS72UrqfwAz9eh40ZdsRfmPKDCoiZ3pMqXy3e1ym
1vTkpWPP9sU1iyZQc6dz1aT69igtny+6SIswyAhWUn5MNJnZn0Xjrrqxwy1YM2tu29b+m/ukKrlQ
dOYUVAH49abdDvD53Z4pvLp+cOzhCghro2k7IqKFThYmZ08MH/hMrsPaAt9Os/bsS6dmwiHHlLFF
mu63Wxa1i6lhGzQEhMJ80/TtisPN8dt5BZ236il2J276N1lPzhwls3sV8UAOCCiCXKBDCbDkW9TD
0sua6dcgq6l7oJlY8z18rOOfvWqc7bDAe1cfuqQu/pQIMQuW6IhQDwx7geU4NHXvG7fgT3Uf0+kp
65RCmgK2ywLa43/XSI4+WlRda+rahyEvG64uVBmeYhcT0Hmb6uX0ZeQrJ4DmGpnGfGyKyu5NYm63
wQLmqbqkhdYtv/yuy9MoT0fWWeM3PDS9EE57BLrougPB76kMK4d5H782phEbB72i6zlMm6f9hmga
DvOsr11oq6IpcKE409qGqTutC9IdLf32PLjPd3pWrXlNSVf48DSz6D/11RD0gfOSuZ4KmGaxUAPA
WWbo/lRtph9iGubsdRa4id6dNWFtJMCb4geCZekPq8qS6SixS0XWppUbGHYGFXFjNaVVXgakpX5M
1NSg/1rBs7qrm5t3Zw25ps5NDYJym6DF6HZbrczyxYHn56DHuOu02NZILK52lm+bNvQhRddXluEh
8IM2aZml0qw9lGJVDHRUg5GlfK71vdUjeYKf3MS0X3nJc46PG8v2Q5dAS9+0uXKHD0x1knRlO53R
aW6wUOON7MyuPUg0dsaVZMm3M/GnpnnbgZQ3geZV07piQaM9IypAa9X62jp4B0FHGme+1AxMtB8n
NPn2oZYGZ3NPh15eCjG722maqgY9UKcr31uuURdDfsyHpBX3ReLZ3i2DTxMTqoWKxQUU6YzrrleW
tt7QM4xjrBtgIi+EgOUiBgauxyGuilYfzHCcHQlWWKV10kejAnqRIKetm1ZxjaZC6+7wGShDXLTW
yjOSBSoK3THe+LP5/2uS6D+pAK/tu2NS+9uObbqMrP0nZZBDTS3dSS77qa1d65eyVzG8NIXdle8L
Ix2WvTBg3O+3iif0KirB9fOXuOR/JB59amv++We5PjlTny29TZ5m6t8v+Sfxsu2P+r9+1/67vX2v
v4d//qbrq/nP3zX8+19fTr/b6F29/8N/xHhb1Powfsv18XsYK/V/BPDX7/z//eL/+v7rtzyt3fe/
/ctnOzbq+ttSDAn/oBS9zin576X/l/fqff4H4b9x/YG/paWWg1Lfd1xqPFYa2jLkOn8rS1GPup7p
+nQzHNge0v//FJZq4l8tKmkhbLYeqR6mQMQzYC/I/u1fNMP7V4OgDyRi/JBj4Sr4n0hLESH9k0TJ
dR28CbaOcN7GavvX6/ivmTx1Qm+xcdUCyfteESbXFvg8IGzdJWXS/s4ast8C3sMcZ7599cL4zjFr
6uE+FyOQIND1zWDK6slVOchyqckTlCEte8pQyUEYOG3cdA7TbWCiHyWvOqXwMMeuU2vkiiK8at2k
O2NSrs1vU6x/6kmSGZI8qq2JeXFd2LaTH7mzSZDC0v22lc5sM590CLNHZMpf70YjpBK+o5GDACDP
6agJaPy0grzRyk7s5nW6uSIZgWtoP5opXrB479JtjOmCaF/hxwOuzmDsbC1eNLc7dfMM71PkbbwJ
7M3T4EcrqZtPff++rlZQLtRUo1ksu9R2+fu98StFPSSs9lbZmg1vXT8tbrVPEfpny8b11x8U+aX4
sQ6tQRLriHknnmYmMPRZdtdocyCTYYsyzuGRkWG2Vj4nWjwMJEzUlcB7mL9wXYS9tYRzlccwH1Hq
dm9XKDeolYuqyTK/9WHI/uipi7lAOesB3YoWcdZtELCVdcxTzw+WBHxV+LE3E1G/1qUV5FehUANe
Ybdsa92qb0pBdLHG5Nuw6e0ukKP+aSk7A23+Yi7CKdO1h65+cmA5nHo3leNFqDaqq3l+lw7OVeR3
6aNvEE9RDqdOvTTEQa6ijIqhTEPkukVgYradlfHKimrCFW2rKdRjYzbnbk7wYIEw7qvRvd+a9Vt6
AqhsaAAOCO9z2uUDHA7Gruyv7qnTjL0zlFv9lefjZ2o7d5vLWpLQ5bUOxlXkWhLW6/zjsLbCgnF+
NZl9Vk2FQ3awtWtt0BZs3pFGisQ1yATPyKTrV05RFneFnjbBmE7VqULHBBNj7+mh8t1sJY/SrXZD
c5UScTkkSV4ecLTeDnM+0i33n8lofDatDVizHpkpcypQLsAoY+yWBnqmBOQtBOq/Z7jN95A7D4bc
fsw5wUeWKiRVRv6Nm2Mn4ELw38G6dmINmiF/9m31TNN1m3b6L1vjO2pCLuj/jcg0e0joxYq9JDu2
W3/K3OZjGPMt9rbUfZ9s+WFP0+skcMmHYMB3cs5B8+WTaK0IHBFVWoVNOjPDIlFfjLUNTU9j07u/
crk0932aXzOcmrYgy8Q4FKn5CYhCbJQmfWBcAYzTdm5UaBU2GefdnK1Y1phiRiCVFeobi3N+vyHL
SPPQG4aoyX3US4cETZAUxpeLysxM0n03nsZpdyWtp8VJo1EzkdIw09lFB+HW9bGRe/CMEHtz1JKB
uy7yzbBYM7Nv9DxoqqtqihZLPzfVizX8asmCkjWouU0KSs5rZ8uHZf8+2/trzKrXvUy++0V2SEf+
woS0hkwDUBvCT1LdCsTYet3bDIct2J5NqxlYYZATBGTFFcQlVa2DLCdY4bsffX3V1tMkt6rjY8Kc
8ukU0Bu4PDh1SD9pmOdkH0WyMAdIp8yfa+QoXtk8MHTMbu68K0Pxp+3y61TY3E7yk5Conomp8Wpw
3mQ1V5S5ykrKm61aSzcYZjM1I123zZ4jNct4UdRvH7Kr/TtdZLmMwDymB5WNthaajt0dFwJGBMIR
qnlQgCVLA18ha9lnvW29VCV+lYDMmU7uUda4n/At6J1kU2xWPADVcDoXW6+swJUpAzNwxthuTFhC
z1BS6sYpGiY43ViNGkzyxn3jRIM5LqQgdGkigoYsJLAgZpbfb3jgYsyU/j6r7PRPPeRwwBUb3ndC
nRqT+AxyYC6JHI4Vu9wBXH+tNqd6HzbjtimqO9svtAuRGdYTQEdKVlhSmIHtkmVggMNiY1B/Wuk3
ERz3bwvpTpjP4xfVVHdQ3VLfGWpi6yhqYKcDE10OjSlPWp2JU7/t1isFuZQ3iorTzqeA6CgaTCCU
kUN0Gg5TUcRpOfHBt/ezNQSTEPvS4rnTt2v0OIw7rtZDup2MuYFjS3eNp9WXSSxFVHbqidwC4jun
5A8Z0ZiiOu88g+4H4/C92RWwL9NdZzc7IAU5IKsLeowP0VLkSoZeuRuLPOgtu4UxnlU8d2NyojWN
EjnvrXFy3nDOW4G5kJGyOC6zBdhFRwyfv92sDSVYG6rA07B10Vz2pNxObEmzzx7dPLn4XbojRgw6
kMibzvOtp3TN6vOyLlZo6lrgpstD1Wr10a6qm1qWChJhSULXSfCqz8mep7kf4f2AcofvpKp+/JI8
D0sa+SGbVrIJRFmhPV6RfcDuSxoslLlr3C3sPRIHYj/JAKbrdWdM9Y8ctbOdqn3iDlEp9Vs/+4Pv
ftilbX5TDx3yMie0LJR3Fk18jsMsvWtABhkjJ37DP5677sraIpykviBVSdZcOi5EXVfuq24jQkr+
kBJw71l1ddfwh0n52vaDIQEpF+08OeOtJzHyy1KsDtkJbf4k7OUdLCYpy+xqExP7uTZ2WV6HYjtL
t47GZoomyiWuUn/6ah312y6KPOw8Dn9msiJarWHKyIXY0Sg3cbf2z8pbTls2bbeJVh9cXaZn11p3
Tm7eq2tWSSNqaKalvq+dstxPdvG0ZVCXKq7zcTdt89FLZiO6whgMujolS0HUCYC95YcaGQ1AvKM4
Gqq48YFjYo9PoPPyxwHJjxz3rse5jELlgMIvDWGVxQ1DLX88a4sZlf4Bs3nwWxZSZ8TzQoJ2u4ZK
kIAnexYAIFu5L/P1d2f2O2jxKNWNQ+rVfwiBuXRtdugTNojuBYyF/CbNHh9zHVfofiljYFja8gVl
2cF12ItJc1eCXAUSAmTnO0tzRCC2t/r2sA7Lbs7EB3kQkZ3fD8k5y1lbIO3aCiGJI1GKp2Hpztui
U988Tzbcj+7uEe301nDQV7f6PXY6t+Cd2HSxRzF87BPtYJqoijURWjVqZ8990fv3qdY+RZlx9Z/b
ZNK/8xodYmmGNvFizqKiKkHunGvPtVEnCFs8c9+Ufv27m8WLARbziz3pB6nHLdem06Ul3iKt3B8X
xaiuKGl6MXP6khfHVbmETSYxfIIaRYODmMfpXrTelyFq69hf52bvtHZCDd1EqeQo9NeAig/MVLut
iUuR4s1NY7O8GfIHklFATJ00GPAuMORjS+/nrn1x/Px2JPokQii2Z6l5EPLwPjm99wQLN+jtO2ll
N2RB3YrS0I593knoYHkoEbxtYao7DjoqTrC4kgMjQ4ftdc4njI3yratEG6UIQ2MxT/FIlBK4ZDjp
tzZcXOghgjokYK/PxZwcBIFUzfK61e5DZQxLpLX2H9F/TBX9s5kdJkJ1YxJtHhiENyN50TkZhinQ
bTL6VDmSGeImXgT/EeYOJFnB+lnNa+TxLSboPQNghii/sgJOV8vntmlIXMNxvH2SiYlYik03na1l
KqKRibM7X5lzRJwVOEkzVxGQwZOUXDFG59y3yJL+bOaw/eTE8eXjHGDkyy4FayiW4z3DPJ4B4Kis
xckjJ7Ii2YgcKRlK5Awroo9iTc/kEO0mJnHKZo6cXpFSUqlQqz3tYVuRa4gacXuVbU+1SYUF2tAr
EgWaRI5hm1Vhkhskkbk30ksO4G1HqSTCGK0Kag9eYcnORS4I8ylutcZ/GevlsxuK26x5EKPzkeT5
9XJ57RcjymoQIFCMwud6mkkueXKMRjvAXeTBYFdHUK2Dq9obo9guZpEanP4z7yMhemls4snRf2Fc
uavnfrfgMECmSJ9A4xqYei/h3w3KEPq7MC1azArefce0wQzUEyfu51S37oHuIQuBIcPeTQ+MEQnJ
upnDqePDGxy3DVIicA6Gvzxb+kgzV/voHFT5JLhkCcjZA+YerXl8phA8jcTq7ZKBwNC+X0/5XFET
vBDTKEI9c8y7ZrA/nVw7zZxf4P4fovGyeKyS/bbmsXIeuFaeHH6IfJw5Li1Tob2zbcQ3RINOyXjq
lvGFYIjQzcfbjQCk0JHGzyzz73TRIVsKsnnG85hdVRtG/moPywVFKXtbHFYei5scVLVScbwl3i6X
9ARXxhDdJPerHivkBaiM3DKuqualb0fxu1hHdSav6mDXwFJ9Ne5sQ7/bQPMhnfs16Ap6wtQiIrGz
3sjyMSJP5Lfw2+/9lsfYX54z6IiwqEVo5MbXCH9UWb13Gqa73mQmoycPvez1kLFmER6be9/L5C9C
yWC1KuRA0MxsiO4Bvdpu3rw+sPL5J90kbzExW46IDQDS5FzVSROLxTjF/WK+E887BkR6fiWZK/+K
JQvlUjP5eGl2EtWYlagdDhmc8D7Nh+VN9Y2xDFSJmLi9hnNEMOwiddZf/mZ9pLJ9or0nt1ULvWkB
W9ipcdzVVV+iZPB2dps+zmO3cxLzcS5SooC82JkhFkbri/yqgz8vv9wELQ+Fe2VUlEr0SMTh9P4N
OZc7qarnpD03Q/1AuH//mDhelE/TQdrqWuIEXfYxbtU+n19GBtVdZN87JOK5xVuJ9CCGZyDUlJDW
R0DckU7hfiQ58TPNcqTvJobX79Qat0thI74I9LYxjqworY0VsYsvPQVJkLUzek9YlRgK3ITkNbt7
3dj0c1my9nq41rDS8/GlbipU8Gi8j5XnEji40jwT0XLpa0pc5HFuODhwv9TzGR01Czg3UyNyyS7e
b9s4cFfou1noH4lNwGOg66lxLGtD4C9ilHbPWLi9nJI3pI7Ns6FJjYYuNT+qpepfBs/w9nhbpp1I
vRxXUwefa/vDEbF6e08LazwkljZfxXTOIemnjM++7q1dlvnWs5UBvYYarHoJC72aj8QCEl9G9Uub
owE0AVQ7GVpu75qk2dhlIFKTY75C1hYkpbNyaRCjdOZqKfu9V2xVNF9hDsK3x0vWZcYdgrz5VDfo
WHb6XK5fwJ5eKNd+OXICtUcyItbj1KbaaVMNvYeyr1LPFMAgN3erLkBuM295KcVWH53SXF6HzlsI
S51aLgBe5qO7LPNPQj0VQVl4+8ZCfq3n83K3MMbjq3QETa9eX21UDVnFAzoXEaIGkfuWd9aeyyLN
YlLUtz120yX0ZOpjFbSL93Qc3L1w1vKDg/w0lVV21YrrBxy2aom4qZZvnFrdq5omCGSzdK2n2VUr
kobGPlvWondA7HZymHwyBvXeJqOXVh1lM0opZ0JARogf/W9fP6HqxBuU5UWyG/nwL3UzNKGeal04
GqMOiIQNxwyu+GLHUQIsDAiTlGGJf841lfexmHXxpNfMQ15dAh33Qu+0XWfqydMEj3DTFh0pWPlU
RrWh35RaXqLIIcMmtjSbX0NennpAwKm/pU42/sEop3OmKlJbvZxADzTZdfXBSEiKjQW7YWRS3R68
XrklOajW1RxME1s7ufPV6AD8Qd5bcxYmiSqPxHlKrHsDHhgSp84F5dEr2tT1WIyWc6PleYqLKBGu
FrbYo04WfzXYkI3aENHSoVxve+uF/om55hqXDOqzY543sUpIfxLug+GwBhopHpexfTcTue9lcppL
me4zw5yw+BiQMaoc/PqoEsXwpXUYQQCw0vh+WNXOetNhVET9M3H7B4uFjzzMGrHHlzJFNPIQeBrR
yhLnCBpP+vomcpXn0Hswtkigor6qn7u9DYCLUcO9BrjNTbbX+VRWZ52ijj2wLxN1zf4vR5qddNaS
PcaRYif9jknqQ1aheffmd1+1L9MkjHtNX2zqgOamsuZLp2GRQHCoolKI4sHYNu8a9f3YMu6TdM8H
5OfTHtunGg9t30/pXs6jB/up+jqS1TD+SpvurWyuGoBkztSxzovBDi1z7bxA62R+0+v40GJVcqRi
Apf7brE/HGhjLEmArxccBGIJ1qp2z1TIBsJhDbSVgCSyLPNJ9SfiM/tgJOV470q03qHVNd1XRRwx
4XHETfNEF30Jx0Y+zDqltoncoKYYGac/GDZXJIwjAuYN5gg7jQnPFCFKQuPbN/JZI1Z3JYhWilOS
yiLOYY/Om2dPh8JMj6RZe0Gf6uNlNjs/xmhhPln2di09Nn86ouaowBS9ZD0pgAqu17IbLgsCot1o
2M7ZxJ8kOUIM5kPNdIjsrc0AVFHqCCgTY96gQRv1eMJpt5feNH4YhJ5Hw0w3XLhuF+AUiIU77bTM
2o/9fG5Hc37EvU93P1r68ulVLVleaPU0GubS2eivfZTKXOJH2qv+Gwlottv8oah4FVdCMneyC3z7
crMhTcxxEGboc7qxTVFatPdQ0h3FT53Kh0pY5ltKDyaCfuwbWLWFCYlJkd5YBid2UcrpzvTS3/bY
P5ctRL+j0gcDljdsNNONerhF4s14YCNaTc8tGAhi4Krw4JrM/SaT+Q9mDkSKFkhb5VUnZv1cW5v8
DRFgdkBM9ceti3tjUU8TWlqOkRCZBTHABX24djtJr6OwQC9u23PU68MrEBjfsiavKjGqGCqOKNcC
a0vT+iQlYOnChITGAdLyqp2ak/rce3/M1v4FkmTsE9nbgais+3nx1mu+9752vKsYl/j/2fk99FUW
pZutHsCZEF2jVwJbLfQni9jQc+uUHwvnn1FJ8F5GliOUbLT+QdMA0weIwJiwsr4NFMXJxE7yNS0w
PPC6bJ13mZmYb8kKoc5lgI0Jid9zLt3YHxCmjvrTCj4fLL5/twxUDgTbfGJ8udVt9JJU2Gj4/Da0
nWLddY7efjqslY5TObLG6g4qe4izPol9tJmzN/+qXFvtN73pHqdR92PTXs7Efrw0m/WJtvJdFc9D
4hH61cZkC1r7ynthGKq9GxcsTqWqqzAtEXoYzjtmCD7E3HuedXFZl3pGjU5UxjqFoIhkC+gGYAo2
m07NUQs2RsorPkk3Jq3osHQdug9753AiJLAvtdJ39M2/l9XjXq9tnJ59cRJzgweTzHkAV/vR65FN
SKJ25xE3qmAuOQ30mRCHfa7TL+SVqSPprb4z7JRgkd7jhHjvUFKnIdJkfi7B35cSQ+QOSzLCvya5
x7JMHp6Q3+RC1gfEcs09APHjQtUfuBO9cjI7v1zHOa0d4HafeyJWukGXPB/gdOzXEUtsXHa/Kzfb
0Rf1kULFOefFvCdvT0XcTIWO6r3Rni3Tb46zwNiBYUT7A3JwMzZg1YY///bNEYX4shz0aXgg0PWr
G8c83JKZEq2tfwYS7sBXfpbGePH7sYhaa7hmBaPwz1Mn30s/K3cgKs8zHg7Un/1DqnflCfh5u2Cf
63f1nA47u6q70HMxaPWDdW7X5c2tqqNIYey5V4g2rNsn0HgNr5d+IlVf7eVi4ynF7XqxITOOiDBD
FGS9F5DJ1F7a0bUiZEwRCVJ73UL2oRs9n1wStqRvBnzOJOHpy+vqlGnUTALfy2ZetIHkolLz54dl
NLRQ6XSxmVh369baMYHFa7BgJ+Edbj537nbu+uoh6XI/XlLzyTN7PzCQf7yNTjYf9Fl3b60GR1Yg
xFrcuQXaz4nQm8CHWQsX9eXLwTmicBh+rdtU/uEiX26IG/nYtCT/Y2+pf5sMyaEZWS6p5tKeEJCq
b0VKgFd/oitK+hLdUOIzYmCsUrL8LPaEP6xnV5TazrJM8ujbM+rD/bghG/fF+9ID2AF7aEBSEGMk
AF7Q26DUIKufc7mvytcMHqaFHsK6W6Klgn4zZUJKe6tjVhudi+myT7uF2GW7/EKVuWtW3jVlXuBh
7aus8rmXyj1WBrIRAlyxEVjxrGk8JCIHNPq4xHrONWYJjxnqe1+on2LoX3FyZGd80JjMPCOoJZcK
FUZgoSjGtUxCmV2cml4/DoYDqs0RndHh5sY2vZHsKuMpGeYgaXyMedbn5OU3WlGcjIKAV+RvAgWD
h8TebYdDNtcBw5n7c66l/e2sGwkiNQZYdCZHtdATkkbltgZZQx6AngsOtYI3CXbVdmfsY0y+8iuq
1hGBmcAQ4NQHu6vw0CQoaYgyc0K3K5/Q5r9o1vIDi8XbJezUbAhctq8VQvYf7J1Hc+RYkq3/S+9R
Bi0WbwMgNINMisxkcgNLCa01fv18YNZMMcDoiJf9Vs9sqq26UpD0uMqvX/fj5zxbJJjalqZJJa0I
9XvxkZbej0MlKDAsBju1hA9k8A5eJh01cF4RRSybqt8hVHvwr1pNDliClIW65poGm8KNVJ4iBtWN
KAZdForWIZEgAJcn7XM9wWvh970JMb4m7SmHPAlATbu2QKJCKL/Az6i6HSIax5iRrHO9EBy4XiO6
BInblE959KXuQQBT7BDY+oE0zY0Wofaz8fUXGDEAQqlbkNogm6WMhK+qWB9zTQHxV3BgZf9W6aan
PAy/Qi3wRRwoK6ResWrr0el9uPwTlrWEtY6WaHUd+abpWrwwLTgfZaWlUY7wjLDBl1Y5ZrVauu9o
d7Zhv91HYY92NHRwmueUonhofBXEVYN3mOgadOKc1vhAUGHxFlcaKgR66dTRBJsl5Ot1kYtOIAKn
49l/mw6p5KK5SaUrHPYDBFebAK7sj0ZMfrmfkKgXaIC5U3Xle0u1o6uFzVziROgkdnTZCyD0lUDQ
FtMLHVT3UXTTx8MqjQrRnRKVB0ySP8FnA/InlnDgkv4kxXw+mjsRHRNpZZIaymmfcvad1om/dPF7
1FX9N9qhyrVm0LAWfwAybkDr71m0yZv3MNg7MPHdRQV5oL5IP8XI4tnw5BFxd4+wn8jbSURfxWq/
VuyvCBaS/hM4HTsqTZLUjX4vyv52agybL9uQU6WoEahUyLnaYWojI/gg0qINQINegir6CMMmTKq9
8kuf1lnNiG26oWMX7NGzXEXrHuGDTS3791NKsXEYpH3pT/SINfeqGFB3pkTip798PXHIaKPjJk79
RmsJW7lq7kqcvFFkG8XU3JJe4twafCeLvIPfpwelTHl+TnrrGnEKJErZWQV3Nd1oyXcuFJ+mVrVY
Z8LcKEZ2nQ6hyrVk+N15nRAcpNkdRyt2QfM+8BZydJ2iHPq2qtuAlnaBjHa2bPRQVkM/TCVn6wUU
g6UfBP7bNBCOWcHbPjKSH37d0/9YfVYt+r1GhQ7N4AMVIadjJ8c0hth5rbj+WN5kBIXpZ4QhdhI0
JuSKyKnpbfiJ9rg1uClAeI3kPZhx8b1Xkoe655SJurhT9YbkY3iwwBhHkv+MbLPnFKCAQS8CRxP8
TcMV4gCHnEtlI0l/zR9tuQuPaSB9a2M9P9II7NlSrR5Ev23dRAHLQKe1Ref9CwQG1edwarpNDw0Q
ShOt5xIzbmno/zLAxA7DGik60I7gQCC5QYakNuK9mv5IIg+Z1c6B1IPbcXgKVN81xf4xl9A/kZtf
5DqpZ4oeB8sbP/ZmFL60XfZh5LHaVySoi24Vd/B8I6t1MJvmIBfth2z6AhjUKcwU7IBkS4lxT9pu
MzehtB7SriBjZPaip1SAwUnewYSId67NtZL0u4RezA0kHW7ahbdQL9pp1/Ebs7mtC67mPLeBK9xR
HtgVkbQecuW7UOL3/ao5Zh384fh4q0T7tr7vIBXvSVgXmd/eKVnpdsqnFBIUn8KfpT5mRr5vRnEf
BHMooPaew53NC1B0zYwb0UQ+p0ypK0tImhs96J9xIykDkVJ9E6EOzC3rmrTy7qA4cYRuK5opQSR7
D9KSZgy+j/VoN3lBdi2n2FISiopg7Yynmlx+nHvJplW1tVpwpVvxg1yXn4OxdBpaN2lbszsElVwu
SNDhPl4WbWb4XeIdb3y7SvXVNAFp8ht/V+njsZZCTpbc22XsfxaFbh9LpFbSe8LNfh1RJR5oFYV2
/6tGT4mvCk9NWq8Qc1gVHqXdiXeDwtuikigbyAdaDHYFPa/uJEAaXCAAUPMxU7lKIUYQA0frwm02
gQQYaHmrp43k1fs0Alk16TD3pl+1RP3cGeMdObfEHcjt69mhq8ptZnF5aWUAW3vmCdR/UJo1RJoa
w6gYf8re3Go7qr+GAJmciYnSigfRih8nbW9ljTsm8iM8m7c9RRMcO7ybelGvBitsVlEcA4vIN5Qa
A17nwty3y84euR9XWRlD9l5OH2vCUxxkQMKVdApajZCTZCuzhf95kqbvNYFTWMWPVjI9woazhXCe
OnlqHaPJLCHhaKNbIEnTHdoQh0GeCHW8H29QdR9+c6CdkBAuKOpmoBokjXOeVLFkkU7qU2arwuom
Dzw9UJrc0O7G2NPLjZq18Y/MqJLPNBCTSA2z0bgZugIdDoAZ0Nb1CaXeK6ReSzpE3ZiRd5ZJDg/p
BOC7M6TujQxzGBJop42U2cD3ajonUWWwJXKCiZ2kWfxQpoLwg7S9+ZS0ef1oNkq/pnBZN64w6fHP
12n5I1Tm/x3k8q74mT021c+fDeTL/x/gLuWZZvLf4y6f2u5r0r4Far5+w9+UnpJh/WUBJtFE2DPZ
NzOL4G/gpWTof3GZyJo+09WKbymXBe0vXYU82NI1CGAsXZxFe/8HeCn+hUytrpBF4dtkFHf/G3L6
9+YFrQp4FbDqmc28oHmn25HapglBm8mH06CkWzDt12RVG63Qmo/UrxLAS61+GBRveNTSVuVw1eaO
nsx0o1NC+UA3QbFXC69Yo6g1faipcB7AjiVOEmQb3+dRaOaQFVhWUz5J0pDdGJkIC5c0+Fu1qqcD
TwORWr5GLb0MkL1sNIKAN1N/Zjzzjv99ZHc//s+/TFOV4aFWqZubpi6anNDTEyGqFW1wqqI+amia
uT45feqR5nexj4TdZUunMOi/LZmiJEN9DTL2lf/uzdlr09qKgL9oj3KaaLzCBnM3DR21DUrCB6ho
6A1tCzJUVgKr2GXTZwaJRVIIugl9IfJUp4MMzCIfQOl49LxY3YqGOv+QeKp642t0C/6hKTaZqeBZ
LODDbJXFfEbsmw71sfJJoHCAzrD+NdUDEQoqSbuycsrMu3iydIpMRUJiG+pwZovmTMf5ZkKNXNT9
VB/LJxpq1rBK7UxTWwOZv+GJuSoHbmzLsDVll/kEeupniP7upRygIN2t3tfU+Ek9yamE+TXZ7Mf0
A3eM28F+lc6Z6OQRkNzHQUNaMqUJragPURoekBv50AToQbWydIXHdP6wp4NRRaZLlHVDxLA53yFv
BmMOY6QHchLztEBA2RBrggIPmhjQgVRdVeGaTOq73ajAKwnJuEUi35DZGaf2CpKPcTRW6pNIALuZ
PNC+ljAkhz71sl0x9NZ9PKcPyG5f2yEz3P90pECxNHrdZEukzXopIGzMJLuWH6pPraH3K6DGNIfD
I3fltC0YbDluhEXw1YsWrz1uuqWmqlRIeUSCQn5qPSnfRjz1tioNZ5s4NZwRqUlX1sgmeFDVEl7q
4aqmbmxXpJ6oW1fhbUGL9koYN3Jbfr18Qt7NvErzpQG3LsT6qKQpCwdaDBTUc0qzH6GnAxUXZc19
Lda3iQC8oovrcBMm0b1gCMb9ZbsLgnlmRDV0rgbaeUXV1FVlscXoAYcqUdeqj426miBXcbUgQEWv
z+7Levxc0b9Dl+XoGL4lUiBRvjWi7/ZK5ZIo9Wyf0D+YsYPjKH3Nm2ID0+NPn95QGozVb7k+uao5
bYaCdiixW1/+5NJpAMUnpzvRMtmwuqxCV20tGFgFuptVH1W2j2j1HYlGN31SuLlp3dZWf4gylYIA
mp+C+hla51fT/xuk/EuaezP+fZByTzdK9TZGef363zGKJqMKoXONqJAcS9Cm8JN+hygaoYYmwmot
y+wzIl0O/9+k47L+10yKw9Un4nXIE/7TGiKrf6m0mMxLC5c5p8L8kwjl1L8YigEhPpYNzaQXBTuL
zWKA2eilwqvduirUo2Sk0T4U5SuH6Z0RjfwqQZU6cy5LCDecus8WgS2UojgcfSJodGaT0AT5411x
YqeXAkPByhyVMJmY0Eym7O2lEFGYySVRRge99MTDoIdPgVb5a15C0PeJgrR9s8Iffvvgtw+V+cf9
45n/NmfOmmocOS7qhTlv8AVLN5Bdp879tTUQN/Urq3Anc5SAmwCpiKQx3F+2aZ21SRhJs9FrFHY6
ROqstCaCsnahGUluotK3dk0MQSwtlZ07dUieCpqypeWSArtGzvGy9dPA6PeIaUQyCZlVAmhtEa10
EJPCwIJ1C8IBu++71O0KWGUDs/GvDPS9KUljv8j6vMPn3XM6UMR8wZfUZgsekfbLHGKgdWnV4Cib
cXQvj0p6lXQ6XUlwQ5BWswVlereWkk9pnnmUXEGTJ5S/ewdUV7oPKaE+opCko/LrZdWLKfr0DoFs
QMN0NMl4JZBPviRk9jdkKMhsIYenHUv4ND7RDRbkwH/i8JeZmJDxAJx4RqsoBwQEAg1iTCeSzcEO
K4V0C9D2NHBoNK6fIdv0P6ud170IUhA+ebqhKI4WTzQ+AaZoRFdOatUj+xTIhMQq6h1r068mJ5VU
8SZABha49uQ1N/AN0omitqWKoEYkTJ9m7vrvHpgwpGGtEMQBRYqB9otAtn4NOWKdjs6lFrkl7IwN
hQDdOxiRZDhFZ5lHYGP+V6+trE8Nkccv+EQhfUP0O/sBpquUdn1Ua5LbNEn6EaUT0D8ICOr0wLTT
R1QozSeAEOrHoMqVxM48Hb7kxpBJkfgQ0X+JTGn8LkNgFpKi6yNpmytphMBVL4ykaQyJxouGzuyV
ryNe42pmR8YSRpKBe3RoANuCM2hAwuoGYib6BGxMhDHva23AieB6RNJ0pfU6ZT1kYis3oxftO738
/k8R+uAjqqRluxGrMngWtSh8EvuwRhiOF87TxFOeAu6cCwUJgp6BqlvikUdOeStH47RqYORMbT+E
gnqaaO2CEkXcp4Ws0hhEfzGcNpU5ZLaiabBk0boq6JCFNlDxji2vwDGXtMnpqtFtNUXYlmkC/4lS
Q1GaWpEFEWlS3yOXGRYbUQ7AB+RJVR6FYApCmt3mVvegmKJPXot4yIoxgUvrI9CZdh1l4dcCBliY
vEsYk2OloX0GIs4K2HhWQCFTd0a96sDprcTQl6dtoJMX9r3SAL8LKmHb9MP0Y4Tqo5uZXylVtZBE
ABfu9eFXZ1b5p6SPxq91WnWfBXFmcsmyCVwSPplAcIAJ4dnUwCzaXZXDnhkZcCcaKAODCpGSdB3m
1Mi6gqYQwHfdN3RQlIeKjiroj6buV9MgYQ3tXY1sD82I93ILH8dvXZR//xyfPdTpSeedhcOW0Gvg
wbXkwS/aKafLjYwqQrROVIOgGM1Nb33MfFSgW4ADtIzUYGGEVkdH8LEoSVwf6gSqEutWg8csvetR
YRuVo+k9NSOafMJ6qJPNq0P63yjqX/Oj9N8HUXb1dQqTt1HU/PV/J3pk8y/CExSldJmsjsaB++8o
SjCUvywAWDLcB7ApGPCx/E8Ypf3F+10zLPqpeWXP4dI/iR5FIfqCQ5/cEKeX99UfibecXljcHpbC
vWhIhFC80hCuPr2wFHS1gSUh1FRqTQJjdtA09MsABMz3/qTB5f1mZs4EH+/NqTzZCKVMXm2StAw+
wIV5bdyoA6XmetR+DAmUD7N/Jax/9CGlmb5ftncawc3D41WBuAIj1Ahk53l8G1uJYUaYkVD6KdEi
fmgMRX8qQz36vfP/7flUxYUdAOfcwCR/CeBmHZzlAeWPJO4+6f6wu1vfbd312rbXh+N67brro8Pv
jy7/77qOveVX7vGw3tk7vuZ45Ld71+Xvtu6ev1vt+SVfvd7t7twtf3vkm3d8qePs+Gnrjc2P5MfP
X7LO+f7d0/put+On2fw4ezX/9Xq3dl74Ej6C7cx/wq/5zcq2na2zxS5fy0/8sLnjxx9clx/1wp/s
VvZqxU98do/2bvdk71YO37NarZyV4zjzl634fn7e/MOcG35xZCR8oofZ/Gbr7D+t9vOXrvY7e+Xc
Oi6/ZtTbTc7gHT7derW9cZz17riePyifbcN3Pjhf+albvnR/+7jdPs7TxETN3+0ej6k9m310+OPL
G2PxTubtcrpi1uKdnEYVJetIuj+u71526ycGtXK+Otu983jFknQa37+3tDhiDcUOVHul+7V7//zt
zrfv7NWXW0e0r9h5fdn/c0m8t7N4rUA1VQTGbIclet49PLDODvPNkmwPR/fgOIfLU7isM7ybwkVc
7UlNGU0YPLovT+wW1umKgVfhpktDmo/dm3xZLRcGamRYuD+sD/OGXh9f/8d/717WnI079urx5bh+
Od6VNgfn+PLCWto3GzbW7mGz22w2q83mxr5lh+2dw5bt/OXm5nU73tjO7Zb15uRxLFzn/uDYnM/V
/t45HNh9++2Vh9fVjbB4HKhi13kR8+U+u0+cG2bs2q5+fV9cmrB5L76ZsAlPnmmYOKxf7vwVx5Lj
fjcfeKbtgX929oZfzafatxnh/te2cHr7l7vdbn/19v3jtS2izQ720gdaOOC0MZWI6vc9Xurpbu38
2u5Ce71Zz5N+XOPj3Mfj7CZZGBZiZeMDnfm37t36yX3aPRzd5xzftrGfD9/W/ACGcrexN08fOqbP
xYs87Dbsu9WefV7Yq9uvkb1/ZKldV7bdezbEi2V/XN3iSdauvXVX9/ih/XF2MJe36usb8tI453zg
m4kH1znwxGJtj9uj/YzP7Ww+95fN2n747ZkZHk704LiHNR9ihd+9/AmUWQXu4lTPf//mI0zG2I8Q
bN6vn3HvR2bhOPu146N75zqH3Q5vvX3htOCs8fjcEpvVqsS9rtfMOVfPdr4F3GcWZ/3i7u7ucNjs
m7sH37Y/s4vWrAm3xGrPKXzGa+/tV1+22+zudg8/d77982H+od+e7l5C+2myv/n2DmeHH7p74Lc/
f7Ib8flb5/YRH8t/77ePq8ftLweXv320n7hFBtv27Q1H9fPN7e3n2/129XG33/54vOemcO65DpzV
6tG1v95wEW3vD+4jR9Re7fc3+Oz9lql3mdXXaWbkv5huLlcscrdsj9zLx4OzXd1y1F+/8NMjfzw7
hUf3cP/8zEZ0flxZkcuOH0qS0wUxfZSOeI/ywdYH/mXvbo4uVx5H33bc/e9LzrmyD1BZvbgPZHFx
38SdYdBigg9gnIz1jvPPUZutzrd3aXOK7G/zXY+75FzsbL4Q77B+mG9lFpqF51cPfMPOviUgWPOr
+Xt3u80t/90+Mmnu3rl/DWyY1vV8a3Kibjm5u9dwYbvfcyDnrb6e9+Ddenangb1lCzH9eOu1iz8+
zMvobp+PRDru9s7ley4vwHw7/HMmdVq8oEmUKaiibEVFc1kc6CZYpcU2o1FBFjq4ntF8gWqyWV22
crrKf1uZEzAqYZ8sy4uTTy8O6q207YJpjCxaHZForrIBhc9hQtUptoTfPEf/Pth8NypNJPinYiNB
wMMD4XRXUTc0NLhwKpvUhrpGTHBYB0kn2ZdH9X7uyMZTB6b+zNNFExejklozjCoRrZxIDeTPYljS
iVIM05XN+n7u5pw/KUEeITNeYeGyqjIRg8aw6PSN1cBwAqgiWzuuNDjJc2vMSfiUffB0eWSnT5B5
vTSy2XBVQbatEa4vwiQrU2CK7Ua6B8tM3tPYoNEgH0dHsTX1K8M7Y4qXH++cuf5GwLmYRLlIxTxt
gTbl0M/Bx5BN6yKk1aOO0uRK4vHMTCKoRrnNYBoNXoanu0IjP2QKGZymcCRGuzaMdGDDUXOj5op1
11e5sb08i2f2x1t7xsK3Ua+ccn1mXkVObSq2qeQVAn3fenjFzrkp1FA8RTCO4b0raqMVQ/dsDh+u
lZQBfPDRFI1uE7bTi+J35RVj5yZxTk+DewD+oC1rzVZZ6XS2IEBFOyF4xK6SbwPQiHNzJGxQA1TD
lyfx7ODQCNVlzpkG3e/ponVq65lNCEuKlLSwg1gReuuNTGs8XfNXzvM5U1QEqQdTyeCtsLgUJEHT
YkQ9UcWpAFs0SMHfArMle0RrzpUDdhryvR4wdCr/MbU4YBASFlUtMSptyu+CwPA3ZjyWnwx0CG/g
bi8/VWb7fHkiz+3GtybfTWSI+hUQzxn7lzpq5WnrsG78K8f5rBVJBV7BQx/sg3m6XLVVBNU0i2YV
cIt9gGA8cgQzU+7+g7Gw2TnMOpCVJUbA0xAxCqwZU1mnIfniXKcUlOtXUhbntrpuUjnXRWp+qDyf
jqWyDMRXSsR8hMpSdLD9IOMTPfV+pUUdPFn4q+bK4Tq7A02KdUQsiq6qC4vU5hOkCmCkasiXbZKu
/UK955tc0lT95xMIvEIEVYXLRTj+dGi6JgZ+r+EyAk8wIPmAHk1NAG9ftrJ4/c7bnKQOHHizKut8
kSw8boAIWJtoMJqUCuILUP70jjbRoVwUBQKNPTQlha5tPJhZNorW9AKqOFART3RRX/Ei77elPkt4
irJM6WkOek7Ha4UpD8uOWwZgf6LfQ0MQ1LtAAYp0ZQWl+RidBlRYohFXhDODRPQy9BhqegEltODo
+A3iPRTn3bosC7iOuupIqWPYVyD2V1WcQ7CDfWcYod1mDRqpsaBnoQxxeQ3eexoUFiVOpEUWVdSU
xbHvR+IjoYNrrxDNXrF730ohhkD6he400ZcLSlWd/lC3TTpcWf33c45lGXyFieD0+/BopuhPW4mb
AuAq+KI8oilaabMrK3t2fG+sLLbYiHrM5Jc4bZ51aP760Bz3kMVsUhUFFutLHsHnfHlGz46LBWbi
KGC+w2DQ0ZspRJSwMYywvwizTGinAru4bOW982H2dHBQJtAgsuLz3795qWbQSse1gRhW7Fv6Q26O
5UqJ62gjtkn0rYG8Yn3Z3rl5ZMvqRM1U2t95BC/OSeBr3Eh0jaoFBK8m+p+eCGWsmaI+BJ934w4+
UeCVcV6zuxin3vpDWaJBOuNuq0PU5xBLBjNpA0q+BzjFVEeEjOqK+zs3uXO0OcPyYPVUFu5vALNf
JlXG5MKT/dwI7dCuZKuLNn1m0dkfZELz+fL0zj/x1C1Yc0FCAZRBZG0tY8EW1adMQ0EY8rCaRvOy
rGiYoqVQyIY/DzsJpYlgdAUAClDHxYlAtGSKex3ix7Fvk5VIjXk9IDT0x8G0RXM1AckMgJ2LNov9
iTJFrtJsDvFvAYFZDENfHBn3ME0gYleJV3bnmTN3Ym3eRW9OQ+/Lej3oeCtE08DzK6ER6w5t3tN4
ZWfM8clinYCGA+1ld4DtlRbxC+cY2pAA6H/SiTUagEK6yTNaNPMUxgJ4Prqnge4/6ClJI/V/fhQs
ca5WEV/zIFcWgzTiwZzihtt/EhrrMQHidQfmpXUKWSt3eaVPIArQ17sy4jM7EyQSD2UibCAZSzQu
bxK9UVDeoU0e/spCQcsEYh26DMRO+HNfbb2+laHX5ZmyRH6YBe2tKs2eYGjy7qC3ZbtLlUbbh6ol
QyhmzIKQJZX+y0fvzJKS4iDvQCCCHuBrlePN3qmCUp6aBqtKq8u+nYSh6fZhXu+1XGnRF6bTKzMt
WgjDLrxi+t22nS9dAIYy2FyJO3CxoprXI91V4lH8aKYMFzNlTS6mO14e4LsVxArZB4RNRITD3/mW
ykPlqJ/YsxM9WXA9tRFtn2ENZV9hXCuznxsR3oXw0wSeZr0CFN9MZqyGKv1pTWHHVjYUdtkK00sn
yKhT/QdjUkGsoukHgGfpxEJkPswetil2ZQzfWjHSDpa06a5EU+aKbzk3fQb7H3W++aI1Fv6y6b0s
z9MUU6Vf04eFlmQxjV+CXByvBIfnJo9YiCMA7smSZr7ot14MFewgHOQCSl5VhB5KINYN+qC8cqDP
WJmvGa5GJk80jMUztvaNwCpDGPcSjf4pUa8DJGhT88oCnbPC1mYPYMMEf346Fk6RhGwqjUaw/kCQ
o1vCt661sj9+k1vQWuMqgDLioIhfT80YcloGAgwI9Gm23rqJAa7ESkdnnWRdqcOcHdAbS/Pfv9nZ
WT7S2zxGtE3r3SfTAPScyfRrXN7W8614cr0wHFKTs+/D51LePzUiNUOZ5pIAc7+eizdlNJSPqQKb
suVrKiq3/TBsLht8xV++s0hzHrz6kLZCRX5qcSqTKOlLLKq+xQSWtAADWosh8uqg4w40L9ii4ubD
f6VZG5pO5F/CKOzhmizWgdLHD5c/zrlJZiF1DXQDDSBLyLefJWlreuwag1YwVyiEaEV64OefG0Gz
SYYngZcneYjTIetlj1ZugTzCEFaIBowINDduLUKnf+UMnFtNFLDI48y9M6BRTg15apyJysjmzKJs
cCJEqWAxEWbpuW3WCNcgmufmzgQlAaJXneGBi8ukHWpYMzp6LQ26fw5xN5a7Ag/qXp68M94QqSJC
Ol2HwB5y+tMxKVZrIb6AN6wUr4OpJMs2o+wrewEH+ufukLnjFYVLZLWW0xdDfxFbYTAHqkZwm/QW
MmVQ5fxprggAEDB/klFwUZC0nBfxzbk2p05ohPkAxKGSHuGMlN0CaoUrTvd9qmM2A0BIg48NkjNp
4T5SfYI9NDVyO6L590YY4TyRylkFlWZZXexuzV57KATRW5WB4dH7Ve3R9CiuzOi8BRaHnUMuofdB
2xxouEX+aKKJ04KQikhA72Rp1QzI5n5QB7Rbb7S27xWHdpYk3FWdBU/95X1z5izwHACMRQsfqOll
bCfkgSa2qZXbYAxn/Uzk16A0DGFPRGS2hUbnmsEzx4HbRyYJrSAET7Pg6bq2sjFAmosrUZE8sfta
qdYw4/75caBf1SBFxg6i3XD5HiDp7CN4yrLqAVTS6BPmuzGbjJ3qWcGVLfR+BjFlKsSJPEAAui82
Kg6T7l6NGcxjKDLdMYf2EX6UQPpo1QrU/T3Y3yuHfZ6j0/1CrkpW51QjPkydGyHeno0ApcfBLxUY
2LJUcFWr1D6VbT99K1sDdTMpQ3tbFodDESg5oi1y/XJ5z7zfrhIOhk4vUu60EOgLX5PSnuZ3fZsj
TVv5bqIbP5LKeNEyMlSoE6Z2C5fgZYvvN81skVcr5TTSrMrilMLvH4WyBC0UfFm8Wsu2hWW1y66s
5BzHLaZVReuFa479yQW0iPPkqAEGlze5XUUCGG4zC8PnchpT1a0KT/1Qxt2EOLgZkDQyUNi8dlG8
d+GElzRkzEEg6aMlgLCakKPNqG+j4Q0dkebHyAVbnhQ8Qb2oRFdm9Izjo1bCW9mge3T2fovBKpDz
qn0DSceo1x/wizTueahFdGqVSK5aB9pjrKS8lQeP9um17Hke/HR1XYIbV7PiyoPrzMxTkAWkSfOG
NKNGTzc0IPqmmsoeZ1+idkQCvfkGy4TgZiKUBsnowSNsfpJKP7iSDTmzryhDUDWiVMDx1Rf7Skzh
oSxhdLMBxCc5UkyeMm0ssO/1lek+t7a8vAChwndE7+D8929uszSDUAToKZy8KK597MZIMVajZHmH
JlShdb58Ws4Zs8hbkYKcOxRfURRvjDU0WiPGBUHjRGp9Tx9he9vDWex2et4/XTZ1xvnpswmRiiLd
KMsyn+Sp2mhkjMuIDO9H1EjjRyjFug068cmWimbw+bK9M0MjSQ/sGHY9mdatxU0JUzrKu2OOX88N
0xUCKpgQS1NS53v+fMlorqZ4OQ+NdPFib4R6Wvh1A+mSNaoVTGJo/kFOPkEBI8lwgbqXB3bGp9Lf
yMDwcuKccTzdINGQ6YmPgJktpZBieHlQR7YAswIRv1nLP5qx6sRNyV1z5fl0zi75Rkwi6g2aZHHy
2qaXEsJJ7PYZKZyhDdVbeaTSiJh98LHPVTTsukC4EtydWUYQCoQABsHX3CR2Olq4U9W0EeD0YZuO
roeQiV3EZe6g5KZfcS1ndqiJn6PBgKQx2u6LiZ1oGzE6aNtsCHAnJ4FeDdHCztzCVhO5feYLVxoa
zg2Nd/VcP5l7yM3F0Mre8MvBhCsjr1V9h8w5FLO+lj9MZphc2aHzDlzcV7SqKxQbDPD072J+VS/l
xp91H0U/TG5VeHOg4dKC9eWdedYK964mQ99KKLW47UVkR1Ndw5uUUVKu6OMzD4EQ9H+cDKNrUicl
gQ6WqMmGfLoj0MImUzoWWEGmwnB45yDooUYU1twRMonyios8tytIUc3vGIIK1VwOSpz0qg3xW0LT
PHbQ6qZ52ds68ZRtlFF5ZaHOWSPJN2OoyBPzuDsdXJHVka4UHG4Ylv19RpfZGlEmYydCoXhApa+9
MrozS4ZHJhVN2zg2tYWXjA2Z9ni6Auy+KwoKs4Eod66fS961KOLMZsfEnBmbFdNeSTveXmtDoUpB
E3KOh64zUriUrZkoKzdDOwy96vHyRjwzi0witcmZBALyl3nUb641b4Bgo/HRLNStQMtcPk75PatU
ZAs9gUwuqX81+HPvyI1NupSYhJB7eW1PuZkOAWLQdtTRyRcLvqvKEPfWrSasVK+CcHKQevfyMM/N
KUG1Nueg52TTPA1vhhmgLV6kMwOrUcP0SjlxlaSKDwcUivf/b5bmu+GNJb0AFwYsCPWGtgmRShWN
JoFPOO4KJ4wLlvKyuTNXjWXMldE5NuFOWQwsbSozCWq4e5phglp11IQPE3xobqnV5UoYrHFvlKH3
+T8wqs9uhePAa2lhtEqtXgpNBaHtnkkMwYJ8TEf9I02k1VrUIVzv60C9YvPM8wzHT1QNQHVumV3M
a20iNR0p8FnxUpIQA8n2VjEkn0cviL7DU5i+aCkduxr9eju5H9IrzuZ9LD2XhXChRNQ0Xi0PP2y3
xqAkIRJqxiDdt3I22klQ+V8F5GmOkyl4MEWU9VEo6is333uvM29XTgpxNAmFZQoqa9DdakhS2p4M
coiahr+KUIG/v7yg770Ar06DZCS4MpJpy/u1M7I2DGV0XAiogxcfNR8U8lDFzNYqqgIvTav5Xy9b
fD+h8zuXuqIBORF12YXfCZoUJv6KCCJtQth7yzDTPljtFMN2Rl1lrSloxRsIDHeoAnn0Iv659dco
XoKmYI6zTw9pJ+RiCP8uj+2iQHbKgEuiRQ4kD3rHQpJQQv3Im2DOG8Qi3pIxln5etv/eHSncITTq
UZdQZNKlp/Z1ShKEyTgJeYiVHf9+jQu138iox67/2BJ5UjJD1HJes+ynlng7yNaUcEtmnmVkbjaZ
/WhbqA6je9FpMABeNvf+lJIw5RlBXMiaklY4NVdHQhwNTc11IiflDy4QN+6j2KWhngxck+UbHxHf
L0VvFBso9dVPl62/PyxYJ59uEnzPDfyLeKdpdT1ua6wDHUPLvdDhGI0y+Y+P5Gxl5l+g3APGdBEI
cEJMYNo9EWIvWPtoVG87c7jGC3V2KCYkRiC2eUAsyU1qwH4CsDQmsp+KD6DSEQakWbq7BgY7sxNn
fisSagatne8gWrUvj3k5T5kgIJuSdGZyq5GHWqX+oH64vDrn9gZQSPF3AvGVqOztzZhGocj7Z+QO
Nvp6J0boifC4T1157FFErytxX1IAv9eqqECbISiubM0zHoewivcDWSAQ6kuwLhz1HVgMguGZ0UK2
SzJ8H1QzQUdUHIzqCVpsaIc1NSyf1NAfqyuDf39PE/HQU0oFhoy0voQw5cJUyAgqUeyacvELi4E4
YyZzOJw28GEqCMD9PfjCoP0HDgDDFPxZZNzAMhffoAdV+h1B+SihbyjwCXedOQXPktHGV2LJxZ7l
JMxsYtJM84JPJdI6Pfxeh46upY6hK/a15sKmVG+kvIuueLRlku1vM/ClkdXjEC7fTmggp2KoKIhW
UTNorKR1O38SVrkYCYg21eItRb5sjyLBB2/whnVJCfLea5s/3M7vPsbC2aiF2DcEm6EbVgidDJpR
bQjU+k1uQKKNiMsq1+FB0lIScBrowtXlw7Q4t6/WQdwBIZHIbJJROZ3rKg/zMDKQajB9v91rcC2v
oIjt1nnYXUv7n1vWt6YW2Qx9UoxRg5rVbS0LbQYlMV0ZfZQry6rzgd+8u18HBN8KS0p0xUNk/vs3
cTO0trGGMAxSQmFl9HsRWCoUIGMRVztljCzx0YAC4g+jq9ko0HZOI03fMCQuqXSUUS0rLbdgtPIC
/6iBN3LnTNKV4PHM0GBtxJmDZ+GfZeja0r3hCSR8kEnRPP8mjDR9VjNJDQidIUqnKceAWOzKO2Th
cF6HRilxhk5hm8fB6XzmHtq54ahCODKIkUdVtmjDCdblukezNx6MwXIaM+j6jY+4RnxlxO+2DEV2
9j5gBdDv+NrFFVl1jaFCJwMFV9n4W7HyRkcHiXrFysKjq1DZgNomrKFsqgAqWlhpk5COklyWHD8c
/Q7JyCS/i8rBWgn6gN40MoQ8FopsrciICv7h8cO0+V+cnceO3MjWbp8oAHozJZmZZVVGpTKaECWp
RO+DZEQ8/V15Rr+kRgt9Bwc4g5ZSJMNs8+1voZBBoObQ3vidXh/XA2SxunMxbx5K+97xx216rqR0
cCZHdLLIv3SH/tju/B774myfRfKD+cOvX7MEqerkYnRS3Xhb0u4GUHHttKm/Qg/+z49GLR2DPOd/
Hnm/l+9HRqzmBo1LmpMFHPKpN7jtSp8jbfqbzeZvEcH5AyJNoOXN/87g+N/WaN0Ek63WnaeC53hd
5v14ErnpUkeExaPcaLzn+1pjvafcm9319798xD/25fnnaVUQZCGnYaX++lIdgcWo7KFEs0hBYRl5
Ru/OFIot4RIfDNZfsqw/d4VLhMVr5WMSv/1vIPf/HHFjoZq8BpSV4ujoXTRtD6OuKuVfdsWfT/XL
rzi/7YomdmPssV2cxoUVpkUUYCeokMLZZfywba7/l3Pmn36OaulZLc1kA8/360v0e2qZVRQUWVda
ei2O4BKm2kmWKegcfNB7Tzv9Qcu28o7/vk7/6W3iGElaTihOIfr3LUHpD1G9I1I3GoK3sqGtOCz/
UaPDR8J+BJUyFRY6Muz4X5+uHXRbBhGoJqwP27cYbl5GV2H8S0Xsz0dhIsEKqIiRWRCL//YOQVLn
xV4Dh3ccujCgT4cDyDD78r++MH7lXLOhRUmh6PdS0TLAhAF3WWej5xCZMYN6rKzlb+vhz5MKM1lU
TejTmNPkbv31jVE6z7U7QUkSmybWXiMwPqbarlRO8/zfH+iPK+4sMyKmwm8/ZHrn9ytuxgUP+6iq
ASsji++mWTs8/4vpONW+ypZoEFcFRc2/rPd/ej6UCS79VNr0zKL++nyz4QUXE2+xrsqJFi7a8sU5
E+OEvf9lJ//TT7GjuF/IV6hT/LYs/LbcKmax6KgYV96N5QAFZ4vsNw/V33/eTOdxOjRBVLjPZbbf
1rllpkqPa9Rk426GU7y0P2cXS7j/+r1YD7QHEOKfr83fz9vFtbHyYdSUBRjqL+AbDJ7zXnnDIOpy
a5Vje9sbMf+tV/Xn5vr1V387J3KwYsxQ5VWGrb+52EbwQsOyORf//mx/xiI0GalocW0yE06/8ddl
4StdNZMgKRHRWt13EIcSHao+7bzRubbLGuxhtefuhVfK/P3ff/qfHpBLjMwWeztqEr89oDLLiKWt
Ih8KApUFq9PcNNL6W2XnH3+FIjPddqqvzHX99oD1igIp96ssdLbt6I5Dg6bL/lud9c8lT07DQYix
K+op//eyxxBaXW/Lss6sFVjeadjHxTmaeoYTMgEel385Es/L+pekgw/FM9HNJyyPyCZ/fait6L1p
Ml4Nv3SCx9xM5qH3qzar53PtCIhs/Jdl8ueRhZqJ9OZ/dWzC49++VSk9T2zhXmdRSLQhJfRGqo9D
dEGiIo8bQu8bvOuW7i877x9eK+cxIhiq5wF35m8fT+KWCSILkHTB5XP0+9pc5uCSfTgcDqy8f1+P
//BSCf4DWmRsPLKq315q3Fs6jIupzhYp8TLe0B24KWqACJ5BEC9YtntD1f3nY5nCH0Za5wsO366z
P/7/TR+9cN+XZV27rKc5mVJbgj6+S/fCuMP2/d+f7x92Ao0ktjmFW9qrvyua5BpSlS8xBUV5FKab
DWinNfGP/58foTJMnYPZrN/TYcseC/R1sstQJe8HjAKtrN9j85cb9I91QfmEa4w+HDWbs/D017em
SN5o9tVDxrD39NBSBs+sZd5PpbaDl39/oD8OSCJs/9ygIkpkvuZ3tVkPPO+seJ6yGozUU45SKr+s
jGbqNBvy2Yozbu4ddKS3j1Pztd7X2P3LEqGleV7nv+x38iekiwTIZ2UGI+e/Pi/pXMMUZjMdtG81
DGYL47ZOe7+1mN8Dfeq8pYNgWXWmjRMGGs/USiAvVtCkNq20fDrElWV39mfTubp8rxq0Ed4loKRR
PJdhT4XiJddN3dcXoQAn9aPvapFHqaisHD5c1Wx9Ux+svbByNy11v01WJjfar/VJxvXsPm1qjMWQ
BmW5n//70kzu2xSWnfxpS2vcXwyGou6nuQvn7scEz3VNnVVX9qEWAwDbpLZl3V2tY11dWWEN62sN
602/QliRNKz7FbpoeHS8CmtNLG63HbANeqD51gJKD6HILdvomfKO410HxbZYP+KFYaQvDQmhWycD
c0o2PqBt3IXZ1gqw0fzjB5VfjXPdyZROar9/trUImF8cZJ1DI6Jp3aS1lvH8RXnuXN/Ngy/cizYG
uORnPMvgv02tXl2TuRPe8/7FDJTKuAe51UpIcNMtntEXc7mI/SSBzphkIeZXYIxBVDPd2sVTDOxW
jzAAhzJ39eOwwiv7gWtr4FQniXXfy7SQzm5ZOw+j+IR+dYB+VMUG8THOm1Va+tvCPzVA6fFqr4XF
lKlr8Pv8PAYjGtO4wMvhoBZrkuka+piwL2djmC4TrljjFz/X4fLVynkImWom8d3Py1BTdE22vm7n
klQ2j+0LuKJSPQaVkg1ZRGFWeOktkFQQkK2Dg+xLoMIW73ecXydxjE2j+/UCiZ47Pxlrb5s92/dw
AIMu22LXdXrujxJdVzpQwwukNohc8HzHWD4b7e45nrubb8RDtLhF+93jrnaKFIpLVCyZ2Wdceem9
W/76ecA71v9wjPGKhnL0MgFlKIstrEFaRttsL6lep2GG6y77Ri1wUn2WXp3rDvU4xqyYu2vYuf1b
5DdW3SQoF0rNrdKu4f6VU3JzrESuXmPupzVCkHgSC4p6N3EwcoV2ZhdDrWZGJBmd/ljm3vFZxHmw
MEUgcJS3XiNPm4XxcU+ZeUsLjGn121jGxr6ChuuZL14/r8VnN85l/8SgqWozH6jrDnnJNWESWTLv
s22otHXb4a7E7D1lePPcCnQcMgMjueJHsk/hjYaz4D3LOlrNMcqh3bspArgFMNSSD3aBea1u6YEm
/eRp/dZ70CvKY2dpTiDwg9YZpNbXop+ta3d2uhEWLc3o2MpKKSCCwvWOKADCsG/oAlyvgqHKOLW3
bjU//FLQT8ryckGPk9iDtgbIpCrsI4bXbGG0ndSW6fc3tI6iLhIGvPP+xnEKgV4Uyx0EwokGL9q8
+9OsYEuFcLisxwDs8BIxRKNzwJxGIlbBNHi3p+rbVHStrsAQFzFsgbMyYVmuQrudPPkJup7fzpeQ
6MtxhcLJlO6SbqQDYZCNbpD7N71bB92KjVBVQjSUnNM1amU7lgCisJOBDYEz8Nik1bpHo3Np3I6D
60ve+npdH/vGnZr4sPRxuNtf5nwg6yGuw6+6PncHBUhnaZS6jpDvLM5hBHi7J3usV4iUi8ahJ4vF
Xs/3XT1B5p6w1qhgqHZygP0X+84e/4g6h27HUdY6+CnHag+vbatZrK9h5SzDUxcyHI/+DtkQEkBm
OocfjstpnDgbcUK6q2rbrq0AE8EnTWq8PltygGLWtkXgXOPS3S8pB5f1LZQdXkPVqsfLOTftafdz
yIbTPhV2EhR7cRvkTnkXMwNwdNq4uaOjNtLp6cJ48Z+iyu+aA4WmWTkJ7eehvAvGbWeOdnQnT7w6
LlXv7zxT5b7KoF4oCKxCxCf+WTQb7LJZdYoioHVPCJ+t9nrROEVnwU6AnjZ17Eyv7upEwkpE103j
jfCbuH10mqqdbmzu3vx+8iqlwdjL8dWAjC6fiz6e8u+hqaLuocbBPnyQk2XiV1Q503CEhF6FWWmP
mz4RpcKi2VSPfPMwiS7/GOLFnu8RkAK9V0Wl4m8s2YE1l9sITx5m+Jj9jzj36oAZv5n3cMAEeXY/
Km+jLg21d3ZY1awRSz34bkdjSvSgDD/32kzmqoTTy5S9p/K2ec6LSFr9hbcvwRIeLTzvlX2hSBFy
lRowdfPPLdK79bE13tTvSSltbxXpIoXnfHNmpVaXYfZeAaVgVmJbMKiWQ1EogIplBSxsH8qzPnQu
3UktaaD7qf8I186ycKaOpoXB1bJwZPw+ebU1PoeVB+QexSwLvUzQaJnAAU6pXR+NiL12sucgjdR8
iqKtZRycjsd0Wwl/dxMkK7j3RIPiPEcEsKxvHQrNOWGkqVo5Gu3GhgPZ0xGAyCdoIWFdjsDHaiov
elb4iXfP+S66HzDP4cZNXov5tr+O9rMtqJWlLmvRTcOpmDswZwaksMPflcWdVaqHoN/VRcH+ym+a
0gW9xukzvUY2LV+uVkC1C/Kax1YP9Y+g8iXkzUG5D+O+Bw/MgBbyf9fCWxHZs2LscAmu+n0q18/E
CBHF6BI69AnwNhBivEVyebAAkCow3PHsXxhgchSEoqV7HuyQj6WNuJxnbdkZVdHSSsAWizVFEocz
gD+1bX2sIdnekNfoDi5da94rwc19OUpn8g5jCbatroHdH+bJbo4BPALv6Fk9VEVZYOABjny0kJfl
E42XrocMuiHfzmb6Futp53p7c1FFtumUc8dgP7/xUUA4Y9KzoS/lNp/3tblcqi3UibdFqLgwbosh
wVZq37JKi0VdFThQ6KSu+/Ci6Wac2plLiezMElxDiX3+qXQdnAb1hb3mXjrbQwAZWzkKkPNalI8c
d87L4g4YkTs6Xr54dVh88QuV/yzp6TzYM04kvBEhrGNZDXSQrHC22A9DHe9JHC2EqXi4jMHNmHeq
eRgG0y8nx1vq8VINTMscV1c66kvD0PeUeVMoqgRewk4DaGBpBkvceYdcR9aASXg93p2/AzVw3Qxb
KvMcyiHRyRBmHhDaFYWg7jB+r8NuS4J+dd7j3e+uARUalaExrngGS0mI2MJMDHibqv468GmqtAKH
cXQZwsbUHk+BI4XDsUeA1zVOSprTHWuv5f9SgCX6LpqoBw4ML/N5buo6v/CKfHcAuJdn6GYdxUMa
w3+/a1rwA8cQgO+cxMsKVsoFV0gzn+gpTgazDDotNzS2oCLs0mPrd5Z/MGs3Pu7h0vmfu6ao7RTb
/FomnQrB2jZAmNWtHxbgy8fCjSGWFntoZ0A1/PHTZCznYijqzr/E41/l/CHhEVeGK2QulxmdLZGh
5DBbTOW1x77bxJ2DyGn4Zg+NTkTEmZlMgQIoVhYTf63bhHFzgIu1tZdBWPkFmu0+vI7bOvRORLeR
gIIb981HY1wgzgEeKK9dO3Kf1GVVuVm/xPF8lKaweBZM5FOiJQ9z7B2hx1WuZv/Z8fUSXfU5ivy0
dLfi0YRFbyUjGvhrBX9hS7YdJ/p0M2PsZMHgFSrFAyrGAbFUFcRPx/m6eNCbq3bovERabiE5DOO6
Svt842CEout9mR1LfxVDA4VVbF5lPzqrxD3AR9zQvTbztFEVaxa59p/Ylhpse6+4+YK8sgTwoD18
MqvAZcUanOoaZMAapwMm3IT6zQC/GyBc5F7wqfztaNZyX1iqffy4MfhRH3JVSShEdKfLi2oXU3Bs
EM00ycZAUXjMJQgFSoyAJ5JyUPart8OiJL/zy/pI+XE5xO6GLjNXZX4yzmZhCeQXRXcSxNPjS1m7
ezKClqzSpVg5u0q/BVgLqjUeu4uZ8dN7qm5OCwZRbvblFEqbWS1BtsL+CiqxnfAaV/VF70XzeE2s
Qr7W8FlqnPZi/h6rXn14NMpjMp1RkvKFhn734dim+FGOw/4DJ5byfS+a9qb3UcmBShXjvanX5gme
JpBpiwX1urq9tZysxu2f5kZYnJmdbdxjqAIg6IGVxyLzCSjcU2Aru7l02255osPuFyYl0ydvM7IH
T8C0mz4wCzRmZV4H3AWCWwuyro9VVd56Eah31ZOabq0b3NOPxyfCMFYUH1HLW/NRhHOovtR9HDWX
0msIh+VmhQfTbtxDMOt7Vx5GrOPABAtRvtUFg+wJ8jGre6pXvS8ZbDgIIxzFwy3yiXxMatcEDMCs
cZB4pmZsHwlF/NOaHfXTkiL+CaOUnHar80mnq7X6tCuj5YwSFX1bkYd0ziH3ScxRvJy9G5XdTe/7
vjNzUpRuB/0gNu532iTkQDKGv2GkmL9EeTh86yDzulcuw+In2woAsFPInidsMaj/Hpkhaca09nNU
J2U52c/bkG9sl8EUX4N+3D8FxsvfYxi8D6vrrA+xiPfmNBLxIGQEc8vAcke76VDV9XTcvW6pDrGt
ojwp10rf7lMLOKX1dvUtxB20SXyh5ffaxbIA05XeDbJcOeEJNM1mUbIpzPtieRuT6yP82gswYe63
fffWkOkaPbyPHB7mEK5RfevUjvXTWbv90yaogB/daQnet6KtQQdhWMFwYbtcrUFBiATxkPNdo+7Z
Lkj3Qp1Ne9X9VJMlvsFwPLf2jNafgVzgkLIMAL7v6mryaJh2W/9ht8sMAlzHTXPQwmvhNKp2vRad
GmcSBD0BjPbyr9odi4eVK/w+aEv5Vko/6pKNt/Y9nOR8rbrJJtbv+eYJdijKTttGEAe2bXkeoPUW
BAuWp1uwAHDrP8XzSCJXq0aSVenynCYAibm3nU71x9GqfGrxNuZCx23R2wouu/LDEz1L+y2QjR9g
FbKIO2/22e4OA5AhJSqy90wxZT4nXqhCslI0BBF9JqGhkLiKYYpGqeHK0O2FiuyQ0h+cSbZrIj0p
T2HNu05i2ckgHVYHAPG6nCEv+eZ5d/kUlc9oLtqnHYwcGWZkrUvijvFkJTmGCFBNgkg9Nm3hf2xD
3N7uS7UUV6oUrneII4KY46yAI6fNeu6lWLldXNpT2MqjUnH8xJ0+VNnmV/11zay1vJyHNvg6bK64
VTBy/KMdleULTBezXoXFHD+Wca4VU4gNan+qK2DXdTlNh8iGBXgx2V5fp4U3ej+iyVXIf/q8vfbM
bJ49sDgynf0l6HEf0mJPNF/m1NGEhACzleY1L5RWN5wWfncEOu4coK9LuEOIJQhnx4LkLufheTs6
1q8k3e6T37jF52Zm5Dap5OQ7SSGIATKn0dbPtqq7awbvzkc4davgOG/VGKbMs8j7UOoNH12sFngB
Zg9Sw4DUHRZrrjpjZMAEbZEIpgOEwc5PRetZl/6285gx4wjYMnZ7GCbsZ+87vb38izV6y4uHsP0r
DQJ9XbRrrVIIPfFLtG/DD2qA7f28jt232jfu5cBjgiG3XNJfRX8I8wrU9yjgIKFfuv3SRvzuqllR
Ipf7IbfcDaCwl0+8Wc4MqO+Ovzy2eG2Q7DvoITg9w+l+I0vdEzx1a/t61ML/uunFvw2Den5vq8Z7
cUOaZ8nitfIbgMCwSVRL5TNduiHoOPbq1klmyKvv9JYJktcyLm6MP1Fv0bzEW7gaVsWQk1pvxrUg
SLHs1c50HrYDA1YTKB9N3vEmEGW9RVXg8e92RoYzkGwMJ2+sc5hF26xIgRjwJPk31TCdcihrt3l0
ZnQENGFlMpXwpdKlHKL1QNSk+9RbTP2KYD6/d9Zg35KO/Ai0U3GO2iZvGy76AHvAZBuDcEgLl9H5
q2jW8zuua95TYGLY7Ysw/cPQy+gFTLatL+OmaJ5GWQ/fJWLnW2hbgz5WQRVDcMeU4tVSlFAThxuY
Mfxqsh/brecKyEtcLDlig/BB9Vb4srojqRx6Xu+53Daujn3QzN8Ec6PaK2nV7nULcYkrrHeHNXN7
W7xW0YBLHDlDTkIaefgqLUQtN53p5ZKMXjttCVs8+CbE3oL5nnZ8iGoy4rQtmuaud8knqAPRTT5B
2KpvZoNlwSkXsX0ZLU34UXRef4WSnCim3QgxbBmpJ2rK4ZQhCM73VEUiKrPIH5GytxTEcK5kgv22
os30fW9lHBylHJwjejMi+l7WpoLdOS9v1rTH9wGyPlTvPQ4hSeN37ZzGWDFe08Qc/ISWW/W56Bo5
pqPsnRZ/1I3YK8LDyU0kiPLPayzCPe320TWp9Gx140WFjrkKZfUYYYobJt0oq/DoRqt95BuPZxIR
Q8eds4g3ZEUMnjN+DrDdb/3lpmVObb9o6A89hWKfyytMHLkcS8LqMuEsEhdxaantBCEtDLPZj5gX
9wsOGY9i2VVut+Zuke0UH4wqm2vd69knAfO1m8RCL3fVHnCr9SFU8Kxd5/6iCmkRHQyaw1c/H837
FCtryviGzc2qpGNn8b6wuFtIcC9SNOM3cFVekQZEKN9pL+jbOtxlmZEz95+k0qK9tzBFkMVjPFL+
zYDUSyA5+VrNb7arO8KOavXWT17uFAG0+WjS3xojrCXpG8kuEJHkK1iE6mSGi9tAW6P1z7BxNcff
A7+a+8ME+3h/2/PV/hzRMrzQm1Wyccy2vg7dHn/v1qEtj0DJ+md8zL2XdRD1nO6u6N6gYAUezDBt
vhhRx3ggBfFwtOeAVRoH694exAI77KDWfKwuZqrcS+L0nm1uChDqOGiQFn8OvOWMrlcOM/oupes2
q8YGvBvOoYM6RFE9NJQ53O5zo7AwwMnc9CJRc6nepFcThjqh3YcHuHpVkQ3bxE+raAqXzDJa3RI8
T+SyutUTmDei3QNz8l1HTW2c3oXegqj43ppzSUFb0/QQ1SKKDg7uOQQb+6T31FR+T2UqXCVYYa1g
dlGdm8d0oJv909GhhQsv36FyLvx4H79O+YrpaB6uk5tSYyat0aG7UukRwTBeLZ4D3ExzIVEdwueO
KvE8lh0cNuPfr/Xe3GyW2PtMyZ1UqDAI9tJSzXi6l7Mc96PjEGMkZVkgAO7Gbm5ozaj+sZ5Xx+I/
3wY4aDVxm66N1R0NVV8vDfoqeOha9AIwydaRihtM2k84xLlhIsdg/cFouloTiiHWmAV85jHrZlFS
sBrj4n7TGlIbhZLGOm3odffMV5hlUoeOo5ml43i3bZ4vj7RTOnJ7PfT2+fhu3yvlrRzT2Knxxyui
6UTk9vbkGC++GzvgcyeE+vX90he2k/m4NTzIGC9F7LUlBux9sCPyAh9I92O2FscWxzWmZPTclXWB
uqMuNjsdhr4yt43XkKr5XINdEsnVV4fRCHw0RWv29rqaI/tiHke5JcDL8qeSVSXR1LRRSa3CGwoO
44oNVaGSKRKF0ItENPCL01q4kcnwCR5pYua1LJIID3AAgWuu3r2+ldapJEu9pKbq3g3hHvwsQdOu
nFuF1CAG6d8kftsa69iYojHZnDvb0+6LTiS2XUFQmznGwyQsq7BLx25E6q2xqlIRcgvX7JR5UcI2
n3bszPyUDu0+Ee3v0S3toflLjjjOotVPKQRr2d1Q9bMljYBqn4ygXbSgHLUr7qbW9tpvoqwMRUkv
bp5yevPjoQtFrFNBfnAfq5rIiTkf+HeWtRjqzLptLnPXYcJWKjqrCdBHBjhDItc5XenudXxJM5AA
KM8HKFmP3ud4tsmrbcYfH2n52JQwJti4Prl0k8gmohulQznerxUhb4Y9dnPZNSUxxlaIbcq2vdy+
Obm2WuK9fbypm661Lx2Zi6fZeO4Dql/TJT6gPiqsVj/Ph44+360ZfApgZQEc/n9NhiTe4vHDWWd1
J/pcPot8mNpDPE/1h+82XKfjpsy3XYv5ztV9+TENmGmQHLj53aghLqZ2PjjPW+thn7tRfboIncH5
nq8ceTwqa4yOqIFqqKBZhr2gMG/MhgHWGpUtw8GYqmCfVvsH7jnvjg7a8kiqasbULXz9ijxafO3p
THCRxeW547Xaor7FPJR+UiGn7fOoo1Kj9DdQCEYnnD9mC/cUovXgA5oe+5tkNPrkOHtNpXdWyxeh
OiLrUq7WbVufTxpVlvlDz/Up013a2zXNEeZgkTCHIsmrxQ5ulW+8gNZM1z4oWxPv8pP9naNEgMvg
xn0XhRuH1RwG1uMU9fV0veSho2gwdZufFWFLmRJH68i5WCevm298vE78TNq9/skbOh9WhJpNOlJO
fbb3kmJpg13dnvgeZY8CkxD/gkvQpq7d5bTAHdMND8155v8Y946+4dhze9IPwvskiMTwMxed56W9
KidS4c0dHmsVL3tKp7xajrHXY7/iqMp+mAlBrDRA33O/EP7PHAdRSfOJwZGVGXVlzQTZhcKMPe/G
LWk46xhM2qpQX3rM5n1Efl17SWevXpeySPTrttbiqbDruaIJPM/vfZNTrd3gujXJqrbxPsAp9PvM
zXNHpdm+xz53cO6n0Cw5JbuugYRx7g2rurfnl5zKn3WqXb3ed5a9dNd5II1JJrZXcGQskP5fDQr3
cThb/x66ZSGWd6MqrtDxLKJKEdeW3/qG2izjjDMJrZibhjbR2JT3DnOp62GW23wo8oXmvkLEx/vV
DkHF3FrBQ2M3zcSrLogVBnSg36yGlvShXziKU10rVmw0WOFP6Vr60dPrtlyPUcCVo5m2sdNw89U7
dfDQSxfkx6cAF9rysvIQxp+vOewpx3FwCf+GgrodhjBOnlLWNa+12uw33bSRnWxOI64ZPx8+gnCn
8IznMt6nNS3gl7UNtzBprY7uvV+E02W3CP5mCJkTIa0Xtn46NZH/k76HT7cD/QDHUtExbdV7C2kW
Hu7Wd2onlMV7DrUtbWgfOjd67qwvrfAm5yDAB1bpXrXRuY6c04YPS+q/GdZuw2Ozu/qbQsP1xgMB
TCHZgJYaMhcSpN60LfK0Y2V+RcHH2pOBJfSZaKlvs8LNhZUOkRHuSdvSfbP8vnpGn1p+XanNvuGs
aZcn+tTd81RX/gesz1JBH40tav705r6Nw+Tdqjia9vngb7H9Hcn4aBInrxnHBwzhNZdW0+4vPSQt
/8op+xwsMzoQFjIjlj/Zj2qiejjRJ662c9vVQnMzHYJGlONhmSvvesH3gXaT6r2P3O2oBNhDlGfl
vAf7MawMOsJq9S1BxjCIpbgt/LrjmekMiFSxXvVxWFe3TTu+3VVvDxa9ZEYjP5pxlw9jbwhqRb7k
fqopV7sHv/dVnY5W61rXJm/nPMEiyH8TjqIj1BeRI481Cexj2Ah7TGNfCH1ZzaXzhBCWGX3LLokN
wgE3lUHaVGeKcxyQFHk+3rW9O7Yc7nv/Wcy0x7ilgW8kxh7DB2sJtuK4C9l9DUeio7TqKVYnrSh8
7jOnHZ8kJNcfTFtQn+mbdQiTWfaMXbx6GAvat67WjrlpZq8SidvkVJu2wg/vUOmOTRZxDxta7dHE
oST8lcG6DZ+GYwFLpT3l7RTW1w7HB5XncpL2AWxk9VQ3habc4++iOgwokjzKeQ5l5VEGJnX0im7Y
bkzzzERX0CUdzhIFf3w2WdA7RiZckfQ4Vm6ajwU/Wy+j42NfBXuXN1hKxsFV0ERCUdDf1eeSV/k8
GsO4r6rjakhFw9mXQiUucf/thwnmc1QW90t5dspo98B+Fla5vjDpwfbr1xzpie5GtWSlFy1eWoix
oHOYR87lUrP/3tEJcEB6YU+jy3E5bBvCLDZn78xjYleUGLAZQSaV1KQW10zNTBJMT2ejzJY4sHEb
hPnBUyQRiYeB6bHfpKhvfA1eOYmUpeDxbngEpW1PQfUi0oH/MfpT+dJzpJS8hHC9HGxCoixC/eQ9
mqZdb7RnDdUN0Vlws49W2J/8rd+q1Pc75DREDlRrbHuz56zbHEEBxhQsntL3hzfgwTzI5FbFQ0fS
9aLICRjuEQNWAyYa8y9NVIyaOUoThimFf9oAtHrn63EkTDl21NSbtB31vJ5woZg/2es+fBfw2Ktr
5QT+BXPQ6/dga/0D1OF1+kTpnp6XZBxScyhNwc9466ofcITrj5bq67M3Bkgn8hFvndRtCqI3ORGa
Z9U2encSuQfaMHqwOBptWtFy2Lwm1Q6O4Hhg7vN7WA8cgmtJtZybRIZzWjfVwqfYQ5a+jMbeS/py
8Z5jREfvZWurZ2sKozXpnF699/g12/+Ps/PqjRtp1vAvIsBm5i3JCZKVLcmWbwg5LHPO/PXnoc+N
hxoMoQ9e7M1i3dPN7urqqjd4cdhLj+QTMwiVih9vWtmLpnX1azIWsu0Qq0UM+wncCZgxrSZpmYIy
QnzIyGfebnPTOhFSLJQaEHOnzFWateWIbtTeddFqL6psdo+axAPVaay++aXIQU4+wiOo9HzamlcZ
EySl8zv1S0RKarhp1DcFmBUkpNHeVGO8ikpAFhz9rDxwF4Y/TW3QW5Sep1lFcamKDE+TdDPyfBZQ
uAByTc6qzz5wI0WNACyj3kX/vASq5SwxGboKH1hzahyebnKLcicduaR8Reop/Z2MGC+Dv5/T+zwl
89xNfVDS1qK9m3l23Gvjfoxpa1ejkVXuZCb4VYPjkePd7HPB0Bu3xh9lIifvPAhgVEeZND8rYpI7
x5Kq4VkLpvhpceumaCQGunBcH0XpgtegM51abXHft351l2mK+lLnvPQfKTupmluBvPoxwal7C4op
+9oYCSk22O8YNFjkq6+hPhVw4adIvZNoc4fHIg+q97AvFuwhb5DEGRBUaw+dnCeS0yM+Ckxn6mLa
STQTnw0DUEscIjjpDFXe/umhWvwweIIG5Bsq51MlSSCboMdl7wpjiFq3aubgRbQCMFFJR2cxuAhp
V+jFwDpHGUrQTtcp4nFUh/ExwyespHSpxe9g6XiETG3/ewRTnDlhs+ziptGi4jiXSf69oCHMhrbT
MXIlCgOyQ+8gtB2KTpSiZiMJb8O2zE231pSae3jgf9pXodaFOG2EFMdTWZrSo5b5AIeaYGwfg8YH
YhEvEHtH04ZwAo/WSXjFB+m9qlPqZuVj6b6s2+ABIg1atr7ItStFtNSA6wWixIHTdaQak6KzPJOi
2itFxfINQ3ts5E05pS7b15G4Ay2ZGy6MEgpXvNcMutKxMCeXOAt4g9Qrf5w63Fo8qVL54GFLK9nj
CMDvCMDqfZdCtRw9NZzk4yDRfieGB+O7Ver+s04WwzoZUvdTqDNdfrQ0IxxfhD7xUJeG8FX4ke5f
I4463OcV2i17jgKBDWged2WhY0tMB7avAjJ3tabelJUGV8VU1DeSRmxxzDZoE69NtWp2JGPy72Fa
9E+9YrU/e63V6qNAveNLntKKJ3MrfNqSmv5OHW8g/Jl1gPM83HpqsVFxkIcKZM+oSeUXptoAbTCV
MHQnyFZ/IvYPIyCnvm/kzPiv1MLU2El1n78v4YFXGj0PZLXJJK5Mf8wQGKRf+lZZg4DpEKpBzg0l
WZRnqFHcpTW0AuAxhn83mynmejOFOLAI4Vz0nu0XQUlKpEXXs55TwS59EOoUMEB/7CtpSu4Su+Dy
zKpsUNg+tXqdYGRPrXWQi5Q3lJE8ye0Y/xqK2fwRggTvgKKo8rdmrngU6Sn6N9oYgrYJFBl2YdDJ
Pmm50avf2IXxDSD8X6PfpJWr5iXZnhmRn5uzpaDNmKfyMVZK8EzjTJOTgB1X4S62SNmdXuIl6sS0
6wAb2YNyBSgntHZozmGTZOSS+p4DhiNaqVzDeM3Lx7CpOBIU/u2HRinVh5IKdO75gzq8VQq3JptP
G34qOc4/TpzExpe+Afvl5HYRvQ4T7TJqUoN+C/t6YIcDrgx3HcA+EJRcRrzmzYQuhlEL+ZoPV4PV
SEbpObHHACDbAkAsdMx/Dn3VRwRcP3+roY9+H9SmuMvlaFSPcVrK+1waW+1AcK0S12yLNtRATVAS
xJmHekLaXyc5/U+xdBLB1FmOCZe0P462ntFvyCKjIQIpFHvxLIHigGw97e1eTThPfAS/BsfU6gaN
j966TYYIc7FGpTx+C52M6kE+JoaJzUsNMpeyBNUK7o2w3fWlmap7THsoacedWn8vYmX4M+TcQWhj
0XH24naqvpq2kNIbIL7Rl5hokbnmsLyq6DHzI4DLRIFjknt9RxFU+mKWMm1scx7idy3Uhj/0+Bi1
TprE9qhbpdZ9rWUUhDEbnHkPoERL1zW39PobDLhS/xLqRfQC6KBtSbj6sgMyE0lgRkZILIlblyCw
jgElteYGIm1z2wMx71yLctd8xKywjMJ7eq2j8gzCYv5J4tWDhB9NzW9e2yCBBLKrEcMyryRa+e+I
bg/fx0AduwM9eavwbF7FYCw6CZ1G3tcUtwNzlt5sxMkQ0LIM+y7sEjsEDRZaJNdF8bWhjQ+wSo7k
nxLwiNybI+joO8AhNtAonqaZpzVghOh0LwdA6yZkA5Xc6ivX4k4xyLBNkGZ0+uzntqisx7lTB5lm
5cw04SZXB5C2w+3cNzPlt5nI4NEY6Z4C4NId/SGRVNQ0reQ1QhhB9bqiqNHfAQVIkplkE7XiRifk
1CLh0W8BDBFAxtq2BZcihQktBoltQ/8WQcWknE3/WFFbjpALIsF1C1mhZUgLLjf2CICVqCQhambt
qdwn3E2qQmtOA0COels981zO616haYWd/VeSx6HfhWiZXiPrIqiwyLkk8Thu2L7DKKOnUMXZ5DvJ
RHinj0jB5wp9bh7TAE5MsF1zLN71RElgDucIWqJ72iejl6m99jucc2KgFGEM40hqRo3WjsEAOx3B
+qlOq/QFYKJa7njVj699EGbhlUTiTW8jKtVHM1DQuhpFyY5sjbwVdA2FuB1Ibt6ruLe+ItxrAz7C
OMjfpfYMmXNWlfautiLlR1gopu7F8ShfzXpQlPe1XdSPA37PMtgNC+x6saT2ma8mtavJHagwMnIJ
znVuNN/yMOWdGyPQSZAHxOl7VMa1R8IBPSTYZUBy1TyVJMBvUvdAmJp7V40TMI5ljLbQUP29B7TW
7p1CLtpbQiN9YnBE/nc4GOlxQuN09AA80B4E5lO9TTDjGq8C8FZdY2Ei/xeMOdxRWaLG51ImEFwl
soGZI8FFsnZiUHl+okPe/s4CpRlIqJPgFbXb/nEK654bpjSC96qdpv8CE5jdPqnt5KfNJV3vDA4W
nYgqtirEZ2ITXOhEyumy42l2a6HEuYG/QOLH0zv5RY0+fy9KMxocgUj7K11cajRD0063RTHY76i+
gOahY6xXdAHmGMiyKlm/0zibf0a8rZiVSMG0dZnZa26M/EO7tPP03pUjM/0RobKKh46YIdprVOro
ekYLm6PpbcCieTFngE9kmY8f0La7boZJaR3ZVAadc6BJISijOKh3VmkDu+Zuwd3ICrQ5cGnIVneY
gMmTZ8qGfKMHOdr/kRjS4kD+mHyrCqIySRzQo04pCf0AHrNfwE3jBxitLTjDSMmkHYhw/6ElPoUu
ab7gmRYV3VcFrPhLSe/mWTfoI2jcjjdZkapPcapq+WMVDx0iO3bUT0fF6sevTdg0CJLOtYoAUJm2
/mEq1PipK9WGytMwQVeZ5JlqI7kL8qWzYiXWjleSZOwireC5OEIprz2l5dTsgjYaiY/2UOdXuTYq
HUTcQbNsaqs68UFXW/5zCJHnVxnNpeSielagZRCLKf5pFQAnDohj9P5tzxsHQBem8U8juLk/Gk8D
PrVYZFzygFq7r4XAySYQMMAbWjn9OdSj/+yT6f9Gnmkps07joBEIyAF3kHDUtzoNQXpkEIPeqmjk
Iq9bYR+qdEjossINyo4j+M4n3iolHsOx0gCf16EFDWKuhNukcBCdRFHSFIQJRRLPX7gl5JGm+UBt
mmxThxXwJa6B33kRbo8WzYOO6wlwjfqqTAD8Rwtkr5umJlkuvL+6civZ8h/yWANnROZPkkvbNUz2
hZoZX6VMAcjTIRfy0Eiind3K8rvBgfgGmqk05eI5MaPph9UZ4qtBQ0veCX+WJS+0bZoT2DQFkZvU
GalpKqn5o7Ba6wkjxeJNlhodwFJRBIpLPKR8iFFbfgMZTcphNNfqO8ruAD6B42ZXNZSrfidQYG9d
fo/87MN2vp7noQAjQgH1d5NEwZtCNQ1EbTVmEZ1YtpijqJk0gRTsF9wlADfAAUDgv/n5FGoeiKSZ
NrxplQcQ9vyfKti6gnuP7hvJMZB8p1NRLNsFdWvetbEujYTqVOjU/uL4e10m0bPtJ/YDbUMqLoPv
z9JS4BoLxzIkqC1jpJHuT0S2d5IGnhoKKEunLSA7OFCq/J9GSKli39hVrHkTWAgbnFc7XWuzkaFy
IS83TCxXabTT+pCybAqiQ92JzDLvl3enTlDp5qumaILa9bue2h7KTcpN08/aS5AQxRykJiPMgHiW
7K26JJ1BRrn+b4DqdxNVWat4fS3TL48sWAWsNBvS1dsqSJ1+nqTvUA/5xuOEOLkVzeJZHU1EWipw
lwqlMVI0DG0KBeJNktuPbeLPusNjPSRp8IXgQMiK9DJE6vziR30nAIQvdWZk2bp3LW7Uyp0H6jDu
jBeEvyj8TTTcqBk9ZFMZSMBneVY7k2qKW4hi9Z1lBwCOTZGR2Qea2eLbZJfDSKSnPa80E63eeUwG
fw9QVAuOqWjsRykP0c+wbTr2X9R+oJtBO7zxfMJ+A8WCu/5KiTVbcpoWW+M2ryXeoi1t9x2P1TyG
gBgXxaMyCWABYMYaSDS+TL8Ldly3q8ZwKr1aHoXmWjPkZ3eUu+69Vwdp2A1dLeK9HdoJZyq0DTIt
AKgz8LkgiD1BSTD6PQYUZnbdLInezQqo7yRmUwLkwq6U6BrlMTu7HfrIetCjJK08tZ9TaFoFGLt7
KD80tTt4CixGpWa/RZKLZj+Fsz9600jJah+EJMaeYBVrbyaIk1vEdKlY2LSUBFUhxX+KKpNcosKE
QgLo2ZOETJzVP2k+4m0ewft4KtoJbZdFkP8Wa4L2O5hZjSZk0Ri3lU7f2VXnqQRabJUxqoiaL0De
ErkciUbKnfAFkJeRSipIvAFYtpfCH/pd+OX0UqQivtdApcsLYJDaMdVYk4doUf5n+T2PP+q61Aqp
HpJxxToNm9ZM5R9kfEPr8kTJSUH72roXpVqJg69Z849AGuRbyKW9/AUymfp70IW6FGdS4JlY+wRX
FIbDmf6onN9DLlAFGH61C2mzYzXgAgLiRJljLD+G2A8kbqHJfLBelvXnrqlpK1edQXs3kRv7apKC
djgMfO+vMzf4eNSoZlzFVE8eW7WnhoS6WXcDIIJbsgB9ckd2wHWRyk3RO3NDEeNgRVVNAUuBTfCV
mmRKClL0CnipPLEejawADMt1E9xXKUhip2eVv4FQ7++Xhx5QHDmFDyZJRfMAQ9L/lZRUkN1eHXlh
aKOVAhPB3OTNDicOc1CGkwk+K6VckcVI3O7QwdN+pRTb0GhVyvA51PKWl69sV28oDBkpRbY8/RWI
qgYF4SeUlOBxpyWY9Lx8FgUIAIIs+AtNR33YiRr8wT1O8fTDnoy5J49XwYIMlGp1UDikjeCktfRJ
i+AyuHShjJ+6VZuP3EGNui/8gD43W7feyW1Qk+LXpVq6S3Se9kpMcWeHZiRlbN2aAUaGVna/YFAn
Lxyr8ZbMJW+MY0BHe9qFmrAqROUq6bbpuTWPSVGoVxY1EcWxkHrnCV+MpbhvIAP+rn15vjfgibbO
ALCiO7Yz9bcHuGc+KqOSWbA2oaYXO0y1WvNmbo20fOVdIL1KNoVR2kClDD7fiMly26EUb2k+azI5
IM+jX3YQ95LD8wuMoi8gTR3KCtT4NxMDT5uWi53rBAmV0hg424AiPACgaHoBXdrjfGFDXdqrJVwe
p+gmbGEvc60XFYF/ac7I+CPCiVCDjLwZVcgVrTsVk25XAH9oCGvKD6krfKdLqu5gJsP4IEkpsquS
H/Dp2s5Lk04cLg+/pnovw2ObChHfQlCWLtgpyxrCet0CW6EOhMCYBCwUQxXU6fxShd1Z3tOjsJ1Z
14Iv9ZgCC748+NrkC683Rldkma6jaizKKaejY9tl6LTucifxuXJ3tfA5SBkOfbuEV0UErIkqWgAn
m/55xIsKjuguyUGbkMRQ8K6M9vvGL1oLBqx/0UpcBcCzX9UZnyMoNOIwLUwvDmzFJVV6rUiFCTz0
wmvYaLu0HXSUvazpkOdUAJQhABo+UXIAT2JvrNSa/P/3Z+EnuOjPCvWDplg1EqE7jSdxngWUW+HO
BQA7UqqRSVMYxSdVIZbRFm0PE4SOBSZmJZBSDlqO4zpIEODA1k8tMlXgcdClSAtHffyJ567iXl73
c9sQsT1h6MseFPpK9AKAZFMkDX146IDKgwHMhDRXgMVt5fEK9Jx9KPOwcwvV+JwRw+I2aIA0NpYd
yPhitQOtAgYi+BfafUjgQbmi/BuVL5nGXXBFJYjW9mcnejrean9NhgQxpSwhHubywIt2mG4nxv0C
HkMFK161XmVV1ZOtp8H+8sgfdzYjIzuD2YRp4gy1fIJ/FM2aSS9EpLGz8SqSrwOwrVy8ZfFJlZa/
64lnH9sGRgZFnNNRGDpS7YoTrQ6ivdYX6JuViWua8sNXE7z1xr75eC7QwSZ80D2mIcjXPB3O0mzf
ziR2at1ym7WUhl0qjt8g14jj5eVbK6UsE+PlBruddg8ODcvy/rN8ULnqeoy4G/xKqa7IYOBiQR+O
XACesJJryrkbDuhnR1SRYIIBDzVhrVsoeGFXWceZL0Np+OVPFLrsNl4qiXWYPKDTaG0ojJzbIZgY
WBAhLISf1jrfA94MGp1bonHd8V6x57IpvdJs+vx/2IqYAaHOLjSNr7ZaywgwORkFazlXZgXWubXB
HI3Vxijn1g/hcAF4ykIDca1YOJjgdJOQUVoQAgbUQns+xqFS70ZqrHTwqYVd3iLnNqMt26AHSMuI
ZqsTZhS1HkzWskVEbz8OOZIg7hgEprTrUpKajUiylidaNqStmjKrqKEasTYMKewuJQeGeVyLIHuP
aOiBD02ArszljdXkizuw1Pavl6f4MU4TJOnFL6pZ3EOKcnoKZt+aVR2QqIOmAIxOYfqHZqLeqmbx
vkp9iyqEqh00FcDjxnTPfE3kX+k24ypAcNFWiUqvREVoYetId7iz3hSI1zF3seiP2IZ1+wB+9O7y
VM+chiUhwyRFFVxJ69DSDHYLxi6llwU81NPRtNx3krplEH7mK+LYzWkT6BMh+ryaFkI1QZwvZ85X
EjGCek+a+KA2jZD3IpdBI0exPN0L8L/hRkA7OzIXARQ2bPtQLj/9lD64/7HFl8uJrY53NGQY3/Mb
zgZFkkb8JLYDdh2gcvobA585Jownk10gcw2+bflh/0TSGsq7CcOUhU3K8brJ5X6HBqz0aFNB2Yho
Z+aI8J+KlQhHZXHuPh2qSmVlHvQMdj7cP0+qgZaNeg3xNqKB9FgCU/6eCHtLqfjMBG0WlKTa1Kmg
yKtvCmEa9eWeQxIJpHPkGjgS1Bb/EMiwFD69SW0wHzZ+FxjQIH95OsEY0jn1JCboIwXk2S04pqHS
t5TePh6FxftAxu5UR+vNWIsByr2Fn0aFI4uEgMB9MiTg+cK430jFzoyyqOLxh+iJG/gqfHbwVbJc
t2lGm2BES5HroHVC49PHmiyaI6egnqjI6J6drtgoh/1I+g7IAtBIdl8jrlN4RS21W+frzHQIzAId
e5lLjp1wOhAdJS3IqZ8684AmaZQptQtgcUNr+GNU/GvuiVIWbu2kP6vZKCQsw5hT5GS6yTXBM5p2
UQP+oxxh/e9gWJfT22e3HDK82CYCUdcXk5NV3FAQWQglSC7OMHDVQYcjatmbKnhnJmZaxEVN5nIz
eOedrt6AcmtQJxVPcbuiZZiG5g22Ls3eMrvQLcdgyybn/Hg8AbAUJb9b6+H3ityZJnUdIAhSQ/8P
Y0+6q34A0yaW4+KxG2v11/+wkIuhGLcMav8fnt4o48NaYSGnMI9g7hZ0F4p2/vx+R5OHwpiuLlHX
XkkM240Bxx3SgdOlsv9gjRCemjiZNnwkP+YFlKJ0rhKTuxJK/Ors+kbYBqgeZY6KyRxIbVRZYM0M
X0mTqxsYp72r1dFCqIn7YMPi48yXI91CKVDHNVBQSzndKX0kR1WFdYhTGFrwHQqQ/h1qntbs0wLZ
DsdIgBTtL3+5j9cKlhQs5dLJ4fZcX9rhoOT2gKm146v5fNBBZf1IJTqSN5LC8/zBh8ErnKIKqede
HvhMTLEQ9MTnmmCP5ObquONASQKL0qDTo1Z1F+ta5jRlOXw6j2V6NoqXCoQrxL5X91dRjnD5LYBf
dmrlB3iNPvJuUm5yFNI00zc26Lmtw9VMNXBZUUBzp9+vUzGnAqfKu9QaowPaXmDr0khCj94341uU
CKdbnaLdQSW5fv78cposIz4jFttHX7bWP5mIGVG7Dgwd9D9gpgeB5tOuQE1x4416boOai489OaTO
U3WVM6P5VKpozYNMNhLTaQAs/FBH9DzB31ZHeCLN8X+YFU9pJG559hCqT2c1I6dSQBFkd2pFGXmw
3EsDmBciWRu78ezEeOUvyQf//qvg+M/yoUwFLBSFBhRcfDgEePTSMGkKe0yPSabLzdMM82erEnZm
0MUehXcPi8kVvroYZjzdjXKGZzPhnUaPCgrXBA6+QNcmyDLv8lJ+zOTYHLxQdd6p3ArqKrZkQwLL
FlkdKFEt5CI3mscq/Q73y6xGGOLToGy96v46opzWgxezFF5WFutK9rD6emNmh4FBa8KxOXbZLupb
+XYYURCzozY/+hatIxFVzSEEGYkbn0R7ygkmk4ZghkbextY9E29shE8I6apBbF+nl+EAMhOfpgJs
TR3ssLQFwhegEX95lc/P+Z9hls/wz0aKjTbtZR/fG3+eR8Opu0VcC9NGTXcz1W7v9SyUruSB/pqV
olVbprSikSy38OOJ5c9fJ0yZghLa/xqRYXVaC8TkfFNjygHYcW4tu/mj1lUCJEwOrvuGN9rlyZ9b
Yorf3CXcnIu92uncNWPGlQJZRsfU1QrdNRhE5pQNG7M6t5FNLL0Fsvgq33IV6UAGa+nY8U5AQq96
8+OAPmKlBO9YYG+lAmcnxJtr0SYH2yuvFhBdZAACgoSjxs7b82sQgTRqwo2E4+wokEoIPNQ+iN+n
ywavyS8VDEwx7A0ia49MkdZ5vLRgQF/+PudWDuMerlYK7xQfVml8TXJvQWplIKmV9xLIdM8sevOx
hDH89X8ZCslne0msceM+nVPWjE1rS3ykcmzLe8tvQzqcFjBe0ERD/PI/DIbPFSU4UmyxfoUjZxOi
C03C29OA2XddiwUlCHGvb9Nsf3moc9+KFI0LECFmbvjVvMAwaUaTUbpRVT17RMrCujOs3tqIVcvf
sg6cyCObS3mIG2KtwpynvTFFM/sub8BNOh1Y0SuC4/AaUqHalx1sn8vTOrczKPYBUQStRA9LPf1c
agtpPDNonaGnlbvxDD2ujrEHI68PNz7Wx7lRLdHYFFx8VDLWcxs0YacNmOqFTV0fQr96LKz6Gqic
cZTrqN+Y2JnRLBSXMU7A7WWBm51ObOhUCd9v2uv6IBnXQWZLz5g6Qd0R3fyARJ+/kW9+3B9U1gWW
OeQRCkzX1VmOZAPAvlRAaqfH/laKeaLmpgxPlz/X2VHwG+QYU8qg53k6K0nqjXFGnQlEGwqsWh/U
d0A4t9yUzqzdkgvRaOFxQNF5+e//XGWU62FHWeDq837qH4TwF8gErN9rLRuMb0rlp/99elpsQYpM
Cjr1dHhW01KNtI6CkCcBCmMk65nyO8rNT7pFU1jgPYCp0RLQuTzWKaUiITaRzz3Pu0JFRbdBO4bq
spa7QDEgqMl8s43T/PFrEdd1jDB5U5JirhuCVV/CwOlt8Hxp1d2Yc+zfyt2gDp+O7lAqZBMPcZPo
rlir6G5l4H0AgCQoY7TFLkuyP/MCNauNeMsA68OEDFXwAjdlnsgKPuKrQ4XSby11MkREUU3RW1ZI
5S5pw0/X5xmFpynpxGKTwIROtx9AUNDeJnLDNTTcyklyCymcYRoS9bbvSmB7cWMDooMnz+FH6bLa
7JOdm+cSNniRE0HoOJ7+gpSXzkL4Bb1Up2BloloNb7RIzz57/3OdLO5aXMzczITG02FkhOE7bSnj
QQuzPFsd/uSAjI+Xz9bHxJSS5+IUsjTD7eWf01FmfLsseIY/Zuk2XCQMWtW1JzQ6tC9TmxyDerjy
dfm61+7l4c/loZcPdXKbLSPDOKK2qy2qQasPuQj2gXQ0fmgo33fKXRIjzu6DirThPxr+3ornjerr
uqZBGVmmEYFTDsVXyNCrOBIhMTGDEoUgbIzBHcInvtsNWf9FQnR9JxtQ1qYRMffLs1xvlr+D0u6n
vbm4UKyrfDECRPpQjKGDlEfyCFUg3c3WZHmXR1m23L9r+f+jWKS/qrq4662OHv3oAGVgphbCeBrA
l0hLVRZBJReK+RZ24syUFscQKGk0v/HJWF0AGGn6JQJ8SKFUZfR1shrlKs604pPhkSmdjLLa/rrh
++a8jAJDcYDKkPkHJFY+m7gto1D/wRuD6hrxZBUdu06E4O/RaCTU6IeB3jEtt9ncX/48H1eMHi1c
CKIVNSeqJKeHDN7BHOsGFEU/Kkvesk2IzmL62fhL/+dklNVR5lmCMsDIExJZUN9BPetNTsTb5Zl8
3GgUJRBoxZxj6TmZq68yplKrBDOCapgWGb/FiKpDCk13UZcwt6yS/u7a0129DEahgJ4JXaa1Q92A
UoI29fSyEuS+33rIQpBFdbO5qaWsugOCW+xbo+uOSMAq7hjFyhVauelGhPzw7Xgp43kiwHBZC5Nz
NeOsQmc9C83vdgQPoEJs0R2NZCunOjsIOA/WlL6NIa8HQfwFMeHgLZmqzN6plapf53jV2YdPfb0F
F6PxHKKRwkD4n6zCRJemox0a4+CoKT2GeSytF9RTIJJqcfj18lCrGf3/UOS6WLXSyZbXFl6qb0ZJ
TorrGBkU8IYJel0qic/dkX9HoQH0dzJYYK7xCHNRICaVh/BtQgUdNnjRN6o8b7Xt1iC+/x+GHsNi
vsejVV+tG+o5PV00CTB9r9fHeKymG7Tkuju9C/RDyLMZfteoQ8eExTUkmKhAl+6CKx31FpdPunXQ
V4fw788xaAgsR5C0+ENV0soVhPQQjCimMXUaLUm/jIga7CMYbreXP+NfdNg/Z/DvWIDlFDYOLXwy
5FXo0jIEoCe+YxjXzx0UHwS01MPsJ0eEi496Uf/oouFHJ7DP0fyvud59H+lDT+R+VZtcoU6/Va1Y
pQ3LD+IOt7jL7cUrd40ZgmgBN9dCKF8Wta3+yVCBTa7zhl7nAwqaebJPojlTnlCGi37NEZrUG5il
M4u/2NjKVM+ATSDBd7ogfj0rHSKgvQNADCVfoyg8UMSlV4Vx6l1e/DNn6GSo5af889KqxKSE07Lt
wtaQrhI2xA0paff5k8ooNmcUPNtyF56OUkNu9fOUM9TNQbhX7FHalwqKU//DXHhcCRqBtCKM1T6y
8VpIEWBjHxVx/ANudHMn9ZLxdHmUc5sDwAdHgioJHdxVagLsIij7DG51Eon4gGVraMILEcEu0IL2
Ri7RdlC6srxW+7h/+fzQ3FFgy0B8fDwoEKxzMWQQDFVKdLej0Id33BGkKwjf+kOGthwCaobxQOzf
Qgh+3CbA53l1AVoimyYknH5AaaDBI9UxKh6WVt3GSV4cQ7vZ6rl8XFqLPiCfTrZknnnrqn0oV70h
l9lErl4+yYb+3mvWsz8b1z06Lii3tkdTqz8HbuGsU5dU0Ayg2KoA1F1di7CQBh7f+QT/FMmC73aJ
PPixFGpkuAjNliHKjU1AKwahzvj18udcdspp3LPEUhwnAyHu0yM8XVQgNFDKEoa2DGDZ6ujHu6IM
qx2OR1Ae2nqr/rD8fR/H02iIgEwGwrrauZOYfS1QUMVpBkQPlDGLv6VB4O9BW8dQHM3yiCLxlv/f
x1i2NAUBKtEIYOesa+b4OMfQo1FZRNZIchO5kLxEa+x9icrWRiw7OxQvd6igKBpyY5+uJ3JtM36N
SM2gHzgoXCByIu98O8qzvYhnYXwua8NrxuKuBlbBll069qsbWxphUFs6PAx9RMFDqlG5KhOM0z65
SRa8OkMQPcEq8qg8nZTtAzubUaJCLi+zmt00hHHupUao/4YhZqGIVsZbPsMf1nE15HodU2iAFr4G
LoTP0hNa8ic2RetlVdpvTO5DWPkLxgfoQHZF99pY3QvhPIUywkgoik5Vd4ViSebCEMo39sXHUahu
0Iun3cmVioL76RKiLdrHZgVX2U4afVeF/YxukzEfLn+o9ekid+FUca7Y5YqFHunpKPCzBM5P4F06
35efRrvHOinoribV7B1siManvthqEn0YkhXj4bKAtxfs9vrNlwpTHdUGOkXU1MIbUTHXXbtopQeB
vtK9bbWLat3U7i5PdPn8/4YRSmMKadoCPmRQIJenE03HoevlBDuodh85nTvsioN6q3hbVY112Yig
cTrO6s4hW+yMKmWc0vvxmns4cDi/rx/eL0/m73vk0mzU09mMRhPC/2MU5QCswMHRYyfuEHvxcEFx
9R0NOOdL7Vwjou9M3y6PvX58fpjhsnH/Sb54PqdavRhrSUfNHVyg8M4v89a8/uy9ul7J5cD/M86Y
5qhC5IyjPfqHCnL9K7Dma39jX6xv7/Uoq+sFUn6cSsts5j0OIS7ygW7ulhtn+cM7aT3Kcib+mYsa
1UKLl+91W+1+Ju7zH/3w/vp1yznzr7nvpW2xCrvAmdNJRAyDL4Dbe6gQOK9Ibt7PrvmCiufVxk5Y
9vKl4VYh18axkvDBcIP7E+lX51fuXP/nft1IOMSZgPHv0V0/zrMmb0wEQZdZoYPlUixycQ5yLc/w
3g9vjfeCYtDWB9sIF2saVGuppR0uY/YeDzsOWLT7Nju/Xu5C56Hx3nkTOEhublwsW99vDbFXkepQ
0uX7Te7PeS8f8MXaNfvwLrrynfTQORvfb7nrL3w/ZRVFEg0mJSTDZZKhm/FHc9D9dJFo21jO9d28
2v5r4I4mYUgU0r90Fly70/sQIoD7XqUJ4nOX57S1V1ZBwzLjxsqXg2bp3zv/GKGYXCpYnuUJgiRb
bee/dbZLC7gKHrElKTqyY/+/gOk9bg2euccJzn2JvMj7D+o9gVh2/tv8clvTXB30oB0jo1i+nMq3
QweBfdIfybZc3zHdcpfvAs9yLXcLQP2h6LH+kKsTPyl5kjbLBqUduI+OwnvO3Nn54zsl0yz2irN5
n547iLTngNTz5KCztIqcTWJlubxsHcyAd4J9qno2N7jm2l8yF0O9x+aB5syhPmg39tXlvXQ2av87
9mqVUXeZUnoU5AzesDNe0324H/aTl+ybK+W4Vbs6dxFR16dvAMSNFvUqMY+RjY6numycGi12WcCF
RSxKm/6k2i8ze6GKvHHxrc8kGTglSOoOqgrqHhTB6ZVktJHih6k2u5LaqnsEi5A5FnWE6dk0bxx/
bRVnGAqoJZ13SEGWiVDV6VCppRij0mNl5UMb/1LYeQ5AV00/efSXUTT6SCTmC311XeLQMIzGoBH9
oRaa7D0qkOZ13aeNK09Kdh+XWfYCt0g8XN4jZ1aRYgovHPJnupLGckX+c7EXKBfUTYl5Ig6Q5Q6h
VMKb1maP6MenW9txiSb/RhsmyHOKGgrIeB0+1OooYI9Tz7YpTa6Z97ntIkbRvKDGhqhRrRdq8pyK
vkWBNTPLwaHI3EgOYoXZQxpP/qve5m0Bo7/v+6sqM5RH4B0Vpj91VFpOKWNkdHldPuTBurm0qQxB
1QegFm2k04XRcLXIW9PEVVL0PSYgUhpM5fuEiGzojQ3Gq+gy6/0Y77Ec7d9r+n+/gsYOLE/Qo5v3
cakaW5Tz9QlbfpLK/qDThPYqxkKnP0lCNSnCsH108TxIUP5VUXURQ/GCxqFOOV4v+v9j7rx668bS
dP1XCnV9WMMcDqYbmE1yR+Vo+4aQZJk5L3KR/PXnoaum25ILpam5OkDDaJUCN9NaX3i/9zkONqTJ
Kh2nv/2yGdw09GKUZimWG+82CqxVFTkzruF3wv3Soqa4F7gBXWKB+ZFs8+cH0lhHW2z64iT4iGve
nmTcrww6T1/wt8tstA0MHwX1nGHfScvo9a9v8s/vNdVEyk/M8TM8ob5vkceOOpU13lK+gzdNKLoJ
4lIbf9DJ+Cnf4LYx5migkaSNyy6wnvEPr1hMn8DIlmH0IyXBPLGIIEB6uPbzQJXHdFjq0CmiItTV
zDyns168WuWsfbCC/fzq8RkQwqzjQ+i+3he95mWUcd3ydrmYK9thXEfKrZmriPQ8gTnNAT9hvFX+
9tVd1zEmbtDeaBTN3553aSWlURcRk+99jSXNbObbsnSM/d8/CmrjtW5P55/R1bdHieVIm2jORnxX
AGxiTYTtL3Trv339TNXgRDSKXLQNv9/jH+6hKLD7iCIDEhJ2pafC7LUgVVY7mKlsgKDZH21uPz+Z
q34CieMq5V33hLdnpc9qXwCHxbB9SeNjVivLIQKS8kG8/vOC4uoWQ5ScFN2vn1SAjOHSXaPN7wNs
rQJVxZCmwDV9r7qWErqlJbFqnfrxECn9Hxqp/3iZ/m/8Wl/9vuz3//xPvn6pcV9adVzvvvznefrS
ce+/if9cf+1fP/b2l/55Ob52Yuhefzl/avpftkP19UmkdfX+d978CY70xycJnsTTmy/CSqRivh5e
u/nmtR8K8f1wfOb1J/+n3/zl9ftfuZub13/8+lIPlVj/WszH+vWPbx2+/uPXtYP0Hz/++T++d/FU
8mtbMBEvLFi//6n//vnXp17841fvNxZ5pliocqJpWYcXf/1Fvq7fUazfqNGjEsVZhzdrFQT++ktV
dyL5x6+W9hvBF30CCr5YEtnrWDWv1votU/vNQJhru+Yq5WKxs3/97w/25l79+979Ug3lVZ0CEPvH
r29XE+qhyKMYgKWfzUbOrPj6XP3wNuQt7oaI6tSNnbRTvp+o8z6YueUdK9hEZ3k+qOoHT+pPR+Sl
Y+dZ25VEDz+tX2qpNGueMm4K/C58I7FWZhXWnUAXJmx+tpaeLtc/3I0/TvrHk/wu4Pl3uMJ5MTtB
qwChgrf+z3mXXdatldYUs1m67KWE+zjOiC96+gUGfjeLw3h844S2Y9NAKNIi/jQQM5ibOTa/TUaH
g1+jjytZzpgePWFId/vXH+9tBrV+Onx3kO4S+iKyQpr89h6AhrMjERsrYhnn9c2IedEcREtvX1oa
JPXNUqAtq1gKP6r3v0vyOTK75TpFb67TR2vw+PbIOCCA6+gUDOlGC1QrKAhjFxfGAqemTgb1kNYr
aDK19e5yiJtOO7Xp4LU+i6ai+V1Mlxe00ZAWN4xGCeWDTeddhvf901HWXhsE6wQRi+fbT2dOJpQy
erebJqonHTNUzb7qzB5EH5hnbFzbMnX2TFO7VWDZ3WzvdCepv9X0HChWlEr/ZbBEel0OWKOfJ30a
KwG+J/iV//Xdoy2yJg3/frxIB+010FEdkph1yPG9qLIEduhNFhcDl2PrkMYYhnI22SkHcr531O5r
DcYnJDjtHmANm88ocWMwoYUjLjtKBGczgxCfYdyYOPBXY3+tTI7hk/DhqTcAkrUPzIdZn4yUuecA
E2BtDvrR0p6GzpuFn8mxoDA/58muha1BSOsqYrmSM07r16aXas9LxEzivsEkMSo2DSi7HCawXmEh
7qGjvc68ctFDA+sS5hhK2Jb6Rk+T2mvBsXTTuC3w1c+uEty9p13sVLisRTEdqECwuMXWZhS2I26d
zmo0btTkPjsITIugS1ulPyAnEdtxZvZ9J8YG9WAkFMfa0GloJIApnjlIyHV36IamxwhmrKL5gHua
E21wgFXAEnQrfMTGe7ljwZfTU+wkzOgtlcfLYCeamZ7NwFoRyyzgY1lw+ItLM6tw3dQRLlrUlPp1
12OfVMBtLX2cztJzIDZmd16lfa1uMD3nX2Uq9BjIhh2js6lzPCFVxvOTQDBS1u4A/QEJqxe97jb4
hWTTblZU9ZmOLh51xLf8YGyVA/6ZDQ7abLXtscHAzAS0jSfu3diL/uT2OLyiO0my+XJQDQvbRRhW
D+jfe3SjzPd+LebFgaeEUBWc3YCEqfQW51mdu75AK565eLYxPHNlm4J1mtacdVJGwfBnoSS6tVHd
niUNT8sZg9EpM6Iw87zo3I1dcwsnkf9axiM0WMWq3IDhuMVfBinGcJppsZiLEvMQ6oOKNfoEASLK
huR6Iar/mtZS4seVMg7FtJu96UtNu6a9LbojLAYp6MxY3nQ3gOHEIQ3LVG+Lo7nmx17VXoGlr7Cy
10WFFQ4e9fvISOzbxgL3drCU0cV+sIzltYuPOwimKc7x1uq8lKZBN9aHFk+unZIL7WgU7lOJGxYo
UYYcnhaMnfWXxo66bQ+e6Sv2UBbGd3bOWtUZWB2G1lC1YVpWw4nxvJNsxPJVK4ZVNij6nZHq44tV
69m52mXqnSPUclkVrfSRx2USeyE74wIOeHmI7aF/tLrBCAyBAVyRaiV+22bi48hUby0CbSCAkz5z
513kC33CaESu1OPWy5OSDoFl8vCajdC2UykiwKtuxkIue+1liV3MBUQa6Y9alUQrOaaShl+PWQdM
EXYBBCbD3TIM9wosNbtTsKT81iqtRUmB3/f8vi/Ku7ohydyg4E2PWjeBh8tdJzCB6oTW0je3mQkw
AYRIlT3ivJsHEKbGOJStjnkPtra6jvlAHqv4rHkWvBrgE2zE83J08Oi7BaFtPTNbCQZr0iffbluo
6UPlHNpU1Gd1bdsKybpVnxpLZ1mpW9sYIfzkmdjaWWV122Iwm+3casor+PcOXOO0hIPWkPNWdZQc
pTknxsath/xb3WMQvWAqDZIkUUZvk0slv2LUz/V2k1NbQY8N7I2aryxJ5BOnPO4zf8qAhpzPQhm8
U9EqIFVGig6bQUzoDnS1CxuZ9p5PkZf3DVe/HPYo2xpekZ8wmuNhjbCmPcfU1tn2QxtfuZXG2G8O
4gOjO9GHI43pa3jZtG373tg7vWv65lBbDy20wrWZvFK8EqL5rdfpI0aXUCC2AwbRmPvETo5qGTgB
HKx5h1urJc7quDAh+6rzLsNmu2Fugf4mvi7DLVt/8YyCwTjPtG4ksZqi6Fpoi0wCipHduGkXvb0p
STG6vbIMw/Vs2AnQuDSyT9YIP/1EUSMJYcksVyCrs42lriAGVy1YzOAH+DzFyxcj7nETrZiB2lK5
WbcfrOXca8BJpXJd8qQ3hxRncG/PjqxEh5FXoQxkPyXblieWdzs3L3oHdA0j5zLEqEAGmZ0oPh7m
Q4Bvb3+cCutqdOXBNNy7GtTQSmiZV4LTTs/1XetoL2Wx3DSq99przY1WewAc9Oc5ji+7RW7NJb1K
FWEerK5vL02jowiIahUb+CFmUU2026Kxz4Wmpts+HZEMFPII9Jv/lxul3zoVDJBIaqHG23wfSW/a
tpQmthUghj0UZOisGNoe2OqcAG5N9hqBjAlB2LQ7nkEnzG254jDa6TRyCIftp7ZDTNExG3aN9qHO
sIYMhKrsE7gA/VbtXBwxMY2u0iPIWEBAXeE1pyHTxnzTqQXol1qHt2fmw1PWLltYnmp6bpf5IANN
SVQ4XbJjSIsLGsVPioUHvO9GrnLbpHG8ZX1O4gMGmhjiFkZZWPsoilX3XLq55YaelfR3tcqiqmeN
xhXOy1Au7RDdVK2BITgEs1VrGTc+aqQoPqK+g8A+CetsbKNl66xG2DtiDQm8d7K+u9BOF7nMPCyc
PTzdwW83ExO/KoRDcvUM3EY7tn1IYWDca25nXbR2S/w+g9JyUBqWONnOkzOrGxX43U0Wcc1ZBi3M
VM2ktD63g5N4oV4imVlaFQ5lVsT6uKVCZt/zzrZn2aziXFsprjNRca7sIINddbWwAG0zQ5mrcBUQ
fXVjxh64Rk44d9ijBUYzW+amrdPsDnoDUCMhS1BXQI1sfedKxbwmFY78IvPyb40WK/ft0KRDmBdp
deiTOI7DxcTGHsO03vfiXL+fbMP9lOhmORwx5MTBFiqvWR9EakTsHOMsd4lat3vYhGBcx9gLKuxa
L+uyrMDy6Flx6Sre9HnQy+bGzKzuOJeqez3y7XPGOR9HNwNbmJv6OeXm+AHLvRLGky60LxZ54IlR
HQ8mQqF9wwbZuY+HDrPyOhpeuLLWZ4Ej5YkbxxPD6QGMKzsdFmRaWJAl2hr3cIbKgBopQxHMVfc8
MYgO1hjGU24Mzb7X827G+r2cAt59ooCCNpjcY/SuATUSKZ7QuXfU2popMRep2JGpHQrj0MSwuMzr
yv/OuJvRVR/tsh93QyvzQDb1GEaySR8zh9BvaWz3qJYxjuQOzg3TBinUvIXAMBBdabk8G21YUBhv
HMuosxmxtvlHlc4zDKXMdxtetyEawJNm8Q7n3tkKWbvkRa2tg0NFfTPQ/lj8OTbGg5ymOGyVxr2C
GKXd5cwtn0qhoTZ3mvlqbkpTkDNV3jaXdRVGmk2CiX8jTOD8C7lp4veenK49do2dq8IVD53SXC4T
Axqw2mSQzyyDlIiksf0KjiU6K7VRO3UALe4pLmv7bDbbY+mJ5FzHLOWqVfNTnPWXzhJVZ80MXSUg
Azjit3aAq5p/wkVSPlnAg+8Hgp1dUdjXap7uiOLmjZrU/c5UcBt1nbE46war9xt1hQJrtr7VQK2e
L0rpBNaiZ2xohdzWOF9siw6lYqYqZIxt2dwZkiS9xhxpB8S68ZkVSjZpmms7fIHPnKLRQg/fgAsv
h6AFmi45Ab6ANthi4asZU39p5Hl0kDa2x8Yg59PcN+LYjFK5I+TSAGdXygmQ65JsPG43973tMpS0
iRPMnak/zHFb7OhRLydZVTKoBus5gXxMHDK0ofTKkXm2dNzlkfHaml3tbYd8wVAgMqNTq0AwSpKe
EbBk1i+Vcq7vUN5U5/TZ7IkdKnXCKTEIp2cFVOmQS4x3EnGaG8f28T2Y97mjWEGD6ckJf5D+Dmba
N0+6/VfAdDlElsnDM0GPIc6kqKPTQUa7Js6KXaEKTJGVpPKA8wFfT8qvc1RHW4Lv6sQsfM3CjE2z
QOT/JTewEY8b+CCE4v2FM1nKpl7buosKWTYxsg5/ZiIPnN6BdtkZtzjNdwi+l+vBFfqdYybZfsKd
elvIljGqpmq98wFNH5y+bvH7DGmfanTZVmXdffGIDF+drljgfeDerUaRjgQpUs4xzs13c2+6954Z
kTwJUciTUjRDmIzFg7vErLmg8nDgquDgeHr3qNWgkkWUHUXtQciUhk1upTFwuilatSRzkfEZdCZr
jYrVMG2n5SxqbG0rBYST3lsx3akBsi3qt4MnH1AGVv6MmP0wzepVD+o7NBQ2aa2u5m1ROrtkTqvQ
SEWJUXPDIzLaQLBo+rG8lPO4rWTKcpSTx2jsLXdpmhp7hVDq4BJfkNFVxkuB2Rs4PnljiMaiXz16
yaOaKldFnC5beuaviM71I3dbC2GhlQcvTXdeM8xh14qLGV3VibWA3A2q0i3x2rLPTVH4ia6zl04p
qmJrhhFWmm7pR54zhB4+2btRqYuN6rG9x7zee2pfCDoz/TO8rWTHMJ7xiD+2d97OI5FVndgbq1qG
rSMZzsDB/7n33Ft9bDQQVFCUm0YbfE0r6q2tz3uQ0EzgStM4m3I3+4pxhXwE+8wlAOgwHVzZbYx5
qWiLFZj7Syd3bqO5abajcMqBoQyVoMZKor21LJ9SK1m2vYl7OQnvMG/YwMqQ+dTCX5DuDQd3sidA
t0zQA3MUI7ewXWDimQ5Zk8kwJnchJvhQi+o5EvVjAXzxazuL7MQvlpdOPyT2IWoH6xx+OC5GSdeZ
n+KhNo/2WI8XSmHNTwA+uytJ16rHhndu9/RHnsxGtYVvQxI4H2kEPRWm2lzZeFUdW1Mxzxn8MK7M
vjR9tSa9kFqqXpNQWsfIzfFMqQZk3poJUCNWEu1QdcVwVCpXnou0m67rpOgu2tTjy1JCRMT38BbY
i0Jtw5RfOnPUnkspykBVKDrvLMyC4UD1+bxHE5wbm56S14F6fs8/ZAK90coQqpF93ziL+jVSzCX0
Bnf+avCE76TlTtvOqSUu6YlWnMqo6n1LGZrdVJAEhUAdWlYF/J9EgKegl7CrTWm76frSuKcoL4cw
qi2CzkV4j/VSaKnv4M3+Oio9oHOAnO113xTZg4ERoBtk8I2uI/qnR+DSVELzvHuJ2snb55pmfAIR
Ux8xbfsKWaI6MmHU+wrDyXeE7bcFYs+zNiOj3djGci2ZwXhMbELZpJmGvaqqyTOTF/lr0zSsb7pN
mNWJXY3L/HEsF+9MdBUxksibOyhN7rXqdFWY8dDsvUxVAwnjdDM1tGBwt9Z3NeTcG11W1xMG84Fp
DddDrWsvRT/FvlHW8hyH9c/4SBTgcDRVILuYlOaZIYZR3bEi4TSX17EIyJJWZms6RftyUJpPU2e1
gawhB8d2lov1ggNGVePzUuudwMbjqcUZMbOPRjXBs8FVnkoOUay5jVysXxaB2Ya/mv/uxdzN0U1T
zHm+H7FoUbYLcKRdo8/2qyPtJWw1mZ03cX1bGtFUvyRiMkdIFmDPtesYuA6MLsoal2NewLWSVis1
f+pU7agNHWBqZ4ApE3YsLGYYa/mUPLSUn2D62I36rHmNPW+jQg443NPQ3Y5d6+0iMcDLzJ1FP6Fw
Na/HvKO+5M4lxbPZNBUGZ+MGQSpUsRms595gdB0px1gQHZdzYbsnqx0j6etdPrt7zHc8cagWCi5n
jR5TS6uVaNQZ3rb0LOg0TQFi5pJlQeiJd+x8M9AE6Q1XLKdV/tQKmVLnzm1g8utDa32SCanQRZKP
hf2NEhz0TD7HKGby10yweNIbN4doa5SE3Jvc7jDGR5kVGSwsY59tM6KWr6NmlHc6CQHdyWK4wfRy
ik7QO4sHXCCLB7KntiC0K80vS5fbww5wr7VcqGOtp7vUapLQsqR5MfCWkZ5nugW5dUrSEmV2upyD
wZz6Q0kxcaZyEfVXnR5F1dHRBxxB60oHsWhW5VkFsGLeeExFE27WxVTtKjfBrQf003WCY1exYUnI
ISIl6dT4VdUU3+iQxV2AtN+27hk3FcUO303W9ESDnBPGIKJqQicNA5JeShltBGCV+kJTp4rZRgdo
ClB4IOF7o2VabtPpOj9fLQv3tccqHkBW305XI9x4xICxbY43SaoL/XLqe34cG8MEfCm1vLuo4fHc
aqM6L5tG9lCi80Vowmewxxx9J+qo4yVjRzBRzStsQkGhs63jtTqS6cp0bme9s/gx9NlHOh5yP+ZJ
Yd3YNWbvRWQp8AysCL0CSSI5M3BE95yoPDmPYzoQvjFMJRMZKb0nv+eBUP2U6BMOZoydpu/g7b5A
Y8kTFahwRhl99MoqAsicL9j+Y9rX+IIILIAuKJ3rhYFBBw/eKLUPEC4MihqNIa9iK1a4MhWODJDe
8CSxM6H2LCt0IzbsLdNdltDLD9IFp7yNPc5sIIjlJ/uwVDISQaSXrBlT3XxNzE4rQZpM/WfZRclV
jyrxK8yP4cHWpUcRvOkvzV7V0B7XDvPB1jJFYBPLSe4GI7LMPQPKWn8AQzm5h7qDswQl24QPNEqr
P+tbkBgJYdUV41Cz5Q9jVTwYxO+Psz4tF17teKXftA2zCTmAnntLndUCbii2dBuCZedpaaW3VSiV
s0sDXgJK1zhj+YhBFrBLt+yd9NvojdTstcQZ8n0vIfZtKEAzTrFa0XhnMfvtzsNHG8oqIORpyyc3
nsbRQ4toKBHsvXq20nCYHJ4+I9flsZuW9JO+1N2dGxviQuvyeEedgUeGGXDHDRhijuO9EEhxTsuc
q9KvG4yJAvy0S+BPwFMBKizYmuzKSSWwUhRNv7JapzROM3ICaJVYexQHRU+rwVfGFja8GgGfwmxI
oPZJUMScJjAD+qULXlndiLwv/AIezHFIhVEeVZsoEZ9pi4dbZsT7gW0N6pfUWsPOVC3lrSmSyvCT
euCtUEnceeeGUjnM/chSLwuHkGKOuJT1aiXdkILbYZ/YPeEqfMpyv3RlftG7wtMvV/maTkFCI7Rq
cO4rfAV7KV5N3srRtxvopxv9+/OuunHyOuWZbocmad4FHu66ETQjbU631+rYn4au/tJbcC03rbQ1
HMB6UcAfA+2VMiL5ZdbbZNohBCoedILOhpc1Nx4WlVoADvoTSMPYKZF3imm8dHn9MlICZ3pEBtbL
oPcorhzUVFYk1j2WnhsH9LodJnUhrE0WR1m50THEujC7ynqORgrPpWh5QYdYcOsSDbPYnSMtaNfp
SNjNETGbDwwzqqh0z0azzd2a6DVrlfKMJiYEIo8RxAvTazk1/DbVnRTAS0I7goyGC0lsBGnbKAlP
vBaJg6rrvdwBgjemnWotBTtGl9Begb5tFmEti7kHmt3IOiw4Hblh4SqccCj19rKCo3Q1sgkPAXWO
CfZq0pXV2ZBJedabi0ue6Ahn+WSbZf0yIzDpA7ZxfT5Z5EfTdZ9UMeEpjFaYyyB/ZNC5dXsvhdPA
hAFrlO9nJXPHm+9trLnUyvKgLiks94ou2HONOfbFCFkVXtakw61R2SNp23pNfJtno67v18UztHnZ
4LImg/eQm7OTko+64sZLqZsc3E5WdZh68WvvwQc2QOzw0qWmd0gwKmHJF654gGO/TEE3dMYC0rOE
wof+hse3ak15hg+/12wbAMo7S3Ep8guq/NV+7HV2hsQuYizcquosgrIVnWAolvbXwemT+SrzoGpd
dLbg5bUgWzH6iC8AbyCFEv3U504G9BNqdLfmz0ZxsDwRLUHbKegy+67svnU1EBr6Z0r+0BitOp/k
lOvRZ32xYTvhZB8VB0B5nXjChypfHvRojQ5cDUP60MpHzwldahTtrRllqyeFloeNJrzBt2sXEBoV
oDSA6phAYo1a9gyaKGlyAPmTkl7KZsiFXzrsFM/mghHhsplkVw5XVOWz/rpsU/1+QQ7lhH3rGRP8
rT6GUtxag3U5QJMhmovTwIXKBKNKvxliRoI7SoOPTpEjvsP77txaao3017JOCFKWR6A7KRF23984
8JL3zeyuGCGbbo6w3X1OuHSJyxawP0h8TVBFi3NGMMeR9EYdAtqyzq1p2OIFXWbM4+Olzk5NknYF
2BWvWtON3+Be4ztmsPoEgOXamzRrMu8kh9I92c3KEVRyrIZ9BWEk7oPR/IjkLN33GSROHeVVkCeg
hCdIEJ973FTuFULfwBE8Cg6M+CAD+/NapsBhNxg36efAy8XBGSv1MlltPPZQhUhtZTQDSyzqpgvS
OhN7FgNrT1rVYQUMd+y5SRqbBXyQyrSdIZeyD7XJk8GI4B7XNCoArvROWNZMRwv5hm9rineck5LW
4ZQ7F4nX6KE9C+H6U8l0eGBOlqnQCIm0XVkky22SKrZKH6tSzQ22L8k53g7TvqBC+KSLPvFBKeSX
vEGNEjhJQVDpJP3wIg0PTPgqJabrPQJHZoYZMDtllHVgLK28TUymux291svD2imTy4V6a7xJm57e
KnaqWG3jHRFvsKUqbxerSL7RzGax00YytqRU1cynpNysTM9E9yHjCtTsZm6GxLXVUQIOgpeZpwlE
rwFENY+yn0FPP0A+hlrlusNnewE0NrRDd6YvS3zQ6oLmmBY94iZcsfdYkZKBkatrK4TF2T3OUvvm
pmZ20QzjPcPY4FjHOg9nKlpn9E/ny6lJcsB/mAlDQwO/43TuUG+oemZ+F/XWUUyoJGxDGe6S2XSf
5kLWZ5jnW1cUU3nwF2DsW9Xq1GCyWp4NL04BIaNDXXw+mhcTX+nRoViH1vxoVOTWsRvoOl6ptslz
afTKkcab745d0/lKlmLFtsheIJBQhsB0ZWZvJNkxpEXrVp3c8gwpCfgmvDMYtKaTuNe5ZrSrSfSv
TFhSctMgLT9fosY7kCAXD3QcykDkA4Yd4PJo1Eduavim9LxTVg31lykd2cXknNT3snGdC2SH82ev
afUQYxUGvSjQP1YayLshEmypad1RsDBw3MPhT1LIgptUnCyFnXyudDvexqreBVJpvimOPu6tqhFF
sGqE/P+TSG3mVkcZzDaPuihmS3rIZYe9bqUAeqHY1scspSjV6xlAcVd+5Ar6VpyDtgOHY5t8AEkC
unEMSN+KUDrWS7VaOdo9GJRog1uddVogK75IS6ffBpb9MpM6keVfq0reqqS+HxZDMBvtFzOw9k8m
jNUA4miZBQ3tSnFcpKazGQUFNW+W1NIlOUB4/ZFBkaa+1SpyVLwyV7yMQ19HhcL9TnHT9bYnyoLu
sxhXCtGY1Sp9KJXFa4OESHTbhNnFuylCvlgxI3xADeFme5r+ZHxjbi8iTGZbfZ6Lnhl7ATCL5NXp
p+bR0oWlHCBgSoptvZfV1jPtZmLoxjKzb2VezBnNb0yn95ZaER/MmSZeHK+mBTSs1vPszB4cVKuo
q2uEjrbit8ViXIxaM9y7ZLnSLwVh7XXd4ayyw0W9EfsEItwQikzOcwgE0mkDTVi05zISo/YZn7pV
QqI0GELavHSUysAb3HnpQAe1zQROr9Gcrxg3ifO7Y4/LwQIVfTMZGVO8ObnCs5wke10yudRgCa22
hkJw6UOvMUxoXcpCWKiUSIRXwbIddEw7Wwc3VcckgBo8H2xQ8uBnLYvqByqf5ggEr6VvQn79iGaR
Kd7GqhXMM9yUWGOaHGdHxyr9bBeVbu3SbHRFCF1xflkdq1Vf6SbMi/Jx6tUwGyeEAW2y2IFoqEST
aNa48ytUxxRfzYwBdFApgP9COKZw7Dldd/KWnG3Gxa+yQELUoXiJnXrOg6bxOvIxZKW7uOxRzK0s
7jLELXcA1CyTgrKAlnss3+hmsJMuhu5oaoXqbdtpXg6NN6vT7vvL8bcUp3c1+obyvXT0jfj0fyZK
3b3Wq4qzf/+n/j9UoTKp/MMqsqpc38hQ76tUvH795b+6p+dfwjLtnsRr/6Mo9fuv/65KtezfkOQj
0KI0ucKPDDSHv6tSUZ5iaI2InuSJViCeh/8Sper2bwBMmM3GDxEDDVxO/yVK1fXfUKMyYrEKOgEy
YB3wN0Sp75YhjonDKIYSLj15Jmne+5DYXsmovJ7pAZ9lpA3pVQfsTz6yrlqF1z+o9r4fxaQFbrG8
ozB8bxrlYbTESir1gHcouu168yyiQnAGieXbD3fhT+Snf3qgdTYBi1YLBfD6/R81tpHN/jENeiAF
ZWnUPvblwHzsZ9Velg/MOP7kUEjaKVMxG4CRvfVOSlosaVlH9mwGkgU+VEq19tE5oF/qmK3567N6
qzh31svHoYAl4giwCtzfHcooChorymQGRettzXK5k3aBUXYGM2+hyEHhqmIf0dPPf33YP3k2WD8d
zSH6MbHCeSfl7aiMWUWpcIZJxghG5OGEE0Xj7yvMG0n7j4rhd9vv95NbVbnG+pg7pvpuI8x1w16t
MMDmKAkSQwbAvygcl9ZVaZ6pyKJf/vqs3s0ofb+avIQ88hbCbsq57+bSCJ5qbZAOE4VinHzNEuVB
ySwtRheF7DAQhcL0hU32sh3wRv0ml/JLqtbVtqm05v6Dz7JewncvBp8FZwSsm1zu8bvP0qdk6loS
m0E5js2G0T3wwellVNpBHOHHaCyM2dRRf259z6DZaIa0tr/EmYwDRQWo+tcf508e6R8/jf5uVIo6
GoAS9AqBBdYiWCAuU5FSj6SU+A7+9aH+5Nlicg4XdOoj3Hzn3YkLMxcynrr17WF+YmpzNEe9/vdf
UfxO8PHn6ULc/95StnBmDeoU9SePN/XILAx0NlTY+5z4+4On+E8v3Q+HWs/3h4XHjATNvcw0AtWh
vYB01qOl0ZyLuM/D/8WVY7lZ3Xhs27bWKPqHI+F5uph0QimqTX1Hkqe2J2kMHw05/3w+IPS4M/pq
FsO29e4o1HQEkiO3Jp831ENVLvOBzk15iIah/9tPHd40DuAbByNF9sj1o/xwQgm3CRKn0wT1YHZ3
My2y4+KW+kPcR90H9m0/P3Uu+yVxKWOba8T/7i6Joc7azqNqMUun2SU1ij/clP/e2N+6wHBr2O70
dWvQ2fvfnhA15LZ0Vv0G2b774CotJdJMdRDwFp79wXO33oe3C8jbY707oxk1vGrUGsxNWHqvdm9k
Z/1ie75q99QiSbeeM/1DntvPl5HCCfIdRjyx5IVF9vYE2Wm8Ke/snkrVWPo644zHSvX6D27WzxsD
Dk6YkBI10PtX39sHYJ5EsX1c65iaou2NvnH2mCCbcEZLTk1TrA+c7P7kUpIDasaalBGVvd/QrWJy
ErSQQ0B7Sa831VLjs+pMzWnyqvnYZjYqhoga41+/zj+/aMwrsbt+DwM5y3dPv1NDFfDKZAhyohnf
ZhboWDC4FLgoVD84wT+5oLjvEEcQtKyTSO+eFWpwCL+nkRNUh/GyRm19S4mXjgX2tVv8vdyPZhn/
ZKvFLolU/vsy4tnuuzehj3OqxS21wpxMaKP3AuKHbqP2oudlONi/tjr1+7qznpr/R92ZLceNZFv2
V/oDGmmAY34NADFxFkWR0gtMo2Oe56+/C8rbVmIwmnEzn7ofqqzKlCkEAIcP5+y9NgkcuYelrXtw
tbF+iN3auURweruNYsfMvMmUBlmUX/V62NIsSu0864h2zPTQ2ZBqrhWB1nW0iqiO1x9axJCUbSYL
tnmSaIlx4VWfGWDMywCCUbIAsj4Ft2M2EtoYcf2e+vJWL5TKzygm+VmLwSRxo0ONT+CfTq4wBX4T
ALGTwtk/RcaN8I+Xrmt7X2hFErRrBGtaOujXy+Ln+wP57cvmUo6zotvZpL4dyVWnS8dq894fC63J
/NwWIaK/0D1QeNcRPNSjsZtLfF8L2irbg0Ngo8sx+qONWiv23/81bz6r3yxmZCcMdUbfaWDXWGRL
1wsF60zemBtbsesPZqZFH2uzvMQEffNZcSk2rutpjNWSAf96WC1UKUMF/7VfkesSNHECi0OR0xNy
rmkr5955ef/W3sy+XG8FJ1O9W5nvp14tS4EQRouW8BOQfN/TadG2Lk2nw/tXOTHysYpxGfZnLGQa
gApckK9vKxnCMF7Mkduq0vBKo7WG4CEtKRcqsdCOs9HQTp/wgSSTHuE+kElgp1N8pEzZAXhMZb0m
tRjXi9PFwfu/7dwTgLpMLhpHVs6vJ9OKJTJQmYXOhwyQ+zhgFtwuBAZe2D2uW9BXSyueSagVjB7O
kxy+TvyacR8qMsPd4c9pXGFEGZb0Ol5SGfpV3YudTuT0TcuU6gt84XsTtqpyYRCf/QVs8oA+MHcK
9WTCkqIUdlr0DOKwjKsAARjb8nlUOxslRoQ+omwn9OptsxVF5wZzhZ3gwvxx4lv8PQwoWvznN5wc
zxAZp1oZDq0vo1QEGsZNvya4yRtLYV712ao8yCIULNKZ7Ccgb+59SyMncKh/+WJptD3OleRCttGb
iZQ3Q4oNixnUXz7vk8NDk+G0nux1aCZafUfBTRD6N6eHnnP6r0VxJsbool3Yjpx4JNcnQbEGojg1
m3VNO90St0YIhndaBr9Uq+eivhtc95mYpQ0dCTQU+vVi9r6jj8diMQ6p+GJaQ9CPUOFb9knjdOER
nP01OoIfZnUoqxylTj5PXlohe2SGpAN+NuW9opBiUQzUjcvkWheZHxrjUW/3TRsdWvcFcw5+W3Iu
+gZBcf/wTz9I/P3kzLONX22kpwQrq8MP3zXx6LO0S19iJfRUI68vrJ8nSLC/38DfEFToNWsx5PU9
W706KbLMRh/H1rPR3BZld+OEik8wCRI9xWPIHHQLjUE0XyXLdijSg27/GFr0K7wIkxZuLv9ZisLv
38Q0LGheUOHj+HIy+0euBluzwUVsNnp/nY6tuG0rrb5fDDZxSrI0dzZa+W/vP++3S46+AvjhRDIC
6JecTE0zPqHesVAiwEhLruZfaRsYU5UHbC4uxdO9nWvhk1L2JxDbWssm65//cTqrM70UErklB1vc
il1jpr5m0dZ8/4beznSQNlg8id2iFMJ58PVVNCMKi9rhKcaUw/1IFMlRLjB7s7kyccpSl9+HoFbA
f7j9fNuJajm8/wPeTikYvHRmWf6LndLpmS0f0dA7S7r4Jk2+B8LN+wBfRvGYMpb3BCI41wuJFhcg
J283KVyUui/f7+rSN07OUbKyTKSA8UJidB969FrlVWiXqwIrExfu79xrBCOkr+5uiyPbyXRRJdW6
715mH+tY+AOlWfyp6PXP//QhGshe4egDRSY5Wj+5HyssRINjY/btUFN+LUuYbBFUGL5NPzKQQ27B
cDHFpdjlt0+Rq64YbYqwOtnLJytUNfYItLGx+KPaN4+1ZlaBUkb697RpLlWt3n53XIpBCtNnLTKf
UntpwzaTFiWzj2g1O1itgRtH0WJ2BG2G0iqeCQ9+/5G+fW/r/ksjdHktz7PFfP1hjNxX2asdkAJH
U/fkEipYYQbzwud3/iqUyOhbWDQkT6+iSpy3aHsp/KWTj8+49mBIpdt/cS8cESjAAB6zT+OPgfnE
4xS3s59p7IxpcFm4+OR0YaSfeUeMb+ZiEm04ap1mz6W9OlC7dTiGiEkcSESwDrkS1h8MI0IeCMv7
wrM7M/wI4xDOOjfyEZ8Ovyntkzw2uR5sAuWoJwqdRhzthb3Jp+nSzufczTFjUI9DZLjWmF4PB/i5
YMdbtAcYZyM/idRdospfyDbuKa79s+zhdWlbY8b4D3y6lXR28jlrGKetmoUdJVTtciLvDK+L6n7/
/qj4XVV+vc8mCgiwA0sZnxZ5Wa/vaTFW25BNWaKubHk9NBWOKd1G7evFhRY+6KlpJcGIddvyB7dZ
Cva+xCXu6sJmV6rPODiR8uooFjpYXvjWRtF19MwHjDh44qfi46gU1c/GRKVGAm8+236+lKntv38b
Z4YBfR6Dpv76uOxTKlZJLzmSWPD8xJA/8zCmvR7rnzvm892/uNAaT+mwXDLZngwBpW8aXat0RIN9
XXyox0J6IzXh63DpL0zn524JSKDKuk9n0Drt/yjOqjkI0XQxJVb3emnqgWIr1eNUTRcZtutLPhkE
iD/YPK5oFvAoJ0cdpYmSCHsQWMsZm3wU6e1NP3XdywxEKDBdUmDsEOnQBvugci2IaNjPtlFdGIrn
bpgeLVofh0LG76brn3udfqZcMouGHb6h1TspOMLguel3DFvzwqXe7jcYJVQNmKk4WhId+HrQz11V
miirB7/OiJo1CBn+oJcpbHun6aNDI3KUQtjx/lky9e9PGhwK8xRVETAqpxtHs+CbH/As+QaVuUOs
W/2+cYFdwBsItRs9raL790frmZWF50lxkyMKmpfTLYG2tChNcOD6kUsyiOPOaDSFlVz4+M5MiwYb
cGq3qsrKcjpTdZkRzsNocP5IKtVPRrxNdQrfYVHj5g4M10Waz5nharBaAp7kPEKA0DqS/tgV91Ma
ItvoJh/mD5ZFyDzbhZjk7ZAk5ce5zpSvuT4mig/cbnyIG9f9hs4YZdb7D/fcbdNk4BiMhGiFRL7+
FTPnHODmyuiPyzr/TVN9VVjKtHfzUbvHITp+f/96514mK53KiRvCGivK6+vhYkTZBjTBV6MmRFRd
rSg3U27/xVWwFNFNo74FTOr1VUbFdRZiaifq/lW4z9qkPFYuSp73r3LmA2R/AGNvHX9rkev1VabY
NKas5F4o8yyHuYrz60w2iSeXMNyNmUAAp1XGt/cvemaCWXtcFhQylwd4GtZYExA1lC7J5XmXPje9
IzxVreFYu9h037/S2Vf1x5VOVomWGm8CWIGHOBSNX8xJdhMBt7pQhTh/P2D1oSSinjvN6eo7C0m9
3Ux+6ThwK2Sv5pu4W4ZNIdwkvTDaz20UIPmjtoAoyLH3dD2SsrQyXc4MP6vTgiZNi4NCkxKDnBH1
1xMUoTu9cIYrYoKEV1qltemSCc4OCdu03vrqPhO5SktnNjaLU+bbaERoOw+y9DNS7fnRNY3/xRH9
4V+8i3WYAYAjZey0XDlYRaGOopp8y8ait7TYi6xGigv70LNvHBkPtTHqUFQ+Xw/oJA17cKNMSdiL
tO1MkQrHpFr9izcOyBEdHe+bEXzy2aSa2taazr2kQ6kGPWW+T6qAGxNNlfnpnz+2Py91MttAsWFl
MVvm2BHLpzZHPVyFab7w2M60LWi/kd4AbIz2IfW9189t1IxZTWSHnX6mmiYNqAwbpWjH4yBz53ls
XO046U7zMlVq9iRSU7nGeBhfGfnsWBfmpPO/hf4JMGMWzTdnF+wIuqsYGFlmoWUM3AkHhRo9T5qN
8Ngqfg2rU6CHbRl3mNqtKZbb2YkvPJFzA4kNLPHMBKGCdz0dSH0YqdMy4RBx62pvDloHoKHNL3wU
56YOg0M7Enku5pwebI0qtUdjGkfiTRx8Ng3Xo71UBaXAvPz+QDohev/e9VDJ/8+11nX0j9Xargh0
t0vebttI+2rJZfqQcky4dXoLJJgIre4Yt9IOkjktvilOh2cdpPWLoLr8FSm5dmm3e+4Jr6RKkxYO
P+t0IktTyui0yuDTzHq3GUNj9vMqlReWgLUIeLKlplaNlBrk5apzWlfAP+666UdnMMcIeBCVp35D
DFxqbEZ6k+LBUNO84DSVVdfq3FJW08OkvJQGdO4uTUR4KHyoU4LdfH19evrSXqQ5+oiW82MNb8ur
0rz5cOHlrsPxzW2uOEe6NQA2zZOXi10s7TuHsgU8suhrJkxU//bSKx8JkzavhsUKvyVVWj+BIY2+
Vwhbag8mm6NtsYIqz6NojXrT9tKNL8yUv9OiTn8Yr5eG88ovRuL1+v5n5PzspNiUajCffui1qMDz
azhKjp2FhQ+YwFx/WolkmbciQ2+HVs0Orm79Ukc73yexaz1EnSM/pMjYfs60u0CGqsOFSfbcNgih
KSWftQzpnO6c67RWp3SAMDUKVd/nUoWQgSnsfnGcfG+VJlptIzc/vv/O1lfy5snwza9AzJWNfTIy
pexjkeZMuXOZxUEctfe9UiZeb5mfIahfuMNzw5CiINtkFCMsW6fjA+TnpM5ML+gdxFGvHdAzidlf
eNtnr0LpeE2CZ1Vc+bJ/fmyDlpo2nPHR1ydA0V2R3y/d0Dy+/9zOfdEc0JDCIJgCN3AyomJjztjQ
0N7KbL39FHaudps7S3sslKb7AmXBDZIQE4irjtqF2zv3xjhnrIh9l/P5ae+L/jIGBSRuvi6huURx
Ex2xNcJCyK10jRBQ8/Tp/Xs9+0BtGq8ME9QSpx2BGqbXgFx5onfmur6pp4avAITcvn+Vc6sQqw8i
QZopjPCTwRFHjXDGWJv8MMy1W72d3COdRIyaHaaj9y917uXRXEBOt+5gQRC/HiFZY1gK7NbZx048
3qYIgp5Cm/w+4HvKmoVIWq8Sjy+FCPV/8SgRu9pr3RVF+alAoVLtlm2pwqlDn+JPcYm9CwupcSFO
/NwLYymjdsNBgDj60zJellh4lXTm4TYq/dwdc0zGBGf+m2WFBs0qGTRXzfrJK6tYuAur4hSwuOAn
3dGdd/hwa//9t3VuXsSEAvj593H3FD9fS/BTjTFNvgnq7qaPwywKxl6jtKu6DQ6TGVtwCPbvgkRL
O1dYgNqxCjtsJpNT0UFVUFVY0wr8sTfUERCTWj63tlXeMTlamBSngW5uVe+WMhnuRjeCaLPUX96/
97Pb0HVNoGbDme5NapqxaG2pTXwVxVLH7Iry6TBYavU1acN4B0XH+KGKRf/MIa/1pqyFaiaTzryX
oHcvbN3ODao/f8nJGSApLKvC7ckZwKr6K/idYpu4TX1B6XHmKnz+DFsKKWy9To+xZtXBvzJLdv8L
iIfNIHUSvSdoXhfe7pnrsKVmSqNhwH70VOm6uDmb0K4DkNjr2mFKymGnR+mFi5wZuQ6KnXXjDiIH
jdDreaZQi7ox9UjDnqjgpB2s+XueQwBqUJfRT5XwYQRqnd37Y2atJ5ws6QgxSM2kS8VceqptS0RU
FzLKNGRekXjoUzvasvBPXioKAZNnbo4LOdEQDqLZW9KqUv/5QIHxYqo8VWvdWp/MPk3URCmkQR4t
CRv3Oce0oND75f79uzyzXKx+D8oPCE0hqp9sXDg+LjJzFsRsrTNf1QbYtSWtlUdVv5gycGasYHBE
4IJBh93j6XQaj0k1hrGj+Xgy881kW4Bqyij037+hMyovoJpr7RRBy286/evRYqUQHzo3FqSRp5gR
0ygSu8EQXUBWdIj7HtbbTu/HHH6n3WI3cSZt54aW8UnEypUTdgGAk5rAdNl+f/+XndlxvPphp4+6
gZbfEGDky9pGHejij3821Wik0Ap/r7/G6Q/v5P1rnn3mLLzkR6Djo/z4+mGMxYDzm90dGCXEKzPx
Jr49Y7B+/ypEh7z5WCAKrwx41Lhrz+hkK6Da/egqrewRrgCi3tvzUr8suthAnPisz8BrMiiROxPX
oeEVUx19hBZZpn6rYSvfRX1Y3EqFBpfXlaGu7JsFs+XHPm4Uecf0U9xMJFcTVdcMhrUZaumoxzp3
I/jJzuRYBwkuvdrGDTQk6DkyrrZlWrtfwqnC+5g3oLWwk87mVRpG07xfln6myNC1QsLui4C68Rvm
aTNCzIn5x5U53eUhCkCelDQbD5gYchsVTqXha0K2aLJazdpMjdO6AegkKK9aYWSgVecQELZZLU+E
X0OClMXC9SendumBDMYoA5zsYQcfc67Ab2IJKuiIpCAktbHsgA2MNtVNFVCh3Mx9mAsfz3v5uWmW
XuwLE8D6ttUognpRlZh20AyIwzataCtnlwELgcxjlKtrKhp1azeMib1LbMXNjvRfWmCHCIRxeJa0
D69aYkulj95MSuA5lfUYTtixcPR34LoBLuOILSk0pl7Zxmb6pEv8xE+p0y4PwhznhtIjwFDwkapS
byPS4ecN+0ConXEs4mdBRQJnuT7UNyWczRfTbHX8nXYDiBGbyopxA9CRjZH+WBDnkuLHmGvlCLpZ
A2/Q9su+QpcG6FXO7ryhse7Ynin1ZLjKRC9tMCZwHFozNjof2BAFe9nRot5lvUUVMg9D+zqx7MYF
6LsI8ErxpD4LmSfzpgP2exvLOUo2bsTsfqAQleie3YlWeNYUZfV1jQVOANJpm9wPMbpeuXqIHhSg
wAK3qLdL1dPCwa73g6NW/Z2wC+VTWA3DSzOnPSFuM83HTWLzIuFP9sMPqzK7Dw1zacQuKxf3+H81
n5VkCVpnyK9TmCj35CbPAqJzo1rbdEjGj+jMMBQnRjMe7dLBp4SAB8STJsuuc/mG84koTNjst2rX
uspeRuHYvYAkhB+QzALMCAvyAC6+y/LEzwZV/zUVhgJzTtVJTCfy4FcZU6naYBBLxi00AcaxWmTz
B6anzA2WYsmfYe5nyqaQlHQ8aqPRlySpnIMex/nPsm3i+1GbhuQulLbxnBIv16FiQkS3Idk6Un3a
/WHDOMrRm4M6hUM8yjYDzGXPLfxIc46fi0FtUhQZY1jeTwIKie/0NJm8xY2bHyZJDHAIM8hbkMyr
4QvwkLHa152Tg+kn7uA5UrJx2OGIC4VHp0q/S6PJNWmoQpyOdMtSgi5zF0ioxsynOhR53gdG6lZq
YDd2Jj2hLO5dKjPFgdfND4kpYIJo51Vm5BrM2o8GUMdt4erDN9moCqDq0YxBRAGbf44xwkiQq9VC
CH2UxKk/4VBoAlp5mnNwYc6rfgxcTGwLF/Ke1wIov8e63knc3UhfvCHExAKMeCoUAPhZcXCN2DAg
WhRAMBrCDOg7WIIhk001TngBc7R96BVBmx/UWW/4QGMLUKqOOSQ3llBG04uXxgV7pERECCju0MhN
3epR43OCKV7ESKAPzvC8THaz2/DNCjUCny/aIUz3DezWFbMfQ/+lsYIXKi7CDtWYq4PumxzzUYmg
vm+xzDc5UgQLyOESpSgj876ti01IT5hMc0Qy+FgaTXnQzDIdd5PVzHLtP1jLER5coSUkWI9uY27A
1K64I2VSwGt9Q2pYTMqDqoyQZzadSk5F9gS7B6Q59x8K+hn/u6hxi2JCMPwB/tUtp3n30WSC+miK
RqHoV7stNA8rOyZ1Rj8drLbf1LZ4miMt4U/ctnmy4UozmLJSKS5sE9/IidfoJDzNq86I88UbHZpE
nTsUk4tr35KPPKkc/VQIMBmQN+n1MH1E0dS+HqY/WKZAuycK3GsU5RvXYPap+vbvs/E/8rf/z8zr
d9XP4rFrfv7siFT6/8DBjs7vj33JGwf7VT9+jbs/Peu//4W/PeuG8xf1VLKPKFSsbhk2MH9b1g3r
Lzp9q19zVdvR1KcE9d85Srr6FzpGvFpo7jkzIub8j2Xd+Yte+RqlhGOMGpLh/BPLOruxk/2TRemc
5gT1KBRxa4DZ633anELPA8tN7jXU/GIj6akyUaBjMRpA7LFOeAjEporkSROspdf0FjFtSqXWNYHn
jap5+KDi3CskKUCewy4K+XAchUdB7g/R3SuFyZMyjcKDCTuR+L5Ek+FNn1pp7Yu2aIs915i+NzKZ
dU8JVSX2mrTXdJJPhulYqhEdULhh7n3WtuYHJ3aqEdARchLPNaqBvICe1i+LdWZVm6piJVBUklAQ
PQ2VvtEIlT90Vjwx31WNegOcDuxS0eKXb7BEM4cYIpJsP4z4Phf2UhxGcpUiL0xalCswthxKTExK
4Nfn+E5dutulS51bsleQDrrSwmTmNkbykIRz/FlOiimhvMzjsFewmkwbk7+W5SH8RN9CLTxz4X8W
XWiY3lDnxvxhCSfrfubQoz9CM5L9D2CPihlkssjsY1SswFlHK0e5zazGagMy9DAMzCWpI6kdAiF0
IuJO2b/O7DPZ4QooQyqk09t+iBaia2VeegMUgX2x4FzapX2kRw9F5PbTRgXDx24n7sL7rqn1Phj1
vDvqki3vPtFLfHp1XRjfLDmD+DG0TvwqJOiqzHaT+wzxUeXlPGU/ZvJ7DAEHX7dNMgDImaD3+fHQ
jLA7HL3YUm6ovkcp2Ff4KLbxYkrBwTkkHIiDc3Vr6vNXA+acT7yVkWx0VGeeaRzDrMme7TTj0JSZ
JQYyoiY2Uu1VM+gTiNgowrLOQ4cQ08qc7lhxUcP2zOMDdSTOzp5rjyWKtbSN3V1CPteFGscb8Twm
SrhWGiVI2hHUw09KKQZdGIYIUhgohfGWWuMKb0F1vSFKDbURa8gAt7vkFdW6QcoGcBNg4UVh7c1R
r64KTkYPlV2uvfMqugGIVzzN65MTczRdOJX+ls/8WU34/VttZHSY5Nb628lp3uhmIsQ4kPpSrTlm
JITspPdh3DpEfuhJOm0S1xppaU1q1pC21H6ZlkWdrvRKpG6g1+3gp01WrBtkY+FQQRPsl4VW4RfR
USwiilvsFTc1HkWEpZlgnEZrPBvlzhXCc8svouKXlTg3OhvT25IPcVtEeVVuxrYHdC4c96c7m8lD
VS3dl3xwrXojhmLON2VIw9yDeBN+yk1F+TkDTHqoDSe7zS0Il5uw1qt+o7b8FV7WRFAaSR+Ruz6n
/7Jhj0bb8Y8J/f7v5/UnWeG3muv0MVLN4my/SutQt7+eJxNtsqHJCzSJaWx+KPNmeOlr6ykFl7qf
ZdYdTFWmXgGCMIC6lmzZjdlfM7Vv721l1A7WEHdPoRYpfpoN85UTKdHWhtG4nRUxXHrlb6b03xIS
9IxrbQXX/uufqqAdsSyiOYh7UMNDogiknaqWBe8/kfVvOXkgdBI4VqwFDyyg68H8j5aoOxRQ3YBl
+Esj+ueIdx5QZ1m2SKzFzi2seosYm6MZH2x56WWsBYs316b8j5CSEhVptCfXdhu2kTNOTDmZ1qFI
G2evJY3rd8tcfXSUgfZDLkjwitt8SzZdF/RlObDFL7d5uSyBmro/w1wq1wbBxoGKLeg4pUZ6weT0
uyn5+lcifARMSdkbEwRbtNe/Ep4i4a4W5sLMSVi0CE7xe4z4j1Xfs0Lh3Ey81pmgGC4zlJXMCoFx
D/ri1Xb64soWRm5sGS/s/jgH1kK5bUjBDDSOb3srdub9BFF2JwuhPWhRGMm/i4D/aDP37jbtf8Ys
+n8RR7ROkf/3VEyKOdD9vv6v7de2/HNLh4ud//t1jcAUf1Hlo+fOlgnN4uoc+z97OsIxkTAgzkRQ
zIacmhRLw39v6jSTcEzdJU6TydjhX+KP2r/DMd2/aA5QwYJlR9uYSEP7H23qaP6efCCrqIgZksV9
HX0Yyl4PvYwgL62vhcc6mHlaN9QLX4Sr/yTGjpp81pKLTsgbuFcgCvmQis+FTLb1EDGXW6on8gng
d01eQcTex7WTEMwdkiHXUXo2Ui66D2rPG5mlQSPmNanNjfdVtjBvEz65Af5J6BBaQ68wnpqmO84j
LLJMRHGQOZQw+ta1rso2eYyUZTcS71r5oQzvYhZqr3OtrdrAj6OkdVMpog4crRrvqGKR4usq7ONW
ujzvkOpGSdWtmsOHeZ6fw2IAVmkTD2KT5BaOW4sMoWcX/hL4x+J61iLLz9O12rxY4oU6S7SrFiIf
RG0ANmz1yQutmjQMtX3Kh8S8GztilzIdDZ5t5b9yNj5BWI/tvWolyy9Tib8Ih4qmWAGNbZkmBxHr
LQ1cLbxL3N64IgwgfQDYoh3ySG+8wm2Hp9iGPc+medKOJigYkhXxRn4wZA4VTpoPFQfbubK+uIQL
/ZgSUhZh9005WiqtUh/mqRikX2OcvHbEVGlc1Vhu6m7Rb1z2lmUwysTayjx0ftWRZq6q7z4NzM52
mo1b5fJz6VB23OiTaO9JDbKfszrUHRA4y3xPol9+q/NVUCvKqxlzn60fWtMZ4YwuU3ETN/Yvt8ti
YxPyCIdAdOMMfdK1d0QMWNBZ286N4p0lbUkYXAJS2utxxyeeXoyWp6/pUv4ocxcRkOFM39oW26/S
1updBRQSH8SQCe1jrYISHhr7AdWtEeSLFoOizIB4bpQEDGTH7ppnV6fXJSWHoEzW2BsQ9/lxEpmF
f5S3QW2gQi8QL3ch22Ik1DlsTWD8txndgY1S5/NxkfYneyxEeowF1fhSM/ZDCTDXWcJ5y1z6BQOu
X1pQjDuQ1c8E3Ul/KWGBJlQSK9Xc1YtJuIjAbe+Gy93cWNFxJoZS8o/o8qFSjRnmfHEbjsY16dbX
CdkOA7lfSTe/2HVyIxGnSie+Knrh+ITrkhYkg3XX4sVy2oAx2Eckb0cJZxmKj0vUmM1mMOsb207v
9MHeZTkB2mnoT3n7kXqURxMn201wKFeC3i0nMa+zDp3+YSgfa7PZVQOCavE91RcSE2eep/qCg7j9
0Kf9HUykzWTUO6ajfkuCzEYNxRWddUDJ4Y3UCYsCUE/UHtEviQhQYQwBUp99HCcIiVWS76gtIGJ2
rxzqR1ABs+2QTVcZQXmcg2l8pKbm9dOseaOlHxKEKcfBMJd7M+K60brvVKBPBzVBP498Ntdacj9L
AY/1S5w6T9RmADaZu1WRV/fuQc+XjcvxjOSPO+FAB0ttb26WK2RMfhT/MphVbNxkh1aPpyeCEK2N
luOmTuqdUQIDB08fgEh4IuY89tI2N5nn2i8hO/trHGgkd6fxrzLLSDSpyHRJbMfr1fqlqscfSuiG
Qc3XeBBGfzURLtdP2W1Rt18zUlw0ZVr2na59m4t0kjcZaYA++X39bk6KMHsoUzX0SVYkIFVdsHm7
9c5W55j8QFHddlPnlUkZy0NbLI2+TSrctwk906s2j2YFK3jSyCfpDjrIBXcr6xTHUAqqag7mNnvk
SP0TCP63YuZRaZGTPuTL6NFzDapwWILCApGb2L3yATJw+0Nfmg+qooYfwPRzopPsJlDplnoQZqDe
SR11hxuq4ZxAKqXZk5FlWzCXsoOUlfYJW3+7KfO2fFHKYvCEgWBdKRb3Q5EkENNSbflKRIB7Y+ic
hULRrYXtJWiqVoOHDlQcnSjVQvUxCklONmPnheonmcbobw6jO/QbKsUcx5P4GOkVaHPp9J5BX+U6
xAm9iSgMUwH22ir/qGXjfVYPfvSbAbl02TX2eYrBRcfcHz3ZM18GCXPPMLi3Rvo1LnXPjOSjHVPm
poL+k8DbvbTCY9GW7K3SndbFrCq6NV3JocbpmNbfMVXdOHDSKHW3XtgapZeW6QORFd9rpckI8upZ
fLR4n0+a4o22CCorDVwkDJtwIgd0WYwqcOxkCqhQQ12O1oPTXDibTLdypkIxerhzyaVYqu+hpqbb
rCuOk+omP4Yxc3ZmWfxwm/I4UsPb2pwnctPwKnigXqFGCJLyWxI57uqa0nzSzLbHHjxIgcqGdeVX
Kapr45M2fVqWzy1nM9jCm4in3RRwhxl0rV0+u8N4ndEQ2HRGEnT9tDeVzzGVST21yTQQyzNs7F2i
fLaadt/X441tTB+lMgLybAB7MkpQURBkbNq7Xi0emmzYGoSiLtLicxCWZ9jDveyqO132V/FanYF0
/M0GukxQQHsjFvXQt81hLAzi3rIbt0a2U0cvoaEch6E/pgzikvAfSbxPAXepX/tyEOa/hE10a+XV
wZgX6N03CxkS8awchaJ/VKj+Qw1Qbm23+LkMj3VLt1yjvLwh4k1uhtn4Bds/0BNzF4qvBqdOJ1E0
6h/SCyfzkULby9z+yu1sP+TyxqJQ4TYFM7Ga3JYZwIU19E048X3SGxvRR/d0PA3PiTJnY84qn7nY
DHbbbR0nuomIfEP7GeTZ91qND7IyA1pkhOZUXj/Dv++McetOX2LH8XRe+ybiAB0gTr6hObyrc0U5
OGp7yJw1yTPZJCSJqEm2idrnaJJX+gzeOdo5udxO6LYVNM2bRB2royogpMZy+EAxej8s08MQDSTf
ucQZhO4PPlo/avVdmIGVUG1iis1aJz1jVOgQVQegJ1seGJkapTdn0aHMZ5ZCZ1c0MzBWBXPAR1Np
vsKA3dHp8hemDanGNR9gc4uZjaJO90FQnLf1jCDE+kDYFPlBrhcaUGtrPSaaW/OoPd84LYkbS5Z/
TtufTmbdEsbwIgiB7Ot5T277lt6lv0QjoQxFSdgT5P/kIG1Qwdmi5uQxNu6uyXReL0Ral1qGSfyK
qIxrfDXXs+rC0NfkQ2/3TyV5xX4+fl5g5+RWVu71IbevplZJuFF3Pnb5D14lTAmeSZn7U5/f8GlR
oCH4KyU1qg2JeR7S26ZWwVaRFmINOQWNfkwCnZSpyq5JmyXfrY3EB0luNG+i/VCz0Ri64R7ookd8
oW9G46FZIhX1YOuLsd1pk+mvRZZRbx8nXZg++O2CbyKv/LaooV8b07BfWuPF5Vj9cSgMEsnM1r1y
FYafNai/I4rMj7Mev2jlR3eZbrtKf1wtKTgxt73SPUROfWUJcW0DGYebwI7TcH2jaY8dITmWrB+M
RlA9HfaTiL+MqnPf9flWca/FqPjRou4EiTs9z56M9Ot8dD7imx22i9r9WCf0bW7krAdIbDLsg5Cl
nupCEGmQbta96TatbHejsmq7URg0dGNI6/Ptodva87ORRBuQmNm2iM1+1zoAuYheqeP90EcRqQ6x
FsymyVCvHHABeUDS0HfZfCNYL96xVacUi1o5yEX/qdDzz9rsfBE0Z46mnQWQJJgCSL34L/bOY7dy
pE3TtzLoPQv0BpjpBY+38nZDSCll0JsI+qufh1mFv6uq7b8dDFCbSkkH0jnBiC9eK8z0hYAB+hDc
A5IkPjeQK4LS6UUugxXWM06OhIxfy4s+WmoQuj6/WhU9ljxIHrVz+L02kTVsaRyitelC59LVFtco
eS8JQ/HtG7jSXU/guqOaN9WbnMz2CgXyChScftp8SyAXd544HMS8yfRq41R+WM9wbI0ut1VBvUlk
ZiF7zAdtw7t0nDZ+wgfiaI/eMB9KejlqN9lx/9yPWFGFScrTPICw1uauLLVoR5n1Kk7tDYW87iar
vGhHnmDY2NG917ynhT+tSr/0trN9b/mFtXEayMUh87cke4QQf6s+cYxDqpMB5nlnLnjbCMoxWWhj
P8+em75dE525T8bg6kyNv9Lyz8BQK9v4UJ59O9nepyF+5Lo77lx6iwiZPnbGC0kWHw4JzV1pPSYy
i7fF7HFq04CeUn3KYInApaLY9T2OjOjNFw0HaenT9REO5rSbJRfJxIRrbaR8kKMXPcekWS3/JqYL
ydvOltIeZgi3pcm0ExyYqsxCWi3JhBXOzDbhniw7+6Su9XVgf6ZXLjJCwqtZkmTFKAHxOVmfxegl
6zFpHkDvtvSTzcdgUC/I3O8H+I2XVM++0uUsjbKzRuedaQw7OSd3zkSzoFkn16jTvxQSAcgCizw5
SvTwOqeR/KJCg9ivIgxG/2K65jW37Y3KSakOFOikrlc7Tv5ND8QkOEopzeC6Zxpadin7hnz+QAb7
STkm0ymlmMmmz9MuQHgAfHrlpqsRtxJYh27InIe8NdU28Mv4taXGCWUyhZZ5OeerxDbV2c0Z69ta
m98p1YDt7ntts0jmLj3B83vytapqZZh1Tw58NLjbNsfxSyAWsS+E7usELngk7yKqn+2fPS0Nfeil
JYJaorZvUKBQT+3Mvs8DhfN/DgXSfkQPhoyTtdFFNKuohOIKWrVp7Gl2ZaZ1VbAHb+/8ddRmwnlG
y+zKFXSxkDuNNswL7dW0aY0BzXklxM5IwJdg4J7623ogaiCc2HJXqHKSa5CQTcjk2x5a2RHLq/qS
uLU8No6+KWexanMR02M3Z0kb1niM17xZRk+TlieqTQ/8AcTBYPEC6RvAn9NCxHiSa+6e3kEqrAGU
h3GVzwprXRSUI4WQwp6mdZzTNE01cX0YsGeR8EGdhZsmtX31mjo3wxFl7mFWWuyHitL6/SQ9Msi7
PCD1m5NAWUCijGTVXKx0YrxQgRU2vYTlWHnXqFXaKnEDFBE5X9yjXOrDXsblpRMzfzwOsPoOCCmf
/M2gyCC68UlmdLcyU/P8CJmUZOuJHk9ukEEQUxhjJIei4bq2trVoem5Kkjq2rs2zRAvbMnaKKSQs
s1YnMescYJ5HmjzkSOBpxg+fY1k/tF4FZhtWniMza5/Omd7QCmU0Rn3ReqtEA4hrfRgPURmU+Tkd
Rn1k2jUoKtJTSjm5X3ujJ69UKTXDIZ89d3xIO8LhvrnAxd43LRpsP4Mq7SP1Zu74WiTzcG5bOi5R
LhQdMxicIoKmZE87lGvcIwOUEfRbZ5xgAAJ2pmSki7xs0zzaOe3SPj/YOUBFw27CflaX/iUlA6cO
yU3qnHVPTMQQVvwTI0EgCoGaxeWzcOdUXVzV5yIMMm2Wq57Q909c+LZYEffVdkdEEQ7tFvMUHRbJ
J3nBzdg7u4JyYz+kKSo1QpBt76ZGmEAaaWBo9y5BJd9UfHSfJKqYd5Mxqu+qZULJg8xZt7KOd2M5
qWOt99VbbRhlAiVF/cJhoJILJWcQUW9JRYK5KR3EyrvSnBvq19L62KeRgFSMonjtNzOCBHcUcgt9
Yh5KWgpWThMnr0meqlM/5tNdp0ikQuKMHCJmGyCIdY64P2TC+G5dQgOpDwge6tbx75vEry5m2zl3
Op5s7m7lYBylqju5cQsneGmH1LkjEYlSoaZLswH+Tck2dBuFWq2Y0unoFkW9fPpDCiCSOMEt9yeH
wo00PShDFKT3L7yWE2WevR1hnV/o6m5/6tJnrQ+RPq0SymofSlDzmxKZ3bbJJpMWXMF9wTgnOtI6
5WXMEIVRFwd3prRpqTa0KDGlfnuJEApeiV+vjykFWA9RK5lH7EEFQFk9aJvDMH4tEjN4Vd3E6V0k
URqsp2gUH2WZx7u+4G6cKmX8yLwcq37bG8VzmlHb7NO1TUdNHVfX2TLktyHKG9ZRDilZpz+pczJY
qMPcVzs6ZThieJ/dresnVz3XAUlL9heGdlF39xRuGENoKWG/ESqHHol6RNc/t7XvvhhjzTQjPBVO
tdUbQD9oWFYzItGa5QX5FDbOOIP5oaV7AnNF4IaIpt8bAcqarLIZku0biwoKlHCWvat1K/JCq+vy
bUdj3x4Yzjo4o3BupeFHXNas6mDN77G8HyDYVxE+mDPI5+R544OHAfLY8BQeCQ23tolHWVzYiYrx
mRieb7rzGHFGBCVHM5fillgg+4F+bS4INvoms0zUIw1fXHyBoNVWdM54ycko5Npa3880Vl0Np4l4
uCy6IXvuV7zf7Z3FDsPYQXvnMD5aGQiBCcSwz4MGmrmttJWIHRW6EkiSzwIaMrMM8Bdf9tvcSqNV
YxWs7qGk4s+JQFTbK7FwFz3nOHXSHY9VTv5T9tpMzoNE8j9UO20MTmMhvhBK7lRuI5FRK0/lhyKY
9l1gM1REi58v2uiEfpwpYY4o0krpxbUrpEfInRBcATgb5Btf6OCLjhD8DpefzPpyi1Z7gZuOC5qi
BveZjnYmfGPTm7dR0yavriJPzG/oNZ+L+FJMo/VzYHBIaQHS+1MDwfqaV9P0ndtW/mbYLcT3RMzB
GMuNLKNs4CmaPLnvY5+GG6LU4YuwNpbjjvVZxNgIAvM198r0C948vsmy2fphz25DD4inJQRI2vmT
jgDlzaUWHj+ObpFukirtQ6BR6taeNh5i/H6PxkycKRKuoL+ZTDHfDV4bAbvrrfuZSjs7mgljLN+0
65xB3+uj7X7VRu6dYyYkYzOYWf8hWxt4YmgbTON5sfcbR98ls+Zx5/LmXanpofZL0wU+1EUnqnHm
MG8xlvfxGL9OsqDzOy7MVaB3JcKCG+h+QprqxEVeIUQYiSSg1sTaKjbTRp9pdcmZ1lLCbVe02bao
DJpLP9AclRJ8hoSF6K88oJ3dEjTn5QYaFbGUonWB+zzM42YsLYhuLf5qPScN7Uqd2jHJNsRxt3vC
zWkRmx17PWremSoX1LRO8FBoistsq/q9mjiDDEEWIYCoR5IfvVfRE0E26Y6MzfRcGYVOaWS7FLhN
862nqrcxkd8p2ZYpuRLCbJBG2mV57IDiV2Y/VuvMEMe+LZ61XNtYMNsfHnzgpo5Tbet2jAUNNB8q
lEPtpwAxg/tEoE17lX3k3XRlCtKiFXILprWZupaRjpDsFQCvvEED+tAPoqZaeoZzV170Sd3cCTJi
PTjtvNMr7a2pQTCrkbJl2sS3Qd0joIUdajuLorX+K3UGLheBua9LhQav7e8i4TahXS5tlLRnbzq/
fxlFJnmOnSugTfrM+JntKqfvN2zvO4QGGbXRyHWIdr33rXQNL7QVeVxt+z6oNrZRTfvK6p0D4RLG
IQDs3U+l7N8mMy8YrSVgBT6529x5dfxqp2hpEUC7m2m53FANfkeHC0SvSE/dZFEhOY/IUP2MZjdd
Eu05FpmAcfeZf23zxpIuMHFihEbGs1T5kuOtXLsAdf7ww59pxMKMteV6XR/wZ/ThBG44eJlxn8ft
ptW9YmNSzr7RjGYDG/M++UiemgydkdO1LzR7hXoTNNtoMOHS6Di91XzJ8mAOW7Wam2HYIF8B/epB
je0+t8EeU9x/FEuzYrJ8vEIptOx1bkoveZefC5nVDxR8X4JAGYdOKx6VMZ1NMX6No4dlsDn51MVR
9/Yc/IL6hvaBCZ72nqrI72qo9y8BcGemsbyq3tfeEYx6Ny5aEDAK2e3Zd7uNk+f5yS/KlOGDP2bo
qvnONbPPtvMaquFFGMMurhePSOirjFpGJa6FjJ9sQHw9rajyBurX6u6AvG1FGsMdFOG+8CmGi9N8
1fsjp9PA+GUV+4yEfdK2bkqn3dRj+tr2s3c3Nd3KkhPtSKpxPqqx9+9xX1MjH7HTMS3p+SloqQwP
R9N+HLkJrPK8V5thtlGq0iNhWeCYBSzLrm/z9jx41tEExEPANlxVpLrnIMjiG3jzrWO2yb1RzkBu
rT+uunokyKKn7zMO/I+mgVZcNdVkXoaBQLUVAtWDXtkAYgYlFvo7rgJjXxpIrpLABAgcdoMlDLQO
1mPHVrImC1weu7JoP8d08hhGs5pFUd5biVjp5Xz2DfdeU8YnhZm7nC0RseCKT/Rotchsg4eshLUR
yRC2g3kgAfkkMvtglsznQfWOSw9lbH+iHr5lECfT0cbBsFEzcGJd50DrbOxBjmhe1foPq6eAKeev
SdPmC2/tfS2zU2UlNzmq3InOsRCI391xW5r2bqzH297MnyfAxz42raeuCI4dQF6Z0UHXFb9gQR4E
RPrqeZxS9TIW2iZrYF38WNUrScTT1ohn5+TJ5i0V8cmuUsgCGG5kDBReb72xERvO5WSl68Orp7wX
VVQPXGfzJ/6cIlTO0KwQeA/UhGY2iPEo6jVJdmfLOQ5xfUoBkBCq68m2m5ybNPkyafhFxaTAZZqp
33pluRq5EL4lvTl+Sjk6NyTjtV+JGDp3Q+/TuB6JTgZJT5ogQmDoQVBXGiBpiNM/uCO9Ectd5o/B
s+AKop1gyLUba/LLt0pQFK8vmFvOb+nyTcvz5Ne61FbMbVJtaCxo1nWh5cXaLKeWEabMVQebYuwc
dNts5qq/IcHGXyPz0i+G6xKKKT0IKTvX5x+IzU0wOLf4ZhgV8IgUmC81wWxguSHESdAbDE0WfesI
mhVzUNJWw85kMCPf0k3f8BJNwyWyrQlwU6VSg0AcjVVetX8Ee/xTYpD/N5W9i3LiP9eCrOKPrz9r
QJbv/kMCYv2GkmOJz3GWrBNziYj5XdZrWL8hviDsjw481IHLj/whADH5irOES5GmyPWWiPd/CEC8
3/AXktnHvwVLaKTv/jMCEH70r/oPnMmOg6mXFyV7ZMkn+6v+o5rdzma251nOcMJQnxoVQNIafqMD
Za94ADKzYCrLyefIHq2giu+SaGZE8oM4/kWzr+Ixm4PHwBD0Ubuuqt0tGNhEPfNSHHyqyrS5RzAL
5eiKFBYhtRsnCvN51lrA3KzACqUkEaZPsUFC/wqJpIEgVvRpYq1FLRwaetrcnTJIaWp4Tk4qB6UO
zpAB96ewlWypLvceOxFIdFfkurFX1PYAo+VX5W2c1HJXFvrSXmnrWG0sK94NGqmNpuAO1dnltEZg
XMACUwV4HRHr61fb8YxooJnQ1M+IDLJXLnMB51LeGu6rz+3wA+pqXmsjJxMneWneMtVRFz/JoJLX
2nN4dvPoqQObppWqiDypKJ6fHZIvLF4Cd402WfcEds/y2mRFpb1K6Ub4MEQg7tOiVMwb/KI1G3XZ
dk1+1mkVdUC4RcFdWMZ+DEXL5LfgkUZZf42Jk343DdHodNBCTozrXi9t8SDioHXu4WXs8q0WspqQ
uMVIMa1x+DJ037BmFJvVZ9x408+WAsaGYZtxzoGRRSlB7oG+V1ENLu9aUZGwczjdhRFgTm9ICB9V
qCnTvGmIBdT2APAa0ZiiNKYnv9KH79Q0wKjyyAVigqcbKOVdLnCPDQ7HIwY2b60T5bPX7T65Q3Wc
7YcJIM5pJ2xuVOyOGxQVsfUwMayTqcROWIzbJPEE0Eheo7iyV0YhiwBqcFHYMuwWgWKcLk1FN3mM
3AO3moghFDjSgqGjDIaaXbir1kStFJJNIMEwg7kOKADWNaud27VXRjXvryjoweocmw7okaudf2rF
gLGXRJ1xOgi0VGpTc4nTTl1CJ/dujFz/1oxIFznOY5rGRzeqmyhsyCvq1yruKJXEHtZxrZUZGnNV
Dc6zO4CuJRoOa5gZKIMWDVhYkMTZb/Tarc9TUcRXrSjUtnVsaIoukMW1I4ULvDyaAUdjzaNwNrem
B7qpU1QuzrQElVT9nYjr6QZ3mbM2s2nUrr5quruhKg1GXGWW2boQuXg2NK3cm3FFJ0hc8khs1FRo
O7vvahswVOYPRAiApcYkjx6oPbXvRtOrPwRmq7eIpQVS69HXu1I5AoBw0ufZAWhHXg5zV1n1wbHK
Av40yWJOGisoIRFUlmnnlFblF1jW+HGcGvvqZ7zTsqcWV7UH8sNU0Ty1EGjJ+BWbYxqB0UfcF70C
gqSlqJXxhueyafsf7Ao2WnRceQ2M0phaRFci8SoAlIsyHJBt5khL4Wd9Y2fpzBfeJjZgXd5RaKvB
PMXK1tuHQKW9AT4cxEjZaqGliBGiUc5VccgCRRHsz1oONP5STpxFXsyNpOiSgRrrEgmGA5hMQ225
KYN2QNww5uj/ilPkdw3ZTb7bjLhZmeFbeytLCYobjtZgb+tgKAOQKo50J5xbPXtE4cWvifCZ2WF4
LqLYx99g+9LDouDUcc4FuVRUg4WitgVSp56sCq5oZR8/VciJqzqkY3aIP2yUoOUzCGXpvs25XWWP
PiPQuO2MrpKXgJJjeXEjnF4bJl0JK1wNXdndynjsBkQCKf6NNhuKdSmNAd20dNyPrnEARvWs8fZF
kNg7ykbMsKr04j3mww2dAKnVwLu/jp28Plp9rj34U0l3apwXQJGM21t3ZF+YTGchZXihy+w08uiT
rnMfl6TWT0QF0d5hSaz/FBlruwC5AFevQb1Z1mCuMJwEEkwABT26h2KbAN75oY5ZazcWQf4cT453
I1rYgFCv9GBj0pq2tlo8mEXs2YcSMIQQh3pYDdLM9hHMzG6qhX/Q6wHSvwEkf++nDjXgQAV4gTMA
6YIq9hLJyxnupdLCsZmnx0w68cjozI2kSBddV1/kQ2iSdbwzSYOXIfpgSgItme4SMzaenKy4hxMF
LxdFd6w7/ScqG+PRqy0uo6lvx8gkpHUI4rp8phrWLU4T7/UusrzP1sga+R4LduJjl/Z98xXllqou
NapHY5Ol5PCGxPQxZZt9nCI64bB9SwrXr0gpK6lfxoxZ2NFllLktvrJEpR8UTZjaK0LvTJwlBm4I
vzTVojUPiLm2BpYMFIXp9St6mgd/ZScKW5031bsEg9gE3OiWVwbSUV/bpW2gvPe9ctomdpT0oaEL
/4LBWJVrA4djiHau3THZc9+VYAyjCFJUi0Ex3bbObM8bq+z0YD0Sxxcc3CbPEcXMk29tNS6jQG6x
gyKhb3a5VfvvTocMkwIb6op0ns67QjXeOUoz976Vs+esFK2sMrTscvzMNWs4J0SpfgwjxbQrop6y
baRhY97MzpTBpZMhTCRC3H4QqsFnvy9jjpkwnRMK2VXsxPE1ysTgbScyQ33QiGQ6WblrnosaVxR4
LVTC5GlUd8+2mHZqLiUPfdx2XXH7a3D8/yP0v3g4UjG4/Vdz9CMsotTO36r9/vM4/Y+f/H2mJq/6
N1JScAX4v7vlmI//mKlN+7eFkCCOwiaOg5TffwzVmv+bRcIAATYmcdeM10vG6R+yag1dNd+LuYGs
oEV77dv/zFj9e3z2vyn6XR8Ofsk3xFixSLidvycrpwOQmj3r9UnXGTFXwpyC7YRPF7CwrlHwdcEq
qZHr16kPnujZ8jBXMn4BWqbbZO5UsMVSpr+OQxR/DXarHoPMjH72GP9tdMZxujHqErCZ44Hw7ZaM
gNs2ldExYbJoALRMeaBPer5whnUERQUqvq0AWPc2UcQ/3EUe1mm0nxe2nW3g4vOt2cnV0KLchp+W
d46Vjyt9TH7IoUPFhR9Pe4Rnrj6cgd8iqmJ62Yc60CpgdtjMMHEF/zJRXiQ3xWTNN8M0u18JNqPv
X7+LirwsCqXlxP5GH3Ik3rE+300cGsCyDICV12iPjRr1A+l4Ga/qd5aNMK7j1JMFUaEOfQ0XDw7y
PMNI9PyFffylc7LFYdVX/CGVI14tFHbgcpW/pgUaUY7WKCZa0nQuaQ+avbKhb7YpeSjkP6BwLhGi
wT9I9yxUWzy2hVm/kUcTvS0hPLTPd9o0rnD8lg7jXT1ffBtMP0gNExZG4EErnLLbUIKg4+3iQ/Sn
JAjduhqpa+8KxLhl2bwYtBQBk5rRIyMIZVWDnugwwQLMzOi7dIsJLbt3+oHaXLPo7WfOFUCMDEQz
ROnZMfgyZ7/Uhe+8Q3J4e1XzScdjrx4NI9JeUK+JvTfT5Zn1otxEZG4d9KCIjp4azZXZuY/AyzOl
OIP9lUypgxMd9fnN6Dpb4s6CN0ylaIGHeN5OnT3ceKWPWq2bMX81fnFr06z15UN5HQx9MN9w0WW3
QCTR29BlVhe6zNJ0buJV4dY5nUTU7RzDQAvEZnqFr/cvc9lXr6No9dcmjqenRBTuLe3giMd9vgUY
NHvu5zrlGqlraCEHBDdgsZtqMLSNtsD8peb7Ozuf5KFJYZInsNFNMMr+aSzLG+hPWqL6HjlPNVof
cQ+Tm2NDQGGlrHmvFM8DrgVkgk2mk00AUPiGCZOzJNemi1MbgsSaTrzPdCTvBom4F26t3pJOkG3a
WWYXBu7sYuUyucuNOTpOqERDet2SHa19Yt2SjrZu3M45CTrudqpQnIMBA6+elpgHcl6vH7zywY2q
ejuZnX4bd568jU1o+SLJaZGx5WuAHwJnfDBdLHMqfuboC65uO+H0w2D2FbkJMVvZ2K9Umur7JEuy
S05aJtkbls3ckMAKz5qbb4e8hbQTueSyjMWta9aFLqt9LNR4BbBE2UGGVbzKBrSJoKKoZKooy8LW
N6OLEsq7dpmdrtkch0vixv1RGw3/2Ppd9hBFdnUy0V1VYU3+9qMem9WrmLz4Ie6IHGqLQZ2kK7LT
hAbgWBVZ/VTJCDViSuLDsZNzd6gTT7tklq4u5BN0z73IjXMzIgMIlbTn24r5/7ab8+5cY6u9b7Le
2Oe4fvcY+eJDEenGFirURMDeuB8O1MvRjUX0ZE21sQJyyNZlXQz7P505/4GH71e/zt+2b44qkv6X
IDxYYk6RP1vWmO4VsVdGdrINkT9jz/SdVeDMkLyM982uNaKTi3duRXass+dy1b/W5M/tvKntXonC
GHaJ1va7CB3IS2Y313rQgUA113woUi991dGSnCwg621a0qkzOk1JBU0dFSuyqoL/xvxvu3/1wOEs
I/MGlIem5yWSVLf/ZvEhIbkrequuT93YTy9+abNrJm45/sS/2b3Hy3soFdeVEF8Z7+7yPsM58/Qt
7328fAq1VO4+QUq6RxZU3pt5351t2MfbbEz125Fj6QJHDFAwNYa+C4STqLBZPnZz8roDyEd7tCea
bMN6WSDzslTUsmi6Zfkky0KKlyVlLIurWZYZZWCsOG1ZfN2yDMXEgmQD647KaIcLyGa6bpeFWyex
dpl0uHOtTfYqab1bwY2kXidsL1+QxWzMZs2GWAlzDeaprx2XfAum1IvL7WsTEXS2XorVFP5HVW5l
JQ4OMlyeaJEmh0XHETShBxfGvk96zrp081Osv2cJXVcfGm5qwbmCxi69Ty0iVhAK1D8d9Nzju+A0
dVtsLnOyQisY35fyoxyf8JlsxuJgVjfp+BmgR7HQGNo8XnZYTq8Gcl8EXmvRnhI02PBrkBscqjWo
x7lMk42vjR8jSh+xCHfktvUe3UFu2uTG0UMsxZydXf8ZZ8Anq9RJDhmB2/m6NE/cGO7FZ416j1t1
9moRAVxs+/lNy1+mLrT126zkRuutk2IbBWh+9tOnx5IZkpsu2PrTZSIaOUkLAKIKT22ytXiPcyvA
1oVF9aXVq3WPywRAgIQZa+UviiKHZNXErrkT6OZTWfbXosfkOTjHvrFO7F2on7yVKDP0crD7nIMx
fg81HmPXWARbgJYHbk0LWJ5BnLQDnHLtx+2LBcKyKTveE+JMzlpfQGFok7ZjODEYB8qBmyneb9PT
QoZ1WKh522YBhRoTyE9Ujq+B05+7fF4rZi04I/KEWOh+Yl+C2NimTrF1Em3V2m+uhaclMa2f8zC8
Ykv/kU/6mqnnyyQDZo2mvBjrTSfLpyap92OjToOEVGtR5dedg7IzejW6/VhWiP4ku12i3xCnCzNk
Og/Il/aeSQ5l8TCL7VziT/mcO4O70HDU8IHlbroy0J11Bpf9eOYODDAxnZ15KI8DV0xsCuYkNzMl
OOzlyBq5Vu89nzDUMEqtDaiJuup+dCu7Noz86apX4y4V4pzOwWemJppdSLLpJm0/kNG+Sj38CaL0
HqAUSH35TDFLebge+Vjs1eR/Wt6jLtdmUe9861wNFC78qCzU5wG1MDVPfTpsyvRimuGM18qLYpS6
8BCFuCkVWiB7lXlyXRTrAY7Mr3e59jIjJSuprAKsQGlwV1dbVpleJwdTvgUWpPy7U9ovTutsCXrA
13VV+pvQwwbSvgBk8aIHICaaLtMwM9eFOiYo91qvazmR+/6m41bY2EA6GtAjliIkQ9ZbPN2iDTdf
iGlZid470DuwXcT3SHK7ibOQXDD6+8q0JMTnZQ42I3isqbVha9z4Y7rpaAXx5JcnDnZ+sZ4m4xaW
J0TxniB9TL98ezd/15KTtsEQVhNncVbm2jRJv58vdXPlCXQUooHgPchOZnLT08lrDQ8Skwjj5t5M
7wkOOluoUjp0bqnVoKQyw9jsYc4uWbzcYtcMIra5PFYwoYncWmSYeUBg48FqK8wFqIPMLVK/rWT6
nBu1oa6vzgGzi53e/Wznii8CpFXvS0bCLMWavIhwkIQn+Ra/r9r47R3Bn+ueZSI0QqzQJPoNLpsr
g/rGTPLPWDw68jYQ9PwZQNZxaON104qfGDpXMdE2Ce7GvNy0S9nxnD1bcl45kPvkahp5fEd40iZp
js2XcFug2RO5CxCd+zK44nqq8scFuSjqvQSlNZDoomV50ZuHoCAuLAEwYyTX+v2AutRCbjG+GQph
h6MdJt3fY77dGGI/wIvaw08be43XbmtI0bLZmPFHk77r0PKVs/mvx4RfWS1/spf/Olq559ke0UGe
i82Xu+2f5wTHiGthGVV+GquIhQQ3kZMACe5GvFJjOCQ7lNOCz7XljbQn2Pva0/t3upkD5pmRm4dV
XFqw/GPdEg7Ek5wDaxDBkT1HyySg/RoKpmU+QF80Hzyzzbe6ctOTXkw8d+T63Li5Ud2QjS/3balQ
Tw5LHHLnpUxX6bQjQZjtLcj7U53JaZ2J9I49+rkuEtbIMhVjRJBDi6grODUdlt94Ok76fZ2fEpUc
/CTiCoI/zsq+veqzIije2mR981RBT1YecRwdhwQ6i/FcxpnOcxXRGIh4Bavu3iqmbU/vXF7HG0/N
7a5wSwGJ3c3DVc9ksZ3rR4wWoRhvBIErRXdxq407vfvWayrvtMHHEQuwRtQU/eHkqF3a4l5MxYnL
7Tdm/MB6zk2x17O0AibtkLuTB5WGZvzYVSBLp2zwruS8ATih7yWbAiAetSPJfVo+H9wggs8un1o+
Ha9Fjd9ORz+6m1v1NSccxxpq9o8ibg+VE92V3hM3nnjlGhtzhjPqcUIXcl+AY3VNe5p978FQlCSS
N9fHaNLSxwrvRz9H75S1nKzx3mh+uvMzyWKrLKB8BBUJ4Vv/XRbn4hf/61okJBNUgywrUuh0Ig7/
uhZn3ZHUJjb9iXA3RgdAMKfOz4R1vTMLzZcMXHE3l5QbDErUnPieTYsp7jFg5ez3XIl/CsJCxsx/
f49s+p9lAfzlu3bf1fWj+FZ/f6nlt/lRYStNRNyqf/31ZfFdLZlLf/mfTdkmLdLWbzndf6sub//1
f/OTf3zn//SL/+v716s8TvX3//mXH1VHARavJnh+/wxT/SJ3/3OS+L5TKvn4dz/wO6alGW7wm77I
7Dxi2FwCoMiq+APUCn4jEZntxfG8JYR5aUD8gyn2jd+AwDBuU3RC0oC/DPd/YFq28ZvhE5qqLwyv
QRy++c9AWr+yl//tSkRwGOkZvBSMNMiAAc311+UVWVWsT2kwp7ibbbHtSh3VnehS2b2OdosogxjP
Omu3CDJneasDfrv3ke+n6T4gcIPDd1G0ZmFsEVbFKGChitvjYuDoQhPuV2sMdPpdRk/PcywSZL0S
W+sEr0eIyqaK/y9n57kbt5Ku6ysqgLFI/u2olmRblpPkP4TlZTHnzKs/D+WDs91knya0MZiZhTHG
1cVKX3gD7dHPBshw9yCyRPj5Rk1Tu0So0xR00CDkDIUPkD6cguGi0JpHc2wVbeNoQnmwKdX+dpRa
DA+5cMJbTGHwmm8rGgZQM1DOIGMpOjxqjMYkYtNrQKshkPCd0lHl20Q90Bmzc2kpRwHpMbjyutQ3
KYg6Qu7A8qtDiATlo/DgWfAT2pw7WmtVeVLUkEbMQVYDnyoWTkGcW4PPJeC+/hBN6eh8bZD/BV1A
gXMSCTtfm0KkrcY349IXmQf0b+jKsmJBcucuidRyzeZdpVA6G4/CJig7FdgArKq5trkbeBVbDmYo
HJ4QhJXWekjHIC5ndC+KlkAyp0xS8MSn2RD/HkGlfW3zrnoauootMARV3618gXMlZHanSWWXOwtc
BP8g504AFYQewttURWIgBD0BzyFDXTcbBYWDUO/GoxV2PiFO7FRypxWwLPZpggrBys+YuSUZ6Nwo
yKRRmVZxpZwO7PlKSJlSPotdHmcqUbHcZYGbaZ+iNKI4GOE1qxwMF19MWihweu98ENguZRk2CmGg
0IAORbk2/tK9tnK+s+ltAxRY3yLzDKioycf/1Boc96NR653/pXPhINAK7asc52et7sz3SfNOs+Go
m28aJFiagMU6n40S2rDrapqQyKba2c8R05dkL309fp+V3DQQm/dNWZ5MgwrGPI5KdZf94cKO9K2+
lkR6AJs+0POPMJWEYQ3g0ExIVN53bCb/AXB/Fqs1OfTOPXcSdCvyVPrulJKBHvajfDjoMnN3ZeiU
KyWlc2VlZohhHUGiaqgaGKCF+rAHBCjWopjSiyvjHhE9nYL+DY3LlsJGUZvaHZ3vvndWNuR57Ydh
kQ5hRzqcD8Qnmeb5CtZua0Na9CRIaG+UoPSr6CFxw6LZpI5bfVeHEoxBInNerf/3rj38vXr+FcGa
X0jTsFLST6ETgvXh3Gtk1JIOUoVBFmgADiigVnb9hwb2DQh6NTN+Xx9tEnH69/rD5csyVRO0FMPy
4s2qdVYdae04onJBNTTCW7HMraPb6PpRgO5+qNjZCK7oI7Fxv+YvgU/2YnBT09H7Ui3EF2kczQZ3
3Qhh0kJn/1SoOYPgjRyjSh/BNI3Rr9i0DYRNpcfvPtrmaNXsMkDQMeV/EZMsR7miAocyqpqixxYv
Sjk8oJLbph+GVq8kkNAmBmPTC9nxUEYakscbpxkB33ZZ1WdHlwVOPmd0I+sDsqfDGyirK4bHHHrR
CGVBCvl5dNtgfNWDIje7G9KHiDoItWllpHDRivYPem+j960zutZGv2SwoWEDoNKMj0GqqMXn1Elk
TwsLJ7hw22EGZ91FigXkmUyls10EVyEnfKy8zEj2vd0XJQIpY6CNDdWLNNB+hCKrZYuErJfARm1C
y4m/YYun0z7tvRHDg9zyjXIDmKsfn9BoDOKd15qUo4wo96RBwEz/yT7lMYBOwDiK7gNpt0EiS4iV
xg1/B1Z+B1+Qg7XbiJHDlzj1axcEtFHGuwjtI66OSpHCzj4iP2aH8IUUCchgl/dmP4mBtcCrUAYW
IgJsY2noAMSopPb6Q6LCKjNeU12mXXlT5AmA2V2mw1aDiyUMOEzbRncHA6WMoR3SEwqXwv7jiMRp
vmllF+ESL03c8jZ95ls5LNQ817YB0IcChBfaQogmqZ2o/hDbWCCQwGeFfxwnjlOqQC5RySZFmkS7
F32ag6YPvBGXDyyF+m4fGXVIDR9KU5PBnAeW9sNAZQjYmkQJ8pbmT+LcdB6QcaSp87o9+WkrxEcJ
RJT3R6SOX33x02BIH4he8tcE6Qzn0StF59Mnz/FMeaoMywPThRYMksO0IQaAqVDBtMchpXgOoQwX
4ANKFYPNxpUBEpQ1FX65C1LT678NednfeI7lRgdYlwO/S41ii65nMpUAfSstvwZKojr7ieFuC+Ij
Curjiw2PuSfGZMkQmI7tzIiOHelVWt9XBdAKeczTQI3zndNhUQHHyDOpmom60regQsa7Ttqtfuyr
JIqBCvOuwN20UO+wPSoZwrQK1JlRtf2Kfl/SfB/9FEk1oAqQe0+9DluTrWurYM3g/ceUZCtFCUaq
hGanFz+0ujGU26z1WplsWgT5x2wzYu0OxQEgoQa0o+lqKbGzE6gxlfpghCe9b3OKiXkupQf5LVK0
B1tClfY2GHmOxgspKuRMFpcaj+GqCDMnXhnBV4/g0GyVjmL2z16Dk30wi6xoPuZalqf3QCZUKtgA
VoKtGugCey14q8B0IM61/f2QWSoSEJ2leh9U0/aC71YceFHzoQ2T3AYV3/kT9JfNYfT0Z5TatV+g
brnVNxfcREAdrwzjfuAx7mrS57SvafA5zqgFD9Ko8q65TSwszU9tZEW6d7B70iXtE9VvlKo3SkKf
9jPelGgp7GJqrBACR1c14ueh67T6B2h26pWQflTle2I1SnNnUbfuT6LUaxfhVb9+xKLOMH7DpbTi
tQfx/Lomh3pD26J3pk7Gg7xR5w+im5rI2duudSgG2C9ZGlUncOYFSvMF1RmkG1dijOV42pTRTU8/
2RnP4fl44eT20rR0/yO38wGdZNVNZtGctnUu6XHU10zlz9/CaX4aQTkiwQ6eIETms5BNuLJt6852
DnmU2Wg8yf7Q+2AEjNqt7u3GVtHnce2dkHr2N+n/mytfePNnWcHb0ERuxmS8hm4TgtPnU23g5ReU
O0nRGr/ybyOuin479LELCMIvfiiyHU4xUaa5zTGZ2Hph0iWHsAgxfIahod5eDwqmrtZ5UGAbYHre
tB/pY89zItXTRWB3ofvqD55+GzaqBucTcZvroyziK+gqJO18bCovkCLn20k0cNL7uHyNeHBBKldJ
Hu97VXdvu84S3r7ooTAe0K+hFH195HnGY1OLpZRoqG/eL4sQS1L4zTMIeK8FRw35W5hi0bHUlLA/
kKp37Yluce1u67IeSVPdoQbPHSrD0/Vfcb692c+MPsW0xECIBy6qAohqFnBF8YDZVL5LXnbM4R9D
105RUis/FKSJUHL0Qkdg//rA5x8e/Dt+TZwrtjrhtKpPkov/Vl4bI0gHqmnGTUolQd9Mthn10cb1
4UOjWWa3LyLhfpIaAJgv1wee/uL/2VfTLldIUByQ+5MGozK/QITmgZg3A4BitI9vkDgubpEqBj2W
EietrPGFsabKDjMlfTCBnZ9PMtZQ7QvJUw86Arj3HoHWpjfN6CGX6Ea9d1oaqEHYCOC7kWWeZ2Bx
o7QdhWZx6HzPgkyOruCdl4ki2CjwmleM7eaLxyXF+2rDYABchG/BdHb/UYQdtABIQep5R7go9iks
I2frGykUtLyBTm+noKGzUOgrN8KFUacck8uJ+ijWU/r5qJ5dEftS2z3EZlx/zjStO0k5NDutV7Qv
KI1FW1W0yOhd/7AzhgUbRoKHVKjfGToS/Pz3+bAIrhCFaE5wzCw4zcckbBGYUDRcGDeamsiDA7bR
9bbqmDXjPo5zerjVoFgdmkAlFrkrP2expaiN4EfHhmFbAXOf/vyfT4/jh+vlkqAKsUXRbfMGBe3v
bVOAvR+KoH7vJ5+uKOqFXBJAzhcZtu0NNhuhLI6Nnxg4cHQV8rNBlBRbe6LJG0OEiYkM7PJw/aOf
X0t88zfXRBv0HW8RcvqzWRptkfU+sHLYa73yJdS17lHBXTjbNk0jkClXZbxyH51fx28jYq1lSuR7
efBBEZ5/VyVSBez6rj56HW0CQGufUoG9Da2f/Ae7+gnab/qYIE557xHOfb4+3cWjT8hPeEERY1pV
kuDzwfvcUOJCuvVxyEg6o1ilXBRk1dfY0NBSSCv10Al6+z1iiisLPLOymubNS8/NQdGNghfVr/Oh
XS8Vno9B3rFFmuQY2JMuGsjs3+XY9qchMJLt2NVI8Ks5mq5t093ISMpjpJjOzgpsQTuopTfjanm1
siCLjc4O0mFH4s8zFePU2RbIUEqSYV0OR4E8B+CdJj+KavyFrsPa1bn4+gxiEAVAo8IYwZncGf49
UmZQJE1WjcMxDkptCwVFuR19GA0R7cnnWvjVfT8wvdDVUHy5vvCXJik1hyM9Dc5dej40wKQUDBVm
jFTViPHMFriIHnu/HL7tf9eHmumas9LEsAZPAx0AR6GINbvHDFEB6lM79ci1Uu2bWIU4U5cZ7Co7
OhWxrLaZ5uKqaxfwqDCoOSLsK7e2Uipf8nGQhzEufhiALLceidrWiVRAMRHalKmQa9fO+YpYnAWd
N5qmh0n1S+GFOf8sdZIUDGSHOzMwdfU2Fr2B7hGseS4Az40+WTlomATvigxY19ApK6syH5679a0U
RUXapCU09yCOOrtvaeSOhy6z2lMq8vQzfblfkeq3RyoIMXL1nYN/LIIE19fo/IWzWBUGtvgXARG1
2HlB00yqPsIlCkUXQ03/i8VE5/CtUum3iW7h/lcYsv0e0OX5dn3c8+t2GtekJUTpzUHFXLPk7BJQ
tSjDUGtQDk1ga0fK7mCtMrgRkPdZ6aqLT/+L8RiOg61TVp1f7/mgAwdwKaabrlXdWaPdfUD710CS
K3zx1V5ZuV4vTU/jmnMclfho0V4Rel7GjV0oSCZlDrR0gMworDaIoJCMU3aTrrHySl8ckcOGjTX+
Kcq8fprVuoOf1qgcOkPxoKQU2nGgbAhPuAV4DC1txafi/B75u4BEKbzVE2adHPn8wMSGaNFS0/ig
8CgBZwztY8f/smvlYP8vhkIIHVtc3iosgGdD2aZO/Ky542F00SRFLQgQHSw4ex+5vSve9Qj8nRcP
k8HTCAEXh4PzedVwvgbDDkB1db15X4E/v5dFCSKDat3j9T25/IQ8gKyYaoH7n/i050MlnZQjmkjK
QWsda+/4DmIaplt8iybSyvWhlsec0jo9Xwah7ryod9eOmeShigBFBN12bxr4bSHaY2/9jmxfMf1s
z/0Srdwtl+ZHixFRBQbHcGh2xhsJsgRvROUA0QjOHeY02dfe6HTc0wljq/31KS6vUNQ/MEPQqCMB
sJnf4JrTRDDvAw1gimiKTyoMgWETpLUd1uAhK73Y4bfl9igB1PbwFTWlHknh6z/hwlfmOuVqY74w
SeYZEUJwAh+dRj3g/VbtVDzttmke54eCB2ebhxaKMWMYv39pp04RtSmdt4vI+XwXWSifambHoIUE
IEkmY0E5pdgK1lvdF/pgQlIb1lxqLiwt8CWedQpU/I3zXJqP2xi22iPtFMqnFn/lgzqkxtZM7GrF
rvrSN8ULx2D70i/hjTqfHto4faOLTD8oOsG4lsbNiY4LMWIcjfj+OdVGF7m5Upi6NL2J0gM8gm7m
4sYBNm+G5ljpvE6Dv6tllmybYoxuqrhYQ4Qt72303GAWkWbS0CRjP59fAAWlEHJQocBDX/ADoX/s
LCijLizIx1jDG/D6Hr0wNR5eahEE4DYX9/zSkVmL+h/jaZmn7yAn9A+Gn/wXga+/uT7SeTltukmJ
AEGhgCehncg9MJtZkXdR1AzjIXeC+gn5JVBhSpyGKy/7chiuNap2dNIo0cLiOh/GGaukL1ETPFSK
j0I+rzzgRC3T9B/Xp7O8X94KKxxslfrR4nDbDt5+FcqvByW22RO66hxGysD/KZgO4X7YlntKWy22
18VagXa5RRiZmgd2UCZ1s7kjvW3UQeKNvXogL0EBzOjEAfXTV9oI/W2R4mVwfaIXh5vaolLR2JL2
dCL/yfdTEgfVoyV06PW0IOWyGg92C0rFeox1WIGea7Vy3OYj0smGlM5lwuVNQjx/c11RoJfsjSjd
CcfforX3h4rcbS9zd0MfuluZ3/wEMBozowE84V6ozc1OQKpiBgXxF+Me0SqngqDwCJXUjZFLxFbn
nWHZ22By4gdSzSfwnA1mkqtmPiKQ+xzxhaOWO8ouSpridmw9+HJ5JlcO3bTb/6fWOJWWmdxbjYwD
QYI5Ow12oNDfbY2ainJtnlIvB+bmxK65G5okvGO86oM7lu5Jq6T5xD8V77xepvEJLyZUoUW9dR5n
VxGxUxcKsLMehMCxRXAKO2MseuHfruyaxTqCwQBaRvqCGgp3zGyf9k6LYEKn56AT5fDchqBGH/Ki
qcJbGeTRX4rt/7dVcWkwrmgHQRYDAZT5ZaYDWtPVwCBOytMQyn6U7p2MFmntIMN+/fxdGAoLMI46
lBWKnfN6W485r1FItP5HSA0oPDoewlvCzVBZz/C1/fnu0XipLa40/BlJWGbva9RIFywYZ8+jp34g
TbK/YzMNVwaR4S/Xh5o/5VRVSPRN1oqyPiCw2VChBdSycC0I8W5dI4cuT+QWxl6ChAFQr4dbrNqy
lf04NzJVGBSuukm5hcqeoc6rbIGt06GOM7DtuZM+CJNtsvFlWd+MHQ1eN1LVuxIm+Bc6jPibUqsb
9mhUouXa1n36BXM6un1x5o8r98KFb4GEIvCzKVqkFbPYvFGNwAbNfLBN6SHtRxQeCiMb9h7J641M
yuBQIt4Qv3dY/jpJiqhMFXtwNrNh69Dw8JxOu73XIoze0sneGEjSbgFtjSelhseLFMXKA73Yz9OY
7GUSHaa8iHBc3HV6P8q6PfIw0Wugw9uoMLI6ZblSvXczT0MZ2lRRm8aa37Z62GQ+RszdHhim2MRJ
DJeqjZEcG/C4ub6ZL80KBNi0n9nRWG+dv5LBOBZjIWW375Fl+OglQbar8LH4bOnhmj/gYq8wK4c7
B0c6YEPYf50PpZt1oxe51++1QkMwzxyLjRmMGJY2OXAgW0+PQyec976SGp5hLJcyOcUq2qQn9W8U
ELhRr6ph0+OKiYsp8HR56mG+7TMlXmt4X5gf/RXK0KC/uGKd2VBaPtQpWo/9vkNX/T9apv2k05S6
W6zu66+ZofT4a6jJy7sX0EK7hSxmaizxr/MJaujTlVg7d/vAbF/1JlPvG1AllL2M4fP1keaRI/cO
I+FCA0AesOKcGgq7CVpiOnR7GxHu+9CahF/b3K22MtJr0FOu/yBQmdyKMlujpV7YpWdDT5HXP7Gc
kaTUuk2dsxcoHpJLglvGqZxdQlN95WqZwdoIPaZp0tSly0zZZFE+L0M7sHKoGvu6dtBWIU49obDq
P8RWjx4imUyL2HuA0W5GMD9upD04cLvd/pNSlRWK+0BfBsfNd+iTVOEGFSmEaOjXi5XfOc8X3n6m
ZfOMs/YcqNlpcknrHIP6316t61cVh/ivLY/wylO3iGj5FjoWT1NcovOoTlvin+8O7TeioMJ3r1or
us2pkBzs0tXv7dbX9yrOVStFgEXYN43HbLiO6JA6c9AmYKec265lvMLQDlVNsxndBbSzgeOw7Zrq
wP0B2bIDjI+N1ppd+KUTjCEhxoST17Q2D8UaY4zQ1QdiVsg+/qAWaotwmrT7D1ZWjjZOTXHzqTZr
vJqun6yL49rEgVCup+LgbC0xwrBs8Fpsb53NFep2DcM0btD3HcoHfCzlnhqbvhJiX9jok0Ov5Gqk
cUcOMbv62wrA4SjVdp8XRTwRUGX4h0Kk+RW6Ql+jXVsahwGI7H9t2LW7HDZKgbWWUfzJBsRhN4qf
ozTWunG9b1HMQGaOAsPOs3v71/Wvszz8eLVKnieuTPb5fKdXWZtQ6EQsV4M++5qPUa7uzVLN1C3g
I91diZCXW544C2bJX+7IAtehQulDWcRu960XtR04osHF8z4O4CtWTeiAX+K7ZStX64Up0p3WCcth
MjH8bCkmWL/Mgbzt4ca3sNZq5U/sgBxpXaG+f6hJU4Z6FwBlGhbTXvznSNcG3e5GCZt9lWPvNdL4
+qF4wKCx8QvDlcd3eUfZ7GlAKhYmc7Rpp2n/MxbYtsFGb3zAarGp/mitAVcsgqN1fX/M4FfTSaUN
CVSEf2tkNfM2JKFGXqbhOOynq2VXWbX/pJZKWJBzaNproVfw8VU9U90N4t3KH2+M+8+e1xW46UUU
j67/msVSEuToyCcAKaEeRrR4PueYGqeeESIcVLdCWAsU0k3mQ+UdyP7214dabFVCG5uEAOoLX3dR
MvIKb0TMojQPWdA22G+pxt5LwGIpQ4HP9hDhXfbuAUmKyR/pKpDbzTMfv4ua2ked7WBXZnpPscfE
th2qDZKY5gdEPkS/8sgt3gOSYuyIgCVM60s1/Pxjkk3hAoaD2KF3leyTFnjyUdEj/dXDDAoBHFhZ
/SaFcjTceo2jJMggiLUMZxH1TD/BAYtOk9+ZUszzn2CYUAziCAspL/WL55TO4kfMDBqkLGrUoJGB
8HZVg6FFGWrFysZebiW+JfneGwGOFssstLP8rjFciXwwfY6JamQ61Z6IpTl5UMudlc10aTDUPekY
cQ3pC3iomSMMx2OgHSAeirtoEFW3K+LKMp8yz1Xs9754fFU2EkgyYld4dbNTghpcjEpUrh3aXqQ7
pHnEI+v3mgxesDPh1t3EndqsnMwLm4m0TSefop2pLt67XneEaXQ1/i+aGewMbejvxsLOd5mq51/0
vIMV70Xxh3bi4MWKlv25fngWlyEbhfvGnGB7QM3mpRcvHHFPyGP1MMoouXUbyz2NTlivLOMMdMVl
SI0a0RM+LM0beqja+X6dKoZJmbbGQfSK+6Po0+5UIVj3VCWxJ3d14wpUpP0q9vfxaMLXR9C7/Ukp
2DJWfsmF+eJvS0oJXW4qNs0ODnxKs8ppWB36yeaoAAN2wlW5WMlfl3cgc3yTdwH0agF8OZ+uLHu7
TkmlD6gVvRoajB+UtVlZYNzJvWsDV3/3KoKBZO9SCrAI22ez0iPpteRAyFkq3W8ftNnOFPZaM2V5
Fh1KrEi5cd1QX5qXrivBiwEj2zgYyElsswLhQ1Kg6sbR6uh4fT6L72dOhGkQamz6ty7u+fer05LU
CvrgIegAUOMRhqupxCvtQa2yzygOtiuHcDE1xsPkQU4QbWryc8BEbWko1Yw1TYDed78hzuEjjmGk
SGlRf3BXFmtajLMqMoMRT5kUH3l2FyUbYSU4V4ShehjQHv8yOjXO1fEITFgf/VsSM7rjeN2vBD0X
BqWeSzpKlgxwYl6bShpRQi9ghkAu8/u8dZQ7iXkUvoAGhhdOhfaHGb4Ta8kxw2SdygOYP8ig5Oiz
C7UWOXryKVNVI5xoVE2UqFnq5Y7PghS8L5R9loz9plUNFEeUzLwtU3vtqZzNnIocHTKK5ipNMx1q
9vTn/4R7VS4UgVamfM6D4DXswGooBrC8La7q2g7xuvo7RiPa++L1v4PCZyTChAO8QB+06hAbStLI
57ZHJsdApgtf03HsHym3GxvbjDCNvn5kZu/I3xEJBTguKB0udpXjIT7b5qn5DLsan+10MlmmgmaN
mwj17I9gYoD96aFJ9pBbVrZV4MN8vP4TZkHJ208wp9onn5ljNF9t6mi1goy+fMZdND7WKJvdks1m
5MkoyyoRMiBJgD01Iq/pSgj4Fr/+c6behrZo9FJ2APW5qDs0+tDiru3Zz0GP/86HMAXr8oglnDl5
iphag3VMH2GngXzPdpCNre/bfPBRdulU/2Nm9hrSZmEnblo0t8bX0ks15JaVWqaTzLal9r+BVtTI
22DvpD6O+L/ZW0TErPsuCYF8XP+Ms8uPuRCi81hO7JRJ9m+2YYsya4SVxXzGXGvQVGnqEGaeEVeb
xomijxj4rfGKl3uHEadaHRVCg+rN9Of/HBF44jCdhGk+t51okFMU9VOPHPyh9pPkFp6selPpynCk
v8aFUZf++yBIbxOmTU+Rhcdl2UXAzaY2OqTJn53Wb464hNc7pNL7g+f34+H6t51nZdNY6nQPwBDl
iVkQRPzcgKTd5/IZZQJcnxqz6WkzvQlX0haqd63dxNsaKcsPWAilzk3NcdtrHaq8mzjIM+94/fcs
L6dpsYGU8VNI7+fVSxghRhsPqnwuCHg+wzAv6IEN8cHyczyprUA54r61di3PXru/34DqMyfUYtnn
bcTeFggn5DXa4VpjHSXy8C8oTmGdVbmZ8b6mwf8di6iKiJrbcH4nDMjoI3wTyWc108Lv3TBpSGgD
lnMZJjDXv+Xy+nlb2+nmmbC380e8cMxUoIknn2PZ1qD1DWuDDgI6qFF2CkwPi7IR61zN9IKV/Xt5
YEntk8YsGMjZgfX1ssV0yJTPoqP62wctitlOYm1goPSbvMHVsit/uaaarNy3M7A3Kwd5nb4ikKwJ
DMl/nJ9bs20C0/CL+KfRm1b+FbFSR93otqd+05VGQb/IDG0TBeVJ6LxIjMLasbciFQ5p3iV3hk+R
dtd2uZocq1bHJxmRRH0l7rhw4IgUeYJRLQAUsygHBFmdUXPu8ZPN65+uG0cHsw39Ce6gIX9En6yL
BLYq1Yhon9eDxUWi+hjmyEJc3x3LTc/9AtFiQidQA3Bm36oOlArj4tZ+plbu36p12z9URSt+DZ0p
3tlTYl3A/OpE/ux4EAOLTQ9VNZFITTxHaVxPfpjlyfVNbPwGRXwfVUDhFY2tlQBg+WyAO2IXEHRM
Ydd8F4Yj2q+jbIOfpaaLRyQtnecGnd8KLpbRUCht+v+uf9FLA2JSArQZ7hXVl9mrYScZ3CRDCX+2
lTn80FwNyw0Ib0cRqcNTUysv14d7Ywicv/GgShhpckehsDxPVfM4pANiWR56XXYuvyBuCnhdBSOg
3KFfHGxEHpp7EWv/VQTxd6WOXtRmsGr1mPu2u28lGudwcAMsF01cypEITatx5ZMsr/MJv0COBCqf
8vBi4Z0e1yG3sp/d0iCFNwm8wr6GP59H3W8jaexN6Yc8MNe/zIWtDfEQ5BRRNrDaebYpAM6N+iAZ
VR8xls0i7X50evNJESG9nutjLe869hbhHdIVdEJIBc+vHBHT4/f1MfyJbFa4LSiDH5OyilEPtLw7
6SvN46A2cAqiql+53pezpDoxZYUUKvRliJfXvlt1jR//HMcMarcaRmgVVqmPBVti+Cu3xYXNxmh8
SooiU99lnjWINLQa5HGin9nEvsD3paAqkRtpUjzAI0rrPaaX5rDzYtdT9zEUA+tX30b9p9woe3dj
aq7yqjSlbd0NeVtQao4dO/wa1RX79PqCLD6LzqGHY2xPUu5EUbN7LaAkCuu09l+AjmGpmjVILEA3
GNy9DRDk6/XBFqtPHwpVI641FoIQelbXwOu4NLvQ8V8SDeftVkbx0U4S8yj4PJs2E/q3Ugb3etWu
QWIXd80UsfHCTnBR1n5+sPy0j5ME0ZFfWNHgCIvR3F3b5v3nPC76X6GMrJUjdXm86Riz2aliz+62
GpvbzOgj7ZdbJTizxA7i3n0aI3PaRJOTthKvELcuDUi3i3sN3C+VgVkMYblxFwRub/walNz+BVlL
PqRxhuZVFaQ7vTXStQ2ucVDPblMuKZ3MFM0dOqhQps4P8qjSoW9MTfy2k7JBGKnD+HSjaH5wKl0n
SO/0Ei37l1gdLEQd/TSvs8egknX9JdWHwjvA6Mu4WtNIC9d6Xcbsl02tEz479yfVOOrss1/WxEg+
uFbvvOD9aY131oDchaC8YK+0dYn7ZyMR+uL0RsoDFZRuxTx+qhTEueo+wb8miX2BEBXC/ERsVVwF
1rbrU9t07+2a6pYn7Hj8ZJQAcTf8KUmkCE3f+Zh7WkKNCE7prlfNpPtY5w1iCinVkOqmTK0uPfXw
8cCZpX2q3JKJq+bNSOUzuCkHVWkPYPgT8VS7Ta9vgybX471NM+O3TkyCyFNekwV0rRqkj1GcVNLf
CkPQedjLHBJngWS+HX6z0dEYnhy/tp4Bsyh0iI0ArVzwJUh9Ga3X7EMswP1tlQxIhtY1IuU5nd0f
1Gb8apJa8yhNIB7iPxRaSUmkznX+r1tTIelxd3aFzMsp8yjYPFph2Dzi3Oz2NyJ1ky/AnfwBIy1p
BBgUWhTNRNTnd4NWa18RGavVn0MySeVmUZSEn9o27O+k5Q2IpFMOjvcy6mTyrTJ6RTkhTpHZ3Wak
KdbtKFGF907eu/YtSt96s7E8gQ59EpdIVmtB7sCdNwe/+FNNcuTbqlDLfidHLXvE+Br5s04Novje
nnpbLJ/jfjOtBi3pCsdSuTFlZPwYbMRldkGWR9XRHTxx7yZJjwVER0v9qywGX+n24ATx7N1jj2RZ
/k0Web59QOFWfRpFqBi/I58GNLhy9O7QExD6q4ERG54p+B04TbaT3RBgwfrO6xc0OzfwGwuJu2Ke
p6uOpwRJrgy/uYrqox93Da4vtXeYsvdNKXVrB0G82ClBF62kGouLH6XDSTML2jClnQXKJpN6UyZD
a/wnOwXPWq2phLcDpqJ+rp02+1biv4PnqFXHqKTWPtIma1DfRYkCEBFJMhHuxOjR5+/xgOiYmSSp
91oPvfQ+A0awnwTKrAR8Sfmp89MwpG+C30XoN8k3XsFh5cJchHaTpgSGufQ1SbhA8Jzfl/FYqCkJ
UvRCGqFCrMX5fJenQ4rIqLA+inTM7a1ZOfkaVGz+MExQfz49350ghHtjPq5doF9cKvIFq095KMYB
BzBtUm3GZufRMQvMy69vsnlAQRGI5hdeh5N6Kf2E2RuvCJGPvLLOC5WiYIPfRfvVxDbpD2IAprqy
oZeTm0Ismk+8QaiwzQHV2mC4Q6B17ouSZeNNWI31bRUUypbwCcOiFv3m63Ob76JpbiAamBdgqokb
PFtEO4jjwMmcF6yj/M9Wi3N2bajuD2xOUQByc6oFCcjQk17kv2CKi5vrw8/bYPJtfF4bGuQKfaH5
YpatmpsW0cRLUjRaCdUe/E7kOOnvxBXGa9SEzS/oN/4fXerOIxbHSoJ5FFpD13/G8oHlKwDswQGY
gtuiVGz2IAGaUXVfii4NdrKyB2+r+/bq155fGm+z/WecafX/KSvGWEv1Y906L7ljN/KEfD6aEm0z
2t7G6VqNC0QtRkwqsvCz2gze5+uzvLi3kN6dasIXCg+DrvVYaVV8a4T+vhhOqR6wGDCPvFPdnQyc
8X09v7e1nXI+qngAYxawkqxFR8pxUGfvO1P/ilqZvXMGLPKgURk/66IMVvbypXMKqANkCSd10jk4
/7otaDCwnJ7zgnK6+aD1pfec+nZ/Go0wXhO3ufQtJxQpnCN0RheN8agkDCy1gLH81uqPOJDFkzUx
vRpI3E56TGNT/3Z9+S5sUjCdMB4mbOekenk+PQjTnS3CzH0RrtoArpNM8KBEvKsr992FXcpAYKI5
DJRg52WMPKF6YeSj+1IpeYYClev8GvVc7GXQuDcaIlrYS7vl1zAsq+P1KV5YQQr8Ey0HzDi/YDZF
re7GwChK50VFPtQ5jsoY4spn4Mqm9G0yrjzh8weM06hx/ZHNkr8tyycy0GqBO7F4gV1sVFMVFneM
SpP+bzcXk+MURq2e7rhP1yd5YetA6FKpGkyh/OL96n1DUlY2+bxu6f2O6gwl8gotCtEHYm9GTbGy
nJfG04gfecEoFFCQPd83UJ3LGP8j8SJkKXDOadUdjlRDvBd2EN4bfIU1pe9Ly6hNIC6L5JTe+Cx1
o9cUOq6rihevGEFz2zLCY0qTYYrvYrjWPL50LN7oviDw6WzO88TYRDY391v3JTUgPe3R4yueVLVH
Xfz6sl3aLYSaBByotlC9n4UdTlsWejRa7ouVeM1p1LphH8VRcAtKz723ijE+lcPorryPlwY18VYF
PUYvCsTr+drBLsycqGq834KwHavtstvHbirxpFeLmyZvjA+5FoTH984UwUlCK5aQ4HJBbe7cVglc
RXq/m8BHtTAx0d5pQPvU6Oh5xT1WyA6kFs01VgLK5UoyLkU0HmGQxQtYL2XqsscRlzMR1ToGGSzE
sGupE71en99ye3KBmggzQGCGKDK/SGWDnSUS5f7vvrOce31IBkxfLPloaOKdaC2ewEmwCl4VvXaI
DfPNmXhBFCqNHzBUl9wPQgu/+klbEERm8buvFYaaCGpvve6FtIZXVH4FDJ1ZOXr6IRGVOAH85ii0
/j0O99nh+kdc7kwIPdQepzuUMs08UDXc/8PZee3Ibazt+ooIkMV8SnaY6Z6kZMk+IaTRqJhzvvr/
obwPPOTsIbQswMuA4VXNil94Q2njNdtFz2hWmYcIUeRvrgLXPnPj6DoousBepdijbmyjVQaFw0Tl
i/d9U4M0TQxBjbyInlVAuGedSstBNxBXi6ZEf6CsjDWbMoq/QqpjeMiq1s5N+tbG4WCgMECEvkUU
BFE12RWqfc+U5PpbnsnYN+w8/WjPfXT7/vRuL232Dh05cwHggBhZHXwT517cvKrsuRlTvTqqEH6S
JyBUivhCWar9IEthOeHO9701KL1CGBWLWuCGPZqVSZL3JB7P2lDLsyoL9wNFGv1uGvMQ53TnD3Gq
y+kgaQd8thDDkR5bfSTed3NtkNM867WNUZUqsEdBZRsXQpBbv2Jqwzsv/nYBf/t0AiWAAb/oRLy+
TvklcS67MX1WJzGjEyHtL32EVkqj9bPYmcw3xqL+vAgQLviizWQSRiByOJTJM4Kh+vx5Smpy8cAN
MuUWt4Di8/v7ZTMa2dsC3SYNon++Eb9waiHLQY/a5xHxzn/wSu88jQCVx1fR+/9hLFBTC6OFugON
1teziIdBaalz1D3rAJSABlhpcORN1A9Do0R7fYfNPSNA+dMp51FYCh14RLxKmXojmuoqEOOzOzbN
nR5gVADT33wc+xgvzvgYYRm+c/Y27xBoiOXKBuTEMeAFfD1kUTpBnspYPKuJSvjS2nmlHgWFu518
bLtm1HTpHAE7WBoq+moe3aSHruNa4rmlMTF4o7DkJRyDvvVTBHV2tuMmqIdVxFrRquCRoGi12vpa
YyqhBjf7Z2p2wPvD3PzC7R77yAOjFKlEua9PgXuUich/vr81Nzk+zRgaFfS7eW4pWa3hO/pooWRc
9/Uv6pfW96jOyit0hOljFRvBBVXf4WepdspnxA7GC7Qs5y+RTcPOXK+JudwyJjNMkZeqNvoev8XD
/pN6R7kyBsVsti8UQ2oEmfGYreE1dhiWm83UNZc0UrVviqvPxhfFyEKQcJOu3WSDWeMdiWXEd0Tc
g/g2VbVC3XlLN7AFtOlQ91/U+VxQ+xtMiB5xfbSpKV4qJ9E/9kagf1eAV32j/FxnfrqIAY50LOA7
CfNaxXlvoxenaE+zJoslmDD6v+o5Gb9SIYVCubN8ywn7b19k+XHsHHJdOiPb5dNqJ217bRYvWJ+6
91hjyG+aqaRYRDSO/jjEs4ISZFu5tjdQO8+wkbPD8NDX5XCDy9sQHkJUyM2d9Vw/VcuPgoSzyPjT
r+AFeX1G7Z44sUc4/WWe0vHFrLTil5lS4jRYtY8iSay9WViypNezAONtefOBoaFSsd7Eo2NGGcpd
9ktc1GroySFvUQherKeqsJGPRVPm6p0dTqpnpHHnHAqe6o9BbkAT0rXsZz7RqzyFos3+zJmC8i91
UDo2FFjgQRJhrlyVnLRYuAZa8DPpzO9Kgsiih2cDii52Xt5kcf3y/nZY38cMB6IS6iVbjbr7+hwF
btdUXSHki+QRwKEroTuhVMq1LhEUHPCyuhiDE+7M/vry+j3oguFYFHVpUa0eAXdqw7JH2PYFGHDi
t3ponOk/udirFtpT55baeTQb7baR+HC8/7nbfcabSoFnwcqCj1qLNA5zWJlmp8iXSYuHv8vFByiM
I/1qYAJ6GJ3wD/M9DNrI9RCeJZSFyrJWgEWRRY2iOI6R2x+wj4NmmD+Peocxl9tng0ddS8ft2sDF
7P3PXI7Lq93NuCZSmQt7hXrrWjpR02ZshZwoealTjk6VLwxBt4bRqVq8e4f3B9vMKYOhuoIOHyeY
V3b1vpa1LXBH6JIX8BTR5FVpWyhH3BaUYx61ynGwJgTQ3h/yje+jeE+ZDm4SbIDfmKz/3P64wsR0
x/vsxcSD56YOHOeazTnMDnzOdnbM20Nxi/PQEI7Zy17+z1Cz4RhlopbZS5iK6Ji5moK+uRC5Z+Nv
twflfmMq4QTwFyBfRDbFcmv9ZzCqkIjkKnX+AmQx9KNk1G86OkPnaeqVp6yY94otb45HJYIatgY1
cY0Zw6Iq0WItKl6i2JSNZ5dF1d6qYsRjus4LxStLQ9/BS27OvgMLB0mb5bqBLfPbPPg/n5iENOKV
xM5erDgeoTpU5bEuYsuruwSUjdqI9q4yzOSEeciwFzS9sZY8L8C54OksWpmrBGXito1hVeUvYTcW
mNnT479pqiHGPtfAKvz9PfrG3FLxXFgXC0+GqvLrtcxzPUJBoile5jzRj4VhdViOI0bQB7r0hwkz
nv9hPJ4OHlGgeeTTr8fLhOjCMhuLl66OrRsKEgmmmHX2xMOVY04+yp12wHYycYAjoIalx1Lypa/H
q8bFzirTkpfZHtSPlcQEnALz9ESVfQ8wvg05HSohFLHJ03UA8PbqioEdnGgES+mLdKrS8fJZpCcr
dayvboO2sTPNxaGK1Qq4VK8/WgOuGk0/Vztwiu2C8iMWqh5yMNS014eFquSkxlPB4bTn+GwmRewX
Rq7/tFG2uGnc4k8hOqjjGYhWUteCzAvFapVPBHrXl60y5y8N3pANzo83UufhKmdMk0mVTu9vn+1y
Em1AkF14wygArDUHOtF3iR4o3YueGMFDpM7KKYnd6NbQ+5c/Hwk9/YXZCSqHlvPrjRMh1Tu1St2/
BIMo72bhhsehl9EpQ6/oz0qflFjJjGDMAlLVwIOvgYPT3KR2rGTil8wL41xqjThSVZN/lRL5oMwx
5SEI1WaPqbKKqf4dFV1DkJJg1mjPvf7AAXTm0Iat9guWg2EcW6cSf7VG252By+jPeinSr129OGO8
P6+r/bkMC8NyYdAvpd4NhAFUMDBorRW/JjFBurbyQP8o9Tz8EGYN/rZxUu+xypZj958w498RITVA
ll3ugPX0WqNu50Lm+i/MEFK8GYv5LxHbyk6V583vWnwfKE1SNtjQ2VsKk3mu6b9aQDW3WqqAjRyU
uMcEKFdCH3K51v0ZWI0P4xgQl3KvgR/bqGI6YzdiqWTov+AADuNx+Xt2rrCmO8ioA7E0E3C8v3ir
4/fviNzedFcWVPW6slxWOWh4kRq/wB1Gx8aNrdso7PqT0hvK8f2htvNJskUATJuMP5v8vRvciPNv
hFA25VRPwLVm2L8NNnRkNRl8Cb378ccjLrj0BTIOjG3zcZp0isEExoI7W9y4l85xP8Rkve4hrg2V
1mfW/T9D2P+v4Nr2CC4QQ8qepBq/6wOvj+AUxIWSGD20VCzBVOW+g33ii0qZfjUp0r+mEsnvOtC0
/Pv7X7rcXa9PBOMBtgOpTFFm0yBwEzO0XBwO8BCGLHwvxy68NSfF8XQkmL5KzDGfejHaUNYa42rh
uvBnzpw2+4jckZIDLyU6xFzprz+8FW5vtWqBNV0C0/sG66ngkVmGjGgUe7SQzfGnjMFTyCDUX5FI
W0UcZV4MitLYvaTfMmU+MG28zfoyk3uadpvVZCCwM+wfui8Lcez1R9lDNU51r47s2CCbkyNOgoY4
pG00l5jFoeDmAW9r5aUTQ1ns3D6/v+LVkjI41zgQC8JWNvHqK4MKIeJy1tlKAZyl6YSnRiiuYVrK
pyjTzdFLHbvFijoB+XfA40l1L1oQRN9EZ8+FX8XSyr0KX9LWE8ijkwWOGrEKzqlA+o0nzGWjwseU
qDU84LE4UteDG0TfTcTIlA9WXYb5xYyRmvSKLgL6xzGbiIu1Ma+r0gtQmIlGH1t050cfDfm3MAsx
V7Zmu9a7IwKNDq5L5E8zJKFaT6Nv7+/2VSy/1PvBKtN5synC8eos//4/sXxvFmlgNJnAyhLsaXM7
VMVU+4sNiHunpU08oyU0zTcYL5UZBjkJ8hjv/4A3NgaVXapGaI0RaK/bKmitVHo66pr0LDdrbnMc
Pe91o8r8EKHFf8hEx2+N49R7fITNDcoNDcP5d8+I8Gz9Illwu+D0DHrotUh24DZm9HiIVgD4Vb9w
8+6HZcg9cvpmrhkTTSgCJxgY2oZpDDx81JpeYUzDLH4WfY3hx2KfGAqk/QUaWWcTSP/JGmdr5wS8
8bUL5xUJIJxNjI34PelRYrqJoD2FNfYN7uVVciOFmOXHFgUJ464gCs52Yu3NwkL7ootEB5R+GcTN
VYyoSQOoGLkO/uoRIhytnVh4x9emlnnZIEtfwVj5vgbAEhze31G/05ZXxx3RkYXxsKAgKd6uj/tk
94Wb6Tq8klbt2/wycjU0Nb41upZ+bauUTnZhdFp744yJEbW+7QDfuRutKO/u7XzgCT+RUc/iVCdO
8tjhzht6Wi3AnmdYzpcHx22Ncwi9D/Je2cwLeBl93tiDvyvtn2GSWt3BIDxWb9EClEHom/Tsgqvb
cpoFNoo2lsNJi7PI0cgyNXqwEoosh9Rs6vKQgmyUO0dsHZiQuBIpLIWWJdEjP3h9xhPiZ5W8R3wd
3O5gii9uGnrZ9On9WV8v93qQ1UUSDbjFKUEkvnKKfOOAKtZROb0/xJpBjSXe6w9ZbaksUqqkxWX0
ayzPtXHT4COaPSEn49WKedEE4tLmg+kcpX6r6YqnmBWIhVtFvc7NSS+rw2AeHetzGnu4VP7ZFBPT
IrC1qIEtTH7SlVUmreaDBPpaIs6QheaxUvse54A5pasT7Ol3r57s30NR/KeryGO2BSuVnSKCGgfI
kwjc5H4YJ3mdY4xR35/r1XL+Owql7EVHk/9ZY2uU0c0dq0FzpSpC4xRGQewncR2eFF68q7Qy44ot
4p58/mqj/h4U4AKVFo4tl8bqnbZ4biPbQYphpBrjd2meXnB9iLCZwhvz/e9b3Yj/DkVuxx0FNpFo
+vWZcIJMdRsuBMSmYvUANl7xNTtuDlFZRXeKFHuC8m/NJ0VrgAOksHBiV1tXD/BtBF2gnWqob4+i
LRa+hRYchwRMvx4Uo9dZyR8WBP79SHIOJFHpeW9Y+pmYrLjCc+40OEQrVZvUvDUgalQ8YXfO5hvz
uRDEiZfJD+ibre4YfMBG0dehOJmpMhUe1Z4JoyagRX9jYGwcpGnXO8WrN2aUEcElLn/szQueWfE8
VMChT4OU40HW8XxeYLZnbHnrOzGF/0x0TW7e3zVvbFDqRovJCiu5JeOEgMqsjswMDZZU+lZvxKfB
5lW14mwPeLkKFpa147sI7Ba21VZtvlRHQyRuoJ503JFPiV4WB56X4qCXab044hKYOXN5DIJhL1R/
44JZTiDESWD92+IOVKEpj7pMPWnl1BykTRVOus6eysFbGwZ0IAQ9MPpcmKsN43ZOa+kJ3idxKTEI
qcbZj7s+exRhQx9Taf9YCJX5JKmjkQKZDCXo1QFcunCyozZ/ksuesSbahIERZDdYBvz8800CXAEM
FpE1aJpV/hbzSNlqkvNR4ZSLn+RVnfVBI1fQFhW9+dv7o23nUSMwZ0dyj9F6XV9k1IeFnrjc0SVN
gpNiuAkAjAibxClKL2qKrvf7422PAHncAn1cgklGXq1bO1rlTDnaOHWhat4YKTYBoZirfywnCD++
P9TvHtB/AjnOAGPxZaSmHHJqx68v6c6yciy7OoNOglNWdwYpwcLusVN0RmRk4xHYj00sT2aLH/SD
VdNlzvyxE1n/uXQwIL+hNhvI2/d/1fbeIe+nXEa/m7xpw4IskUqvqEyg5yqDgBCDBzGRP0bLmLOD
OfUyOyKDiyOS3UeJtjP2G4tN63PpeC/5wyZZQj+o1ICjmCeZkCzzgjjikofCOWGrXfk2Pl7++x+7
vYUWHi0kzEWzC8zI6tSk0TzQMczdU9cUyamb+uhb4PT5LWRe9RhXSnOf6UHgAVAtdq737acuRCYC
j8UqcEtVoCDMDd+hZaugXvupEhjZ+7HTJyUoqn4+Vqnhpuf3P3aNSGG/EXhANIV4wqVL5en1fgvt
Vs/ybsSPKSxVGNLSbP2+wsQnJuyH8KqP1yzHXjoyc+tOHUf1Q9WXxbmYx+GzYVcjvcVZ7ByCt+aB
1w2Qs4Eo3CZQ6XFvB4xSEIgZRXg1RdMdk6nOryFspIfSdD68Pwfb4w3MnxdsgcMTZK11I1lMhwqJ
1E96EuaNByoXw/IGdNyph9q35+CgCWb09QkHWwymGVkkKGQbDAcMX2Aukge1aaL6YDjl6FlNJz6O
7ZzD+unbgzlDnKYNl/3gBv1G2cj2sxEpdLOwip313z584Lqp3gLc4P3bTHWWONrYkeidSpm1iAi5
U+LjphruMby2S8o4RIJLzUWjVLwKc2mQ9n0aok6JH3H4OUOl4GqlWnYFnat4Zur8eH9J3/isRe+K
4t7yaXADX+/qJrFyGRpYNSUjcxwiuvfghIW60yt9Y+MsAD3sgOkKgXRdnZ3SaSVqzCoqmGlsfG7H
MM08NxmGa5fDI/Pe/6TtHUzwtUABAYDwVWtWylQlE82MAH3PJgy/h4prfqeaK+db5FyV5lia7aic
o9pIyp378I2vRKMeTenFAQiu5WouW81uuTbEkhHN3dUMjRpNDxp7fjMp6pf3P/KNbcI7A+6OaAwl
g3UBxdGQ+ANHZpzgEWeXkJvrEOslymwa7bbQTvYkrt4cj9cWMsUi2rrelo1jjU5HIedkJbAm0thJ
LzYBy61TJcZBgP89/g/fR+dp0QXiBlgz24loa6tuJ+OkZ7F1dOl4nYoksH3qFc0BUaZ250XZXja8
14SbnDx6I4sI2+uDoCdTqDuVg85QTXX1VOat/UmJRkjqkHKbo+qgoubFdm1IdFqg0B7stIHyNKHi
ruYa9kfl7pWz2U9L6RUsHxoOSEds5nzGxqk2sS875WR/SOCL6ZiPWXVK7Wmvn7JZXoZaGEdgRDii
G/x6GNdAa8C3n2YtLR9k2Y3ncB7DY7uow/U0JXfaYZtrh/GAWoMrgrZGaXc122YUBEqBmcKpFTWm
vU2GRL03T1r7hxyAJekkSuQ4Mh7Xz9o9IjGy0S77RJw5mvGpHY34PCHyc+Qm//r+jt18EvVxpKwY
Z8GCbUS0ECVrLIlq0lnHJPITm8a8YPkX7nQut6OYzDbGVGDcuGHWEX002wKntMY8a4iVZEf4KoLy
fDCmY+Ps3KOb7UenEuWQ5QGm8bxhb8x6arRj0TqLwEDyjD60dRPkU3nQEnXYY8dv9t+CdmYYqkm/
Ga+r/ZDa1H4LvXLOUWIg/wx0FW6xot8FentNVSXYKXlvZ/E3dk6l2A0Ig1fi9WHvkw7IaV06Z8Oa
xiO6pfM1qIw9tvRvkOl/A5hFlQPiAn1Kqgncm6sUpbdsfLXQDzsMMP0tT9fqNK9vsQ1Hr8SNSyF7
2MSmPdwDo2JKBS6JAe3ZItQvOP1ZqddSl3d5Qxo79YYazQQ/Tbg0PTk2U33S8LX7p+pMsGulrD/R
xXIekXXSn8wgMVKC03T6gh9Vdw0SS3waxg7moOxyR/PJ3UTkDbE0n6H8Ga4Hhdv+UneG83c4CCc7
VCi7XluIV8bBFlNCSbgW7nwBIsD9lxhlK9AImQLds+xa/SAHgQeiK/BDflCLvu3voBvp4xGMkvXT
pYeQ+SI0ws9BnQ7fMzGHGBzY1EbuZGMElcflA/glMFv5UDT90J66zFb6k2VW0XwA2ZYV+A/LDNma
RI3tozWACHhyQLD+HLoiy88otDs0wwJN83pznIefusSe+CBHTiNeP3o0dLTHTFSW/DqlAn9IjXjM
yksHQ5cgzkJM3jOSbrDCs0ZfTtdp+8g6yJFTSbrsMW9SGR5lLc3gRTdQ0DgSeNSGH6mRnt225Tg7
vhNmldb4kaHU1fdwMDoqCISjUXVCu87NXE91EB9WTuizxONtkbfj+JKVlVlRfdPdnuuom6avfWDD
WfQgw9TuuVF6fFjfv6OWOOvVhqRnzH+9dHTJYjbRHrLEswb5Uh4jGReI1KEXmeH4kHrooM0nIKWO
JwskuHIlp1EJz2Fn/PUxhxtJAEiTlSsFTPIala1ZhRJIocXHgcz9tpQhrVMFno3lKNXJLUT+aed7
1wNSAeD8Ae5cjOUXyP7rg46MVZjOoR1fpJ6VwWlwBeIf81gL81jkpm4c5jCLhltDlMK8tZvKaY8N
cOkrfNTOhWkPwuJsG3E0n/qgUoNjVdWq42WVMU2ebCIHea0mtEMPYMSo3hedmgSfLMfAi1TPiW0f
plGqF8TR9crL6EJXnGUj+5DB+Oi/ttLWiqOoBtEeLDuhbGHqCdiBGpUi1UeMRwses74omgMqkDka
N7YkFErQdq3/brARsU9RooSIquNs+7kUQ5s8JpjD3WlKWRUer679Q+2j3jjWFWiMB7cONf08tGqo
3YhYJL80I07M3FMrciyPayN2nwZblCjv9fLvHuNMy4dnNd/HWhP196gozcdhgM32Cahzol75rWP0
IzERYP5Lxoqc79p5avRzoFd2cQY6aOOXlCd4ed9YCXAs2pvN8BSNee6cJ8UtUizbR/3eLbQp+qnP
kPBJ6oPukMBSco2jiaK14tEknKhbWCbOxJ6lxTWcgQRKivhW0accy5shou5z41TpHJ2R95EaNivS
tVsvGqzZvAiSUwVyg1vJJ32K1fGTpc/az5a4TrsCKNPkuRxLF+CBI9IMvlcFeNOoLaffqcSRu63O
HtYVBAc4dS1k+S1FsAmjQXDnFRfa5VrV+BXFHPuEMzcnPlSKQrYefEm3Pjl2RiNqDMZfruReeCpz
BPm8pMDny2sQMSi8lvpOdzPbefRDdfLwQRa85McMIkrvc+pL4xhxIKTu1ULFAruNx0kgXRyK/JE9
PsR+nqmi9soJKUfWCwrhU6/IofyAa5mSnUwnC4ojnE0z8vMq12vQD4OqRnd9bWuJ107qXHS+imTN
eCrQFU7ulSyOomNeZU4fIQ1ZhM5XY2qM+W9LmR0TXkxa/HCaULf9ztC65taJJBCaLlb1yfHBC4r0
wZ2C3nmJIDWV3ERWE08PrZUW2mXqku6YAQmNTy4qdMhO0rnRI9/Gy6f5B3Fu25/SMsi8PkRY6RLP
oVlmXGjmhDFJUFXRIZr7Yva0kHbrKaYO+GCIwm0eAJ3lwd+WlfWWh9wyujRRZxfTKZac7vsghaF3
XChzrR9EenwJmlrpeEAz+EcfBjKyzhPIg9gnMwK9kZiUoz7Uw5DfTG44Jj7CJZ16O+WKE1xRJnY/
KGYWOonn1OMAPUCIelL8sLbb+EtCOvINKG/QTf5Qc/oKH45GWB+ytM3UgwrUfjoEaZmYB7twTMWn
sxEWlt8IHjsvR+jNwT8HYvSMZCOw+cGDzBipj2oeBvazPesKQKFJL7Jji2TaoHqwruL0w0J1+2us
8ib5TPl5Pii5FjuAURz5XKep9rHsZK/dMv3qdKjsMf7Wcn7kDfRpFjkGhV0ph8CcxVlX4xg2kVVA
zSxHqX8LGj0yvTDoogNvp16doyafp+85sFbtsUF+cPpeuo3OMmliTB/GJETJGPPH8bPswAT4Qm2H
A2ZgKKu3fZrfyEIU4WEaSsk+DqLQxArdCWLhpYOZp19yZQr+MZSy1R+jVgPsFsWDGp6spsxuzEGZ
xGcAvVN01wyOS+Go7Ivoc6A3WSzOQ4qD7a1bs/s7r47gsVcHCkBJdpyNIZ8+z9povhj8S+wdjBlx
LU+PNF5cz43RQjznknfuRlZaGFjHyagbw49j1Ie+2zPls69DEBgK0Tn89fEaogZiXMI5dOxTriX6
Xa3YzXAzlZho34duZevXOVAyDdxTXPboyocJuJvZGd2jKDqR/qSB1rtX/r9MolXQw+VRtSv73FmT
TEuAi+GIKLhUotkvFuyDpydNU/7Ta0Bojk0Db1ENaAc892UZNYcwm1v5Qen0+i9Dq1CxzUF7TlgF
CqPw3TKMrh2Umem+BuKL6lnK63JMW025paihEP31PUG011Wui6j4pObdSV1MCEffGrLwGxCMtLiP
h6z7UuWuUH4RhOk5ILmgKC8wsgfNG2NV+ynVMFZ2qjCbJ58UHgHZBQ7L2w9y6PWTHxtAnZWqUS9o
uaXpWZsDaByJTW9uRIu80TS/7WpF2Yk01vCD3zU7rJ8ICFBlohqrvx5WTrgEhGNpXhLixfyDU8+1
O/lURupnXYSh9WDWPfyOJMI14KggRjYi65pxmxmjYs5P7thyZBzk336Z0zTDcS7yvu28wFxE7mYl
aH4MoN+TwWsHdNuxrtecO5q6lThkfdf1yYf3IyexTpHoui29FeoO3KbmRlrQICVLRhrsF0drJG7I
etGlt6LT3PqAQH9C3Fw00fc0L5wvRm5W4L8yu7SfHGPSSQVG2h93Si4jdcltNKPyCpyzgo9kWTFu
qVIK3SN0z/Sjgv2q9rVJ2vhiFKVmfsoN9O0cs9VaT4tcDN2tssv2jHJ+dxD/GwkjTQ+qjIIAXWKD
tt8qA3RbKryB1PvLgK1JeUpzVb3vLFLpsq3zx3hSE/fYAlKKPFeOAcKAavN3PeWFfpjysL0ozvS3
QXPnBUMbqJVoUvRfjK7/6YB53zNt3gQO/FSN7t1CYwRssW6GGnRca7uZhgtMq6mEeFw2ceHJuATk
5I1sqMZHGUZ9sNVhLE4LJTK9fX8zbI8UoTo1YsLSpSSwTpeNLqQZGljqpaXd+IUuVgtkukfIoYt5
ckaZEbu+P6K2zlTojQL8Y4Hg8oDFWx8nPrUtHSW3LgA9YhX4RVmAdOzJLq52qcfOA75qmerDK3Au
iqAWMnn1JOzZ1zo7CYSH3J9rf4CyPWcexKO0R//IcmLspkw0vMahi4RPBJs+WPxT+VCnNKl2vmFd
h144EIvL/e+aNxnPUl/5D3oSGVA7gf/nXGTjDLclAdEjDQb3rq6gpXb1gJ47Zp97lZTtqFRhuf+o
nMIqASLwelRX76Dfd9R/S6gR5rmOa3e4KQa7d55kOqXh58TVW+fO0SKx120WSz3j1aEi1VoUfPkM
Wp+boi08KIXiUJldm0R175zBQcakxcVUfojoiz4pVTWUXlzpqDdpTWmKxzCpGvNkyCnIPQQX1P6G
xYsepjju69ybqtpMz2Mm0m+jFBg36nGpxD75Tf6r4Rv1U5kEpbtDYNvsPDjdtJMXkjJ5/KYUKpsm
7ISaKxfb6k6TC5B8MNvphbfEfOItlMdJCzsIxKb5MplzsFPf+83DeT2HiwT60rhYlIuYytfrJ/qo
zOdxTq79rFfaIXTlcJe2lUW5htAjQ50/STCFhFNbfbKpl1a8/GbzJPrZHP2gTDJUVOHZyqOwCXAD
v5+zIPvhwLG4n+zAKU7JTMrpFwhPQIwJAadB5uSOrifP6BzRPg24zt1NwDJHbzSMQMGGsgQJ4uVL
f90wFYNMdJws3C1azWqPUaWH8krLyhVXUPiD401NUipwb0mVY+hFg+X4bFcXFrYJax4fPXSw1fPO
fbHdeiwby7U0vhEIW2PV82F2qYyp8XWw5Dh7Ohzki9bMwwMl9OJMHSC+ujTHPVWTP8vR0S4Ygbbf
3/8R652zUKsglHDsKG0sf14vnVuUkQysrr/mNa2g2zQgFvE441p8oalHcVPXY0s9GFo96CfFLNTo
akQ4Jp/++GfwXFPCAzANnHddWx/nedCcNGyviQ0o/DhY9uh3paqNvinCTPNCJ2qPpkyU+37MUg91
4mJnE4v1JcRMIKNCkEmjGNDjut9XuyE1uSisrkMwS+cctm47e03v1M7t3HYgXIHC99UdKVb9w6gA
WR8zyygeknbsaiT5+sq+VClekn7ZA4U9dXXU14caimDSAtsVE+jcXu3iE/bdzV0xq/mIPQWQx0s/
FM41N4Jg9BQ7LS+NK+uB5AgwvXVCM1I5BwrarjvNqnWlnM+FELLIYfK4bsW9B+wGZwkZ7Ko41vOo
Okp/iMPka1i1pbET3W76VMtYvCU8yKzvwuh7vcniuHXSiPzuitXN84hjrOEFaRaZR1Tao3PZURz1
olq3i1Odt9mXIUDcYY6y7m9Kcj0I/v2zt44OlkNH4AuXCtgJIcrqxpqoaA71FNdXBX+RyG9bCCN5
nlStr5rUMH3RRLO787ZuqikMCvYUoRlQOovp6moaygG90Vz2xRX+QvswhaYqgT40ZXoDMcF1vDZI
NHmozaaavbxry2c8CUfnpMVQWXynYWUutKXUQwTzIfLL2Ar/gvFRTDfjrCnxoZyEftubQbdncrGB
LfHDkcihIcAtRUNqfTTanLZ3OBT11bZZtsem4Dm7j0Jqopo2Fem1SjTzQZ1rMzgrApHXRxhiSeN3
upWMpzFPIvvr+9fFGzsKZTCCFSRXFru69fqJWp2cBAwA94VeXkerBziInPeTphWPXeWETwOMlScC
W3Fbm2YVe2o56uWC3xy/yhr+/s7ariH6NO5JokBL0xq0uVDX2vU8FZY6Vm13jZhHMl4zLfUbNBCb
/mZIWtF7RlFlfXRtVEUqnyYrS8vHylDnQzKlbfoNDcMh++ZSxHqMQleRxxzG1pWsXdjUvWut+2nk
YhhPtjWnwTmmNdN6syXt6JAnSYzjGWLqxCN6Hg3mA/6jyfDBtE0CKmoW7TcFnpUS40aTicLve55h
inLG6DxAFqvkzsXyxtECZE3s/S8Ued11H8MsGIYu1a8NhWTqPbM1eLaWz2ejouE/q/ShdyZ/TcVm
8nVuFWZ+8YbeQiGLrk+1QFHbqw5pt/aH0s5HX2+zSD2wr7My92pjEM1HDd4A5uEFZdaDQs0I0E2S
6ubO5txOgA5DmleMxjR59fpJHWwjkGpp1Vezsa3oNp3pgh1UafTWD9jpUXloisxQbt8/EavrnKuM
ziqyu0A0uT02VBy8hnMW1F6g+tqcH+cUYVNoqG530bM0/vX+YKs8e7k3F6EU2HzLrQ6a7fV9nkxW
b5bJbBzndq6p5tGtoFOo6Dv15+03sZhIMwDYWwQS1s9G6ZqjHeAWcYyQmRjuew0x/q9DB9TrZjKc
INgph6zz66XrQsoDTXFJrrex0KTihBaYsQV/D+YJTHr09BOSti5wSL+4lofzoMhe3mYaoVHto+ba
9Qe3C9IfyiLgfqT3EiZeMLDW/TEzILFWhzrHZNrvjRLLVeQlqjL2nF4pxP9RdmbNcRpdGP5FVLEv
tzCbNCNZI1m27BvKdhyg2Rtoll//PeS7iWZUnkpVcuNUDANN9znveRfjVjW5Hln/KsK5+3VkxKmC
WS1ucJet26xAlT17cc9d4OKwQPUqgPfsoETgmj4stVt+1wakOEssfPeAULJ4LptmfGtsU3Q3iqmL
Wmq9F24Bz0ZUn+AUl53wMOtOVVd2+lwlXmeEiZ24UVpMxvdRpt5LOk0eOGBQ3CBoXHx4XHV1toKC
zXlANMvlVSvRc3SPSp39sYr/ioe0/Bxr/rL81CoyczaFssf5hibs8mj8/zVX6jzbjkec3kUhUZUQ
XgDN9fMMKyG4ayYo0sfGriu/DKu4MH3w+DJ393GXlDVZTZNbNN809udlMwdjIglY6HV1y0Ploqpf
74pHAM0Vp84PyulmseNiUt101vNl23vF7EYsjrvRFLYTTSTq3JN60jsrLl1ZhxRukrxV8617wL+W
I/sRUobVTYEzke7mcjnmHhaS+Rwb56o1kiw0G5W5e9loi/ZGxIX+tPTVWG0zqaSKunTu0tcYjkZ5
XyES0PN7K81rI4Tz7ZSbxGc7ujVW/gcte3+DbBRQ3hjqrhYFl5irrCVBXXrvwgRojUXco4MIENSW
LVmA4ZjqpXay5YxpMuh3wNDXGBbPiISkBDjr/hionWQ+zygIfpPNoVNZRfViVlbSHWNiTO6WmnPw
bwlRA6VzqwHIw6lDbLsrRTLGoRyItQCFq2IzniLDlv1LOZGexXR9bjJ/UzQNhrwbM9GMg1HOzrib
jDkoP8VB1eQ7LUiwrR4aX81nv5UuGIWGvcNWKgq1rSgSR7uv48yREWq/8bOjkEVuC0XmiRml5Sz6
Rwbnpn1ucjNhLFxoYiT7pptmB8F9CyTlpnEzHMyJMEQNdbH2zF0Vb0BBjNtHXihZJYTnUNzo+Vze
D+30CIneLp/iukKKeuuAv9jbWEwrX35NbVzFaFe2641Ww1eze+M8tqM6VThcAgPMM2bPgiC9CDPo
NdgOq+SR/Moh3pjT2DLsTtdBFxnQn/98/F3WG9wOLodMRLEuBm5mgb8//9Km4LkQ3vLcjF4abLpW
iQCIExZnhAgkj9w+LqzPmTK8aNGb7HmkZvxaBOJW5N0Fysp9QICjhzFXdiO2Aus2/C+0TmOWJzEV
GJ4Hj7dOnqgZGkU5n0o1y71ut9kPoZNfU/Su9uXPj+Big+fKNOq4GKwbDVj7pctG0ZjM/krU4L4R
T2JXOCqdT5mQwt5AbZs3oCzKCOumDm5tLBdFAVd2DNhkpAvTAaCXuthwJyGnIjDqkqQGjH6SqMqa
PLlfpJyJnDGk+x8db9brWWSWojZdRQMUPe+fcWG0mqznRjyrgXl8kwlQW20kBy+csmYHZMCk+c/P
9h+rufc7EywOEBk6LSrJK1rn6EpzgKdun/NsgeZQabXF8YkXr0LjTKIvUhin2OGXDyTTtzaGI2Ec
p0H/dTFozE6N30JMSHp8G+8Hu7DEI4ei+yTj2FxeuHNYVEw3yiUNtXq2gr9mXJahauTzhOrfiMvZ
IvQ2k5Mz3GDSXC9XByIgem26NsyKLoktpa93pG1bzrlYfG41HPA0sQjvYbCIdClz0SDHc6kerZID
NN10WZ7dMr/74NPFE4DJBLwGFC94x79/nW5XLsKdsuy5mnQ2EVwx8k8dipA7u2zjF0vp9sGx5uzg
9ot3xnCl22p9pv3HWo1FhW3DKnOCewnqfFmp4KG0EmWr+rnzkqoi2GnKpy2DfDuURHx5G6Jxff9x
bscvVaKJPRMDfMhSCowHCUX7BtH9omz6/81gYMHDAJ65EokUJY2rXSzNs6fr6bk2vPR3H1fLwYXN
90nvABBvbOfX68BlceMYQEg5lmuXPOkGr2L8FI3meZR18b3rUUKVM0aA+Hw2xxwscIrKJK6BbLXh
xtZ9vW+tkjLqBUrhNdfoYseEhdxkxdTWz9bQiUc1WPqG5JDhx0RdHc6FQz0mevH85w/6/75q779o
zFfp+9fp7iqyuriszjU7GXTF87iOPxkBWW2xIiOzbhSAnSuRuPYLSnUiJHWM7wO7Wl4mvkAZ9nNg
iXSTaZMYT6OmGNUBtIzxmdy0ZPp7gh04i98z6t/xYYbwBT9AlGO67xMzIAU8GOPiNDVD2oZ+mptz
6DbTlDKjl4Z5lnklj/WYEHlXdByi214x/Cx9Yc5RqesTEmJoM5A8MwP/FNOLlXyI4V7mO2YgtdoB
VGpChHGbD91n33LqJ9eal+8xDzk+O3XbuvsJClW1RcSwBAh+dNHtOy+z22jpXRJZU3fQvV9LjzaK
oGCjie/xtyg423s58v9aqXCfYj8pT5WAzrCfy8DpotrU2B/DhQfW38u+7UjYZQQxbDyFBDsqO9OF
b8MwuH1BGyK6pyr2+/I4To6wIhQfPhyF2lGxUUVpVWZwLKZyyneenPxnNFBeHXppLL/mUIUAuHAM
mb45bul8X0EUHybn0D1BZKvc/ZCpUkAekCnmHqMaJcxwfTz4ZaWNX0Z7loc8mwT0RNeS2mkc6dBC
vxnndOsK9jyqzEpBjooCo7PFX3KEq7BROdmX7N5za7ff/THx2LjZ85cnNASacQfP1unwlwq8ZNvR
0FgRYw5raQ+kCukPgqxk0e6WEc/zjcTByI8Wb6YKmerG6r9J1xjrk2eTI2PU8Gt/o+T0n6qxHL+Y
9Tz5oQktqNrgS9YEG7OESqSrwiw2S5EEB1h+TDAivWS2HwVpChMIMaZ/n7ZZPO+d0a+/10Hdm+Ho
L+IrOE0R4DyzkuPcwqraCG8OU857iLC6eKvxsgj2zdI0M1E9LVRVWftdgB7OSeNIzuMohq1jy6C4
m62pIKrOqNTPtiiTfEOyd93MW7tR/msHkmOdhqQcPESbqdaGddorrzy0hTBxzndtdTS80rNf+tmw
YODMSNmzjV0G7vyJhVCUPzqTLuUxnsx6vNOcYMEkXtNEs/cGrS9h8o55eQTB7J3Pjp0k6rS0utOF
Cr/NX8syE3k3jU2gH0cT67YcBkTWchqnRLNtSXxq9qU32sZnDY7akuxcwi7uoBFWvblbexIaotLT
Xyet8ZnWG27DptfFTr0TPjyp8rGsy5FQHCdlJhKRU9OdlV2L4slchtkJh7zU4huSkovGkc34/1DL
mqrNQrikGOSiH61yaooX20nHXafp7Ip8AWgDizaqpMoPlZZbnyz4W/daJoxbEIzJ8ftuo+RsXoW/
nNDgpAzR3x/P+LoZcDul/syBMK6Bj0VQszUq5/cUqOwMnGCH7YL7yV60bvV5aNKiCDHZ8F4Zx5bM
WUrnP1e6EBk4qPBcW+cEl0c1YgLYZm7WP0OuMzcQbf2taFL9NOt1SuTdkN83zEZvHFNXJyTbELRL
hFcUgJCALx4DQzBYYig2SaBkoFuWRfbZF379K/A6hmE1O5xxZGIWf6p6LHT/a5m2rgHc1jAj5oy8
6tyRhOB96ivxUnqiWDZB57QHDYbi3miUfvCCrMaVFegIll/ltTeK3/WXXSwAH0N6GkmQdAvnhfcL
oGAW3GoFolORZ8WzBan+oPvWEsM5tp2DyFV8Ugu2Mn8+oa9KIIS5bF8IdNfMBuqC91ddYDnHILT2
c4vli3+clVWe4raE6Vy3QX4YYVH++vMVr9oYgGcKKGAHMppAaS7q0FRjIQ1TMj8Pk1Z+7lqtfvYy
Q5AvySH150tdP1IaNCpv3HRJU8AB4f2PS8jQxIcrSF6atJFf69H8Nma+e6yYZpThEA/51iXF+wYw
dr2CV3EWxF3dQbACK/P9RSUDCihYbUx+rZUcKX38SDfamt0ydh7d1vOObcXuiUnarG7AgNePlisj
R2XqyGcLhPz+0os51VNeDOlLDUJxQAgEUdNYvaliiYLqRi3LoIG/7v2KBf0j0WSdXTNFv1w7NV8/
pUjmPdNatPLMVB8vtLojtnlEA1ja3W/dQ07+eSG4AM/6xCgB3zjJBKmlwwQNlzVipGHX90a1c81G
+8tv2zzbdVlWPsH+LOOdBUlBhkSgZrBPwVrSe0z8O6sIAUx6P+xIr+0YI6dxS5KEozIZ2WgG7sbR
qIcnDjVj+GVkflA85o7f6hQruW1Mn/p1LBv2GhLMw0CodwYDwWu/NGVWvrYEjhdQtDJ3BYxVsmyT
QW9/Gey/+aZ2hUyiWXSWCl1ax8dODsguOJ90mC5pJX/7nT2X4Tx0Tf/g9J32TUDAHR5h53VfUllr
b3hzd7+KxbDEFl3Q8uQ6ZWxHiUqd/qRbg/NsT+XyCzYrNVwpKyPM1Ry4ERKUuggz04yHsJiT9GG0
zAy1vl7M4h7f+/p5wPmqv6tImXc2JJANURNk0K2SuVZVSNoamV124I/lVseVLDl486xHhJRN7Zd2
MrRgPyRd8/co/JyvokBEuS98fUxfKgpg7bc0cWd+gl0sNrSMZNA6gaj1YwzAckqEVWDRtGj93/wL
r5oGcvwVuGq0iC3HLTQErlGv2ji35tdaNtW97BiX3yMhsvxtNsaD2MypMXyzABrqLfoi1OrAWJ2C
iwvxOGygA9MU8+dkJg/SgcNq5nXtPs5kNzPg1Jn2PPkUHdPO1/G8OxFSa2avTifKdhNTNE1k0CRW
cZiw9aL0TteIB8eunYOsq9KA/A2nPhzqQWDblpXl8NDOtCAR+Y2G+uI5bR7fY2WkTLVdzDjDJJ+y
JWi+Y/KsVOi0SfVlQF6Vb+ZEDXs1+6n1MtXrrN8yCwnvgXYyDekxZytMMdhd89riZSIQuPbfXM5C
91croW9usL7oX9vEDkTUY90qjo7hVvVm7o3ZPpU+6rQ7SOLZjyGxCGetk0yjIlbWoGqMHkfxK6Eq
+JrAKfteFlUpQ01vKlQ06I0fRZb4D71EhbBt4zH23gCBa/zPenf2CEhu0E95rH9SoOdgztA2Dc5f
bP59dx6ccXocNJiLGyiwQOcDm9sQlm7PbCgjf+GtQJSlP+X94sZz6GWu++zHQN8QoUoaN6kC/UAF
wS5CaZ2P7RCKPiWkvsuzNiPl2pqINCbF13ut1WQHODN6GPSH3CpOZxu3ZJASOalWWbtJjUUdxh2s
nUOTsdj4bvJy2npexx1BXLCcB5HK/k1W4/BrZWT9VRgs7mjk1U6nTgXd9wqDpuxUxUrURHhVDa4E
M5aVdiYm7y7vSqe806dYU0BEVfbmDFVX/hVLv7eprAfTjcyB7JoWrWV8yJshqEKcVOtiMzYzI2kj
ZTpGBjcyG3qEsbTPUMUbN8otOfa/4m5W+b3q22R5EYNTGIeqnXFUYqqj5fs2n0onNPsGmj/rEXK+
z2lxwHxpYshWyxwLh1TlmOxkWRPp0LfVBl6PNbE3eEm60ZUf23daOojk3vMIx+AJmmIOfVGaMY1w
kRmbPpb2o7dM3iw2onaybAeG5tJv20XzZgcGEVGDE6N4DCGrWwuGT7Y1bzVhpruKAsJ57a14GB5U
TFcalYZfSQh/7lCHdmK6X8a4RaEU21I+DDzVwdm0M7T0o9WkxrIzFbV+aGuGKHeT4zRb0ZmA6Tl2
hX0EAVu4z4ELg6GArZ/abjS1OX5IBt6OpEfWM7x61Zjt3kWh+Tufs/H3Iprq1TKMbjiogBf0GPez
N8Hv15cOKxfCylA9Ot2PRsG+fESX4SlqKVmY0Ww1Vno/9zrGs3TcxeRtUCfV5l5D3eSf02aSf9dj
ILTQK2rtt4aMXMGwJ/5421qxd8uZ5RqaA01HasQYjXIbgOyiCPNqMlDRi8QvTo2RKL2523PvARO1
cNC0pN6Ndea+4nPsfbbBDdLQtMb6kwYN5JbS+5JewmbDrUCFpTajNLtCqDwHXUYrVPxiV8OInN+u
Hn1c3pFPVtCGjaLKdqZRaZsx0eNvhRkXUWZI63s6D0hQfOzDb1QZH9yQ45o8FxLT/plxXpRTs0WD
7Y929tlA0nnSaTK/DQUmSVHmwO3G1KPLNi0jXmBcc5nvk8TgjMqDJf7qmI3+s1fNLW+Z66oSvS0s
ptWanU7l8m3ZFndTJLP1zFA6OXWpI5qNbvvV0+TM3bOCsob2tR7GG0/iulLnsmAaOLpgfnXlyrFI
rF27ZLSeCW+ldlrSdMee7j/mxVI+um798l9rZzbkNWYDmBbPmkvIGvIjYeNmZz3Dkuu+T7NwQuIa
hmiCVTJHg1N1h7bVixuI7HXxvEbQ0B9AfQAgveRb1Q18FqHS4sUZ6AfCJGjxlKhL9Qn1Zo+2em60
sJdujqqs82+ZuVxDAKgo4FvgI7hSvS7pK1nJGndK5T8PY4PGBo4jBF4zyCJpOWm3GXAYPXQLyH3U
oFP5Oo4Y/t54yR/cAs4HGAbQlWG2cIkCMLmWE9b/1Us/5Vo4jzkGfCNJ8F6YtEHDpHapwkQfvbcq
0AKFvtxRN8T218sMbiRiEoIKuQ1e/vsegv5bV3nrdS9YDVh75nljH7qdYd/biaieO1NWr39eaJfi
AZAXruiuqI/3kbuE1zQ9jD7VvvhJmk533Vj5d2mLyf0mxzCoL0Kn6dy/kzzIPoGYaRrqYGoRjMQl
I+gBZu4Ww43ciYqMc3TrtHb52/AkKTfpGDd95JDKre9FJseTN2dl8J97TDRV/zDy8PfDS/Cyx3Q9
aIxGKl9KSAkN1foQbKfC8EPN1ZW2td1UbdguZPGfVwrtOsG1DCNXN/dLCnUgdY0H1zcvFoJfGptA
1uW+H3z0LcvUp9SbfT+aUabm8W0k93jEJz9PboUrXK8WgANgA1KNwKeu4P0WNLcYa6N+WZBq/cRz
OYWemY4oR9Nai1A86nd/Xi1XF8RdRoehBLWC8wD1wvvl2eqd0KCGmy/GYGcP7Yjaccxs5x48u71H
aXIrVOHqgyQuhkZ6RYPYeYmQe3+9PA6CVhppAZCpyynsPM3/0XfF+N1OF+fEXvU2O511QEuu3+VZ
7dzKVrr8vaQksgWv4pr18ldinoBkGqcYCnnW2qxJ79FbyOLJayq/OziBiaGq12Byf2MPuDzhuCiP
GRTUIiSLfXD97/+arldJlZWi8P2nHPuHv/qernnf8afm3tQ5grbuVMphZ41lK2+cOpf7P9zr1XQJ
YR7GU9cmOvogIW5pDOMgcwQ/4750H5p6MeytMIMx2DqL0L4V+A/YUed2c3pjcV1ymnDiQwPEqGTN
6zBxYbr44fDWJP7DTnKuq3b6MZkaOtFqKZvI6or8GxKhfh/YiXYOakxYJ1woXptBLaFPAX4Lu7oq
Cle2NPArFk6r487VxqK1mLnDcijORpnN96uV25YuShxiLI+OlpFINxyCIME4mcpgH/tL/kXJJbYO
f/7gPrgPqk9qjtUCk8SdywNBZIY1jECj51np1Z2c5/LRlhORsgNEnV/4ahs/PHvqXqzK134DUCaI
YZ0bZ8T1snBxvsUFnEIQcO7SPyvIkaCLQjlnQnjiOnKrQdSQ9m39Veq9PROCOFRDZKOhcUOiS0gq
//NDuP4gVnYzYN7qXwgB5GLXGfDeFFOrT2e8IcpzbkzlbvGGIDLjqt4X1qjd8YhunSzrX/pveG3l
kBkeMdDscmw8l+VIrDnWGt8wnLt+GYLQjSuSwcfC0e5Adm7Fkl/tM3jYkd7GBw+355rYkzF8k21p
GGdfLwYM/CnRwjWp5u9s0uNdAun3xrl5ubFyZkJVpOfhajZw8MW52ZVTNwp0o2d7WYLDpJbqwU2n
bH5keqnuWMf5FwZCzhYM1+MLW4rUv/FSP/rJFB+rFyN2kVj+vN/l7Ho2SJts9fOCKVO8A/NS82My
YMcdV5lh3BWwEIobU6arhcyvhrDEtsqRcs0fzth7yi6f9TOJ7xm2If3SHYBWBjvSfeURBh3n5RuI
YFxGdh2nf/15GX/wzNlf16RYantySS5+sdu3fDOVtM6caTXZmlYqvzbwcXZ5jwXOgdNL7KsUlAoq
uxfFKLBubLBXS5rMhJWXudr2UuZflvcMGxqdnHbzvDBu6zd21mj2XW7gKSaDOMluLLFLaQLn9kqZ
4pIm/6xksfdvuEsrjJHIOD1XAk+6TdsqB/57X9vjiflVX++HLseKoozT3kKq50JOrJ180n4yk7Us
EGuliPyrYJglWZBhmhqoorBCZZP4rqLWbrry2Hez3nh4WDrpjsmQcKJaODRpjTf4YWN26Ra5MVYr
4eLC6ywiijU4qapLgcSzplEYQ0x+5mwmZ+05+sDuP2VqEv2N0cA/2P+73YRnQRcHF2EtaGiuLp6F
yvqaaZJ7LuYJyEnVZ4E9EmEOMa5R9RDTTaRZ4R2HrKm33dSPe7txqx+Dn85vOJuoPQxK/dZNXegA
1xe0snX5CGG7r+/o/U2RU6KcFEuVs1EBdu8zLZHBCVf8cjCiwq+0PQ+8AWXEFiHYNr1ZavuEEyJ7
FkZT3bIiuNrkuRlOWwhoa4UJ0+79zUAhSeUy1cuZPMm0wLwjjTfZPM0q8oyGvIEVHRN5bN2YwH10
WWS4XJqih4A06/1l0TF5mJHUxtnDBcS501xJPmhRp6DWbUsw66mDXbBDA9XfGFR98DECI1BOc6LB
uLvUMkwSgSH0GP0MpyP/25X+skmlZipm8IHe3viVlyLD9VWvpfvq8AeDFLnu+5/JYVcFy6L0c4xy
4lvCYHmIBvTkFUBfkW7gHi3iCIl93KRD45nbNhkZWBiVkHcGTNuTL71ZPWHe4r4pM7fMsNUW1wun
ROob6fZi3o4N04iXAZpyGmGdknkbjHbaQ4bUlpzgvKmCjT1mBRIKqVYGOLl3WYiPZFDekuV8sMsH
6BBWT1hG+lckN0NYCNrVZJ0bESRbJrtu5FotVlRwookNRrFUhQsT3r+1KrVv1WsfvFb4sAAYPOS1
hLx40Db0k7zrYvOMyW/WgZoGeYypqb8oeTdDF7ZeOiXGPUaLFiYKmlM9BPRwBT5xjn5M0sWft4nT
E7CRapjgPAg83j4RFuSbN1bEB8fvqlqA8cCMFtrDelj9q8kwEuTY+HYaZzl7+hezigW5FN00RCUm
E9VG+jK70Vxc0ktXtRTHPdZOPrNZFAIX5b0p8qQdraY/ViMelg9J3DGwWJTAlR/VSBY/NbkN2uw5
XllGcbG4vxoEXeMJ4+D0MdAWrK/IKW+/VCyZPAwGle4GRxT6vT4FhbanioMAXsMyH4+NVajvwpSi
2Gazpu3iObeqG23aZbvyz++hElulBkh36A7fP8JcFPViwpVHXVrk3ec+aI1PonBbxmeM/kSYx2LJ
7kH31SdZdUN1toAEhhATU5F+QXVe3RC/XNQX8I88rE8Rf63+Fyto+/5+6IyCtGUEfcp5yjJHN7zk
S6TnRmfhmcaAVg/Z7eovZuZW42acUVOGQltK60aVdWVtwI2siLpNsQNX/SqRoHNksEyOK04itqd2
iMhG68a32oFhFjH8y3E7nD3JTCfroA6EVadcb7NURn+a7WToj6MveyeFv4VVkMFBX1MVh9oQGNKI
aqvU/d92lkx4ekHWPHmNnAvMapK6itwYAvqNqu3igNDXb5minBACD6YGAq33TzXFpm7sk9g8AXkO
3Ve9NrI7huWjsQE1a8QQIduInd0iEZa8/rlgdC92sn+uvYbhkCfHl8MR9f7augqwoBxIx8O8zp5Q
HUCWizETyxDP43xYjuVn0ZBIz71gKuaEVpcXKouKeJRdF7a52U+wH0SMXWzvJm+IwlH+dirxnV0G
x5Eay+nzYznoMBBNnP5g2UHZ18E8i1I7QsZtv5n+UD/DSMNeIS+DXp6IJtLXMaA5l3Foy5xha9aX
XZgO09RGRlBZn/rJxzW6GMScnHAtkvd+ilncFifJpI8sBSGOmSGr8K3shrnalYU/PeCKSTPX56pN
dolhNNMrCpTsS6/gC256DP9+aR78q1Pd2SlqmK72f/lZiedJWUr1VxkzVArpoTs6UEQP5b4mQW/a
u57WHEmRx+yzL01glByt9QEXNmQbXixgYYY4+GX+qQFIRB7bMXEgTNeZgyODH63dj61n3OVNUGf8
QFvN2z+/4esXbK3yLbDJFb20LwHnwZjmNumD4OhBhvzd+J6zd5cMgzPDjp90jd40VAw8QDvSKrix
XVyG+bG6SF1gRsn2tcZ8XXa4gTcnCya8/nGk42Hr7MUIy7VzRfXTS0lNfOWIKzx8pwLjB9iLk712
CIrdn44/Zlj347WjIlczjR+YfPS9DCvDmz9ZUEeVcW+IfBavYGrwPggFLNQwRanTaF94rAuOPE5c
Jo9xS+zfBrtBvxs3CxKiHQzdPPiSGGnwyY/JGYz6lmUp6b5xsaE4CupHvEVrIoYn2f6cjAkewq22
xeSj+lepvn506IiBv4AqmIFcoh2lPjt4E2vpyZRNL+7GXlSNgRcGLtth0DXijpS5OLsP2qEO4NWK
OjXLSEpv2o3kHqC0Vnl8oujrzW3t97XoMLw09a9O1gafHKYrOJDbZgG/hXy0JH/EFXv+3DbY32xl
YBe7wOL0uM9dN3/Jl8yo9nyKOqJrx5VLvpm6fJrDSRP4R0ZGFptQqju7+Kee8vyeKVwg8L/98yp1
rx8Jdt8rKw7HBviZl3qfxRGO6Ta6c5yGpqzRfmMJGDwaTjtsocu0hIKBGuydUlT5PnW08s3W+OCZ
S/tOuzT4LsG6/d3K1M3udTDqLKx6DSgxkC28XQHAVu085OTmxmiAeURUSqEPz5P0217b1kwXOEYr
VF6I4cqCE8Pxhd3uoekm5QbNW+B+d0pAgxejnfz6wc+zpNt4nehY1I4/41I5icy+kxZ6zBfGr5X1
lBOwq049QX9QSNJpaaLRyGZna8PyoNEoG9OA7OIv1V6SODe+4BbJSrM95Z1libD+MfBy8VzBQ4T6
MLmzbDBKaNr4a02cZcKuC3oxb/EwtMWbG1u4PHS8Ju0V2QzwYV9NAjvjFnpzbMP8wScrmLHrq7RG
/p1luY+jX0M79uXP79G6aPjWL54WB/EHdQKZjZdFX1boDq4hg3EsmnVq4ebS/0HNlRS/ls6sil+G
LypyHI142eKKPGfbOV2FpMpjT9gMnpEmMpTx3JkPFPG58Un+o9wQsrdeE1zoVwu2Eru473XmKO8l
SXPOC0cfW4ujaUnVW0MEdfqrTZXcVqtrQ7AN2s4OoqAXHGF+skwvATBYBp0ZmkKTUj/dKHs/2HC5
J1A2ZiaYYVzObaD6+4VfBvPRhW/ZwfoPhidLs63hgW3I1I+2VLBbAzVk3YPo9SUbb9zAdTlhecY6
sgLSXUOcL3puWAQT+J8yjoMLmP+Q93ryIO2hV5FRxDpwhSAf9Iib8CJ3f377a7Hwfl+jiljh09Vn
Cyn9RTGRFjWrY6jFCZ/GMUdCr1XnySzIa9OdxrtxuBgX/QVLDfU8tOnVHcDBnenid/aOLq0eAfvR
SEolqed9AtsPcZFjAMyRVtVvQ2vBzRmtsckjHJQ050vR8SHlu2KYu/HYzmLa+6Rb2aG+JEKdq6Yq
zDsW6lgW+NpWfXLjAV2/GoJ5QMUwU1unIJe3rBu5L9JMaUdUlr6xx8RPL0NvIQDpuUbhx8noqC/G
AEPgxoU/eFYwPwiEphlb588Xb6YcGYmbw5KesMxrxg0T2+Fg67Bw9phdLIc+n4yvf14L1yU6s401
xpTIMCzXrgZ50NNIRqQPObV1Zg9/BWo0vxPb4qt9EZhkiuZiMejj27gyvRCihRdhvYgLNH4mwoEd
5lY4iqZEEyzhSJWS3Od5Zsz7JakdmHVjULlfM7HI11lrxuzRIfTaOwwQ7K0b6+yDRU0Bs3ovkhUC
IfuiB+NTryetF9nJT8UwwXUFzHnVhwRLb8hck6NuUQSuNxAcIWhh8TpAjctg5n1JDu1raFORiVMv
gtre8ZpGe6MonuMn6mg/++TrsdHAqu3SnwPBS935z2/ug7WC5xkyVHu1ELrC7OitPIElRHBsh0rc
T/GKwnAW6eeBidaDWcSLunH6G/bVxrFC5oyeaHI/mIQwCS6aUk88+lzDw45qYhZ0RoIku6Om17J9
K5I+66J8ktCEU4zsmPpXTuo/GclcfnMTI4kxt1bYcL8gEMYP1tTn0r1FVfpgSTtr4hRNMNQJNAQX
iIaujV4TuDI5tUHMDCmcNZUvv9TYD4/aTNccyjJDXJivdI68SJtPKEZhl1RtHxuf0qrpq2QHn1zr
T27PzD10zTLVHoOqcKGgzMiEDtpkOT+12NBkthl4B9Uu8UqV3MAVrrchApXXro/Fu6b+XuwG1dA2
Swe77FRPhnEvEgF5QelZqh2ytIDdHmoWpcQWFVrV3BK8f3Bt2Ea0upj6ETZ8JcPBvnjtFJOTz9dU
brSgowPx04XEPQi1437pXH+T42yU31hkH1wYtj5XZuz7gRAC30VanoQcBQgBQ06rQBqAVGnNLWgS
ImBZipPn2bcq2w96IMaK9EAMoUDBr7IvvbSkNFTxclyp2J4XSaFcuZtx0CzCuvDVb31qRBwqbMiD
+9j2lwfZV1W/jbvR1iCh21j0jpnwj0LM/lZROnkr2GPEuyXA5hsZflBiIq3j9Pg1znMMtrqunLsH
qkHDP8Q0qfMxDWbhHtXsqP5HMWNi/6h5eEo9L62d/1BTSy+ttSNOJk6MP/O4ZSiAYfums/O4Uv+j
7Lx228a2MPxEBNjLLalux45kOYlzQ8SZhL13Pv35mHMTkYaIYIBggAlmi+Qua//rLxtsjtZMVOec
IEp83BwnbxGUR/oSwIGoYuZyXNWP4dgKQ+DA/RTbDWeY2eMcofWS+lnDaei5wa5ScLCO1uJzMxYt
eRf0V+Ci253Smz5u6iLMsZci61pVRzjp1sJrFQuqe+ZTCv6xwi4oP0y2rP7nEe6lvnakq8u9C0xs
siqAVcCJNr+5kEkfRlEfGg9d3OWfiY5tv2kmpGKyFPQUbYORdx7VxFiLJhFYtevqHL8wDPlTysKN
ZoANtHDxhpcBa/eSMr5Jkx+jCu34NYQ1OX4hUqSBTS0EVvZWFINy0PSo9Vysh/0JmKo9DOa2lgkA
6fRjkqJiwAy82ladJfSPhYQE/mdZCHlQPvudX1UlwG8bpp495FFGU7tr9dR47BWIJteW6I8jfom5
uqsSPCRtqjeeYSTGrrLx5k1/cPQ0nMjICXXHo5X2vVNEr493ah5PNl33j6I/Z91tRfl/O2BKFgq8
BVt1aggZSipaEOWzEI0oDI1yo9RROlwKbHi+8JIo0rAdsa7cybI3HNZbs9+gkRwraO80n9J9mobC
f9Cjscn9519nTnUTiDPNLSQys/OgauGS+K6JUDJuRgSOWHZ0/lGVAu531hiZxt6TsupT5ze6+yrn
fcLlhpiSoMBzCR381UIiqWww1QrUH+2Ql4G68v6Wex4NeHHqVLDclsE6tQE03OM58NhqXXgSzRAZ
TVlSmnlHtWY/2ZMOTRquCn0+LVfqpmUZgTkO1DmKPPxnF/egbqjHqMU8nwCMyvxNAg4ENYNEewgl
DURjPQ/UlSJ3CZejejdo7LHJT2kN826jbIS5HLpy8qj1yJAfmtgN9IPldua+DNIziqHxd4Rfm41j
8XDVyw66etFZ2VnE0S4/3p8cC6gcwiPzlS1ONRBPzctGIzRy6O8FgLM+ip0TmTIhSqUsJF89Dydl
Byod1obk9sI0PgWZkf4IM0kVmpWfoS8+AwcthFd8zdAwL29JMfEHiVIE1aOXmlH4nc6Vn17gLJq4
09M0P6lwJjNMzjkTMWHVLQ2lSRx0X0qvi3aBLhD0wVKX8H8RAMNTrJ8BEh3OTePNRX+cviCDSC8i
fVSU9vHofnej1vDsAoVwvMnyxHwNDK6EdiENHOm0pF1jL6UxkhI8VIpAjTf48KvdScuiAFWs7/aT
FDs0JaHe1DRzk4PbuImJ8lvWvO86QUztRhUiUdvSbc9w6XF9MIFRroj40bS0SZ48LVYsSACW+t3t
Qkk41b2sVxch7vWpNtPRnyDUMiE6S3JwqLUyoDEdwZs5NkyqwpY6ta7tXIQSsJVGGipHHQtU9+D3
Em6LWixT2uGEapDjXtPx/KFHMCH+JBTnXm6T946IJNYjE8Y6EQex8FXHTR4RtK+UuCvfn2WLBT55
btLrh3MCf5Hq+fauAKCvayTQeI+CnkrNu6+1iBFdlM4nUpYEDNx8dumJhre29S0uKQys0/6cajn8
H+awcu3ndEJM6PHDOLFBM03wD5XeycVv0huC6hQUUm4cSty8M2dgH3jXulR/G+MiIt1J7CNrePM0
blG0bEPavewNQZY2x0gnA+HkqRJptnaNQfa7z/6/lp441xywHVL+4odHHQgHa1HIy31Ed1ZOw0dL
ADXaS+FgbJRBQzqjlO4jiK0s24QSu2B/dE73CciT76ihpNiAiAYpGrivr6A2y82L34RCV4JlPNm6
z6/oCP3FuoyT5JE5Xw+kxKhqCA89K43HykMJ5pDmQi1G4oiyq7yifE8N13pDsUd4p6BkXfPl/tSa
ps7N0csVVGILA6iGGMcUuZ1aXm1QqSLdeFT1PAM/CRPSTfzKMI+iTqVxfzDpo9GooPDZBjnju8yO
0piTPo6ajJSCyMx9bIULAo6ICBEjCJoAGw5ob4CoNlPj0m+doel4BRsT+zcoLoknFO1nCXp4+kBh
4mEkS5qAhcOzCtLT2WbmjYm/sgQWK8BERzOJjmFbWaA6s1+MSSs9uqbTHo0e07kmyowXM66H0pYR
v75gcoQSMUHd85y2vrHS/1wWnSbXt4m/C9BHc2RBZSFxiGgVS3lkwphpdBQqKf9Sq2JG/E5nemSa
1Ibiw71Icyjx8lYLqlBz7X4oyb8xkDoireUmitSUXpto+wSHvPu1OWSf8riLyvNkZzLsUZnGeBkR
nSU7JT7K565oe7B5TMYV3zEFqxkjbESiYHgRRUE1f0ZSGf1SozQgFkoO2siREmXwHZke+jVAQNfb
A7Z3xtZVDTSh5BLV1kMq9plMFlhbWci6ECEEMKxUudDCDTuMIG0GUUy9N7nJyscu9KGN2DFkUaVx
PLIhzr0iIcBemY3zQxPuAAwCGGzaRM/Ejet27tP1A8UuxPTUl22mwfKqR2J6RkPca0PaXBAPk8Ol
TUFMnPIPg9YkOySX2UHMibdiq673pM9Ip07U+sewkTrFJnRu7WY53/tNLMImY3wZeyMWqTZN0L/4
FT5W0iFq/vKEa4R2MOM4+C+jJXAYkFBsc1nMnuPoH83R2PkmKhGhEyDb/PsfLvFfY4IZZJ1bCd0p
LjBMCPq8dVxRTh1g2u4AU48kFMVoV2b7fG8wYVPKHDTIomjawjy4fdA8zBHDm0VzSNUxuWoG5oa2
T4ultiuRvsfKx198+2k0KD2yxa0OnvzstRq1JdBkE5tDToojwFcaiHaDE0++GaTeZ25aePH8Y50+
PaE+vU52fmhUc96KJ7ddUZAwc0D5pn3Fa6YcN7npRemTClOQaCyhjK9JTXm1MvBHrxYcmkTMiZi2
6ETiPGK5riY1h6yuyo3Radm4Q38fVDbkCWPtOrd4tQDXE8scBTmAMGLI2w9Z6pDCUsCMY6L2/qaP
9HBrJRjGEBT+XuYU5veX8QfDTbPFmHAG0Fhx+u9/T1ZJ5caP2v84ZJ40XmU/lKCJJeKvri/H5ike
iKm/P+LiddJiJ+l6IhxzMuKFfjuiFbRUDVocHKNSip8giErlDiqi+F0I6iD7xwPInAZjTU1ByZQy
5uzxkiyruUQOcEWIh1S4WHJdJ8is35guoZowLfNtWmFMZ1tCsqZa+eBBVWpOA/kgtR9KktsH1YLO
dBMkzsyb3gW9l8WTJ+XKJ3WU25/33+kcX+ExER/RU4RFIFHPzh4zJtOMmr/UD2xNnV3IWUgSBlkH
4dq3mx/o00DA0Fwdp9qWd3r7TE1idci9R/1QYksfk+RVDF6D6GDSynxGCKV2jtGM+visB0N+KiMh
1x9j4nDyz0VSArsVo+R9J4dHDjCoEgS8xWoFVlGIhE3YyHqovZlSLP4oOPr6rTxgd7TRuyy8piEi
qy2kNss6BGYqn7HRwq01SnH7eExLS+8OVhAn/qs1jJhI7dLaxWhhy/akuj8DL9GkHz59/Y5Nscvq
sXMKsanjnyWIDk4VhafhHpCEWuFjvJqB9KZp4NZO0STNTxlTteBBxMEs3hEqZHhfI+CM5ljBptwU
pPB5R8IN28JR1EHj4Oc4lh87rkrb1IR16aDRN8k7pCQzX2kkSSB4qY/zQzp4KSIDo23LqxFaUfbr
n+cEDU6Tw29KxVtIViSrwm46C8yDh3eF+rUV2047JaUqNmsb5OKQnQINcGblHOCMZdDbSZFXikQL
XjQPg0Ep19ZNdyFZC4W2h0zcowSh1szLMvzHHsxkkMlFAL0SbQPUwNP6+2vr4v7ro6BHN2EkMCt3
xgD9dmfJVLlxha0DNqx1mR3uv9Tlmp4SszHzngByVvZsodFtSqCbuAK6MzOsPw1iAcSowql4GpLm
+/2xZmuNXwv8DzGfww7x26J4BoAS4VmU8pmFOHrPTTpUr74sxMOmh9tTI4MTpTe8gX3vqBiV+uX+
6DNs5s/o9NU4byfVE8v99u0Odavk3HzkczNZm1e9pP00XK11hBSPTIHYzA0iYGtXxVAEKkEfV170
9CL/uln9GX5qBXALnWyo5nOKp1ShwY/K2cuJfmmznBhKLZFfLVx+JVwh1Hrc3n/g2af9MyIYASA1
pyEN2dl0wjGusUh4V88ukTi9Exlq+ypkIRd3NSjkz/cHmy2Z/w/GzYRNG1/jRTFDXJ4oV3mqnesB
cPSpN2rht1znWBfritgzryKfWqb+d+nJVD794ZtBDF1QQnmloUCEvX6mnxO9CwIcDAcgxDipGNj9
Y+395xkNXNO4/wH8g4DcziAZU42O9DX9DMhHlRj2gnDWW1d8xnKP3raPaG2TVU2/0rj7U1/Pp84k
x530sejl5pR+2Q/0Us5c9Zx7o0UKggpNuWwaI3e0QOk3aZpU/1UiPB8xFEiAHTVvi4xNfrv/hT/+
GXBwJyOzyah5Np+EDEunXjDUc6sIEg56SrTThU7Fpc5LhQep9vWTHg75z8EPzCc4Ui762WBNVzFH
TKaPAPMDXbnEMmVTmv0KXSvqrOBU5yNUTXGUBnyL9piBeJB+vAA3uRY+2Ocx6vUU+U6E5YzVdeO0
ofjxAW+NYvi3XXv6QbgLoG2lu4qp3hyNU0s1jaMyUs9FEsFDKwN/V2NKtg0NK3qs3bxcwYyWy5od
W2QqYKQ3GUfPZqEfIkwi6db9PBZIKAg+SfKvYgwvPOWaX27vf/TlpjkZ9k0YsoLBLVex2ylvuZEv
5HIenaU+T5vnugxHZd9XXbtRdMEncNIMWmOT+kXxphPl8s0SW/y6Vkr65d5CR4Szkd0blGzRcakB
6YRMG7Jz1lTJO7+nccKuU0onyhJz3LvEmT9ELplC9599sWOzTyORhUzKHRSTjhnWI3EotV6HVwYM
hD7d0bO2kYgfCVDLq11Og23lMZfjYckBExwvUTiii8fMcOgfIOm65yzqffdYK016VXO4bZg9eVW9
jdR+/Ld2zeRYPNlyIN2Z0FxwyNvPm+Lpj8OUaZ0rrc6bY2Zpwb6IDRJ6cy3tu7046mq08lrnOOyf
QQnSBL+mRb6kJfk6DYc4S7xLLMkeYTpEh5Xf8Jkyx2tf9Wq4KStqvZNcWPEnLuIopAeLaNfJwTfp
j0VdlMW27XRfWFlYi7lOS2+yPcB/gcJvcZZY/qDlyOSsc2LUzWtUEmCEZZWJaxJXY/W5LSLqeNp6
8Tltk5RLrBGsKOc+mAEo86egUWbBFNx2+zlaKSkyZRi8S0si0kn2AvnNzTAxN+vSi5xIir21XuGi
JOOZLYMTFOtwaGJzvLd3LSHGPcU647Q8Cg+ZEifHODdNVnNPuHZkjrm68QOEMY5FXbWGAC/2skne
AqmGlgIyvaVKTmohoeEXdvFhy4S7LjLifYX/vb/XaL6srK/ls+oUf+iTJwLMUkLVKnWQul0RXUJB
qI85f/c6aoXyHe3hN4RfuP5bGVxszERw27i/lSzPThrFXGdBb0FdKANnm7aSYYxuYDV7CXEW+oIb
ubonaUw81p1Qvum+luHIB62jdgW4AF0a/O7x3lpZ7B8sPIxjwZqQdcs0HeaSk1QnpweLZuOsVGR5
kj2v1PVL0HuC9gymjuMBdspULwHOAFM8ay+4B1VIo96WyKtPSV/y5ceyk8dxZdrPc47ZEaaAQrAT
tiO22jlDMq0zOW3NyKKK42jfEnGtFRs8BY3WjktxIEycrF+XrGZPbB5MvQoKh2icautDy/IOJiEs
OJaFnRs6SNNCPPSyPvkqDhxsJwpkQQVgHkgfCEHVd41h9b/BctvPNX7T44U0vrxzaO0U+daHmP++
8uWnNXtTvPFskxJDmvZXesOzEzQMo5EgypYVpptCSfiZYjg6OQjcsY0a5X/gYQwuqZhREMbzEA8y
bEejjB4NsV2L11ico/wUbl84gOkq+8t8EjacPoaO/vsMaUSjxRor3hdPl0pjW4md19qJaUIQ8fQy
fLn/Ej4YGL4EN1oUR9NdZF6z4ZqduWxBZ0srJQJYECh8A02P2j0YN8lm0dhefc8XxpVlt9xeqMhE
MsTol06KxNm7ZyMgrTbuvUtda1Jii4NUOPCzC8nWpD5cAayXlenk2kN1iiSdSx48t9vd28yhcLVE
eFyaOPZ+QUqpon3dhkr93AmdpW0HDJemhBcdKmACjzN7wSFJyDeKFBXKphILYWVdfbTrUElMq/1D
GoDggVQUre5fgi41XnNO86cmE5EySQrOrVEdFDYNuP6YJKqLFERoezg+fr2///X16cFnS4C1zTvh
4g8qOL84QGzFAav2rHMnNGl+VANhNG0M22USfwDlx20SZC0GgUFU4gnZGto3T6vwcMzVOGwOfSak
7qurDLVrC2pMCjDcbh8Kd2E8y2RifYZR7Cd2DB5UOO7Qpy8DbuuaY4Je1U/4nA2B3aiJ92n0/PiX
0VB4kAGTKo+lhV3tzouUMHgxxaDxHXgPJu6TGoZkIPERvtAK6bv6SZLKeKs1UK52fi4Eg+MWcBX2
WlYL+yY2ybLQXKiASJBF19rg5ZMFP0miLwAVGyJ8o3BQQqdqmfdED1QVEZiaVPn2xN6CsGJ1oWhT
36af4aa3w2ON0KzbNJngFydRGkXlh6LF6nCqapJotj2RW9jq+2YGgzIoxmeCGJXvuZVKaKeiMHi9
//HmhPtpbyZRigYFMCnl93xWt00Wa3Khu+daTYf/hrQrxr1vCroOI6sJVCfD0x2pyoDEzk4qM2ne
ZY4yj1hyK4l3UVWXrV22Rf2k4jnr2a2ZNT+x1iwCJ3KzKnfu/1xFXs41dtvJfYQdd0pNu12EQdoj
IPEs4eyPadJu0Dmi9so8dxAZW/P9h1Zu4+LZqyvR3AtwikpyhjpuMlXitqqdY/bKparslLawhb4R
1S1Tu6FFU4WePXaK9D66IvNAicX8h9SF0YuRiKG6BRQV+41U4+W2Rb6bPGs5+elbAZoIA1cJci18
UOWCWd5G5FVauM0c44L3Zed+OxTbGgLA2vr/6GXQzMSFgYAQWuyzfVcEkCGuyXLPdIMV8QcHHUEE
NmIA36PVM+Tqt5QmE9G83ZCSXV/W1qlDp4mJ5lhgy+u4LRGtGWz/tTvsstCF9QDlFpoUW/NCM6LX
hprpg5JeIprQ5bNS+uNbqJZt8AS3UTsgIqpWzuHliDBxqa0p7DUq6/nZ5/dKDaHBSi5ouGSRiA/6
l0NitKXtVQPge7bGPP5oQMAa/C/o8sH4np09sI3ocLhVfkn0zjxwAhLXMDS0a3PIQtJerNy8WoEY
l8csmDSGRpzjH3kExJ6QWKPU5Bfs0SvNVokhr2JllJwmSUNHaRIsLEtg/5Vhl/cmvGeIaOQP+AkI
CG6XXIJSwtQCI710VuEaTwGu0pkTWn3xH6ElyHg5oEYLR+ipgzqSRqzDp5Kbslk57D944ax4amv6
Th94yLVGG8glFcwFdzOCKyrIYuyH/puuolPOiixfKac/GG8y6oMKSnt6ilK4fey69zoBg6rykhEh
sk8y9zvqFO8RKVS1J4bQv9zf2T44zI3JEVBj2oBKLPIwU7yUumFQiotLqoW0CwcfLYqJybpLkawM
u5J6w99S40jyQwuezKHUZnFwQZVVRytX5Y+enQsEVE/oQjSQZ5NbxN2FVK62vHiu2+09ecwflUhS
RgS12TMxtVBh7z+9/MGITGv08qziyf1ntpXR+lER/zewGAOV7EvXF7V3ALLeOoy5AZYelk05xd57
DC2SMwJND0Hvs4jVbWpT73Y1ZKbCxP5bTAUFq3rJQMuNDyg5g2rEFbtQVJJsvVRMHbEZoRk0bCM+
+rJGwcI8i9qdX4qoGDsTK23oi1mlfbZ6Yy1b/IM1zPwFRoTeRH78/CpkqaGg9HodX4qyia+iH+s7
hLpIJkKlO+X5GB059473X+4HF0P0INy/oH1Rpy0cpBJkw2npjsZFxSz1wueEFSD3yveiK+W9LlTh
V9ro9c63Gt605+n5qZAkQXZcyEAJsYTS8M9ry6RiZVVxX0UpMK8YB6sOjAotwcULpIi040HXtgnB
PD3cTFN+zCP8+VYqh+UEo83M5GI549K6SNLC+6CLwjYyLjE0eQHfeFxxeQnDaxBidYGUtOxXSqtp
yt6WxYxISYXCDKLCAlvtiKeDO8aIkTuOb35Qq048joFul0Xabu9/YrbB+WiYok02Hpx/bFs4aN1u
V64WFbRwfYtd2hibH75aY4+BzBxS7jswTNVXOw8tbYvtch3IZHl1EVbbnt946isrO7a+1YoiVKLN
iiqGB+w5BcIh3CqMD1qmx+Iv1lulY+UTtuYmi+Cj/ahll1BPzR0hd4UE9pYH7Aa8Uy+Sqwjfsqbe
wiW+P4o9UsWrVyue+jT5q0Z2rqH94kVIYaP8AKBCCHDq5Xygzm+B7+INRCVhOBE6In+SvaTSGoeD
WCRUQNUamRvlYMmvAtd9DoLc76/ccduRVEeVcE0tUdwdCYQEPSMmbSJbCF3jq9Eq7dNU0EeHkq79
Tut6v94UpDOmm471GGNoBLnQ9gQRA2+nI9FMfG0KpRbtiJLTdfKuHM+mUFjGNtas9t1XhTDZmFom
Pid1J75IvSYNuq2lausewzDL3Ufd90wop4GknRPTrVJMDmPpq5ZG1QCVWnI/h1mPCjDBsKDcZEot
/6Ie1ZQvKcswe8g8jSBWtGjF+0gQyo+yAT7bN6JUPbCeBTxYEFyOdhRlQ3AtMxquCjHm34i5LM6B
6hWDQx/JvSQRgBQG4VHkJC0w3SYr4uoBW/AsdIKiNy46uQRfXK9rr5ERuT/byJJidDgICo6t7Hnf
clhuv4AmJXeLOW3hvaDiHxUnibgH2DE+BYpD7E4dP6VK63ZPodhl77jGcIsapBD4t1Asn1CDmEgV
vDDkwdsPgNX5JrAqscY/P63eR2QS5oMv+WFBmpVJ4CORh5a/45LoqZ/M0a2tM0wKcg4EMdEfTHno
XoE7s3CHCjx9AHE3LafUySHhVPBxMhmCoTjrY1rXW/pdXm2HoZ7nXM6mDcAgJdGwRYxhvtPNzX40
udxFTzyUvxmH1my2I/TzExzhRLbVTmy6l8FEm7MZRxLit6UbFb9yF5tPyj2xG53MNZr4taF7KJMC
keHsr7aVZFwJ4XbfO5Xr7QuC4L59MMVIKBwjb1x/7ydE0gLIDG25cYtsGJ0craRaQ8vXaqY53bYf
ZU07xIGrICbbkAi5aXl5ZP0GQS31m4Z2O8FbvS9xF7NyvMWDiejnhGKBjbAut9K3NiXK4U3KC1V+
9vACb14UXv83EJysfVd9g6w9m3AFOTv6Xtw9iq1UZt+9DqbrmYvXiP9WVxKqRoR4ZfxsKi/sfld+
oOpPFdae4y7BWGGwc92sT5kYWL09qbIUPhEmrFpUWc+56pbaQ4TXV49so0UfMZSkajvd0HFr2rhE
oTzh4qglJ/5ivK1JD+l1B9NI4MmYWmmy0qZWOJguN84viRb5hIqJeU1EfdFRa9b1MNoxLELR1rxk
NDbDqBbGBXtAL+P7RpW5ERKxap26LLrnchxH6RiIgrDX21Cz9mg3YevUnk4wTdAMQbtLrZr0NLmI
B0z0cRfxjvoIP+faqrlVPvG8bvYahmHPbTIusfyTCln/rNa1J23VpE5+1QLJOCtH5aJgwDqVmxTg
CsRtqoZZYaQAl+QETQ8X0ZO1s4unaoTGwsXkrkUScFJHlEl7N3ajNULD4vii48mEgfdGub002oRf
75ktF7yLHqfCf1HmXWsgi2AjE7larZR/i8NZm9QO9P7454M2pKgSLYXAw8QZo812WT4m7z5Xm8J2
B027yHU5rBS4y2qbhoQGUMqTcX+m4r49LkeQJSy3ZJJySCrYAjSIT0Gfpf+hrZCepLLqT6JeKXtp
1NrBwcHJLey+Vb/dP7XnN6uJ6AeIAVmGe9UEjd/+iIAuZ4LmJnmRByWTbSWnCyY1WfAuZHG4K8WQ
q9RIyGdPBkyHMWWZNGstqfn0+sM1xOAPcj4wEFD27U/QQ1NwPdPLXhqtlL2NpdQWxokFKbOWEdaP
flOWn2lRJb/uP/m8V8OwGEjSl5pyRq1FX8rvchy3Sjl/MZHiuM9umtIX4Q1VX0fF9/a512beJkmp
yD8pJOh8vT/6fGpPo4NU0q+hBgcrn60pzn+3zfEdfAEmIAsjSTPjjLVTe9SrlnyW+4Mt5/akJWDp
Unpjyj0XQSQZxEOa3vELGsvC3Ymh3P8S4obnjUpKmxM5kPLKjX0JVWuYUlJ2ahNplSbsbHaTqoz7
F/vwpVKCzI41coJCo/A+FVVB9WXlUv7UEctuboYqrt7zDI0n72nwKf6A0/+18p7Mny2yGaHfQ+2b
cwwwcwOTldP+Ynb4rA6hVDt4L9T4c2i1cbZqYU0JP/+80p8tk9MO0SDk0rmCE263McaNMly0PEbV
WvjaIVGi7stQZ+6afcD865L/CMRF84GKfNI+T2X5X5w+Y4xCRUc+9CJ3tdiTT2X5NkYhvbmljya/
q17u+ysTatFOo5XPtRx7XPSfkwvr7OuSotNlkEOLayIoeFnbk/WUQrRTamCBFBWJd2gwxZK+ZGJP
rU49P1obCDPKe+bJtD5L05MGB0coA7seXxRb2+tDM9xBMJYfNcXVOWAVT6gcP8FgjRt2a+2gURIn
kyld1/4nCl7/deBq+xbj3aa/3F8uyw2JhwMDwNWEeyHb4u0LtTT+l7KZ1teGyMbfk6skVKRGeS4F
PQOxrfSHYOzCL/cHnSuVULNy7FgT7RS0Z/KsuB01aTwzH800u5JLjCdTUuIz5jRG4D14WmNoR5+U
3w0Zkwm65KHUjJMp5aRZVUKp7DESb3O0r82Q77nO9gdroMo5yINQ9ysgkcrP+PtKyc/k4VlCVLdI
C+a4TKBBiCHKWH4ZyjTHABqspN4r6KxWlux8Bf0ZB7WExB2cCTbfIKU688CbFfmlLapw2KWj8Z8G
4yxwpFakyXH/5X80GE5mcHG4wgK1zaYzfPow7kTCIajRCxMpBvwAG9+Pwd3QjYHgdX+4j97h38PJ
t5+azKFcrXA7ehFSgeyvyEv9o0Hq2LCyCX/0WPgloX6jels2vUmjMvLeHJWXgO43JVsePGhaEP8U
/Shdw0aXz8TchX8wnapwueaneBCmteEHMjcNN+reOiF3dbvlVb/ef3XLRwLVB7SBzwEOrcwJkkUh
Yo1KD/nq9YWUUarUI5s6vTYnCEv5/f5gixJhMjJRTbBn+DITsj/7Tlh6SibBklcli5py4yep9c7F
D6N1s1GHR1hiwVULwvz3SBnbrSyAxS40DU62Kt1lur7wiW8HhyygjBF4xJVbE1GIFkpkBYmcadmh
68Xuvs6j9Ci5+rgC1X300EBi1JuQ4SiGZw+NUgBRHxrNq1+XLq0ckpS2qdF415Gs+WuGEy7YRCPq
ga1qhf6vpQqrDxgF7gzj49wzB2ENwvsEJS9QJYWApUoXoQHrU+GHWhX5sfGrNUxuMZ+m8UCXmbSQ
exfUSridrp9AK7ziGG0KJ7+TknzXN24MewY3CGvl4FysEnSdugg5mwkBS2f+cmW9NGQKA6JNS69O
QE4S9T9rzNfSdRam2RPIiIQTuJWeHFTpWU2tqj4p5EUyXM0AeOR7ApUWn9rC9IjvK9vmkx6DpB3k
RrfcrULjCoy104ui2KeaNZxiI9BiO9a7ajy4gVZjY6rlmMQQJVx1PrfeoRxPhV7E5dU0/fyQiWIp
kRskNIkTtSPhsRgScKu365Qbfb1H2Y4Gn9Q9nfjnMvzhBxXmK/fX6uJDQjoxJ3YsBlMfENtK6nSj
RrN/HXXBgI3RG98kAjX3hd6sOVAsh9LgunN5w1L1A4O4bpQ9BG1+ecUwvL76fmTJThdUFyILtWZ3
/7GWldYf3332AqJcPvA1gm8bKGDq5bWZRDp7t6/iAwHpluJg71GXvy2xDquJ3zJqe19p8hcY/yO4
+dgDdkhuleCRkI6jn27EyhDOg5gUsmMUVQ9poPVU0hRVb/wZeiadiEpv5N8a1doBFGDId0I9ZZGG
gl8VzwWxE8kKn2Wx1XA2sZ1Pog3E6Whhbrc4lngZBXrSXCWjarERJAMGm/68+dzLZfZ1kI18q5Kt
vg8JA1iZLouiWeHrTQk5kw/MZFRwO7RkJYXnkjJ5zX2wPBwMcxrnJOiqjVMGYlHtE98b13IlFlv6
tBqxdYfgzwJdXDmbgqLSyOX6KhVS0+8FOppwUvKQEAnKte4pJTNnF1fRPx8ljMtJMsnfJ6e+OQe3
LDUvCJSyvcoKyfQ2X1U8+cp4NHFSf2sph0h71uU1RGWxTHBRhP/0J/HQAFyZveLW78uwxvjpmjZg
msRSQuOwrVaIk53bGXG+vb9SFjdObiE4JUHEgpehSoiNbj8pXCNYbengvw5w1R+Cgla05HfhI0jf
p6DM9roaSM+TteoTQJ12aHjkp6LsqpWZtcB1yN0yJsxKnXLKyUmYFZNpnyRM9yh8rbxq3KpxICc2
wR8qCaekqPZ2PvrV45AXuWuHOSICIglNts9Wr6yVV7KYb/wSiFlUtfAzIL9NX+ivm2EddDntgj58
VTivI/IR3HjfBZMxRT6W36x2ULaU72vb46LXN5FP/+SnTOgGVqGzD1GhMm6D3ohfEeznz5Ove2jn
YqIcyw4HZdsVVAFPahJvc1utC31fmrnxyYQ25TtNXhRbviHN1fuzYzYZoX7ikAbKplOjTvfl2asw
Cq2IiRy2MEUWq59dn7jbBuNzsoqMQVwRKi3H4ojH+BwqGsPiZnL72hMvFkzP6PyT6WoYRre9hnc4
vsflps5NWGj3n2y2k/Fk6HWZZbxnVje7y+1ok22ijiO6e8xjSz3E1lB9FsOh2IyNZW5kOan+Lf1j
Go+jVp5IIBSlwCq34yUD8LuGAOaoFb330oqZl+OqUVogwIiu//3hGIzeJf23P0PeDibJKLrHZtSO
aaF9CcxC+kylUZ1QB3dOqXXt/v67nH77X5fb/z8bVQQnLU8Hh+d2uKj2GozqCFOJILFs8CdSbUET
s63SRJLtisJwCJJ6hPJlxXvXUpKVw36+hf0ZnwNiAh3ozzNVb8dPdEz4hDo2jyQi+2++WcQPXtqL
byAgyZvZCjWNUEuOHEVLzcdEFYe9Cx/2lIyquPJTZkfz/38JjBvAUdrHcE5vf4mm0Avvgd6PKV7W
G60Zh58BypmD0kNty8mYo+2C/fIhwgP31/2P8MHy4d4xmZDQt57U2bdDj3RTKupP/Sgg8T1BVSTr
nQ3hxciKNQ34B2uHzgYzjMYtt6z5UAniI+5zDJWnar7rmiDbcEYTwdk13V4fkCfcf7TZhvznrU66
MrShGmKEuRQco7RSiwaJ6SwNqgIuGFYPJtm1jlSJ5aYcaGY7vNVyZdjlY9KsJjcMwIRPJs7tA2AQ
YXXi9urRCHz/Gz22xNbHpt/1SiU6eApKK7ec5WNOfGjQ5j9yXxidt1/QGtkiBK9Tjv+j7Eya62Sy
LfqLiKBvpsDtrxrLlmR7QriRaZMeMuHXv4Un77PksKKmVa5CF7I9Z++158omZVzmZhzY2fiQJHXi
hB3X13ttMumK/fvtvh04PJZ71aYD3xxO23//n+0urRN9W3BtVsI5Pxhp55z8gQMs+ZPuh38/6m+/
kGujg62ZejLnuT8fxY08GeZR2Kel6/VfA43W56SgkhUSSLuqkA1ovSFYtFHvvNm/fEmCSSi/UVvH
VeVt0/Y/PxGCq9Lp3rsnlXNoI4jcv4DVWKK2F7R7k+qdnewvC9IGvUPPRd0c79Zr1AUXrZYlMXFO
LtGBRzNfi3ttlQQ+Vb27PJk9FFpPed3FzCd4ynPiUSElatE+6yiw31kX+IX8uj+XZ7CD///WXwNb
6GOY5LEMgEtdSz4IB7vJqe1dUC3YmmQQqj4ogxChee/cIhpu9e+eyAb8XJY3nvR6VgkA+9yB8zCb
ErACGg63j8wVaSs5AFzMw6EuxLJrXGgeOwuV1H1abEppS1/0T2yvaohM0MAavupU0slNnWa61y2R
iN06J6J7NmGVLVcptN6/nxsAnTsvC1rnaC9d3ceLnSTmZ+wC+RzZPsPnvJqNV+2tedKbeO7bdX4a
dFoLH9mDDGJQBCkKoY42SYR1WSWPDVIzslRrcnh2jWGkT3VjaGlsiny6ba265sbHj70lukJkl07K
7kErlKK3nLuVt8tnu/tYcTz65pnC+zjayUqSoBVoR9mn1i+TaJLvujMPWoRHsKbUzTmNk1sF0DEc
rZbpjDgEjVY7ld0OqmA+ndNpyO7lKkz31ncF4IQec/2dl+vpA+aY8kttdz14Cl5f6BF6cC4SZ8wi
i6iEJgIc6ItHw6iRdctS2p+hcPaUXQ1j7XbpkozWwZ9q+vZCaT/6zq7MndQ6x4hXyxllyP9uukA4
9+Fgij4IUdBV7SX3liCpwqy05htvDpBjFBD83Bs/odMeUejVCGtyM9O9yQrJa10JLvg4dX2aHMRc
Zjc9ydl9qPut/FGmDkG9iGkmqBSp9qPwDLJUaBxUX9KqgIuENqHv9A9a1YI8dipRVfdsa7b2vbS6
9TyI1A++y6AUxV5lZifiedaQrcquVcFZawf9StUR/cOwLB0St1EpsDUOBpK72iPsJRRmW9l7w23Y
BHvdaA5OFhjBHeZ+NIZzN6NvR02VlgcJfVVFuZ/m+o/WmIv2hskMqLWjX+T+GoI8zSKHtKrprhGj
te5SSzi/IIpCoPME9CtvgANM92YcDOcucRQKPN9dm3LvweyKgd0k05Ne9WoxInu07OsIuHaYQqRO
nVSxvSjtRXTB+sEm/Gj9Rq+iWeqdSCbxvbX0YvxiLon2rZUjs6fDnYMguk2WpiIKZ1zhhpBPTHU6
bfqpGenvZHr6scssr45LbZmri7fUDfHTpasvJQtrXurRiA5mCKlil9pHZiMi0cps5rPEMgNIPRt6
70c5mppH12D2+j2pTeMShOyx2XNZaJT2S+R/W5NsdH7opLF3x2qUUMBI4EIJiC3u4+jOq3VUEEXv
kX0a3tkdtLaLmnypXvou72w6MW2n7ciu7Wb+tqEan4EPyvGcoiw/euWYge5anMa/pE0ju2O9Gvjq
uSzINmyB9i6XCqj88JNKWz78nDW7be+zsqXJExHjMLdHf3QaJ7LF1J9q4imozC2zXEJYnqD9tUDq
YMxGzWmvVBzs6q6UqsKpbVnLT6CwgYq5dlouoMgl18J5gBq6482awz2tUNuPYdoZz30v6/vc0Vx/
n/a+asLFbJyccL2yYGIM6/SxdomuBVLZBH2YtcOU3gxbQBIElhHIoYGo3qSRTAkFiY3OHS7F7Bu6
c5MHpwKAwWMNi9QNpZfyDwJLDuHkuSkKt4ahsodEXJ17m6hCbBOueRHalugg6rFCckRbq9xVyaSK
eBk7/SkQq9bHksgjyGC5mihPerk4+VZP3uZInhnVm3UFg020pmkfOrIP7GvXpe7XWij/DoILXfXB
niYUPZU9Fztv5j1872WhUjojUzpHam4UwGggkqDVXZVYYe91Q7pvnX5KCefscxmlyKVIEKSs8KLR
+v0lqzT4rhA9fnJ7q3Mi7jLsgK0RqJ/zVLD6WBApL8WYZg+r24B2nwPJwlFlWfCkabNVncxML7oD
HJ31VDBM6eIlTfKs0qpDXe1P+VdVevqN12FtibW1nW4ys/TTKFuXad75k6ZOQTA0nyuNSkwoF7P1
UGxrI667wPrVa+YARNMduFUnoqW4NSkv/0lwSk2NtvGaYAslrViEgMVrGZADe92vSL+CAwHSUFPG
ftaMCJMKH2kdxvIuywgdjVxUXB9MgmIyFGjOVN0FWameUFdWH4o8yde9Frhdc2cXnWZ/sGyNdmTI
uTYZTgpA9K9xscmj6q2yKz9UanUuyyjJ6tW0pf7aJqP6omedU+4xbQfmHmxsf822NiEZxqN9Oyyl
a4RycvHYzVtp69AZq3v1auTCoYeA5lNFdfkFbJ7RndTqScBF3cBXsUHTczU2/CqaIEmIyCLzodp3
TarNYTK2NbKwBH760Zp5uWEJbfkGkJFts+HY4mZ2pPsok1bHuNo5wZmWe+rE7mAX4tQnnRxOFhe0
cUcg5aTv+ibQiDYqJkSPVTF0VyufK3ACbp4Ncd4QOBk5A7KU0M1HR944pMbcSS7eXVzo9aBTrBWb
FM9y82sVpIHa+03tWlcbl+PPok/QR2aw1EH9SzEWIRCM4cEXtoe21s+rYqe0eXqZfNF+GS14Sztq
wuORO69OIwmyuBsmmVN+EHnSTkjX9WoODa2ccE0EfKwDRorpAX0d4UwQwoy7pWk9zlgkOn8JStNb
7+rK9tG2FiTihQZXizpUA0cYdpy6gctKEpEW2qUxeixDgfHDs/NawhCX482o+f03LdVlebV0ObwY
Av9guDaAzT/qosIBNfe1/2w5QzdEhhTzS6EZqjxNRBTWR9Nok/TCv7CCqNWGzAsHM5vufIUN4+Jn
g/zpzSkOzMztnPHJaMay3aVDr1PUrYRlHHHFbplc6wKQMreN0TwAmhofnGwqcn4gjcd4sBLfJ4Aw
6ZNTiSD4dpla1OhZXxpFOHIkt17gVIz5wV/NpIy71p13QTMgb+HUOL/M7CfjvvEV2G6ZKrSjTild
SJipl34O7AFdIY0Ts4gZz3MQOSn9x9DEWJidVCOW4qDp/uKF/aR3+WUyltqmNGsl9bEqZbZDDO8k
h8obrKc869ZmNxKERNjJtHAuC4J1+QiRWXWHXHGM3BFH61IW4pwGwktTjncUQVA+aLkmrX2KxtKP
2tXz74vUQI1RI7i/aQOrSc+D0SHMthbDLo9TmfovWVDjwCPPYHb3QtVFE4ksSzr2V/DTcdlOfPWg
yerxTDsTT5yDZyR77pDG9LgwJ7xINbLJ2F044KH7RzFyrABRcGJvXUPcJKCakwMFUQL88ibJi1MJ
cIOJKHGWhACjoCrXS44UDW571jy4tmPIc8agRxpdd8knb820PjS11JhgQwfNT2KcSmwpDkdBx2O3
OUsTSvMkKyZAWSawySp8JORc0iDAtKtP1W4IUlwbA3rkFQn1ypGu6qCXhzbR2uR8ehODPnZzNevb
oC4EPYM03dW2n+k43BvPuMcZVQ443QSmVz0YiUZdnKy8lGpVfqzWobxzG7PpL0KYYzwQqSoI6WlG
5u/Qrmr85IxTMMQ01PgLvNURj7UgD/OT3hqJjLCyjUwAE9PjXvZaQ/y0NWTGiW7YZJShatpR3Zn4
hcqT6SwiCIcGpgILeNbu03HuZRqi3kdYsmEZOWV7JnB2wDXJ8Nz4veopRvhzGhtzVTR7Ege8YDd0
k/ahpGxvffUz/p/DFvtTEmEJdTXgZEal3Y+tbXA0YOVqY79veWw3maK5gVI7cEwRlfbQNav85PdB
hfigm8YSvisQPK0fWb99Dqdgo7Sxbq50rczyZNszGnsjaPhyjSGX6ZYbvxdEyAtaeWMPguMMtcBC
u+dkzdHLSbva+whgRftC0ddKvq6y629HaOzjQRuIzn3H8Pi3iz+tI8SYlHihNJl/XsCdknLJNKb2
CUXyeZ0R8JlIcKNk0uy9LpZfmwX38O9ag/uqaUzVCAmCycUXB4dPS+VVLU7ixusIVLROFoXL4mrh
8rTiFOO5sdPBhjArMp9gYCPrO/OcZCxDYStn81g6Wm/uCegCmOtyJnlE1ZJmu5Ql3AsxuuU/IWfw
FVwjza56j9AyBgjifrKDya6vBGkYP6iB1XtzyZbsxnNKPt5IT1WLp3kCfTVoXDYfWq/IzYuppFCg
G4CW7xa7mnkZQ1lEld7Ud76cWRRDjdA79bVsMVCEzerbv2jjJPbJEJn/qOd6slybTjnP7ggEJKzZ
Qn7hceMSGLiJlu9He9Uqbl8+IhbmaEcKfd77gH3JOCUloqnwZo0QmfwD6YbteM49AvxOgKL0cY+1
br0srjTrvUHio7HLFrd8XAJ/yh5bLVlEzJUQ3qQ94dRmdxiTd+oofylcUKHfun5QzWnHbF/4P2Ub
Tg1mMNaIuAiFnI99O5nI5okHQ5iKGk6wKHwdJvN7kSWJ907F6G+P3tzVZP7i7ENz+uejjTZtQAHq
7slKt22f0+2enaTfB1S6Ockk9fTZo8Jz8UptfqeG/LfqEQ0QG5Aibkm0CK8KcpaN4EB4i3uiqA2m
re7IL2LkJJv1XZsirs2E0Epu30ZojMCRwxKPUIpqwPZvAdZW6p3J+5fqGYjYjbik6wA59VeTlwpp
O6dAR0/LOg+HVtZBF2tK08+TqtqcQkuh3nNF/eX1wzTWTQAJ1PMppvz5+ocA0HrZSOcEy9mMIQCk
B+nA7cTEkJ1NY1GHoScrxVpt8fDvZeMvKxWCrICGFx8eoZ7+6smGgikPgvAUjKO/r5K0+FaRhUNw
eaCdJsJJt3SDVfzvw22TMIKch/QIQ/b1JzdFkm7lFQJysPB/q6rAyvaziUtKmp5sYm7baWTjIwIM
uqzBe73Hv73urXeA3A0xv/H6dS+aWkePbPJTUOI2A7BpXXy1yPtOjl4dDVmf/EjzZjjWHPLEO+v0
2+YRfCLIfagxEIvZr6veNT6zivuveyonLqJh0VFPjbjHkSYaDLIuwgIZeaSI/IH0Ors3IF6r/7kC
zkzGmQ3iCTgIhII/v3kzzVYwZL5zgo1nIhPt0hM6lWvp1es70o23c3ujDGF1t8lJZHP6HcT0nyVt
8CSIwpV1ZaLkN++tGlowC6hPXUVkdtVdZ1HhE9mSh7x90JVF9wGd0pjtkSv7Vzkb83vNlTdpb+Cm
mWsssww7GIbBq7Hniqo2yFv0T1nbOQez54wX2hwKD24VrBfyp/uCAFu13ntVN1aXSYcwf7FrVOcX
AU8hhi3LhbY08n6niQFV/v84IbdePK55xCoboPT16kPwVZcQqxucXKzbN51JfTSqtcC5jmIxrhrU
jaj33fz476e+WfO2p6JSwgCKnBBR/p9DggKfGMQ0+5DXbO+eMGRyDUyIbN9sm8yHUJS2/84Tt9f8
R5WeKYB0cWsA0Tt806NQqe8nvjKdU+EtJsHmtciO+aInYcb68x5c9s2E9/hJqAzIz6Npyy7358+j
oTRIr7WysxbU9oMcrPVaik1xIddK0aNNvR9o7vtDpqZP/36xb38mLtdNPajjVoN09Wp9TamZE4Pa
FOdgdM++J5IXUms2mbrM30OOvFnK6e3TM6RvyE5qA5j480cG/rCpe6fiXLUzhV63wCnOJSM2Us98
We1mN0NW698Zrn95s/w2TBNsWhw/XzcN18EeaGyU5dkRhpaFvZuat71XdpcsTav1NFS5MVGcWYrs
mOqYG//XjWQTj7gs46yp2PFfU4MdvTNpNNmkS0lsumON2j0caLpRt6qM7lhgAwUjjIsGc6A7f/z3
t33721nXfp/yf3PrXovPWTOkudKFPiVpT+aM2YJ2MkG3RemQyjO+zebUu6PsIpDY+q9/P/u3UvrP
+bPF6zJ9ONIbONRfHfct7ltLi8zipBPe9kjQdl8fdGNUXOkKWtUoMIP2quoOacmQiTF5kiaZJnE7
zcKiQkHOdWyPzVyn0UoiY/XN8FVrXkizS/VDKXrr6E6l+vzvP/rtKsNZY/Pq0WBm53/dl2xrqVFU
tFv6hJiOqX58Xkhb2ZtO/3NWgf1e2OPbucfj6PUSbsAa88ahYcwKA0fntqcqhVhuU7H9NYLk2I+1
MRThv3/a28nHs1hcIPtBbMRD9Ofk0xsS4lSD+ji10XiWEzIznJ2WS0CeofJ8N/dDelsnQr7TYn67
w/JGafMy8VG2clZ4tZ1tcAj21Nk49YGY1ZlyrQnCp55vcg7tX7qM+3APPR1Pd1AJtGSNNrz0zUwl
G11D+r+qftAP+FxdqF/zut9Mx3bRqOCMnXUyoOo8Y9iVd7aVWsFJBPZc/2+GU3Bq8APRSCCT8zm4
vl56yOSQTt0gw6FqhjiT0PLeOOZbKtxJM5ErkNLR44dfcMlW75CQ3wxkLFv0mNHuoZtDLvnqa2/k
37zm9nxaXVWZocncubFqml6NOd+56NT+PbjeDOTtcQ6dMsQnG2z49SZCALCiWDefenzqcTsuxT2e
y+KgZPXeyfzNOOZRiGw3NZVDY/E3/uQ/BzbHxpafr/V8MnO9OAjbTHYFfLRIQCvKCOMxb4WRju98
yTcLKQ/12Bv5isSBvEFeIAPxRjTU8ymYaunHWe1WczRX+LdCOqJ2dSQQR78lrdR5KDqhqtO/X+9f
Hk+UG5szR1XuQK/JYi21IA/o43pCQ5Y822tqfqAYbDo7K5n14bzkHrlsxHEBGoFhBZPi349/+8o3
IRdVIlZyZBSvvVKTEL3G5dY+EVcYAAbQvSys7Ko5j7I0d+UgXjoDKt6/H/p2SPGNPXZPJE3o01/X
GnJVasXicO9r8rY8V4YzW9HK5auPNKpXyfHfT3szXwKG0nbQw7KBC/G3GPY/o0oGGe0Gw+svbddK
AWmipT+WphndSbeWL9SNecP/8yMhekFOZp7iXH49Z/KaeCe/kuMFjZ5BH1VWdPaqglMCenyVntu0
G9/5ldu96Y8tGfbSpiraMkkQjL2+WZA0UScMpOmiEwZvHLIRfO+pHWlHvvz7t/0WRb96EjQ8tlBc
MERs/mas/Od99ggL3KKAVlB0CMNOuTa4dZRTGM5/pgNOR98Z1BJEq5I54BHsQF90xq+4oVtT3NMD
lvmPpvakGxIv7r2nI3/7sVHlcQ7dgnb8LcXtz60QZgV8uXTSL62g9Bma2IpDE5XCB580tKMYlv+1
bIYvBwPUdubd4t79V3cX8hB93VIBreFKKe88eKt9O3bOL2UY2SFNXGP6UHSWfixmWRz+/SHezCIA
PTjwtvljb/aEbWX5z3dAOO6MgqyzC1mWszuFwrLIrnBU4oorUWbZO4fttwNs+6kYpb2NDUSN8M/H
raNFPF1SNxfLb3r7SfMavdqLCtvNOyN5+7v/HF/b2GIL3/TpLIyvDpeYu+j6ulp7qTjW5MsOZN28
8bGn8lk4i69OGre3Hj61JuYfbmI3X/79Xl8/n/gLQAvI5rD7Y3x/PYTmPNV7Jlp2gQksvlilaRPj
6ICyNzfSSNI3xTfc+OvB1uYqfedK8Xo5/v1s3jD8Npyr8In/fMml6rQhMXl2wxYb5j3wSxos9Cu9
dv08SlE/qaxXz//+wa/nzPZQy9z8gzxyyz/586FM9sJfqj6/5AmHnTBHMfVgk8qFDUOR5FnQvU/f
WSBfOxDYbDk3cmMzMbR51IK2wf2fwYvmkXpNuhYXMlOzHXii5ASUery3vHyMXeVWRzj+bTSRwm1E
/YgUzsMJ9s7b/suXRsHnoR3U2YZQ9P75RxSoZrqBXtgFmoL1HNAFvNOAJl/82Ub+5iSFOgeeJmMH
csw7s+n37PzvKN9eAPdkXgEFCMiIr0b5gD7IALBWXDJ6lWQy0F/GGJ/SKgtron0e+wq1GJ29nlDw
tV3XEz5LLYnKVKMtP8qZ+KPeXPbTgnYLxb4Vg49yjy1W0QuNiuLbPGTvosPN10sOfzQsit8EPqYo
h+w/X9hUc+t0+3o99zIobl0F0jfWJNrVEPofFKd8rIFNk3NYRIhmKnVfFGn6a5isLZihKMHv9mwo
n2qzG14QjclHS+VpddQK09UIj2SzuAboIfMv+HAqtU+CJk+uwkqJAJ9pZV9R84j0Kevs7EXlehns
vNqVTwC853mfLGZ/XGgWwxJtU+1X1ibKgOVgJdlCH6houzsmwXTFQ9mvdUjxty7iYZim4dOCAqDc
q65rwZRCQ9DNA9Jo2+BL6I74JprO2LGqatnXbu2W4bYxg6ljVCK0iVjArPtJQWR5bEYnHUJtMaZ0
3AlrcPSjbdXNS0Ye3J2RrdPXWhku4eipOT+mNLcgNa25+jVKo9XQivZldypdi+tiwJI3h7Y95hd0
7I69mypP7pvEoVC5+ka2N63MT85B0BORqiqDgApkO3P1qUFSU9z1xqjLowWs5BZn0SZ68CbwDtJZ
R5DBDX2kCKSXp+3yvivFTV+VycmGk6jCoHC76cPidsqIjIZ+OadBxHZA0YYhjTtPtQXwbooCca4L
+SjHRNR3mJbSJmrqNdWRJc7uZcF2m0TONNFTCPJ1PJXt0Izh0sB3Ggl0nUNYTv5XLLskyppmp8q4
oJ86xSnJtF+Ahtp6WMgRAJjjZer7BLB9CnOEaS++5BJ6O5dWr5GRa5oPwbT03G1J61xuWtYJPOQz
KVVRuSpUMGIZrYtLfCuUYN3vh11Oi+krjtLhg8zWcksu9pbhsKa5h7GnaTLATJMV7D1J+sjBSGyG
CNr7BaiUP5R7xAUzWm1GmhkRw+zr+85ae3GUotPTHScbgr+Muht/zkva/dD11il2Mx3/6t72kra8
rn5iGwdtdjrjJkg6i+LM5PpP6+Ss7SmYEdI4niOnD/laWcaVInT1w1PZpIdAMmi8HYq5HRhr7B4f
/ZQAypcJf0t7acdgRHE4WeIr4hE//YWmIis/OFJ46pdDH7Hc1eS5JjDUiC4+WmnXEhg9lTXyB0pU
B8nNg6uqspb7ySpEjqOxS8fTEqgUpla6okEVzIE2Btk7DHGSKDL3hoZV8qTsmS4NmgbdeGDiatbH
RFWIQ7w5A+RfWdL+QbNXVnE6b3qqMq9tM1ynahwfkVmZz37Gsnc/yGLcDU2lG5/ybELJlhiwlePF
Y2X5XCyJ5D5NcJQbkAax2j+pADAe0BLpfeSVq/iw8QIfRZVmZTxluvNIPU6VjyCO9eqxtj01hBWF
8+HUpDmI0DnVql6DjN1IA8sMSrs5LuUa1N+w7g3fqJWuX2uj0H/qhCDk5H0j7Pk6DiWIYL0f/APs
4sCISyvp5kNiyGRC+EAabKwctN24Fmb+oR2MaX82BgoyISAo/QHA+FYjVKNzlbog0WxQE3h/cmuS
+tL1yloBoqXE+q6DZUSFp+NG9mxrulNDR2ek0/tVfNFoxCEzJZuO+eHM3RgxH/r2Sh05mXZ6R5JX
pCuXApw5ZtmZ8EN2E4uN4Ru+5DYNKeUTAQ4RLbgYk6363dpIz9kndes0iJplqXZNsSafh3yRfUR1
c2joegbN5xmrbRcB1O0/L0HLpE0wHDxbeRp8KSbwVzeeSZy1nsEdPGt9khyCxtb0aE6HSRzRxQFq
CivSI8/taublAf0qpxvREmKjooJwDgSlUOAfjKxe7HND6ml2MoEFnzpnnZoPLQ3y1gxh7WVGjFAz
vwnsclrOE37ks0azxogBd9bublPbPwUVas+Yoxrws2QwpMaK3FhfMgGv6dAGaK0P+DMKL/aRvuhR
prZYE9cYIDyFC4oRwNfBXDcfA8H29mznlVnfAwryhnOPB3LBI262Aq/x0mvHJmvTl2RwDOzMrNuz
vRuFYasY0Cri5gWhJfGHdPn9z0FqBs+k0+ZrpC9CeISlw1+KEfm6hMenyPNPiOV9ecwzmzQrROAj
6qxiwsJ3t4xj0twOhTvLC9bSFYW22Hp8kA/yehi/SD1r85MEv3Ct/KAsr2Lu1VmATdUf5kDZZzS9
UAiJO9OmeHHH1uA0PXcnywBKH3O/N8WpneexiCQRpUHscG/5qMhpe7RBUtrHvlm87DnhSCrvN6na
FxaQ5vtoZdrNimm3OmcL7u/PXPcDucugHOrkC2jCiH2geuUntGFGd558gH4diXf5Ti+c1PjG1UED
ZGp2zXWzxZxw5hOiKCq3gfbnDq3poDDCLzvgf8zX9qCmdm2Zycoux+sKos+7Xcda9i+Tm3kvWdU0
zZ5SmD0edZh3P4HgojYGKOLSaUnsAiWBgX6giTeVBpIpbhaH1RF9/51yqWxj16/sl6DhT4mCBV7g
HgW6YcfKTR3jRwvvrL4GK2hnVP1IvqtneIRtcSL008h+JVNi2hAwk/pZVfjejmkOPCHyKzEfgXfa
/snScuepMihQTjux6NQEKANnF89ZlLPr616zjovmdTYmfdusLgTby2+5l89jXDiarl2yDhzCxZ68
Ko0I+LK9azL7+gHUBpewpgY2/KgrPTgsdAVBWenEKO3xdjX195R1Io3qpiOizPNgSUQKxYp7qNhP
jf32OV0oR0mQh8MIyL+xEeHh5KD0dcsKleaxnqbNLptJdTht0UwlGOlsgLfQGpre4oX3xZNmFWg+
W22yk72oLTb8rgPNhmbHlLGZ12Z28FbQinvOiDNyR9CMRTgbYBpv6gUldqTJtJ92RlqlU+yOo/Os
ArmkUcsf2cA/7bxiJ5ug+t4t3WY/D2ZkkWNeeXvfzmaOMX6TcEILOjTBlhY8muniDd+9osm1kjO1
Pv3yGg8hWjMW+BNnPaeIOGemX9z09mqYY+iKtbgp67ZyTovn53GViNzZaauyYHJatbuEhvQGJ6rb
1kp2HIEXtHVe6SJsmjQv/0ood8VZN5PqrqSOSn4Dosspzmt/9m+pxwzZnfBq0JILfMeDIKidIx08
weCgjYNXI8xs0gVhXjf4ZIuGbVCCRQrRiXr3OIXK9qbPqZg8UEEqngCSrfVRBT3QVU4YZhdLq10+
a82Mgh7QZCXMaEZx0R7h1BJL1ueVo+0oHeEN6BxEcHPtqDmSoBpU6CNCa+uw6jJN/jDzhoRxr20s
e8fgRgLnm2KhMElBO2LBEe7XsrTLfkfwgyxZqahmxsr0wHR0Ofnz6agNadRJa7jJLXdwb6F45rDE
dMTI7aUhMpscAQ3VcZRxLiPEXCsMtNyVDTJbl35Q36Bjb3uqr4nWFVHD4VhcJZD8gjFbaWh0EHJv
J24q/R+I05gcDo92p3mbohjkS+EKsSDR7odPqq+dMjYaMDy7HM4x5VRFcpu7FtryQ66QA2NML/LU
6WWPlg/4SHCTJtWK1d5iJzDv20AOH1Y9ncor5o2gx7gwBH1a41MCJXJdhZF9dTUn60/JFCysW1RG
zAfNH0tgs9Z29gxYutLdQOJUBjvMrzQvDBpQmDSE1szas6NOkHELGiPxOFR1GteprEDkA9+6yfTZ
+Y7Mv0WdMQZedtDKaj7mVqBaGN9lWYYjKi79KlepWRFOgryPER0YYi9yzmsRyWnJJx4t3GjslrU5
513vygODqHMwRxVKj5IhsMq7pRpW7eAMhqBi2GZdZIL2C27nKee4ZGdZbTyJdVOkVkudlecs6YEX
qHIahh3y3fboplWu78B5ccEz0ByThFEi7YydptERKtAP0pI8dLqga1jJuqCOZq3wBEeRsZTffY0D
SViNvqN2aRBUeox1zWlDB0vccuI8Yo7HdXNUrx0uOOB7mpegr6WhSDrUxmDcroykmObYGpzSKP2b
OkjtdcdbxqCckUI4h2O7up+Ea3L63Fwu6WVYxNDhZXJxTk2jwlRUCZWzWDXpTlb+mn2CTJvsA075
aR1PMuifvMSci3NnN/knI1+8ZVctmGPHcCywJyNVmIpmp/IaaOsMgL06DnPHf84pw/Mv0Kg0wWGn
xzSAdHdyoKmrEm29yF3nS7IuqEgTc9X8HcpTTs4koLQKwPO4jtC+2TeMKCtZI5owJwClvKrc9YYb
zTWbG99UwjymAwoYZjKmTqLLwfjKUGZK57uJpYzmuU8+uz7qsdDF3RZD9nF4k4iTOmDNqvbOKXA7
bwe+ef66TPbIb7BMNew4gSS8feTc7hOZzC3qW1fO5Zkt3d9BZ1/rGABa8NKzgpQJIhp37H+MZVN8
6UD0qidRNRj+9AT3Yi1z6wcuk2658Qa0sgf5f6Sd15LbONeur4hVzOGUSt3qduxuyfYJy2mYI5iv
fj/wyW9RKrH87ZOZqZkpQwQWgIW13qAV4TfUPfrpqGK3NGG6U6btJxE07TE3G63cRkNuDA8wpPS9
VtG12IopquNjXjohji9TOhfJoZ+9yNqGWCJykRlxB5SGaqDivuLg0jfHgffX93oOtf+qGB0gP3Mx
qTwYHWs7cpHlO2+01HlbdAZmDH5lxHUdIXwhIBmRnwOy1AUsQj8ETP5J08dU3QM3zeZjQYW53Ttz
WY1bHjXWsAFKVL5NeQ0kFWiO7U27vE45SVVrNs8OhtrjbuoDrdppwNq1bW3E+qajK5+fEdSfvX2O
/a/9ooOMFm+1gtzENp4xI9qGsxWZ+8mJXcc3Y2t2Nyixa/O3QNjj+J5LeGi3nNy59dhTnObla6kA
FGsUy0cOzMTRgXPNWXo0W34+TBROMWybE2rFhzQtbIHeM8hxf4ZWG5k+xp15geBlqA0kifbc7njo
qKVPImgO77q0EZ9goYjkYNuFbh0kiwGfFPAyvpblkIKsZNbqw6whLAn0A8uVdymb53sTc1BsDS9I
3H1S98kERaGO03gXGFE+vvfsunVOXLSa84bMPem+Dx6t+a4Flkg+1iCOtGdXUHPdNI5az++gVWmg
y6dJsl+d2vvByco9VpRjVOGQTjbpq/UEELwRcG52WafU8X5MQvUsEFVQN00XAc8OcPYGSzsN4W87
TFqVd5yttKFvanGgFCtVxuuarmGZLn86Whv8w7LS12hzSoypzZOG4FX/IbG1kMPSzWAMwNasDo1D
PeJzTuT+oxUKRVbZJaajCuiaJv2ysGsbiXCTtMyejFIt9gjqcxApCgxT34mT9iAQOe+PKBzZxlp5
VxYCL6ubSCNQ1QUXQJMP6drLQmGLtnQW6owMNIQUjpd2plD3qnQa42Gowvdy8h/hmEIP0ZFx8O1G
tyF+ueKX1of5Sgf7CqYgEYdSJ5NeAmAda4nAEs5oDaalpE+5CwaD636ej5QMs5IqSFW91WCw2qcp
bWhawSv5ljgRJQEwLJD0NDge96vtV0VnDg8NHhOLYxkgExcdI2WcssjT2/A57q3spGdz8ihQavE5
xTKoRWmFKGbrQNtA6353f+irQr8BUErCpVD/oT+2VB+o2aCdCRTl6OAZ+wWt9GCvmAa8EtPon6B2
JitF7qtPJfBVUBKuRBfLduFlFOD9Fc6FMaXHIarLTTQM1gcLSf93Mw01QkDWoob2zGaM1lZctiwu
4o+R0VeihaPxofyGy5FHm4dxY3rZUYzg5Xfp5OJTb1jdNMLv/INl6EIcCCe3R10iGguM4CYynL1T
IJsyqQ3sI3vqJm/XpH3hnRNlVOdDyulk7i07SyIMz8LJfMxcFPiQaNdxDLy/VFeOY7IFRKTSZwUe
gDDwotSeBJ42qCHRWeVF1PqwX7stpKoOPplAfcSP6s4hA4GoEm6rYmpqSpSJDiE1K5VXd6yTXzUn
ys8c4krhG5GJR4ueRd1BDNmwAkhZdoRpcuNmaANZl3+T2+xytrnsLDHX0fSC/WNdkH4g3IjFF3RC
HzstMfj01NB4A6+qYUPGy0PBOsLK/jN7Jf8CUlNMT1NVlqcu0fR/NVGRvw2gJ/wCDgGKvIt5xK6W
fnnnjS8kV+IJPLn3WRdWrPp1UeWPFjO6hsZa7LI/s8HpJ022wLNeobEK0xN9oXTjSxYHsI3SLgqe
PTJp6PLUa2K/Go1sTU3x5pjQbiQoCbjzn8bNX+20Lu1zvXfG8SWm2vbZsd3pSwob6axNabIFwmT+
dz88Fzv7zzdikYMEEKcI/L/FISa9oFrWcXwxZws+eSFKMJ/Z9Aa3V6nRR1dILgJPfOTZUa3Aum8N
7XKIQ5hCu+pK/NMe0XAgGZlekOYWD52rWFIFyfpZVqrYp51lPqp96L7lhdm+3f9oGcZ/HSp/PhoJ
HnA6VP/lRXIZ5nauAckXjMwFkn4yh6puMOWhiqeEurGCSroxloVSlhQ1YcgrQlVY1d6Um9P8knaa
+KKNbvskdZe6rTkjnL1yTt+IHjAEdKEocPNlS70sekZ9CsZ1esHPCgH9loRLww6z68Czqh2KE2mN
btf9ybw5pgQL2+DgbXspPz60veKNvHJeODx+IuA0VBtXmJ6yL9PGRIynFVW7kojdmlOUSeC6gFnF
5mdxFGjUKAwkePlMVClfKr38UIjUOGXT9OP+ty0yPhko3LH/N9Bid8AkJC9z5+mF41ky0RMseRuA
5k2XO28BpkAP0AOtn/cHvZpQMAlwmOglg0jmHxeXbdeqodYr9viaC4SHfS8aeLYHqWfVYFzHFN9G
urvdCubSXCR65LNAuCDiETwSeLO8pkRdzVrmONUbAFQDlbUZOfDd6GU8R+IqyT+WNXrpj6Ge6A91
RJF97861pj4Wut55hzAyRH2ctbNjV805jGbno1kXYg+Hen6uB31Tt9Ymc3poqoHtRN0mH+1JPUy1
kSq8GS2UqalQeoimYCcUvYRmMD60QVg3GzsShe2HVYKuCEmC8dEII4rrWGA2pz5G1cHn0hm+JF5k
BL94Lofz9yIZq19lP7nPo95D3sYkMhKHutLddCX0l+EBKvaPQjTJmA30bym+Bz965nHdF29M3PCU
2Tyh1FbvPjiFpiKwOaEZnQXrkAtzcXwBcaRjL5lHYNNA6i8CxMHpxXCZQFm/0ew9/vLWGT6w4x1r
ZMSdPW+IoccCbsb3KlHUJ7TelXLTwQiPjhbbOD56bslDT+3j9ntOKX1tfy7zdBlMVK1A9MNMggyy
xDGbVe8EE5jpt4ZkHfZVmMDG09tpDA5aAyvPryqLFkZC5eAH7TQKz5k1OCjpWBSKmqnAXPL+nlre
NX/g4i63KkkYJ7Eh//tf12pgAw/I4f6+laMRCQ5Gq6JIZMp2qZKVtr4t8LL4Yqr4MPmosUwrZMDl
gSWHR7gLhApYC4g5iwNrrOAVGMFQvTltn78L5y54AE0TzvJu5R19/1uvsjhG0xHlBSDPjib1XMTH
FFL9zKK+f6uIwce27BKwV/1gfkwGXUBIdVMNlIFW9+M2JtN6tfOmKDctJUVMSTKEqpCoAW7jayat
mH7l1y1PN34cimnoC1vw14DpLu5enu02XqEUSEwrMn4EQef+NENjCLd0LQa0Axx3yP91m0KwMAlJ
mDuccHBMLhdfGC3ppFN3b0pOd7bxivoEQk7dC5ENPxuujpK9i4LWyqJfxRyYN24nUgz+Ioe/HDZH
WJAWmKm8GngHi4Pe2s4Ho3PFV81JIEbl3I6c64VTPiVzUuYr82xexRx3E1kHeRVlH/Dty4kOUDeg
oO28IqdER8Ia3Wz8OifhZG2txnbaN2FgJubmg/XLo+vzxu5RrIdpihA90s02/Z6HRuwdBjOb3QMd
VvHiTgkyLSkxJHaz2WM5206DWWzpf+gJrhoNHruz6NzmwQzqURl8s4WMOB4iCETgoHGIRRFHS7Wh
244VEEx0DlTvzZ0kRnwOiga6TaglO8Xso/SQlkQC4Puu7nZDGOjBgSaS0r4bx8gbPlDo934jfutW
v4dkmsyXCX+P6pOF0gHj9s2EWp2vIiDfvLMD1XN/3d9iV0GMRRVrK1U70XG9CuJY7ZzanUPvFekJ
hCgc9GZesdbLnyo9ruwdnhrlmvTqzbuGpxnwcsj5eGNdRhM9/BK1CuqTYxHXABCSyPzQTkVGGzK0
QynlQ7PisxZqZbC//7HLkam1ABLleiOPNQCOyv/+99kZJWpp4Ov21qV2Y/pgOarviBI25S6YzPH7
aE3BSw3BXfnHLO/PuEgCkuOBIoVreTlu1PTgJsYiPClWUAEFKY1t3vTup7iPyt39T1yiGK0/YzGS
rLLJK2KxWaZBo8WtKcpbM1biqRVt9b0PMKJTYl3bVFodG7vczT1rIzBmTx55LNiPreUIb3P/hyzP
DPk7JFYVVwIYKVfq2alJ8xiv4eBt6kfXeJixGvySibygjTcg52JKHMqmCLtZf87jUZtXDo1lXHMm
6xghcGlzdEjw7uWUz5qbVg7U1dMYqGoClB81m74MhnNC1xRqMU2glZm//mBGhHgjPXBUaqqL4Ap1
KiYKik4nVI26o5la1XbIh+F9nsHa9xuDO1IN7amElWeLw/3JXtSWWHRPiu+yl9GcBWO+WPQY9AZ6
Dm16qsNMPahiUJ/LrAvoRbeJBURo6HdtYlgfMBBsdsBui5XFln/+389QOT5JPipqDuf01cZKoylw
gR6mp7CfhidFK52DBWZ6l3amsnYd3JpneNqI7Eo55asAFw6V+kCLs9M4V8W+j6z8q3DMwVdgNx0g
fs1f0XXH4L3N0rVH6fX5IbXgERZRedJweC2WuKsHhQ6ol57c2QZo3njJixp19a4GmHGchVefA4VW
wP21vRHJVA6ph/DJwFyXl+845nQMBHVZpKFgcwKeQYg21lCJ2MRxko4kN6O2hqy/8aXUg1EDgJ/C
wi4JXYqGeFITl/kJuJl9bLu5fSWyZkDfWA/wBjLsL+2shP8eRlIlRj4ZSbqvwjhpvWDujLk40eQ/
0mMKjc3AJt/pQ4CM079PK8kbuFByG4Dfiy0DqFoNZmFnJxxn6/mpVAL3vywwgq/gC7IG5QfUxlY+
7+oxwTYBqyznFOdAdM4Xh1I3WbjZqjwSNIQN9lXu7NVyLA8dV75ftrrz6BS401ijMm2rvB4fqI1P
74NJWavk3FpdChyoKVPrl+Xoy8OxjUdE7IO0OAWQ2E78H2KbOoiBtqOKVqeXTKE/KqX4xyqZ/Hqe
cxikw1GWsjyXo1Z57DVDFRenebLDB9sbVXuHxrI4lJWww81YtvVGLTxYIvVg/g+rzVvij1UVzLJl
yZU3WpKyS4uTM4ER2gxAPEE3iPF3gJhStitnlGb/ebVlnsHDER4qE60vIyzqgTU7sZGcK0WfOorM
DRTFeGijXWshPwxSLgO8FmrK+7EnRTiQIVpHp4HJBLJFTbKVJP46M5C/x6VEqSM0wF2xmH/dijCt
baP4PAWhAbyuHPrgEFMO4FAxK1CAEYn+uPPSKnZ26tgm1bbBfbbbxNTF3JUFubqxYKDRaTJ1tB2I
iuUBM6lx4Pa6EfLcT9qfE13052jAHfXQJSPyLq1QcRMpgN5Ym87Wk+SxcMAj3D8Cbv4GzjYCklwB
1aDLgDQmHMVpFMfnRljzdjA160Gp4ux7mvbfB3V23mIjR9OzCKJ5E9ZptHKwX+1CpkAaaXKRSaWf
5bOmHKqhtNDuOxdq6OzgY9QJ/cig2fZt633VaBM/IwoWr+Simr68qxmWWiA2R1zX6tVjrsRIchZJ
o5xQlUu35UTLZxNXvFMy3YvfcnN0EO6tJwnCaJ9N2twP7ZTiARmqw4eBwFypKt9aBE4FXtEWv4je
xOUijNSVYG844dkYUTfxowIg/ziVs4o4SqL6Rj45z2GQNg/l5JZb9u28EgVX+QTzwcMWqhwFDaob
i8NQoxCpID+OyK0dh68gR9AYRRXjOXPM7M1WKL5v47jOfo5zOpzuB+DV1c7Q6P1wvUNgowG6+HYQ
o1gmW0SANoryAQEnwUrU6ruwjqej1Vfu4f54NyKOdheHEaO6kDKXAT/HWg+qID6TWg0vnZq1VNR0
dWPHlrqdrcD8GIVEw/1Bb3ykpnPeUIGmVoL+2+UCp26KRvOgJ2cPGdsPqq1zrNSajVi3wNpZWWME
3fpG2een8ExD+cp9boLIZsNkSmmQhi5qmcq80XlWw0WMUI60Q1Cohp55K4erXKmLBBhdBQpj4KNp
8XKgLVZSqQaY0KObngsDJzS1iJA06WYVvkZKQeH+hN76Qk/uYIhq7OFlUczsBEcqSPVT72BFPlK2
fqm0CXHrOXHAeVkpr1k1+nR/0Bu7RNdRLqJLACvvOlQjWzHUPldOSqd4lR96SXo2hsLZhpnVbymP
Gf2mAG/45CS2s7JDr/MmuI9UOuk5Q+1l/EXcoiyg6ollB6ewxNoOeYHebODaNHqEcLEWgHq08RnM
EBP3PRLXdlNht/kwanB+/bTNhpVtdLXYsgQmb1B+E73NZURHZRBMFVjzE/LW6qM9WSANY4Ej1DZr
8SNaWe6r/SNHw0qAlwd8cRxkL/dPoNdjO0KdO3VhGv+enUBEvlP3Q45irP0jzsJW//8cUcbCX2WS
RtfDFGHa6OQqsbcL+lw91EF67AqEURC0nryX+7F16wspplJfBJOhYrp5OZ6aJxWCMWZ0iuvqe6h0
8GFaJ30VQKQYroi//Ptw6HGAOZEmZlcHEu3hJKGelpzUVsSfQSDmx9wJm70SgJbakBC6yeP9Ea8D
hncj1TUuuD/thMXpENvhQDelSk622mGg4PUaODiVmkdf5era6l0dDzCUeWZ4FOclveFPNfWv1XOR
U9IoKiYnN+GsU4CXB8eid9pqOzb5NG9dJzAetQiA7/7+V14vIwODcXEoBmBxvDwDtUlPLWFb8Ska
QTJtpsrLlK1ixqm2Awcu3qA2wSm7P+bVsSQ/VurLeFwuVOEXJwOweTQxgy49tW1bvgUxhAzgqp73
3lFG9zWYs+lXYDQ5EvxZlK75Hl1n1PQmaEuQ20vbKnoBl4FbtnFsKqmRnjitg2954yIOnUdGeFDy
wPqBhGGMoEM96lCIIx7tYhLjDuB6/c/nET+DNyXHPrrSV03kAP/GvBNOcprpA/W7JrHScKemw0Rb
SnFe78+4nNGLm05+M254LDQopqvjCILvJLxKSWFYqKjpesUofjQT7TeXP2Ufe9QKfGBi1beiCMFZ
wxRIT/d/wY04QxuE5gvebGgNLD1z3ajT2hl4wAlVnyh6lZI3hg//JPjm9Vap+3Rr+jUPwhtxhmot
1w/lPRndix2MbgRG9wg7nzB0zIa9VzRd6+t1236iDVQ/O7yZUp/aT668s4JOXckubmxpUgquPlnQ
RN9iEWcZHgmKhdD/CVigq/iV5mTv+kbp4XPCQYFI4Q7uGU5j+e87mmoXBRLUhOTrfXEwu/1klqII
shNaWbU0Kh8TGLMi+S/WkmB4mA1DrFwF168TPDJVGGMWJHQJHlpI+ziAruH8BPmpzmFNdypeshlI
N8BZGTaIrglylnf1Bvg7YdaF2VHLw3kfauPe0YsVyN6NaecngBXEthTIy7LcVxd04nEtLQCBdd2L
XinDIbRcrJnmOfjsoVS5DbKyWJnzmzOgwYyQNr6cp8tJr7URl5wgyU/4647h9zQwq+yAAGtHMUwx
whey28bcqmQa3Q+1M5Eh0NA6ayCo9t0jMubtvFPqIVl7p924w6TekiwhUNHg+XB51ulVpY2211C9
SUsyXOF5uzFNJWOBmHRXjvUbMw86Tj5SqALS61yUKkRr6mi4qEQB6mHRHpH8btghXNPA+kClS4Mw
K+Lgk9Qw0Ffeoze+kxcvtXrg0aTyy0WnJdWUagPyz27bHn61wQtwE6iW+E+hJP31/lF2czDpWmcD
N+IWWUwqIgNl0jWiPE1VWn3VPAg5sSFoHpdav3Ju35pSzmxqX6TvdCcWe7nthA0LnQqYaY2leXDA
uRS+ZcX1gwKzxY/VxnvBG1A7/A9fiEOCw1OXxpu5vKCVpGxhcxSnJnXFE2GT7Pi/oSwqihN+vj+W
eX01UUohtZNPP14Ki6jRRIf3DQ4aED0sYz5EAT5IxyAp0rf749yaStn4/9PNM4mRy60wTmBXjcwp
T44aQvcP7Wwr6Nc/hDAb3kVBVYc7umMgTe8Pe3Xv0aUF4odOK8Dl62GzCVpNPWXayaRB+oQmPpyh
wKT/DAEVxqSAwrjWTbyKT4aUTz7qVFR2EPK7/FLFdCnCY7xwClGI3UfZJD6kUYsAfz4KjFjvf991
OoXQNm9n1+LzaNoty+OZ0ZZIlWr6KdEm8eIU9fDRHSBY7fMc2TsE7Sqrfug1DRpnpmT4QNXOIz3z
Nb2mq+XlZxgamxKos/zqxfIaNCXh8WvGqed59wAvcjzj9gMa3u0LrPGsgzrhSLj28TI4L/IqRqUe
R+8QGJTO519OdZEN5RSmpn7CPik7J1GPnB0Kph9pDuhQfsax/oEdOSZsajufi6pJtmPo4NCFeR+2
1TUk+qmJxt/3l+Q65PhR7FqQlqSWV+gAJ5myknQS3ww1rR94NNgB+jdm0j1oXWEphw6vzTXFveuY
Y0xaBDSPpYLV1UHFiz4pR9s4VYXrfE9wpHtfIwMAsSnSd/c/7+rAkHMuPYfxOEDxZ/ligUE3I/qY
m6d+HMx2gw5IkW2bQVmTxboVUfS0KDXTNJSJ6+Xahi4OcPUUWviBZdUzTX/zW9hjkiFCTfyycLvI
/M4w1k78W4tnq1xmMnXkzl5ElK1MY5nyi05tp6a231k9pLhYIBhC9935MnYemjP3J/TW2nFKkDSy
ewBcLYZs2ppeR9gYJyyMzWcldMz6kA0jwg1l766pJF6vHk8vermkSWzTq+8rcXxV8jQxTk1s6Mp7
BwkHY9c2QrV/3v+qq+SfG0nuSfnoUcEBLpYPyiTgyNnCStdQkc81W/lo99JA/RzRbdkXLsrt28HA
IXpEAC5bCdLr4GF0jgY+9FZCQmmxKqLOtk5VrKF7r1ToUKGE9YC4TbMN4QYqvmdP9Uoaeh08l6PK
OfmripCldZxlusKo6tS/REiRPJYQdaBx6NZ/CQTew7/PsUnEIE0oIUHLB1YD/X7AtM8+oUWf7TJX
j3bUG2Nsf0LxDsWMepMEyAnjfNL9D18qcxNSIo3cdvmcTPoQG5lutk+hamE8mZlqvImKWTS70kN1
LJpCTGDuf+ytySXHdCjokWVeVUrQ4cVdsMnsU52l5gNafsHO7HBw3AKss4GNpnb94/6It4LIAWYL
zutPXr3YmIkY1SpuU0J4mMfId1WshnbIP+G8ZZcR9GwXajEmHnmIU8n/8LUOuoekx5QvryC0Y6PV
2dywfVCZcN4bVZqPO6wulS9oYBpbiZn59xucu/v/RrQXj8jIs+wpUAUjuuJUw9jdBHpcP4Zu5D4H
bZx85PIJs+39KZZTeHGBg9Cgp+9Je1t5Usiz8a8dk06TWyQYGJ4Rt1AfLHW0RzDU5W+XRl/rZxmc
WA1dzy2yHSHaZPa/biDMiuFWSoKPi3z8cviub1UouEp17uJQ9ydTtGct1rod/y7YVIhcv2nNZDw5
eROtjHwVW4zM4nJno1Z7o6tUjpZAkq4+J2FSoFWgmbt66MuDMcQxaiRVeIzzrFmZ7T8HwmK6XZ3K
BDkCQlHcq5fTHTYJ8lHCbM5Q3ypvE1JCf5kGp9N22JyhOmPW5uxXutQ/mlEws7Y1uvOtH0cxzHRz
VBKBrVxGFZ0dD/8Cm5wQm9JEcT4akaUE+1T0w7FoESPZpF1naX5VRkG6Uc0ERjzKmR1KR3CqnU1U
pvNLJiDz/XM8ASXjKrXZsqThi3iqq8pFkV8056iBNdWUYf2M/F9zQOrJ3eELpe0wsK92GIzWn82h
VVaOxetsXOrgopBP3qcCY1gWN6sitLwCVbOzjdpGh7qD4v22gfvOH1RjmnlBkn9iwGpbikAmhfrY
g6K1eCyn+JauXIHyUy/XmtMScw7ZCaHgupyKakxNQiwVZzhrWKiGs4Ft5RR/T7TBWnn+XwezfKvS
kKY/QM1+WXmYMwQZWhTzzzoyotu5lHZnlD22MVZpj21XvXdMvVqpM11dB8y0i5415RW20hXXCZwm
6FAnbM94ezobr5Me4yN9rnlGHk51q3+vW8sBJYgfcOSNR3kQwLsPrL49o11initBY5Q7R9mHjqoc
0aQDiNN3dbLTkrnIN5FrdNRdMCe+H+A3ppovlirtFGg9YEGXO7hH0gIQVtWd3VqPPvBLv3ZZHB56
c8x3atfoD0GrryHMrlI5ySPQwXtIIq6sr12OOYYJAsmj2Z2zGuXqTQmcE3yLheBKN6kmXri5ezB0
fPT8ysy/3P/eP6YhizCmcs4Tj4eUzm28+GBsEQXoqD47UzmP3oZUzR/csemcTV2EBRI7tZj2mPai
EdXm0fA8al7zLWoRc1IatLAeO6F1sPt6pfw1IH/+IcG5fN8ha/KApG/oG9XHqNyriu49JLAPD3EH
znrlKr++4ygDI2HmUqoi516yYdJJ7RsMarKzlU7J1xYG2XOLtJnum8hG7JRMy7ZaR9NjdLLIr2dD
f7w/hTd2Cjq/NPWphCAQu4SQeW0gylAt83PlGhH2RGr0PlIwLMUaEE2fsHJWuGRL73Sa7JTbgS6w
YMjuXt0yXZZmuMBoxZkGf/MsdCd9wCOiR/lxnnu82czyg+eF0WutO3nnB/2kKpsCGaNPKeTa9xlC
RC/T3IwdumkmpOjZqU+Glc5bgO8Uti273YKiVD7Rz007vxRZl25Gaw4eGkPPXwx4bBtnmtHnzA3u
gDivzec0hQ+zsqy6rOMsIlNCxVFSRQTgGlM7Kh4yppWenz3A0dj/YOiKrr7dlIXfWmL4RvPJQ4w+
RWCGHqIR7rCsTqtHyWk39niZuO0m76v4h5gr5Ys3R2azhz5nWv6INaYmQTxT7GdssyNQInSUHD2y
31V6Viib+wGytAH5s2AAOsET8dAmUBcVq5r+U1NiwE3yEzfNztQTRAsrxD82ej04D5PjldPWIol7
T68lQcGfZsojcq7BK6700ycxmMN3Q6Wxt8UPOkMENJ/tva4q2QZVk//u/9jFbpKCw9CVCWgsv2Qn
bZGmgksH8VqbwRFAR70HVKBtuQVLFEGNZjOJ2tn2KFAdUOpAHLVv45VbdbGZ/gxPnZs6i4auGk/p
y7MwCTIBE8FDwdJIi0NZ4A+TajmFFteNzn0TeSvjLc57qA803NHzR06HeuKVy1g1B05TKHN2nJDd
scGXDbr9uYUOwjEYOqXxLUc5GG5klqwStG8NDYaaYh4xTiqxOHmreUqDsqVbVIW5+h6ZhzzeGMBD
3hRu42SDW/1/oRpNKx+8xK38+WJsXSBjgKLUKP1cznAeuBDS3Al8gapOhm8MaXlwpyL5HJVDgSYS
vMKD3TgEm9Xq7vs076HQVTQcftoN6tP3o+3mrwF1C2wF+DFd4kW4WTo+XRK4fmyFEuEPMubBru8y
49VUwEf7gWPrUnPKm0/0jhPO9KESyQYv5zn5QMW7XTlbF1fxn8lh81MWAxvGs3CxU+1q6Ho1V/Nj
mw+/Y1v0u7loUKUqA4NiVYhMgaOjValGOvJR96dCLvdfx50c2uGpjxICCR5X8SIcMuwS1QYRt6MS
UVG2I62cfE6HHya3y9u/DyUp8zTncUBAzPwyBLJ6bvs4FdVxQJ/rVdThKZma7p0RUEn9H0YiiyRd
580AP/RyJER1a1cpwuoYKqq+n+3QQXOVt8Mur8Ih3d8f7FornCkkIKjYINFOJrAIJtSniq7v0hJ7
gSh/NIwMzYMiE/EnWHdl+SrGpvw6DZbivnS93b4ZilGiPoULzsHjMIauUbVa+EVpKa8/mZR79C0o
zNLywYjXv0WQ2v0mofJNTeL+D78RdSw8HQ2KPRQjltB3D6YkHvVadcT+HeAzwm/D+Ji0dvh+UBpN
2+hITO/pyk5fzTl3h5WYvxF4Ukmf5g0CMDKfuFwjUN0zpby0OrZ1nnzootz+KGYxfNXUwXj41w91
qFhKrRuMESTo/nIopWx6U0xFfySpRxoYTuyTUijWI5lF9k5R7OgdjYS3jhk+3B94UZYFcQSa1QLu
BGMUst2yi1MXveoE6GmiuuvGz3nnYIPGC9dcmcqrI50KM+sIGALsC3WHxfHRurEd62rTHWcn03Zj
i419ETbzQVUmZdM2jXgYw/p8/9OuLmy635zi0k5YsmOWF7bNG9SpbKs6Njr49Y3bZvWuRLT0VR3x
0ETxq3Q+lkDWEVgOQkI3bbL21/2fcOOzYR/xHHdla+6KES1QoIwkB+mR5o+DevRQ4SWvz/NT4g54
m5RkRH7WFf1KNF0vqo2PF3UzKEGMvGSdq0WaWAMyWccSW/nIR9Uh/WS06K/f/7ol+IHgIR9hbnHj
lJ3H5UtfiSsQXDhqHwO1ULPdIFBv2HWugcX7jPxweWpmTxv9KU5iZKy9WFMeU1cv2v2AvFfouzg6
l+1D1Y2x9vn+T7teexqTzKlsFzERS9ZqA+yxRw6vP2YdhT29tWqcvc10fERDujD8wBvT3wGomB1W
L9Wj0eLOcf8HXC+B7IxSCZIkVpZ+cZMoHaK1nZUNR00NjV8GrKDOVzJz/ud9RUkavRZqiBSLreVK
Z/bQTKJy+mOPOuTXzMhOEpy6A4VaPcPxGx4GLs7V1ETmmhc3MjsZZAlddRDiJIky7P8qnsZVi16q
rY/Hidj9iAleVW0kkL3ztVqKNgIKHV5jp6WOZ7SjrT7i7l7vC7Qlpm1gGVQ8RypH8XsrViLQjjxg
eHpko7UxrCEh10uFcLa5Bhl0g2go4oXwqgME/DHUNsnDBP6rjtNA50sTBCbGvNWeWk0tAixOR7fP
/WgOsg9wdqPqJXXBF9KXmECWO33bvYaeXfBHIdNVvaC62yA4SuXTfDWR2u4+sK3chyKeUu2bhjWC
93vuNcErT0GIftfF/WA/o2HlaX4z2o0txQx4/8d2BGUXucqWIFPK9oyESHUKqs6rjrVVGt+h1Qio
pHlRT7rPKaEVW5j7trWpagz9kD3rskM1Vm1xJglVfhfIPHsP0pESPUmmpfTha6I/2Ofjf1E5es9m
gdGYj4NR6yJC7szeoQdb5G5Qmu6fvTHWGxAiQfNG9TN9TXto/1iIBx6a/b0A/x2g4zgeSqyTXxXe
ZswX/gOmP6Moj5MKZkzRedbHQD8knZmMv9Mkjmoq09RCEH9ENf/RxIjpeyasARH8xjGUd2hf9y8J
kqr113jw+o8BrubBlidlpfu9M4fzhwrqQu0beuMMH3X4K4pPySd+CdBuSzehHWTpzqyr2n3U6hYX
yDrJ8YoT8RDhZmLFefMfk4Q2b013rdh0iUulD3cC91uQZV25kpstn6Wca5wapGY8tFjMK02aWe9H
m2SzObrGoJ4iF0d5Pw6QEfWTXBhfdDTep42S5Gb7DmTJqAcbhIFkgFWd+iGzvBBvj6DtRmw8SS72
ecvXPybRjHiQb/OmQXHZM6r5349jycakbw2gGNTJsoWcunFISSMWRwcdtK2NvW/v53pSojLfdcBt
nfEzOnYlVlJN/l5gLgmBSteObdq43wAsztNK9naVPzGN8lqQ1xBsnWX9p0fDJ291u0G6HbvYJDDR
aZyUAbmtUJtWrrxlAVyuGRoyQHflrQfrYJFhQIJI7N4pxJHtzUJx/4wDkojC+6mrRv8x19Blb1xe
zU5W5p+jsY72QcaJuhI7N74ZGyRK0hz8NFqWFWmPl2PXBwLfPTHZBywS+nd5I+JdZpTaylBXFQEq
/hTVyI/lKwLv+ctTWAe2DcV9MI95o9efsrTIaXWEEydDVka1tumrqPpy/1a7ymeoekuQpbzyebQs
6zVZVTg4wur10dQi61OZ5OUj2HXlnV7m829FCdGWB0G8Ftdy6S6uG5u6C7npH1YJJdlFcpz0hV54
7WQ+YVlDrReVdPsb/KcesVgbOqJe1CLcW7Elmg0/f/oxJMB8t9PcKrE0/1BX7tyrebf/H2fn1Rs5
kmzhX0SA3ryynKSS2qqb1f1C9I6h956//n6pfbgqFlGEFlgsZnoGE5XJzMgwJ84BWMn8voJ6GoXG
JWxiTtuG2Moyzg2tjceZ4O/Yprq0V9RO2qljvzUiYN8uX4iyknPzlamEL5Y/9yZgiTrUz3VvGAfe
g+GvOFVr5Tgje1gcZLuJvwYhZFkveZbAO/XBTw56lBwMHJuIKW/ulT414aggO3P2DS5xB/8blAj1
cKZFDDs5HLTZF90pJHkjZV3ZZDBlhG7UBTlsS4CVUY2a3Xe2ekY6wtllih3VP1MCxb/SMMjlnzEk
ex8NGU3yTOpN8EdpK6ONUwhAXXJ85WxFk/rTLo38qMyKeoLZSvsLnUcHhRt0cWA+1tWTTq2v3GDB
XPnOBIyAKSi34b+X8NJgaBJKi5pyrpmTuGRjp32XaoYykK+THmjDy4+pGVQv6IvT8bn/kW+8Frgj
3gw6h8z0cM4WR0zt2owilKOck6mdGhcN0fmVZixM2QGUpxtNu9t1wrgh+s+4LnAyb6/vu+hR76PG
h+FDQbXGDzyjMPFVpTVrqKf44/wLwlx9V2ZBUDO3lgdbYuq3DwVrfW9e/Lz35jVtKDpegjOuQjDn
ShBfVAz8uCER9j7Hqz4wM5f/U0Fb/x31S3V4HNUx3vjYaztu455BePC/G6zelMFNn4/s+Nj5tJTg
v0eTRQXBSB3C+uA8hBA4x2uCRoVghXTtraHwbslBZmayWZnqOZSHRDt3so3ER5EFj+gBmhEKDHr7
ly8lc/QCkUK3pXR8e5XBWABmRjiVr33TGtficCoQ6jTP0uwjmxTAJT7tpy6aPlulFe3pZBgb3AWr
FgV+hlEI7vKyqGEbQ+cUFE/PWp6VhxSZ8MYF1ax8LZ3aRFBLVR8+fH/EoAl+0sAmcN/FmeoUX4YW
1zpXCsOq2jxo2SGTwJyhKNRWG8ZW7g/DNBpuAvAKSe4i0jEl2UAT3lLPCRSyn0ctMb9D0z4/qf1c
uYmcD7AoGkm0L0rf2kj9bk4toRXBBsUUGm0UJxaJ39DDBF9nM8xhRaA3RzkZZSLjZC4LhkohXtxw
SzffkdI3jVf4rlWTA7xcqYxIE6GNXLHSpNyjMxQ9Ql+UnKNKCx9TOJo+urNU+3CDNKRo78Mbs9zZ
OoYbD52us2HE0rGsuJmlE7W7EEDqQSkSxUukMPqhpL329YMHCMtvhDxigEK+IVhwesnoDXWqz23c
ql9lc9Y+J8Ald3FlGeVGWH4TxGFL9LSZLIB+6KarHmZ4difS6zMIQfvRCNrkqeY1R3KmB8WgkAu6
alxt1aBXviUjsQLHAJUJ5MaLKxJEaKvkwaiem6w1gl0zRNJrXRnO9x79gQP0U93G4bl19Dym3H6c
Ds1vCxnF60s5h5FtSqBczpKvp98QTfDrv0w5tiAhTHpzNMDzqWl1nKo4fI1HBDS+o1QUw+lu21Gx
yY54e3Ugy3GAuZGlEM8sEVCIMnG1Qns612oBk0wmpEKD6S/Cti1/e9s6Yn9x9LB14HfFYNL1wos2
68LaUuZzQA0he1Rnk+S8l/3qpA459d18pFa+HzV4LKrZlOpXeSacQWWl0KcJvE5cxj/uH+8blyVc
sQN3tirA6VSBr39RqafgwdG0OpdjG8CEZCpNuvMjUqQzEloQ+oXAdqNdEOZRe8rJvO3X+z/g9szD
FEzsJCaydZCriy2ZMnsK6J6NZx0JC0D7YGR29GBS82GuIlU/RsgwD7+N1tY2iwkiDXuXvXD+gJAT
VXLqxWdfglhwWK1BvhB87hwD6qLU4hNY56RrGBhwJeQM4bLJhiJI/oxdnnSHIJiLGEK9NHG+KzGs
7c6+NIwWxQeWZikbHn15WOB6E/LtAhBo0Xq4mdYfhQnIb4fPQTs5evM85hKJI8i7trEe7EKC81DW
slCnQD8GpnKY/aEIU3dG+bF4lNqwBWyGz5i3ru/iyChCJFZQtPHi0I7j510fGX/OHZjJHFQsKeRN
7kAhu3kIwXfU+9qE9bafjOnFUBA9PZb9pG7NNdzuC3UUXAfNg7fkazlZ1tBeVdgX9bmytfLEeKNj
8hiAd/6rz63gpJb9mB6dKU2SzE1hiCofIRiTJ3in/XEHS4+fbvizRUVZbAi9aR4HngeglEvMdZ4m
kh9Ksfacotb20DJwM7khQlxbz8OidI4dpidFx9XCUQtW/uuNT1tnMpsUcI7FKKf+hGTcmLjwVFjW
Ls0ReT70WV6Yuzya28wF7gIwqxobwIX3b6z4vu+vzdvPIPNUyPwJGpcw/o7OdqUVkv2cGOhBuZnE
j3brCuYGppiZudwwd3vcxMwogSpvL1TEy6TeSY229kfTfu50dTzayaQUj7rko6pahMmuSqNxb0mK
uZcbmKI2vuyabYMZfIu9B2+2rBlFXZWVY5/azxKZPtxJlK7oRvmD+hgmdSA9xOR9jhtGU/6dqjyE
U/d3euEbxQdn8JL6PJkn43jL7ICZtLifSEifpQZiPJ1Zlz0eyzjOEmIL9TRJD00YbYUDK2tmmEfA
LUSh8gZmruDwjURunWfS8bjap1qMXCXtpGlv6lF8DpoBtSBkgL9q9aCoGxWltRUDJgBGQ5WXsy7+
+ft8CFki9KtYMde0PFi9kz5Msa+9kL54TR72Byro9vH+Lr+pvl8daMA7lBrxKbRp4PRZGEU2Jxjn
eZpe5CTQ4v0U6439H7CFymth6PCJB0bvCKrAvjdfczmZgstYl/QpwbFHXzI7Nb4jaJqm34Cy6eMu
NYLJsNxptPLAa83Or0t3lmel2zlyOZ1QFJm3JhpvHAP1GLRYgEa8zfstz8kYzmmpS0DBOitWAlTL
lMZ6pb+pdPLOiuG4eW0zwFi0bPyRVlA6hDDU7RoxK7UBwV0eHlDOYoxInFqkTW4guIUzIqxHFfxl
QsUO0WdHmud9WShDbx4laRpOZWUNzcOUI5H1G2ZcBz20+1/TWISzcCThJyyYLBR0ABwOxvURoiOX
oypcyc8O/KDBvpOjMoA2FWywG3eVJe39YE7O8STLwSPwZeWHYpSRvdNHs593ja42M6qdgxMeJq1h
1GwoUBvTdpDtD/Gn2ufGVLSLCot/Vwb76sPGH43dQ+5Xav4ZoTBz3PELzOa1DMLQPKQKWu876i2h
9jXzh9k4jWM/XoxS6cZHC4oDeRc3ddczEZ8V/SHQQy3ctaocfG6IiMMjyOOWP0gdeC9sbQYfD49a
r8oV/azM3vd1l7cu4bako2rasZtO2IyvJQlaW7r035JkL4H5RgiyB7DbHPRhSJWvgJDHxzpwgvGz
ojUqXKZaqOn7AW1A61c8zPOrHIL0cpUwY7Dm/gdaXnFU4KHw5a0kfiDgXAb/qE9aIZ3L8BlmZ1k5
GmpffQ4qTfrUIMu3N7KsKh6IvbaKiLfHgqyRgiVSBpCrWEtXrs3BkDVG6TzbWjXvCilpHptcwNLz
aTS/JgjwfbDhwEEkPjLpseCvVmoduQNrCKxVzjMjnvbeRwLga9caw54ADbHb+5t6ExRhjIIDN4/F
Ub1axiDJSDepqcvwBa71WXlIjAj0F6BnWXNnOoETJSy5sPdVPLVCbdFCtdlqJznZR0YYnsW1Tjdc
we2G84vIY+m6CibbZXTd+DbdYma+XnK7Nv4zIZX+g4yWznQjFKOUFg27+3uwjEvetoAtJyKhx8bU
6/XFJziCqx8qxJfC0NqzitkjHcDoyRxGY+OZujEFsYSsQ5fDMIVIYhcvRhf2PmmJqT7XYAA/dWo0
fpKqOtq1FWMVH1wVaQCOlNIoTp4S9MJU3dtSYbeK9oyqaHGYnFiJd5pTOy84tknaMHZzN4XGCFYY
DpdFuX0R2stqNqs5FCbnAOnbg9LEMwCBYngy434+DfQuv3W9sVXiXr5eqiDgJ7qh3gyN7A2fZj/V
QQfOyTynTlRJh7apnEPf+obpTiYOzJXK1nmEMRjyZz0cfzn5ZH25v8fLAB4eGsHmQFGCU0Ncvdjj
cai7sqrT7kUOLbPYp/Dgp89BNWXTn/uGVAHnex9qCEuUkegjwH68QkoSMJKYDEpNfgT+fdfMmvU8
DvCjQFTra1+mYuoHt5qUMiSrQzF1FwxqJh35WNTm3SZKTelV6cCEvyAKpZBspN2A8qFeIKltxwZN
e+RXTednSwKPNhgIl59+4Gi9tRGZ3lxu1kHJhHCDcgZN7cUjCwKjo1bLSCnlkvapayzlMyxNypMP
HOnfrpa2QDsr9njPxVwgvhTs2OILKX2j1ArKLy9dPxe7VPezP7zF6uQmWvYlKwtz45G6ueAAC9/G
W0SyRSt3Ya+RYqMnPm1f0LSZnprI9HlNzWT+gy/oXu8fiptLJ2zxIAL0I4q7afEAjHFiyNLaF7mq
1RclHqWjY8f+WQkq9dh0xvivGo7Txge8MQpiGDYeGtQMY6hUQK6d5WAhSI9mMRyZ1jwzKwXboakO
yUnpSmB3YH6sXZ8Uye/7S725aMIqgapI4yiBLbvU/lSoKGS38kupzAANJSOafgE+DB/vm7n5epST
qExwWgTMEHTj9eJKmmY60hXKi1XbaL6quZ6dRb3+qzpYyuG+rZuTiS2azQLLxqpuqiG6TEgdIeX7
MkZ6/sQdUI+x0JI1Irim0DbKy5/3Da4tDjQFkxmUinWwSIvFyRGFsbhHSRoCMdnl9EKIP4O8emyI
cbbOydszfeWxRI7Pumiroy13E64xjMtw5mQkn2Y/0O19XFMv3o9O3NH/VbqQclOlOXBdG/XPojST
C4ggOJkDmDQMt3DQ8YDz2EE/JBjbbxrQpXKXmQxdyczFDy6FN0v6jX6C1TAsU5TpX82YcRSn2kr7
34SmfpYf065E0bhPu+znkAz2t3rUiILlbGIiAPHqqPTAykpIG93f57fH7nrl0GWqFCW5neQzy3jC
hwYEgEOgvJiJCeEOaVNtz8POJH+bDoEW2tHZGBz9M8W3ADXJIEBORysRbY910h2alk3WPdVMq6mP
STTCd6XEhjW6WZY0zMc3fuigyKSqyc9igO0uP9S01YfnLIVEo9lNECXXoWtEatF9KwBwj7+I9ZVo
7zftKG14u4UzeBv2IePn/FLBAtC/uC897Gfwq9alZ6aKdJmKrP8E6St66SCTDqHfJA+l4Wcb+7vs
ArxZJd2mvoGPBTGz8LGjmihzGRqFR9CePo6kAA89Ws/nGAKDZ1nL558JlVH01GTjaQzSbBdNSFDf
/8grK4eLAno0IMAki0tGkXbM5EJmSNKrgdgxzo/YxDjY6S+tK8dPmja1e54jf6MJukiSxcJp+VpA
2JgvECjY6xus6Cl5fKU1Xl+Y9WGgt86QVDE9hqH6I5y6+dFA6NPNs6nfcPoLX4VhDCInwrQUtL43
kHIHFelOaYrBY3OHx7bRgke8l3RAjP5PVtrN4/3NvV0nI9eCEQLIBwtdXiAg8XilfOw9ZwDvapnM
wlSTPe4LSLP2gZbGXxskgr8OTrdVt1umQ2Kloq8EgJ7Egyr/4mwxH6CkY9ROXuk7/VOH5jZFQt2h
a5cqP2RfTo5lmmTM5lSEmbFkT/uGMaqHUVK3MrOFu/7vL0EaCI4KHqRbkttxrrJiaEfPHyf1n5bj
8GBodew1Fcr29/d7GV2+2SL7E30cROBu0ARJH0lmajST5/SjQ9UhmmemIeF4S3bJbEFIkZbAHumi
5ULULI1yzzC7AqnZno7HY1g44Q+iLCfbdX5cfY4z30rQqY+b7CnJhuy3YaSp4saqkusun7QNdkPn
Gz/uL2JtvwQDAr+fxtBNiIBkfEXJwxg9Ak9afVMJDAR52ak8QddVb8QjtxfCEhT+JB5wO9I5X7yl
YV8Vc0sl1LOsyIeFpvaTw5zNaHFC9IrCT6Xaw9Zch7jd754VPhJpDs0mQhQq6DfBiRH0KdlQp3gZ
qog7FYn6PclwMLnyJNvnsA6VU17B+Nkm6hxQ+UnGjWxnZdGCVlacECCphH/X7icVAjtw86reQHJx
iFWzeM6gFHGHUjb/jaKi/3b/i976WCZomBBi4nmNhFD162oO4TTxpNb2D6aVZLsGowdTqZ2jFJTB
3g4hq79vdHWRYOEhJ6afzo5fL5JUAdJlMBFeyfjqyc+V9DHrsvaTMbflIec4bdy922MLIoKGHd6V
08Rtv7aH0oCUzoz0egGNpwvDSG3jakGnfJ3GHtKL+4tbO0LM8XOCOLZUmRfHlplprc6TRvMsyFRD
xjQcin0DZAS1i9+ncF60pJGBPsTVAWEG60sWSdaHpW0cSk7cHSIjnpWbc8xelNAZaaYHEESJXB0O
+tMEPnNnBIU8uV2TQfJgbJI83DwqmKX1SDFPzM0TGlxvdCZB0mowNOLlM4MHJnkxLVEmI/dxLBme
BSvX2WrU6WRncbMRJt2cKRCu8FcB8NFo+RF2XJuG10qSQm02PLi0499oz8VPzuRbX/VSzQ9DhIrS
/c+8ak/IrHGwxDDJ4qLa02hPzBUbnh7rOW7boh8EACSOPtl9EZ5q6IA2VnhzVVkhn1MI2NPzugG0
QrvDPAh31RslafiRlwUTqygdHCWlphMU5v2PGlza1rD5ilUVuio21iYVhbXwel+TbB5ScMGSN0XW
DycM/F2hKN0+Ewm+0Ej6J5PbZgu7fHNhObm4Bm4rYYIYsrs2SmciRVVQlTwGJLI/ZWsqpatV5Y++
t6wf97/j7ZEVpgBZ0I2gC7iEj9qJrJM1DZLnm5F8LoewPGljqF9qDeGrQddJbtqeJA4Owi2g/4pp
GtMEQODuuTXLEKzoy04ZozC4aJAiTt/SqNG/OQZUv39SpnIq6H4k4wjdMjMw+cAo0IajWjnBmKdj
BzodX7y8rAB4xEhqHV70uCz+tfOpexpHq/rKDK9sEHzZW6osqwZBsDIWKor8SzSJPjrS4JRqeBnD
IEPSVIUfhPGdX7Bs5q4kp8bGhVk5RVQNEY8ACQGOZGkvbWstmwPN8aYyChriJoKJndQhWudmOi5o
Yz/XzIFVop3ALCpFxIXz6020gyfN8umFasnBqGhourLqyw9qPaTVR59QofHIpCbwfiCiprVwP2lp
o6flz3Q7Fa1SHrqx149tyynfGbCjGHuzKavH+zdlZX2YhCia2BVg7PKmlIlZEsBGwaU0OqbqtbCX
vtdpMY5Akqq/P26LSQFwjKDfcHsLr9OHujQn9AM9KU4l+aVCvjLfoas1tUf4w43/4fHQDUqXDEvD
UMx1vPY3Ib0bzSqn8FInTrmnTZt8zus0ObVTGx/BeP9zf3UrF4FPx0QhurUQvRhip9810iXYBoyJ
V+JSdXMMQ2bc6k9qXLdQfBuzxBweMzj/g0VYgei9gpe8abBBINnVSpyGl1SFfHxXB1nUPzVxbqn7
es7jBGGcBCGi+0ZXng4BhMF988TfghXAgDZh5mThBW1b+qR0gKT8WDuddJrjsSpf4GR6SdBT2Rg0
uT2nqrgVgl8XInsekOvdVbI6InvOootdqyVKFFCd7Yp65KVWpq1ruGpLsDnSb6IYtSx9q4WSoJhU
RZcgD9VHUMvaEXx69wK9RbFx49dNETNDH8nRWZYW5aG0pUq2w0sZD0PlFlY/tS6CnLH0YMf5B2vs
4otR/fh/a4sbUbe2PmllzSYCki/2YyGrByQozK+O7DdbnvP2oGBM3DHR17oNmWtJ6RxJw1jp9Pq0
6wIbSqBMT3Mkxu3i0wy9yDnn/r7eP58rO0r5UHw7geC5IX9TqiCEucOMLlRsowcl7ZwLEEdGg0Kp
2FI0X7clQDOUduD9Xfjr0mSibwjV6NKxrB9OqYFF8S1BzlCk+kfTHU4/kSIIJfH23VQMK3Uas3qY
w8uUafozMljSS9oO6m6Ymq1Mbm1ZivhmcHyKZG6xLDhuUriFpPAyh2PGXWsaHe3qbmiCHQ+D9WGW
TfHaoRBKxYZO3U0NRYqQyXOaIL6YfdSTIqu96xNQfJGGekYbQM82dvI2Qru2p167kgnaUANwc3jJ
hxlMEbiJjOdgGJzfdmNWn52AqaLXZiiZ7krwhIf75/P2mbi2vngEY658p5pJfKn5b38xh+LHEJoS
oy6d8hoNXfft4+ZIDIW0Db1W4sLrxea+z1QkD9LFqe3hnDix9D2wrR6txMn4U1P636q+ra1PZUyB
tppIVJcBE2KgRY5iQHTpJ8f/Lo9oWxRmUO5ae04fQV93G8NDa1+TVrbw02JIeblAR++0qgejd9Ep
KGtuw2C6/NJNYTUc8k7N5wenq2TrPETjHO84fltczmvrpcZrCtgJSerSfi9ZbeCDRLjYpT7QvCyJ
nyar8rJcLv5mN7Y6B2uXE7JFoWjPAOLNBFGaSpEWNn50Scu6/5YOHbUODZjgoxnMebTx2K8a48Xg
hmqQhjjin7+LaeiT9kxjyeEFkdmm+1y3ffWoFuVUfhpBKW4U6W9LyFSPeCtEZE/DHrPX1rJKUwaw
rvEloy/l03OGsW83jpEB3MqZWxdalPS3DVxpp4ZDw59mQ+R2qpI8jxRLNgLjleeLHqOIjTnNglru
+sfkeZ72fVpycZTCND5rgTPSZAt95zj4nGyIRLoweqC0BtDr/pVdUomIZ1oMM5PdWAKDu/S/fptF
Wtq1ySXOVT/eV347/dBNv96ZTeLoro7f5/8VwXfcREXp5UOV85q3hvNpmrv+pVXLLeS+zmqvSqj8
JLIETZCbMKm4DIk0FH8ZofLjS54Z2bTrY8pgrs7FPt1f+8pteqO4BJ5Howo3cr3rwQhlggG48qLq
5UiCLsNoP89NCkHKxFh1VzXW1/sWV/wHfThYlYjBcJPLI64mAC4gss8uaZD552miVYqc7AwTBEI9
f0eVI31rfKVhssu2NsSRVhYLbhJCFkABK8NHiRnmyTjD1qn1+aVq5HbaKWZUIUwo5bBRmZu+eeUr
Qi7IrBoslOC7l9FmL/c0SEH4XtQ4Q5amqJjtdGHlQILh/qaurIwJE8IUQZMK4mFxecZUCcBfltml
THQ5cBPwlnu9jgSQ06jQQjWbLQKANefBTYWiAxIe0I7LukuHSHwNZ1l2qSNfPdYW/eCpmdV/qOkG
T62eRw/0ItsdnWTd2Im+HADTOT7GijT9uL/4Fc8BVAAYCx1HYtBltb+v1GCe+LaXsFYdiVJpHO8i
mPtADjTWJZItFB+1RD7ct7rcchjKoVrAc5J8Ah5QxLd/56qLAiAp1dLJi/SgOU38O49x1OE7y6H/
x0qc4KNU8MIg/oAeGz6KZsKCR22ue94iVkpfTbPPYxy0j8UAY6hLv6V7VkYn+mBkLwySWou3XtT9
l9zoANOCDN0h1dMg5c4fQlgZ/oFXSGr2TTJvdfbWthO6jjfdMsBWSx8MbLvsgegoHsDdODlPklry
zirgpz9nDGIqz7lqw2X18W8IllLoKYl68LJC2ql2q6WAZb1yqlvlBbHHLH2GN0P7OcfBdKimqd6I
nkQo/96viz11hKMVE6ygK9XrU1P1oeKMObosjPnNbmjS26hlIz8PPUnprpjJ42Ummn5RTJlPXeQE
W55CvOk3PwC/C5koPSNgStc/IKUCWyODKHv+nKTxnoJ11nyTHCsI91qVp/OGt1/ezbf10qemgCA6
Cvbi0FZGWZZ9GSses5JG5qqdqn2DFi19mAWDottLXfyl1530+/0Pu3S8/zXL3C5DLZRKly4hmDuj
n9tJ8eSqUnK3zAFruUCK9f19OyunFqGst9SXIAoQ6/VuThlzFFEZyd5sDXpzMtqm7vcdzOfRKYpV
+bVXB3NLb+MGVcLiWBmAgzcpcMAd10a1GU55rRs0L27m4kso69lehvAph3e2GvjLEAi8zhRfP+nh
oR4H5v7U2twIHlfOES5IVPtBIJgA3q5/RKxBMZ1UnU5Z2ErrXWOb/qMc0s9yjdTcmsVexgxixULp
iKYYvoFvdW0MXaWxggxM8xJ/mp0nWZGqfck4b+skNYx+hkMxpdGs4rlyrK2i38pR4qHi8BI5kF45
i08clZlT0qfWvR52nWzPiEGsH5w22GI2WzlKPN2MHb7RyZPeXK8xT9GIVCVN93hvawchhDg8IeDr
65dhmuNftMcq5+H+6V3dVjFxJ4A6AkZ4bbJOJFrhkc/ShiGYTk1QAsJsgWLrrq9p0nM7O6my70fd
v6TDvIVgWXGFNIoMJlTx9uQgiwUzkJSTAo08L1Cc/ilJDOrTmGdqckR5YXgapSGfHpveGb4ZbUAu
EBsQ8Xz8Ecc+Nwm2KKpXsnBf7x5xSYXka1ZK1atkpf3MoGr2K6MgcjBzo0G0IdM2HpzVNb+zt1hz
FDAcBMcqPfs6VJNPkj9m+0ZGfvegpf1g7YIomkXomxfG3uBfFjMwoXK5/9lXfDLumEjiTYAcRO71
oisLirpgcFRPlcBEkPWmPZRwk/oat7TrDmWbznCI6VGw1U9fO+J083n+OHIMuC6iVKnN7EB2CtXL
VARzjmjeglpyEWuL4qfOpyHi0lYopF8fXy6unfDYACVFke16ue2UtrbSJ5oXFnXzJ4Q/2X8JM1mS
jhFAzOzoT7H9WxXI///BLugFYZWXYYkETpAVzq260DxpKJRjhMSgOwxJ/eLIA9OzZeQXKHFOaril
LrO2yxC70BehgQ9eV3ju92d6aMDIl7rmUW1uDgztOkcfWGXqquYcHWZj3BJkWjtPqO2BMyLIJWVd
nCfY3GkN1o3u2YXSPCfO0L8UVhEzEFQlNrrSeR6C8qdetqWEt2pYF6+QIOm6Kc1k+tgrelBrnllo
zadx6sZvfdbTgVGrCm4QurIjhLJQ9n5wYoXgWzQqyDSghYZj1RBvxrstVqqwiIZIBp2igencwz5s
tyd51BuIi+e6HDaijNV1gjMBSUo7j/j/2pzRpsEA3Ef3zC5MvaSU5i/Mctq+m6tziZ+qQ+1QhHT3
TvdP8NobT0bJYoH1kV0tbo4SSLXf9QQajjzWEDNXs3wEvZUeKVM1W0Pva65REIwJoZ43vNr1IgMf
SW7FbEyP6Rz/rJZdke2LsXip6voilXF6UrjE9hMMtqqb+X55vL/WlT3mAIME5x0Ac/s2c/nuk4J3
QbbGKkyvmcbRPEm9bwYQ+emDV+fjXD9AVcEomZ5F05YY+srCmbxm1pwiI1DS5cPvx4NlMoCNZUMf
dnAHans/ViMwi6X/L6+iGbtBoFKRGcYClYWxiHT54wdMuGPuEY0cmjmL+CqGvb3QM9nyCiYyT32m
IPcnjZTiQ8eY4TvlZB9p+22xCqx4KlHjpHfL+yuQMdefXLFpTEFPaXnVoMnRoTK0pHeVyvlXioNO
dUtz0Da+8tpeM3tNbZXiE5zTi5s0abPMZ44sr5OGoOt26RiH/ym7OAv3ct/50lHLp0Y6OfpcWG5X
W+przZ9ssRysnTX47OiGAwqiPrTw0OiwtFI6+aYnd1IRH1ogB9+i0ZH7Bx+ns7ehyMxdJQ6k6uPh
DtH6f59fhlSXT8OoqpM8QTTkxXVWu3M7mK5UjWHtGrH/DSnccHNUmS+4yDZJ/izICgn1eLwXX7hW
m3FM84ovnIdl6UoMOZ3pjuTxTg/abmMccyVSB+xJBxLEkxhoWLgrTR0hXNZ9wwuSWvddBH4j3c3t
fnTvu4oVt8j8JZgjfKNoIi+8P+y98JY0PLBIZlYzzAGQ930NxxJdm2jUptr7X8zB04aLoM62LBno
csqMyKwZXjFBpfoUhbbV7PzSpHUVV7m9QZC3dic1AZwVrZVbAdJZTcICcL7ulW03n6S4jYOd7jSd
6UaRk8Pck1LA/2CDEK9DQ+FtvogqAejHaz9g5imZ7GDq3ogWFZBrTW4e9UTP40cVZEz9pEIOxXR3
OEV/S/z9FrfA2vek/A1+H1ozEFziur5z/ZC3IpzeW7zmlWT9I4WFmu7moQfBr09yO264oLXL/97a
wgWluT6NRp3pnhzpnyTJdj5ZTMUcCSSaY6rN8+dCk6Zf94+Q+G8uryHQHMFExXGlerBYoR7EMusy
PDNnYGkXRUCrKuRBv9UZKoSG08mfs6nOv8E3OG48LWubS6AkuFsFn+bydUOkoW+StrU8LYStGkGi
+LfcV/puqqz6y/1V3u4skCr62VxKHnH+4nqVKmIdgx4pqufLQT3spKIp/4akxpyOaaoZ3cGWkZF0
5SqnJ3vf8u2lAWXJ4qiTyqAQl92axs/rzGQG3pO68D+RKuXhwZzSyvwqlCMewtqsIXG+b/J2X1UV
lO4btp/8VVvk7oqWVcFg9CB1q6x7DiQ9ynYVBdSdLEXhVo/51rNSIZVpZSiiX0jR+3pnZWcGr5dG
pqf2RfSXYk1KcwxSp9riXVrbRzqtgruej3hTEhjVVjED2N09w57r/JgkVjTv48mSjJOpFdY+Mf1x
ixtl5dQAeqE8CUc0ocGyym13ltkYSe149F216thUBa2puIpNAQ5q/HNp9/Y/TP9WH68dkoEDdiIV
f5OZEV/4ndup1AaO6iCILrkhJ5+DBrXRQ1JmRbG3O2jF9Wlu/Q3nfhv+XJsU+//OJN9topkMWNUv
CsPZwaoeHCPaqtHRbgLtT9bY834alDnaSXLY6Xt4YJOtmvutLxKFBxDuNvVLlBsW/s8e7LbrISW7
8JDP4Rm5oF7bVZGTaK6JbDoUfXFZu/GUtT/9uO28+9dm3TqUIjr8lFyghfVoIo0tKPFcVN9QXieq
Af6OrrD5Wrc6yJsxj78Q+Bew82fahz0hpBVcIHg6CYWoe11vvlY1ZprqpuSNlKPOusTUdZZY0vcW
VNDp/ipX7hGmKLIQNZC7aQtPmDJ+OedjElygpald+F2CL07sT/tuTr+ro2O83je3coVMUeIX9CNU
EZcBEfB+GT2qRPLSPETXFSKgcWKqyjCjg45E+xi49QQiLbBGc6Oju+KYmP4lXEHkD842ebGnTRdA
3mj64YXy0WQek34IrFNrRcb/sKHUgIkR4FGi1rG4OL1WxkUVGtFFQR/3xCMzQlbJwFZqz31zigyJ
Svv9PV37hLQWAbaj6MBo0cJinfWRE49adGkZXRyOEfFTfnKm2ggfmCWw6scM7uIPN2vQ8gB5AZMf
5xMKh+sTmiU+RPU6AF61hbRhmOVxl0noYBhF63w1O6M+NHq2pUa88pCJEjClKhGB3bRqpJkhE7Wy
g0vILOzoxrimRzXSsq9NbZgffzTFjSBC1QmH+JjXC4zp40qUdMDOp0P1RU7kcufDmePsi26Q840z
s3Y2iWmFiJ0YV1yezdyCRtGCOumSqG32R1aSIji1aVTl+/snZW0DwYqQ+bB7cD8tHucmnOtGSzLH
SyOrPyKpZfk7rW0D7dGY5sZ6/bg1jgYdA3CKoFYXW6gZkCcokux4vT3IcHg2cZijcy/n0aGJtfDv
+9bW9pASAREHSwMWsrA2+qUVpkQankGT/xP8UwCBgEbVycZtW3sWeIjfYFe4zWWFTQxx2UmX+h7N
DyN7cAIreoEcxH6ZldHWYEaz8x48FAyEfwIS9XrD/Nq7TM1JKCjDtgOI4fpcynJvMx5TSV4yO3bm
ShoSd4zZF+ei6RlPH53qyBZHJ1RQkuaQ5U3+4/4+r3lwQPsAocCE4nEWD4YShEnpx3jwsCv9F5/p
tpeEpOE5N+aURgRabE2daRu3caWRSbWLmUJZjGqCXlmcXD1XUGj1I8dTgqlOXoqi9t3/I+28dtxG
2jB9RQSYwymVOqvbUfYJYY89zCzmdPX7VA+wa1GCCP87mPGJByix4hfe0GD4aRzwdzHxGSyCPHR9
lHl0/ZG2Wf4SWEFjngrEIH7fnoB3oNN5ikThESAAaQNJNjaX50sQUnvtS08EX/MMVxW/ZrrvoM6X
AbIMWvug9l54CLW0xYp1sg4KyOB8Q7Kv7QKaZ9Mmc6p0W1nFGvtGrvzFz6IoST4OHOziEgkb3Zpp
BQYQq0Rubscmq4b7MlVjiN5T2N0pGMfe356Kq0PKkrrNTpA1yfOZQLa3C3VhOl/HdkZRTjGq9pmf
N7g7wxwNQrMot77cHvIdLLP4TJYfEB5ZIp5wS4PREqmMIh86Gwfx0tW+RqqHwTE7Q9H2FBzqxoe/
ohu+SJS83kRRHyIQaqjf0nkM3gJPRbg3FVFx71XBWJwMpcPn5fYvvHJBwKOR9DZIg8QAi6cxdoQX
GFYY0FQpk8r3przzNhNFiq9trysJJoW6le8sI3OtV6tsjLU0+sqiSJExCltA/AkIF9tzxJbUbTCe
P01jYz1Tium2du0WGzMhjgdnMq2BIq9cSUCqqKJhRiRbHPIH/ZkqNFqr6qMafO0gWuc/zaLsT7oY
grtqqlTvGZG1BCebMLfsV42ygbep5nDtZVtMOrJgMOokBZb2NGI3y8IM8j0NzUGEwKY0qj6aiV2p
fqqo2l3lgb3dZxV5/l3gSA1n2Cr2vL+95tb52ZPD095hxelI0B9fUrXUZnJD4srg2bQpIvidYolx
00vTEXrXeMHcHu3yYwkWJJiOeAGn8yVWsNIcaRMk9OdSxMVm6rJo55hRvveUJL6z3FTce9xMWwhV
9UpWuLyHpQozBRpQDrB9wFcsy0N2NzVhF836s92GyWM9VjGFt8jetIlnOD6gknxblq3+3FaqcWdP
butjTdGsleEWW5xf4crcSE60QT9v2S8tIjUxu6Q3nwK8P45Nh3hGgN/6LkjFtNHxM1vjmC8ePRir
NLVgGKK3z8V/QcrtPRJ8MbW89Hk6/67q5Ntguup9OpIT5llrbpI5ce9ur/LFnpKHGJoM8Rq+NjDp
z49V3LpKCJo8eR6EEj+G3Wj/9Dr7e+x5+Uo1/GI6JZaExEjSuOTUygP+xwGejMBU60FNn+dUJJhE
a0FZbY1imGwkd8Lu+4STw9qlce3rJDSRd0M+pMs93JV9U9PIS5+zpC3u57BTcCcaALrhLBd++vuZ
lNhoOPLwLIBvn39fH7lNEyV2+jwGCGC5oab9MICM/DSKuF8LD699FzoWiC5SKJJ0kvOxBPDIPDS1
lLNZooNUW7ToXLW7B8yarGS015aNjiu3ALfPpRiiGfW8Q0GePWd2Kbd9pz7HQ5IcrAQ7ml0Sau2a
9/TlMWA7GlRjgClLPdnFxxlGQrSLj+5zTB3+ixUn7hc3cJsAG7+k5fSLGaEFUF5ruluX1w47VLJI
6DxCl6Fyej6rk5pRl3UdVtDrox+FlZq7PmsASGP01+7LaXK+24qnxZs8MefvdJHGLzru3Lvb+2jx
0HEL8Ctk0ViKmTIBi3PSZZbVT3PMhHfq+Koy81ZU/UrDsVfva1fUPunbbGyxCAo3uvq31hQk2nwi
PCx4XxirA9o4n4TZgc/tZsN0NNtM9I+o2ZrtDlxdUln+ZKhZyI3fW4G7Es8sXZllgo9/Jqst7dzp
hsot/8f10LZxZdbANo5OGleu7ReVkn40jAqppk1Vl73oCfQirGRaqoYfHNEp2l0IcLOC8dMG/9hK
bmsb0zGmj/ogXDQFxOBZPnhMZ3hwciubnpwg1k2cuZ3u5+0VW8bq/HaZqOFtRjhGv2b5Xg1OiYp1
X3UvMQanWzFNHa4OUS98YkDD3YgGW0enUYLHyNOUj3EqvEPi6WW7GfBzUTeqKaJPbdCGKztpGcXC
INeoIfOYEigi77Okys9W6wVC6fuXPp46bEWLLIs2WavYx7CM23aHg039GVm1qJl8d8SVtC1tsyGo
r91kA9S5HN9SC3rqRo11LzlqY6JoK7fmxW6n9iqDemZPhnfL7RaLzhRqm6Qv6jSW7iYydKQ3Oyt5
yRvMrrciGRpz7wWdi928G9TNwUa+bA0+c3Hj8ELQsqAdhdOoFI0433uuJQZkE+r2xc5BQnUQOn9a
SaU2O9crKMqKtN8WpjN/vb1tLj+dAh6PL21UECYXgpet1dV1r9jtCzCwbj9WQX9vT8lo+y0eA06s
b4SVJ1tlKt230nb6lXv9yuiyy0lALckCF8+VCOxh7FSvewk9FZngdlC7PZHvoB8o7anhD4js7SsJ
akn/s89GqeOFjvFKge/icfkPyUqBQzIUL4TvRSghEZrXvuiKHexdJSKT0dzpl9towabSlfrb7Sm/
Mp4E9JjAzJ13Kc7zha4dCs6AXpNjQ0kh9McJVOHGK9LyVcsz8dtGpCg93B7y8nLALYC7jT9lFHkR
zE5uIhC774pjSC3X9ScRTKHiE1gqBopzXYDnt21ENceuzE11l4+K3e0Jf+tS+B36WV8sHUbsk5F2
Roznq1lF6rhyUbwXUv9Id7ko5BbgD5gV8tcuXr46yesEemhErzdOjmk/GsYGCrqIX0c7qIAnjubU
fYlAsBRbp0uT8iXqUzPzK+67b02dTgFac5b7hTNeh5tuDrwQUzNbEftMzQnMm2myAO66JV2sckxK
3bccoY8HN9UFnQCrIDibgVH4jSoM86Vg6Z+RwEzecg8aud/FcfEGf1T3DpU1dPXWGeN53DYVOgO7
QBhZHgJ6aPC5hLdMU7kJlI+JiPXkLQqd9meAY8X8yTYScMRh6DGZM4oMHK0q1T9lihN8gW/pGQ/2
PE7JzsmcIPsddl1TPqbU1I3PRazCzPKMrDa2VmSGwRZeUV895K2ZDTQFZT4AuKMq91C0rfEBAFVt
PlYA9r6hm1nGG2t05uZewbvXuO+TZKqP41SBwRz7mVreILwMTJMSNg50TrWMlP3tLSifzuXqksqQ
vIJXv5QwmcQQeXo1xEe9mfL8ZWymEKhe3QVfUhTy1ugAlxeLBOjJFIa3nChiEb5xnBNrHKry6DnF
hM+5MkT8CQgGyuDHqnW/oRdu+OiM2A9TFatr8hRXhmdw6WQh2Ts0Us+POI9JUUdFEh+tth0eplqM
n3QMBp8C6qmcPrOpfitpZU3Iqmpxzu/I1irSl78AOjDINdI4fgFFzPNfQBW/43QTyaCa2n2olSz6
FEV5u60dFVJrk+EMFyuq+WLGZbAHJ7wGnrscn2V2yERk24R8a3GYs9qZEZvXA4qTYDD3ifBAKHpI
eGUb3U0lQcurZ9s8JW5XPXfIQ2Vbj0ZruvKya5fbjqSLe4/fIVkSy0sls+xpFp4eH+Ninh0f29RY
/ejWRvM0DH3j+pqe50+8y86pwJ32AcmQ7ATZOHQ/zDz+9tcsKcvkkxbQWPpmZYjXPyZZo1hrAuyX
bwIYG8k5pcGPcfAyl2oqZFuQiqiOGsZPD5OewLONcp4mX6GupyDvpop/bh/IJVeR+9alHyqlvOH6
YlSwOCNxjm2S5/XFsW9mbdgp6lB8it2mqHeil3ziLLLwPfdTrYmTz3PkGflGL5ThedCSCmtQxQhT
69vt36TLkvrZLYEoD4EYIYH0fCUPOt+21lwgKTHk2mst6sx7KYOoa18noFn6U6gmzbDtm8izffBC
XvQ2WaOlPDtpOeF4pYpegpuTKPuE/J8YNmrbI5mvV0qb7vp6KtIvuI4M5aHNp8H7NJbdFO4EUu8v
NaJU4wf0V/NxXwZGqK4EOe97ffFRtC+kAgnNPCRWFmfRqLrU7QrTeE06c75Xp3D+x+1EYXx09CA8
GG3lJV/jquJcetEQew8eegjZvdl27VfDrkS2jfBZfLLNzDS/1llUPTkDJYtDnbWd8qQVaZ9/9qw4
nj7kDmXXTV04+dcs0ON+pUxzmZtSFwISAq4GtCRYzcXqRPZQJE6edUe1QWsP6qohkLBVhQg/9EPj
xH4+K150l8fWsGlKvTbfUvon/C+j3ZYrudrFBfOemKOFTZMEFPiyqhJHSd8VeT8ei1w42h0CfeHL
HFfiIQAYtEmLLP9WBUYM19fpx0/z4Ma723v14sjyA4D+IIjPJXt5s/RBIvTB8caj2WET6eN7Y/7K
7Tq2NoMGVkJtozXE+5X5p+Arua4UyhADW8qqGRGtbhOTpqMKN/+nOvQP0xwme2n64ifk454/uinq
bpoTiNeGDPeZmskaMvsySabxKAlKbALehQvnvnHUK6MlEzlCAEPat6sqs90qbdKjyp1YLZU0tzXT
vdojiS0QoyoejdFN4tnvq9wYpZqJpCDSNnR2hVuUsW/TXDF3ytDAOte8LBn8wWqgrFmTtuZDe3np
8eNp4vAikC1fXrQaNBCQNhOl1KbEwTTT+58AKPJ5Jzp9fgna+R+Hn5oCfObnKY2CBFkyFG+KsJW/
BHqDkaUSCc2LiJv6NhnQ+V1nQpHuylTOY2k6+yhxf5kodXxSsVh+SbOm9P62ls544DRQk5DGYuay
9jnHklfWutORq7zGW6CZX8vGNQ9urIcfo262/Hn0OCZOV1un22dFPiVnNyDYAuIhWVxh41zI81Gy
rylj9/Zxbvr2Sx+kTYzSeag5u4C++avRZP/GkJ++3B718oRi4YrIAK0DRr+QvcZXdPTKxnKOLqS1
3gcCmO57x56/5W2TPHdV/O/t8S5iDTpD/EMlATAMSfWi+No4fd0MSmQd5xlASl7p46eurbsNavJr
fmmXt9/5UOb53pnttFZckVhHu8ix+3OjGm8dFUjKNqqiYY8cYXxIvTzbjcaYHFElWCOfXgZWcJoI
IWzcOZjhC3mmUKCjndBlPI7IOab3Zl6WzV0d1HOKun9V36E1DfzHTtz8n6IdhEW8gGPBfdZW5kuv
CO2nMffJW4URWLfBEzbeF2k0rXVPLvcd9hrvhTzYuNyXixBH6bVyJADVj6UyIOmujt1WtevhE+Ip
KKnpypwdArrJ4m+7DNiHySYhqFCY1nDaz1eHKs9YJ4SkR8yY1U3gOuWmiUznTdDGvKPIEN7f3njv
EcT5+eLjKF/YqFxQxFqGcl4TjyaUcuc4cbtqh5SQwvCDNLM1v1QB3DxErYq4NTYP473WDYB/27Dx
FB5mCD6bHo67skliK+gPOFhrR9LFcXgy5k7BOGwy1d+lHrvTwWmL9q7T1CkAtSaq1K/c0RH5JtDV
ZCt0I/N24JYG69C1Gl5nepz2GjUk0019PS8myVBy5nDb6IqVvlmdZR5g3XcoYKnK8JFiYF18B0Or
fzGNWeFmgBzv+n1cDvdR20/BQw3o7ZSjMvMWd00XPA3UA4Rf42GOiHYxtNbv27N6eZzf5VPpvQPE
uAT9W00jOlFrzrFF2jHaBrkVKLsC+VHNz7ouWMP7X3lXGY9+Lg88hSGS/fNdAzZJgQqiWketw3B2
YwiTyC/VXN2v8Tw5OJXTzAdtirvcp87Ri53Rc13fA8JT7qLY0dvvgwCwjuzbDFNG9n63HeAgzY89
nAIRI0k1SnpNTsx2e6Ku/XKZYUnmH5fthbt7XsIGC4e0PQYhSEOnyvVoq8+NeXSollqfQrNTNgDR
Ff3fPO3SXUoR1H3VqraofLtAA3wXg3Q51CVVETC2nehTXwXC0f1QPCEQDXeL7CMzHs5r7eXLa1Ty
yskMkSuh6bm8scM07uwKh5EjRwKVt1hEvlo4xkMjROnXnuJti7H67vX4BvCG/HWrlYwU83aErTDh
gPe0uJ0wgXKLdOja4wQE8E3zgui7AIqLpHRsHuapq7/UTY+g9+3VumipU3P8D1XF9wJtWlxOSpsp
M1rH4tiM2H9s0Z0Ltk7pGnfl2ATb0a2b9p7rMb/LQ4GX3O3BL59kgyiEigSR8xU/d2EKK3atrD7m
UPvv1Are3kZ1A8JXSpCnIlTTH7cHvPICwL9FrcWCbgyGfvEmgy0Qdj4l/VFU4Me2YyBGTSrCh9u4
jIZN1JchGUOefr497JVJJkviAaDfQeC/rD+1aTXPbtQNR5ckKTvxA/ATdRx8FrdD2JTNr5qai/Vc
zFYhPjrB1K7cXVfHf3+FaGldll+6Wimohoju6OJskQIEwQ26MyYgwJNXBxk7zoblrkwIdRyEYqlr
XZ9r0w43AhAyArvIni22tjFgPpppaX9McHupfLNNYndvun3wZhQoK0IkVqh8j0q8UtS4sr+kWA7R
NHg1TLUWy02Ty+vLyeO7ZyBh+hDDV42wevmpBzG36RB4ayHGlcsP7j7dE9kzle1p+Yz80TMs7NSo
2L3DcXSdeHwoRqP4F5mBzNimjp02j7gPpL9S2UI8aJkX/DPUTq9s62rsg42u9Lb5aAx6qhyUolYw
+gvttKQ25ti5j9BrBzrWdBPk1/vY3t3eo/rlZPHLCRtAopOBWMsa3aAnuhBTMR8TLR7edKisxrZE
5YxevhGUT2OYJq9RSB1+M6NpHe0UmwB3O/d9Wz82URQLmqHI0vkCLxlwfnjLVv7k0RPeoLFVencl
vI3Gpw5dGo+FJvT0VHZ2OmxENjr/qnOrfYV3z/mLKbh7B0MMSKMOc4iV9e0PvfadcBMlucEBS7Os
v4yZo5WGoyBlYajJXc2j9DkkB33OIRRvORX9Sjh2Jck02fkcfJrYdDWWW6LVcAYHD9sfNbdKs9mf
dUqHfiu0Nmg2URcPj/zKyNtZSPsmW72wMI+14sr4iuhvF79p9mz//NspQPJexhYIxlD3WwaISo59
wNiY81H3Is3wO/xmMd7y4oeedHiPPjNugrdHvLwBGBHjMJzfaDhdFIDrsfTmQRnmY2vWiT+Ymf4Q
jsqnwC25j4Taqf8UXDyH24NerjSYBSDsFBEpbcKkOT+Lwu1zt4Y4fBS6mLZFkZp+OsLscTP1bhid
eqW6LI/2edh9PtwiC8MKBzPCYFCP/YToPGCS9juK0Kc8mfTPtz/sMlCRCFwD9wmp0MxSnn9Y6pqj
ltWleizzqdk7/RA4eypOVvazaaSHTKo3qDrQiUCQUsypm27iMR29vyT5UrIAYayjmk4BgRO1vF67
OPecKQqso6NN9ezTlteB/YXqrsHmbeUUXVlLAm8dgy6duJii3fknm5FbiQKRkGPTZ/MB9MSE3KSV
YXtcN/Y9KU6u7W9P8rURPQokYADYQFRsz0eMgtrEn3rUjlqlQPt00ujgjeaYbcK8C7fz0KwFJ1f2
DwwPqCzUvCH3LaXo67DRGtBZ+rHo53HembnVu69qZnqYAul6YK6kpXI7LrYrBkt8oazA0BZbfB++
crrX1552FDEXTK6ga3OgslrrKwXvy+DjHTwoVQws/l2+K0pUzmCEUv04tKLbaI1Jzyezhn2OJfeG
JEq9pwWcbDF5pWT810vICZGxNMefEuXinPShYYwVBdljmlXpQ4SO070RADLp4INukVFaRYnKaHk5
pzQYQWwQs1w6F8QVtUSsEnWsrAtzM0bJeBAQw5+KLIyetCDxNh5m0G8YrOjPiPN7m7juph3SY6se
EVcuXOR8+BGAp8AnLDcTOXVVGHjoHXmBs49zraW/CoL9O5Nrd/ALLTfnraborrJyTq9tYuQTkOOX
ZbaLXmc3lFMsBeWOdLONgze4fewr8gayjcBZecaujiWxxxQRKcsuU2TqTWYKR1M9WqLqv1eJUn/E
XBH8c69Z4coDdn0sCsWktniWL3FLArmNSB/5rtLIx199EOLbSwrbmz9ER+S5cmaurZ6MUPDpU5FT
W36ZlpjeXKPydkxa27tDIB+9uqRo9l6jzt8AMUDDrOf48+3Tcu0TiVRoZMg+xkUCKkqz67p61o4x
UvVvWFOoD7le4bgIhIJm6f8wGJmASWWMEH3ZPGobt5wCqmVHkc5J+aiCRdoZroKccaxk1sp0XrnK
YX+BsEEyDgWXZZIrBrdDVirhKretxNumiD+p5NWe/r2qBmXbofG+puN1bQUhgEFHob7HEi7eqznK
I1MomXF0FLfawo0wCsjSbrKVmiW+VhvOni2trcDUrywh54FrXcXV7bINNjl1N3Szyf0Tl/o3nu1M
+0HppLnjkTPNt9tLeOUTgcLKwibMUsjvi9KB48SZJYpUO4LCGmm39lKI7o4SoNUd2GMB1Wcdz9Jt
GZVtubKi18ZG5JAzz+PMYykn4o80i5ETdEwS46g4SvkKcCpPDwAtc/cAXiz9ToIyQLLNh/8lDiGf
lIx02e27uHPsMG2LiDv1OCt2uq0bJ+92WjwHz3PoVke1y0S9Uk+7snmBnHHpUJy64jJSRHGIlXDA
SYHf4tcdaglOOjolxdA0/9dKw+Tv7wFJwoa5iIyBbFWfz20I+0g1GkM/UiZWXmOMhpxtJfok3af2
nKcraq9X0iMbmwXKbiAzqL0tH+lRK6GqwY5+RRUsfHAjL7e3Tt5SJiiU+YGSTbzvtRRhuDZvHxTD
CeOXqFTCB+ona3J07xHr+fsN2gyckKwAUnZcFmpcIwtT2NjZaxzabC7Rt4bpx8UYfxD1PD7yrLT3
TTKViPnbA6x4a0QWsBzrX2AkqVFjISQ2kPrXVOgvQyhqyu8xDFuAp25x0rQaZJRjtfVrAPcj9eOg
JK4AhfZEbY36rz4oH1NAY3484Va/8vBdaTNL42cqGRRz5W9YbAeAommEYVjLKSt/o0wN4j6yrCfU
ipxDpKX5h6Iu+l2rx6Zvd2H9MFhJ/9c3jYz8pZSHZLJfdLophWOgXLjjKxFN0m3GGHDfSDnkDS2M
xPNdHd5lU6n6ml3M5dGjaIaCEbLZQNAv8uQCmcc+8crhdQqM/vfseu09HKBG+UzNiTfYMkMnXLnY
LockWgPEIJ0FITgtZ9ucciyT2sg95qF2iOpU1/2mTQS0udz9kM9V8OP2JX75Ykg+q8QswBABFbW4
SKM5Hlqkjh18FFrxu+97i3qoHXwdcDT/eHuoy9OFoTGNbcD00pj2Iqox85DXtkjrF2y95vvOHIv7
rhK4y3pDHjyYWTAc+6hTd1GbGvWmQmT0s2W0kUCgXYtPkTGJf+JUE+3KDr9IhHhG8ASi+MU6X0Ll
9TqoWtQ46pe806vfUJdHuE30LsTd7e+/WFoPOw5q3WCsQFmRVZ7fq0Fit+aEfOxLB0+i2Siumd0F
Yds8xYBSDnGsH/6/xvMWJNXWiwtTC7rpBdaIOxzMIuKEmi01AasJi9/hbNv72yMuNxPnk8+DJUIw
QM6x3EyV3SiQmOL8uSzM9J44wHgWRnDUovSvqYDvQ2EMLJcNetoyvsqqfCrCMs+fYyegp2Xirgyc
LxMn0MEYprut/UNDCnDapBqqLbc/cxl8yLHhjKHVRkGbQu9iIbvGGvWhc7PncaQHFSNiBO0vd/3Q
7rQSfTPX+F2g4/rt9qjL7fM+Kqr2vJLgoqnQnm+ftKhMD6Xb7HlqZ/VRF+5XzWyiDZ73T0NepiuH
dfGNkr8Lp1SCmpAMoVIkn6Q/AqyCLlUfzLPyFQHaINpWhaeSdFTAvn8NKY4yYKrsKgCUE9bl7vaH
Xh0a/i5gRNrXFA3Oh+6bZmj6BnvDyRDNcJcZ5QhYNDbm+s2O4/H3MJsJqhtJba4ZVS7fuv+++v8N
vdSJgICV6D2a/qdk7Pud24XJplQDay+iQPHuHCt1/q2ISF8as6gPatFGyW62a2VlAhbH6L9fwZ52
gVNo+Ezp5xOQBTneXamhfIXKhTt5OZnGW1OSOPDA4xV4e7YXscX7YODVyMLoBALJWSy0FVtqVYdD
dAIeXKsfVL3QFX/UsLTdEmuEj2bTuulvwuHhUJRF85eX1H/Dgz7CFY1S/IVQoDPDlxJ1FZ6CGgdE
r8yT41wU1bfUA5pNPFXYK+G03D1/hHjvA5JwkuBSkgdbKo/ZHxvbUCYvHIQT4skxuMN2RlljB2Qt
MbYtlxedVlNxxm2fuFOyaQU0qg2FY6VaiXqvLTFisXTjJDboQvN/rspOE3MZnhxcvu8Gwwu2xtRY
28oGin17ga8PBRJJgk8c3p3zD1asjAxqtsKTNg7pl1qXOjy6N9q+1vbOmtPstcF45YiiKSySJC22
rqHBvbdbTHzxCh2fqSma2X4qmxr3Rz13m5V0d3Elvq8lb4AhW+YqycPyhdO8YW7cKvha5nX1ZoKx
ws8kNaJpPyhNOO9g2g7Oyht3bUwA6OTXkvrPS34+nXrTjiGZmILcCvqgg6On27Qs3dcpGkI/DKa/
FxiWpX78N5hTlQ0jo5c/9ivFtDDr1VL5ahKW+aXnoM+X9WHxyTOjbM2x5srhgAVNp0DSbvDkXXyc
WeuTqmD/+BVgSLThO+cHDSzZfTeXd83Ue58KI3b2RqoMqe8KPM1XDueV7UNkyG1EuiN9KRYLWtLx
Ah/VhKdWm5K7ppvaxy4CaQHFiFf99rm49q1EKVJajruPPtH5xFqUYMgoO+Vrp4u6eHFCxfmVNLUa
3M+pStWym2dVbCpX4uYK4Db9tmrKVeO/K9sJCASESLCfGO0uD0wQjvmYZRrbqdSGAyhY6kR5hLJu
Obbdg8Z3ryE+rn33O8EPNKQ8N4tkMk9jpW4iKz+Zev9v6ORzvqWQ6hmbhkvvzpmV+BhAN9oFgeHe
1cba8NeW2KHj7SIhjZTPMsEJ9dzUsjjA78lKjO+ZOyDUHc3mj4Ib/9ftFb46FBVU6tAIrlFlOF9h
2wm7xvDq5NTFkRJskBDC6BNN3aH0RzWrVjI3eTYWDwtdIgdEHK82varFQTX1MRlbGAenbO6M+oMo
rVx9tRO7HD5Tq3W8zez1ff5PoGnNobaosqwkydd2Eg84LymlAtyhF2e3BMschJmbnMrQnMA5oEr9
L+mk+ckxGqvf5/YYrWGWr04wvGzQaZRVL3w/kBEjPk6V5GQW9jRu7NFyMgImOnTHIBm173+/nJQi
KPeTWRAaLpYzaMfaGOMqxZZsDHLK71U4O8c8d3P9ZzwM5srjcu3juAzRm8IODRq4DFP/uHizLgcS
pDrJSZh4ofkDN2OxbRsx31WOiNaAI2ujLVYv0KFFa2GcnIwWpY23qZrr4BEUtPXLbaM1OYNrg4GD
kn52ABIuYz4w7WavYFxclGnQfhiTLHE3M+KsxpsOP9tauWmvnQx6CvQYKR2SMy2CAmp5QpnqKT7p
igEtwCpR4tELAEl+blBnO4SD6wkDVGjf/ELJeWj/h5NB+48tg4rApXRYSWdehKWTnpqmdn40zuQc
tGRId0JpjLcYvOna03J1fmnfSKFA7Aj0xVXQmnYX6+CgT4NWq/PWS1EC8HU0mYZNrlarbc6rw5F3
G7LzSDa8mN++jPq2RET8ZEcGzMam1uZ006hOvmndoV4xNZK/fXHN0V2AzEdqwrW6VBCegrYp2izJ
Tl43uNWjOsWz8TjA1lgJW69cZ54sTMHs5n4BlXR+/EAthn1dGfkpyEc722uxaSWjHw/1tLcqZZ4f
hJOZayImVwelKwUJXvrELoOtwYicqpcul90YFKiqjeByfKUbh2bbitSw9xqau2s+lleWD4I/nX/U
1UBDLp+pEH1ES6/U9KRYdYQQjEaN06xJtoMyhtxbwKq5fZFe/UreKmmESAT7rtHwx8026fUYzo1I
T1Y1Dd+8YrybQt0oN2Wl5S1V7KFdy/KupPQg4ih6YVFlSdrb+WJq4MuTCc2Z05yL4oM5g8uiijvb
3caquGWf6YoDVFfVzsn//lUGUIHQK9UansalNdUM18zFCSM7Ub3Oq71Vog3jpE1uPGfznFabaNSN
uPPDMlDdTa3kvfvl9mRfW11IfjJlkOjey0LV0KNQYucnPU/FL7f3lGe7N+xgAyF5XMnlr431Lir0
HoGohnE+zZ6CGnAc1Bh3hpX1FGtF8Zl0KAj8RG1XamDXrgEkkySGjoaGuYwiFbMlFMGl4FQEoTZu
86l1wh00rTUfiKufhAuD1N+h+L8kuYna1gezdYpTGLnWT/rTLo6VXYEKR4HR7t8vFcmWJ1vSoDeX
sDj0rGx8sL385DZWdoegjnjFNtpxfHbYGm/u6ndBVwQrCoSKZu35UoUdUn6wQLNTleLoeJ+mQ3No
C66IgwZX/NPtD7t2/HRo38TC3hX8LzoGEe6iWJ+mfWJj06JavgsR5JgOaIj43Tj+rk1jvL896NUv
hIsJjJJA/0JGBYLBLLqMjV+njfmUtVn3a7LqftpaLRDj7e3Brl1pkoIofV3JafRFsJZLYJamsvOT
rMicQ10Y+eTHWg1KQ531EG/xAgr8/vag174QNAjJKl1wHir593/cox5SzkpsYu/qqrWI/dEDsSqM
yX0sQ2cNwnB1LEnPlkyySwg1dT9bD+YgP3nWQGvbhu61E9aAdZRmRGs9v6uzKTtu/Ae3dHlnxaYT
u3ZmIxNJrTvfoyOU5aB763qn5XXkPpAT/2WrTZZyYJ3/3yGdxQvhgpkucX0rTnmD2MhTnBn9d3y/
6mrjVmr3YajoC91evasfySMvJVDIwJcgyqRq+2bIWnGyVby3IJKPL4ESa4nfYxZ/P2lJ8fF/GJC7
kkDtXSN7sV0GK8wzMyzEaah4hhiRSaUGaP4mFi5+ZFrprhQZr34htSMCNb6Pk3++P625mUvNy8Up
cqL8MLB/fNuO1U2X180j7+G8cn9eexOkaBJQXwm2X/rTTg3bJWxqcXLUvM63tT3qUN2EW62EhtfO
gimrbzJMk7j+8+8qx87rQqo2p6juqm+ZZih3TZiLt3by/g4j+b4rIYsiwOXCKaf5fT7S3EriStGL
E9aDib7LwH78qLJoNQS8tlI8ciwU1n+XjNgB6CwI20Scalfa7fV54fmi0BRBJV4Py63tNGs54NqQ
8u//uLyKsEgSDJXEKXHq8C0XVfAxmZvuDq7eh6KqjZU47OqaSfiK3IwUohczSdzszZ1uFqeatNTc
Oolj7O2Asu1Hq9bTNem2azsRhWZ8swCc0tpevK6RUlRpGA0CzXvLeU2ULkajriqtlSfuSmJLaA4y
gDPG07pEIQ1jnwbNZBWnDmX94NHVI7U7ZKVdHUoyl6fWwhxjUweRUOH2lGva0NdW8M/RFyuoOo0M
V1xCo9lQ30KRhs0+zzXh+SlCBOrWK3Gtun2FXZtXmggA2ggnwLUt5rWobcSTEq04jV2eDAdd0YZq
X/TqGjrw6jjEDawe9QlCsfPN+X9IO68duXFgDT+RAOVwqw4TNGN7HHv3RvDueiUq5/T056MPcOBW
Cy14D+ArGzCbFFksVv2h7nKK+DwVLui9KtXfntDG6oNH+ec3lVZ+HnA6qrT/YcPDTFjlDYkzzeUi
eg5eLXLlIc6bZ3NCIiornHdxWYbFf7h0KL7+xLEw6LpD3lRLqPAKLC/mFA61n41heZyjbHls6q63
D7Hl7cHHNveoJL4TkUlR1tdcURtpVbdKeVGUsXl2y6U9FECx/l3oBz5wWts3vN2yp0nn5ru/Wbay
Tviv/zfyan82XTEaY5ZWl6VN3JMyjfNjprS5n7ZF/LBg+/nNq0Ll+B8GlcVl2hg8TtZxBo2cKoqz
trwgaYasEO6Mrl+NcI4TUpmjShjvD+5o7l1Jm3N16JZLCqdsoVxvWG9RqRQkNsnEWJ/sehB/48Go
SXEnuuQngST5axp13cv9yW4ek19GXRUNq3SsaMxHhDmXLs2D0qeOe5Jguv9w4aJ2LhHJpJ83fTaB
0hogPfl+WHJlekiQjlPPtTFVxgsCqNa8E1a37gqQz0ByqNwTV/XrxeTV0PZT46UX1E105S/Msfr0
Ve2tyh582SZO/vj9ZZTqYPRfkFq8abF15sRFGHcFxCA8qnxNy0gI68az91xgtyI2/QHJuqIZy2Je
T8zWauSxEx59TlqKv7pSj5bHElZgca4gQsG0s4z+8f7cNodETQqqG+UXQtz1kIs+G+rsdfkFp688
fu9Z4Nf/HeCetc9Rhz/FIUMBrtm57NdIr59hlRkChZC8V/r616PSPK8dVTgKJopLZH1vF5DAZ7Kp
XPuhmUO5HHMzy/SHfkC99H02ZpqDuGfTGRb6feYY975Tws96aOo2Fi8zyd6X+6uytcN4lwKwBvNG
b3X1IdrOjvoaPd+LWUXLpwKa4uDPSTY/Rbnnfbo/1lZooC9EysNXoOO2Wgtev10hDCW79NArm6Ma
x9X4Se/MJPRVK0HrMU3+dN0lt3fG3QoOUjhAetpBH173o1BJ6MhCOLRD02feV3jJnSIOGja1e8C+
rT0mUyDUgRErvfHEKaamU5Jqzi8tQlbhURfh/C9myipKvWHxp9Vq88P9Jd2ampRx4TXM8/Sm4O1k
JQDhWbCplbyb3uJuabKHpnSL8T8EPnl4EJuXGNh1aZYbzFrSgldpl2YGCHetEf2jq859e27jeXR3
bszNhSTQclSBp9AdvT42eTVgNm8DYiu6aXoQuqEG7oLbmy864TiHJJ6m8L8sJQQO2XCnlLVOYZsU
pwIVN76LluBvdlrKkG6ICYz9x/1Ptjk1Ca4moaNVsc7o0rxC6rfjLWornaD908dY5Qq0TseD3k2x
fUyAzO158sn1WvcqKK3ThKFSCfNjFfzy1CjTGXW0y+TgSmKpSdH7ob20R2dx5/Qw4Cbygn9D+Jgn
afUBklH11/1Zb519Ct+0g0HRoTmzOvuYNRHd6RhcVPzqhR92qlbBr+0i2EoVOCu1tWtEP4Vjf70/
8NZy8xJn4mBuVf5c76RkxpQ0odhwcUtFPZGsIzNtD51nH2kGt19aEHTLTjKyOVcHbqZFjYpen/xJ
vzwo1aoyBqdT8ktXOGNyTr3O8Z4Vpeqb70qyxCgYNh3GVT6Kcelekrs5NrUq8LWyx+et3wtZZY0S
7nlZDCoCkZXkToDRiUTkuFnxx+TGreEPBhC6nW7Y1kWCxhM9f7jdMkysJm3PrT0rLRX3BAVJHMbT
dgpcm8D30VvmJN4rUa/ZEj9vVpr7CFgCYqMmsNpRVYsvuJsm1N2bUftqTfGTOepU3dV+il5ip0n/
bJIhfk5Up/mqpwUmMJaef9L62Xq7v8Nul5z7k2n/b+ef3ur1zDUxlc4CWvCihG2NK6viBG6XJzHM
NOQq/QpMCaB8b2o/3B/3dmcz7k+NZq4bCAmrMz2AvhCD48YXwxmqBz0zw+TEwbW6Qyb6RX7qKt3J
RzdgoXJMACQ0BrlNvdWY6jKhHYUuIy/tLnX8wVmyR52i6PjFU4ym8Wkt2c7zJLwWtFuY/qO7dutF
vp5M1R4z8Dak8VMocMOkp6FurhGqjgOf3eodcUlqXjYL3JQf1SgW8ZzXmN+cwsmeugdltGNeIkru
HqwuNZ2H+59gYxPyI6QkP5kFn2IN0xKUBgorp6HvJGSwaGKX3d+F0Vt+lbb2yRE4BeCgCVCNTTxf
hD3yl1mEcjivoXZXtuc2G/gpo0kCgwylRavoeidW+tKhDzrFl2VybTQnzErLz3BjUQ68P+/NgSTC
XbZNAWzJYPBLhGv0xrbqpI4vteHVj4LaAdLMSNhUO+u7N85qQuWsgo/Cb+xSx1B2EWNOxXjOnKzZ
w+9snSUIPXAS4HvxJFlFL7dR1TR1J3FpU2TbfAx8VfXBRG5rPNc25HqEB9V6z0xW/qfXlzK7Rl5J
svQOi251mGpatUoR6eISIfERB9CEp788LYveTWUxZQ+gKuLJN8ZleCjm2k53vuHm3mUiJAS0iwAd
rwKoLqxeM+oa08ihL786Rjy+DHEXWecpgu3nZ22M2ndUJvZySqjWmr42DaNdQC5wtR9FpXb18f6u
ur1CWA886w0YcDBD1m+RzsRbO/Sq5JKMVvE1U5eGXgtWdyc75xzdH2trZ+GwiiQcRSZC2uqDx6DI
W21J0ksH62d6RXBFR+a8aSZvr/izPZL0nqBwvoGuFMg6dnHLrCLTno8VaNnuX3weqr2uytbykStT
vwNaAA91nelkels7Sgq4R8/eqVNc/qEM3d/zMjvRztbZmhI4FARc5EFgAa+PfxaiLZdjH33hZ4zZ
Cf3VHo10+gJ7sOatGE8fxeaIgBHHiOJ6oNwGAF+gJ38RcezMH71yzMR3JKJE4uP1WIl3qRsPIbQ/
te4fBqWL3nejHe7p5Gxd8L/+Crkcv0Q71RhwWsjr5NJ1rfo4uBmafzmJ87EbG/PZyiw9AFnRDztP
rq1hZXDgZufxegPYSGjiWn0VJxcnHov0GEWR+YQkjvoZnFXT+kuPZMQL/NTlNyXpyawoVVA3/F9N
nBu0qOhH3N9rPbkIgPEBYEryF93BC0pq5dt7MPKtbUvaCLCQEgQV4dVm8uIZKvo4JRekwLJTPU/e
J09UM6XCSXy6f+i3thPRHcyWBObTXbn+kOUAc8iq0gRqVIxWIyYHVecj65Ikh6iNLP3QOgYg3CpN
M+FHME0Pqhab7sf7v2JrwnS45IOEJwkZ7PWvaLS+XwY4aBc3ROjooE5Cq97KXIyObwwlXrr3h9u6
2izygf/VG6JGej2cDgusGzPu6opCz4/BUr+OPQ4OCTqIX8B0JzvDbc/u/4ZbR6GoNmdtyXNcc20j
bU7YwzneW7UswCt43Iq9W2zrkPwsKUnUODnPKkPI4eTojVZGFxuvmuwl19WwRc0RpwHx0CSe8qcT
1qN1ipXGrs73F3ZzpngI8JLnAXJTOuManCdoWUD0LXv8iKeRNEhRquzoFsg43h9r8yPSxIPixxEB
+Hv9Ebt5BHvbMFZca+MB/zIrqKte9fMxiY+xMzk7DfOtCC9Z7y5PORZ1nRsoppgRcFOiy2KaxXSM
czvyjsrSR78NLaa3hfsAIZ4UAo+T63k5YwfeXumTS9vV4n3SNLksuihpXh86Xe/1nWltLSM6oigZ
gcCVgK3r4bx8yMO+Jl2f6D/hubSY1ndlLo2T647J12Uydu+OrU3C5wLQ6HIxg0m/HtFIKYbagEQu
RR4N52yIveqgpGWH4icCPMf7u2RzMOCoYI2k4M06i8UVICrRUowvsW40+Qkpw3L2dWREOr+cEIi6
P9rmYtLnkXgKaoLrkqDdWl3YCCe+jLQoXnFIqF41EJtHUDiJdRCqIFf8/REpP4JsIqCResj5/3IR
N7at9CXyyZcSU6hjsUy8q9ChOPFgFf8uPO9//P/GW308DQbQnPS8p1D1LdDx6f61mjB9K+p+PGnj
EO98vq0FpXQDCY36GFjf1cXQT1Dp8R3i86GQ+A9AuFdrtnG0K3oMRcPKGv5DqHZZTAm2lcit1fRq
OxS1RmPhMtiFNh8qpZ4/t2kXeg9k+sbT/bXceuzIvgsJI72lG5qyjvrTOFKxuGRarZ50an6PFTD7
wI5VT/Fdoy3RylY9f8Fe6Pv9obfWleInCwphmNx4lWHgNZepmHmll7kz/siUSU18O2rTwNQmbEoj
Nft2f7ytO4laJwtLTwXa6uo7pmneWoUyQc9w7PoHpdWuOOZlWpwGuzQeSWe9Ry9s9OV0f9it0y8l
E0ChIs1Mjfb6dCDAApvN6QFS9pP+NI0Uog6NDYmpSCol39mrm4PxzKCYi+/kTWeyc0rRRmqcgVIb
2gvUZw6k5Qz9qXHMfjr/h5kBcuIlAGjmptSTqaLoEivDgSaCKoGWaf7mKhkNo9aK/0tCAf5OwrMl
un/9CM2nKF8GRMIuk9LXy6ODKc93u4qLD+gIWX43Y0zg60Ok7zGuNzcpIj6AL9C6IHpff71pcpyE
ZikP0qRu/jBL131HIrs8LAIZ1Mecwrqzs182t+kvI66OxeIKyx1dm/ciDu6wNgupyVZHbwAFzIMx
L63jIxEcP9z/lqtRgWyCPeeBz3sYqOgNjDlNFBAoVpe/2uqIpWyE2LLuzxjrhKdKi5pDC2nrealt
o9/ZsbcDw/DDUwJ6FkeOjO16ges4zERqTvlrEsbzc5SUX3o+cAvZJtQeRTqRflTZ9Hh/tquvymyp
UEpuJTkOUhBr4GEOXzW0QJi9Rq47A3LMDK89Z8KcuL6s0MDUb2zLnVtya6IoYUrEFwHvBvI11FGo
JxyZV6K+djay1ntUDdy0IuzjPrSznR3Qld8bdBUPfk5U6tHgkgdKyVlv3ygeZuhDVfFaz0Z7GsSi
maco6pfXhO20R+Q2+VS/FM6o99JYAa2KkixcO6B015+yrUUIqMXyTpEGskZqoodQgXN12nv5rz8f
A+E4C+wRNRRwj2vIUG1oYTbkrXeKQ8RZwtk0P2IzPvjSu+t953blzo28/nQ/x5NtG4nbkfYR1xOz
Cww4ysrxTr0UgLNJw49ZDs8uVbPppHejdhRauhd51p/u56A4TfIoJvbg2nM9qEY8dWNF906ZW9V/
CqWrT1VniwfK1ntk/40Px0BS1hP1Xy6N1VtUay3ImY2JH0JeWkcgJtWBNFLZWcVVqsH2oFHLZqSo
SSwFrHo9Iasek9AoJu804VDuR2Zpn8wYzwRdK/Iz8g3mafam5dFTiz0o6e38GJmdKal1ECfWl0fo
poPXFiMKxmlrv07M8uiMevdwP6jsjbJaRcsVYwxGxDtVvdW8jElTnL3BMI73R7nd+3IuvCIg04GZ
XtOT01EzqsJovBPar9I2cjQPEcrIZ7vKsyO0mj0N3a1ZAXUid6EWTQV+NSsYdnVj4od3ahcnOTdV
WPkWbevz78+K2pZmyWDlkPhe7w01VKumyyP31Cyu/ZhC0Ir9Ri8c+v3GzEMCLMxOOL6ZFx4/FNSk
jQJWdqjLr0Z0lrCfOi09L4Nbvnb2XL/CwU52vtbNIebcEqi4WWXAusGjRqlmdwYKeOd60euDanOT
Tk2RnMAfFTtD/azIXYVfxmIe0khSGjmuMcWKXSlKq2Ma1EZ18iVDcOPB8nplOeSa7vxp5n33gVtA
nIzWjWPkva3wfWe39o8ob3vshhBbNXdKpVuzZ5Ny6lhjsJ2rOnEqorKp0Ig5IyXbnDutCY+hArNg
SPDHvr+BbkI0k/91KPm5f3mDVkuGdUE4pmcvbvOn3GiL54n08EinB316e9GeZwTEd+oWm/OT0Bv8
MCSEaXU2rIbVVWLmZ8alQPwGC1eMt7u5oBqdFHuyQ1ujUc/ClBpIGO2w1Y7tw7RXjD7D26MV0Lt5
qbg2lVC3tc+A9us93cObQMOK0khwcEQgQboBqg54isxdXqRnyNHinYpUF0wlxF8S1B/OeeL8JpSJ
o8949GqZGfkKceD6C4KJCAdTR8RxNmsdQdJxOqHlURDTyM3ub5abmwicPyaMPwFFgKfW302PTT0q
vCE8mYUT4XsOdzd/tNK4bJ7MjLbyIcNbRO9xQrdw9hnqEbOx+79g41vK6hN7RyKOyLevJ6tqnRE5
Sa+c9HC0/gkbO9GOU25UH0JLlOVOZNj4kiRJ4OGJ3rx715mEGi2wkzqVTCItJwA2hcBTp3Mk+j7p
x9FDnaxZ9gRQb9cYQLdDLAdT6PDGX52NIksRJ3Il3mDMnYOeL92xGvX+vEDN+cCe7Y9d1MSHJa2i
nemuR5biLMghsOfJm2C0rs5JF9rG0oOzCXLcG5YHaRvxp/CM9h2cMdh9mFq23sHW8yZI0hiVxN/7
srL97lB5JtuQzMm1QmeTOJET4gMaqLnrNgccJuu/sS0xTgNt3Z34Ktfw14j/cyxZv0QOleR+7cgj
wHNQ1IiHIGoHPT41A9IliAfP9VNmCL07enWaJB9dOxqfuqSInBdSBi/aSXvWkZcfQTrCnQOPhXRk
fZiMWMnS1EvGAJZF+Rh6evTmJbP7Mala7w1gSne2ct37eH+V11uakajEgeVkcxF/108NN8X0HpXk
MRibZEm/aouTWccR2KP1zbRh+R5I48fP/78x5W/65YrpXFNfnAr4VFyDUf0BP50C1tmD3tWdlERb
uu8FoSveaTGsI4WcKY9FkETyTr/xIlSV0hr0NpuDQmkX94S+0TAcMT9LNd8V7biX7m0sLCGYpi6X
DG2w9eEZKkq4ZMpzgMma/TBYXfQlNblMh1mPq0M/J2IvRbrdP0CwEb4mHIMrJaW9XlYFFeXajcUS
aAuRwre0DrRY3Xbakxqpiv04cB2860hQd3oca6AF9VV0NaUxLI8eWRBcDYxLQmOFYh6DLtKUL24T
9r0vcuFox2YpPuhu7cA1A5j4IWxDm9TXjLUvoYKCzBPAxW7Pc/I2atEhoKPMTQvs46YA4w1mVxZD
PAV10kd/QE6OntNS/dGPpfKJQ+W8R+Y4+ch1tffOvA0iUilD9l2gM0EMkd/nl229JH3e1ko9BuFU
TGddGNExAkf9FcSa9lLEcfI20lt/NcOlfa9oNppi94/V5sQ5xmjswacw12KV4QBo2XL4DIhFDp+W
xvYav60HtDTQ17CXQxyJ7Gtt1NkPsIzl1/uDb2w+qdTDiwNtVQlDv558jD5mH05MPosX5YTlTPra
eJMO53weuuNodS1Of2qz8xLeHBU4uhQLAnG/3nkT/SjkJpwxiMtYnGbTmQMHC4KjrqZVQ9G9Kx6I
memX+3NdowTlhkcRnEc+y0yRcn0lp5oaWx1WicAi1OUPHtvqEbiYKA+aHXsf8nASp6GcorOVWu8V
mflpeM093P8Rm1OXClAyIaEWL//9l90m4ZoQu/oxUOJw+O6hsBXHakzlnxbjxzAW9cdOib3z/UFl
8n99TzJxOmLyHQKabH0nIwHTLVrnTlz4jf2g8GEqH23M8J/7w2zNzeBSohYuTYvWT0oOtVSazpDh
bqeG6OXMiNCpilodJl040cFo0aKfJwVx0vsDb9wRJDr0oWU8u80DzDmbwlTk7GKnqs5h3oUfxrr5
XLR5sbNztw4rn8iAIv6TrbfKW3kiqr3eDlNQLY37ua3n+Ytepu6jEmX6eHacuX8f6Y3Hgw952p2A
vTFLUGFSgw7OCIolq60TLphYUrmdAx0Ndp8DNAb6kJTNs7Fo2p55+EZUpFoqy+FSbfXGr9uIM3eJ
RDsHSDTovEEq4xibnf7EExtIk8j/0REm+Neeks+mkVR/3/+eGxsJ3Q2EPVHdo7uy5iLYPOKXQXOW
wBzCOTyTU8Jn80VVh9FhmnsvfikG0asUscSyp2ey8YUROSCHZfL45a4jYm8kkCHTievYBI/i4xUX
Ly/mMgvQ0y61hSbBWVrtFMzTEjEUe3zXG6NegpTsJUu6GzHqxoysN9NwzBqFr+y5AyMVnqUcIwOm
8muhi6U4jMqclfGh5ulaHBBYi9SnYtGS6sh7wNaR3U3i+mRKufk/1SITdZCKrDz2+uiow87VtRFX
IPnT/MKcG8Coq18Hs0VqLwpDnwK1GeeLa4bmwVHr5Df76zJu0w+mqSeVICQd7HqYATc2S4vzOaC0
kDgnbVHzk2mgMQBXJE+Kh8nq1R2C3Mb2h5DCnciVSIlsnRSgMFwliT4vgUdZCOfFZhjeLYmjvisQ
sn7fdVpU+GC22vqJGnj3XTQqziH3D8HGcWd4oiigECoQ1mrWJhIDSmclKj9hgM2kpr34HOL6V6Mc
OGTZb5Zy5Br/LA3TfAFmt64+JFAQQRvnapDZ5fxaGT3G0LMUxnwqojzfA39tHXBYqmTZ1Dw546un
BC4MIgsRdgtcIxofEtecPgrEjL+qRq8+Tu40+L2Xzjsvia1vyhel2ABqkeex/Pdfrl5uzKnU8lgN
EkwyDm3jmc9tNce+Vun5CegdgoUAn98UV1TvQ6OOdi7hrTkjhy5t1aWExLp8FY9ODJBY0wKKkM7f
eb84L/SH4ues0rTyQIYdl0d7luYa9/eRXMvV5U/xlS9q09q4LfS6ih5HaTNogV0ZYyiQrViy/l3D
TY0aQegqnXnQK0eE/94fdiuOerQ7wIhS56EKcr3ak6EWQlc4mLGSGkc0cIxP7qw2B02BSwb9LDk1
Ez1GI5uyHcrPVp5HA454RCoATHI9tKXmLOzYLsFA+Uocenl0WuoCjeZ8zry0T/xkgJr+R4fGU/xC
7x5AZQq/HrXDUPttyzFOFpkeVXaqBPKQrVIGszA5QEO1BHHRYJiZ4jsG8Sn2Z7Uaj/PYdP6oDs0D
+pjeU58gyxKWpuq3RryH49l68AELhEFNlZxK45pKiNh+lLgWv6RQhvr73NvV9ymdlEPbRuJRzJNx
dBS7BPXSN1TRFzGXz15HGUUbI07k/e2xcRqkDCqLI81+2R/X2yPmrxJ31PlGKJM9WlTmTkSbZTyi
QFm901MVtnxRxPXOIdzYlWRvQDJ/Ygh5cV8Pm8V2WdBjn4PZU1oVSnM5D4eUxDk6lbZbWIiJt1gY
uuFUHRNTo2q4M++NqE4NEsALCueoCq9f+4aCXFWPJGMQz6p5rsKl9hsX/qqbO9rv56pSgIcaNikj
AlirJTbLqRniIeUOw703mNsE4hsnsvJHAt6r3mJe6rdzkuZvVW8Y9cP9D7x5CqUMCWUbkAYANq+X
WilKs1VUjS+sDeIwmLP1TtPStPRdvOOfJ6Wsj6AiqvdWbvLEnqit+1Zdwky7/zu2FpxUSNrEgCm7
6cFkallrVis3vanhq1fM4hhVmNujTqfsTHkjHZKlHA4W0uO3WiUG1jM9rCw14LGlv9V21p50oWlv
9ye0cY0xivQ/58veKpREdQM4o2OUzs60b92UhZfC0d2z1rhoQ2q9+8kpwuwJjFdzNHDh+HZ/+PXB
pWkgFdXIyKSIFDid689KJiisyV3mIG1C79V1svqS1lPyTZ1zkXCT6F7ho+ps7uQn61njaIXDD/VO
nhUs7vrdjDS9aHTUPwNgnAu4ePA6nm+Ien5I867qj7MtKgqtVf2p7tyhOWYp1a8dcs56K8nfIMVu
UCODrc/vWU1dG1tvTjUnmN1kgGZBz9Q8ak0C1iNLW+c3IV/UA4EKYPBBWYZH9U1hKPMQrIZD6AQR
Gf+XPE/qQ96GeWAv3vg24+UKkc/dE5hfZws/B/V0YM+UhYDqrOYYuX1SmUXhBikopINXuTPosq5z
PpVm2rxDF9RpT7+7oaBes5lBdNP4on17vap11fLp4soN5hDKt9p3/Vs8qU1g9Uorjo3Slp+wESiW
nZvgdh/LYS04/MjJcl5X2WDaW6VlZrEbRIluPWlGj282Oaj31se9fsyL2TnMoTPthaN1jGB9aVGj
wkBM5POuzdRKI7PRrvfYQ5XdI3rjxJ53zG0Td5z7y7qxWRkIijkZp7TRWH1Is+nDLkJuPMgdCjCI
t/fnOrT0pxza805I2ByKrJYog0sIWq7XX7Ata1N4Y+IG1tLHr21j6fDj6uow6lG5s1m2hqKpRFJJ
bZ5Clvyqv+TwLSQzB4KnF4AxqV81NRvPgKGsb+Pg7Hm6bZwEWciSVWGO+g3wg26th9R+7gW9Eg3v
m8Xh+CECHoxhFH9oq8l7uv/BtnaGfOjBe2QRbzKDSSsRfHMaLUhE2kE8WNK/Qz0edhZwa9sDP6Kp
TQGKpspqW8AbAmZCVhe4TomJ+Jy3LUgTp7OeKsjE4YNhhcXDYAh3D56xEcCpIhHDyYQp062/nBO2
oFP71AgqvdMWH4vG+dnE3OwRoJUWHoAh6g+5rc4vPebcyiG08l0M7Tr5k2dPXl+yyyDfQ6t9Whbs
HS+y9WDsaxOmmumUxyYrs3OTTwOqU3ZWkSUkIsMBPqO/dP/7bq08WR+0Tmq/hJ3V1h0JB7VpRkbg
xC3GgFPVPA4FB0QocfNpForrt3j/7jz+tjYVT17eYQiIYIW1inJgbxTKWbEWGMjWHwXNwr9EV9Z/
3J/aTa7HylKsIqkGwfSziXN9LNWidGNg+3pQFF7yXNCkOdldi6WZ0ukneuzOuYSC9K6O8F3Punkp
j63w9oScNxYYeqlkXbHHJNjt+kfoFrJpS+5pwWSZgxmdcMxuzQMCKrl2yCdjSrvTQP8q0g8w7rAs
PtxfhI3dhc8pMF6Zc0sI0vXwwhj6wW5VM+jHKHoVuat9jsrOOcfIZXWHeZnyH4ZTKEfX7feq0huh
ipoCYnWyY3nbyeM+Kds5rc1ACAgLj8jl9dahheNzMdrJquJT3Y2qHu2Eko1YjJkGfH5ZNyIvWu2t
MKo9FRShGUzQNk+htbQfwQi5ELEN+/H+2m4ED4RDOLiSeMqnWUUt5ByiaqwqPVCMpCjPXaOP9nFo
osq0gNmixnmIeVBY70dTKcSnGu/np2KsvOr3TxM/g0SF9zMNgPWMMbJoyI48HTdkL/P8TpjZyXUq
c9nZShvfE9tUqmM80oGsrJMwdx51tzWFEXTCi/4tKUg1/mLV7Slq3dHv42GP0LxxdHiH41yKbQD5
kLFK6hcXfaZSL4xgGNXlezamtAHb5U0MlfsAxnh8WRIv3ynHbU2SpxJsN3TWSFNWxxVzm96KotgI
shYLbXccTPBGYGI1qzdPPIz3oOCb46FuxA6CrUGYuj6fqLqRvQ7opooE/LITmhNksKY4IASaPZDA
9E/39+xGPKC4gbo2w3Gnr18sKe+nBFsmO8jCQUdWh5qxN/0Rx7Pbn/CZ1qboMWw9mr2I38fKdB5R
7twDeW4EZqr+FMI8ABTkZ+tLBzGUsoq7zA7c2nSr6qDlWlx9GfPeIcVoRK2+WEkyDPqp85Ii+QyI
AyXBQ6uXc+9n4ZTupb+3i0LtE+95HjdUfm9asJOHy8dc1nZQUGHPTlHZ9s9pYg2HyDDTtxQVqDe3
Tb2vrlH8h+ufsdH0pN9MReTG3XTqFyhKbK5gzJZhOnCXoDoZ9WXqHBS1rIaX0e3EcKD8pkV+qynj
j/sb4jZe0iSRkDAJiSWpXG34Re9KTSihGeBmXpr+UuTjw5AvduLXqpHthKrbiCk7MvSw6GRJgq78
Mb8kyl2icxOahRU4hZhPbhIX57SOnUdjbD+RgIRfPdyd3hdGXDws/ZAUOxFsc3jkZ5B/k+a8N5dh
LyoLcyczYLz5BUQanbTcCj+CEEdrYg6rd3EPRvU4Olk1+WbLC3gn3dpcbSbOkiNAd1P38VAuc5zF
4Tq28vzzrGYfW30sn8Q07R30rZEAUZD7AF25fZM0S5nUduyagVLHjzhJhH9HwlTP5jDFv1nRAx/C
zoFZQs2Ux+v6GuS6rQv0jCygKl5bfaD6hpLXGdRAPn3I4x6TyCOGxN4FPKcaBQsawF9/awtjeUyW
QfeE/iR67PCHrnfVoDvTInLbolg6l8NBm/vlszLXneUbnmj2kDmbCwtZgqsWhUoi6fVowkiTzKpt
K0iX0QiarJ0+qnHd+3GNi9X9id3mycgi8tpjw3IjASm8HiqdU6MvB88KlAjFtwOsdoDikW0U3+6P
c3sJSWAmBwMqH6nyOoNYsOWozKp2Al7n8VlzpzcUqIfYT0PV8Mtw2SubbS0hVTrZY5NaUOsljCq6
nHXPeKE5zJPftgZvr24sikd7KKqd7XmbRTA5IpssOXDlrbFzSl05NY8qJyjdzP4KNX9sAg8Pmfyf
2Z3M5rs+otLuN2FXmjt37daykifhqSbb9uAxrz+f2/WjpaahHTQqDXrftRT3UJWWdVDyLEl9rUz/
+v3vSJWMex3k2C2ZrTFq3S0j1w6QZaq6RzczssY3uyx6PzS5N56gaO1V5rZWlzDG+SPJ5+m+Pnv1
4BrDrNi8L6r6Qz0Uw2Ps1PZ7q+qzx0VEanvIXFHsVSG3buyflgE4rXMW12kMUTpF+JEd5DRmdejA
YPI8btLsJRFVctSsbp5PI8o7n6Ze/U2bC5IElLg5/fBHkEWhcXv9WfUSPzIRCzcoQqU/xEumnEQe
i/NYq7gF4sS4s402Tgu6QdCLwDRQH1nn3b2ulq2mMh4lZOsJOKD7ggZV/udIVWOnlryxY2l7Q/ZB
y4JosO5/ORNPZrOeqQPSlj3hyIcIZAgBZcm04cwh83auw83xJKIHGiuQnjVgOBmy0HZCyp1FN9Sw
sBXv3WLn1V+LOrfv8nTYA6FvLSUVJonhwVCebOf60wlnwPZbmW3gnEVxbKeOuz8BZjoZs7JHJrhp
bJJMyi4iSFYb6/qbzC4p8qrNvMgLkGy3zl0ulM+5m2AvW9TzObGa5mAqRkqUdebhqKFyGvlOaGnf
KAEbOyCt2+PCT6HnBfaeWgAf6nretiCjp+vicV0h5gvVKf5WzJY2nBbRZU+2NhtfTbOOyjOKDcX3
+0Fpreosk2r5opJGLRLBvF50vXEjHWNdL8gWXYXWWxStPzpe+71VxZD5k5kPT6aX9yclLJXet0oH
30TL68zsOJuD+63A2ei9o7h75xhC/+qCRU+O44S3IBwXCZdX9et1ieqqSstGQYFT04EjlVaaGgeK
cV13iNMoN+B0h2p2HObZeWssygp+18wTvcoeE0A0tMamOFqK138h17SMUx+DOjh4Rs8rzshKqzna
GqJXIeol1mlBiMs4TJMZfkOfj5oaLJd5+So16R+1KlOUw2iFiTEf0GDVp+6QJB4yPYfc1DOtP0xI
ZkW9Py65liyHoR1E+C5Z1CL9Rm+tGb5Hql6Lc2GTIzzClkni1q8S2wq/Kr3edLof5oYzIYaTKXOE
55DbNOOPoZSL/GjPw6jYqMzm4/jZNJtIvE6YXPfnGJdr9Q8KGeX8vhJlIZ6MylS8izXGjvsYqjMt
S78dalqpvlcPYftQChRb4Y4ukZc/V002IMmdRHb0ZKuViVvO4IbaB8utwdemVT9Uh1hEk734FtSz
Ct1ClRVa0nT50Qt1znpfM5ekepobHXqaN7uNeGij/+HoOrbjxpXoF/Ec5rBl6KRoyyPL3vDICWAA
EQgQ4evf7beZjexRu0mgqm7dYCV79LU48hdKcFs+IDo6n85pvq81TLFTeI21kFezixRNvF436Fvd
f4DHHOu2ZFXjkDa+zGFdqPxymWoAy0OGuA/fwtuiKE6R2sd6QJBEwjosm4jsVUnS/Ys1SRr+wC4p
zZ4iWyCl2opqRZZYU3imniMHIV971Nh+vpqypOFPEallOtVIS6FP2iAl4uSWKNZfKrKt4byUcKPu
U17ftVsJg1DiAVy6g7gryLah6dS6uvoD+ZPc/UVKlkvgL19iDr2tJfyOfyMOYuOit9r6qRgsNN55
xyWicPc2yYJc17amG6GsrTKZmbRzYPfd/aA5FGL/pQYmfsigHiPNn5rVi7FHSpqedLtmnEQzfJng
4/UYyg3LvIg7bS8pJEr4Y2GduJg67J9KOj2NQVfqaYogeEN8a+mzFYpruSXh4rA9Q8i0Avs0eibZ
fb3fZXopCe2EZaX87rlL1tvsynw8bdkKeuEQTDSTS+Fg/SEH9NIKXi4JFr3atomXllookgN4fD1T
OKSs3fZRlLetqSBdDqD68Cvs/vfmNRFTNpddYhAX/HyMhOx/yBiWqYOTybwnAy2Z2fcOCeCgGOWN
hKVDGY0RLqbGWnzFHcojhb10wiloM70pQrINxRxcGLYIzqqtM1FTfUbwXrqzIRP+pA4/83ZMFt20
d3ETe1/2yJlBCwGXnwZTNeB0pgQEMdC/RTCLH7U4BYlVYtplKS3T5woL1dCPx56nj6YoZXH1dYXB
rV85ds/n1I9M/hwZVhK3jZV1eLPrIR3tIr+bpJ1tWMgfMSkDElGcjFODfnaWcYi7NIrL/QzJ/waO
VVRxRAOFEOIRd1VtiLjMsazMFUK0eX1y8Z76173w+27BrYV++cEpUoSW8bnK/yw8RTh6G8/2mNsp
a6I7+fWo4vHPmLPIf2aCC/UO/1EnbvDEb9aXuc5gYZaUIWQ9pDgE/mJAunJg/bA8a2UT8uZ1VLGJ
bxROfeFhjso9Ta+U+wp65p0DNOtTouEqcmJFCY6GXOGY+5NmMiK/J3OoAqwkrEsHmprZnBchYnlK
zZGSGx6xEr8FmIzqCfnCkUfCe77EOBHwfaL2lyHbEk6Qo9Xz2iamOI4LsbDCQLGpdfIbWGRMSKtc
E/uv0ajwh7J6GpeLSj08/RYghORF7NIczwmV0XGNxc7cO16Tquwy66TpSpXv4nyUiZMXmh4xvXgt
7i/9ptzxy3M4mIQHpQnWXeWxJvNVa26R3esnceCqEhGWUClRU/J5gDSxX+dabubkdDy6z02grHQ1
CFDweS15fbf9zIi6m3NbUe/7e2h4DmvjUeZQi8SE5vFPSFFFcduo916fVgeDrQ/4XsF4wtYoDckJ
xYeZcyPKRsBMoYQGc6AQeeiqE2GeeTeP1ooLKqGU32DJwfcPsPNiz4fSwMn5p/N4iVAy3L5VGHXA
mRIvaTIh5GOpQXt7rkoKPPVYGGzTsWt28E+BfWrJryw2U3TF767Kt2C9nf6jBGf7ejeacBcRpRNo
7UXB/dSueTM9HrocNebTvV4/izIq7YNBbtTdJFgvvnjH1mFZP/wqbJkiQRcn58IK0CM4SueyJ+dF
Ft7Y1iOZqTwb0Iz0V+DaOawHso0DD1WiEKVoQY3DzNJIkBNfPbD0bdjmGmSHlhWM18ha5RMCogR4
sk9yRhb6sBx1lOkWLGky9Qwy76jborrcTasdmtHWwNKEX6g3CiVDgjLc4dmmMP9gU15eCAC60N5z
WJqHZos5HRY4rdEfRckbf8tKp3I7uIxV9gayfd38MPsRTV/J0aQGhq+7UdlFqWpsWrdrJLG0qyxF
KvsYpxUZ9cjG+M/EYCk/mpCP0fkI2zTRASzlqRJtMOUUPpfdivXfrmSMT8iBrjeviMKR4Z3PNF/m
TmBuDp3PGdLuOpdrPFPktjXuJegm8ydkr2Cj9SuLwiHzDtXSjW8jVgknRL9IDUrb7uh5gxYyfSaT
p/wB2eAQ1fbQmYzwJkru38iKBfsf3E2bGzSHbwK8FCAE9WmAV/YWwipfZxnhUXmLtMYOlB4EUkai
Kf6tdJneKqXogfqNCKibMceOLo0487A4P/6W047Nf4SkQDl4WkWiA45U/Cjmup6ehdjq5bzutdrO
ZlvQhsfw3YC2mqTyBGdKRBkaMabAYBE6C9sflJbt2aqxqPDbVFyfPd/HpBWHPv5MtTFIyazJ9FNl
I3lXmY9BpSTVkZwmZta3LCNj8eLWYOcBxBMDP59Fx7w5Q2CTLyfjK2ke3cIUuSSRAVtUTiimN7Zu
9s1l2ehepayj5se4LcnUQqdcfs0BWkdfI/hn2t+SIRAk4cmRdWj+xlcfCjxOlx1F8hDHzPxZILpb
ujUX+duuefaK0OeQt82WNvIBvolL7+/io2vMY7iBiMrpuWeJLtEPww0UDR5CMV3niU/4GbctKS4i
3V2OINxsfxPYPEwoDfia/iqeS9VVCRx1+7ocDel5LujbeOCF7JIqYm8Tl+LPUtd6PKeN4f5nYFW2
/vEBzqadr5YSbzMVSex6WJ4iDYlabEt/os00zZdokdy+6xSuemALE8cuAYY9sAdl0cwe0S0JoOf7
gpZGoaRLdO2jrL6gyE3xzWIhmvdN7XPTwsK4jk8TXtfA2ozM1b8RfDGMaA2GxDMBhCXOckbP3FnP
xwU8hCM3r6nC2vLRJMLajzxC2GAruLHbgMgN0lwWjkUFWqlAyHk2JcmKXrK0xOtTZK4adE4rhIX5
Ej1zgmvw8ThMPJ2TnETlhGLZlLw1RxF/XZfV/Z3jjR19gU/ybcmiRg8oYXnalvVx+Jcw+qTBLJWj
WUDSfPDN1Ae4OIiuWKVc+sUf8PTHSpvRfpYJsrajmlTiwqFpb36gfLJimFGlojMWeC6MbYhjFfWW
Q4SG/XjNtvOS1fv4TNWSke9LpaptsCLes/Ns85h3nhaFOsEpZ7JPu1cGWyyx7fwTwJ9Zh6haUOJI
huvsh5wDT6933uEEYYR1zYVkNuPfs/woz0isVqAbscwb1rLFLXRobDnZV8wXle3ROdYz6KEyCddU
gLSFmRE20cv4EPN6JjjW2VzdcIOACdAWqlZlt7tdNJhobEyGCoKBrPOpY2PP0dg2eJbWMLzKsdTt
3XiHfs+gM1QnFmci9JVxxvdLzUeE+yBlJ746BOWVQ7oq2JXOYoH6MVsK4r8Fq6oYIX4r993GYXwe
4/SgxyIXDFbe6W8BMCp4G1i+NBZM4j3RzLSQ/cdyeljFBHfN1+jIUGVth3DIJMUeoMT6Yz3q+Fbp
Ncn7Ucq9dpiJKanQwULl/ighQoIJGG4hmB3mTvyd9JJJ6BNT759KBpT3GcPzlv+ieJisTxbkvLf4
GV4YuIXhV+3NBlZr4kz55keQXfvZGExBDp5fHzU4+Th2KsqQv1vsx3XzB6DuOcuDvTL8aXebRqRW
dy7j0dauIEB+G2du/9OZWj6rYuYxfLvoItpo2pAgDT/2hA38ELFBUVii7DM6xnjpTJ7z06RzzH7r
LpbsmoU1/8IwcAEp2ZNGXv0WIZtMJltWtjAP8XUvFN91O7kI7qpj3TjWR867uuOCHy9mScBKSqgD
kWKdx1Q/LDz3uAqgSGtnAJRz75NM0Zbfc4wvblpI1lEu8g9AHjDq4VOts44wsclOwslHDHMQoIxl
Na3y1jUL3dqtZqVHeiFDhQsMstx93+KyzVNd/2uOnfzYKCg2bZXT8l+sGvKrDFVgnZ3hf5U1SiT4
0eifiuhOhIjX4qjQbjRzNIgmJ2ubClJ8WOyf/1F3sKOjCCXxXdkc7OeC0HrMThNugB4cdY7xR8zb
eA1zbBB1y0FYTrN1KkAwBaTS63xCu181JE/aDNYOvwoXWdku2Gm7VsJQ41upMJ20U+rKeXDLWkUg
5FXr0llsWSDxxaMSfRTpPcI1Wpkvm2Wq6UbAGI/RAa+/9mAm2QeZewIjePSXUZvt/u5rnvvRdDxV
bGpZMFvSTZhOaGe5aqoWdpL0ZXOxV20pjQvnA0PIS7nQO8N9LNxxgoMAUrrREuhHhHtB7OtyEz6g
O8bgZ0cZAA9IBz9vAleSbyadOe9slS+/MZ9xiJIj5dXF3c/e44FAkaRL5DQh/e1oIFxu/J681llY
4MYQN8drlOeL6SfvkSe/gZ31aOFI8wSVxiq6BncjPBrJLv6l+1zGw4g0LDFMOuJnzXA99yBnzXtX
IeoAddLBTLZdCebiNnINFrWh2WAhu5cq/YeDkLEu2eHa0uEtW1V3wNL2a45PlgyglhE66Ni70NPJ
w8dvAWpRtctk2Dexpc62tRMoDHRHL9+Tckp+syx2R294ksz9DOQRn4XMJaoyeFuvJnMIB9vKiH7y
VG9Ll5RLHLWYaEGuL8xqezSTmpwC5pInMLsAg8LNt8BE5yCwGIiR5QFT2gUKlbrS5XfLMWXrmjiC
wbfU71jLb9irFSFLcTGHzMGgLwad085gIo5uhzNas2s84Hmv0dvUgWIcKEQyNgCt4OvZIqlgvqEo
6J6LRONBOvUlIO2t6uEaP2VtVgr1Q8A//V8cJ+8L3ev7lFv8EtOc/HRLbftGeRj6xOM2P5sDwEuH
VqH+JolX00llJcouBddIthKMH+AhPGQfsGlNVog4ClQFBhzhghO3ZbgzZcLa3e4ua+dM5lW/pcET
/L8tG2ALJeAvkMEprwVlito+CYSv+KLIgr/kkmSEAo/lUBNvcGXHdI1QjzuVv7TtKJcDCliSIKyz
EnNKYGDIGS7jrY6fy2nXMUp0DFtMkLVxmZJybv7kGZ+gosMd+DGltJjacqzg+Vipg39BF6Rh1J0h
17T1JdKf2xQ9gf0C2uQIaoLHx5I4xBIoS7bCP1X7CK2PENJ21bS6/KUcwSXGN5KkJ/gKAO1KWFyM
fTFt0y/0DSk0P9JEfyzfl2JwqyrfNpRm1nFDBabsuKb/4llzPQCK8j9Zyg3vmcHs1moKTVwX4NO3
v4EyTdgLrbTbn3mcyVt1lNPbNKvatJwm85NBqd5OoQbB+LZqiQ+5mSrh2DSYUQxkYyMCRq2eu9mJ
tUCLn2ELmaObvywAFqsOVvNQAEKKXo4tXrPAOwZwgp5ApFv5KQcG5U/AEjG6cETOtkgwDbrN+THS
LodRtu5IAfXwgBZDzQ8rMOdpiLFdab7FRxiBcZZ2xbgIA2pvo6keJPw2MfkLzZYhNfH8pZyiPL6m
ODy2gyR3M7/XKAYnm68qN4+JBNx/HQ3UD5dxCohHbdAWiB5hv+pNZGEGBAN/KNA7tlQCIcasrDvp
9wqTukjzJ4+kqqR1G9wlwPKGz/iZuB0pGP4wFH9EVzm5oi1xcVezKLg2zuDN0WF5ir1TsiE26iIc
/A06eJVCIaRpjp+uxh4COUvWs6coCpvujzzHYU4R7hVf4hn0w0mJcjnDBH6esRIB26mD2DJuOszl
x9RitU/3M5NmwxDWKFt8oMpXx6nagQ11qzYzawGNav1bTK7AciHCBNrNpK5Yv9UFPDzbUG9TjRcg
5skdGv5//4QVfcBks3ypQ2rfQZybRCdEiV+1aQSAPNEZSPt5IyZ600B701YqpiZsow5e8e4IUQIZ
GB/Lf3kqUOs2eMCwVk4NBuENGd849yAVRYPFbOS6kO7pVTRayvMGwsc7AduTdQeBkFymBQ+nsTDq
XS3NoluPN23uV0x9rL2zSssBRR/wYcZ3Wg15xaoXhqQbHGBqdXxayhUXH25+MVTNFC0dXE3811RG
9UdMonq+1SSY5DWVkqHVSdHHDdBF76pFgZHZ0x3BlYg+9CFcK1DBvk5Qi+y93SnIqgvDoTwl4YDR
Oo60sV1DMQFfoVMcX2WsiRyMKJKvKL8N6UcWbx+7NYVsw90w5mGKTZEPWy4xADU2y76uQE6nViAb
+ddSISsEyT24BCDdNgKgxETwQyIommVT5vKKpMlgOpIz8w/PPvprTLOJdkFr8A+umxhxNj6HtY1V
7rCXkGS6O1Zhn3Bq5pXMg4a7IxnmzfK6W6t9/c2zIPZBVIDiW9Csj2eui+xXfh9/2j1giDhjJGAE
S+OV37YaE3fva5qOvRWH+TExXn6W2A3+G5OJf5ImghfhOEYqaeOQp25AnUGDNe8MkNjOYAXzuCBr
akA44s77BagA/s2Y7VpRLP5lPXbFOj374guebeVxmPPtPZcVX+C1Qu/OuvQo3hlGnqSrRTA5RN1l
ZTp8NsZPZNkOoId7ndN+hD3I1vI8UDcY3NBP91P5H5h3o+pq6NzYMGKtEU4l4J436aq7P0Nh/1PI
T3L9tLAgL5hNzBsYNBvtc6XDq9xR4YZ64yY8QMhO/YBhC49rgnVE07EjwlooRTIgwdd+5HNXwoNB
dXqUme0EgJJtUEgx0m1jwGFrC7dSDGywZsb3TLdy6oLOwzMzd6IZQxvs8FDnRgIw2Keqr5Ss+3k9
rMDyi9QnIAopOeXx7n4nKO/lQDwj18PaZuk3h0UJlnQ73HjsSIGBzDmnJ5Nv+AY3+ObylsuJvhle
Al/Hu7t98MQ5tE22tEvHYC8pWm349hrkJGUPN/P5P6zd46nDxjv8HQ8H3x+yrqroxDLVb45LWZ1l
kOPPhkfrzUZKm0dS5vQ6FXQv0ekn9r+5sDrtZrAsHNZMevM9OBrIHdcTna9LkFVzqkdYU3cFtkgR
hjxNb0BcrG4LMOVvMgc7vU1VULY74p0+gP+0qG4t01H0CwrNDTOxhNdBpTLdsx19S6c8yCedVILe
sbcGU5CqgG4CSD041roLucejyED+22ERJYcCOyi0ZmjK5n4hkX5Da82P9siQ5NlauqSQmkPs/i8b
a4iTl5SHJ/zDA30qioja2+QPDPwpK8hnDQeoqFUHoOjuHkj8hKjuGXc3wsJ/CF8DR68nh8i3Wa7m
Iygfja1ntRw7A4TCnwhke++xg7o0xobux0jL6L+cxOMnPLf3Gn3PAsTahwYSYYCwSwttMo9vKiMc
AZwJLR4ytKdHl+V++y8oMv5zuIF9y1W8vORQsGbtRCQ3rZthcN2ROIl+zC6Cu/vSlGi0QOAO8xAh
Fw67voy7tGXjVq8dM9GdGrikAKEW0cBd6SjxIvb2gH5xyHWY0Op5UZRtaQR8gXhDqqmHeN3sPeh/
WCxiSsb5cLOy2JJExcZaEMjk0VtVYCyIFfXZrTAySrrD7MCJRH5srxXyw6D1dRqpZjATY39m12zg
J43MfVSHsOTkiyY6eqBGx3iNiNrS5wi01fVESkC+KNdT9QhjbpsCyGHTR2LgnogeOOUMwAFGRiRL
SH+cknxNICorY1RKcSQ4G5X0En2nd9P3TOD1O1WUatnysNG/tawDbNQTPeF/Syqa9xFWp/j7LLX1
ZcJwU59MQYGjuWTKzk1OV3qOVqwYzkps4njW0LFWbbpZQIHYfhwYmRU62QGaJVl36GbnCaMc7ugT
OGCjvYyJNhJ9SJp8m11FwxkINhrZnVG79BVcc9zLBCkyTs7KAN7eX/Sv0FgpePavViUoEshSX3Hg
EUQHPLAJ1rakLK04T3pPB0ZzqU9cGMSpe1OLpaW1b+JLma/Fd9ypeDkRj7Hg7Vst8RgITBGhwKMp
gSBe+QexKA2c0kbatxFwq6nV2PgBrSezm+FfqO8QT1xOsktniv6xwdy8tuPWwO6PA5/+nuK0jr1T
KTI3uDMIMcOrh/9Kkiw3Nu/NW+ARjjPob8Agjw1hGe2cu/nTY5GDrmYDhWGgxKfJZU6UD+jqivEz
Yw3scDO3mtDHVURvFXx/vmtKwZ9OaoU5AUyTZh3m0mqBth70C3DeYhiAL8cxRR32C8U7ZMHz0UG5
v4TemDT/2CRxsNWRWf0Ea0g07nFi1SO2GJycsUBM2A1Cm3F5ipjfyTfo22R0AfEEJT8J+QESgEj8
j2YyEpsxBrOHh0JOs/6ON2JPW1VoWHbM6ByA0I+pnbutLg8s/zKWzcNERYXrvpqO+kTsiFVXVGRf
GzXSdHBui/Cnl3KKuy0lHA16DB3s051s558tsBj2jmNI2dKOjU3907olM3uzqPnvI0mZf4NxIb5y
UFZqNmRwmfiVq2xnJ3wshJMinGHMXnYNvuePxSVaPo0glJuzTek+1Ae6+wvfGEqiCJAEt7nKy5+O
ZxoG1gyH7sJBqcwusRVb/JaDyhB671m+D3tdKlzKcKzxuAZ1+BJPjHlkMh7YHrUhUbQ4bxTFu5Ub
1jqPXgCEaHO0rBqhUw7/XYB/B8zncJ8trim269XHWoGcAq1Uc7hX4TQeqJN1qoGazgV/m3casS4c
mZwfEPrWZCeBrInmNRzlEZ10CWxsaDL4tzzQOg6qzVKsUy9F2OIDa+ds0h3fcssf6bRCb3v/kuzD
1oSi/GZhle+eE7xhBL0MVnrFWyh2xIYMYFopOQ/5hMEYzSQSpp4WJ/zvzTPUrQNl56LqdHy3gKAg
ejocNmLYwtdVK41SRz8uRP0yB5Z/AzZky88AshAdkCS3Nv1R+g1KZ03X56MoPbuSyJgOyNDRyZh+
wUCtcKctL6g372NZj11TKvVrtUZdcaMVHwgtzjFRIn30Z4DaL3pObI5hd4f2ACem/kRIrXivbPF9
gT8ITM9W8R856qnFKyLbjBlcXH2+8O08KbK+J9rl5SkWqwZUQN3PKndNg1q1jubPmiXLcxkr4HoL
OhDT5lKG6LbER71jqAzsjMsNtcvkAEiRpgTzHH0Uzd/GR3HdUxGv4ISQ6NUu4w5LVFxassfvwwtR
gy8DtkcmzTuQdlQeTScwKsg9YMOyHEitQ8Apjvj0oZj9vawm/sUrL9ITRZvnejaTBW6R8VK2xTGV
6YUUaTgncDxcsFqT63yiaUNbC10Z1M45Fio9bCC2YddYF56zqUnDi8AVgZ+hjRzAEdiGuKCwjIO8
rehrzC5Y+lRz8TlvFGBBbe6XECF+/IWVt/isZ/8CInyz9UuVN6I1qtlQYlPI/9o92sBJi2RaDYpo
oKk7ctlNH6w+zsh/zlVX6phpROiikrUUmbJxjxes4S3uYLWi3cQAol04YhzuHCOFZcJ8OUa7X/cp
L3KMVs3yE20EewY3NsagVqriovDmZpjZTAY2pyBLfVrXif6Dm1gJbBwz3w+I3JoEQ1ztf3MCrWpn
RzH9rSgeWFEEqr9AD1u1INwtFIs6sz3PhavWE5LGVPYhfb39tcItcetibbNrpan/DmdfgiEi3GGi
Iomjx4U1qvnw4Axlz3O2HR80KLMBmmQuuoyrWWdQeVRjcfmA79KGIrJVz2R0fyV0it2iAsXxnI2h
Gk8yrib1JKPVllgN0uIvrXn8ByRasrdwC4jjrx69E+RF2WTnN7/GkHay+qj/Ii4S52t08zJsm9vp
ubAVtrQKrdojSFjLDaysBH4sBPyPHM8qws7D7YMuFi6+5iTHmCiYW5JTrOPddlOJiJTBokWWPURT
XP/VgpoD7J0UJSlClUguCXRWwEAl1/AhxmblePTKyQS/TjYgnKOMk/MENgcFmmw1RSe/FfuJJgWx
HShFW7N1K0gjSz9WCZIf1sah0VehxKcqR8yIawWi2sk0PsdEjslE3EXf+94HLAqiLpkT8b1cQbtp
7ZQb+J/IMNftYcgIIkSTAU7NYMTRtGhA+TdeWLR0owAc2lFbLtONqKRxrROi+BvpY9uffXSgA8wD
TCzBXUFMUhyOQPD2KqeRy0ZAtUGUC7zj/KbXqB39LMxtDcGnp/vkAHAsxvtTWoDzLapyPg7ao7q1
javAZyEiyAEbCvBDGj03oCflZkJjGQFouadPgR0zg4mEQdvLDHchomHVreQ0lJeqAOuo14Ui/rqS
JafDBElFcTpcXh/YDxUbbcttLp6om9cvgjr1HQPPiIE8irevZEyKK2qRjvsmGIlJNWx3VN+s0VWx
QFgLDTifh3FS21ePZe+v2fnmOReZsOhz1PRPo+UENo09Le+IwdofmHg4UlQbVeOSzCd3nmDw2026
0Ve+pvK6A9KqWiYb9jDzWV8l0EgYxGA3dm9fE2RYszX9i8megamYpewbr9gy90om2NItO1mTFrSv
uOqSWrsf8I0AdIrs07i6ybHZ015rBodNrFgslN5RUvdrvfpwnvYReUzl7srv1Qg3slZF+BraOPcR
O+FhkOeM5PpHDlv5ouPjyN0wWb/eXIxQyBvcUNccbuGRKSC4lPNrSuxyPByIkvw3bSBdtnAMgG9u
im1ZhuDnRL37lJenHQoksA6QK1SfNvTcdxOuacbwEknE+4RjGVERQoN2PXWT+K+oZ/YXdyGIIgtZ
6Wtcx3S4NwOhr01Wj39rEAhPdT1iITsnxQpWiRzV+wiHDixt0TrXSAIYi7Vf2IZ7ALUeBoopBdEI
B2bNUfKc3woUBGUNIiWg3AVpg9jTAYb/YxMcCgnw7HXvIGgL0wAqCNbLET/0+nWZk+1HzoBhdDZP
WPZ/P7j1seKEYQWWGiF8P9GUYuMGNuaARZFezzv+nSCo6qJgLfCobcOeHy/yUCg6iX4tZY5lRDZj
rHABDt1niUFje9aNie11BJx0DiiIZyn9/HXHWn0ZNCXz+raOC7RWMz4uuguGf6KI0LGgGkEqdtHT
qBc8CDhx3pAQwnVXhCUHAhmBzfC4EwxTvaoFSc4BGmvM44WNQG1gWwpEsIzW+LJAQgN0wMNNBymI
sPJp9bxupl8rrf+4ZSEjPnSNsFQsAkDuNRiPfpUVp2mPVXJBu2aNsrhb47H6LAoHowiHBXfviIQR
AF8aeqoQ0v645lb9xrca/Y2FF2KQGFPjS7ZVFfZsIFxilTUStKmIpVIGfMSZ77+glsBMD7p5+oTM
+/BtB3OVd9MYHQ8e3bobkm2Of+2lsY8eXmD0bNF3fLWQpuRtuq5GXUoT0O8WTC9phxI+rxAUw0mx
y9gB0y4NzimwLjlyjC4cFlIYIcbqPRQewI5Oj6y55AgGGV/3NSfT1YP4UXZVflgGR60qM4hWnIr0
NEX35exmkLTaywDPX2zX1yY++7LEQlAl6/4c0IjIbknGneMNBZe/aP/H0Xktx40DUfSLWMUcXicH
ZUuWpReWLNtMIAiQYAC/fs/s89bK0gwJdN8+93buJjMDhT7LpmOYL0t+mv0eMsrULOeOVEox0tRp
HZxpk7DZMe8toy2n5exgskcgPKyiDh7Y7QNI4vmq8nbusCK/IteOCZXU4iqqdbmU72VVpc7nSotV
HDtkM7HlCe0mj7V0Ss5nLsdo2kG0ovgtIErJjoW88NshuVnJYUxQRbfzHMXzaSaLqN3Gjb9yXUPT
FTzTKhmYCLfuVwYC+7eOjC/4FfIhOnq0Kcnt/+Reri2v4w8GrzV+DyYVb0MXTN8uHvbqSEg2VZ/S
Qnt0mpH8069zMV7I7BkeRZyztjKvtb8gb0QRgkQOCQTtXtj5xAVH3a2jxRbnZBjY0MQWDse/V4BU
rGkWt8Bj5zYs3vV4E5MT9RU6Z43M555wvDjOTs9Tfw3MyMIJmXMOpGnDx+s4+k/VNyNgcRdE/9LK
5CElSNWsnDpO2N/FC9/glmnb9GxaAFDko6gPNll/I/MdBsHyEOVrXTyuIjDZLh6DcDzEXBXJPyua
qLo2yKzqWmfp8DvgvUYhaX00OxWzvotDerpl+LUFVMvay3ZL4dTfe8qtr7U3hIfGmeb7TJUewQdl
uzx0bFl4G/Q4xPtVYIAAHkyH4B4cmEGa0wfBs0rCtdj2mlzVCwtqw9eo19ljG2rb7AADWvZLTpH8
EUHuttcCTGRCfS5dJmhp7pzGTCO8xAu8xz5hPknXE9Y/7ViY9Q38jYBcT+bco7eqzeKxc1LUDZI1
t6oubHTr3AIqFfyk/o5ZyvoVWhZg7XpjOJqlWb/DiTUKm4ZzhdJ4mdddNo+MBzrHyb/XDlR0xwfC
YDji0MVbvNRRddQsUM93dbb233C00MMlCrhhABKuh5msjr1XlfmFuF6j9lOwVG92iKkNbjPPF2sL
uvtwqsLHtozydwpa7xmMJDrJyGs+pqaesw17h4BHuvxTtENyx4R7eYZhsX9wU0GoZoji6DmAsaSs
lE3b3RFDloOj+iVQ2cxduHPBc+1GMf15gagZvxf+ypq2oE6egvi2RlyWBKjddH91HYslvQxll1Gc
jeKBvTXi75CNdFxDGZpLrZvoqfKn6bHrvfGXq3Blbjg35kfNr8QwQEXivdaU9KuJxmVjVB/+bVfe
VQAvkuiaImqvrV5dai9sezuiBJd73bqMG7lN2ihh526/tvH67Y2I82q6wfwman+ZlN7H1gLdSTAW
84vY3WpSPfc3cXlfjbE+NItUx9VL5F+1iOBs8ig+D6Mr3wZv8K5FODiMWkMaokiqcpd1jAOjwb8H
tRz39NrzM5Dqn1JOBZ8Hv4ysyU1yhEdtQW6UAM3M15Mosy/8egSQ1LcZldJHN1HmEWIufru90sfG
Z+znLPza8xpWJxkU5pjK9K5QiOR+aMMNQcMMoSMtPkB+swfmw4csE89SpD4jUG7bbZeFh3qyw7Ug
iUK64ydAw9+WB3GfS3vtgBk3/Fd2wAbxcjeooXvNe2I9t5UKYju/VcqhuSKLdNyaVE3dDqYufqNa
8/N9lAzBlmcruI/KOIEpV6b/E8erHx8aTyT36yD0eR7ioUAe7jWnTtrBmlTTA656nm10BejwVI7D
Ye2mbtyXdWOJ2lEeJV7aRL+MvzrPK9FuP/sUE0nZFf0jdFHxZ4Yvp7giY+IrbkP3faSd+HR6J3yV
Tus9MvHuntxBtBddOPOwc8smOBTcFndeN7X7DLH6yuSfSnm0fvuvA8iEy+mWcpOGKt6PgEbM6P3s
wZoo/RJyMnu0WPHpNeBSG5F59UUwUz6m0NQM1ciC/6nwc33R8Uwcly1wUvLQ0FqDmsJ9bqHIxG9n
CJfTOs7+fkpYDhfY2T6GdsiepA/IZTx2YCPJq+Gj8JxcbjIU4fvCGNHdiAbsmj14/g+IqOmcQk5D
Z8fpPpNFBnHULuiL1r6EcfdPoBk+imGSt0bfHX5Hok13qwsmRdDkyMnKHMlGTJE37Ilt98k4PiK1
jv2BiVzyMyvW9o6qmY3HCqD9yWtC8c59nTDvy/2L65BRCjlh826L19E9LnMqrq4E6gY8ciQzGa9d
fgehUz4vMcYeUdXOQyKb5UXnbcifKYVG+Knav4VRwU9fqBrlEsb/nPgTU2C4uPiJqIP2YyF9CN7Y
C6u/fZkH/Pwirzgs9eR/og+YFxxNCtrFxjyESyfYpLawURQbg/FpiURZZGevDR0EzAwHFOcKGTs2
Ldw91wwvYNFhsFGyrfZzp4N7OEx1NZCVVx/qY2MSuT4uxJyVW/A+z9lFs4ShTEvOPkFfuUdf7J4y
1VgwAGTHt7wYqueGSTlUqussaNRFV3yONpcjhi0QJLM63Z9yHIrdAFqXbmIToeSAOrNEw6tLqzfj
TFuwaUAE1TbFPPbNIAZwMQjT9a2TbMTbZdjDcJ3FNxvXpXAc/zfVVssyMCBTc15VmN8mMatf6hM1
ihc+B8at/AudGSv71sxxxr9dq2d3gyjn/gxKPcTQ5pjvP/IJhv7U6GJuv6cxTMajwbzYfDbCtu6R
Fad5v6eNWaNtOjrNa22zSECzNBKIDzCFfdV6EGqlt5KxR2jSqno8Pcsqm6jbhOnc+Be8Io0903oY
Fmnf1ohiGEJ3IOxJ4+lS2HTZr5u+9NoK8+bEJazelpF/tR6qROfJk2FVvH9ftDDVeyqm9IyhZv1D
knfVbkvbjuWppDXonmRLDXGQobMs7qHsvTZdHzon1ok6DLQdNf1+gqRXbVI9KV5XfA22+qE1OO/E
1WfW9EMyq4j3UVV15nUM2hsfIgJlLWaHCNx5OAY9GEiFBW9l9WlnGVbs4WtTuAez5hrLsRN4rnsn
uoSPbs+fhOiz7dzaHxRoONMovV3A9JZiF8xx6T1IRlPpyW8Hk/N5cm/rb048nypwXrU3mbOfs13k
vR3WyTmCsVVm3KQTCHBAPZ+PbPhy0yG1A6va6KFd1jNWc/E6Ogm3dDqSkPkAR9OPiBxD4DZsM8V5
8BZ7YpTnCZtewhSFMvwSwhhkdLjLPG/Dws+Jahd+UOwriMHmrgwTk+/4u6vBZezGqfWLb6SE3o/n
5WvEreu+2p5j83NI3HahXWDtN21QMRSt+5ESBkVIzoro1DzHo/H6B8UI2D/jw+78I2EfPYB92DPN
4UloFK6qRbTVQ6wYAgJUDm6wD5n1JEfR5dL8i2PZDIx2AJd/YIbI5XsXjB6Da8RRJJNg0VSuU6W8
6mFpsdBSr7EOBwYG0C45RlSdxamgZ+MeCVzHMEeT6G7NKWswJx36LO26i57nob3PhgFgHvTfEPpY
za556DzrkiSxNllKgV0SLdGsXVY/CVDjBHhSBvmpXt0k35CAb9dza7H1PQ4Z6gVcQBLQZ6xOaqke
+JjS4uSko13sdmxi2c+49vJ0/CBRKKof2TjCKbzi3+WmjVWEGsSWtb5/dErCjpxN4eiGK8Aw4Yii
I79olpw8N2lahe/MGcUZA/zInDnpGbpv4rkrCsKn6KSjX65IR+8rrOMcU8ls8Ljs8SOr/NaLsMSI
eKO8z8ZjV1AK7RW/oe/thBlCcwwse0CDc937KdX2WPWoRtJXQfCpXGKKN8nQOL7D1uyEHnzjmLLR
E/leOTUsvpxoucsn1NsNR5zT7XK+x2QEGbyJItvAkQpyA/E+937Wbhfopwi2qH7MvZQJuhZG9P8A
RdviEqb8GNxNJaj3JkBLKS7KxPN0BHyc8y9Sw+f+X6+7aDhLH9F2Dxpc5jyshdXHMRnn9o58Bic7
JikCxqlIunW+OrDJ+c5LoEi32RwG4Sde1bDek88zz0815JNzGNAGccJKzNsbm6SIZXiYmXWXkuYc
XbDQ694pfBXzdPokA+3cppx9WuvR9ftDnrRF8U7laLRkUu4sgXuJMl2N84E7xccb0VdJ5VwRtBDY
TOU6PSPwhiR47gyeDwYtSbPMLA+d5dhfw3DKFOPZwdThTiehYw2qibHeD2cB598wDY2mHxUSJ7hZ
GCh17zRW8gIIpkdv89KWPRSCXsX/g2QIhKXHJ3adAYqmG8ts6y2LDLX+QLTGztaPaRFzvPGIdqTn
RTVmiEyZem/5UEZ7yiOydn90umPE4AddWF+7XLnAxUHhMgXYpyjD+tEkdV1/Kq8ueEfp+f1V7LoE
g21+aClAfHMYa69T6iyxJbX9UfCRWPUzNmj2Hy5eF98i1/K+P3VpNIj4zc8DXNGbkgUS8c6rxrSy
Wyy6Ir1IVch/E0dItnXEVGeHqDATtmeAfnc95kvQzHfEqGOgXemqpqcEByp+WLJznpN58miGgqZd
trMgeog3Ywj84XdHOryHxzFi0BAfqo49J49j1vVNu11mRP+7JGqc8CNZO/aVsohplAepIpZObBRn
cOlicseyd9YkA+R3bRJ7aBOCtX/hxcGxLfYBByUnLARkdjtw6u4M5DAy6ta+7O61r5rmknDBMtCZ
GXh0G4CDOeNhWmfvEMuqmU4iWNgGiZ8m6Iv3wGmK7oRWmTn+afKsCry3fuKg/S6ToCvfZUPaWAC5
iu/WbJhQrgPcE/u1JPVYE8MR1QaaaGGLRLmPJnQGnxZyHsxlCDIEq/3Mxil1J42HQYccpyYZtgM5
rtWzTBlp39wASwepzPBQbKzTV9lXT7DhUKDQO6gkBByS630I+zqkOmapQBxMj2k0yvWML1vJ35gq
GHrwVwTOs1Kon3deCoFd7pRT0LW18zLmL9i9DUsRZoSLfIPDGCq689nifeX5ChrGRrDEBebS3FmO
PWXrn2iNtbmEJifCwpnikalJojP1Y3XLrP9VOgAIIedak6kLQyHjIE0yJOt6clXDnG6n4XMqd2U6
Mxil0tHxdinSpjnSsCu8EyJqxbcgsLV8ionKaP/BV+ryXzDf9o5uBkOEOlg82JulQKtcjdFLR3g+
8RziivWLNkKWrabip5CJqM8jQGv3GEMulM/Cw6d1WOswkefZ1oYKaEUJEueg6iIa5wQXIpbQdI1c
hs1AeV+TNNxJxAEaKp5pBk2aDgJRqcZxbjI7HcvI9YpuV09MDU7YPhnf57fNclf3divtddt7f60U
onmG7b/5P/KRd+/SQn5dah/BlPocE/GvbszS/Bu0fZydjRhhr3cafixJd3GuEvXbXZp8tSdbFAkz
UknXJDelT/jUpvDciGQY5jozUs9UNBFxw1FK17X4S5zsNM7U6aCyKtUfbY/ojpvS9ZZ34IxJ4tDg
/vFeA2AcbiZWfnf9ToaAag/KtymTL+u5xdGd2hVuJlSzg6bkNflhbm/3yoSIzsQq1Q5jxskwAT0I
v74hZoxJQc99d/HPnr/09TGnUBpPXUKNX1P61Y3zsSJ4wMBWlZu9h2NH7MMWmTI3y2ZMwlr8SUOe
X2AUfKbBNmImm9/ZwCQMjQWi6wvDoDHY1lDeVFrMUeVTAaplfxbQYiRdOFzXuy514vCb+0W7xxlP
GnGweYWwPZXECFSbQEe5PlRZ5esHbJpOtU+NVeGfPHGTadiGbhvOh5qEsZqSBNJ54Rcs4v5Lc7BI
dJNB1VvPCVGDNjj18O7aSPgQ4UXlIBaOKZMNx50M4XeDnFR8KHM5RLdiuVBvTjItttpGY1UzgulN
Uv4zOccZbGmxiPl1YFOBPXLGk71O17MUhKJTGHo3zxlGSLBCGhLfU4H8bVcEN3enBNLa59hPvCCx
nGzy2oXDXN+B5eACr6cbSdAnY9Weqo47FZ4dlj0l7KcJ7Gtosim8jSxidcWGTD6Ek9S2Xigei9p+
RkHY90cd4Vs7mWwRneFJVs7yg2AKZnkHZQfkGRthbqqPkqqn3LH51ffswZlhkY9NWtDl8lXP0bGN
xhjuEuTJD/ChDUsOSt/ZAmPenPsiuuNzX+3DuJSBOoRmmrLfeFg5sXZuagz7W4rKt6+KDb0fcGPh
hwq9hVtMgSFVd/UYNZndA6SS5xD5o1dePV86uMZ4zuse0gTJwNuxXEmsd6bs/eGd6nPQ7/6MfZu9
xlxV852gfChOFGJJv7MjZnNx5nmXQ7qzVFW4cKeEC9ShgZpM+uo2GDTSo3aasYAzzeuV5VlCkmue
qmwZDroZrPnhB62ZZzDUuZQhQwgF53luSqik4TRgLasNYUfr2D16CW+2RO4fVh5h1dfl8gNa3ymf
Vnpm+9nAsjhfEQmIy++mQC8/dxys1QqT6nrZFx9rZ4+2jyGnMFsudbFzW2UWwDyd0ke7LGlYv4s4
wB9FsTaFPm9qkkGTMxQrKyfYRMbQ9fMc6snRG5IzQidjBAnPze3NhRvru5WY5aHfIzomnYRxGKY4
2IWkTbT1KZwCVb+x/6GDQYd4iJY/2Vr09hsdwDXfDPBi/2XE8Zr8K8dm9v+6ix6mhujAIBT+vYC5
nod97spJHrVbDbzfw5xNScolVcwm2nlLRw7FNtG9whIjXFOJoxjHnjAH3xTxiYl7FR6XqZDpc1eQ
pnJlq7Y2L41UafTQa3Sil545a/1Ld0Bgh3JeM/XgMpWLN4ET1uwJorGvviKGAPk5ArTmHuEW9XYT
27errVuGrI/0GAWFbysjgPjFtdSsZKYE8vYTmHbfLZNNg/4GW1qWivVcIQw+mXKE7TUv3FW8R5GI
sheMcPj96Y8bX+48xYl8yvI69k7aMyLcJx0n0NXwXOgjkVEBTJByCTpOS3Zo7OyCR/1iK+3Ot1CC
lR4kIsZh4VCyOgyeIHjW8BR7bL2v+FCCcTTHPs0AZRiAzyuen8gm1WXiAYvjHXaDpD0zntL+SlZ2
iJwzFmvl7FuGOJHhzoU70zs2jJSAYl2UOv1vUmZagRMRxyUbBKx2lvCqZk8uzm5lnvV/p7ZgX4YM
rjFv4h5eI5QruM7A+TsHlCOK/ZdxvhwBLufqIdKYdFjFvQbloRBDEZ1MiF5VEltBb3EZlhVnGL72
bryBrDHG7Xu+NdfSDXutAg6YC+0zDgpleJCr0xqKj3YlNKCDT0rvqcGk9zRhtbP9Hvs+YRQ+J+t4
b2ody0OplzFS0CSZG39RqpdMp3AN05INbSy3jLrJ+6YFHUfngwYiWnii15E3KwyB4IcdkGZBwniF
5WOq77KlrCR5PoE09l+fV1VzrxsOrHO55HNxlVDDOAu5sybyTRrP2w0yTksExLqQ9WVkYlqTdLRy
mBHnolG6cXbp8rDyP2bPUxnb/jgQlDW89kAkt/OtC5L4Z2tp2/8StJCqtzGWAttX7i8Jnj3JKPUn
1huX/JMY6vbn1GVBf9CVzLqPshA2h9gj46T6npU7qWcQSYdCDl8jrzEchj89O5a05WNTeeW6A8wU
7XPajjeMxdMe5X+fjtgsp1jMToIQq3Md35WdAMPvCwCPw2rqaTxawmGqfUhIRkSmQw+JcdcUCQuS
snBZ2h9dGKrsUTUrU8jZjPytc0r15u1YPDfOv+aSj1dR+0Scvce2Rl+6CBTyZh/x2WfZtlmKLDwW
Sdp/DIjIN2NoZoFKpsCbv9LRkAF5QeQLwg29HFkw1NNT1d4lCvvgZ56GFQo9PZ6i5veZPtQ/V9IM
Zio2MNuGwj6G/YRry3Ef+oxCnA9B/qp5jZRc1DsHLJXLphuHcr6HSJjX2z+MbtrNGR4VXxrQ68rL
pO0fvbIvmmRvM2SRjZNj+N0JwFfcL5N0Azzw2jf2gXuzIwnJMThBADO7ZphKhu5lSE9Q4yhuIY0D
cIIaQat6yLNQO1tcpKb/WuywqhOEd1dtiyomMCGl3IE2qoqZ0FL244xRlG4QBQTjFp2lS38floHI
3hbVZfC/oUrdcMPxVWr6D5+Enw2a2BLhmkk1v3KKNXVX4ZZL31aJMx9/Jl7mSOwrr2bbUx91Bvt5
pxMHK1pUeHLddW4u0vCh8Hwqj3MTarZax7rzrXqCxhnL6IXGKmC/Nptjk/C1ztxgPi+9ICQbqRbl
uWhtlpBDUlfBgWg9138WrazMc2SRvd8MWQveLzdlGHrICTYR16JVZM5O7tSl+SZmvBcTxZCo9GEe
TdNemmro8JUWVYjx+ljacGbhYx+wHaAG5rUlTG5326rKjNyvW1r7SIrafHbZqPgwSs+7zGnmVI94
5xStYN9Ryuwk9hF5dCbFjHgDjYgdcEdUE0AA87uSXIMWGqPEDtL0CW0rBoS8X/chwc3xPoX2pw9z
qjjs9yRBTdkjkm5bnThtmEsh9Dl++tEpqt5ftmcOjjfAx6W3wbKIIoZ12AvfRsdSLm/wvkMEE+KI
qsxgiKkGIveAZWPCsRruau4pXW+rQiJkJiyK8l9ETnyX2SayLtYPQ3QGcXLssergFhBEch6tIJTj
tM80NCpwYFl7/p5wIci59kaBPq3MphD9gVcyMDRnJC0zsQVYOkkWojr5FXxSeX+Lyen3ol8tONNA
GyYfG0QBtzqPt7qsopDAPih340SWcrypSrrMtLggUtH7PaiZGY8Pmx+Z8R+dcBDytbQknqOmxbVY
fvSzR5DYga3xnrzS9Vv37zroTAesG+xL3zn44dKMLDUaOz7RdWXwsMPkm9tnoUq3fSEQJo3nc7IG
oRIX/CmmfsDKUx86mu/mL/L5lAIsN4B4BsMq4SO+N756czzSviozfy9Yybgvi3V+QZdIk6PbddWf
siBQdbMu0RhAgM3u4LSbleMrODhjtr6HvBR/8qkxJVuOCCXb0FIG1yZc+vkf5b33VISyYqw5lpm3
i0aMTViltP+4DGSfHISTl83ZSX15aIUtAzydy/A8eTe8A8R5Sj49JNWOZJKZCBoIIuDKGZdz/aMn
p1A+lNzCze8JB6jr0ZVn5YTo5A/B/MY5m6SgYjFhwD/7yVJhbGiVPHHovJrWxCz+uD4MCicj3sa1
Jy+49wYan3C6dQRhF7FhGucQRG2pgZj8BWM6hDaA/WHgiidKIymG5JmLx/0tRAkrjj0ouMxRUnZH
uGga84lAMZ9ntKOjRe71sc2XuMVyxJ4KL0TQ2tXfVZmWfydfktOfgEu9AvAEAA+Ep/q/hjZlFYjo
4M9O0ah0c6lTGXgktGetv5fDUI931cjKjOeItW3BOxCuCd+LNhz9xzxFzLg67GHtr5UIV1JlRNz6
/TsSZhidydMSFzXoBZ09llkGg0M47DHLS+J3+WOd5lwLsBXA1KKLg98w/LJ3t31NnNwZNicBTg5W
XF6x52bOw1CJCbG7tXQ8Gwa/6fqzbKJ2vgcoIkli/j/RniDs8olkSJrFVJhsvWQtAPWHw22ZGspF
RE1UFVnyb7CjxxtB38jnmqBQmM8xS5h0wRPIu/LcuGitK7WDqSqJCJu1ybLni1uyFjMF5AQzvU60
WbONwrUBAyPEDYUUVDeX03uAYBpCobFaFa11cMIrZVTsXguYvPHqYJwKsw3L4JrxPYwi7VzcDJ4f
+T2C1+BQGKb+5KPhR19OpgmRY8lDNJ9N0+BPVVnXPEKeLpKKK0iavRf1FAzUNTOnSjqvMZkwhM40
0PFxxjlVefxkuhog5bpdQrVPhVzig6gzsnl8ohOxG9ZYYdWO4an5omle5l1KF471tJ7tj8WpaxRU
fw4IZ2Klknjw9bx2NztH/MS69GnaCzToeT8wd6yf5nzOgp3LjV4+WGFvtoW5/qxw9jwUIIp49zwQ
6H0sIvuiazjru8AhwOu6cEQyzGp6/yJwPVEiU3Qgla8J5qpnRDp8nyQ8ucFR+3isgc9RzJ/6oMnP
giMPE9NY6OiRu6caNikHWXpioALTQEaF8ngSUixm4RjHWKGSajaPYLRN8D0TSsGUV7JEMHFgXG2P
/WvSA+Ax0WqlJt44FCAm/Tajx47QxBRVL0tUhrq3854NwyxRKFzafU7GOSTKdlv3rpmIv3CcjPq6
8/5xngogJY3drpWXomJAHR6xnJUjqSmxXPcDaFaIrOm3v9PF+mrYLqnuPkgCxXJcJWOb3vYxGifj
IUXBwFeGJVYBOBK5cmFRpOBLz33yVo5rJJOYtPmudLrTurjCPpP8ge+K3nqwb7YENibJRtahfey6
Jving6D7i3vUjY5ZlMK75pSY+7oaqapcSY9Cq0xLCCI+sAUa/1hlfkXgrNOhoNg6J0VF7rTJHUFq
xVoF/G5EMdw06zY2zSGHZHmZpq7G5oXf+I7gwQ6fOdy2d+DvCF4whckvz/Ob6lTz5bQH0fcRmgK5
jnaTUKQ4F374cqidZK1+qGj53/xFOXbJXZbW7ghHgAuiaeXFRVeKGVbM5Xcg4uk14YT7dvwwtXeV
Nkn/YDpXv/EXDeFH0TbD+DsqkYAQtU0jT1419d25FD0TUd2pIt8zPSZUpcgGvAmexTbPVKRr9qpY
mHmJsmrHZx+s3Z4cpGnyTzzRFHc8WvI3K5tFfFj7Kn8ZkQKDnQqprvctUNTEU4BJE7kgKtMdIapA
1gVZQTAt/eC68ss2JiqY10uqoorWUO99VkY0v2nF8e5s6CfcFX+ijPza37kOY8JNmsFXbkygxRSf
CDQuSO1Ia8pCHAWKF8nu2YbWqS2TGN3ulgmN/FOzFXd4kYynnJNZTaNw5VqOAMrkxl4ysozsZ1yw
FRbKW4mEvAftUXGuGtJ1U7sDI7lNhmWv3o9N5WDBIFcueijcwfxFwHOiPyMBqb/6wavqHwyEK++Q
MHd+YGBI/my6zv6Z4RnXfqFd65yQPdM/aFHikjlEfmHVCEu1D5MkeQYfN/UhHmYiXrCOekQ4kzLc
kj3ABuyt6MnBI+4FHzaALSaOxwCDLLpgrityC5rVwQAYGeVvJ4b++g3baX/MUcEtNVdDMgcph8p9
yEnfqc8dwb5ACEGxRhfNSt+EgbyXPhbuJLutWRi4XJAQJ0GJpcj5gy/Rf9CHEwQHxb9BjoGdH3wn
T6dtR4aYB02VJj9m+jN16HmC/jlkst5CDDpL0wq06h6yJm/zYzmk7rlVQod3aJhYM4fmFh5Dr1W+
NmhAhAbSPvhbslzTo2XiiN4fCQ/zuMPexXstE/3IU9GIbQDb82fmSWJIO7H5PEbWY9sFk3aHTSst
k9yNV0kvRiIxyuwamTQsX56yITlRGjApnebGhURjnsRCrnntXzgeoHzXqhyWHYlIKxAmk+ggO1qj
1weZROrJ5HMojvFtNB4zxUmOMbms2JQybAPVtWPPWBgcJF9Uc2IuUtA103x5e+0MUdJfUoUO4/30
lBOBMeFLLIECsJ+QOz7GXn3XDDh/j5RxrWFrbJz/sYzcrvnopepo5pq4vABPwq8SYJzJKU30z5hI
EHpB6ikWe8RcHM5pIZvYfE0Cf82R0nOVu6KOOBvR6XGTF03s885RTIfXgiBEd7/yutkvUlTsMPy2
upO4sN28LWlhUbdcdrni6E0LaAmdXl3+z6R9ZRSnuHoSzRkCKcKRXj17o20jgj/LyisgiroyX6wF
cC6K9qcYsvXUDd5Y/CKrJieX0SdmaTpUvZU9Joy5qgFBYyimwfe8YOMHU/ZAUO/IeEnDixzgcxki
OY5DOFHq8b6BZ/esgMKs2uCz5j5b4e4XM/6qSMFdyBrqlmYXEDuW7QEBCP/tZ58QHp6Qi4uTsz9N
GCceUlslyy5pCfJi2cQ0Vt4L+1Om5s+itWakkKeKKCByarzgHZSKTQp7n16pO/t9QmCVkV32oRnF
ZHs0OmTxSih/PKnW4DBPc5BlrGhR+p1aEiN+cejb8o68in63ZADljFfG5VzxUaKUtCmx04Aa1R+/
idmWzbUaWQYSen6kqV/kqyC07t8wYh3E0qwEyQUY2Tg3Bzk07U5XM5wxEJ0t7kIIUfSdeiYtxG/B
dc4+2fTMsKvWiuPcZEt0sF0v7I/KZ8spk9UsVRdNMGoJL+Tn+pj2bYRJV6Hzbuo1BNwKEgJkGzRK
RhwnNZcLVFZKLkUBY18fIHdoP5N5Ec8xZ6raVcZv1GEp/ZEsFdFwmRYpCO/9omp1UTzrGNCS1Tm2
6rYBcJTafc517aT7OojGu1WvHoD4ypt9FQCnmK07PZ7rABf/rvDH/zg6s+VIkSyIfhFmECwBr7kr
lZJSu6peMNXGvgUEQfD1fbLfxtpmrEdSJtx73f14RTLAFrhF09RDE93QP9/jP5zkeFnIr7NSrY66
tNlAsK6dmeDelMOr8ohNjs1C2rAMfzYTMSwcYzUAamfJrvFIeP9Inqx8dowTgFC4qUccotWi8DYh
yjubdYYHvDHeEv6UAHiZq/OWVZ6cIaCWYcLSbL0hvyrYBvzv5zn7HGnAMzsCF179k7uQ9jfYA9dH
gEhTtuWcBAaNgYeHe1eHEaRYKQK8vhPpo4NHlhszm52dn9HoTMtxDD12Ol0W4TuJ/enXYmdSXDfS
A9akiOI5au/IpTcFy7NHteH70knoyYzEmK6AIZufEadWDI6lm2nSzg50RB6ZjZqunVKCDBFppPKY
uxGDrXZmcgq0kbUICyuNJWoZyRcsCTxq7AwkJlXn9/phYPTVp6Ey2a+55CHMqdVd3jI7G3+v7QoJ
qkDOG3ZciBhygHK7w7amxuYEf3zmfJ+X+i3JijA6NL4x+mBKM/zOEybv25Y8vbSlE8K51tj0gPVE
PlAe3LWGGPIafNaTKup9VVm/2ix5yYc4qJkENqz25ivJetnu6rb1yx28iBnxqxfxsV27gpRgX1ya
zNbvE7QKrJJtW/3EbpjV9z0w3Q9PgOC5h3zkPyP81x/QeVbkPZGN5zieNeF0nDnY4FZrSFimy+rX
jxjV4r9IrJm8C4DHmTN2u254TKKwvdNjP/P9WPPkncw2fL65JpGNBavs7WPQZKTziwpNLp/n0t+j
Mug9DkPbPpWDrrnx0FzV3+BfKZ5fGEjJ32ieG2sOAQv+fCj7ECkiFWC9Dz29Bylgxjw5VynOlh3h
xcqcqtmP7sAsTkdAiBOBBJMnGLoNw8kjgcvG3ReddQiE91RikJPDqy5w4h4L8ufcvTDdsQqutuLZ
U0k3OoA3W9+9tBTOQ96hXt1I6oqgIpABvsAp1G0zFT8QZF0+srafE/m4MnE0/TYNZJacliGr1aHA
FO5sSidJfi5DCrqirkfQ2HoRhLMIqmXuiZwkO3DSIou8DVUcIr07iwy/CKeXMa+MEduEW8F63o1a
emmHndyWnIl8K+2jg9jFmSbquRb/LebAVAfcN4FIN8OCCvBGBHl6nwMK1YiqTmqnJ0cWL3VjI343
beIMT5Uio3CcasoV74iIOvY4la4ELjYPmHjWoWK3HUfuGNsVsx1LZJh46qJngsW/RzgJT2ZiA7+k
CtwsPlSc+xxlAkDjm2kso/bCtR8cGaC8ecBB4fLcN5Yo3q5b1/K5CmT9O+UnfR1LFh/IADUNYgQF
5jfQopPi+FivaMHSgu2Hmo5U0Ic4xP2+lZzFs75qd4Vc4542AvxbPNGqxDsrmcjzMlr/I4yL5pG6
ZXA8Hva2j9wVcLwCKaCcctBcXi2TE9QYYunjwzJZ9PNb0oLLRKW9buflTiu/V0Pfxpm2xDgnYch+
zsbJnXjXA8AjVOyAVQSmwpOmnMr0BieBC7sRjoaUUMy4ZxgEfD6KdT4v04HJso53VTj7UJE7p/wa
w8i8Q0LnoNhDivvAOJFWl8QPnfFHlEna/dw5VwcOGLX7CL05fGh9tAdky6L8TaSxveSqVuXfUfiu
ouaFGzVDfgwqlZ4IFCxmYfCX82wn5C4TrMOXIS9HvqXhD3fCzV++T/QuVO/TtA4PMVJw8x2HQThc
MUeZfxPcv3Jbe6v3k0mqb88ArlWDMcJUv/rQqa7N6Fa49SIBkM5WbgKjxZuseRChS8AoHWvOKFPi
KvWc5CHKo+TPfbFzWfzWfuo6v1wStKQYpbLywOciZbFhF6t3npCpPKMXBqdl5C5wByRnDp4R5aT7
0qxMITx4my5c7ms3F/GzHPyAfI3Dk/Hsdc30Z/YStz9qk9TdPQ2XNbpOEaJVtgYT2maIh2XmkmdH
d2dExKlpM4XOOrzWfdAkV1y4YuFf2bp/u6pIgjM1zsL9cu2sX7qpTs15LJpZkpLwvHEXGRy6V/aS
On3riSyk21kNy7JXsGVfFryBHfqDHu+SkgP8awfdl7oOX4fHqh2BiTPbA2oisVBik/iBZy0KH2Kw
vcVmjjF/UoNGb8OpSrBhEscrk+owujEOsQStZhsAmd5DLKdDVBeB41+VoRbxklox4cMaKr1skcS4
MTYmWZ5zm9ELxtg+zVvrFyGYDOV12bbLvMZsmj5tcGmH4PIwrAw5kR8GAkiKKvX/Bh33gwcXG9Yn
oL7SPaaoFBKcgZheQsMLahflnVjpJ+nL6U8IUw3dL+FMA92WX/a+4e+M02YsPO4s69iFu6JEc77k
A1c+ETY6+JLToP1fMZPn3UjHAjdBim6q335g/XHLkNMRNOAbgTcinZIzdwePHX9t+ksxUdiyq6op
hdTasVFtcxdxawNsT/0gpASFdexUGJItlsOvpGphS6g1UAXy1IT9Hxbw+sdJfbYHmNLBn7UhwPGQ
GW3fclxbKYJAxzozjFqwprEGdxtKQRjVYPliIZjpx2FjbeeSg/BCQ/sGVbsen6hr4XqDipvJbVgZ
Cwt1pJhSYUFXpDkAPGC6HbsbqxBn1AlvRMqFTGOf8AqwfehQfTRuKdttB845nnhnWo/A+PstQLKq
Auji56HeCF5J/zyLtXybx6r7TdtARu8F6wTP4pSj3cad0+lKFFTz5ublmMObjM2bwXPyG148+Iak
mI1lbXDBihGGJvIX2nA5eQzGZBA5IkGpAvf0POJlxThYg17ZDNiH/B0oSf0jr1aopBVnLNpagiYq
H4pVQtyQvQNSEI9p97WOqO83r5GESWWal3q1+sgnBo4PEATnGTc1dEYyEsPZTxKXrGXoCHjDlQ7+
+Ylb/HQc368Pha2cX5jssXyFKimf9NLzkEshgPWcgmv1ge0CxKwsqTPjMCrGbdXfDsgekYdbYAQC
6S7xF/HRi9x9HZu5a/eo05ixK90I/hLzvPzhSNK8h6QDQ0he6DYws3zUSa6SWMjxXRYNbIAoJLva
rD+6aqh/rZHIi61AsaFvrwkIuqXTRIomraKIczqHVpKccfOSG4klqTa4b/nR5ui3hcp64o8WWSKi
LbcOA+DVObg5r/SttTfnbVPl/XVoepEdNUcJptgwnvKtbxNQvlTcrvXWYzV70200XHl31nANQ57o
hBzbzoC6KtRH4xqc80verZ+6IWCz5ZvZ5Fs5R8QWvdmKDVu2Ji0pHFtvtCdwjALo7MD0pOTuDinZ
l3hLCXXjsR2UnMNJAPQf8yjWb9ACpSTFiZU6Qz2ETB/O+b/bbgzvfnWXVymrEAoczitGOH7fzGsZ
h1Db0hQSdNoh+mYJL7vUcTwNtDJC64X4G29u3ssjzTVtQvBWkXgvuYQU25Lv8x1YvHg433Kl4yYH
dFFugjzG7GpIv/wwojI44oHIPs+VQGSq2zT+XS8Suj//JRUfZB/FH55tuKLXzK8vHDz5j9habx04
xcgX05l0L/drJ4F/jMD61r2I0/q5yLz8u9c3YCEhPOfQ8trJt6of+XQB0UkfI68hZMz4gHLIL4K3
sU0TBmlmwqXbLsVtDWnaljGpFlGX7bvZH4EplsWAs4L6sXespkjvxGFu+WybqLvZwyeym3Ad/HVW
J/tLmZASyPqxuEujZv2ceQ7qbTLW8mtZHJWjQBXFe1FG5qtuQhEfnDXQTzGMJeKlvgHZN7u8tTYF
a+xrMnop19xIgxxCz2bh90v86xwh8CSSrKrCcynH7jOxXLTOKb+833gKAYvAoGO9X6tcniWe1uJQ
dyATcARMet/qVD5xgXT0fgyb/CKahUeyv6RlDrwj7J/msY1/24Kvy4FYRuJsqGESzR7mJGrjjGbB
URop+OQ5ETvo2i8oUDpcjL8LQwWbFWXK++Pl0sPeFyzheCr0mD5XjQ8tY8btn+9u9ONu23WTAWal
CjeoN8YXgg+La4IzmTPnO+H0lDCKL9Ujv0tE7JFWyTt0MH4CskCZPrQUQrFfjUt/35Ucv3dx4lv+
CXf/Vz9FWRs26D0eQyOUfxLwpKtJqXD8abyLnzspdIUeVNdniVVKHuIR0j+BIO4l6lorfLKbicxO
zQd1gESB5JzF95Bm418kAXCA+50a/pkZGwL9Ip2ZAKpP8EB/rx6oFPSoYbDTo0gQrvgyEWYT5BC9
RZoP3B2tOBrg4PqrJg+gHNJMZbHAM8LFRDdNWpzwWfecETA0zBPNtS6j7pcMLff6g2WBDE9AVpE3
UddAb6Bq88YZ8ng5oT2TvOpmZU8lpQqMhrLKqf9KyGmHuT98FypS8T7OvTq9miHKf/U8l76JT1D6
1U1dkrNc51zsCEGTYVWcJv8kSR+t6bbJBzl151X5fnzHDbgngZtgseW3r0Klg8vMe6j5S7WPZaEF
CdfeSqXUbZUB/tawUvSJTn5KD/PYjntsFpI0Q545ir7NL36DBXl7m+Wg/dcLmTRLIICMZ63GcrsW
nBt0nXtwAPzUfKNPB9gQPOwuFwshPSm3jtAGWErcNQYLEaTXeXgJSVwM0d7lZNtvCyZ3os0Z55k7
vSr1Xrkl/zuqLGz/VCzcQjayduLvJIWFxVBG3mDT4r+urobrPW0uVVr9klxbWR7zzn3rENiRkMlS
eTu/6fS/wQYExRqYk/xhHIC+tFqz0O+h+8XqmIxD94aFUYUbzdQLyqKVDT07mVrk+0RH4psB/o2x
wE9Ge/IWHxp2RiGPPSZErft92LVus5vk5D+i/+iJJwEn13hDaKsa7o2niulXhuTq/nXwrgteEmMN
fydABDH+El0zw7H1sy8MEnTpu72566q4CfYa4FpXb7ljFfW3Rvucxl2bk0BmpLAZAd2NR/TPubDb
8N3CMS3/zHoCHMiP4tSXomV7AtYyhkjLaTmE92OMHZNCpiItN1MQ9pRTQXkaxVOc3qbAXluihqWT
R7ji/Ir9S6/G2C0SXA6tBptIs+yhdKUK1reofPPEkyVv/oaI3uoUcLOlNERz0N9AFcraV3LunX3x
ysi+WOysXKmWOeb73UUwD/msFgYa+VqK15XDe85bPJnzd4jQyfKZj+XcXVxvEuIhp7qcp13JifR4
yw6k9xpfH9VIDZm4vYyIKpFHrv4Xo0r1lMUODisCsJXa9bEfMamGiCsbzuzp+BRrZe1pqDt1z9ud
Nw2hOzP/4RoWdTg5B3RkkuSYzXQr1Htmy1Y+mCpMwp2r+X/8WeuyC76IlXryWUKE5beNPZmLK+Qs
jEQkbsn9Qn1isu4h2u2RiVL3YLTOjgzjhdzWRiC68/HTHUlh5Yzf+MO5gUI/wv+YWsPdDooP6Mms
XubhneQUcIwsVql+RA3oKF3WnNd/6JXvSM3fDPrvAX9DXTzDH0McCSJdf2CgHKLNNFjzlI8G7lEL
kQm7KBRYefLrsF/uEXgH8dGN/TrvnFBFtJyggZPyNqnrlf/QCRb/TpG/mK4jFXr9R+dHfEy4qHD2
CHFn86H/Y9B48RbJBmvG6o0SBqnGd0/RpsG6w07S0s8AzT4gRoNy1N+zkLJ1Nbh+gmcv0yp+98FA
EH/FlpH+iEWUuy8QEWdwYCy5Z0A1Sj5q3CjjpUa6PXL7aFsc+RgZ7oiZAPZZPQ6Sv0B4hgg5mKCF
c1fM1E+8MS9imofsXyt33jYloZa3WKo2eCMQ5ltM7hTiIHOhE29HoBaEB8kkuxDSoQq8FfgioiPT
vnvCJlHHb+h+9Hl5eCyLXR9ZcTVNkdtTCA7hYkzmvaVJRRjRITmwr3RbnMPW5eyGXJGBXLnVZb/w
xolSmjzm+rIMt3RJpJHNnhsHXf08kcUh2kt0hNzBbCH2YDGcnLsVf2ROotEFf/fkjxndk/46GvuI
goRtk9rzwv9ZeSi4P/hOleEe0yf2DxaVkDe4rvFz/qTpHhOm5KJAD1wt1dw889blYMGMK0lIbGTA
q/ksOHIND22Hkk9KLJ0ehsRJcAe6APsk6bSEjKpCyieNAIw6T9CGJ4xTD76fDG8YntpvVliZfif8
mN9ajhwzKyEqRJRibf+ReVMx97JaIB8ty5Lnd0uX5c84stdsNwFEGLcaOCxEE5SDBw69Ck2Ov1JR
bwdR3h5HIcmu7eA0YheWwdC8pLYfvUOwNqyp04KPFZqKWS3dYa58CuMmjA9V0nInCOMcEaKdF/Ae
KXStXYCexKeuKEy3m3kfOx8h19zoa5qc94z0DcGKzjkGkldF0PIb3kRKiPiBiph15nLjd7zWFWEj
wcSa9E752AXLStJ4qgqUSQWbJoutXC6ToOiaKQ0AOi0eSaP7lShD3D10tave7aD6G95t9dxryaHY
eVCA1YMrvP0qOGq+7eoYW75xH51guoJmAH8OCF0yV8dyCpMfeR7LvzF2YgaCNZn/VE3U0BYx6l7c
3IHtq5qihvpOentarDnt8sFai7/DFrN3CVpsU7SDmZxhZCC2dUq5YBK/pu8kv/P6EOAQbgkipWtB
Z8OxII7xLTEx2Ffi8pl9SjCgghkY0HP3jS2yYhvhMiyPtTsUlIU2w+86qd2ONRvQDpnaxPinjFmt
24cY/i9DgsS/46juGo6KvTCAWYl843mu6qfZDiHiEcQU9wNADpQ6GNdsgLNsxHpZ1hLEr+cnvT41
0dgPB+tyb8eoM4h6S2+s55wqAtzs534Jt0tEuD23lDu6HARJioLcRAF7Dhkj4ZBCTB5HjKy64HNo
ndZ+Bv/X1ZTDUhC7FVTGPWC3X+6YhIL8QYiu/2Ixbcaj8KIQDuWowbpnIh93RLZ6Ejqg1Q5+1JqD
I2kZ2dDGa5dDMyaquGsK/O+wUbyEiydfGo58kZHLMUVaah49JoT1PgyjOdxPqRS3opBiLruTCPPg
muo56H+EBUXUtI/YUR8RcuVHSgGZOnPmlFyVaDwxH+DoKTkohDMZtiUhAB1IJqogGiKm7STPov45
sF59F0R14QDH9cf14HEb66/RvI5/EzywqBfWxl5zP3aZ3WlxI2hzXFp3sxM7wz3XWpQNpyPscJ2B
+tOcQ/jiWou4Lw4eA8etCqUrg68BAz0J9KVwvj3fJeuGyBM0e5x52i+2M/SJ+oTysL6sIhuS5SiI
JgUM2OT04dVZ4yPK+6vj3GNvwivSNCmjZhY5SLCQ9oiAqqo88DhxrrgZe2/bTcSuKaMyVdTs4yiQ
87bNBx/w5ax8FlPd6p92jKv7cMG0tU24vSfHSPvRAFEJ1k/EKCmZcLe2iRRvcKIB8o5d2lvw+Ue8
CEwL5Bg1ZIU9sCJlRnmCD7aNlsr5zPEj3itdy2UbQdCxB1oIqVIdHCwDTJRMwkenWqfPlYBQc8CW
B1h50ulEtZfTPfOAc18pFknXZzVIBjxkza5lVlrIn9X9jdwcho0DDaGevii9w8/h4SnCHdum7ymu
uJ/oiKLkb7hwv8AoJfxT18TNkzcE3XfX3vAh6wBpeUgS619KZ+TlP61iGXZwxNz7pves/tW4RdI/
u4QZDwzMPSu9DaP2zeubMDtLNO767HInOwaFr3BTLK1wn3uUQ+weXiS+A+/2SSliYegM7MJu3OcA
AAKO9gsp/IhCk5TJRHvcvj0v63drn8EGp2SS9iE0BD9/tcucBrsGJ4TcLfwVqv2NrRrwiKcG9MAG
ZVve9JMqX5R1Z/cYaMo7N6YS3FiQ1KBpzMIltMPJXDvpER05QjMcs1SGx3Tu9U0MGf31BYLU8od+
jOjvwEh0gRWZ400Q9F8fRyXn9R1jOdNG6C3pH6X7bHpQMGSuPHCgZmFinvKD74Ny3fgTU/7d/80i
X66xvCDxw6tU/J5kRnu0OxAu2S+q4cnZ9HnrfDsjKV8hVBU/VXkRfhD86Nwf6Kpt/GJanpPYKnkV
ulQxr3249UJ3nX74y+w6qEY318Muz4c4xQhCjHlj2ABwyzd5r+4KcL7yDXtOAPcGPdT5Ma5BcA/6
yhJVr0uP6FRSadjlOvShrrv8A/CqIcGdGYvn2XgyM7uAkeeC7W/MHvgT1T+Id1ZUdYy9nCmJ6MYH
PVbDDYXTz/P95OUU0m1yv8n4QvMnb78zzkLRV9CPo2BxaCs6vri44ltnJ+LPovn7MuGB2Ap49jQ0
ecfN5FwIAsKNmQi1/IR7kMQ8A9yUcLyKl/ZUS7y7h0DywD3nTHjhyfXD9KFmk1yvQb/i9xjlumTU
jOQiu2MLxpm9cdEo0zOSnua1DURxPbpF2LtP2gdd3gBQwwXgNZCuVD1optSWn5YsZJWI8Ln1K3W+
BWbXPZQy/woxw79GoK3+CsspbTdjkMI5TDP5jjSgdyYiHCHCdXGWjW/VbMb59+Q0Yzvh+VLSvnRx
Xjt7ZZbbB12IiNWBSeotExXd0hvDB+kbRc4RP27mBn8PITH1r54pdHKX9CxrD00jo/NKIUZ4wWnJ
UTDmKz59csPU9TGpfWfZ5mMygYSxatzBT6mn/cjRgrdpfIvEbusoiJZvm6YjvGI+vssE0liu5t0B
/+0/hYC+UJ5pqObav+utQyD+trM94HBXwyOnxGg8dCwVGDDymsUdc2O1fE+21dwVVW9+l6ZP7TWc
l4Eg9zQn1O3wvCXmFppwfuaS4nl48W7WKl45+aPue9lwgOOeho5PK9dWhNa0z5R9jvUxnxEUtyZx
3LPbTBEtGWbiKVoVZd/tAt5wT7d4LusS3Y7BJlq8xrm2lJrZTeiPFLRMA0zGg2uIhsMEo1J+Z0In
e6U5RHhn3L6SH0Nnc3NQIAXelgEs/xbuuqR1ZZlz1Ldllpk8NIXnnOlfwq4iStA8e6RQpql+ir1h
W1ILSiKnxNVErUdZeo2FKpy5arfC0okOPke3X25S2hQ1IhkfOQfdjJowancZyeyV38YCw48QCBOI
yTXAMA4WTXvgAIO6Dpv8xkIT3Ki2coJQ7g/9ouiv8Xuz46bbXbOSbPZ2SEc2BdzuijaFW7uw9QDP
bePJmV1EvSn8LftGd+8TKXDxhOTriu0QZR42UCCGD1gOq3sFgXHdriUhM2rWmtKcaeor/3rwgbJD
Bgzt3peqyGAg+MPy3paDg9V5Spz7UuFYvRSuvybnogi7+lSZYPmbiF4XnzzK5ucmKWR3RqolN7uR
6GPPZeItN3KxCztPxzN+Up9CTKrQl57lwqCYcojyGHM8PZGmpQl72qdd3n0RSFzrJ/6abXsmT0fT
my0ApN0hIRIw4GPu2z8lIw/vDB2NzZaMn6DfQHDB3vGiQZ93+tRQ9N0GAiMOF8GQzpIKj3tPFj/e
eJqcVQxJ18VwW3TnGkwhHB+uYSc5jMVEjwfHrJ3GBkWHOnrpy4opUJ4QCaPlvZ4kgZQRisNJBarK
ttjabyWW1Od0L1OGdSdKTOO8xgsxSx5vaH1XzgfBs9NxF7hm/IYoXM9TTjwBYdajdEoMqz2C13fX
UFe86Y3SeAtksBwd2xQP6PYiOJY8Qc7GXUyOKwRA52MShJq+FR7Apb+VQxi3T4Ro3WNEFw4Yy65V
48HmmPtfUSuzN0pY2/7UVrFzNM0EXs0dYnWuYu6NzwtqZ/lNZF5DvoujtfijSocyVVihfPDRR/3h
c44G/yydwaV0cyHBPg9O1lzMSkJ3s6jKh34sCdlvYxLQ/dlqaNmIYElYH6R2Fqg7ltIH/omBsuPx
c+4cyOxcJWbENNpYwuxpDuW4nKH6eOUmL7LoHzhEjY0JWe+Fv3/OzxfLQu4rHywBfoKp1p91nXZk
qyWSoaDfmAskcku753WoguPEW4eUDnVQ3kbZGjgpsQt9aVqkqqurSERxuyBLTJtq0e3NUEIiRP9Y
GX/deqIWE5zQuk+NAacbcpKRlwDC6TWfab7b9nlefU5NXPqHmOL64qyIKz7Z1pvSPZmlISS5eINy
ryg5z/hn0De46frYIUov+UkgCfgNUJFpeOy4iUv492X/c61EzuUpvbEPS0Y5dLGZNI0T1WUJ6owV
bxNakAnPiXGxEQq37J87pjL3xKIgPsNRe6jDZWxOFJi263VxMWZhP8OXTbJ6de8xHFFXtqg+Tl5y
2cRqv4pScRaexD8uoob1jk/eH0Zqc8YjivnY5VkMJmVW7r+b75kKS3oZ/fMQ9fo5hm0Ubh3H4PzB
mEaG1FIXdmNmDzQb6ar+440FbvYtk118AN8SpG86HvOzB/Sy/kuWyQdARxRWYOIrxgFEoeEyT9m3
v7jzUcOiWD4Clln3D117Q3GKsTpxFCTMDELfa9/mNMQ/A+AxIwucDZSJ7lDL5ukeOEYMaZ5o0X6F
zk9soQ3s6wgUhEkryW3ygwZBCW1H0AUH5aTNH6lmACCrrI8FKXekKABZLgVVjgU20vs0Lsp/o4yw
l0Uw0CaOMnHpEVi4lXUSZGcokrPKXhe1zhdj0Yq3Ha226dadGkvRIqGzJ8G7ZnwL2zjtNuMwtcWx
nZ0APESyZI8oavzgQmkq+VqvE/fJBBRwo9KV/IDBvMpzCq/LLyZsnfEvDri7b5SmOfEka8gfJz06
w7EDgzscqS24TYYOOvvd0AzVaVG4/be2lisBv8xT97RrLr9w9zQ1tRNMWo+20EG6y8cuhmessb7v
hpUv5N5GgA8w3FP8cHJVbDPqCYKURj+vqdJ/nIt4ZMAN0cmOjdn5xhLN9siBHrhjGgS6+ahsuqIy
hcTYX9nrQag6kpVxi0EC25gopThRvKftIVq7qD+bOg+7C6Pewn9ROOE/QHsT9KpRyGOaxDG1iFGD
9TYjWj/c0UJIgs7SqpZySucX9hFPhf8GjD1GII7IWMGoyQTsjRKP4EoiQ524bvTTVxb3Ukb3PmOy
/dGui3LuFro8H8aoIZbEpTH4iPCwRNtiDCjogmewUspgnG7E/RflPX5AGjSBAriJio58f/LgaJIK
gF+JZ+dtVJSancCi50DpVKnFreoggAzrjhz00OlY2sVcsRp6CRW+BB8WfYsQufE+UIN9AiskAoyx
yXjbu4hW70Xpp/MB3gHtMpjvYXV3sxurDe20UEp54eoLJZg3uBXGXHYTuzgAm/xy3SEjaAVB16rP
2dAExQyDIW3PBYvgAQhe/Q6odqKtkjXgh1YdWnKPj5jHOtQ1Fw8/ZVeblHUmoaN5nF7AW9FVwU7q
EGFzRX9Wo4nUxWUZviEXJ2mOntsOj3xN8/XeVnPws3QqtnYqOsb1UpXW/R6pM8IMuPbyfTRVy1ZO
rp9qU56k+ZYsdWPR91kH9oAco3eW44xehdJ3BnpJ3ORxqdwpfhhrwwsahIb3npsheeRSXRW88/Ka
O3lrzKUVHZVSMFTmg1rBpD1UpiieFs/E2XboFA19Tqnb/MyLp3pqWFspkPRkEj8snFmJbfuT/6+E
xHH0pK2w6gOSPHAFcaIzSMyFh4VI8ysvM9ds0LEjb2/WAvtl3gGeExhh+DgNg/NFtF/8joFZd6xl
5XCkRKj+2wun+9VOVK7hQUo5xLPJlmULhzbzriEVAdCGAuHgwgSyxzIsLFeK7ehNWNBTb0TVTf2p
41vH9fYyUwEntnypIUJN/YqdbyP58NpdttpQb/sAgs/OM0516Djk+dumL/zgGRG90vuFAqibAj+r
dL+u4L8xqjpN/8DQQFfgZqYH8ZUPTEtfItdLtig/nT6iqmMUc0vKqIh/JxhGvZkvxb6N8aPvICGQ
Gh9J/P4NxBy/V4y11Dsvef8LxCRmEbEYqx9604nh00fx20tV65CToYNwAtd9+qTiA1hThJfxyaWj
6WApe8awA2brs6FBKqGOXEGRKHjahyhV83QOm3hxd5XwEUgqiqCvNuDYfRrLaZnuzFjEL+ANuBsE
XC2orwCjs6OmEJHWS0HrbKitYMtvk5TmRdKheXyKh1Di5BEkMO/oGseHDJBMUBAohuHDZ4dwfmEv
hjdLQZd6WEKTZc8+gNprx93uC58Pfp8wJGK55/KUo7FnYALGz7BLk/WObU3PQEa7BNx6nK7uSfGb
5v5Nh6B7IyiF9UvATvFktWRNyQmf3ZF3y5pDT89m94jUFd/D5g350EXkdcAvdPCnV3ps6vsGTJt3
TNX/zPYljmGUdgDyJ5q19smaBupYBCA+fmLQF09mYSjceRRl6K1QULyYvizgjS3+j5zyksX0EoZu
D32gOpIZnAlFho4neHkFXk03gb8+z8KXXH8rMz43sNy4GE8hea6P0KUr4LsBVxHdJ4BmAYslMtNe
f43zADv1jn9bax1e15XH6YKbp48YygvRwEOKa7qTV5gDfLCLmds+5czeK2h+0x3MYuJnBsug20/r
0t73Y+3Ou9ALyLF3KwPJF2tRnh1RDWZO4ZUYz4kPQW/HsOEn+3qKxvfWataDPncNBCJbhKdOcnPe
CyWiPwSGNQ9Hzetj07et+CxnEd+DoSy/4o7iiw2VLZqWPRUN3xTzsVEPHRUMFOhimNmECGRsON4U
XvFypmTYZDfG+0mNbbcfl6668/HY6JPtuiU4cp6hSYgREuF2qTBZH2lx6H6sNH86X65rKWt3IOTV
7DPpfKLzdLkmBH7xVzhD1X07DjbdbQICgRk26nASUt3ncPrIVeP/BGi7VncTJQMPI7CVZSNSO/2D
cFFGuzXwic6uEenuE90UJtpzPeua82zWW2rhP47OazlSZIuiX0REApkJvJa3krrk+4WQWhq8Nwl8
/V113yYmRj2tKsg8Zu+1gTGhWiU7LmC9h6kdqZvq/nl2pL7jO5uf07rPF6x2hEbHY4lNAsdqHh/j
0rb+4HRv8aP57lRcyGwIxZn6PEQKPTuNUfuK6K3oSLRvvimGsADuDQUpLA5BAJzkbNwZJA1sAnRs
koH2mo6miM9sbuc/YcJDesDaOXM365ic0FZxhaLog6mzo7JHHQd3plHPOOII+yyiIXa3OI9wEKBT
NQZMhiSZCcoanUvSMT+Hke4OcbL1+lyTqAGzaJ7uLQTWEpAl7fIRjINRR0vkXfIvyzLsilbROqSx
gOhHyreiflyo7Pk5mHs7NqxZa29SvBzultgoUvt0JWloC9q5BSgEzkAA0/zBGzxVqPWBRfRbqv3g
d0BF2qM+blgEVZJ2YaVo+5njtHn0HrklI81HzRomfCZlDs8lwMYAEycvCTqY85x3tftLFbKku5EL
6rciIeez7onePgZ+A9nKsKBZEDY4bE14AsvghLOiPRFSEIWnuuns5z7QBa8l2wp7l2OlMifyJKb/
yHIW/4DYlPn9hcn9Lb4bzRK09+tl00LDJsqitroH0G3GenVGXFDhnDBlYN6YuTTKUYJii+lYNrwU
wGbENYyYZf/UGREC+xlFIp8pSCv5wQOI72LdQX0KDzFfvvPdEs9jH+cEMR/zrXqy8gNxASLDyOrI
/2iiGwT8E1/RKZw0+bMby5aQrNlHjP2PpVIKcJ93jwCFsGvFERoW5mILJW94sGceylOI8xU3h4N2
lBPJgU8fKiFrj/xX1NZrHTLKHTbOBDkWjArMEzZxrqW4xgaXS0iEsaWvNXRm2KMBRc82CsCxb0Fw
aH2z7Ya9M06XMdmJkb/xA+JotFmmU+1RW5Z2j4uncmZyUuPSGqF2ufQylmp2UePlDzynIfFmI1N6
yMcZMBqvL/Q2gZQl+UhZJk8nEaPBY0asfO+1AA0HNA5Ur8uCuBo+RFI7Xw3ameClw5gIKp8F4Skw
3UBGr069G+e8FW+r2TBqhVNQXsZaEt/ZLAVa/ZCW4tCxpEo3qd275wF28LSnxKTZri3fZ7qIpaXY
KH+SaofEwMvf3ZTVxzE2lOQvQQzOZDX0UayvxE+ggQYurRPUBWmh42dGsormPWNQoPd9I9WV0W5x
h1QEClYr7HSP3c1miSx61pXXkIX6jMBKFg8LzKpkxyQt/C4rgKXYFVGj7YqeZM11YRsWUrRIpP9N
Xj19WMs4fcSe0dahVrUnr8zUsPGhpMwIw/Gsn3KoJWpGnbqwXTvbtlYFPm+DtFAzaFrQKmSreRT4
59NhmMy2IAwnIO1K1uWht0i/3KrWJwlWAGSxjpUe2+HEzWSPB9+l+7phohnvtsKCVrePgLInAcv6
1YLRgJAyKYjg8UWo/lI8cKJ0JZXY3pkZWKxCBA0oa3MijvZFIAmnx9sJ9tTplXlCeu3nrx5ju3vw
8OCc+QVml5MRucgmCwNom64LrzfIScr4DDCtz9AG6mS0brorkbkkA8AVDL7oNd6A92qwgph2ENwb
5AF62w5pl5xDkqDR4Foyzs5zbWT5uWgy/r74S7XhV62cxrO/yo7d6QFnehTsKrdzH3qf/gX7dxxZ
6zEDcHHivlkgUVIC8v+0dWndUrhVjGeWuln6Z1OJKkP8PUAfOA2wyvRuUIzATmwmhvkrdrLx4041
BTtjlpG5YxiKDciGWDKysYsoPmKg9ixowLWHCLSPRnG2WqH99URmYX3R+UgeY8AIjgFyIqPSEIbG
2QnSAgpdvLaz1n+4b11QLaVJAWVyAO61QtfrnVMnjEgeh26D6p3McXpixFDAXu/dSzUuXrqf/CKV
WxJxeHl0B/AFiiIPwjNzZh/O0BxwtoMyscx6itCsIXUNJLdY1UfhPxwsY/CnJqnAXLJp0Xw+mp8N
HlM9zN0L2Xht+kejz7mrcwY7pGogOwfjMsvMYwkDCywflD589umcaOhW+JF33hQ4tAvg62tkfUkY
7isdQ+tf2ROfEw6KBKLqsikmt3WIFfdk+U6jO/0R2i1toLQJNgQGZPokWCRZNPGWRBfvZc4zmd0L
+V2GQJ1yi2uRoASHYxVDTVJX+0E3jfcqg4SukmXkssOBjcmhgf/To/pmU8P2ybDFTzzHe+V4RQyO
aVjzPrXeQDwi1K2/3eg5PzFoOXRFHJUwSQPGRcgshHiPGbwSZIlikEBzUau/U5KRdU0pQp48XSbx
lGFNLg+cE67LJ1RApHu5duk+NrNWRKxBHqderDqPc2zVhNB8cJy3sB+cLEjEdkbWdI9B0UrsF2Ct
Lyya2aOUSKqzvWakgQws+n+QMgA/TCFD64iTnJwgBUGvSRJoCyoZFoQ9uaZ9O8m/qFAgl7Axw144
+8zloa42Kj8HRat2LkMKgl6aXE8bSkeHk5VoNoTlOp1Yug0DQi/Onxo4O+YIhs9cz+Eawkb0m/Si
IYCxGptPQoHdnyEp9b8oD5NveiAQF2gQfyDJVk+xjT386BaMylbElqfWN+cwSv6w4yHcUiQSGJpb
toekLIdEeKkqQjM30h2a8pBMqGIRwQEtf4hpt/8WzKrSjdd66Yuo5eM0TEH+2KaTc/G8IZvWc6tc
UmNmD6TjPfrTPTR6kmA/WAcyEwcBkXBEoNV8pk/v9Y7d6kKkwTJQ5uT5nFKJFh31FcS/xRDo4RT0
jxCLEACCsS+zP17tjMl1cJbsn71U0t4WBc6Ggd/Mou1Z078v39mMhnBfLG49rVGnEtgdDfSEJ5vR
X7cuPTutV1amKyQPZSHe2zEz743deM2u8I0dbNvUttxzFQXhB8/E2OxhmqrofcyBc689q2NA7nmz
vhYzPcXGR+9HuPRUR8SYNKEzc8OGzkvgGwLr6qBfxre2MeA4TaDEpSpnZpVAS0gKZfDlTpvKlvFb
OQuMV24GMgOnEfvFYDMF6O3WYurA6WMtqahoyxLVzgxI/yxmRcR1jek0ZwESDQK1W1pQ+70InH/i
NuLASs5OwCX1l7F5DyO6jXFKzTyJU5jf6HyjD1B8DNdwYjHTGrwwkmsVCQsvYlSg9i02HVkDiOwq
DVNu3caV1V+W0hvq9UzfkzyPqmk5xCZPBZsAiRlGwpExH4gzLCkTMuO2CXPJoT4IrHEdpkwCUdGY
4ElhwAoWigd8tLtoX1Ydxtc6L+oAfjqcppo1RhOlzM7SGvtOUxuGk2WiB4S+xvJt1OG48Ggq8s61
K7GPSTQxyxXDccxCtrFw2rdPTp009o7Oq67e5lIspHm5bt0HuywJOyzkOsae3GnszbeilgMfLJQ5
eBMengLcliyzg/nULsgYdxMBOsW18UutL2nScz6e7UhWRKug1PZH0HaccxLkQa2GPWv5YfhmDzWp
j5ANafrWxgVaZjJQwCSs7W4qkk3a1kt5EQzrUZMVTHBBhvlhDzqq8TDGj4zQ871d8uPPcY7dCdwa
qwqEuvWgrFM6MKfeL6KIk6cmR6u5ouFv+I8K4jwB2kVkByTs5tpLb0/59JlGlUMomzXLTeSLvFwH
tezOhNHI5VnAnHNP9ZgDirLsefSOA43wtEooQYkTJZSCGUOpZ8pd2YBk2hvWB//ofwzWgMyzEZlR
RKKk4pIuIQJFIITopCCJnlpWqsM6HFxnoT8Gr72xoX0CQdDClJu+QkO8CbCE5jeRkgPYrhpNmO61
nbm4kHv1wJuurB/0cEsdtyuvFFJz96YM3S+zzXsYmLImTIMuQlywJbrq//XKXeIHDPPOBbhM+4LM
WxQHt3EghWm8IIKBQUWezexSCealwyyoskvBJihp+ks6DTCRcxNOaE2a8U4Hq4BGfZYp6lhcQJn/
nfF+mS2QUZ2Ty0LJuepjoGJIUUUADZ0vRnp7twlQdSdgefVhDpaOdRspmvkaxRYRqWCb8SYElIEE
ynoA/Fi1G1Nfp8qhTS8bwNJE705oBzOSV4Jj1svB/7AZ275XKH/RvCDCucZ5miwP1jiK4i90kTZ5
KvFbQt2BELMgB2/JGn0e6NOaDZgF81V1FiV7pahMDujhww+0wfURchmqe3RxgpeeduoyFg0qxv5e
qBH1yMTphYVD452B6+IrEIgv7bVpJns6DOgKnC3xer1+inl48YPlwD0wX5PvsJm49r79Fjn93tFq
iDFAMlxctbav041d1nlw4okmqQLa3z2rwdSfbEbydqM0vQAQkW4+TXzfYm0Ug+VLg64A1QYc2v7c
1nW0DAc1LHbxsyh/tk78H7ziObGb6Yk82ElcLEeodypDWeSkOU8p6E3ADGhL1nXa+fb7VMhpzvZ8
F1nEIhr3oGKySOzp3zp2h3CXu176lrBKJXgt4+XDtXeHqT+zsAxi1t9B2b+GaRS1uOudFg8lWLzc
3ikqtPzK+jkM//LyLi5gXBb6aBeAEYkNHebdst8Xhvhk7E2tV0AAcNL0q8+gEt3PSjqgVDnOHXOS
KWLyHD9nsDfkYYeGckgS2Twb/jE/ZopTmDOUybN8qZZ+OsVBCn2h4W4h4iatcCjXGn48wGB1f9Sy
VH/RhsnuvcBXeuIJM6joRx9jllNrGkFy2CXE3wgg8Tc2LCUPnp/i146h3NfvOZuT+ojWgxoIgJeN
0KwBN7hzUIm/K0LmH5AyEB8I96ozO7LHnB6RRVhPjEK8omdE5cs3cJGaELd8tNxXNPqy2huER/Yx
u8N/KKcIMrpphZ1nMP2YH3JA6PE2VXaN7RNx3NnEdRSQp4TLYuvaGP8oXazwKOoJi1G3pNk3L3n7
12BzhyyrhfvB/oikuhlCYrCPtdOZNVu0+qP0QptY27GL3pamGJ6I42RyXeF2QN5G0DQOj0qO5TdV
WWB+M8vlfqkVUZmbaGiT6YS5pLiVweD/F0MeMSS5O8ZHDOtDyUrjvszWSMOn5c2bpHPsZqySa8tl
a7numcjWrHC4ivYsVEOkwOUAICUplXyu/HbOMFsBo2rt/F4x1Xbhsri4B7GjOU8nxoVEjx79fkRW
U9RjUeySftLtxlCZEQ8Jnd3FSQc4foNFiLVxHEQVEpk2YXYJqhIxI7WZ3ZJWMji7gdhya5sppa5O
Zg1oPhY3feR6YRM/Bo4DV771FIv7atKNt04sTqcdiSqTvw8n784JB7Sd9u9hdgcN5a0fteh2BD7M
LjLdV2YnINh82EH4fUlGGPEfdMxNHbd4KRHm8J5TyMmVwagCQRZ3tNPdzBAgB1ihtV+c64iT+L8l
ARu+bo20snUxM8uBiEAuTgHhLXq2HRdnFc/8/MZmjwoaHiDdOHOIDlZpYldIeD1j/XZpk5yhiwXZ
qVqiOj5YOiqvZUaQNp6/Zhyd1ZQsLlnekqnOZsRP9jlhkItOiYbO90blkJ4H0Zbp3UEbVFdDioT4
NyuH+ClsuiG0HctpP3hsYHRHmBSaNfNjBdlIp9Gba2Ou2TeFg9LyCOS7mD5HvAHIVycV5PuBydkN
WqD/MyLjQ4c/Frb8NGE/TFcif4j3RB8LvBkuf0USWI8Hf+XHTs2m0S7/4bLwr8TnImBwcXk8e8Yh
kxjNhBSPvsXQqznai1jYb8JeGR5KW/VkyIi2sJ9aMpGujYiIhQtDaU2U/LH7oLidAqThlszaejeM
WW4aROkkKgxwxBAUUtGXyhfzmdBoVuGr3PbkuIIWnVk0L6z0WR82wv/BJeVL/lJkRB/Q54wekchI
dVdF0jGOwN5oIOOIbsY9ndgdkPty1gClJN0TDrwC9wuV6HQJavK7d9II/wRpIvwePXCbmyG33fqD
unJMybzn7PhygGa8QTQZiAyJyl+vHc2+lJP7hkXD+425oYnBsOkQsIwT1wVm7iFAa2A2TgMnD6PK
VP1Hvz3Oh0mkoPxqwkHe0GhzCWCw43ZuQsFmxGscpjax0So8gxBe/qJSWb5wabp/QR7zyzg+ax4m
eljsdh6SonvMDia8hKCX5bAMlBBr/CVYmQJKww9ipO3lSS1BMB1I6RjuzkGa9UfmyKl+Qk1VCmQv
VGDNVSWOXi6QDK15g3vQw15OvApcQPuO4GpLuibedQ9oYIvOqvhuam26Yw2rCdSB56b5OQRtZQFr
JjLlpgQ/la5CVJoMh9Hec5xCkLCvwF0zbIZj692WuieBA9l+Qsr1gM+Nt4PU5IQr9dWthfWDL952
Dx6oMvFnivuQ2xx1AYEq+NSqTesWRfpwV7u/8taQNdOl+byGiJM6rGbn7ODYTQbOOguJ7vqHtwUx
aB868jAQmcLCNJXTRQdpJ48psZ3g2egBIN1jQSJ5JQlY41dvVp6SmE6eBZlJvo0/fuuOBUE8chhx
fzYwluu/U+u03sZt7H7Zs8iF/+cz52IXD425/EFXHPBBpLzv1WehgQzu8Rm4ZncPDprfVGaN/TrN
7lxQWBckjbDmInP95qa891SyUuMhw+0Pb8mHatBmdRKaVYp2ZSUqi3zdKKK8Oumg6BogvWjQw939
egcOk5Oy5cj+rnZ1beelZH0WsxWdu3LtEsburBciPMfnnMo+3oHUErcqAsu5EvdvmUFn0Sd77D5Z
wMij4oTNo96gLDKFuAjhFwdyKMmxoGVamgMMH4QDKaX+Zzp7mBsCTt7DiOqV3xc52hOAGh1+gyFL
8NJEuqEECltCAlk3zVf2GaRahLGy4GKOCmiXzxH8apwZEd4gbfank3bb76zsrXkrHLdxn+J5XLh9
MPYjDkJP/dLHzowzcUma6yi4rgOnNsEuljaTKha05YLyN5ck4qIBaW/0F61cFfiKfv2icZsz+QOG
HIMpGS6894WHTlfULwg1CAdH30E/01qZCWETzkO8HSqlHlP2hgtsTQykSdss3xXve0S3NcA8Zkyv
bFycLP7gosC7DYEo4IQlxsA74MFhJw5XBvxeQzuIBMsNnHTvcuqUx46ubNy2UJjLYccyJXG2fK82
3vfY+Oya8sFdtg3znqDbtBWbF71H5dFzPooEXKV9c7KUrq9plWXt+8qd271yOj4FJ2G3wKMYoRdJ
rVm8DlKZnObLQplQC2ZQG5Ekofc7gXsJSYgi0QPhWQNDr4SRjebKTB2vGJPW/IaQcZ4f0hq7Fc8y
iNtqGGsuV1IUrixHBwakA6fbHl6C+mLp4SCMpc/u900Jjv6IhBLFVZIBWFgrnBsvd2NYzH1tNdgm
yrG7phYFL4GPM7sea3J6ZsVRTxXZ5w7iv9VSRjiH0Df0J2NxYWwwxXB0ksVWRidNQi4g+86PHpmy
g34y+HbM1vPlMr2OaU+eCmVEDKkuIqryw89Efg0isAbNasRJg4EbaXjvyjXDU47z0Gr8b4nABDhe
g6Z30zE/Z+RQxsOfJepIP2ES4Z9I5SCSsc7C6Gxnlh+8NWIYDjn5INlK+yNSCVLCZtRljOnvWgHT
LlKUe/CdjrmwjY29GzAk6L5M7f2HwhaEWFV41X4Xoi/7DYJKI9fibls46CKewJ6pgK7cQspq0Fm5
8lDHM4TXQZFEQEFU+v6OemYwjzWJSducht3bRnA53EvnB22zbQk5katxgE6wy1KHCmwkay09ThDS
fptoQnGHPRHmJpmB/7UL2XKHWHsgvwG4kLZyYBmVLMdmNLAJk5QCnjdZEr4OPKuN9j2bHFa8XsMV
/VCjL/Fcvo2uHg9Z1nV/u3TqFQonEqHvSeDQHbi326FL6gte2sYfD5qkvu6UCSe30fVwnX7YTY0b
oTAgiJBoNQVfjXEmNp0NHsY1wndYji1tzVfj1dmIAmFu5hGhJrSXz1Dk1R6yWCHeJOLw7AbOI2wf
JsBYC+c+tYWZwC/qe3pqEmK7c1hFM2tcAC+gX8NDvGoYvKXPuvBQI3gkb/ss8mMq5JRaHt9SFnX6
AQ8FGUFsBO7IloXgIcLKnY6tQ5aN3d3HUmTk3SUZA0Y7UPrPnJBJcPBinzNrpXNm6aTc9cTgoNrl
+GdTns+sasOtzP2StoqnUobpzolnQNTojkER37JC2MGdx2J10y1Aso/solF10a8y4i3naEfDkctm
s8xV8FdZeRZvGttauteaVLdsk6NQfsCCNj0nVpiaFf5XBj8TXb2/7qAaX0sGlLeipXBmV9mZk+u7
qDYVRv5bZEUJ3Y0hyH1HoGZ69BBRz/saaK38tOjeU/JbUAOl69FKI0h/S5KDqOzGbvlcpEGYu+bl
zoHsCsfUqGnhkn33yVDcs7ECo5sHl3EX9yEDUTTtvsrykPUpEtO5XxHpjL5FeAmUNhkzMn4YPOQm
Zx+gHBvCIkQvueGuU3JHirflk3RBgHn1wAEYSkSekWIfibEezta65ViSJJB7EaAZOFWAQTf0c9Xg
rBwWkFDdp1QYuFAoQIlPJ1QDWPW/MPNJZN/ElACxdbEIjJ+vQxmp+oe54MQgJ7SFxsdeOYm9LwEh
IdjL8bbjlQcIvfj9FiV+Fn1Vth84WznFU3R2gK4MBF7aUxwuHxM31U+MMG6igupE/scKMqwJmxqx
yESd2+X2Q5oEdxsVffBbW2DZu7GCdOVH7fYWOA9HjnZyqcTSqu00AXbZohzOhl9JOyFD9qsxlIx2
5N5VD6xwVYGssQqh2VLkuPGjT3a6jbgpSVt8d/k8tg8YO8dsyxGYl4+goiSyQmh30SVRqDieWpte
+zucOghQW5uc7ZA9MgrPGNs8+xr9T1FJOHcVcJh/uFxq2D0GBlqnQIBi/phx6aGGL7paJKzgKtZG
xrDlqzcO/u1gS30PBYc/EejwVzANi45eJE4H9otsWxJvX7FlHr876dstJt24tnamarW995uecnmB
ExjDJPKI3th0iMMCMrH80Aj80wXV1dqxiFZh5R171QVBeBCRuZYskt0LApcxOnZ2qwQEr0ab+bsi
Rtjbj1KzLYXLi0n5M0spmdFgOnG0GWVVz+gsTVBcpqxxKkLVY5rpMQQH8m0bBdHGMJXq0UBw/oeP
4D+4GLDv2Wy1gljA3i3rESdqlwC09MYavAt4Zr929ku6tNMDJFpPMnyDlYP2R0zB68T0I992RTB7
+wG7TberkWmn07pQfTFsFcwb8UykEIGbzKmc9ijcuiNnOJFZznGHu8eFZVKFIzNogJOWR4r4RFuG
r2JxEpiC6IKQ5weUNjBxQTPsAAw2ZXYo4D3ICi8G5yChaqNn88KSKJSK1cyavP7M+r7XL7pBM0sM
U6tJKzIeYZjrKjWx2+Eqp7lllcxQLKg3XorLhH/J4uK7HOasXGO868xqikIhPzM/btP4zHvjuTik
MyT6FbYCSPqAWnIOaKbDgmi/SLQh/DINLG7lp42GhdlKYhzYjE2gniAXYTOgea75ZVru7I+JMYh7
YXWRiV9dIrJHlTtZQIzRTUufjImMwSjs4hgDukBBD8HRkwe3jgYXteHMduFUaIauByP95G58FC4H
OgkiRGHho0GO1zP+XytUHX9zSrjxB6kDE0CSjRx/ICSlAZgigbV03HbGWLeebAwaKml46KXdaK2x
grNiv3oQyeWT78LSGSDrgnbCFFrFw22g8mqCE4PtDmTcGgNoAoinxPmbJw8e7CCTPoAprIy/q8Ct
Nc0WC7BTQFsshSf8NTR9LNOzX6NsYjaXLuMuK1MvJwU5Csazz5PX703ZEllRREFi2KiXXXAYJ7s3
+1rYBPNZnQRcxAQDz6ux55nQpTtr9Mjkvx9RBMdIOtuucACFGd/vMQHD/doWg56OOW0VwlA+pGJT
IF1jp4xwgdlZmic3RLMNI381ZgQeNXQM6xlLRL0pS8r9jWWCnqqIUQaNWlwSWoeI2ll17tzHB2Y3
aj54LAHFhu2WeHF4gIKDIGv5mwOeeWORanmp3J5sW6dd3ptcOMNWFFlpcIh3GLkkvhHGSypEUIDx
gBFpPcXjERZo+NtVLinLtQr97heliFJfdDV2zVeCGG6tUbSoA5nLjfmDkI40nGFyAS1UaVd4O0Z8
kJCzprPWFYlrbP7c0RrZ63EidZsae5/Bc7L48jvzTXVGJpKC1ssWGiibgp1aKFcTfo/IwdfmDwtm
bdNkybnr2io4w18YK4zNOZK2KAtiZ8uWiirNiyKSTLw04cHyrCpFyFlNauFQhOGIqtePP6y+SpZD
Abyx49m2y/DMKYBiqh/9/l/MAvJF5GJi+4v5DNG8XVEKlxIlCGMqSgTm4/RqKz/zK7WacM7Bl5g1
74AF/ZTUpUAHf214AeppdqlBthQ2Gi0KvUl8InTGGx9RjafJsQtUL87elM9qS2BE/NqN0vcRAtP+
XaGYN2+pj87yS5cRA7pSAdbahIoVwa7ObOtv5Kv8t8dcXvJt2N3rYC0z7iqiAIu1QfT1DTcGtz/x
vGwT6vAeyzlq0dxwJxfOcSHQ7V8e6bqC6gRnHGlfvSQECUbGYeOXmnMHh/O3H5GDASYNguUPcVrx
YwX8ad6HRaGaNcvee6ZNJbxq6xHyTPZM65WHIBkpUKiYYZ/WLXrHP73D2mnXt6RVPS49Q/5nFleE
c/D5xBXHLalJK3YHak93BDcv7rI3aAruf6pK0gPqamD3eLiSF9kMUXNKtQsFg/gd6Ojat8TDHI2Y
gEkcLW6jkGO1K/Rs+wQvBZKEPdi3zUrqpHtuyiljTs1htEvROZd7P6miR1+y5T6MLoMu0njyAIfq
SILk1uoaDUdKxqFYuR6z6Me4LIwGOD5IfA5d7zOLiVJrre0ENwJJANI7Ml6Zjp5lY/oejCfpEMoI
nw/R0M0DoF5SeCztYT610RGRXYtLhnSKQFv7sg0Jy8gQDWQMomVLgk+bsJImb9R6qvwJPCGIm9Rd
oU+LEGhierqf1vjbdo3mNf4KIzxtGy+01A0JEuj6oTTRn6YQ6Y+0UnEpmZgzg/s/r8sKFAr+bFnu
ByI2fPSJxdxDYu9TpmiQecuLgliBVKzvxF0yPYUB0UiAzbI7vrA/gx3wUJ51C7eNzgrzz7Ypfz3y
DABueFVyHAkkuI+YMAKiChwlkV3WUvQboetmPiNzj+oLOjXcEVMaf1L1zZpsrzp6GbB9qJNRMUFY
mByy99Lq6++UTPmfFN6mfboHPL9YLerLNQvH8tTwKyWbGFc5kxqbGI6Xyu6Ct4hz9KamrM6RgnH4
CuT4rXgpoOvWR0J6xh0rQD5lP/TIJ3RrZdYeOvSO4gaE7AQCOvxmYuWi7ABYlu+FSl3nIBo/+bcI
sfz47JkIYhyWdB/AssWgZ+XCP1DqzWwsA357gqtFhGuVVyegvxXG2xToQEj8ilR36UEKShblPCmM
TCoFw1NmjMsIZlpOZhg9UFxo7q+orvroyDfoQnG2kUFvSqEydh51QDM3WVkIqrvPO/vcY2dMVoM7
YbHi5i0f5jYxI04FYwMocuxy4y6Adi7L0jZvg58NH1geIesElp9lWy+ijlwPvX1vDpOo/tswBwJ/
kjBf+yytsftpF4EHP+gNGUnoRlLtn3On1OM3Jjwms2CI9XdkZl7KwZHNtGLPJ35JQ51/WbqWw6VZ
QpSZK12G0T8bNU+2juswxciV3avYhBTwVQWAhyMVdbyzQ1bul9eh8VW562jr3LXrNap9lkXIYpzI
u2CHXHAg7oOY1/ub2/YvJoLKsmWteicLIqogPIninXQ1eDB0u2kZuziQEL6tTS8xUERx7Hxq1sPq
0pEUNr2UuKmB3LhxQaQvIibMz9YI5scNLfvoD0FO1EvWUhvrPlTlGZkZ+aEAKKp/qbUwjU6o7p/9
SmYfOMui7xAuntmWMxc46o6AzrQfPZzuiWwfw5pScR3FIwD1qm+jTyfgtceIPmtWdVXYMAyKWOoh
glSAftA5DhvlueRkEWKVF+tM4vqvJOo0uldpyRtiIBaQOiGkeSK6238qbO3+ABAYYZ7L1v3KY/Ql
B+wXdMRuhfiHILDZ22qijspHFxtJxiWeiOzBFhj3HkzSqjsUFR4Cpioft/kmV/5yBMA+QSwsJgiK
oghqd5NMNv6X2mSdpKRvBkiZ6A37QzNWE6Az6Br23g5QDPK3Kgg26kGTbGJsxmKF28Mf/piWvmfl
t1hXT1Wn0kM50Cqc5yZuAIa3TABWC12Q2sbWkHo7DvD5SF8hEQcT86qtByOxZXgHEdL5bDGcuuO7
aNtgeaxq9gj/YbPBt70dvBr26G5EXJ1EV5aBBEzvWTS4Xb9NPTymNCHOqFI+5yx6tiahkvvzmvG6
yljZr5zknrdVcZx269nLo88OB0X3s8z4reWWWW5vr7XBy02Yt3SLrybO9XnosRNgN0FaUBAQheZ4
k81yaK4LHXq38x1JNNoq1miRN4pyLORpdyxckU3I6O7GzheHhAKd26yyOXcCmA2e075rsK/VHldu
XT3MOEUtbJQh+Oc1SK4yfiIVLHGYfC8MbVDhzIiJWaRCecBvTjgOFDKdrzNLLuZsOB2Tw8Ipje6L
SMEITzKioyN6kp6OUnrjPXNAB5wcWODy9aLE9BovQStx/3ZFu0NmZBdbG4XiTUWYzjZeQbYQ4xQr
f00JC3CuYa2pYBlIID9lst/KV6Zyw2/AC0zB7KuRuMBJczfjBdKC7SChtmuemvsd4FVNsde1Gr1D
bTNaZqsF0ubAcseJfoj+QhwJvlDqXVXHCL89DL/xgTCd2WWRLltRnlU89MMPt7yTXIFE8HmlGPju
UJ1KPjv3ov2GMiIKn6FO3TeM88JXsstnHuvd3UEe78wC+ouLLvKdg1QRIkxK2eHdm+M52UcREIBV
002YzGjLkbDT0Av7Dq+kg9HUjZBqdO4X69Sn8F2XKJbsm6KzZ7dQELOePsY+hlWuAZBS2QLomcoI
CiQwB99XPqCien6i9HGICPChRF2BParfDmDHfGGW4XcvI09St2Ym3iAo8izvWGRAk/6YhPr3o568
Rh/ciOEQkqrSYEWPl3E1R8oa3uP4f5ydV28cSZqu/8pgrjdxIjLSRC52z0VZGpGikVgl3SQotpTe
+/z1+2QvzoFYXSiiuwfoi2EDURn2M6+xdXFTDABs11RWS4H1VVV7n1UxNmJLoVLwQGBdWfwyJS3B
HXA2G8nTMA8pgSp0PZ/Bu/fpdR8OlMwoynhAoQKgntajApD6rYMfpu5qHI3bnfSJMtBUMKH/TAnL
tetxdV/UI+pxqNaQ/ULctesaEMobZRJ44LgGWJ8AB44S7XgMDoCpGn4ZfikzPb0SXEz9Y+Vh7oxb
0SDtPYg4EwqRUVo6W4E9z8u7IMib+BbjBje+LwuaPxsPQUNa2HA/cio8aHgrCJzQAhHkNxViqxTA
NbpM4LPKylt03nuv+uQ0TaTqRxqRZvKlS/oIvD/LwqU1xTTneWY833iIHOnW9RfSjQFb0kAGGR0o
YzHSWlWW3zqHEsLKiKhFB4edv2jlHYqh1Ph8Yd1oJHuN+Hx11WtbRgfePGk8UDIf/CcriKvmimAG
28FhdBUkciV5UzK7sfKHEbB2uF2aPvJK2JDgtk4ElIvMmv42zSaBH4lvwT/3M5sQlWCnwYMW6Quj
BoVk7ShOD8TZJsZG+qYMYOBsHTtqsjcUChC6GEM3OlbWEFyPFrwWykomHlmgSPqvpkO9AxRdNYzX
so8hiVnB4Lz5mLE365rKNE5EicEr6nq9eU8tHFuSJGazbpYnzFnKrs7BM9EaouKNcBQdwAKdGnBD
qHHmjayv5l50i3xVBcNKeOA/6dlMGJPZhUabtM71fEOh1CWnjlB+w2Z3JvmeRJXX+2kOgHy2iNO9
WDjZdWtgiFC2Q1UTmFqAsNegORa+nm8Gh0rVUsBLkuOrX8HhuMlcYd4NcBHa1UxtIaWak7ohvz5J
e5zwIJMPsPcMyqzRFGwKeyJ0HOo4xSssE8ELNLBJb8ijybp0AQNhQ1uMIheSfITItAGcQ+11i3RL
O7rfYqCFzg4iM4izikP/FSlmB65zX/pXlD4KJCubKX/OcG2n0lJZgigY95B1qzMIDwXwpHLnAfDM
17OevO8TXX3IRsh8xLuBbgoMd8RBvmXwMBC4hkN3MGPE9EDl9+muBjZjUeVHdmSNVr/9SnUUFFY9
VXW5rdFkMLZelsZHinRTROcoMt+sxuy+GuDkQ6DOQFE2A/TF+yzEN2vl1QVYLATd6rcmIVKhx24m
j9Bq1YsnlPkriaI/TZu6zuXHZjVI7c6pBCqYMsEyECQynbsglxtHmtyJIzDUZEMHObvVoDRRQcL+
uFqBZkReeUC6NOfCq+AyTlaFiRFUSZoYsc+dhk8KTaNMOxCGTCvmrp3jCUpFFQJkW+lGkBKQ7hkp
7D6r+FVbZeOsUXuIvwwiidutOeRuRPCSo+AZ56Z72wJAFLCqLLrguij51gqPm4i8wvXSG0elLSQj
7qoOzyhArFqAVwG7GPv9nosg+zn0lfXDGLhrF23wzLjpSqd6c2nveeD5shxHWA+S+TYwUMHadrNV
3bdK6mfem8C5wqEPJ4cJDC3CGDnztOq4U0nfjMitr2tqoEj99UH6XFcNZpUmbzVOvwUN262k3fLL
ajrjywA6+GquSvMz+sqL0g4STQ39siQEbMKzvh682Mz2kR9ASJvCVN/W6ex9zVHE6NYdmg4gHYsC
CklkEqCAAIHq69ENfDAA0FTXQ6bNp75vw8fKl7yDgYWPFgIEwXgvmz5HpANYuVqFCJXdQvCbf4ie
yHwdKjywV864gM3HTsKutfpxfBnEhGYm2Sg9T/rVNUhtlVMUDr3s2gb41K+72m4fOUvVlziYirs4
xyVrBV6GypnduM1jigIkdZrAHX/JJAY3QhfM2aukTYtdK/At3xkGzvRrMOgYW+pqnL9Dpaqedd0H
AEjEwhNue5lnO2ImnM7hXBT9WhiEUtvcjuZhPXDr3NgA68SKIl/yECci/AEFyqVINBR2tIHPGD95
ZLYuEaOfvXbKcN+8uO3jDTsBq6ySnOzJQ/mHnyHh9GzpIlS33kJZWM9BZlBqm8vka+1NYFQyY7A/
BaXMzZ1H1FStOOHcnUFNJQn3IK7UlYdQ2bEeR5eLzWH9iRh8tgaPGeCgeca0jI0TyQcsESPSj6CR
rwE9IjZV0Vn7ZmrTo92Z6RERl/xb2ypAllJM1ic6DvEXP3fQhW5z6vXXfRZn+3RE+W8z0tP+BgSH
7Mh3K2D9wwwAirghJuR1Te4noK6NCq9QfKAx3kB17a+tnPxZ+4C/kXqa6HHVHEakmsqSUACPGwBX
0hUoG5M8YiuZzO4bHu/1gKSZXR8z0s1n5RiYMUMG0VCDKvU4wRwatwasrO9pGPafBw1hb0XR2SZg
6zNrXkBYXMjIy6VfDQHqawWNVICPDAJv2FDuaeKtAAAEqLOhELxqOm9RYqfdQjmncOWL5vzSTCcn
QIZ8INtdBXXQtWuqQ31JTxwUwBbQBNrPBPXJwcb/S6zmZMDuPKkbjcRcH2ISUTU+6VeAhJi1y7gq
77U7B7eAYspxgxR+HHyLm1D9ioA5OSvwWw23ftpCyMjC4jVCtuFWRMPiAzBIlIrJOAKNx8qUH9AA
ltNnqrU1SiCgte7CcTSzaxmPqJog4JEhW2RWqHzGJC3FVV7HCwgTPQo0oKpaBFsDGeb+FtlKGolW
DdqTaoW07/sqM352ALP39vLT0W4NBmh0OJ2+OVMmQcJ3C5hd9fYCf01q9Ak9qAjPyZi5P7y6GXB2
4A6Es4ouyHYSpoXCErXQT1ZnIblJcoZsj0ZALd1jfoiGXIf85bCqTTMbcUFATA6oKJRCNHWqdI+T
cQFbqAr88MouC1RH9EDkvg3RIrO51O3hl8LMKNhK0qCWt60xFoJC2VxD65RHxNbp344OL9E6omBN
L7crMYd0BiOFXk5nxl/xotEbQfiL9kOHbsMTMDUUDaCwBXf0g+ljoT6rzZUEM3VIMc2NEdov/BdA
+1A8/WBQ+7Klc8niwC2X2BMu1pmjXrjWOXmbWWbf6jTLw1v4fNZn1r8CIV7G4Q/oyMXXTGfUn0vf
CrKbALUNKvOGoDoQ0UtqdnWvi2cfsxxCZwKBOwvGE1I8ozN8C4IW0VqaHFa9CaUZuNvewd9+JUxC
BMRFdLEZaHXpVR/DlgS039SfFUkvPH3bqH5w0rHGcBy/+DXCAMJnFngFoFWri1+1B5tadWSRu1yE
aELB0msfPZyHiKTiIr8GzF72FKBcjMiWeJNChzuahxTBeRoiNIsXXjOONEhX6vw6DcKl/t8kYAU7
CMNYF9CA5TWqQpC3So3sUrxm8vsR8e23AM0ifG/mKqrWYZsELw3Q0pGDm7f3ushGgy4Gh3VlJh1M
llTVLWYHnv+TDU4pB9XhnOp6LJ65GbPnYM7rfGO3zfRdQsN4pOPQ2mvq6xWy32hj3ftzu+wYrOsO
rjsN1xjWWmI9N55YtKl8hDRk0CcBIiXjfJTAnu9gBkKyEB2iGkyfoO7m2n0JZh8T6gGF0RC9RyYD
KuE0SnS8BJ1VgpbEsItN6hnqTlJJwbYlyvQtruDQllhOs9ioWtE7nEZFMNbiMynWxlCbNLGJTqAF
ydkbtnViOPUWwDazzzXkvqRWRNE2BNhDzaMq1RX7n08rM1kdHFOTumVjTw2jBfz8OGULbQr2m97k
SO3HS5EHimxV0ppd56lFStZBILiqYeDg3RL1/Ve8DfNnku7+B/FtAsWowTHHoMxQrnOKltkqxGpc
rIM5k3uzxfNw1ZgLkbdWefICfL1+aVDhi3kcF1ZDZEy0rD2EvdFmiPH2Un3k/uJS0e4GHkqst0Pa
Dq8hClmHuaQBu3IUZdwt1nGRc1VpSGb7gJj1c6M70i6Q4jG4ryGNXpQFkwFZTgzrb8LGyJ/AFIbg
dCDLw9ny8/FbWBJrrcOcUuUG3UZ5zc1FMt8AQEk3BniB4QpaQXAPsYu2lqLqgUJjxLOztizUkz1M
cGAozVkFMjvryG4VDW9U04Ni+JGl9H12UKWarcRLgF5hBdoGm466Njb08vvwiSpzQMxVFsZmhBop
7tsxluPGy1OAZpOmWXvd4jb6BYJvc4WCoKBJOIN3pGlLo5VGthl327ibfbQY2BdqgzSP+tYZLUKS
NW6U7XWoYbfvlj1jM8ccpS09bUQ4yECRrwQ4WOPRZbhOtTPgQWMljVf4hLggluRjURFjpdpCLEJb
uB2AUsIDlv5qI9BE9Iphr+VQdWsiUN4PeMvVk4t3WbCrpDN+b6JxkYCpTRjENF4tcAyAPrDxarvi
lWKrhY6BCS9lZYA3/hqjcINsjMRUb1XloC83VpIgziNEBESkRmIb3bqokK9tier0mnvc/DwjQARO
xh7wkuoBbWHK2loTLX1v0ZltwmSYr+UYR80uz5z0oKcptFclslvAMAga0qu2KT0cpaH2+Xu8u8hF
KB+iXVqjyfEr7vBbZPsC57rODLdBvpB4huKjNVj+VUCtBK77iBc2AkTp3Tz1lsEbE/T5F8fFD2UD
j8L37mMu6e9dOIR0jIpKy02V+wPpK96+P6gMID7SjU1JVYmOnnpELKasNxAw44coqdUAuIE/bmAw
zxwOuCX51tFEOhtlG+FxtjJg30Gkgoe0z1W7xe3J2veuwGNptJPujqBvjPYmjc9oZfEaCa6ADnmd
xkjkG4pP8avsEH9Z16WR118QbtePmejoLw6zWYu93QENBbhck+HRSYgQ9EaSiiKPWcWv8FDzn7DN
ZbFOhQ+JA0dKOW8NywkNKF7QPbjbI4OiCskK0ntEeCEOmP2mH1RNOIPU17FPNMp9ddc6rySsuoYs
oyRIzCBcnKqdrr/yO9sCCYmlXb7ThL0/FRXIYBMDJCfKhOfyAH+IV9cuaN7Bymp/6jEDp0sP3kVd
CZqcv+8FNHx0KuzsBdwQDbyyaa0tBRVwIZT0yOZSpBe+UHArP1VU5SBdpXU+fMlQOHRXwHLouYDQ
wWEZHLNJXTJ240W/HxvSILOjq0bA12EXZxMq+NRbuz9moFXxtqkBWmwkqI1jwhX/R86d9DyhSRut
c9uZt5q8E8H8IrBfVBfnt6D6I7Z9oeilK7v4nrkKMA2iUuUDSmfh51lpS7Eo6fSLMu34U8Bv+UZM
Wd5oCq7xpkTzDxkrq822KfKjLyEL/ESrCrxQ0lHbj8ICJfvKyy1A5dlSavPKrhlp5WTYUMHuSe45
YYgcEfD2Q4kGPDbP3R9EYBRROZRlnD4CnQkdQKq66M1tH3NHb2Q4dVwiwrR779mDnJbv2rB33JUp
pyGBf1ML1+9XmaYb3a1nOU7tpygxC7rMwK2a7xgDME1uQqeZCncTCXUdINzf0bsppgr8EXVluu35
bFLxWksjow8csT8XX41WRfsW+8CRjvckOCmVDLzE4ukDDHu96HYoHOAr9ETaxFPjgwl4BjKFzQ1W
Pfima9K9QWzAwY8tdtIueDEdKTK97lhzKKFVbOMEgGgWupbPMQbRqOYPpdvdYmXnWTurm2J771A0
yd8guZouAhJm2QyIMpaFs0XpoajMG+Uh1UoSEMgOFfowlQ60XqqeY3sX6s5t8ivtybJ2biHw04HY
RqGOmJBRlUjw0L0DNR1sbUkZ8ApNKedXRJkUjduGFvwGjt9IuOYZ80OKbn+2B/JN/w5JT+7IzGp5
9DMwHu5NjJ2gsR5lXuBCAeIJA1aIV4s22IBwe4wR+YyADibB6zCEwo4Eg8ntAxsoPMQeimOruAaX
SnQR5RJOrWMrcnTivY2Fhem9DbS+oPcPXiRtuJ5W8LGN73Uepb8cy6pfqOXWzTpGeoCgKsO4Zd1G
vn2gs42jTweLEyCejf/5Jiog0GxEoFO17nun/rVAhvEEGKx4kUGpbXj5QNmxPU8UEqQIklukZOP0
SzsQr/HEzkY6QsD6iX6gNCRbeFniClyhaVOGKOu7sjPsaTVPtffDTYdph/I71XksNlrgR10LRtC1
FNC4oWujbyMQ/e8BvnnRdsxVTu2JhA0DMvpi9hW/gwa8NiwxX0GgItJHMJjArBwrJN2D2e4s/m3o
OyuDFEMN33ZBAs0tDMTRIWKl1NT59RYFJLziCxuXkajPvSOVdTAsUGMz58ahjw+usklAQXptZjwJ
x6JGY6u4+hVSg53WdZ0sHd4BLSmXWuWTjmvzmQgQIFfgESavZoGl6HawgMCsbBvJJUsIFV/jigKz
pMxprayhRQJGikyNsbuyDLe6aZfNsokh0Bh7MYxzhLaUBMbr+7EbrHE2ixEDkbP+6pDf0lYFVmFi
qtebUMSAguIyUiVYrA8TcLGRhhYRnUkJqCyhhnNPYIxGSgzUG52CHEuRLqy1c9XUeXsT+03gbKLe
HPq1tn35arYN2qG0RLESjfPC/wGwqDl4gEQJWaFb/LRlpf5AOqxnwzgTe7w0W2TkRxRtV1ELqHUD
6c06eKLFlTunXP0IfoxqE9+WXHWg7R8RXxp/2Lkq70wHp9tdRDfH32JiY3nbBnc2nk61iB6pmjb2
xjKhJK/tiqXGucGp0zV+G9TYKqf0xAoNLtQMdO9PtE3j+I88zTFtzZvcuEfuKUUVzhX1TZ7kKC+7
jq72WYSz47UHGf9WtHVydENuZq7Mxv2SqgB7S7rfv7BzguYgCkkjEPKw5a78OcoOYD8kVED0un6E
UTK9DYgck3aDQmlWlKOjaAWImpSILBldWuaFWKChVPrVCc3hmzm3xYNvs2KUHXPqE7mBtD0uYwpF
3WkQr3Fm57Tvu+gpkUvhNcrU1KPDrtmCFq50MPRGijkkgfAKCGfhCLjBEL+KYu4/ySTqoTEYaD1A
hZqjgzdJ19mEYAy9XUnPulwRItA7QHfZhscneb7RQB/CLbgCSgg1gkQR5m7u8EZOOOGkXI3tLQsK
kyiWfrQkYxTpVh23E3qXpWnrRXbB/WZ71sJcnjMEa0jJcmByWFZ8JvMaSeSNyO6uKFjW1bpzpP2A
0s/4CsWxfo1JZN68DMk98sB5PKbQj59oibZHlL3r5xEZc4SIQokCj1QOX4xOJBPxH5DhQGUaebSt
kDAtryrhhmhv1F6PTVdX0hu6iYD642DlQC0wt//+1//5v//1Nv5n8LN4KNKJzvu/8i57KKK8bf77
39a//4USwPL/Xv/x3/92lS2EZdvUeIRLHdQTNn9/e32K8oD/WP5HKKKwqRt6z6XK2rsetfzSD/uH
y4Po94PYpAzCcxQ2K4r2kLTE+0HIrXvdoTF69Fy3fUzt2HlWKjeMLUZeEXSrCVidTh2xJ66D9nx5
cOfc4K5CRtl0mR9rmYHfvhDEBxUC8J7HuKmnTwv5Sz8S8vifkFn18+uyrgd4RpfHdM+NqS0a1sjC
u8o6mVWZ4cnrtCI9YngFr3mmQPcH/c7oWz/DGptCOezyQeJVc3nYM/MsBUPiEi08T3nLVPz2qT1Q
sNKuouToVONT5lP57XUCjoZojPb6SL54SOQCFALwmnrry4Of7KRlkRlc03HUsOikMt8PPpkTLcC8
SY6pWREkFtBPbgBJp93V5XHOzK0UlgNxwzX5UPdkHKcmFWQYPtLAkMYwQq5a3ggqH0PfvgzIMe7B
WwzfLo+6rNhv5+R/v85GdEc6rmUB9n3/dZpW8Ojnbnxkky8aoTAmJ3T+yxhgYNGW4d3l4c5OJseF
LWtpJdyTlYSGgJuOUSZHYD3o5MnYPoQqRKjq8jBnzoYUnnDAgmvHce2TYTB0bUbkJ9KjX4yQMTG/
qTE/p7nlcvEDbqpC099dHvLc8knB9gRPDybWObkLsKdXNjaoyTEaLDN6GnRCqGUw0rQNhtIqvusq
ED1ymySuN5eHPjepkq421xwRv3S892sYNMjGo2LN19JZpTuDRm6FLm3Q/4Md+ts47skn6j6ZtYxs
OBxA4mBfV8EzeLRqi1kZZIAwQgy3CKIf/+DjLNM0HfSQyQ7V+4+TpZ4p56r06HpF239OksrsHx1w
Rpt/Mg5NPzClmnBRvh8HepybjbByjyOpESrdjZiDpwKglPfBRjm7WtQSLVMrVM30yUAjyKe26vLs
CER4Mai3R5IYr3PtD+6tc2dAesqlUymk63onE8dNAm8B2NgRvW3xWbopcoRcAPTyJ7R0fzQtlaDL
U3j2CPw24vLlv13TaWr7FN8Y0YFU9ZXgIZRbJZSHTB+ZFvmerRoJqC4e7A/O+7mRTYCirgW+nMts
+ftvI6M+FWP42OTHuAN26/P437X1mD0KVIhRWSzoNlLOST743nN3Jw+vQ3fecXgkTl7DqLLmcmjy
/Ij/CUiCRMzlDwQDy6OLycLb5bk9t5q/j7X8/bcvBMIAr6SP82Om05qxDCfKt5BxymfZmNa3Kgfi
8MGkfjTkyaTS7i1GyMgsZ6TaF89oF9GtCufiEULxYw///OkffONSqoFkLR0ovO+/McTw0SzxpTsW
Q2rt6W3Z7Z2OcaFbz0T7SJ25sVPdXh7z7M7RLB78LGkr5+Q02nlcyVinKeKe4SstzAmCQKgeI53Y
+gs+qkN0jQ+u+1Egde4S4Pz//2HN958KZhxKbN2lR5rETbWufQxotyNN7Q+m9OwW/W2ck0ugRZgj
7N0mPfYIS0lKG5kPZqiiK7fHP96Kdpdn89xwy0HgBEqT4PjkRIQtehdzFGUg64S/S2AyXRMZBqhB
Z9GXy0OdWzhFyE2HmsfWOX0XlKBCDgeV8Ne0xreFHXCTK7ABq1QHexLIK1Lf7oPZPHcilJLoPfEP
eisns+lkFNftkAdwoF3jrlEqKq/hIbm3GGsFFPfyqv50+SvlsudP4zOltHABmZgeIMH3G2VCW7B1
DItnSbfhqwswoO77a6MvQE00ZrbUbqCWUqwZaesZumx39rC4YF7+GWfXFRtsE4FLz9XmybrOXlvb
mdLx0QjQrFihbdHdBi4NqDUZB/XQy6OdXVptcplL3kmhTqbZjnFOCaYwPvrghq9h7JYg32EAPzkZ
5bkyrfRh9IT1dnnUc0dSeexZ4jcL4YWT685C32yplC6RcCiA+099s8EgJhw3l8c5N5e0Bj2qGHCW
+Mb3K5pCwQYI0idHC+ee2270y243JnMlgQ5U/gfX2/nBXODemggK5u77wfpiwJvCm+Ij0qPWK5rN
xo0oAgddVdFtL3/XucNhKXiDvMLWcpu+H6pVEyAoQ7FqUmgM32nKrMewmh4w5wDrDoWv+mDFzu0T
hpI2EgSaFO3kbFRZITIXAu2xa2uUlcNiHH5MDQ8LnXbovrjt1WO9pzKCgPLlbz03rVw6AtQpp4KQ
//236saveIElwT7VdEw5o1Ju59xWw0YjxfDBYPLsaBQSYbF7tvfXOINSUT4BzToCPa3XJRXsL6Z0
EeBwK7U3oDttuAQgkHfONDxbXecg2Rg6+qGBxndLT89Gjgg/NNpOFGJfEqNyri9Ph1zW9vSWIs/i
9HieNG33ZCWwSS1S3EnTIwx3UNRIK1xlRj3/TKCQAzCTCYBaWz32HuaSSHXKFj8R8j5zF2Jdcfm3
nJ0svWSzmtRPnF6YUWyOTVIWZJiZaL7PJcomG7OXUl53BWjtDzb9uUuDY/X/RrNPQpZ2GIRE3Dw+
pgUOj2gNCjRKikE04Qcv65KHn86wSyYL/FaZ9l/eAdHYgCh1RRWCnk2xntF3ARxUOy4tGcTZKJPh
wQmCOrpHJahZ/+05NTlfVAcoM/Gwn3xlVw5h3QjTPdgm6k0otKadc2W1dv4CxChUH4x25lPRnqDv
7YLmZmZPRkt7BBCoYHkHobr6GYFIZMpkhfrGzgYNH23cvEH9JQ+G+pMBRJeW/eWvPXOtmC5PPBq6
NC/Jp98fbnOEYZdUlneQLfbxS+mWm42SduU9ThJ/F9+KqIDaOOLlHzwN5046CTwphQvKxSGZeT/0
gp6qYnoBB6d36EH1nSk54cHsPZQZINwdxdMgf4JZAyZPe4NxIIqETiAwmdsavofAtWr7YfwUoGaD
K0c5depuGsH5Hy9P0fkfqrn8SGC1ye37/ocCFLcgYZr+wUONCNv6GPf0tbD76QHBC4H0x0TDSPZE
EjAnx7m79sWCigijaKSpXPa2vw8qXgsMn73E3S+3+16mIv4H4ZOppW3zS7l4rdMnAnQQJqa27R7G
hXKNwoun4QSl5lsTo4LwgJ2IZTyj5TzF+4qOenyHyG/SfhmzhRd9ec7OXEz8FHbMUsuw/1IgqmER
Dn4p9GEwoFjiUN99irCOeEPopJv/wRZmBHYH1zEfdrKFE5QsA4ED9kH1SBfTpJrp7ZXVIG+NPg8q
FEGbIbTWZSe96PPlz1yu+pOLarkpbDaFsiRaBO93BiYLo0kw4h3AniOB0LX4RAyppOxg5UBVPje1
XfyCmp9+b0qZPo3ohccfPJjnDrAnafx6kGBQH1gu7d9yZazkbdjcvncAiUYvFW0XiMBlYX3t/Bn6
itnH+jt624n9wdNzJgIiQCZvtZVaDvDJp+N43UHFk/4BDssAJITnN1+k3tCsDuYk2iPyG+UffOu5
yxKFYEld2tY0IU5WerYSpFlK3z8kyCFHN2VP4ytOCtPDqQ/uKuzDrqbpA+EZpbSw/3Z5sc/taWzw
gB55UPcJxN7PNBpmuYTLZRzizDCnDUy4FPCrqSsVX/VWW08fPLd/Zlgnu0sJSnTKUQ6Xs16m47el
HXp2DybpPlXjRjYrSMfu9ewnhXwJ4lE89VUxPcfttMjsRxUIuNGMr7SRI1MIEA2WF51SsTW0Lz6o
a5+LgAh+qDYLqahjiZMLEYcRzKJKZRxsBDJegnru7xLmhsYnMovxpm/6DCm91kE4ME8hg868Pw9p
iM4SEkTLdF1emDNbkTxcuIqXlHxVnSyM71KxwkHSOKQ+3YPFCCW2fs4pveKcAlW9IYYfzQ+2/5mt
yJguMdfSLnFPy8MZf8E5MfAOXeWqmwK7dyxpMafWG8+pEtBk0GuaPfWWwAekGaX+y+VvPhOL8bmU
VCmCCwmo/v3ekCmOcwAn3IMxJBkuol4JN3jqgTVdHufc3NLAsMXS9bM4d6fjBGYFjcE7pFEGvCmf
pPjkhj1+Gg0Spkj2F33/eHnIMzea4k7R9DNd+rTmybYfZe8VIU4EByBPzS3SzEO4byMzAbWGUeAa
jBN93yIYuHUuD3z2W/9so7Cq1l9iMbsDauINg3doEIe+yUq/4hE1URp2qVh87WWATsA/GNEjsLAp
W0ly5Pez29NTnhCg8A+Qr7wbAyvDb9BdYbtQv0VDGLNSubs84plLjJeKkZZgk0fj5NquuwKArd96
h4TLdBcgFn2bmNGXpB67r5dHOrdDrWXLcGMTN6mTnUPTvGqJJilfhBg/8Oz7/jpAJMr6B6tm8Q65
ShEEMI3v5zC09BTPaKcfQphqV7FTzJBLcRlbxaYRb5IcZdl/sGoQWEEAC9qkf7mXEfikvZAZ+mBV
TbsXrVWFa5gHzpMyUHDd5YUhv//9ubSl53HBsWQ0hd9/Y4z4MarSkXfQbJGtTRdlAewg5fjBXJ5b
M3tpyFKudTyaKe/HcQGn9QYKpQdibFS7yAzq/hFViSH5oIt37qgRODhgMQis6WW8H0j1COin/ewd
UF4anlIPp7pdoeCKIKezyBxos83+uDyHZ3b+0vHRns0cSr7y/ZC4O6MN3Zn6QLF7XgvRWC+zmglQ
u+Sj93F5/04e7qW7TArLNGrztD2a5SOaG8hrHzyNBWTW1uIO16bARX+3zvfogA9XZZTVA64PUf1c
IrCzNpsy/Xn5g8/co1xiVHBJpNk8pzW+yfFNJ6hHUksL7XkMTFwkMBKlXX+jYdymj1MYVdXXsQKD
+8E+OrO8DO3xj038Syb/fq5bMlrsoUbOfouCvYod+XXAAHJtD3Z2L7FM/eDJOLO2hCFLV3gpyHM0
349XhGgWdb5nHBDhJ/afdfCY+KFE9sb0ug8y9jNnZAl5wdsIUiwCgPdjeUnlZ7lp+QdjzhFfxzFs
wmQ3Wuq2l9fvzCSSymlJwkmsy659PxBif/iVxdI4WLoBn4sIfdKt6sw2miuc+PLmq4wBaH+Q0ZyJ
awA/LNeMArNA7eX9oHCC/KBu54C2FJ5Wz2Ee6K00R+xN7AGR+w1OJ2Z4V4ZBhKX1WH20Z8+Flozv
gj2hNS3+cnQw6XTqavSDI7wY2e9MNpIHe6Bf3AtwZ3uUdmBeU52JgGvm+AclY5p/G4ca5WmI47hC
/P014KcQhHjEqOIUd+SAUTFz1wiOsFMgFkokZmkq5whUJKDrY3uWXy4P+Oc1dHJ3gFOh9U8gwgtt
naw6cLgS1SmXBdCLWDDlIfuYEfNWV9MgQxdxQlwogwewnQr78bKMrWOf9v2M0xqmTDukcKf4KsB+
BdECPcvoHhFUdGoHen8QVRwLkSeZWQFmADOBx3AYYWPfxbox5GfdLKwsgHIiAdOZDiBX/dJytyXA
kuATwmFt/ePy157r+DhE7rZDoOfShjjJJCajCHvk2oLjUBOih/gRPjmBY8VbC7sna+skCFsB6PeP
k9K7IAReuLMLsDp/P5oHp6NYX7giHtWT97s+QK6rGazOOOCo7rsJkNHKGz9ncsq/jH3uPmbSza7H
1HE/9Xg8bS9PwrnLiwwPXUb6CaDbTuagasDFRx5zgGJ98+JH6AzhRpc3q4Sa7wdjLYHC6e7iWSK6
dSk4/uXyQq9iRDt38g/oXZAlownh16hmILKEVvRwh9EirHwbNnODjvkghhXK9Vb8waE68zDZZEzc
Ly4IBu/0dVBm09VTu+S1iKphPotLV/Ds56F4IvNOh00Hh/5uau0x+/X3Z5p4g9NF3EHj5uRyC9wM
HpHb+gdflqhjNPB9caSFOidCe95fHutc9m5TjeN/SxX5L7CsHF9VibEX5QJHR5863NwezNJz9nqS
GBn6Rv7s4t+AA4eD8EtmqxcnxcG0qY2ZY4f+1gpxicL74E2Ry04+3QDc6+wBk66u5yyb8beaQlXZ
oLJhHR1SER3BLUeffYRrrqMy8z9hjoBcKeT48UEWWGzttG5NFNtsqGW4PwL7hnJaj+UHdctz24FF
cSig0PV1T6sJnUftpOu1fyjNDE1vB2S2uCpwnhcrnCBKuRLoNyIDxE1weYnOHbwlfv8TSgYeYvlh
v82FM8ougrHrHVA9b/wN9osO7pjQGlCN6DF0/aA9ee6yoxRKDo0Xru15p/BDFBOG0os7/zCbJa6m
lAjgLuCDBsR/WChMtY1Zal1ZGcSupEu/1laT76yw1c+Xv/tcYPH77zjJJsJwsANkFb2DSij8aoSc
VqJjJ+SxvFaTGj5Y37PDIdRKRLwIHsmTF03MBdzwNiRgCvrgGbXZsluVsWGuRxfJlxsCgai/v/yF
51aWodD6JW5ahMbfr2wBfaypR8c7RDhUXPUEbO0269w/ujjsi83lsc5FTJ7UAECoPaPxcXKiomRB
pY2sqp0P8xWkQ1hEPMjjH5kA2COx7TYenblFR1vjSWp9cM2cOTzc4guWhycUIuvJWgauV8kS3/ND
lGqYs24zdp9FiFUizOwEjltrQXjAAB439cuffWZVfx/4z83+2+EBkNqZyNUGx9mhOYRwuwFBRIRU
b7dRHyxWbFR4/A+ur7ODEh86JHGC7vLJU9kNQg8pXhZHs0iWeAWRotcJZx84xq6sbxYfyOnvXxIU
nC0qiwD6KfidTHAjwaLUqMMf2oWhN5qlW+3toX3tjaqKPthK56JfFhIAP01+1wKe+X7fDmPZAfIm
5M9MghwCtWJCm0KJ+SZs8ZxeUXqgqog8gCH2lOUQY4aFUwI/wAR8HTf/Q9p5LLcNbOv6iVCFHKZg
EhVtSbYoTVCSvY0MNHJ4+vvB59bZIsgiSj7lgQcaNLvRvXr1Wn9gJy6c3TMHCbEqOrAgUhVgRrPN
ncYjomkYShzGtAz3sZ2ilYGasLmlC9X9Q11l6rGRcKJ1Tn1/FiiaVu4xPArDQ4sww3ecBjGB89Lk
roUyiQVcvgTiOJMM/SU1yDpNSGDhs3QAomQEUbcID40Wa9DgkXNCsLysy+TW9Ie/OouD+SGno34N
GSQIbnq5wfr48jlSplFmNzL9OhD3VK6xD9Bme7puIXI1vRoe0EB0foWA1OVdGinNrhwwOeDVg16H
SzaF5ItBzeepzlt0/t0eKh4kGLhT9CA0w3y3pXxUV/Cph3Lh1J3bBJ9/4azCZndIEXHowNVIE/QE
OFH+3AGIPuiVrP3DhqNjOGUDIIZ4jxyfAC3W4ZQErMYg6/14HZeBre9SrUZWnrYLVhaXV/9cQFEh
WsiWPTXh560DnBQNYKUOw5Vw5reJilHZtkexHD1RUGbBrW42H5eHPP/BHROECyWSic9yPEUvCHwf
CJR/yFQHWJ8Lj9B8xC6Jo56gXp5ftTIiT/t6cKrbLHVMTJMcK7YCt0Hbdy+TjI0rrDxBwuFwJn7b
jd4pC+W5c1+cstyUqFAmBnl4/BMz5o9JL0SJAFmOCLUzHZ8P/CiupBLppoVvcHawCf0wwYonGNzx
YH6gWWllSuFBwcnVf6hGqa63I8a49W5E7O/P5eU/d9xIfG2Nhwdou3m2WbTGYOFDER3SIgsSBKIA
yz6iIzgu3cznUm1a3zzrKB0ogLZm4QxKhIHoTooGbCGhzhprKpbvZgefUMUiu1gBt0MTRAWxTXsj
6veeFokNYOoc606jQPBNa7eX5z6t5DzUkO8aBi4qmITM65JJLZpA6+ToYL9FYdleG5lU3CteEHpY
h+jVUjw/l/CSlfx3vFngqMg9NFRMwoOuR0q7x4mtSbeN1iMHIJvBTYHPpPcN5xMfEmeNcxQPTiQK
0qDIg/XlmZ/bYzD56BFowCz1OWZ+uktsRUa+Ts3SYnAxPI7WY9Zqvw1a9gsZw7lVBrDCPa4SWOz5
E2usO2eEQhzBGzNwh6h6K8VRtAFT6sptgZ8FED15IQ08k4RiuQUjB0gnKZY1e8r02LOpSp6Gh5RS
QnbneH1c7xTEMO9Q0PXjbVh0/rBrBHKoGOn0GeqI/7DANlGUqjcl73miIElm48mcrIOWS+3PTgxY
aScO91HapoevD0XVi2QGLAsnSz2OF6XZh0BIq+AQoNQWXZuVrG+w99C2aZY38tXlwc59TDIx4gRZ
yVTwPR4s1JrMyr3BP5CQOteQA8oPhBetcCMGBFDWNLnSb5dHPJfRUx2h9gqghFRw9ilFXSLwXpb+
IVXj0ljpOSrWG6lHyXUvJMNfFZLdJmv0KLpi4ZCcH5nOK7ku+CFtdlxlL5ZxT7VJ9my70aAaBtHw
aCBDCGa/l6y71EnRTHHIM7LN1+c8ISt4HE41MF07XmUFqCY1zzoAjqzU2xZ9MjckdFwFSHL8bEXX
16g8RPH4L8MqwJIpR4EcmrcOUd41mt6nuptjRvDkYarzVOH3d13IKLVt4xQ3JtdPJNz7Lk/33B0E
Goy+OgBi1Zl/Yg35ogn45h/qPoChRwSFma0hbLSE2Dz3RSmt/H0GU2C1p7D46ZFGVQlSlJyEh8mI
5rEfsYO1Q9H/UdO4RUSXZ/JalpCguzy9c2fG1mk4gRXmoM7B0egahGhGB8EhGsPxQLOkkb91TqGN
jx5wpXKto+i61Ek/F+B5EE7wN8iQFBqOZ4reDwK+RhseUPioXsuomhQfR1usLC21m4Vgd3ZZqdJT
2uN+BwJ8PFiupllYwg6EJRvAUk/xMPlObobZQt5rZbJNrBj5jTLMkZP6+tICpmeOBg8yCubHI2tj
VJMWE2YD1Hbe2ziwb5GHahEzV4O3YqBC/w/f0rHpQvFBKXDMmYImqj8cet0/+Akig6u8tfp2Tcdw
XFmt0qwThLoWDuW5LwnvmVewDqAO5vXxFD0pURFN0IIDngiAuVUsZ9C5rQxRb9CJicKFZu2Zm5OS
IyGHdj5F+DmEGt0wMSny8PzibVPdVrhTiVVl+QMiZ+lYDfdNE+MLYiWTuFGIAarYXv6kZ+aLhrCi
wDShy0Tn/Xi+GurM+Yhj1gHdMXUtVEFOWBv27wG85NPloc7s26ns/pckCfFznpmYDVYeWaWHZKSt
snacMnDQKFSsPwiuGTelnyQ7TwFI+/U9BEYSmpTmQGAAO3c8wyJB5mhAWfGAPnT9YXD6la2FJKb1
ipN7QWMvtLN4YRediUEW+KyJSsQrS5nHID1QsTwZEhATfpffIoilb9tI1Kjc6+q6VqRhISScCekW
AA3CAYdlQksdzxFeVJFgHGW/GC2at3vFiEGiWiLpForI57YriQE9bsvUCHjztUxHBM2byn4BhOLI
1wWOlP5VrJem+aREDjouhaQ3j7TltWKnU8X395e30LnX61SlILNlniATZxNFhyuTHHTpXgAddvso
lwKk7KRuP1iDtEINJ35WU7lADr/MURTupN+8rtF78c3aRLvOMFHYGq26wFBVa/9hn01dYwPhAoqh
c3qj1bYGEnRAUq0ixQ0lqIb1AC5uO/SmscJ25B8owNYEAZJJDuEczZeiTJVAw3DLe6lgc3/IQlNz
rKlMfAnWoRil0DUR5u5u+hGD6AXAw7ntNgHyTAqSAMfmVCcP/WTq36n04lmAkFaaVDQt0u9W9evy
5z4XnHS4P5OwiE2DdrbdcpRn0ZoAi4dGXr1Csym9oQ6Ok2qThz/+YSisSEgYSIqoxRyfoCytJRSC
GUqT4viqTeWP2Cu7H6Ii/F8e6dziEe31v5yHqbJ7PJKHM1GK3icjjWF/FYvSSlY6hZYlAMfZxYPK
REKC0QewreNxVMSbsJ0NvZc0DGqQaDlmraKVb0HMeQu32LmhyGLpZCGNSGI5+05FbLRjSkPzRQnN
0R3SKsXnPMS/1fWF0z1dXr9z1wg1DQIQ74SJb388LwSbKw1hXunFDHw8l0K5wwDdEu2IKQBG4HuH
jtJ47WhjvrBFplnM6hfklP8deH5VJpSgDFC3h7C0yndeUOIpseQP0ajOrRIFHorl5iQWH4rito7r
cuGmPtfSPRp/tsrIohoUakLpBcc3R9+nBf1ZhOKQx/RlZLdGxLURyuTH3UAFNMgirLVU8JhaKWUz
ojImC/VHLZuOv7Chz3wQgtBf9Q+eqieaGBKeMaKmuQYNzMmepCrth9XQOuJGNdrkzSyc8Kl00Ghc
Xd4HZ+5YW5WpcU2NW5OK/fE+iNEQHHw7Dg6JZWevaYPrjN1VqCabUqw/kl5EC1Hv7ICABiZs0KTK
MztQNari2A/Q/gkwtPmJWrX3ra/8JyVtYoUbJvEXJngaKGjETGkhOHd5gqccT5DExS7zFhbLQJvl
EWlELrKs77X3y+t48vl4KYGRA9bJS0815kJDWiSnmYS57KGiIf/kZIpdu21vicC1Bq1GFk6zQ6Qs
jSXRjKVxp+X+9DqkTBb1iq/mB4je3FaeZXxHazDf4U7fYYQUykiyD97+8mRPvuE0WVzRSAQJU/x/
PGjSszEDvEcOLV9zzQNRX8clerj4TqmPjmjyhbNxEhkZj2Ya/+ipsW9m4ynQEzF0RqfChMzewpIQ
mox5nSmkhxCsTbK9PL1za2oB3ZoqKBCe59PD1oJ6TRcXSJzb6NIEXb7Gjye7opRT7nKhmyu8dq2F
c3E66JSDgADGyBDO5PyRNvS5SHWjzw9TfNr3qnMTeyHywGZH5TEtIsmNgq5cQAqeLiyDEv9NQ4cr
b847z52XlwHyqvlBcTrZWgdUbh6TIZKHdVEvvlxOTiKqADCNJqkFgN4nfcg2tMtOHTJxSAYTl1qU
v9GvBYOHyOfl73d2Vp8Gmp2JGHcTxD4ScSjI+H42eS6+WwLkCUrgcr8w1ulRYFJkcLieED9PitLq
KCJaBB0SKkLY37sYyVSMouOVZ/kqUp1289W3A4sIHd2m1sUrBQWl46OnGCH2k1qUH9IyH2/5SBI2
qWGP2bWNR8rPpkj8jwBzSbdNDe/LMe5o7HnnvucmKkEsZoca3ve+ZmPuEYgfOhcbUuPGyivpexHW
m69/TBjzIL3A1/G4n00Ykzy7R7ghp8GbVcCqErtd9y0y12vajP3L5cHObVGIaYCPDfi0J5Viz054
/0Z1fkBAv/geg3NBtzzPMn99eZzpRx8lQdNXnKZDvRQO1rz4VIyt6ntNmR1QY7d/CptClzmC/FQb
H+uJpnWeR0302L1hX+VNqGHp+fIPOHmCzn7ALAtTJc2SxqrJDiPQC7TaMaDynfE/pex99LkFAKPJ
jYAei8iSL98dTB1QLA88EPwnOod6g0a6wLPwQDP8RlWFfq/iEo05AVaDba9mb5cneiasTkzDSeNh
gj/M8xvhELSJM0ge5XrtCrlP8bS0KV1S8oyfkfC0bzvsExZukDNRAVYdeGPGnsiz06/6dCvHyJpk
TmNnBxDz1k0o594Oal12DeURY8IYbZBiIc05E/MUXkPqBJwHRTe/InNEVHrEULMDCs4exjYw0Xdt
06oWtsxUSy4v6pljcjSYejy9QnRlNaWph0zU8aYPSrW4KpHDrRfu/TPHhCoA342PwZTmSoZNGpIQ
hHl6qDRRKLDLnWavNGX1awIzH4o4gpiMwD/8JbecPFkeI4wend3lyZ79lnDrST0mgMm84FY2hRJS
IuZbon4O6yIed37t2VckJONurIGuXx7v7Jc0eanD5ofFM6+0NYoE17nVsoOIMe2QaqKcW9GGuxpH
J8sWts3ZyXEgkTZEG4Rr+fhLqkaB+ann58SBsMEmKh8f6W/K+7IKlHs8Kv2F43hucugSg9AGLIDw
2TyTs3wcYUcml8dteds3ulS5oumCbC2FvaMtHMNzhx9sswoNgjr/yd1hCtUqkyrMD2xYTGwjvFJG
z5K/K3bTfKPrPW48rbL+fP37QYYCoG2BDz15WfumnMUYqnMSdcW+cwREcg15+7fMSpekQ859PWgN
bEo0Vam3zKK4kiMf3Q148dQ1IuS3qRaF0nXeN8pwR47ce29yI9FzW9gzZ1eVuxGsDVVSijDHewZ9
/s7JINAcIiHLz6B6bG1Xy338oRSq/Vx48V0uB8g3X17WMzeW8rfJN9EROYpTrPgUUq1aB76mVelB
9qrwh4NnqFs3qrDXdhcq+IZmhhO4wWCr+VWA13SwkOednTSBiJOCwtOJ2iIdodxTJNS7kgS1cs/D
0h4zSc92pbpUNk0wIkSdtChPX571uS88gc8niLMF0Gg6T59nLRt1gAcuwaArU9AlsN64I6FIFpMM
OtiFf5gm6QicN7p+E6f1eDwnEVqGdTcSeoqavOItUaxL2MnfRrlucZEF3beKVV8sQH3PfVtK7jI1
fvS6TipftiR7GqhBNMNUD6npAYEgshD/BXfJftt3jbRpNL3+FddB/HR5fc99Vh56SG3wCCLWTn//
tL4YuJgJPePkULS1dYecODBUnAJSVwgxrNUyFWvHEEsiaWfuNaLLhBtjVEqzs1UuWxkpkdBnvuRa
V1Tou8cOL911NkCoXIeVMHFTwssY/y3HMx6DsrU+Ls/7zA0OMlUj+yTs826Z/v5p3mPcKrJX8Asy
dbSj67BNgweohXa/EIHPxHvGIfEin+bZ9xdf9WkcNQr0srAQNyp8y8a2LBmaZl+OZZzjrYZ7wNXl
aZ3ZSCDQwF3gQTmJG8xC09iNJs9XE4EtAh8mOZbUu43kVC+i5E2GBxo+aX2YfcRFNy5APs7O9NPQ
sxWl/KPSojCjA3obbOIc9pZ6a3q6N8I0yxNEBRcC4pnQwFxBetD6nJgw01p8WlqrzNU4thBY0nw8
fVyzwQd+i7VG87NwOud3jOj7wqY5c1gYkc4RHV0bQPUsBHe22dd6hSF6WZTBg6wFFqCdPk+wsevK
PxjLO1humZjQXP6o507Lp2Hnz86mxYlP0aX44Pjley5y6ybT6xjDl7wt3oVX3oB0ecABrLnO5DAv
NpdHP7vM0xklm1d1sALHy1xlg+qpNVtqbIV/AAd2U6T+8F7L+rDTa6tbSHnPbiP4TSDAzAnQPFtj
tLtjKeri5GA29UdV5hg4ab5ykFrFWNKcPntY6P8RgxQ0uqx5LtY0XubIAWLwiXztFSK91kqvb9xK
8ptdWIc17r2BN9kIfx2bOtW5Pw2tHi8qpn1xiBBzclDKCNMOq3CsjSPpxktNGriwoud2La1roi3p
AxFv+sCfzgnYYIpusR4dcPVqsS4Z1bq9VoukxXxPspx1LKlYjbUFxkwL0ejct6T0rFPrQiYdEfrj
kbPGd+pEAoFL72+46Q1YYTaA8F96UzULecLZoXj4aZO0G6Sw2bf0kAdvlECKDsBBy71djNW+zSE9
JsiKP14+EGeHMkirYRhPcJLp75/WU8oHIx5w0TxgXxvtbGz83D5u9PvQ4iL5h6GoSsKe1ijim7MF
tEY2LsrlBJyxaFu3jQd9awY69k1BYuX9Qpw5dx6QfPnf0WYBtR7iHh1INBJVrOSwVRPUMO4Ur9NX
YYJZQIE1keciXmzthFFlCynQKc6WI2FNIrQ8NVGtM2ejj5iOy37L6GlD7wTLckgyGI+pHXIKsKMs
8K69ekvtz3hKsdrGNQPE9XWCJfcSnv7cBwbHMkEzqVzQzjj+wGrRDNgnRukh7apu2waxdYMScbkx
Dfyb3a9/YfJNBSAdB4Q69PFYWD/DxVGkhCsF74cwbSJlJcIKgGtR0xO/PNi5NQY7A6IN6DjPl/lr
NzEqIQ1ZHh1o6NYDpBwl7jaDPDabNimxzAWO0HSrCqfW4VrBDu3ewQFNrMGGFd8v/5QzQQkqHWeI
EiB2HPM19p0o6CtYUIcwT6zbLOw0Z2VJnWt4v7w0nr55qi7t7zM32ZTTTzQgmKw8GI/XWhkwm4j1
NDr0Og2w9TjqiriWYAe1a8XukcPjWTcs4VHPDgpZlWcqJ/UkWtRqLqvy2IcHu8mia2/scyyhna6/
gmMp3/utLH1ZBRyWIihfBZomPCw+9PE0kVWQ8dv0kP4dJMuFvGvv8cxMvsGXtFdm5HdLA57JpWlk
Up8mR0C+Qp9FKa2rc9lqGTBSInPV1Gqfb2Jw2/Lm63uGN74KwQIU6AlNsFJ8s/cVm6Vspfi7GuFW
tE9zvfNvOnqc/q4QNsVFD52H/qsjMxj1IVphE4gajtPxkobhxJtU4FtkncPLugU7FaDepImEVnns
owmC63a5MpzM+v3FOU/7hnuNVgcJCvf38choD8mIDjvNwVfoj68svKsaWtNmAJk5NHttpWRjvR1a
ZSlWTIHnqELPwNRTHWiZMA7Is48HjjLbDvM+7ZDGr8u7PG+v/QZFYlzb0+6rNTGyShYQDAvaf3SQ
ZvsH5yVcoZ3AOsR6Nbzg6tg/hhg9rZx2sL4abqehppcudEBYOvOwU5Sd0bdKZB0aep/dJpdAYm20
wOhv0gy3tsvf7uToT9Oa6piTwBm81llsFxEwoTHSk1cbVuvGr/zxj96Zw0tQyfkP9tliQnsSVKfJ
QXIj3Ewo/3kNfBRaUpV1nL12gZFu9LIqA9ysnPQmccT41mldv0f10/mHaXKVMFGw/pOu4fFO8bza
zHqnTF8LpzTXWSZLsovMXeIiFJBeYVhbK/80Ig2NCbvDF50le4KTGNENT15TMXZuD+HyLrUa/y7A
inArcrtbGO8kMWJdOQvGpDZBLjvvEg+aKTqpt9PXHoLIZmhCaVPLRv+DbkSzxWA1KNw07iNeDo73
RTMj3n1g0FFeALhBXD9Z3TSLAlyOh+hJKCVmleOqXrIxmhN2yXHYNNRQAUMCTDqpEiOlITVmpSnv
Sl8M27wU9Su1vjd1GGXYolrwKvpK2sZ2XP+g8FDdRk31HaBW/Xz5uKjTRvkUcvgdCLnDHeUxDy+G
yvHxRsryGqiIPBZvhpqYuMRpUtK3N9ghN6iuN04OvCMHxh1u0KSQQSLFka9VroWjfPcwJvqoX/mN
nTe/6hrFh3WKcuxPC1u7Dys2HSx7QaP0CPGHOUiGSYCpvS87s/oPWmHGCzbDcoUBetrea8Jswl8L
U5vec8dTAxlDfgeziZhAmDueWm3WnQg9JXzrOzKNe6AO9Rv2szg6k/cCwR8s/Opj9KKNq1ArdG1T
mL2caJsszJLxZpCFonyzQilI3DGwumA9ZJE/QLsLR7GThjz27hWymXwf+VQ99lqPzs1epGqqfI9j
/miZrWYsQCdm0Y27ni8Ez3ki/U6ClbNjPwJp9CyrGN6R4cof1cYJG9dRMFmoVcffmlm7QKqFSThf
RMRlaGRCxWPDnkINRNhlUgI1681IQmHspGrgJeaCZi/M6zHtLX9TtLrjryxwMcpd2UBtctAZGjaG
lysZjteWnm7LyLff5CCQlLXnDGnkkvO19qoITRFgKh+U2WOKS2XsdvnoP+B8CR3dsGsNp/fa6bJd
YBdK9lLpnufflCgLjcXD2NeiqO8wb013ukaT5XGM0JS8ivMG50YMCiSBD69e9u2Odkx5LUdZWmHM
2yvht1Hxu7vMLFXbtaQm+jCrACPCXC/HZz2DYbWupJYzmVhJsY2GoW+vMM+MvV0etWq1ws8+x0gu
KaJo2winb657eyyp+XXa4Jn3eZsmv2LqYq1rqV5ZbCwNd7/3QR+Qlq/ixIpWSRobvtsjxalHWzPp
vPCJElDy6gws2U1Gj95aFUaaRHeiQDq8oVqg0xp3a6MwpBut8Kw3i/Qo2GiFkzwU5djU8N0xC98Z
yJj5m8oZEn3fY9Aq1rUKonMztmUnNvjCJrVbJ73ziLqqiiVkZ1TODqhe7LmDAW941fuVht2v0IZ6
C/WnCfelRKEGDvcoPUJx6L2rHMp56oK/6oNnp+iEvckUM7DXVQO+9zaTZZGg/m2mTrtB0UIOV46l
99ZNq+eKRfcAhbdVUXgRLKKht39qFCvNG2tQneIZlrXe3Bu5kenAD8b4Wm0gdT+JgDN7W2Zlfy8b
ZdO4iRGEDlK1Y+nvi1btHS7AsjA2upYr6U5qHCu6k2M1Nu9FWJtAdBHZH6+q0I4ct7YD8PXpmMGW
1nvpJmzoyK1aOeqyNx91smbVc81/2GZlDavCzMU3wue0apHu91hwq8Fwo0H0T+6tvBt/+2MdINtd
55bAAhj5EGjuiVx6luqKNuzsFXeWOex8bGTS+7GTJSVxtZjgKtZSCp/7Ticx8Z4x11GafVH4jnKn
y6WU7T3co/t8pTVFlj5jOy/52x7tw+Bdac0ie6hkK6nzdVUnnrrpPFWgw2SloRz99KSgCVS3Uyor
V1dpF6bGk8zTy7xJczBWe6vIEYtJWl4PK45eUz/LtqRm/lYdNU3gJh9KFqqbqal7111n9oJTE/px
CdW2TeyodjEWQU+y9NQ4WKvm4FFax+/oIIbAl38Efik/jnQHfbckLkT7kNCsbHEZUP/j4R52oyvQ
ttdQd/ECVdtS1p7HQBq6d0UTGnCQVm6iHx3K5/e6pAXFrYFlPR57WA/SBbd9zE8Lr3P6lW+odblu
HRN0TqfmqfyIvXD0nwa+jHEvy7yLBkp7pttLUTqusFI1diMqz4orl5b5YY6Z9lKgg6CwvQP8rc1h
xCDYE1qXQFO0qsrNUUXxV2rhYxhaWFVeoTZlw/PXU9EDcxpDZVWh9PDLxr46XVWxlH6rKF7bbmDm
dn+V0W0Z3LbyPXxzrSxPrwucoqqtHNTBftQSTVmXNX7jrjPUQ40anRQ18oakKk/XftfZD600SoVb
6WamrHXPyIOdpkeqjiOxgVnwthzlIt630I0qwAjYORqviESkv7xW51wnTVIFazRpW/0B2l7dXCcl
crS3iONHbbqN5FE3r8PSC16MJBqqdTJqRoBvgIqzt1X4xjOc4KhbS+NgYdyK9mKb+25h845eqchm
P/h67NWHxAG6tKJPpEZ4BcrT7HLRSmua+6rYkgUgASUaQtT3vFXbK7nLVB5tJSyXVdoH6XhTdYnX
PEDIhb2ewCE9lHSP/nC96f4PPxuGba+g6PSrtkxfXRnVCMAM04Gk2hlizL7JTuwYq9wsI2Oj9Xoj
tgMXWLsSZqH3W4k2MtjyGE9Md4jB2F8l9GWCdebp1guOqeFw09UTH9ZODL3ZN7UzfAOJEOZuN9Z1
dlvGgL42wgx7c58pHfsZTRXVdBULIuKjHmah2AGjas2NJ2eg5SthScpt22q8WdcVOknKx5CijXQv
A+RGfM/oo0S99adKKnAAn/V0uDOalcdrRrw0USfycEd1DAPldSKCMV0tZEP6yUU+qY9zm6NaMSmn
zrKhqvRtg65C9O4HtfQYQf+p7zjweb5WtCS114ZP+W2XGa3hPKQpZNZNIddFuyn9kZs01iLw4FCU
ir0HlPpZB8PZUpyrnfaP1wU24rwwgJvwZycFsryFtpDK+9Apq99FZpoJm91O85uRgnV7xQWdaQsI
xdPEyKI4QY2NBy0J37zI1ka9WSHKYryPpDjlFIIV/1usBuVNJ7Vl6FJfzMuFAsXstU4yRkULKToK
aihCwH0+zi/LJrMHlTLd+xRqGhdUexdeNxLvXTd3/GZJPnTWkaJ3O3lb0aqmbAnLe45FAP/gNc4Q
j++Rb1TtVe7XyXOBTHjz4GkeUdomEcA+nE3ab/O61oSbZo29pDpzMmnQCNRdpic28uUnXWSMMxS8
v03l3dMSHKK5tg9K7cQZ9KUlSc+Tb8pQFNRI39m46smEkWyOAr8W6jv3Wnaohtq/sYKwfKvFOLQ7
oVjxF+1jWGIIsqis4Z1LJebEKilG5CvmaRJ8OIkeGK5kie5eQfz3tpYQxvIFlhBWLrDj6GtFLBzQ
04WdNMtBKJFn2zRWZxXEzOho7pVS9FHXWMCvYizLX1OKimuzT5KFV99fWcrPTyPOGco+eJKocBSo
y8wG8zskP8cglN/7CE+0LVp5WfOtlypsxA0eMt3GKJURvhGBwFhnamK/Ac9o1RX1JChPg5SEfeJG
cD+Tp6BA+c3cUcQdy3tVZI1yhQG16TyOOG4LPMQnn+XMFZoWiP+Eg/AM0vMWekLv5ig/hD8EN5m/
8RBmSO8dO0nTlQp2Md6ojaq8oq/YKa6pFwXgSUEbjUeOiKrrPA3G4FkvhVF+8zM1bzJI6X2Tr0Ff
y/5KwmFbsnEE77xon+rgWd089FSsjxE0ljaWGhtRu6rNVrG2KPLiCr7q9cpCyIStRoV8k7ZGOxl+
53VGF82LRFs96iNX2Ivj+Wn2YQWlUX2xdoWsykSvpBoAIh8gwbx2hRJwFHZlN7zSMPA34ZjhXRSE
9r01ah+YPUoLja55QDGp6WLEQUGMAw11brYJ6jLolS6o5Vcp562wNYfY3w5SrH6TEyPxd7I9tmvV
TrTIjQOt8N3KzGN9IYbOzzi/ATguXES6PvTb5qXWzpclP3Ey9dU3fW1l2XH8jON94FLB10k5IPMt
FCNPCi9/R6S3x2BQsvQTlKxQGqOIKvXV0skqwhqOfxKU4bbLPc+VOnPcIQ6nrLKw/imFUnSjNLq/
sotkSU//zMzRlYG2Ay7ZpqM4K8CmRpByVyTaq1eH4V6GerXR23L4DvJKvmnqpru6nADMVYXoS3A4
gQcDwkZd+6T7Uw5W0xmdqb8OkVP9turEvHd495g38Gks2Q2byHbWdR2PyQ5rLoknbimVm0Ztxbj2
OgBqW8AW3kJBY1Y9/Z8f9VdChwoUeIDZHerjwNNAwtNfwQEFKxXhm42dF43sjm3WvaU5kgXbsdQ8
+WVhNaa+01EEnPgMNFAop9CfOmmTV/EAwM2xjNcgsL2fgEzKdI1sprgqglpzNkEeDOM69qLgNXby
8oX2abSBEiwrX0xcpq9CzwjuHgrkFFpmC4B0aB4ZXW+8NlVrf4tK1Vp5TmDWJIGFRdJp53Gzuzz3
2blHUAqmM1RwavEg4UmbjvMW1AgNoSaR+sJYwa1SuxKeNL/85/qH+nh5pNmddjLSbHIyoI4o6Rkp
sD7S7nuVvTbl0+UhZhvoZIipCPgJGKBaUZTnXaC+eHfZOlrLT1DoF0BWs5N6MsSs6FYHEOYNyVdf
jHgSW1n50jWShvZS82dpJlMC/2kmptVDZ0PB7kV78q+sR/lp2DsL5bylIabv9WmIuOlqbVT+DsHV
IrlYvYcPS4P8jVyfjtbJek3r+WmUEDilJvCOfynei/titw1R43abH5jOmr9DyQ0Pzt5fS3tevYZY
iO6zpsHJ0NMCfBq66NXAkks2nPIQX/PyMzbGXXANBvBfNh3hY+q+AFqY7whNojyVMMPmWtz61+q+
2Mfb/9sQs92QCT/h5RyqL92mv9LX1OdcbX95iLkiw/9frf9OY7YdrFgJhESr48V7E7fqLn8zv3WR
21+35bb+GfzQR7c+BAuYofNb8L9jzjaHZIpaS9Np6Tb+5n/mJdaX57U0xGwTVL4jS3XK0uV/xhvp
p3ad7fKly3SKXKd7/L/TmDbip41WBrqwSrRC2GiZ47a36eCCDS8/RImr6ir+LX/83+Y0z9XivC+D
kPGGYQV9vlhLYuU8mz8uj3L+ZvjfWc39CtWgUTvuIzZE7D6n18qb8+avUQFeWL2FDzR/OOdDFDpB
zDD5n/gq/zUcpP2wuzyTszEbQjvZLQn/SbUDWN6YVnmsvljldS492fqT0Y2u1r3+34aZ3T6YBHuI
tzCMCDaOsYviayFW4aIg5Hy3oQFBk4/XKULRpIvG/OtbZdOXiTy+OpUdZK4S9s13z1Z5BdOWCPRt
nuW8hcmewysJhE+2jqkO/AnjUue2Aj7x/rVZT8BCRIAmj2/CH4DR480/dH2pRbWnvNpxAmZc7rOH
UhLS2sDxy22ssV+4tqZY9/mwMQR5Kw8UGDUUr+YPFV5n/JzYCd58vMR114vCBP6pZw0LucT0u4/H
mcxZJoy8hqgSahjH88JkmlaernqvbYU5H5rYjtzI100ujbayskRefRHmCx6Clw8gHt7idENPcLeJ
H1ihXybiTStSAzdiNZNXtgQE1jJGeINRLZZqVvOjRwWUK2sS4KC6oZ1YMtfI7shjqIXvlSqFN2MQ
hw8mRIg7miD2A3JS+W2Sec5Cjnvy/QAVUzKCe6lTVjnJtVMtkXuJZg01I9XeFD1WqIAJ1IVL+eTr
0UkHOEMxDrQZhcDZrpSETZM2VbL3UsLUbkXbLn9yJh7mbpS6dOF6Pp0SjPKJUEZFdeJEzwazBbAF
0HLpuzCz5rbEzvR7VhhLCzdPZ6bFAn0AOBR2PjOa3WSyN3aVRBHyh6LQcxaSady1VqhcWYNer9vQ
HKKV7se47kapeL58xuewRap72JPzMuGlyPvrZG8achIXUuDbP4r/R915NceNpWn6r3TUPWrgzcZ0
RwyAtPSUmCR1gxAp6sB7/+v3gbp6WszUMFcbsRd7VaUgmSdxcMxnXhNy87hFMtr1V2uUO/0qL8KO
SrhdL44jFVYx+WeKoYgSuyYCxdJbkvJrZyb8h9j/u80JPB09HAoFZIpULo5yCQKVgEauLg6tRK8k
9oKksfKN0bW9uMtmYVkXdZvrig9Fv248QePEcWWdlfepRvyufDMKOSkMj0JerYyuGeb0CVwnbcxm
n6mIxPm5pbR95k2Clvd20ptYP4eFPF403EdIrf6g6YEvoZj7/nwRVVa3YaPXhxqg8xr0krVuaaCe
iYGPt/iPUZYqP5cFZT77KMJS47qiJVXUB4cC/qbEueWqLiR9HTiDAUhoGvJVUibtmbPz9NkWYQ4A
LShTY7+kHi1VkRhaabEFDuiedpo/jUb8aOiTlp15uuOLfYHMAM/hQlyMaE54gFXqACUZEv1h6k3p
mqISjZyevsZjbWfYPtGMKiBSfbwXjmeUMRUks0B90144BbDVHAChbWb2A7Wj2AMNFrjAwaw9fX1t
F8xmdaVjMr/7eNBlMbxf7wtwlY8xFq0M2hrvF0ugDn06l03wEDahIfwameUU+lKjGVv6/ba1SQdU
OHdR1sv5GgfXPPDVoZjMM6fqr76GsdQjEaMCw3tckxySsRZG2EkPJqYzN5KVf6Vg1/jaJO40RA2R
yjQ7f0rj0ddzmK4fz8HJkc40UhDnLcM2ok59tKjkuNSNSFaLw5ygGUc3Nh7HtVEFSJ/mnSnOHeon
wznIsaH5wMGO+Q7Ux/dTbovaAt1kJYcUA2RQvE2OyLoUl+gUJMz5mRP25HBnNPDgi1olrJQT4dFe
bwNJt4T0oFdWPt8PUutoGJY1prYL28pB4qYeqmJVyHRhV0VVGsHdx7N7esQjNb2w5HCuwtiQNfb+
ecdcNoJaT+uDFtbSdZ05zqXex851MXWGx7PrF1qSqXdKoIfXuhJ+V5U223z8HU62FmIiiyggKpbL
PXpc/nKMLNElUZFucl/HbhZpyapUh+TbMBj5Xq/Ec4Suy+rjQY9nHsQbDH/w2sRetHqOS6+0hKuk
t4fxYBaWfRmkUd69NKXqpF6kxbXsgh4fsw137LApJroBZ1b16fAckdAnYHLQ3ALF/X7aIzuAAD/3
xkE1ZueyEV1xN2SD3t/RMJ6/D6rVmj5V3Ka9nprAOUfAOnnrlBlZdj+em419su4ozahaOkXTQdMK
TfbCWLX3eWJ3yV7rwf65RZtO1znwoE9x1Zj7vJ+il65vy3Plh+OTfPkeRKI/qKAQ5Y+jbclQBmfq
KvmAFypGFaNs4Ik6DunU7gRY2sTNkQn6zVIedyMUBAXEkbZgHo/Dtm7MANeAkDjgmmb7rd47N3Pl
vNpZIvk9dOAzh+evLkVjWWQcKMQuxyjdrBvQdIscjQOll6L9jESt5WVqXf+m+JClLQxxOMwKwSCB
9nGG1ADd0tK0Uw4iGbF/U4JiNdCcdkOkuX938yxDEYWRhgGu1I/jMKeLcx30p3KgiV9cajOadd2g
B25i8BLlRI79FkGHl7R3zkEYThcMiODlJkD6iAVzvG8UmLVp06nyAVS3tVZa8oFdkgDT9fC0MD9r
HfjOjw+K49OJaWV9AtSFLAQQ2TnaqZwIgkKfLA4pPeM1XaJuXahg9maKDpCyasNX8+ac09rJYyKq
wFBcDjwlM7zcUj+VlkQu99mUd/MhLtR04zRNs5OAfm1FJpursuiePn7GkzUKbQVHh8UzGwWXEwCw
7PQz0PZ8PuRJGF2PvaatqGzl/v/FKHDN4MewPk96jYGgWd/BZTg4ytj6E+qzYCHD8UzMxFdncn6O
miBNEKYRZFOfWG5W7f3kGX0+d+hmRQ+BVEvtRVBPUKlMraiSl9GsokZ2w0RGmNTVYPg6sYt4BToH
c90b2dKqhoP2bQriZtqaA3r2nop5Evw7dC7KxsM5XXVeKNNbU+I6I85cT+g2IeTvSaE51I6rI7Ar
cYmNpjl72jwE2U2jFV0coP3XtOamLsOOol28yCR5w1RzyPkBlLNp9EbLKrMLUQZgY7Ch1SjDbRrU
YUFMxUjMm9TObbCMOyBnVdi4QWEgSeUhFdDPgARTHcTctoOeCHpoKtRKMd0Q4E1iUY3sIsPtB63O
Lp0Y6Nx1Sg+6Hvwki8cqWRlVYycXWBuGxVMUq0XxKa9AWcQ7kOd6nKOuJwfAPSeciUXolooKvtAN
uzqrJBchpRTUHK4+PQmV1JpYcAxGVe0onyjx4xyrsO3dMChJj915KEOzIyWjKLLNZGOab3D7bWuM
znI7+S5rgwOmQhdVL90ExtRRHYRLEa9rELvRaxCZeb6KgLEp2xhihcUnjbzD/WC0c7Amwzfj78XY
JvK6CtNh8Ixq7s2DNjt15WpGombrMSpm+dYW+OJdqiI1IuB1Wtklwk21EJs3AFHwnFxLx0HvulWC
FI7j2ME63aZJZElbIQC/3Ot1KrJn7NVhWjmjkxq3SQ147FmWqeaMnhJnSoVJtBXrWs0iyQuxU3Cg
eqOdhyxjUaljtApSbTDWhgB6tnGcXJL9SW3G5hOEhybfTETb4aakSDrtQrNEm6EctSD2+zwUjW/Z
ktC9IRgQiO6Ehi0c+DFn8OpKAw+qB31Z7+HAmPanxJY6+2kKJqeevbjnfFuNUloIL6q70NhElZyF
4ChNu18TqcyJZ9gN9L90tuvenfjsyO8VeRSJ50QAcSJXD4vBmlzVHOwEE8IObO+qr8wK1gAUjHa6
lUJJmvcBqqLtzdB3avQMXlo3NkNgW+3D3KcaPHaRjoObpQjyfBUx4P8VEJ8uywm6mgVZToWvkT+H
ehWbLmWs0LRXuoXgE2FJoWtrDPOs7EoCW2pQ+zB7GREC0eDFk7t6OhH2uLga4UqjIbBRf+Yr2MNu
ROEkRbykd+QVgOIxuy9aaS7fKuoJCci/QjduJ1upDNmLwMgpAEoHC2gTyw80YDXrU+GViWVMuSen
St3QQC/RM0YGPdciIOozmKDrUg8t2J1pFPTBl4qvBGJQAvMdGH6KcLrzMlR5MH7V+3FExUUgnzBh
O8JBcBUnQSZ2jYJUoekVJQYIC7xVzpXPdhaCbdRtK1YHN8pFPBtubRkdN6uSC0nZ9r2o82+5bmC6
uU3UmPnw1YqM7NusdHa0ykNLOC8fn+RHSRLFINBYdKoptEEyh97+/oStDLusDatt7oskrz2ECCVX
1ih/61UmbX9vKO56BVc3ZPFIhCm2LjflTzfhrMViZGEV90MXazuwDem2dWTWIyY1ZyK1k0vXRPLr
B59qca8Gpv1+KF5RDKI+lT4raZPbriZnuuZhpjJemWnEMSrnZXQGfnM0kRZkUaSxF5gP9AoSsaOJ
nGptGqpayp5x763Q7qDamKw7KdLGV3goxjmFqOOsAyIMaB+APkDpFq7qUSyDRSclRgTLnlH0dByv
C8o6fEtGLbcvkrrnJFWT2OpzlvPcNptQNUbl+bdeJzE3NohgzYhtoHaegM4MSy4xK4vTxxKU/KMT
auE3uO/NnapXsCd+eyzq3At8EGw4kmZHk6s18Eam1oofuzS2tkWJoZZPSb/t3TCrsND6eLSTuYWj
Tb+ApIz0AmTNUZ1C1ScJoHyXPCpDATjdgVl5TwrT3oK+zzbwP9RnvmqCSYOVFo8fj30MaFqmFUYQ
TDWw7QRWxwTESDeoHBD7Pk7hEHwuzZjqxboRY1lCV5VyvVulAikBD8qS+lrUkxgzaDklrqaeOuuj
ctdbgTSeKfkrJ6ubAiek76WICZzxxFeqQUUPkHMtH6LFZSTahEYuw/zIbeKtW07icUzX7URpYT2V
ILs7oP+BPBwEgmWFVzV92hReE+BAw3RWuS228IRzU/gg3jk5tXKQ09/dj9S7mT3AaMDQyB2OXiLu
RNOiM6o+jY1SmBus/BJ1O5QO8R1xX3gujzrJwykoLqmaDr0RxT26eu+PnKhiJUaTIT9l8axr13Qu
1NEPbK0p19FYZXg9D4LjYaOqUhsrrsURJG5FaQzamgMYss/H6+hkDWNkgvIwta/F6ewEiTdWsipa
/KmemiawVkqajHBlin5jxErjq/D118FsVN4oJfmZ9t7x2bv0v8BPk0supbeTjHK2KikqueueQIgR
RbcxzOzNUnNEICWTtOce2GR2Bnf2izHJEGhj8rZR6TzesVk7NHNGVP9kzVayo9sQ7czGke4Brsc7
s1PTM4WHZfH8nJfwjKg604ym0GdSdDrCXKElVOMXNzaApYsAeKnZZwdE7ILab6tCrd1mNmrIl1mg
n5H4ONmH+pLdEW//0Cfg2H2/ygba4Mt5Pz4ZEWC/fRU7Un4VRvkc+1Yew7b7eBX9YlUvIggaUGpe
KfIpxw9KgzEb+qF+GuI4yh6MQgzw6So7Ly7kSejxnuIHSq/FaBBBZVnbjn4IiSDy7CJKzhXuT98y
sQP+QxQXudUB67x/+CzJ7DDph/CJzFfxJ8MMdo12XVuaJ4pg/L1ohYVLUIROAjsIyYKTst4YqCAJ
m8l5QhO5eijKQbmNS7NLCRpncX9mmo/L8gy2NKlZVNaiy3BcPAvMvHXMrpaesjYXpIyWAWsp8uLQ
gIzrK8VsRPuCtCXD+rWTJRh3nZMeyop26GWpSUK0NNBUu2hd26iH4EGOqxGqb1eRc+5Ksi35EsOi
MN1nYAWnpw5gtvEQjvY5R4iT5UkJknIV8EfigcWX5v0bagUsPiuXlUcaOVa4Z21Uzzb5bnihwN+T
zlQhTkcDbQnrmpIztzTi/O9H07JabswwMx8R9jIeIREG0LUkY1XB5DmzEU5eEM3KhbkOjYBSIyJ/
74eajAkeX2Aaj3mdf+9kvfZSVcVZ0epHbxaN7sa0lndcvfFKzPo57fqThb+0SmELAfglsmQHvB89
GpsI+8HefqymSspWc+fkyXpk8+duXEl5cCk6Kz/zxCdjwk2h3YjAFpcoBcKjMTtNwnxKlaVX2+hw
3etnzYs7IfZMQ7Oqkjw+gyQ7Ho+Vw84mDSGGZiscb+4kgkqMgLz60qvmrW33Yo9vefd5KLJHgrRz
TOiT0ZZSJ89GoMUCIkV4P6NlM7QJ/pnjq9XK4BfmWoZ/aBVOtFGtMipXEwoI5wqex8UsNDiRMVxi
ZfSVwSkfjZn2bT10ySy/Ok6Q35KR5RddjPfBx2fJL55suR+W8h8TeZL6QHOLct0u5FepC/oD/C9U
8p0m9YtJj1NXlaq3j8c73oSU+knrFmFl1HGpqx5twg6eNrFpkLxCIZfdygnTVY9xo9vH1fybkQVD
4Z6LmAr1WK7e44oxdTaKrHXavuajWW9khCs2Kgzbkkjyahrz/kzScfK+VLTzgJRzmfDJ/OP9Gkkm
QwROrE4vymzVO0mn4IN1WLn6zfkj0F8yb5Y/+RQ7/P0oaCbpCdfP+NpYXQE1Ppt3kaSKyxBm6uHj
oU6WBu+IOiod7aW7cLKlgxJ+rzYb3evUOiliSs3eFpgDQbVpw20tzDO32nGQhCogb4tmO/SEJW84
OkHw/gHi4UTjq8A54QkLXJwvlFEe4BJ31pivOopyaAeQdJzzwTlZk/QVloLGwjNbvN+O5lQfSnma
7Tx7dQouOZcgLnBnMmFv7CHinlkmp7PKUbJIOLBYfiF323XwG9LOmF7tKFW3VjSFaO4XufTNyfsK
JwwrO5PZ/FjnP0efi26TRdUdCiEpB5of75cM1bswVYJAekEC0R7RO0jzeYdGIOoYnp3WQd541jwl
pbqa6yYddiVGuaWXV1ER7iakunvZ7SNWI6rZdpv5bR/FeevCW8jj9oJwfemGyJEsdW6ea0GmuB2+
zRawpDRyKA/19eJEr1dh2X/+vQW6YEFYNNQ16F8vWIH3DyY3SpZNZi6+T4Ey3aPgkG5TZ6pWo2om
z4aCS8TH4x2vE/i3CFKplFGW0tSJ4Y7clVKgVrX2JSigjNHQHl20BZINgnjWuQz6+DThbOT4Wo7I
haoHBef9sxURm0AnH36Bud2bb6WM/DRp8iQ6KfU7QSVhLWYMNddqbHATen0EiHR0o4prGh2nth/z
1MukKNZivwETp1/Ojl53LkevnZ5b0ydVCNzeAU4uCmE/SLHHb4JbM+zToExfO2xqhje1gtyHtHCf
DHCjKVNLKD41cvLWCwmeP5KurbjD+6qippoQwopNDkQgO6fffXSiLMVKdLQwu6MAAc/meA6NQJeC
oFTa+0KSRl/Vemc9pW26G4u885Imsih0hc6ZA/o4B/rnqFTTFh39BYm4pNo/1S0zUceBmRrtPfk2
2Jx4CLcpBir7QqUCUhtDf0Hw0K91jm38yy3tBurZOQD0r74EDbClrQfVbUFYvP8SaSzVFP7V+j4s
JDPfdSSespunhR5c1FOkqhfUbWLlvlZiffLDQK1jV0cIonUVqNPVmRPo6Mj7UTQmHVyuLKCnJ225
DoGUItCd6t7o6NF45IA1LqndZG8sHBSuWxGF58zUf/Hql6Y7IZRuUxlzjl4CqOyhHAuluk+6SbvN
hxHRnj4ZcQBzWqQkOADnQFc3H58PvxyU3IwWJ21yQJvvJ91KGrj98VDfo2rY7hYhpI1McfdKinIM
lJfGCtoz53xvjw4KMCTLWbQUMgjiKCQtk//TcpPhcKqDnBf3URqJK8lR+lVXhOeC0eXy/ekO+TEK
axHAN5ck+L6jR2uViA1alfn9WEwh5vDN65xJ46dWFqEvHJQ6ta4CbhjG1Rao5peP5/Xo3P0xOGKA
NOE5w6iYqe8fMZaEFfdCj+6l2YnvuMkkzynmfm9EhEAfD/WL2ST0QBIVZjRyburRbNJ/GlPJyIp7
qe80ektje6OmTvL141F+MZuAQhYh7UVHlf+8fyAUgAK5iaTyPlEgkqWhXHtxEJi+hiTfqu/0attP
Ol3qauFbozFwbs0cb0jAL4uRwoK4QmKNSvnR+FUyaPBB23sgvM2Nk6l66WlgfIHBIiPyokeyfSYW
P+af8g5Ju7ilibkBiIIDeD8kpbgSQ3i1u+8HSbqoG/CGwCfmDGsalH2BFNKcuJqUMXpzqjbbA2Jp
XzsnzF4nObFeGsNA8/fHS/iP1/F/ibfi9p+rt/nHf/Lv16KckKkJ26N//uMqeq2Lpvje/ufyZ//9
a+//6B835Vv+qa3f3tqrr+Xxb777Qz7/r/H9r+3Xd/9Y5chXT3fdWz3dvzVd2v4YhG+6/Ob/6Q//
9vbjUz5P5dvf/3iF194unyaiIv/jrx/tvv39j6Uc/x8/f/xfP7v+mvFn/5Uj3JSmLNl/fti//uLt
a9P+/Q/JVP9ERI8QnMtz4Qk7bJHh7Z8/0v6kpk+nDOgUuTwsgj/+lheglhnS/pOTgSPeph6F28oi
gdoU3V8/AuvFZQhwiMwZ+ZE//vXd3r2kf7+0v6HAcltEedvwwcva/PdJxDda2CAg4pGHWDxSf/z8
p/Nuzvq8a0yh448np74hR48C9NNqKovXwmlfMIW+66pJ2YZqUu6bvhPupFPb+mnG/vpW777FEn69
/xYAU2mBYm1ObVE/Di30dOmoD7bud5zPF8h97ckf3po4/oyOwkUUS7lnx1bqws25pNY8nDmmjliW
yyzgmMEswz8guEGT4/12cqa6VJqu0v2MazvyaTZoXqkn1U0JtXx0A3lu6fNIyGi5E7YxpR/ZlWS4
c5MM6yFFWqBFG8pAuEc4pW8jfeGbVUe+Xxf1Nk3LsvD/n222/q1uu/rtb+y15m/rLv/2tWV9//+w
7XQSx/95331Ki/5rEr3fd8uf/HPjqeqfqCDwKjkKiR7J8v+17xTzT/YNOQdVX7ICEIX/ve10509K
KQualBdMjWqpBP+17XTrT8p/iz089Xj+hiXyW9vuxxX/7yVv8YVwiOIrLCQbmpzHIUDTTAnCZ2Xv
BXWmhs9AhqzaRc2/l1dYBYAgKdVaafB0M6MI7Q0j/WbHgXDnTvEtfJ+3Q5RMtTc5AcK5UqramznQ
4i9THyF3NqjVczG0HXLcivMksmA8ZDGS3LU8fzZKA1cAMEF+M5bZ51mqwZT0NFonwNpvaVvGqMvh
JjtY/XyPqpefUw28zOxZ2qItMoJn6/NXmrSRP+Rjf0DLw0Atx5DugrKVLsvYcoRrI/6xNqwh26ry
FHrUpuo9juUvdDB7niERX9LQWkex/jrE+a2T3Ib6oQyC7I4wpFoZWtbvKOt6Zjfo30qhZZ/0Jhpv
BrmLOh/TjPbaQtn9RUy9et9ZxXxnxaH5ZEwilbxMwamtzpVpm8WDeRenwtw5vdnuY7lOXU6Cdl9q
tkf/eQBIJlkeGmn2Fmu5xK3KFC0wATDQ6YpqC2g6eHJ6Vb8O9MW6rPSRlRg2PRHyOsNh0+Venq/p
/Tx0VsmRKIHGQcUJlZlLDX+1i0wd5nXRJ62P6EV42RlNsCGT8czGeFUSo/PbQRlvc8sYr3otyy9p
ISgeORannB7d2lqp+K0mj2u5DGJsKZ2DGiEpPNayfdFlDY+AMBkcoQb9lqAefQ6wvZnhdiPX+jfJ
5rGj2uhd28w/S4ZkXDlhCZ22aMcNOWd+OaqQKw1AIY/I16TuYBo1Cn2N+RBHxnMlC+NWaoPAkypL
uyxEWG5waUWV0cbK3bXzRt9MefWKlAtaRVOmbRNjlvYq8L6VVmvF1y47ICE1Cc+I6ztT6tSrQWsH
r3fa76WjotSWlp1yk01B4udm0V6NfK8V7umNb+Zots4jRtpMQ5ve24LkksJRtkVBMd/0c1e70yR4
H+3YHpTBGg5jz8ThLCA/as38ANeKlNDKxEWfN9W+zPEaUA1p8EUK8ghRGLQOVZiBQ6W7CN60iJCO
6rAPhgI5HC3Uv6BbV22acHL8sC7lqzmsxpXWRvOmB3C20iczuIlxlb0CiIeAX4vMPtZn8fhMx3na
Guh23WDbgC9qP42K37fTo8yfePMYCbHLNO6RhuBuGwCo2Kb09b2+Mqyb2oHI57XIYxxyfZ68BOUa
vCNRm1RnlZxgVK1950imJ5VzuYIrFjxkpWBFA6+8UHu1WieSU7+2el64banMflUL5UEH07YLgkim
423Y+R52pLJT5Fpbizh5HqyWJLbNMadNKxlgQ3w/Eib0CH7iPsPq+erEkFKaGVVOHHQLX2vQ4Ywn
ClzyoIMoQDhuE+ro2CEHjaLibH6Z7TDuVvIkOatpkBS2SByus76qLjLAU7vBSGQU/KqsdWcsVv1Z
tziBEm7SIZybm3woa6wRon4v4w3vhUUSr9So7y+o7WcXAWDhCilGB9DnUF1o9PMBSykW0ySBzjbR
Itp1gwqSsijVbT50+tcwn1E51/IZ8KCgaaQABzDCtLqw1VL9JJG4r0SqX6pzcUWIED3j2HoP0flZ
ipoOdHCiXlu6VF4iLRnupER8mqd5QsbOvAnzjCarVeduypZ21WHU3HHoO+Bp9F2Nym79erLgu0jU
W8GB8gaLIbkMAC95stCtFz2ZpoexGSPZzXTrU940yezWsrjAl8xYxd0wIBGomZfwSHT2BK099hmn
L5qA8m4y5VuhxC+RutWx31tNlrqWOv2LkLammYV+FjgmZWWozE7zIolJK9ZZOFyChUy2YZUlsZuj
xnOvIk9zo9lT6Q7wERIJoSrLKVcOFUZXbkXrJ1FfrsJaCdY95mW7OlUb12mGR/p98UqWMy8CNwgS
BREqgI5eLeJbYjzXUCzJ19QE5WNFpViC5bPbtbm6deYGbdboZlJMIFpGr64aODHXXSL1t0MXiUc5
aMtVp0pfmgrK7igM+7bLYiAaJnDVPnjKDWtXqUO7rZE43Q+6s6VesUefpf1kzfFaCZF3kQZrZ7XV
uhWSfGE5/F8wITy/koUZ+WKqKPQN0n7UnO9aHN8aODCt6gp0xDSKr7IjypWkDMp1HFXlXjejyrcy
o3Pr2p5f276KfRvhJi82y9ZVEc0WOGpcSoncIrJEf9LNtIa3P5XfazV5pkKLKgM4589SXos1ashe
0o7DW4T4qYvFcohoapBuZ1UyniMzsi+bknxVMoGF6pV+gVmRvSpARKd0knV3jHoDpa5g3MW2VVGt
TKpLu+yuxqme9lbmECMod2yyNfqxQ4LsFzL/1nytEI3edCkYa7NqlVWh9hq45yFP3EAozdru7XQz
9nonr5EPVtwoLcLvTh/0D+h5Y2SrD8MGxSz5GsmsL0WjahshCwt4x6DtzLD+3odpurZDB7zF6BTg
ZMtAB5cE+rOpInEh2Y20aVqLFq1sCQDaEmZo1Wzo18LpylukFS1XtPm0mewwuzdAHG+GzDH3HXjw
qwz0x5pee7mbp7S4CJVgQvx6EN44NK2b1bH0IPchYpbFMKynKea2a+cI+V450ucHR0RxAbWwbN50
e5ojxEEr1a9xW/Qs7omXJMCRxcKcc+/kheMRxLeHeO6627hHio/cc/iWl2Tx7izp4iIGkXyVxYm9
MiUM5ob+0lJTba1n5tbo0GhMU7naye2EVCcSw3ocfjLKQv+WDDoTy5W9S2Utu+y1lnJSo4+LzqWC
qKsNMy5NTXMla1JwM6K5uK0IsvxQUu0tCrHiSyPNhHr2jrr9xahOFyjbuLC81mYlr6nne1oJjiiR
g30SoXkb59vaiUmgVNXDoA4NaIRf12GcXhnl4EUcBfuiL3UXhB01glTzI/DZl4Wd6esKtHTSjXvk
vMu7qTetuw7d4TUGCsXaFNOrJEu7ALnWuclBi6Pv2V5ELZpKKG1qJfiXWDyPSaOtMEC/kqP82hbj
7DXSdNEa+FcWLORNZ9SPSjJDuwZgXKAsbcp1405D7c01EIqs/eokk+pJyAZuUFrmsyvPktNtJum7
dJpzn5q0XznOawgpyQ9jFjF7ZB1lCTdw3Tn078SqS4aXSvrSljlEazVUxitoQ4YPtwYJa2e6R3L7
3g7qNdjn0QWdpq3TWEcRPnkA/zt7Zlp8hqCqMRZRlygu7CktN1F+40xh7QEFQdFsihcTCYpMTRu5
7SRnfi76b7WiDr42tKWHIwrwo7RyJ832hUUM7mp5tpPU4LXonYNh7ie1u8oIvRcDm3glydk98Aae
oUeQGuPvlnkO0lZj03DQhBb3Y6oIt9RClJCdYPYmPdroQvmcSNZWieFbI2Y+3QRh+y0cxosRaKaf
TJm5Gqzw0CLGnsjdFy0vPkFH+4YD+PcgqVaDHG/DPKnQVq43dUTEMiWT5mtGRE1w6DyUSrNLSTbL
tdYT/HZ9dznRuvQVOduj9raGtq67VdhFq2Ygvk55+a6ZGPYnh/dNRrCIx2rJWvSPoVZKLgLw1WGe
BHZE0bUwBBemGnlWseC0tfQhX5jGU1kdhLW4rvv9yJk6GVl7N4rYDxSxazuQHQqs1RtpFsOjuhyd
Uu855YvUap97BP4yN1SiS4ndTEl6X8I1nMZuW9fV59KI1JXS2hj5RYaHemx8nRt5vZeU3NiitazH
aESqzlNZ5cDHMkn9nqJh/CUdA3csJA8K+J6In5datCvw6ChXmaqXjuV1wlIkv0AL10j1yIVVYIbc
AFb91mvOvBa4uXtFxUqn8LHWKmvGrChGBzbKpeuhjpAUN5UXnm6fStJV1kNWtMymv5H7xH5obRM5
4myUr63aCAiMZvQeEGP0kBLH1NOuDTfJuuZRiZvBs5z+JlM6ZR3OabHp20q6kIxaphXpZFeVI8wH
O5ExxTTNcqMWVrFqy/tJG/naDocdirVK7TWx6iI4Fbpx+7VvUzd17EVcej3L5nRpD6WLbKgHaPe6
CKJ9GVWF7Yo82jd2tJn6+Hmq2+Imbg0VfYN+n1D79DR6VutkEKt2sK8jFNQuGr2vIH9VyhU1VRM5
ZBQpc21Eub24QlTvSyL35lof5yucKLj0YCXt+jhtt808xLuusm+5BlRXmoOLFteeVVpU46O+qCD3
1fCWd/FIxiNkFz7wvh9ygn3MT8F+9j1hfz1uilADsNfct1UaQz+DR9SIUmefYGHQL/SDrBFuZtbB
TS+3JjqpjSBBdzjfJL1ZQct5QajV9HCO5rlSNAccU6ybsfisp9khp7bKpJnfe8X5pBbJPTein0eR
jiK1tbPNuXBr1ZQfUta522U6+zhFgigYaPJGOvipeeB7lk4Ndbmd77JhwFgvT7+qIik5yibJT2KT
IMJuo5Uczeor4Bq0Qskkozj1htzYyHkA/bRIfQml1ZWwS7ESRpk9KqaDdL6u7Kn8+oDYSm5igNtW
bB1wBYo8NNn2SYGJQOpchipdxs7Rxl2plKingHfaICt+309muJoN4yq1rRUHWICyf2i6E+SfVRtY
zwGrj/vGTFFIMKcVHdTXVu0OBEc3XSYHt9Y836lGdIEg/bMaU2tLcyKgzABLbgcBkUmsbEJFftQT
y3ZTPSc2t9VgVdVDTjpUHApn7twx/N/knelu5EbWpm+lb4AG9+UvyVxV2qXS8ocoSSXuDEZwC/Lq
58luo7/2YPoDeoABZjA2YMAuq0rKZEac866Fee34JTAkF/CBsbP/HZbteh4cia3DnVaWuqZlv/em
L6rIQp5i3WvyNqMmPFFLS4lgGI7XXjBMh0A2eR7PW8UT36/BL2Jc7YPy3bljI6qbs1212auxzc7L
tg5r7PklEfdVtSR54S1phdc4FpcKcRLao5NSW/9sT3zGsnZwJh5DjRsK71J1R7lRwXW1lomOWu+l
NZrF3VM38VpUI8DAximNItnGlxaY63rjS4fCBLPxn9CVf056aE95dQk9FzQG131op/PKeEyApErC
3MZYVwTih1G67qmbxiANCNC/t81M4CAV5olTr3zq6DXds+UZN9G2cvMGY0BiXOYON6Njd1Ucmsav
JavH+2mMugRC2fs2Wva+elut6wiR0ZMc8u5oYvWKgbtpRJV8SOPZq+RLOWvzOJpbfeLDON/ygbKp
HFgJMPB7q13iwW2zR8vLDIdA5UHs/L6TD4sS1TvIM7m4m/KOXmFXPGWD8SAiuV2FrAOJPbDXq54U
S6d1SRmps3Cfm5l5CKuBYHRRNnuoagyBiPOL+8huGB4VJbGRtsRVYww6GZzB/1C9ExA8OkRnXsWy
Soog6BJ3wOPnbQMfREyazW6SG9e47ty23PXhmjmxQf12iqywO7S4t3YS+/FVTW6LmbTzMjDZBOUW
FzqYktGrrVtlq2aHQS304kE504+m9Pw3f23Na5WPY7LOXpMigpfnOo+MVLXWcLI7HXAf1dkelUT1
7Lv5Lwl+d6+D9RdNkzUlGoFxQNOlThS8O2kTOTQKFBxXtezcy1vo7nCnM/2J1M+nVDrtdcuEkpYm
MF22nYTogEk2WlZY8f1tX7fE9Hok/YaEMIQ0DvR6sr68KQjPDPpRSjrOdiwNGR69vu8PRTeZJzJk
nLdOTknVZahvL70fRu4wWYKnGXfdgN44cXVbnA0ouCN+8OhTkFx/jNDTfvTTWu5HSjcOviKKdTcS
RfIcrqP32AXb78qIOK3QcCJ0yZ2HzQRMmkFoEiKx8jsjA2LgtjdSqw3VUVJ9c0fErrzHcR68cLo0
L9HslU+0QQSUFOjiIOzBecimnDOgsQzAS6J4TnQLND876d/Ybm7wHehuoVkHy99jTSw1HyB6aSPG
K1t3iVdW7Y2le+eFBH/rWocSPq3MXTYwdObmye2kdasddwl2br7WP6hHoVykop/9EASruMtNLR5c
UBtgAa+Z3haBNDYpSy9/Xbi28tjlSHgs/Mq7+AMN0wJmcnJ75/j5eEU0sP+/Qcn9t2TbX0i6f0ve
/V9Iyf331MDD737iHv78m/j+21j8/lsiulz8Kz/3XzQBRBsOAjS2/MU/8a39kyaw/iDFA1cJogeL
yIEICu5Pds754yLHh5wjg+sfTME/aQLD+wM/FgoJ+tfhCiLS5f4DmgBD11+IsZCCSaT/iEdsfksf
uceFy/8Xes42fMuvVL/3/VWnTo6r5hr81HF+aLnJ7sesDIp+QnioZrdEW6HP2tbqtXCnEvjcIb4n
iSYjdJNtXdYqXbJpqtJ88xqAv1n4ZHJTyRMlwI7tI9eCF5FiWpGTUg9r+dNupoXFOG/1yu1MHFhK
2Ur23QHiqf1KlPPTEJgCV3QRTNejIzKRbKazOccp5NA4BK6glsTVI/UtVcDInuoo1z9lGUTtaZoH
a30BQZPr2VpHQ6WzIXI/laXlHm1LNOCingYmonvIqmPuiOzdBYTt06WY8BJXfQvksKGEaVj3RT7H
2msLFoDOK68jY0XF79sTiPdmrZsRz5NRf7SBHbyb/gz6qx0P2KtSYfRzK6vyVRK5te5zHY03ddj1
RBJFjfVN8H9mMWgosSSRK/zTohdWXnotmrtCkCa8c3qbqYmmF7vcbS6mp12+WKCqJQHpOvGYTp7K
SivFj1SuAHmONEJm03p7XBgjzYSIZvzWiyeImFD8MKlFj5G/c3Q5hUhsJ8Xm6YzvQzk3LQhOF9z5
yGBuyOuxy1QOGyuPnhSQfDMsNbWcZu+SCes31S/0SupB+Hm5xgNed5GoZpnXFIeO86NzgNEP5oYI
JJlwjNupVYSTTpwuUtZemQC0B1v6lgSD9CtQYcVi8rC1cimPGF/m4bROxPmfhqnCa9m6lNfs8sia
Nlq9GqzcbaQ47Ox+7uh16YdaJSTIwy/YXKL9oa0aj0arfNyMg0Ei0fijbqJp/FH6ldHuCxYUnVoX
zCTFDdDJ81DbxqukcKT6CNfKZgrn+5DpZER9FduWL62dtOq5OOYVy3PaajcPkVs6G9vBKK0xadGr
srtWRWQnQ+lIioA1IzhGBaXVEYeNWPfBXNUWt89cWiFiVZkbTyQh+94+t/qakP7VGHDb1IvxUrZy
1PuiDDw3VpSRlj/KHhT6ocTuMT17DYh3qnvgo7eW66RPCpTn5VNjFEt1XXfZcNYwa+1VWY72fJPr
Jlpu1YjK7yQXPYR7MPUJpfNUO9krPWS1+833bYhDROMVXSg8QN6e2jCrRC8P0H2PAK7rktxc7XJf
EH5Q7vS6QC7RvjSWJ6qQemAPIua49HySIm481QbhbdNR4sSHRRvO2dlywd2fITQ/FNHqfQdeNy6p
W5ddvTO91uTar2EPWVpbZJJy9gtrV3tLWxy1M5rVAb1AIZKQAjN1nSNvJUIvm/r2xgZz7/fAjKP9
JS6pDzFrwDTeRVYJPjhp3VGTI006toisCfxYmg0DSzE05ngSBCAUu767/KoNClceHRdT9LXdLEN1
XMCNxI1tcfIcGfaa4jRQfwNcOXas9zbPUXamUmVmO9qwDgHUeNJNgslSGaC21ZKu6RSFlQqgOPpN
RFO6jy4QEGkRpas9mNE1/OlGNd8O7z5f1AVDeM4QucuUepbqrbYD9S1R834DylMM1g2reKHQgD+d
4Z//YBSzusTwZKbDR6xVbhK6WZ9xvpn86uzbHDdFOda8E66MdpLyn2bvGhd9lDdCwURbH9wU82Z+
9RjS5bFFUKw4v6tCxQQHlL8tWwY39crrGjf2JF5oSlLfDOFmdhxcV32v2vC+K9siuK+WpKLHnYVz
PmkLPLOhNYQX2HQQX5kgJj5pvJ4PKcWX5N1cvMxEeeB58sjOWN9whaDtL4SP0Wy2tcZsAyLTpKW3
9WTUOFMIODlBCGHX94jyVmFYTfsNf/7PxXRpnbIYcZ/6URT1YcEeZZyokIEz4sIgTYTGMufVM73a
IRPCFoi7KMiyAJCoWxE/prU27Xjs9LQlbsXDlhRmOz+3yAV/l4tbm6kfTevDDN2sqM01c1azbCLx
oPC8E4SQB04ujCw6utaQXUPlOl9qaqilgoEAxFPWCJg5ZpVe04xSuMs615BnIXwPaakTzda+J6ac
7NJtFrf2mkVm6sFefnWgOXZCRpv60eLvEsnktOs9FXiuexjLaIriQCIMTrpVO0HamqXx0Q1Ti2to
ssMvinDDB9z4EnowsNsoVgiTr7Jcz1DSfoTzbMrrpoxNo92eeqsc7sNG+y8VfFURO5EKzjkpImOc
OXPxWnfg9CzJOn+3Ocl5twm3reJ+kT5AN7sUYSfO2Dxtpqp/+KYMq72hKvU2OmF+vUSL1e2Jd6hv
8DZ1Lz0ylpeuMexXw9TYm9B0tneTz+qX+CLCRKvlhJ8VDh+a3i5V+2zBfzrkuNcON0zYBgMx/0Zx
UgTJS+OAlds0XOxLwOexHUiwsRkHXL7rt9az0tqvbD+RpBN+IeYV5l4v/oyDuhue+soDQ2X8YYf2
i75qsXhR5MUIMKqjORTUp+RI6tn2ww2iozGtzEwsewpuJi3cgtiYUj2MdiY+6il0urTw2dzi0nEk
+yE8Dq9Qy0zPUxVovLnoMV/cpVOfBLbydroKBh4ltFEf8lEMbTKLUj8AoJgfdr6WzyjxyxJhRCmR
Cemyn3dhtMGNIBwWN6JxeGUHkmXS3q7ZlzLpqfewNKOPbfKaJzsX3pVVaAdEo5nq1NWN+EKrSTtH
25RFxJKsHcn1qUu596NGwJYrz32RnMIyDbv88ib7lnUUihUsAesfWjzFXBtJZc3DZxkEA+0PGjsV
+xqdinGDPc490ooo193ouw2gjjlq+M+mt8m7aas5pTxxvpP27Lo7nqf8N/BJvp6bdS7eunyZWup7
TBtElzmKMXBdwzL1Rn/A5GiGxecwt6KMC7a/u3HRJo9/LrqF8jdZgx46OqxiayYSBu7z0gej6w0o
DJNuexa9QX24XvotBFimqMaSMEjHrImqO+I77AXQgg9sYl4uU4IjvB7Hn98tb6XX+Bi4bGcB1Tcw
tqttrcIDKX+IL41AVPqy7oLfOlkug70HeVmDbffNtZET8Ly3XLE8uNRdo3WjYPSubaJi2EXdlrtx
KPxBMoOULgiyVeavFGs43wplR5uaZoXl3zYqvh2dG+0zY99y2zEUgNXW43odoZ10YQUcgn7szAGC
XGn1aRMJQk2UACWqHrEJaw4iDrL1q2wm2Z7cCdFBik8/hPdFFPjeZ9ols6qajNSE6IDn5xWdUo1t
YxcVHQhfSw4BTffjQE0eIazr74qak5u2mqYsafwSA4fXDJ8OfTD0WQo9U4M9cHkQa9HayIZK2GlG
ZqbU0re1jElcqEQaDH57pwaj/Azd1nuzwop8mYGJwU1rjlem7JwcyZ3OPHKTePxd+0owad7TqQh/
vbRUURKSFJpu0jjSv8+HIngjWXtm5KJw/MssECKmspq3Z8ssxPM25Aux9coDgTNxNFBmlKn+C6vt
1OwYobiColnUTUxNaOggPZicOS7Den2v2oBizCLsXMHNVvrZzsMD/QAkBzifm+ZMJFZg1jcatwud
g2YhC6a1AqtGSJzrkmR57n722hOYQDwxv45ycOCAK6v/XEaVKaJqah+r1GiLbae43ix4QCS+Me7r
EEWT7tsOYBhIFM+vabygVcn8h8Ebig8VtfM7FGt+F440jN17/tDOcbfR/0h8k+AdncyIQjPXG7v7
NRozkRKa2FvcbQo0hziu7IdCwufE9uSbILbhXB+yTiuDl3ZTU4opl7xQnzYSgG3RVIm1LNVn2Wvz
d0GLOxw9YpKcHsJc07UF9sqDudBOka3Ocg2pYDcIXerhsfLX8rPsLFaSNWuWn36vphdtVfLDnrVh
xBV3808gDlsikhrrx4FewS2JOq4KtNRz/VJtCBMumZ4EuU6MqfduF9k3Kwrpt7aGYUwuxbvewaYa
8C1w1pqmawHkmm5GTl7UTIvci5Qb8TMBzNZHJNgYYoMOURzla+TBg3nu+KsdyvLDKJzqgwiv8ZXy
TLjcxoDXTqbAq35YKmcf5D93D21Y9+8sN80MBb1Mtx4dNK9RRVegmXYRH43XaS7zkWuA5S3OvFap
2HDb+rnWkf+M6N/4IMHN6ZNwKL3XzQ5zg/XX5rGnXBV9AWlX04MS9QLRw7BzvS5t+70tWr/oOd8+
AtLisx37/PCbTCi57Hmw2nPQdXqMZTMjFkLBR6F5Prj01i6DOb9SSyHeTRJ7AhDr0ari0iqmcC+p
xiFJKw+hzFUe+Nuuqr3gvSGL209oNyLb0bEnY6KqdVn7Hzks3ndIKNb72DakskHKS5kOw2hLgLet
vkXsaOT4qjabI5jI8ncPTwPFkUarboxyRRAyY3K+6YrNf1qU3Vg3uuho4kQ+IV5cbCY99F0WUYZr
OvnnUM+WOrhDUd8yIdv2zUQaAzrGqTQdqsdGsT26C6tVHOXQLBxG4yU2zF4HJOqc4l2CQXc0wE4h
Rl8sq+KFyQKj+W6LdRjTqLdW9CRLkcnYn4N2woQWKuqhL1MrcJwuzDdtX3ItUmOY4DkSuvuaLVlU
KFCfbVtuv2xOJG/4YPkcIMqrx/Yf8vs/teZ/kVH/U8T+/4fW3fZQw/570S2S9/Ljr5rbv3/Fn5pb
D0E7OQrYIPBIAprh6PmH1t2yUM/6AaLbEK0WKVQIa/8E0wz0uDQEmjgULok/yMCRqP8pukXlwK/R
IBB6UFmejyL3P4HT/mp8CUlFvfyNEYXs6Yj+rouP5F/AtB4XsLXaHFn+rKx7zCjvg+XBR9R00f7L
q/K/ELQj4/8rcEfIGw5wcjUxvlC0gG/qr38WC4m1qssxZzYqjLk65H5BVBVXTauNZGQ98mKPZTaR
7uTfmHPDtuvr5TFos+5XPzrdjbh4deVUtKew9Wq0QtzYlU03Cl05v5ECuse+1y+liJzzMA3GXTnZ
Y+piorurm8x9I1Q6fBShuCksAG5Pe9Fu8Obfq5rJYQNv/ywNC8Nqlr9m0aUM1r9UMfqchnk8lhlH
vGuEMJ3Z7EPptOPdbMvxN+WYpNXhLPoImQAOZeQOcTkYA8h2dW7m1UkyIWdwwOAiSJqUu8s6JOlr
2PqsIezC7Qwdk65rKR+VDIAke9eNit20ZsEQ++2Y/97yegPq1Dl4hj2ItHa8kSWwbJ3cUONja0RG
be3Qd1Kl/Ui5l1NY4VG0pbgYfibPbeTZjAx7G/d0Dq7Bcg50aCyvq92w1gLCcJpHS0CZvKLS4W6u
remz0TkRiNyULMiN2Tm/BnYzvcvNyT2ZIWKexBXj6sdiGI23KFv9+63NxNfki/LBmtYoTFgCZ5eE
v2Eek2pZvfdxk350arAPRHFU2LzmlzSr/OwVTvC6ig4nrx6rjblgMTU9pwoa2VJ+dtyyeXgexALo
CZlV+md3G2SdWuAkyMIKSMaYmQFac8Uk/GKLoRrPBgVsZoz6mMctl20QMVYT6hkTwlrX1LRPk7fL
yYZGA8UfLNJOkSuJZcHxxL6XeXEOpt7YyLSqMhpINtUhURF0lvMzjE8Yx5eIsXHlYinNyf8OdSjW
dGtmBC75SKZ5Qhe0c1kW22WIcev7Weyag+3GzmpS+yzqwHkZqhmMCOQnYEBsO+P3TKQgyBSm7a+w
52Y6RMEQvYxOYKAPJyGKtvsL8IVkODSIUS5UdN4WBNBxG7jZFDtz6V1CRC9PrgDn/iQqsrl1zUyq
tBpCLffBErSUCC3Cuvzfo/zaWJrYP4OsFjujYxlNl7qZVGorV877GW0QLtphXFbOBQ4lkrR+1yp0
ixR13/LmshV3cYdL70zfW71B2hSRjJED2mBWRmPJXWdMXXGW3qrEMRjH9hfhpPUryaSqSemo1iOg
+cyL00aOKXdhTbdSHNLUvCDHKnWWUnTOXOdV4SfPROmeyKs3eXGbGY0OPHKYc2Do9UMVRuHuRrtm
jqvcTpU7VlxOEx6f9o2AC+PRroIa5QYL3+1modTnI+o0Ibuuht9e5w0+q/Cq7L6l9SKIAaJbZEyN
Mtl2XAcVnJim54EKiuA0inrkMlahNzBPGysLwOKVx85fqJUUmkmn8y16SdeynHZdBxhzHNuZLgiD
HEi5c0zqrO/MWS9faO6URtKLHh4wqaMTqTAMAxmrLF9NDWv36lSR86UtAhIsXMUPNludRbaaHX21
W+iwsxozjKuvYZdj1frFtpegeFT0xAFzPRznTq7+cJf1y+bHQz8VcmcRRLsdxZSrh0vdAks/EhQ7
rqM+/66dNi93Fdqy/rwpCeg8ZdWMGHQkwXRntlpMt6b7d+FgC4cRz11G81rolFOxp8NDiZ29yAJE
KgPEOWOg9PqTBAjZdgicHOsYjeB2KdON/To1INnJYkfzIdfuaqKq7y6fJts18x+rXPk5KQV1kXs5
EfJ/O9rkL91fcKrJQuOd5koHRhLaNRyl42jv4e8dCoSGAlaRBNxFO5E7yyv7mN0cLQIIw5h5NYN6
tAknYi3DLvAy1B4THbnxPj3wgtOBlchUfKSb+Sfy1AZAxYSJuUYK0ubvAvHt+DtUVtd+S3KA9YfI
kEOktS0lAp/Gshb1EFXaDe8HAVkN6up1iFniYg4db4dmzlwQgi15ebN2pUUa/QIjnfMBGmzmPS8r
upk528dzAvA7CMM5TGqtllteeMs4taEhSnZCf+6D2OH3z44FBQnTVV6sLj+SdpuLXCez88z5RqTe
t8fR8f16iodxNkKAvMBbg72QjrGQ0rN2HdCnMVmbTPPRyDinzEAOz0tkrsBtG8qo8GeAhHTgyKa6
+6GX7oIEcLXt7ditnnAP2eAAFSzsPRwwYwYGY5IMwF0zz1txAvZ3AxwTVYPWa7EFNyvX7/TaIkkW
qHJAHg/ZBMUAPvl3VEES+AemVk3gA/noaPu6IzxXcsvapZ8yz7YI0CvU7L9zUzb1l7NYMnpZB380
d52KvKxJe6Fk9bnNoz0+9RO01vXaBrq99rzekqluKUBWfFxFUFBVz7t6IM62JZyqtqmixe0+FwfC
DtCV5OWgtl0NEXK7LKvj74oQHOqao3lZfo+b2RKXW+ethwnFhHgsOHqvlk0uc0rqtIN8Z/V191BH
kTGeiyLzP3sLejxFh4cXoCQeI0hHeumnu2l17A+S6vPpW60yK34R7dFO1/nk1MGPfCbe4lijMMBa
I8xoLNA60LoSEJeMgejA86JRzvXKVauXFC5BT2dzW78AMdCJ6R6FMxlpN75BdlfMANMi9l17Uqnb
aLvEORMXnVTt0OB0XFGB2M7QABlXDCOZlx89Vz8BRnZvSy1p5yU5uqczuCl3eVY0N4wT+pvOG7Ci
kRMt5hEd9m5nbny+wxWN2aW0q26LvT1Ju0/6mdXcMhBqzPMiT9j40VibDoYOoEDkOWt/mmexERJe
Ibme8KOn4UhFlj0Qzbt6Y9nFuesZ152lQbRQJsR+GS0pgRE3eJDjrg+Co4NN5YdlDct+HoKvfq3n
YzGOPnpZzpc6z/q9nGS+r0b9tU3GeGDrt8H26wKvj5heEFZgvNIgSFVQWEflu9Vrx86FhrdVBAcL
asnTOewi3uTGjkDXN5v7D1XPGhuNt8R5gAgdJcPRZUPeUc01rvijJpunujcdk5AZ2FxSCpq9GWzG
Z5T5Hzwmw512LSNxLuqjSrnTNVKZJdG2gbNAE56yK5xpu1tFU6fL6vdnApG9g+WNxmfuuj/Cgrhz
eUEg280h2Non0LtHL32uglU9zv50yWMOJsPkKFPVIRyK74nIzpRBT3CFdi7cd1R6NyNYSmK7zU8c
eFm8aACQZVjMhz4z5pRouuCEe0bEFS6PR4C49TqzQnk9jpU6dSRR7DfC49Nqzc19YZIWTWMe96fI
+vM68MTg7kHA5zdmSR2s/ahH9mZLFHAdyMaSzOi7nRzYiDnNcyi+S/JVPo1v5qWvrDQ4CbTy+u9O
rNl9tg4Bql+Xum7LuSui7plOcFLXK8OA68q+XQSyxyUqZ/CPjRbDjgqpUAmUbaW5/mwyvaG1jNx3
j+kXTtHXJyJlckZ7s4HhCzc+1OlohP6vKcqCO04hrBPR4F37XKeH3lp+Blq1b2iXuETqyTk3Oqgv
/inxJSPQYIJhxdmm3uXUFc1jJK01KRa+8ZQAdJj3lnKkymmjANYVkDSxbf85KiWaacKcxG9LdH61
Q/WivlF6lSdBWVxqTx5kZEjOYQdqhZVQu0RnR70xgnvZJnCyS0zO760NL+DHYOxION+4R6zXC0LC
+kPFulHX3skbI13Fo7OYO3tcp+9KFnOe/B9z4fb/j1neWY3/PQpAPPiw/Or+ar3lK/5EAaI/HCA+
Vmzin8hDMP/LeRv9gQ3epHoRjzXDzcWT+08UIPgjQDBDzgvWWtPEbvUvKAAIAUFSbOfcolg0/zNR
Dal2f00WYTXHQB9YJCig/PH4Nv+n5XwJRw6IsaXSVm16TpWjhhqMsWbDdhtrMRMX3ol4+Iz+s1tj
NYXPFucN4XS3YCCE+pCUG6TCuvCgOS+CeV0yXXAD5UuOWcohJmJXtOhniAbM6+hsjkMTxqGeh/E5
AGs0TwC5+Us5WXo4+tuK2SVa8uaXybXaJt2MqDxujTn85VDvytYaTXeZDt1fQcVoWmdD/VoGwtv7
C/CzrIv6Dcmq16Ve1n5E0cJAo0vUEwEqd4MD7zXTyFgCdCkXtbfzYnRe8365l4kZn5o7BfqcYJQm
tN/ULa/Aiq3QUVVxF65zVsIVRCYTPhcrojUfJbIZYOCcJsN9snUvb1VrZG3aSJHfTzoPr1qO2MPm
b/om6MScDFuFlLyaBnJwi9m5sZZxmPEHaP/LlMNbZOPlDExIimxR1h2EQMCov2RiL9yt29EfAS3r
TlIftvHv+kWZWTi+aKpDyy7C2yHIyg+L0EswxAZzc1dwGOn8CSdX3+DJJezYIWN/B+QQPiNe4etU
Cwflhdm3Cvs3brs6WdHgxry103kg+DthBZzZPCLvhPyqQf/Z18++s+yNRaSFcJke0UxYe2E0BsRi
5+1FNsmrsS+Jp3YQF2zOMDzXaE9ui8y6LkX9XNKaACcUqiilsyDHB6Gyq5aIYLTy2dx+KXYG7B/N
drQcqMvYGJri2l8MPcW2r8RFqM3OxvfGBG/5/e0wzPo8BLxbutk2NxZ9VJymDIoAhaXxGPkzoVWD
5aaWW9EBhcf2EBWXjamYZDKtpnfOGtKJqnAm/rm2d0AHEX/ecOPj2oFmwDqj6+pAdJxFyOsapOHs
XKMZMVK/jtYfEXpKT3bOlcn2A6S1YpEYlH0YGzu/pmytf+qqoL3JxFh9be7mw0BBf5+asZwP2lkp
bWB0/ul3jfmwdbJPoLwgEYcW0Jqc+kPXCe4ltB83iJB4AA37iimovCvpcToN7aVp3djkuVvrcq8w
qWx12x87VklClyamx5x2DKCyOqfLxu55E4ifjkPbH0hZW6edr1aoI+i+J9cLrQdpLPahqnJ5sMv1
2S65dFwOjtivqK1PG5wkE2T11WZwhXe29b44bnUCPMkfsopcdEY1ejtEj50VCYq+DTtd7Bz4itQ0
Zi9pIvOwMUPfjobX7WfYcqYJI0Il3WEeN2Se5I43XG2ludEIgtvzS+Sk5a/msJwGqcsrWWKVtwLC
jomS2tG9AlsTrN11ZRE7C+j6M7eRml/lOf06yRJVY7jXvPXn3DQcAB/MiKc1d58YPZnr0BIHe5Zt
/TpuAr9Bue7aVfKWF2XWvFN81yRZxZeNqlM8O3rE8cRayMCLd8/0bpnA2hhn4QKGhPA8y7sBcFOp
6pQpepT9LG9eFp9JQS6We1WTb51YQ43pzMp2ZqC+7Ln+KK0+uJMra3SL/AuBGEmP8dCJ4acmvHs9
BIU0M7iWIMIszFt7ZIXLc3QaOFSpFrPqYj6gikQ/ATeir4Klyyzmuu4mmhbM4TL3rOMI9verdjGg
N6MbISN2/etsnhszrTDi0blSSusBwCmA2OA1VPWungPrx+blnD6sBsCaOYnWxb0m+z2MrQvFxAoG
dDY3e0fgukRvNgizP9qqPzVNjScJN37G43dEIWAdrNZBabT+7PP5LK1LMhnyC7OcdwxaHy6QQ+UW
eyLpGNBNrHruejSb4ia32wytQfM4OiPmNNg20ciUBRAUuTgMFsEDS8a/i2PjY3QJ1k+3fDQzzrkQ
0/5mJdCzwIjzQbANhrbaE0pNJmGLgJ7S0Sq86qsBv3FzNbfOVabFQbR805tCeS9PFHEcigHjnrLj
QFVsMdEO6fu+y7bb1Vl3OKqTKCo4PhBfGNjFUM+IuNfkCJiEEBieJ2O0AyVml+zBqTSHg32suYgm
InKXRqAxWO9QegJ8mkhHmyKyYugbBnC/QFS02CVCm67WHkItf7132sWJ0ZE5O7st7uVCYw37yK1E
+yry6rFGTaMajGtGpVLZmvYR47970zRe8WVQWL2dy3qx7gHFzFNh1ANqjcx/lnauol1t1c9BEBAk
p2B0q8Cxunjz8TZRErntFT0Dey9qjN1ItSeu5oDi+zH6tjtkkXMLRfs/2DuT5saRs1v/l28PBxJj
YktwFimJmqUNQlUlYZ6RSAC//j50+1539+1oh/efFw53R7lEkSCQ73vOec5SiVPlxD8JU7G0runC
HhNir6Qy1CGY9A/GyuEcJWYfYs4kWd0m0Z0HJW8NTAGblV0fJ0nKgpie2lhQTLZB5hy5LSYrT7es
upteQ3FoIE9jamyCO8ggc6gGlaxzdhv4/Ekp15FPhI+Q5dswjL8iEuwUWR9orVY/lsqGkhHclfZi
7SMddHyZ6kfXjB5do+xDDi+fQ4a4XXYjGZDimpi4porKZotuuNWZgQfeXM4FnvYwK/Rl5LkYUFAW
ThU3E5blrxldKetpBEkw95iR+osZ26dWW9wkx2IvFVK67MzyVWMLYT0w6v0As/jcVoRstEPWqKCG
YBcN7ICvYnW6tVtKCwCWiPcEzwW1C2jWdhor9vwBR6Gxkd+9aKyTV5blBnZV/pYA4n7X/nLmSYJX
SjGqUuQUOF8pL8mrTOswtKracA/UYeWiplJk9RGNVCaz1hcbl8oDvVKYCHY6ke+CdReukehRFwFu
5Yy7H3IFTBC8C82a7iQGIBKr93iKSdWoYZvZPJjSZnmNghJzcFfc4WlZMfiTPF167oE2sI3OPo16
QRjpu8OojXe6l7bSJEuRyH6bTGij2Cov7lJa+DbsU6lIipWWwBaLMrAJLOO7b7RzjhdNOCJ/UC5G
X91gvhTNzQCrxFD1ekqC/DtDcAuNxWDitlkhxMAqsjGo9/k4kpPlmIqNAv3CxmgKsMKcn3vCe6u8
4CDWzOTjBmG/S1F+u1FmbdsSIMrcNESNmyDE0/HqwQQJ47FuVh2tJmwRSuKzTX7tNHLMlt8JUMaZ
Qbk4LsUEnmbRT5bFEcornc9IUhCcYlU+5KM5ga6h4GsUD0kv77IMpb+NGBtPXeL3973vd9t8wF3K
ibhYt5Hh7XKZ179i7N9FiGNkxjZCF0no4S/+dHuymiSobZo5YlyXBKLmUz1Nw6XmHVsFqdOyaZ3M
FyuaEMAkC71ssZbDbIz8M4IcRBuRB2VNoMXJ91HvEipStc/ih8/UXBXtOJvHwmvnsC3LhMRZ0nps
BaravlQs1D/o2uQHWnR9Rxm0tcF1mhUm3ug29qblfmgKrPBl1S46BCxTnfvZaj/MSSewAmJxyH1T
8TSaxgN7WC40C18QJwN5YoGFam0tXNu+kdu7UjbtloO3f5z87C0rAcZie14Ij4yOuOlF7BBTxN6S
ESQnyonncUrLfiOT9H5JRI30N/2YtBL7nMLX6j4eBvhVbtLJ8YX9EtmVhvQeN23D0yzCu37amWNW
33azmm+UEIZLO/U0m0zPPWCTfpdN9SJYuy393gjSZDqLQbAPKWv5EDlpqfdBWszlmv627jmRJl8Y
jC7icwza5KWwo2UEVzS5p8ZPQDWsnJFiUOAgcfeLVJHnsWgw+PBnYYGyrmZcn0dTlal3rkkzVTfc
qzsyUVacGms4kIgJWGWYL2YJLCZkGWqyXmAFFg3XIF9mbi28oS6WfY/1aTW1sn8oENF0mEzdZDxM
PeEK3KGBk7OAqiz4QnXneTBv497wj4tKG+sNkB+hhIbOOCMkiOu7a5VU/Qc7R4n2UJZpt87HDESI
z2PHuh+dBZ23JDJYKYYp5jNqvT1WoQuk64YvbIxqEOWu+wO5qnxqLWLfB/Id4/jYjmVk3TJo8phG
oMr1iXQn68jAn/N25DHbjZ/4Yita4yKauS5JGZTNERHErQ9LR1f3fkwLnEqkyKZjPuaNutERx236
6vi9IF6tFhavkMzigRLkCt3WJhL3NVdjfLAHkf8okgrszWKNl8gY3IOcK+8+Kcm81WpJt3w+BvtC
2EOowmDR2PCyq5mM5H6yxuIppQW08JOQy/Ig2dmvc/wkq8zozXXuG8/4Su8gO22tXHiHyO79fZv7
azvr6zseG9SeVUyzZdK9ZYVsNp5q201dcvXkgdr6PexRhWceb2Yd3OZ6LN/qWn5GfS/3joeCgWWS
Db/fAVuqxb0VtcljZHqPRcnr7BpseiqpN2U0hHnUHoMyDuDp6/shdda6aQQeWOMG5YR2QsN+uuYO
MwfjvOiLF+01zXZOp3yzsOEKzdq5zLX9DpjlyJQAiJS655XR1DsrH76G2tugOr9oHdwSuHmN1OwQ
kofTyv4ge+GjfmfRS3jEZdwz2s8C8OKQHzDc/8zMeo9F/9Q43ryflPfCcvUgpyAsh2VNH1o4epjQ
4qY9ZC2x3CwxXtgYPrQ9W8hR3CmiG0i61ZFm8i9a7DzQCAEeeaN/dArimoVZ3seOfsiX9iwozgv7
0YC70IznKepvIt+6Hyak19ocvgOLxQhb1ZzV58m2E06hI4f5etqk1z1t3I6XpS7e0L0/mM713s6j
g0dmNfQ9JiS+hp7Z7K4PwSrdl+13FmFB9qL7QvIooxCzGNSWm+8YatP7KIblhkDPhOtxXEdL72yN
iCAo4wYo/R/DPHMmnw/IZ+9zQE/1qNP3OSHZGekUjEn0Xsjsp4MJ6UaY1Qf7j8PMZjXmJrnGYrls
rLp8mWLrWlUHfsL0Pw3W+WtjMa9uwJTduYlvHT7O/poSb+IBsJhDp8RoLZ+Dw+WYVhmvmyJ7XeEF
UBMGbIyMofIWm/AAL9nib7L66p1oWY1QAX1JyuJXlxrbekhMjNGGDC2R3UyFeZJgcbIGkxd9eVcS
gRjJB9sP2s+eq9y9IJHvWtftLim166EveZelxz42PVicbuUCkYF/nzeOv5ND8dgY/X5Ie+aXahdn
1qPJ0Z2Cwdssn16mlhaSQpUbGvTWvrXc2kH+jBi7bgZ5TEbzgO12ly7d3l+8Kx+hWHc92WoErliD
ATEtfTMO0b6L5qOkfiLp82c8dKEniw3SzqEKqkcLsAorm+IounSNuTc9BaY4Do3YQV852L3xjNWR
+IRKvyanv0ZWF3tnOsMxmqsNFuYHe476fTLzBec536LhOhtiPJAS2FAUc3cvF0PeISXfsUc5sLJ5
y/r0FynM1cIjGr0kj25T21EnU49ixVP8vUtm+yZoLFLKlr/uEu4YGQmkdZbMhLU7I7jXGk/5mFWQ
NMwe5kpbv0yTsMNrM98q1RMG4WgoL0USW6wLmpu04/GLHjyvcrO4K0rzEV/wRmZYI70erEj05OYu
8a0geFBxwt4CcgkMC+JlomXPEezK0Q6p2HKOS+MchQ8ODYHZyQdjz4IHlauwNnQCPkIdOMxXZixe
RvSN9mZppbOlpZ0Y1gSNw1ZHlltM4Wwo9wuouSkyNmk27rG8Vjsksq2lKVYdavfH4iRvvREc/bzB
QCv5oqS+CJ28urWzK/8vOLTQEZiHBthF/tEvlo0kgZBVzSGTAYn7Yu9MpkEp5G1Xt6cSG+xK4yDI
B3xBdHqskflCOot/VVdrU0O5XzMBj0iGdRbN40sXN+ugjV/72uaK7Xe4CG5qZkbCUvfcr1cV9gzt
QlMYOMeXvm2cLTd/iKJgW1Qe4tpD0fiHrpXPprWsx6V8sHjDado7KOuK/eaMLjiSWvnW8xWQqsVk
V1jbwWqMXIfZfNFbRnD8TXn7KZNlA9/9qdOM4mmReVsRw9R3EYvhlYEErq0v7Bz7RSzfssP4o5A2
ss4r+E5H1x+ANXiYxqfUH88xdtGqbzlBF95DgsF7JTO56SuXnSDY9VXqt7/GtjrqXH+g6Z0LHW0H
Ma29YnntmuJdBAR+4SPyJPJYzFQERgx9L2N7U7nDzVy1Z82Zw8dmDzToZVqiYZWL9DUr8zuslqGj
+puqdW7hoPpnt+Te4UYsMWhooasoijfe7ALfcO5yt7utZmtaCSsARIHIE3aDOHCQeGlquTVrjuKq
fmefdpi8EkE6LVY5yXIQcfpkUhUaUiLC4ZLUBZOr9RxjTR5K0GOSv4b8/XQGkOSD/0sfpVm+y9wJ
1ulkbnsNHUGkAMEwax0HtxJbYcX2LmvLz0LQ3emO5IompeRBJBmrVeG8O1hmw7aJMfg7rLgrNGiG
raY7NpRF0rVZYbLO6UrnI1gjfvo77fVI8c573qPviaTbeEULgqKumnDsgwupwucqUoF+CxijOMqm
zhxgAkOd0ljCmt8MYlPvt3yYe/mbfYw6r7IQm2vUn0Rj6KedTVxrhIqzXWRpNWuLXNSy1YaIHvpE
zvY2pVmrvnEAoie7Isqc56X0EAfcCBbpxtGeeCobWo5DcDqkzfH6+9/LtaZoAxlaUSbOlfGr9iM9
bnOcNd9Ae/0HoJf6oTUlXi0cTxPfc05P/qqXDfcI+HSKDSf+rH7jkad713YsgIPSxVwzScmKJ12p
89vUa9AWwFU+c3IO4C+k8poCmZP5bfIbwq4oEwbAhFIlTPUJ9wleo0yfrelqa+mxNzRXtcz3wniq
sFsgg/MxoqFVXBFk0Lp2hz3Y7w9ZUHvgStCzJ1hLvWKhD4BvN811+WFlznDRslvuBEn3JKwEZ97/
Fd2AiV2p0dSd/Z3q9vhVfcWfxe9z7P/8f/wLNI3FFpIsIhmGXMd1XQ8B7V+gaeH/wwUWje0WajQt
H9eQ+790N8y3Hl4PR/rXPLtH/cf/k92E9Q++iAGtDx4u/Sug+r/x3v5JcmOJCuWaMh+ScVhbiM3/
zx+8t3VUpdNcRhcYKuLN6yA+0fWgh1BMKuUJPNCkUk9+9B/Azlch79+QXVjs/FQ6Eq6Cm0Uvmn19
Vb9z/PqStFZbBRdyTd41+ZE+tnOc/odykb/8IQHdYD6ypYDp/8cf0jJsyHiQlxyPwhtp8f4JJw95
i9992H9lKf6LXwUNFAvYVR01/T/9KkqywFfYrfgC4+SQVuxc+P6OBK+1uTcr/78qCfjtnYOezCUV
UOVr/bk+KM9Aq3Kzv4hctDe0gz8SbHdPvSKg9Pe/11+9e7/7Qfafmlk8IiPEa/yLLjqxTnzprUi1
/adG4r+6+ojnAfjGvkE3758+Iii5Y5kk3qWMZPDAH+LkPWl2xAU31u0csDpB8qV74e9/NXHFhv/5
8oPpwPrAob1Omn/6sUWGwJIUWORKm3OPQ0f9qh0cEk+Ja2+XOsgfVRdEG0JoPp19vbd1MSX+SDmZ
XXNrCgkgo8je76g70dfSIZBJJYaxv3+Vf/neoKlTogSZk8amP16+qutUG2T+pSbAjhiYL2SVM8cP
S1Om3xal7/c4UMz93//Qv/jUJbkWLi0TowCd1H/8oag/iZNo68KmXBytDvgMieHkv/9iSpMStsAD
oo9edGXf/+7b37FYYcAwLwSyAGJG1/RIp+Tm738TStD+v0+Z2kh+BLfea4PYn29tJO2zrmvS07SM
SAWd63IGyWRRHwnEsq5PcWGXOCYzX61HMuvZRlTkiWF82kLtZ9Nsv7E8RMSiSuZbbLYOx2pd8ZHs
ugWNl9kliU5eu8hgreuJbHS6BN5DroGH4RW1o/uFAikDFN9wXTMEafPse2Xz3AGn1AR72u47wXjA
0TeW5sgB2O7ZIxC7Epz0GpvsEkTv1TVS8zRgGw+BQYqDiSQw/HNVnodmmhLdodxj2fR0DDFtWWo6
xYa2Lxz+I2td0Tb66YqMFKYDh1VQv+2JnUSqeY40PJwVPGD7obNbOG89UE086aIrL5nBV3CX8y+s
KwSSZFSvXf2BoZhsdtFWJqzgtoGz2PY02obY9vgj7RANX05StUaYi6svTFnTN3Fj58BRyM/WrnYh
D8rOSB55H4MD7jngXGJBWcW+0Mc3XlvX5YHaleHJRPom1VUN0aEyfW2ETW8xwfdu0sYEmWqd7Kpa
jPU69vr8m+M65rfY4Gi7wcW01CdLp/BeU25h82pI3BgrJ91QX900zuS2uCfsA48e8CO7Oo0qS27v
AxMxGG1qUZZ67bQGMnNHqyoyzFAFj3bqtvdxGbe35BlakgQ5loYqIxK+qqUhn3moxDv+dnYOsvH0
u0QQPbFvgFbZ2nl3v4y9e9MCsf1MAp9DdYaDTZAAm/I3ztdVtk1zd/RCoAfqxPGQWdTixF2ECZCE
aGeaYObWpAd0vk4C3TA4YxJFjMH5sfUlyL6168UkVgU0YMoQyH3g9tfNj5KOY8Kv2GRvcSgMWWjn
EzIxdSOEc5fMr/h4lzz+6Y4TZFUH+2JOeLubf5qaItVV2ftsKKfcevWxsZbrJclwbvmOvMqfrbaR
eZGPb+ucIuFzqzXw0NLVNf61XOrHIc2HU2vX9rfJFTrf5/hLbwDm6dsaHAhsQWUBXslBu7WrYk4Q
BkolgKlUS5APO+x8RAoCzeJ9m7nLFZPraMcMyYB2KYXJBGfDZVCs2QShBXY/dEiGYtQ41dBXRrWi
AFwuBE4T/1vLylSrdgRay8qTMzqLZzPluZJK9qLkN7INk/z0M52E82whvnzooU0ffXIKeThm3uyF
lqHsT93OxbPj47fN7SX9EUylZARygh7jcVADWZu4mg8Bi83bduKrByLGqQ+qrI2J877TgIXWfECL
dMsfphnF77yC/rUafdyh0NX942iVJEqkqIOPgIW8y9zVebhWg6Hs1s6i5veoGpYE31x6DQPFhEjW
vmGa5wLwzwdsXS3CCq3+a+ZjyBAtqvFJWFn900P5fZeVbBsYFVb80eBAeYGXddWEg6y6Y/NC+Z0Z
IORDnwDqgQmTJ2HY84nfS8O1jBXBjPQdgkByxhOYYHeHS0KQRS+Jt6UmrqNuo0T/XBOPbYC+os0+
1844PpnF9RqcTPXCSt+IQ9IqgclM2uA5H6YWTyx+YY3g4UUXLBFFvmvTK711EYz9O0RGuw8rPSZn
004RdX0E9ZkN3+gULIwrgDIjc2O2zd1UfOtOQbROuC1P6xlpEE8PmjGxBstio9zExQWizMx85Rri
5HFUZ506gvLfKNdqgYIYAcEP7FfkYWs9Fpec6/7q2G9wZHWD4973mqZuYo3x8oy6UznHMdP5YVzo
SDlP3Mmbj1J1NWhzh0oAYxtQiM0dqCVVhNfSqwk9nGTXxf0KOx0RXWAQbqmw9fidth9JvUpAtgR0
boeO4jhuzjZoJ0bJwDoaAbGuc1/kmcEmlwjIym0sVECf/x1trt+KaeUHBHbWPiGF68MuxkrbWHpe
S72klI8aPrtYO/UxsKrA2RRTtuwWWzdx6KA59oAd8ftoANPF/lqifWNUGQsL0469984t5pPTmBIC
/eIBYVS2Z/wac6N/KcYogHszwT3c1JmZfigC5/dmVYxfRuKKL87fzoKAk/LRN12SaMxQbOTwoPfF
tVhAOpfGSpJqY9f4EsWLTHvziRwz/r0GxGe6b+UUD9At09wMr9TnZGUk3Tytkqaci/UwFW68xU9n
/3KnTOBt97t82nu0e2QhqlxuhYsmrLO3C7JMG092/m3Rkyrbk9TKxGa2W5xwZkA3+2aEKGOHY+m0
ryRffYr0hqB8jUyweISTMjXcRAGXz9qg/SdfVc71ynKwQeNiKRviOo6NxX5NoN8CKlx5n1On82qD
6cpv2PP16Ku4EFXKfptUbugi94zbySmxPE0DYiHk2rwxNib+E+DkSrG86M3p6iZJiuinPSFXDJoQ
HFH1ju8O292WJQo4rAjmZ5RAigzyjq1mwOqCRJGbREhgNt2QbqoxF+Tj4pUwx2qWsiljxbDSaazb
UKdc9Rs/j5S1ZkDNnRWbl7gNMyPhMY+e27dn0wKvte2FliNxi5onlVdAfNqnUeUZJ+BAY3KkhC4i
7uKiZR5KtoyvlJFLSORE7HEye90bO8kSQduc4yh0IYkm65F8QxRWBhjXp9J2eP6Qirp6Bsqyc0ny
Cf/DIszQrCLMUpxPloGsjcgjUtG+XRacmFgnlqu2hY0QLjYjwwp2mXFneQWGZ9nbGb4z2+PgYCNL
8XZGqOKQfwfBPszlvBdiRGBb2vkORQS9raGRQssWGt9pJL4nZSu1t6Iei9EkALrCmTGm+3TGQrNl
ZE8WdLapMfZaZOWjZ9hKgr/XBILaFIsn1imC8+Oxc00zeY5o1CCs5y5BuesCES8hIKml2hZDp4if
88Vw1o058FTru1SmP0c511g0Eh1ZzYZqhd7ctWPcAlUIWtsP4K4NzZRvlTD9/G7OcvT1vDqOcW2M
h2lxuqsjqCzxncWgurgc4uar543GRIrAjOyqKre+mtob4F+OW4jQVrM4KQweuAM4qSh23kqJEC8u
a8bFaBnEhmHx7iCZBNTUREvxnC/wR0mLL8iVzFpOsqO2xd1MMjGeJld43U3pjeNwaLIgH8klptmb
Ske/OPzznP+/me//Ia77u5Hn2p/2h4Kz82eR/n7p9M8//tvSySHvzdaD2iwckfSHW0xY/3fnZP3j
6vCmEo9ogucLydT0r52TBSOR/5A081hU0br878C3MP9BNbc0KT9l5cDf+1/lvX+rJP33AA4+0eOV
4U++mnXYafy5zVEKY4hZUm6dfjLdfZ1lfbUuJjMd3mzNKyP+ZnSSbgkyQjJMAcdq0gMxdSWEmcAe
u17bjA/21Fg+8H/Gi4MZR8P4TfNe3eM8jHDplDy9D2RkcoCumbKr7VSDndvWHt+jtUBpjIBIFZV6
8XmQtZAHOT7tgTfPxLw4fXRXQHLOfZmceGU8yVa4+S+pJw/Z3558Ujgkosr+V5bkKY6uHltYUhc6
/TX1TGxh53VdcMhmTq13hBKhECa54MnJ/d2/pMkyJTwVCcmuGWpE9MSUE3Q7Vatpnc7G06ChtQYa
ID8ObioDL9QPnTo7tSMOXkVG0w8EDrkruZcRtTGHoUH2qgP5YnIQVJAa4sPkRLYZWh5PzMX0n500
eXXagbBuG/TVpnGnhbc0Y5u+U5GSM4qzPYpNFRPSgh5tg1mre3ArkW1MzpamtCG+0QGYXF+mSf8C
WpVosNcnfbik06hfFvbx3PP4DbrqkE81da/Ytk5KAj3a1rkxHeAlkd2pRFMeem7RfZi0nXjqe4eK
qyQZqzyUKpLRYamNoA6j1hEP4IVhxuOfqyUwFUqrf2SS0mZs3TDF2Gw7dnzPvSmyoYHQqGL1jCN2
lC3+peNgGpchIc1iVUKQf7daNX/mvewuOgWPn2Hj1pxgScrZpIxojfMeAmN85lRmHeZU2F9FLxLc
Wgwm4OqbyUuSbTWRWPjJkOZyaEJ7zXauA8j+3DAXAWIagvEtJQGKEX/uyx2Jrq74YPZu5x1eqggl
buiIns2DbqOHBDPX3YRBh6AbenPuf8FXKcRXTkx7esznodVI5n3Q3RZTSU5xNTaFjbOX+WUooYyA
i2xtgu8Uktn7HqxSs3ATznLz0JBRtn6yqUJRITpuaiph1FAmQMTcxX+/5tDSe56wkfpKDSMb2L/a
OG9WbBvqatz1Mojq2sOOJp16TZdGfFaLFeEAM1HPu80Myyzb5HXf1z8C6gjiA+Nj6z8209Clz3bc
9+SmQXcWOJ/kUvc88612wERmYj+65djl45zlbFGIfSQ6CTEAyITNKUWJYOQ5xBNYki5P7NK3Dng4
6xvY6nLHgNztLETwW9kGQJt6cPF0UVWrHFIqQm0MmilvqenJhLVl+hg/8srreQr68EXJDWB1ywlq
D6ZqQrHgM+KVBVvUompPLKncZUFEkbTJopziixwrDycgIFyRnhZqnOC8rfB250/Sh9G/gnfE5Zsr
9TIr1d1wj8v2Hk/HY5XV+LED/c3eI76dmuiJ5al8qPMlPpqFz/texy1qk2K1vxqBBHEaDLy7spns
J1lYPh7uqnN2JnfCo5Yu3EOyz3SoGMQBYmakZ5NgzAWSVU8vwTCcOqgRjFSdh88areeakJ4wvtjj
q1M60M/GFljeivxmJ7d66ThEsBpZDb0tb0yprjzLdq52tKeMe6CB9btVYawdrdTZyNGhMiWRLBoc
0sqE3SJAYKCfwqExAX5ZvXGwitQ4q7G/FwMTIUkSTleVBjJBkUw4RlfT2NR5+CwsQpy+2xD4g4V1
g8Er2BRIsgx5JeaFcT4DRZx+uKOh95iV4cPRv7Q3zJRovCPwCo7WtLWcnNYzxxA3TiqH45zo5A3W
sx8aYBfxwHvd1p9UdAAD+pj7XQSZN0Mip3Rgt7gwb+JCZbdp6dYnOqO7B1pp0wMx+5mgCaY0IBiG
8UR3+w/LxZeb4st7i6WvLu3AZKXi2l4Jxn/eEY2fyEluTMYjFHrCwpFBK56XFZ/xMqbgJPjD10te
YA8t+SPSWlaQptL1hHK7LZt+hmIHT43NW0B5p8dENPlkCxPDebNIut44ciSGSgXFkTnhZrS6fk1Q
g8bqxXQ3NTzcvdMH/ZoeD31WXmwfp9GNznGdRDubUX0/kT/+nKOx2wiopAevyVBjLXA9qK4/CBuB
eKVf64GT9bYsi+SUx5TTgF20b5wlku+FiYN0ZZIO3Dq5kZahE2HuCsjn3zdVkT1plKR3i845AP6y
jcEqutWh9gf7XiQzymccSfPASk4B6I119UII41JDZQshIlsPBi2j4IESIqpmwyxllcVl9M3HsXOJ
zpaZ99GZZLTLVCPpmj0JoNyWFEpV9mswY/DLLOidsTv9NArFrSW1O4u/D1JkFHrBdWtXzA7eWbIS
j2bumStLUsPEf5vqAWKYv0lYZ664dVGKVQkF3pNRx8B0cx5Iha/azlxoQ+7qATjL9SnumC56N03P
BZb9xfYvbey1Jyufsm+9xHZ/UkDgUqjhMPQV+zdMDwqfMxRm7MC4yPEwZ4VNr48neezEb0rGhEXu
U7ZVzDVt30eesUliIwOjixEtpV0uw+zeRTDCmAp8P2I9YMsssenX4Q6YmI+mJSwGw4NWXqTCMTcT
dSs9oy+/0Fe86NPy1Ew+Q4IJ+GCurA/wqFm4ILZt4RlisyuHj6ItrwxKne0BsKb3kr4IghBJ8ZTD
CpA7I11sSowQ8fJr6Vi8hWaVlaGS9EUPHPHXVU58Kgu8YdMRicXRBol66w79ss9JW1BNgoWAsXcO
qVorVs7Yg0AcpN0dRKrGg2HM6WlJXHo51DXXhrWk/snmjoOVWyc0KaZU2kVV5V/d588UJFCE4mD6
tFO656BGZWfDj7PPpi3tZ0M1mjzA4KotEODh6DpmtYQo8dWtV6Tjz9oe2j0xBvcbMQuojTsN+2bJ
vnTUcICLfXGRYxEcZekND76quWPwd3HFZMonMpCliUF0CSOXYj1B7tV7bHqWhm6Gi3vlzob8iQ8I
rtug/efWLd9ouB/ojHOIKqUJ0k1vjfaWcXA4mgaz7KpRUcHMpzGX0LhA6AwSr/Wonai8TtxFhcPO
ruwzpQcJNtbgUZSJvG84+G69hI2smJPsvmU9766ILEYshaMG2ItNvcragzLyMY1OeU4zz9ovtduc
QQ0pLD5tuqPWs9jXCRQDIiRSPUEQmk5p7OMhAz52DcW74wE+bL0u3dbjWbH8MAJUsWEUrJoqp3ob
fGoy/GjE6m5jOaRj16phEMKQcGGL9CkiDiUl9sVbpPmmwDEwUotG4UqPR+9Vy9ahSt3sn3koskEa
poXSz1nltxhKuH1Ptjgou7M/7RLbsbJr//mKAf2BfGzF68QeQKDg3zhZdA/Ccyuvj/JSJxiRDfAK
wCvPiTeZ51IAGIZeihnJMRrztJSL98TqpLk3fUXOX+QTR24m2+ulMCf4MkR8vnaYLtvFNobHURA5
G1y2Z+B2ponelaCM+o/Yg+ADYoOI4ddUVvKBl/vaGRR5ZHWkc/xbTSqsH7JtB/fcESKf72a2TvFr
m6NK3GVKjJJFoicX+uVMW6snQQCjORsG8A52FNLu10msetCcKROME4A+zrPxGJQtz3OFIdo9i9HE
aRKXtplTgtJMgq4nVu4AsgOSZ+Qn8ngv3bHYeFHPZkIwsIOOwyso4FTZLQ9k5gJyDe0rv1eDn3Ds
ednXNkeDByD9cm1DC6ZuT4amG0wrlyI2jEXz4gaXvnWymzLvsQGXhIMGTeWQp6hpg/kz0d7IzmYA
ZLd26ahNXHZOgF+a/ZCk5cHzY+/guuX7mBcXZcFpxlZE+9E8vgMJKdnppWQl8gImrUsRpYef7BcM
dWRtbt3YD7T1PugpeRZtkB+h4kY7PF3emZsprSyGK5atYZvpZ++1xc0UjfYnpHV/uNVmPf2ces9f
9k5nzAmj0qTFYZwZB9ei8LrsllO89+EKYS5HnIqlwZaE+fBODCorXst0nr5i4fDow1GD+a4U3tge
WMXxyhBKrH07av9DxWnJ7tKJgmhLQwm1HKZd0Dk1B457YLfK+2GkNSMs26ym25h6HrPwusQ1Odh5
4KNNWxKkkn59xfTECZewj7yrDgBUc+doTa7u72ZJEvDTiZ3I2iRQRH+m2DRoYWxrQo7QMalvkY1f
ypMixpN8YuFzDFJO0i8vhj/y1smYRGIAJ4DbuYs//LgEAfBaahcmWjgBn5LPnxrQtq6tYv9SRJEg
AaP7Jr4It/CjszN2DfDtMcJyXC6pdjcGv9SXnfRet8G9NI9hl/WWCiXAKHerxqXHqIRd3AEpafwf
9s5kt24k3davcnHmLJDBYHdxzh3svlHfyxPCsmX2bbB/+vvRmYWStn0kuMYF1CALyFRsksFgxP+v
9S2euYaK9CwsuIlI4Gyk6FS5q3pXAd8nMLAd250Wtw8W3ueDL6W3NsfWJ4bY0y8BEkSbagI9K/y4
/qZPTfil7RDZOVNqPwJ2mWAWG3iWNL/cxuSV4L4TULgq4cBJDrMhfcEsjdEmN00klHoqju4AmAe1
8BP0XhTEoe5khxC26iHoxbC2kmzCdIECnq5ITI5WVbzQmAFZlbI5+JZFSF8XQqR48Eaw6wtCneqd
ZtXN9zGdioNOOPFLSR2F5dAqTW+V6JOEL1WicKW+gmdlbuGggJQcBWPdLLcasBSC/AjbXOhBYWxF
IBr0EIZ/HI2g2zqaJ65GvmrrHnvHBtXqg0MZmqK3bawRRNbHrlC8f1MuztwxEecBnc14ocraffIi
/CaT0JsXmN7tMdXrcANLggUEst53rWzqY0il5iYYKd8t9MpFpjk6kMsNPjyL1mphmAKcpH0lTU7x
vPYbKwPbGky6yx32r83Zkp4Npn/sJd08DtnJ3gnBT9Clld5Z0wCS8y3fuiUfI7lvgiDZA1iaJN1M
vyU8h65L0QpjP1LxX6Xt4B/Js+1XQhjJrjGAz5JGUK7LLmrO9ZQ0qp3vV+VzDJ89iTkW5K13qdOw
aQ6Nhs2R7aQVDBgezdK5LCt84tvEqKXHyTgtvObyP3XHv/VulAQ/gEy85lH+tu44S9P+Kjua/yA4
HWkaXTkXdKQrUZf8VXbUgUjYCC49xwM9gX3b+1fZcdazoVpAbmLDkeD1/xdhwv6HQPuCOkjaFCwd
+mh/InUj3eGdIsRBXTur3MjBooKpu6Y3q1/eCE/EmPgdzirMeqE1RNvOgiPHbKcfnW9o9CP17kLg
eglQQOm68NT74rWHZQcHrFfDN5kZLLkhqlr8MSU8l6U1+BiUFFwm4M4aPGjC1wmGIuOzEnThXBcx
R54ZhCWJ3DXumsGyL0ITEcSa8L0pxYDmVpjoOSaHi74l6OA86SXcAAYuiUDv+ZO7KfQ5WFmoZWl8
WCkVkcICew58oQ7avaOgz1/F0HeQgzZxAhPdDmiWOVroIqh29PBRhEHSLpWX2e5B9T0muxLRK2rs
Zt7oaCV9KL5O6Yoqa17BXpLjcZiFWYtCcIZeoh+JflROFN+02PTtNX9CqiVApRbzoTEQJF2ZsrqT
ucHesJK1f++HKsKTaA1sFqrUkpzAVK1uiX0qNfhbzcihoKQfQROz6L9GVY2zGXxEba4HXc+JMJum
OQJVKuOHKWhmrDu3JWfLmsB4bUONquB6oJkccgvawb1EnhPLJUFmlN4o6pFyoEqnevEIgyDCKlFi
RJI9ksSnlW350FRmVmwJ2NLLZSq7gKwuVD8XOVFf7jKgz8o6Imd4TYBwQJDmPvrjmlO4ElvBAosn
VuOkhQLXd77EBKew3xbtK+kaIj1adVw1l/RTYyzGAsAjj4Hm6d6r6PLv2o6C7YY6M86M3AdYvrBc
SUJ2TFzGyK6UXOltThH0x9xoEtuBOwoe028snCdh9qVAwES7ysMo4S5KvXKG+34gYGihcEpHW4hF
cUA11mlIQKSzRlRDh7h50cguu7KQcObrEPLX8zQKxUE1sSiDtmHHWcJRjfmlGEvnaywsw9oOk1ld
SYMd50I0Ni312HPRZ+D5phdUYfyE88Rn8MztwLavdNUFDVkX5HHgs5cTzuEqKWALaT/N+a1j+pdW
azVwJIL0ljq9fss3NXb422xOrLhvb/mgF95mZAvrLIosQW6fskn9HndKPhLGoZIVnPHxwlGO8aob
rXZRBR2xAh68hASGZDcIsgOM/KmD9f+UVHFI8EClufq5RmGND0nk/4DiEh5llwbfwWSLmwZd7dem
g5qKoiv3XxotN39EaVk/i7Yj2iaq5b3vgx2DDqaqnRl3gcFbEwYEAFqViNe1lw8H3VYaKAOc4mwP
YAaO7qqhwcW85H0EnxUU0bNT2KO2weqK4zOqBawKN9DxthZdh45Q6zOPLEk9RufhK6rSC/REEyUO
u2q7pYFOAv2ABwDACdJqOVN02ZeQZU8JAZ42J22TWPHSsMOXInS7J9ONmnsqa4SZtXz8V1UIJJyn
Mrav9s9H3RiVugiyXlzxdKHXK6PZZ2FZv9Sx1ZBWMMj6hWoEF1VHMbY2R5mcdAkH0chuVY71SlJx
Q2pDzfGFHjxAi0VCNM8XQkOaYyNmImqYSAwLJP76Dj84cLxNQuskoiDQtnekCkFSoFxh+meQ00N3
QaJ4R3ZtDG5qyZJFX0RS2Rwv3WYws2kDIYf8vhZcCsRSiGpRdJVbQPs0Kq2XSrejlo87NttND+jk
RZ/11BwLSiWRGGD+3UxBkJ17MHHsMxXwx2tZkvnS27kR30RAvo2NNaKb2tpFqLV7s5pYHbOiNMx1
PFaigp/OUWxYSzVHzDSWdDc1oLlkTXqOfc+mHnYsGiHDru7dCdrByqazTRj2bL+tVOeF2xKVEccP
f6yNx1ITxvgNf554Nqk1lWuRsrrtUKkWV15RYptOXFRXywIU4rSkgdBehqUNfwT5gEYfvNdsWHVU
EqiXe13zNQiAkyGOqGbKK61iMI5RHuoc7pLyPoIC9SWgMkZeGC4/pjoviy9wk/fOGF7wtY0w5gIL
MDhVd9bFf3ZHf+2OzI93Ry0V2O/v+rLzf/D3/khng8RmBtT8rEml7/nP/ZHw5tara3sOalXHtmx0
t/8kcLE9msPmdN0g9A5q16xjVUXbhP/zX5r8x2wdMJgxOi4C3RLOn2yQ3LnD+1YYbdOpBf0vBZoi
RjOMkw1SXLeRxqHkYaSQxrHfIjIMAyZ1YP1ACBa2wFQeQptqDMyVRdU/mzQhKSqaFOhJIljb1m1n
3kISWsRusuI77+F3obcI7bEHTuJqN810W44DvSQiRrIjotGzokWuZw+B8WgGB1PcGNrXtLF3ogEa
j1Zm1bad9lAY38vOAFd5rMQud8ylpV60qj62U8aRopZkeBp1tUSC1FAInPOmm7VD09C3/ZVpu69+
DSPY6BduC1Y0gVobz1RZbOPzOS24pEjr8Y63+xTKhZdZSzu+GNz6xppuIjOi+2GzooK6Cbr+UHXa
QVLtmpdEq6sERSUO01kDAbEFdqAbbN9q7JAhTCW/rnYQ8mBFZitHpdvQ0o8CHs04PXcOwNKUytMy
8vGCNs63MUVH3sTnfXJe81qboIuXOtE8yyJy9lwZu8p8E4MqNHJKYj3VxHgGLmkbYuhXraJ7JUak
YD+0Ily52Y82NNdyAiVT37ve95Da+GTPpsHJu+mkccGXAJYHs2yrMF/HSXvOjuB+Gmx7ZxpoVKl6
BJs57MHLAaIDUjTb8DWk5i4NmAJWz1rlxA8x+HQEewSFxjt3ZP9ljHQPNOGgGor4RERxcNCyMyG/
wo95AgRLsVRoz1P2QnQtZQGSjgoQHIm5NktIx1QHXih551sgje3RNqW6aEmkMXPrgRraAjMXSBSe
rgVOyOLoHlioxXobUKP/YLD5JsCMGon1aAPaoMF3kbVshhfSUYfRmq48Tt7byD2iHY6WGhTwgLyx
NLCOgxyMiJ2qeW52NGi7fkPbnu3wsOY0cJxB1UHcvlZ+ylQu6sNg52u9KPcms5Mv7A+DsrFHI13S
mMS7tzEqQndKiUFQg/HAaRnQte+ek/6HEZHvOXFjwK5nBSPIBM1pSeojd8LTg63RjbRs+dDk7s5p
ddoVcEC1cm2khDTSiAoJKendeDUl1y3beWxpyBanbOm641YrXUyr0aXvxOi5aO50xjXn9qXu3sqo
x7zRQxKm5KwhFZDmnlC0JfhoqEggxx3tACd9SS861aJNrr6p4g4uXKg/+Nj0ad/tCSJZF9S5rtAi
5XvObFgKicketWPpgkqNMZ+2XwYEpXZ+3UJcFiEWolxfjz1UNDMDKZ6H2Of1/qYdIIdOxaUkWcXS
64UpI9I+8hY0jX7TF49+pB0MAEakEWKvh4hLEWOjDxd0z/k3UMvzDql4WDv9D216jPQnwT4lLf3q
us8S4LthAwim3wiNDca+sW7AeYfLLJPtpmmvjRh3qp5tRHMYZH/bVvF+UtcFb33U1c3KjvMzYoR2
UUgqi3MpOhTloARaGu9QnKhBJy8NFpCwt4nVQC4monJdg73yY3vPgXCByPCqSJ7tUPzw5/RuAq/a
7m7wQf1ZvA3ulDOrXnKHWHj6sOgZVzU8qXF4aUrwgn6yzkLeNJwOS1Kq+FjfZz0RJbzmpU47rWJL
Ob362g+SxBcdcLPSuiGxbtvE13HsH1R3Qe6ud5xM44lvO1OblGEjeDHoZ5NDeV/YFowiR19jtT3L
rAYJ+AEY4nKoQoDvY3hwZX9V1zSzmC6U4eGvhLlDLTfeYdPapCNgYdfUyVj0Wfkmf9GyoWhmt2hy
3UyPnvsVbc6i77nDYb4pyJtk3mFd1rHPV9TJlyBmJYht+rhO1v1w6ukwudrZNNzq4T5stlD93Wtp
lnfofymH189Ucrc0x3aJAcyuyHIbDUnF4g5SbTpzqeyskClf1FbUXCBtqABnR+kLepor6kAYcL3q
ysm8Lx1vLZrIax2HPCJL/VnxkanhWX1BHEwVKfeMsyBRa/R1JCYWc9YCe2Zi8S4zpN6ithe5hc6D
C4uOdZxc1H42fvFinbXZ2BMpft5PNt2E2t6UYPQuioKwHKPo40MiWiqXjb5DytKuC6AoiylQN1UW
AqGuwQE1OmK4qtdNmBeqs87MMhwe7TpSW5hx9b1JSifVcZJh2C+/dr0nHg1aort6QKPQ2QrfRCGS
pzpHQirBjRAUOayC3Ifymsp1R3Nxi2C5XXCBG1l0O1m53zKkQUdN1cGeggvtABi1oDXalowIp733
LbdZ4RKN4KmzEhWRhcCdrNVF2LmPc5RAFEKGgVz5gLN4aRl89T2nv7ZSjzcyPK8G4546LEVmncpp
EWAIcI0Hb+Te1fJGUbPfohK66ia33wOGX0FHemS76nPgB1i5GRpgeeUPYJcufVQ9fzGqkkg9YPuE
Q9mIEZXvgU1jYlGgLfSA9yk07oVFx6drj6MMd4M3PSKFhleBmr8Btc8VyI3A/jJa9h6o3N5oCEhT
OQ/YaTke5dEan2KyNC2tWdpNGm2CsF1BAnnU8/6psMRjif6SDCMobXm3D7PqKivrDerlx9rptyHe
GPw3A1kFhk4Gel7tigBVD9RNPvrKmebPC0d1mrk2uUPowuEDZ5i7w7jhZkZas5v0Oei+PTZ0h35k
rlcf0zJXK71o8gewx+5mHP2B3i8xnxx8FbrOlAQEcEKR2WylrZrrRjNpBIJyuAQM5hMmHoVATPTG
b+/wH4RrGUfBF1tWdPO0vK6NZRnKETONDdIBFTYi8cBMF8D+yn0ZOT1NnBGxeluKq9yX7ISiWJ3n
fYLpiRLvtVsn5KeVQ9g+0EKV4d5uZHkNj7WYexExH/+xM6NdQrbtMunzLVgTgklEGjgpSyhaZo4o
PhVmH0bNwaEETU2r7T2I+irJDknFewRrRnOOvNXqMsES+ExYIVUPlTVn1N8G4tQdZX3J9bBwgEDO
RgxiiDZ2pbVPBZNh3bWAlFYh9aRgQ8uLIkbN9/Xgdk16Jlv8c5wLmz1rorWm+jNukik0MxQbDl/R
ZNxmWjIdGzMIrkXPh6Mxxvxca4i2SuQ3hMqJ0x8tthcPbZ6M+0ZSEh9nlWCBZu7MHIgvR90wPEt+
/YUd8kHqY99E9+I5a1cp+7qYRvfcU0NxzU9BrRITX5j63SqLLVapGNXhaKAb9MDS4g0Ad8gPmL61
QPi2qeHsS5+4ei9z/Ss+xhj8qbWvYurv7Af1Y1Ka2kULvvklj/T8IXSK4szqSQhWlKgW7Yi4Lsqn
EZOGKttsCbLW5Fh9z6G6Jyu32nokoNLChTifZoDUHG1hWi4k/RzqmmYl90FaP46G5m89P0A1ZqPp
j2vCa2Lji1PS+yCrIFrXuTXeaVNSfM2EZz1QxPPXWEr6nUKmuEqNUK2A7/gbMbr2vZN74UxvFRiy
fGNZVb2GB43z9350tXDjJcG1Fxv0mqmKncu6ao+F2cU3MrW/kStzqPPmse8izP/XU6Wew+CuKqae
rkiXnCdhue/jqGALZzg73+r3Psj4y8b3IH303V1Ewg6CD9XyjnrhmRzkHXWHnqTs6pwgAk4+vhvN
RUXgNlH0WoHfW+YRcS4zE19Uw22NWFvOGxL2hjtyPfx9adSKpjpFODLQgwiFRxnbT0brPMSdbi1r
gka62LryAdUe7E6excmPlGe5GtMIZKlqrvSYL7EfR/kKqV2yjoPp0dLEY24NbG3jID42YbWkPYSf
rfNuUjfALhIcwSmAETL7a3ze2Imaq8YE+9ioltMBhEq0EGLrEaowdvK5mA8sgtNJ4CQHgx7cArkp
2g/OHJ0NMASCDCclTw4Dll8mio02QjlwL7F0bWRNu7XQMNtlaCA3tSYegohs4SySUP2akGhIKOXl
amLevuJAqFZYIvx9DTgNDbuGRwbGDLQqq0CWBAQaLwRauQ0vvTon8aW9SKIo3lIljVGYV0XCm5HN
IIsqJ2nDadWqSDPwGRVOPLJHu47uPJLVjPRxcL9gIc5woRRittDU3zvo8f0yLQudXlPUr/q6CF8U
osbVaIYH4HpKnTUdjesJYGSL36felVrtt5sy0a3oaCvq69OOTtL0RIMuWVcacNPReI1BKOHLdWBo
FRh4DPuZ0/BMDhq+EvkHOwmw838E7n+DFWgVfdRpOv/6/WvwVX37Wr9tN/38j/6qp1j6P6QzN4yp
jkAS+FkZ+avfJM1/GFh+pSPRvuue6RAD9s96CkAG/l26VA5paCjQJfWZf9ZTkMDbOqcXZMkuOngL
Evr/++9vw/8NXgF+pSNZnn/Fzf3r//+fvM2u2Lw16n/+a66WvFG5GzgxKPPwE2xU8zPH4X27yS1R
VhthiKQyTIf95M7E7IDy6Zub8veob0d539RyDf4+FyP50TYNLq75ZBTgEwbmOjb7VnUM9eq+a7vH
1hrWxNjShZEoDj8e8PSyGIpOnie534aFNX1217/polGXhf4N5nfZeLZ+GY4lXwSn1xZ/OAoVKLS/
Nu06nq7+s1T1ZpSYZBNIbSMuYxJIV3CXxVYqU159PMr8CN4+IikMxyPgjI6kTe3NgHz/9lqIqHFT
o84xSJFPv5xQBwLW2RDJNRtx74Y4/tYO1CU+HvQ9foAnhodCCmauwyonzblN+nbQkaJ005POhge1
Cmj82M0GtZzGwUwArtTBaH083mnmnSTtDsWJNE1d6K6YX4a34xGgo/uujXFZI+TM8dk4MRzEviBp
Phnpl6mBAl63LNMFOcVZyjm5MqrchYhj8NS5hc5knCT+/hJJ4MfX87tR6EQxFhAM0/hp/H8zNbqk
jzHvzgC0KoSHR6XeJ7qPb9zwyUC/vFq0n7G7CB2jjKC4ejLTY+mRHxp6zTJN22DZ9kmyJffWIp0v
MjelVogfqmmy3R9fneVCLjCYGSaz5GRKFokwew9NMupJm8aEVyicEXX2GR7hl4lv0gUXHj5Xch3o
HL2fE7rj21PR0qFshMzXtsyHDc54bQP23ftkup8+Lk93eY0pNlvCoMR9ekEIAmyorhCc4j6It+DG
AFv1wAc/vm0nLxVTfFYPOCzpc3PfMU6gElWV6oEnJiTDTpnskoADiEjPskekNH+jjt6t829X3N8M
RYsXMYFjUzw2vZMV15qI74YySsUVFOucR8Cs8JwDqd3IbWnbfDIhfjecoCfAbOflJWzz/aOqFGKE
CnM8bh7bUmvdJTULsjWKNxJ1NWPZypSj9sd38+SZcTcF+i++HILsD9M5NWiZRMAoN4mIAO5tbV9K
73bepv3xhQluIBOdm2h5vzwyAMiVslTBIEOv9rRFQTlSAV8TMWushx42y59f1Lz82Q4rIRqsk+cm
3fmjkgHqYFGJNq1TpuvUo8D08Si/Pi6+9/MgM4uDSc8e5+1qm5tpNJYkdC8HtGELP9dSGK+CckqD
D3f2lH3yJv/mUfGdZCryvKx5W/N+PEdq7cTLnCwnP4Px4MpknRrEsX98Vb+OwiNiE8P/5t2GezKK
R/ZTh/ojgQ1HEFrTQT1IWlVsPh5lXnXefI6Zdsw1NjQemzDDg/X+/loakBoR/e8UUEhIeZV/XKtg
mvOCsL79+VCWw/LOVtBgrp8OJYzAmXrKEkiR7WXYyuFWGR58ajHGX/98KO4chkreJtxA8719871q
p46Ys8kjw8EOiITzh2MXiZaaS9/+8VwwQbjM7B6BdBTL5vuRiKduIpCXFJNJTEioEkLPQ0/v/BsX
xKqOSIKd9HxZ74cJ0Wf3ROdk9MloJ0yckIwL0eKmuNBzrzx8fPd+M/PYorGZYDuBfMua37c3d6+P
8wrfPsImfc7Q5u3qzvUicP86Zf2va/pvRiGNyjY9k4XWYLP+fpRM03tr5BVd9jVK3VhN1J1S55Pp
/dtBTNNil85MRyv3fpCoQ9PoGwxCImm6jmhcXgY4/c4/vmG/eYlc+80oJ09HlEES5bRc6Cz24Q58
hbmYgO6vU1gEt386lGT7IDDQEKass/d7f0EWSThj1ZlQNHs+vfSjrASdvBU/pm6rffKEfr0saRss
cEI3AN9RFX8/FrSTRPQS+btrxWCPHSc/a8ix/MpZRX6yNvz6nAiGnr9Ngs0JY53cQaQUWjEWDFWw
rq4tmI5k3xrqk1F+/VCA3jNZt01hcVI0T2YDUTw9KTbIccOAOJJzIgyKpzRI3ObYYaAql4nQUveT
GfjrmBxy0FmynSCwi5Xi/U3sObyJvggo+xomMR6AYzBWI51NFQxjacKq/niCGPNTeb+iW/NKBITP
c2fA28mAVJA8IyyIVAjIslNLxyy9gE1tSXJD443ug9bbXrK1WQ9nzmijxjV5J/qzUKV6agwX2IQf
t4FYljkohoXthe2lpPcJ4sjGzMHGS81xKkRr4IkRXf/J8fDXOWdxnIHowdmamDP95Nejag8Cw+R7
1E9ZSZVt6lTJqWPyX7TUpwP38c363Wg2h3jDmQ9P3LP3D0fV+Drqko1eHzvNuMkSS0ALw4JIpxZh
4iej/WYqGGhGOGp4M7fwdN8gfFy6bTZ/APU5DCDpS2zg5OgQz0QeAZHCHU7C64+vcP7+nMwGY6Yk
IpQSDrPefH+FeoCaCVp9ihpV30St/TpOM51WD1dRRe9A0pP9eMDfXSTvr4PH9Ke25WTAVpdKaTQ4
l2CkCUcLzEdiTc6rWa+bpFQgPx7tNw+Qu0ktyvkp8jnNrzPTjqo5fLdlwDmFtLBGlXf085N9LCPz
L/35//rB+t1Y8wcRjAL1GM6K72+lS8uxH3t6vJarECrYhXbMuoBQk0xN648v6zdPjQjA+awtXIvt
+snKC/Q3sF1f5Qh5ynJFsKdzL1ylIwjAv83xMV6TMBx88hX79clhVIZ+as5v4Pzyvb++whVEG5CC
jFhPgT4i2X1t6Xh4vCiGdGfQkf7Ti3S9eXfBlc7a9dOVUSOSuQrh6XDMH/qt2xURiehwCc9SeiuH
GPkcfWViYj8e9den6KLtgrFCnhD/MBM/3m5uFD21wmkZFWJBugXOIGmnkzVI0vZnk9PlT71/91jA
oJRKNjlou05vKDHeTtrlCA1ikbfdYhpldlV5NUghk/XzIZ2S9DZBjgmNEVt78clq8+scotTAfAUu
+bMOdXKhacR+KCoTEg3rujmnkm+RrkVtdOFNPXGIFtZi38qsz3b5v3zJYZ1ANMEmyEpHle9kAU8w
uI95gfa79MANDm6QnnkmstOPn+LvRmERlbOPAY3e6bI2ITweCdzhhE4+8cpJ6hrYk9t+MkN/mSuz
wA88GnfQQwPy093wZiPcNEPdGch0lwZqjfW8JUNu1fC4wn76d4ainsJpEQyxOP0SpVNbN5lFk1Bk
PVo8uxlWUh8z8FTasP3je8cWa654SXSHSCnevwGZAS0pEkO2hKWEo1BntVn5dVr8YdX6Z2FSADad
pz/1rtONSC9UG2c5Yqlc4cxb6AROfLFdrR0/eaN/mejzU6J4wkmPVZl91vvrCbShVlaAOs2rkAct
lOt3cKtKr14mAwnqQ0FWx6YRY/nJC/abOchhlloKYZ8OlaCTRToxYyu2c6Lkawssbe1r8VcrMUX0
bw3jck7neOkxEU8ur57i2rF7NGe22RKaXUYdrn8KYp9Mi5/1unfLFffRxPTjMBLtmF+ux0kKwm14
XthHAndc27R3iQiiNWil+0I3dyVYuzTvYS5XLsnKXi4+eQl+d0ff/ALnZO3w0kE5rQ0trG81BF9u
a+ePrZysmz9/Ad4Oc/Khgw0xjIqXa9mZw3Ceee49BpXuk6LU769lXj5Afc/7//ePTXTdpEHCY6+F
E68m7Swol1qmefonj+13s5/ygz1TnahUnn5k8jrqkrYS2dKKiWXoEVbeKCmgGpjs+MhDdSr/zIB+
+ucL8Nz+o0vksNuj2vz+8sY5nVovGFZOUU6O2xRPj2nQmp9sX3+3AptkE3O4pjBPdf79MKBKNGqW
7O/I3MRFVYxYO5HusnHtTX/842viZTZ4kefqOUfrk60rmVcSdw7XpJWoAKciLCP0YDgv/viNZhw2
kRzjcVPxnXx/UfS4DbKZWLDMyYWtpzoZbCGmRJ/s5369d5zdbTghrIlCp6f3fhinGGQpZDCnk4/t
Ip7UuOpCUHbwTrNPrmiezO+XDrZUgtlHj5I6ojy5cykxwTglOvpDxK9s4kKrtmU9ZpehbZC9l2fq
kwqVMf/2dwM6nN9Rihk/SfOo599fW2yV1ggjdljG+Lbjy5K0y+JrSrWTjBDTq5vr0CrRZjiNV6yT
0knFgwNDyNmzZ9DK24+Xk1/uMzZi9um0TCmW0Ag5uc91LuKwLAhLSpxK20SOnm11yhnXoel8tqPE
O3ly4S6vm+ToSIOd76o83TT7FeaphiibZVoAO82WY6513qUzSqmeIMHqcDxRjlQt4nOpSTSgHH2n
6RL+t4t8jU8HdngKsXcV5pToazyqOl9FWQCPVEGwuEg5ad3g67OtQzLog1rUZY8qe6wd84kA5cY+
DlUGj7CqTRuXcj1UwT25o87P/kjUo7HsJrZ7RJXiggOpKodCmO4iI4eSR+MNou0vooKC343vDTMh
ucGD7D9keurtFFpcBK5BnET+i/RSEMhrvlIu7AN9cmbehShgQaIcNpzSfPHFmJHLOdpsMq7HMNEc
7AhAqVO1MNw6owbn1Y7KjkVC/Ne6bQw7rhd9GpjmOfIs5HDI81UIksYcNecMMDqRvWvPq+fU6diy
8imA/j618Xc4aH6+D0XnUKbMzXH4ZrpBFlHjCyvMfHE+YMgCeN0PuAz1KYsfzcEMZbUYotG3b5yO
cLh9jSHCuipQ3jmbarRNhVJa2mLZjIVnrO1SjjqXDnYnBG3uxdVWjq1NvtuUjuT8EHJdnvkkkYyX
UKVS7V4LMkFYWdfU3R3kStNCiW/o8ChDzAPaME35K3bx8TUuWk2cmW2f5UtyEAk6qhzAnee2TOJ6
L2qibPdBUPg1KUqUgp88v0qsJcsgFCk0/sF3yabKRbQTJFJfxJXMg6MJtzMKVpQDw+hRkyFEjYBF
GYW0lLCs89FENbAwDRipX3jbEn/lV1bu3/p+6toHwypdZ6MSMYjnDBdAvAbeWs/01lBPc0ogUQZb
dQToFKwTQpWzRRLWA5Z56D4+VrVa2Zd5AttlDcha53oAxP+ohSde6yLFLQFQLAt2JpyglA0h2Ypr
pJS+3ASFrl0qDqTJolR9NNyZbY0CLlXSwoY34kx+rSJffybmTaF5svltEFdKOFBTFeUVJpecaKDR
hp9DQU+fwJF0VQPcJWpj9rY9ZBcjY/OyMBBsPolagNZGVW9BsYH8Vq1ayowt5v6gCNapzHXm9pQ4
JmS2wfxmdFlGlpE3aTkEtYBUw5zAGZd5WMSXqomNb7pQSbQqSNY1twRDDnfg09x6b6G8V+tQODpM
P6kKuUwIY8IvkpaVtclLXbwGMTAXPJDC6bbg8qWFB3EaAA/0SfPsxIBgz/FRMvA4gSRaIjWxyXgK
tLFY10lh3JX9bAooAAP2B6ecPWx1SBzwwfVHfcS3kQff+oJjCunEM/o0N+zmC+x7q7kHexu1yxo+
PifexGYXRAm4uiXhWh/PnQRd3RKN7hBSfZ0aj6jPrnKSCxRkvtrkBIqNizRzQ33VaaRBnoel78KC
9htXHeKqDeQyiGLzboKAET5OsOd5GHEco5WLcnrrcWPIexZ+MHw4h29Yu0WyVmZj+neUOqHoKbfS
p13Pmvmj1mXzbHVZPSA1xbFLjTPKjpD8Wgx8pF0NK/bgvrbS2yR71YVv3IcdrWrcIbKB9xuIDpqK
x4xdEnpa2F+6oov06wH8hnrMylG/0WutuSSplOJRr3lyOrIO5ZdwrNt0r2UlAbUWrNhpSS2oui0b
0C3LItPcH90IAnk/NkOLWDRuRXRWhob+DCrYCraEA0BxQXsUvJq9YZSL1lVev8+8ykJSnceltgjZ
MbobI6ri+AxSnAfDptdx64S6wrXZSvEU6xzYXfb7oVbxsg9udBgD3T0a45hNZyX5njnETHiSa7cP
zGJp+2HfLT1/DO1+0RfKvMqAlBurpAI8vNDJzHDXmYsn4cWnoV+dq6xwmtnK1GGO8ioHV7OTjVB3
QWFepxMlNQBkSv/ikpie3COqSoxjqjRb7tCXs+QTYg6Q3GuNRiwhlGvgyq28g+vmKnTUi9EnV2kV
aNFoLZU5ZMFTSuDSS9lV4tFOCxdKjKFlCCEwd7E2RHwD6vXQ9l1FPcYMqhtgKiq7SxOz9h6h/kfB
FnVwy9pdcBTBmGqKG1NMhEGI2IfJA3MZbAunIsIYdL33CXBDQR2u5uZTtZJpquPfKCOR7IMcgOSj
nQOR3Caoi6czJ0Cedp8rfjgOH6VeyW9PM8LRC8fdKTeuYcaEdR9i8YBXs61Hpvoz2LXQXsZN1x5I
2R36PdB5sHSeG+lqjfon8Qm6KMZkl2ckKfyoafqDYkbS+bUPHee18kBwfxuS3kBn1aEoWEdaASKh
nAnDq6TMbOuBtSM1CWn2U927ZslSaldkJlyPkhfVXEKMiX0qc4SV40xCkuw/isqG16+5rW4w4117
XEV4COrt3O7vbhJDluFtVvqN3BuFUTKvM7eVGYhDJ8/uXJ28FxIuQpcEkmxCMXxeY7tKDqqsvXQX
BJKMOCwLcgSSxKGmfsyhzjRkc5MOCFwxwW7TfWlg9KuvVhOo4Abhb6YgdrsD71H0/9k7sya5jSxL
/xVZv0OGfTGbGbNBIJZcmRuTmfkCYy7EDjgAhzuAXz8fSKlaYlepWw/zVvXAMinFjAiEw+H33nO+
Q6TMdd9k4YfbweSLtRlJD7MVXpW4hVhO7LGvoI/D3PTcY+p/J5vgBeAK79puLvpHjkegwmNhkBRw
mmFbuw9utZjWJ5JOA/OLD0Y3u5+50tNxUb2uPw3u2hP0BvJTHUv82vkudKb6ywbuW+5Q57dGwscv
ASRgYMsAAy0uLJbC7qEXYT7Xu66dACdYS+CceyM4uyeRrzTmiMtshthjKH9RmqsO8WGWdNBnK2qh
l40wlGJ2ClOdBoLooZqGhSU+jcug2YcEpnQMHK7k7oxzc2qNF0Dxhj5aRHpsYX28wqVrFzo4UFzW
1hUxe3BnZjnjcuuVSfw1ahR8A0222vMNIcCV/ah89O6EL3XBpWKqK99EZCp97WZLR8slqFxrvM9t
ZCREWWhbHqQRCOsmaMsyPJrSjb4a0jTHR1Lf8MK5vojsOp4nA2MAzyjaotBRO5c4k9RfyDOU5JGb
X0W2aOOp7wA/cYWa5fP3w/u/Ydb/QVfjXzNl/u8wvX79k8j3d8u04Ue/cryHR+3TusMgZlLs/dD4
GoH5K/LdbYDFtDsIoUn/Q+QLU8anvPLYT35wY3j53zS+/Mi1QpOTOprIIPCYI/8NiS+C4D+Wfrwt
On0W+iVafvw2ats/l35GWMqFOPAgabXV3DKhqKh11uykkdzlZwBjYKDponmYQiM7t5Z+Wo9eExDA
ikfioRiFOjeLpkbgbu57NmzKibm3PomiBJfKI8s7H7q0uPaNMrizAZLcq3AMu4MNmf9Hu+H/x9JT
H4Ocho9frr6K8ZcDfvevsuja/7W91FtHymbB6ff//PkfkU3/9k42jvmf/mHfSvTgt9PHsNx9jAi8
fv86tv/yf/rD38joD4v4+N//8Qa/Xm6/LeNt/XFZbcqbf70Kk4+mexv4LG+/3H2I6RWXxi/dt19k
/vELe17W/fybfjP1k+9nMjaKHATL2yKkKfRjgbLSrE1lvmlktq7s1gz7TYTu/botWJan56HX+UFh
/12Dbjm/MtRjUgMrGvwcraa/s0DRTv00gt/k55tS1tr+h5j6Z1M/WZTKMGYeckDtdJpEYHObeARU
KrpvmCXAAI/AFdu4I1Whj5eNspeYg20/C4yHsJB8nWVxUwPvjZn1bwUUuKIzJaN2JDGpqTHcNeta
HFGDBzduVvRf/WnCMF8Zhrl3qmKzf6QzJNNyqPPN9IEMO1acdAEDAivbFWiTx7hEJuDjr2aMQ66T
Li7drJR9rCJOlPG0zDbFXTs4MXVV/XkMtsKlc0zhcgbM3GHnKIIIICWvQ37GgYpCacLcCsXHX/23
PE/xZHmRDKm//cqAvd7V7ymqIiw5XZdfAQctECQwmSZ1aA2G884pyZMYFh9I0xDqbtm3NGkVTsY+
pZIo2jf2rHU6KS9kTrgUlM2xOcr6Yex0SlyOW0whhbLRvtAxBik/j5bNQ8eWpKEsoj1gBoJyH3kS
wxg59kssZRT0Mdbg/ktPy0hwY5Q49K2RVlpsSafN9jK19EIV6S3LsWtWRqO2nAXYWk26qm7trQ9J
/obCZ1zUL+C7G4tgs4HXYfDnfqOkXz81MLBafMpudjfXxuoSVR2Jb8TqgCRsqkLNZz2HMaDYqVms
h2jpM6a+5hSSdQKlZI5xYXv2gYipmitil9O9ObcmHRHfMB9EWXkvxPLiOqA3Ez56Kh/V0Sbv6bFL
x/GtckMfc3Ywmxd0DcoPZ8jUI01vDvzUM+tIK9C3b/POdd+DSfUElRQZ/qo5wqUGTUpZwCCEs5R7
eE1DGdvk1sITVOgobnOZ9uNAhpVrpGcN6Gw41lWh4cZVBDpb+GOzIEqarjc3qldoHvzGFM5RNZ7x
0st5uYbAE6zpEU4fRHB/4DEf16kszwcni3zM4eZiyquQkz3OyWkFBeHWUwoJ3M441Cnc3IDw0hZG
xm06Bj2gGaKdB/Oyb2YJ2Z4ulZdeD3QR8CeaLn+GZJoUj+0QDc4BYWWlz6Bebk0NkUaL97JwViv3
EY6rYt9VLMaLtYwidWnmRbqekZjSmQdh43nkHQPd20d1C3KJybzdnYvQgO1ZcjoKd5I+1Jj4KQlR
V0a7ePaT07pudg9mtvCQI044PMeBQx84jLw2P6u69tedau08faltrPePU+/b+trMF19cUPCU3hPR
VlF90RLLvdqxmNCLv65ZKco7VMgKwCD6CPfObGwMIrnGl38051nrayGmQF0wAbZ7gJ9TgOczjQzg
lWoKtbMHqqbNe7d3FMuawnnleJwOn0q+RF7GCqayiFPpeM816XTZfmp6a0xaTMWvDebnnPCatfWf
s7rIAWqVun7UBnBtMA8DDbQMQCPmjmYJLxefrgzyGs/cNboGf2S1I8F1qmrCKx1UeKlhrLo0LvD3
GZ8ig5FDnLLNwBVJc2f6uuTueo9HjwYL+24J17uORHFl9Y2b7mGENuOd2foV3rOOcKNAd2F1yKNU
3foz1Ei+95xNCd+RJqBLehgvU1/rbxmBLkCiFHczkdgbB9bhK93AwqRdp/hC7nk+ETPjwWK7AxNt
096lJXjSC2pw5EEqUxaVGq78A9NcEsrGZXxb8Ug8uRgh34qgNKeD9mb9WmWo5xHU6qEhWBjC8fzc
2xAb42wem/JEY8QeE8Rqg44nv+CdZLIOjD1e+Xq8jdpioLBv58qMa57BKQ3DgotlTCYgkGyTNnIP
0hZkDYzukQkGkLaKgclVbkdLkRik5gS7luZPm0SQlT5J8i+ryolFHy3fbIFh9lhOIeTXIkvB7wLe
b+rD2BWhOCpl1ueVKHuwnlHqptdVK6vPvl23lNC+zaYbQYG/qSs/IGainp1i14MEJ2AsL4oniUrx
uQ4Wm5/5liB7rfS9vV5aRsEdaRT9HTYjcemBWq/hbjW0k+vObrEELRhAgNZW7SMM2mnZWyofUBJR
qzwDCA3uDemDaM8dirkrC+nldSGa9BtMTvi4bZitD10mR33sLRbeyXdo6wDkygl796ypeUhxyU94
HCcQ9QPPnCheAmsOdi5QKujKjuqOTj9FWzNpe6uk09XFDvt4Qa8LiS+Lo4XjHaOgsdtdDg5a7avU
qQn8asLlliyn5bnH746mvio367DsHBaXa5jZeeikOTGHzSgwlTqzR6RBPgWfaRaTkWAvgYL5YjgS
NPhsO6fOGCMezzP7GaEgdHD3eblI/jQ687IRpiQBq4xaOCB2Mfq4StbBP1V6Fn1SCFO1SbNqvAqu
Gn2RzEMdHGePo30iSxE+2F3F9zfpBVeri3U9rsuifK15MtOhWku2MxKHupvRttJ0t5SW81mJlUZ+
pWtM4qI0IfF545iEoljgTnM1XjnReKBxAjk/MyRuXrELwp3Vo625xE4fbcvYMR7y0c2f1qqP3iHY
0RjkCFD5O/oNvAmvRxAMJ70xeWzm4RmIMt5PRVKad2kOPV/hRA8Ilp7pg0tlMrCy7udmjkf6v+2+
KSzDuw+5ZzRZMaSJxEYGQi4ZZ5pTl0Hdgj8eGsv4qLLR7w5C6pK+sDTE2ZqFjLU718r8XUj605OK
yu4TuA2GdCHWenb3qBs+0f2owl3J47rY23M53aRB2ssjKF9mhLPkcBWXaQbs1i5qmMt4H8a7QXZp
v3fybnLAOlkNnWBFkvjeFQ7/eVqsoaLvMEG0KXrBOYXESIJyMkwtl5pBpTiNFZzCRPtc6OOarWl7
vRbG8qwGp1FHjzHzN4fpDIsBIT803R6jz+VIU2be1t566Q+OIKutML5U8MoesiWDHx9KHb3S3iF9
jD1y+WhwJ03JysJ8Tknla+CRG84l7lzAhXJxBzfmXxYnNY/rV2eYQg/AgOHK3UBaDWs0NGkUjIsp
gAZBwokXeyT2TU1iAubMZrLTtfamGHpDeeHMvbT3fdGn56anemffD0rethxn33UGLSNei7G5R5nZ
v0RqLt8zOUdVYioIJjDYneKl15mGgQuP7zPdyeWD+kjclLrAvxWuZvQwBICrezqQXzm+pnx/lh7e
eCoPt53w52GnOmLoOf+I8rHYQgztYVnvo66nF2w0EEaL3rBflGk0d5NhQYizuhoYCenFxZs7SjzI
7phFr32tsi9LUHtfgwk+x24GJv4qsDMiZ6sWSLyOz/kqzVPMqJwuw+eGlXI1B4D1dh0ZBWSSOhpl
USvrdYD9ZNcT52ARXsKKg4e8ZOXcJ0Cj0X2YBCu9+lj1B8IZRODEcpjEA7IXfSL6kolZS/TmzYDY
BxiMjVcaI/Ua3S9EegKQH9flzGLLzzZCmP7CnmYaPHpqYh1aNm4Sa1YHRfTsjKrbl4RHDHuxrRa7
Ulv71S/qah80g18grBk8fRgWIT+EPQ4vRBKhUPQ12Pi9ziFMxq4tjS/p3Og3v/PNh5IdA/GulEZB
JMoafCY3bZAMGsHeHyLpr6d1TR0OC8CCMzIEAJTuUrgcBGZ4UgVxJXL0PGlqDt1JeCuUduIVcfsX
jFjafWtUMjrJcmDosPYlhOo14DwNGHvLofA6V0AjW1wGSJyPjYcU6hbTUMMV5/yV9LEv4P/HNucs
I8HfBaDDIq/G2WMPWNyruU7b5jREK9CO3qhpyro+VH3fcokMdjymVABbOLHvlGxo51Zhy8N989F/
zLPyo32qOe8mdji4W3hNxJPF8J3yq2SVAPNAdgK6SCrzBc88FaDKBf34ymhGLw7TQIY7YfKieyS0
zhPfs7ixqsJ7HkLDwRQ5DfoaFlr9lEp7Il5gjWS4lxDSHnMSc8NDsBr5CrehARtKBeauO+Ij9Mdq
0sHmLZGAtBNjL7MDt8t0SruI/ltq14B21xY+LD1ehk08G03RJeHsUkACwVhaIPhWiCK7r/384M66
QU6Abcxh821GlpGsbXEKzWaAn+ZJk4SXqoVo4U7sNYcRuSEU7yKb+WpADOVJ7VmNOI7LjALesmR4
IMGH1CC6ijNVR7ZA6Qxdo7cBnaKNQ68ox/5YQyW5CuaSAQCpRVa36+ctFKDx2MoSOS10UWvFUJEW
CjaKXaCYBu8rn9zSWNR+4d/XTlnbiWNklKRkqRbZqcNaQwQGjWBYtmSVlcdmrVK6rB2t60Q5jK7P
JMnCLUm9MG33pVp4oJurR/a8WNMInAVPFviQzty2Rw4z44PhV111nuLQrHHPiIoto7KIvyDUi11W
ZZ53Ha2NA/wh08bd3HC0PY7DBIRhobkcXU1Lx4TEykI+WqWj6L0cYAbvwLBQD6PGEQSpUW0QV+z5
43JONkhfnGpXqs99XU3GUdBZhd8UjbZ9budmlH0mcFOae1FUuo/9pa45wOYe4/Cltoox4X7Joxh9
SNgnwTxgIY4yHkOQQouoO/Y1S+swkMhgcHHDkmMnyH1KPydn7jMSRmAklIQ9QcBeSndgmBSxUhjw
J1CF1lin5zBTgOiNTV2JU90HZX5mBzmRoBkP5u461fVQntYwE82V3aRFceL5X2Tc39LPGcjbC4mG
ZF624Igw6JKTtf1UopjPDyH8OTLXPAOWB8dslAKIqnv7PXUCIQ7CJzHumoHC2u5M4Lj99ZzT14xJ
PV7LY+npJj8J5efWnjdYdYdqyCAirx5qBHQJnhz2FUwnQdTT4n0rTb1ax2B7vCeSxDTnPOetrXDg
Oy/8NFGr19dGUMg1mVeyunls0rY7izx6/UnWL3OxN9bFLhiYqhZyAFhQcTsq2yySqq5S7yDCMrDI
OjXT7uiaaUpGetRyGIyZExAmpRzid870jA/s08JIUV3XspuaC4s9or6FZToUDwSQ1WIni1TpZwWY
HbBzQfRWcAfvKM2R4UKGJl+8GueDWtjiF6GG74Q81LraFp53cKBTpQ8T/HeLGXA4Ifxep75dDj0l
7kCZTudkz4LqoxgMdWQzLc7X6bKSvSV3xBGvHTm3LiHB1PCiTHpSXvKTXboC1XotBWzDGtFEMuaF
Ne594sLL10p0xhPRCU1/TkLLSuaVHXZzsnCJm0MIBoLQLQRMkicq5JSjXDJn2a9goHFqOw1VJgTk
km6UUNC7bBq4JMG4hWnutXb4MuwVdc5+xBdQ7Px+9sVZUTXTeMYDfmKlecPg3/WOm5d3U9BaPXv7
KppjUEEoP0B/RmGkGIzY5BcCrt4Bw1mnoxPNzqURzihZabT63Q5aZbHEzGCGuxLo4Fdm4h4My1Hg
9l6mgaPvMK4GeO+JnkPii3okQagNbkgsaZp4UfX0EkprOK7zqIg95Y7y9/OwDl3S8o67fdd6HAnz
jrWuW3e5R+qRhnG6lrObLHZNsAMhMOLBN7sIGYC2pIkGJGqXfUlDEEJQFbSEOnZW2EGIW+sb2gNo
c7x69s9ovXV6t3Slv0VFl81zOM9dCiY5ktfF2jXLwaDQfSrwwzxGql0EqhlWLdjFLnixCrd6XZip
EQhehh11lrEAgqtVoc6haIAZrGyuM7slPUQe5w21LCArEF3uUC8isYmbfiFXzQLUZvmcViwOWzxK
Sn/cUmK78Z2b3xiSKBj65Vyp0Vq+DAX1wdkSZfPjNAHc5uIPAIY5wc8cRSulp45uGPz18oqbaYPr
LGqW+roWUzHVR8RHIwepDt8mY+GpzTM/8Q0QYaChhU/ddkwnax5OklWiYZQbZfbQpDNHi5vB8jvn
eiRiWhG9MjVuJQ5V1Ah5MP3Jo1dreNkoiMGKvkft2K6/99Ky0m9TuNoWobOu12UDKGcTtI2XFhCO
CGWfzfYBQZ7X70Nn9oFt+bAwkiykXyQO3UJUDJwvdyILjZGpLQAGuORQhbtc5YCYFNyiiSdAVPun
GvB3nai+88U5taBa96Qg23QpnImu+BG4uceMlvDO1foKoy9SdzUO8PCEgsdz+bL9LLhrK5McFhSJ
KSfUoZ6oKi90EXjdkcaASQnTMJDnyUOBnLNdVEKH01segbq+MsVAZTc4gakscHLI2Ei7CxrycCH5
2aj04okUrP6VVJElfZEEZU4PVdpImpcFig8InlNHYA81eIfiZYlBVXnuEwfqfHzwshV794otMn+3
C0ODVmPznv37QEQcvqMt3AfEvYwKmx6mq8pPGUujQ8nG0aWPm6HERsNjUgJorfvz0smWz0MOSv+o
QNOCRAun4NoctgZvSbIuMiNYRJT+vZ/0yAw9hGVDc0bsut+fM6+UeSLzmcAlgnLqD3NJ+w/RFdYj
CRp0egrdm9BkewxJFBN+Tso3xaI4ZrIq8ySy2tU4czGMAp0yZHAZkApigTKIZgICBK6fnbbcAnOd
04bzMXQKkkLA9HFOtqjD2cUMsdyPRsg8VI89EVwOEWAbqdPNOcMSusipqG+tJiH/obIpy6wRMx9Z
kCPtIbN/AjqWvxvAPiN6SZVxT+ALgr6SmFCbrEkJBztiFuyetXOX3yib30QooyGvaBNlSD56DZ9Y
d7LY09CcvZvW7tBh0P4nIWrInHRGr6Xr9y5s58dxjbSRFHUoCEwy8nliXxnJzRyCtPhm0QXlIwTY
0/iCvJkmgE2Ua8L0IoPC1oXqrXckCEm6ZTjVwlRaFoxwPTxtkfd84FrZd6WWs0osuVhvlGkZ6su6
uqvaOdc7jaQFG64PKJy4W9LUVi8gGlvapLFukZoE/Cldhokp4O7qUaZ5zGqmGidrqp+JZ12DFwK3
PGJkMnv4UMG00WdNVd0ugSmzfbgGLDNCosQJIYe+S9sgHFFKooBwKVC6hCIv/5AcEe9oh3B1EOvp
eyyY6MXY1ADhK2P0bowiE8TUrsggY6PkTsbv35TFQZAatgB3LXDs1EQufmnwBVNjCHe9ioKCHO5h
XjlgGiLlJLqqkqpR57T+QBMWZrUvqpp2Byq/8KtRRHpmyxPNN4yo8kM5WZGkNImSpWejuDRSj8d3
MTQpNTqNaB5lBbpSsqfC6tnlNLwkzN/p9mtj0Q8po5f8LKqNTDOGKmCY2VZf6p1rBPpqjgyfyX3p
lh/UUYXH1e3Cy6YqCY0jgYE8QYXxkyxAQUAtsZdhv6ujuvjmtZDlkbmQ1ROj7d0wkdgrvGuQ+Oaa
lMIM2FPqyi0JqfB7d2/QJbH2A7tffj4QAMkRecNmdihtKDDNyqZ0ZW80Ee8Z1kOW1VAJuxIY/gH+
24hmhm3JReKRcdJnFtZWW4eGcRBqGUpOMRg0Pih6/ftUO+ZjCMRuPTSrk986g9mzisoVHWpNp+m9
YnOnHaJDKejjKMpx2hiueT4I0b9Fcz9/triT3Fil1ngNBdDudwHWQbRPWYHQlGghgHajZOo11Xb6
MLhWihAlc5DxEFtCMd+jByyuORKGt2LuJjDJXc3fTOUY9aBBmcafVr/xzWQiAfYp6ufM2DXK8U9k
OAFLDJnXQ8GwexRP0l+aaoe8aGrOqP3seyq34DzNOCLvRyLs58RMBcS3YWYuF9tg9tcdFpfV3zm9
M5TPSITlt7JXaCBN8uDfAxca+J0vRxklNjpGGj1FyiAoDLvpTgJgMC78oHWuEffNQdyj933ym9q8
hdlWoUYW7lBcjry/yz7EKxfrKV0fXcZOxKjkYB3o97TgSUW3TiSz2JwyRsMEyuwEVn6nCL3/6jse
AQg4wcZHogWyOTZF3b39WyHyA6xveWgr/vV0/uor3Vb58cch/Pe/8WMK73q/Mvj+x6D9DzIRfmJu
ZiwTM9t3gwPz+X+g4JCJbHYEyjb8wSgy+Nk/xvD2r5BDfST0EE/46d+LPP8vlgQoddgusbFyC/C+
N9/MH7x7Rm9xHq8g23YOoRBEeDiXk59XByxabwjr/iZDis+JaMYBc4OCABzSz6oUdyakjbyWKJZj
auP5YauGQD3s/vAF3PwwOPyRg/RffQ/byzDopo7BrOu7P4lfcibItKMkyZQo+/aB6jMOf2h/6SU7
FwvH3iNzX1QCxmAz99cheOTZtZO/fhffX+VP7gveBRKh71gDPu7PBhZU/+Y0C/r6sHm71xIO1O1a
HVdkgt86ZHXv46ToGCPHPm98u+Vsn6tDubFw9+1QiRs/qOwXsudo/DTQEY5lWiCAUSTTTh569snD
vcROU10y9Saj1Oxq68IyoCzQzeQgwDAqPDC+cc8ykmjIgiR4BHw30Wzku6Fz751SvpHt7eV7vwh4
ffzMhy6zpxfErPplHZYbNxLpNXWYtQvrnF5k2OiHwGCgYxlDmTQqbFaME5pW1r/3kh97yV+DJXdf
G+T3P0mDUM382EosH3YkxpYQdRW+QwBVvwt6wl9J78CQhVJyu8Eshw3rt60E0Q7CFIfBDpYb1wXi
8I+dxPoV8c/GJPu+Njf37t/R82y31H8u9gBUoW17tIXgSmEFdq2fbrmuIuTeIXZJIaI8bVmfF72j
FaU1KYJ/fV/9ecv6/ZV4Ia7GZiz9acuSFsdRQtGTug3tHOiFVzLcNYvq0ATm6+Yarn4o0P4l0eDP
BvUfL7hZZv3A3NgQ5vbzP+yRdIV07kZlgiu8OALG5xRYos34thCeDMB+k1hQ7Ls548PIePzrD/vP
Lis7Jkw3Zttc3p8ua6qtosv9zTEDciAZOQssR/SjwDpNHDv1f3Np/9mrhRA+kGFDGLQiHjt//KSM
1GTLQSIBE9aia8KMQ42tt7pEI6hQN3/92f7ZdeVcxUezt33yZyNhYRGW3tVkDWCvOLocXBJZBQgD
So8aMmAkJUrnprL5469f989e0O/fJ564wPU2kSSPv5+caMr3MGaEXaJ8CyZyT34Vji1OcDzxhnrc
odXK/v4KwuiA98+PmPHyYP/zdbXbEDHL0CQWxeq6GbOiU9Wn4qoK1pEWf2Vdcn6nC5fp6b9xN8KI
+vnGBMHB6dbhpLHxW+yfVlDgMOOZK/ugpDHS5aFhVsZ8/QwHJ7aTdx3YmEY6I41OQWp7PQLt3D/L
08l8MGYzo0AMRnDMvecj0jbs2kxaK3Q+LLkqQtLQI+9EMah1K5JNphDt1F06JKohc7Km9lXjyY7i
qLPdGyPyh/k426PVfHZxEnRx2Gqie8eRPLI9QG+PKRlRuUGyTO3yydWlussZJM5JGJaEd7AsGGwP
NSj1OhPi3LC7wklIc00tHAsB04YaD/RCR5CjBUkkwWTvkEWJcYdkq+suwqyo1vIwD6gDDjZT6LxI
yGGAa77rFoKzj4twfSLEnMakuGV4wpR6an3G6Eo374TAzE8MGAr/WFhFRQKPO/q3pE57B+0OkKBF
TkcK3Plq72pCzftkQN9VxfaSR9O+QUarGd11VDg4XYhMawZ7vTdpY8wHow5WvDBeke9QFDMp0qVw
IGKPZUekhVEz7Bq6irBnxIfx4LLMkojOxWctLLc9RtDbERwYWCgOZVgzKR5tutqI4zJ57SFPdDFv
he6ZiYKEnBwll70Mo/Ld6RD9km44klRrc4Y5971SpSeU5cp9dAgV2rwMWdVilBkFQ0NaEstz2RVM
AEkL9qwn/Iu0zehAjEFz7aEVWDhJGRZ+qHIe2/yxovIgRICnBjlCsxSZuKUMMo0LMlVrjwbsRB81
JabNrfono8qQ2NMsy/Nr1dmE5m7RK31Fb3GWbv+pslG3xAQsuuUhl81WMZu5QReEYj8QNO0mM6LA
kWF1Bya7yM8bMo3dqzxXHboLMj67BpcE42037s2yyS6ZK3jGU95wPdrYnA25yXcIouyKJFwsb3m2
s6JeLsMAh9ql7h2UMrJUqn8nQ6fXSF2QGmW0aHyJcYEviO/l2nLTInszJ6Oz7t1wTp0D+ZsFU3HR
b+n0Hq04/bSadkcyfYRQI7G9wU2fucsGWsCTSaI4BsGBPo/sgm9TveV94Oioot1irZqbMiJuElIj
2gHko1o9NEFPI8DMHPrATpExBal8d3nKVaQflnn2yt2I5odQF7GCFilAPt6j4NBPdMn6u8nleb2z
1jG34iFSApkjE5arOhj8Z4bMKQM+8vF2IJjoZi9GSYtpbiL32hTjhMqqm/EfkqpoEJTMGDu/pLPc
cQ+Wi3WPn3n93Dj18mZYs/U1Gqr62WEveevtiO5Wz3uSe5Kj6puMnI3XYSQIqlpS8VXbqafg6Q3k
Uc4h4ZSouUgsj9vGN279Pk8dnPqe85ahn8cdlLbufTvloifZJeJ60m3Qj+m87T4h/SuEfGNVEdWJ
y5nMmxARAjKCbMfUoYNxjHayeekLx1ucXeAxh2zPFMygZ2vSK78xCNz3ZXYyskP9ciUYFb17EuUu
GCqs2t7zGvUd0VdTxVCw8XDKIkJC2iEgSC5kdvB/cT5iiU00wqvHiszFMdbMLHp6z6Dw4rz1ycvM
spX8ICzIK8MIBzNQHNoVX1zU2Mx+ltTpznUE5BsNqlU8GPhtwyR1mSYRhKi8J0GQqxlHMPH9BOtd
ymLvsSZLJsjIrsI+Zb27bvMyqnKM9iYdy+bgll1GshkdRbn3nJUGacO4vbtI4RU3V2EErpMWVo6N
dLCy5SodG9L9TDvI7tDYVCsxGGN+FjI5zD8VoV/gMB2jnMEyf6+OmMO1y3IjhomxnmNNYjifm8le
8VnPgT7ftL/+cRM7+QfcRF2KV1Mwwx6MrdFkw7+6cmTFcC3SkbEeXNPdrF/YidU9NH/QQ23vDyRn
GAsNrEaPTpa4pR5Ip8J+CLkw91y517URIhwcafVmHyRtZNHnTARZdpmbS6UPxFxH9TEIOo94k7JG
Tm2Luc7fES2o4XLow6WJ8VG7CEJ6RKTJ7Cy6v6mEFO4Fe25QcCN2gn4e5LjmVFXGKN7IPqkut26x
sU85FWok1AaRsReLKxr3is+1rk/jFDLWl9iFYZhxOinkXVWmk/1JBUxE9iGV3nDkvDKoC3+0zeU8
NwmWPfRGVEwjqa9On70yeiFagI3AHUG4TAvxEUqTUopaamyKRKBKve+wjkEhYeurYk/Zn7OpGL/l
Is/viAoqLtB3k6M0dYbxPpIMd7LCBmn2gn2bYe+cE0RiYf3iznOJPY/VkOEet31e6gCPj6Z2FGbD
RRcy/kWQ0PBAG9fK0ztEDvN4lPjFhoS+ePCmwh4B35xF49EqpOHtZ7Kdnkddu4+4UNN8Z+ghfBuh
ILH/FGP/qolUJ+QjGnsHHL2VNSccltI96LlNH33ibtVIeE8KvojskvkJgOFMc9o3qguHpvv2fYOq
YgaOSuTTstakOFVBARyPrL1wTrA0TpfRxOz0CnKnZd07cx4+kr2J/4CY+nDdjzmd6V27amUz/yhp
Y2uv0N298iAana0ukPuEXAmEW31lkc2uAhJsr7rWQo4y9fCPvhRDtvpPbN4YYiujm5hF4MYdMP9F
wXtmhd5Tv8oIO55vXGfaavkmpW9dI31GpdJX/nLyzEJ0KILhHJMXxyDtILNOy3j2ZzwHK2LggYhe
cjx3oHvrdecYMsf6bWIXP7ns8sRqcPvoGD/8dlmZvqrd6Pd2ucs6lb1AR1nIBSY5OlaKIxBz3Nx4
sYVvX6FQoNffe7k780yvOrzIwHvfaV2Ol12FZeGqb6dC7yo3D4yD7+GAA9SShcMXzaTHOKD+c/zX
OVyi9hgYxLKdUL34TKJh5UTIepDSnENunqvz2QjZODlg9Okhr5YxOxhyk8+gW+i9ix7nevdQePge
L5mjq/zCpHmOrop5nnD2zYS+JC5zjhK7jISMcYfKgAKJ1jKqqQSJh/sEjTtLyQKRpL85lTvWnAyC
dkTKXac5x7UxO//OjtjJKBev/4+9M+mNG0u37V95qDkTPIf94A1e9BGSQr1le0JYls2+O+z569+i
MitLCqskuIAL3EElkEACKYn9ab5v77UdMREsFDhyZFnqjRfT2LlqrXymIlY6WeJtcDeM4SprEobh
eIjQVWHHA4ewKgkzsp/QHJKsR/STqYhldozA/xkbRae20ka0stKjMIofMo/uDGJMbp/73cNgCyOI
V+wTbLLiUSPPkMuRI5p9qTuAp+eS3bci0MfpgAzciVZkB8uf3ZBGxwbSxJe6yrObKbQ8o7+JEPkV
K4kQwFvWecQuqukba4PwY9xODnE4u6Yzm5uqmswfhq0VD5TNFO4Wk4bnqoV1QfxkF0RfaQCTJ+eb
aUgnTTdKkiZd9yc0doQTGv7UDdpOhSh7JNSa4Bz0cbbZmNk50oHxMlQdC0DG30BbjGMSgFstBz73
2qRxKQXu6XXUjpSzO0WWBb79ykQnU9Ty2xTNTBySKnIiBp3oya1iwg5FDpgB6pbVX4RVNWfPJpX7
rQ296tYzK81a8Oj1XSOKuFg3qT9dRRm9ESZ8pe8mHUk6UrqgbxDDCO0x7K1q35XAApZDj3WP/ENH
p5E/Jum3tm69K7NHHGMuCZDoKo1CmxbujTpxa3o2bFRYciGcW9Coz+4nVLPVGjkt5iGbLQYKFhoj
uFVNmV1RYvRytK218blosv6hHKv8wUz95MiKjCh3FqLBha9i9WWErRdvaFom55aBOwc5Dl0+YfbW
uIxRIeMiwfbJbEoP4CvDlVGuPaMLP/e+yJqFBNlxiDQC1lGV+fYD6YH1dd1P010TJEyS5JI0tHuD
oetxhufOWeugIViwKKjEypxq96ZvJTnW+pgnG38ctMc4HExnZVc+wt068lqPdqJrYvxlMr8mxDAC
wmoyO2YS/eTSlKP2JDDdkyuM5+WysJJ5KWQQe7MRxPmBNzDS5hwfQo4txY+Hv1hm/xOewPJHftuo
Hz8aTIGvrX//K52ALHNeFDNmp+FfDsIjtcH/+4+7No/q6JUl9fk3/qoQij8sAlBgReM8FSSu/F0h
dP6AZYflzyXuQEfm/K8CocH/MglMoThgWgQuzOW0v1oNhv6HnInnZO7OnOu5C/FPC+RfRfj3Qmde
u/2QA1D0p9ZCGZI6CObDk6oLIhzWx+PM7xB69jWN+/AwmZG3otTQ3fZayiitpgEbtN5Txlb19sV9
eqMncFLa4vA2dUkLiiYSGdCdJ0U8czQaQIgm8vqKKbfIp/aRMPrhtnFC9XtVNHKKsexRYGJdYFO0
0+eKzIt6Yab55lD3zsyvjNM7piF7WeDKWlUi9T64ql9uKhEFMzWQrBFoxgBJXx/KUISVqwHLko4j
nkw2DfVh4mEfW2BcLzYY7hlbqNOLzRiE3o+aTbyxf//GitcINx4sV4kr1KASO/s5rZPLrQG797rC
ujn5XVzsMP2FhDDmKRQ+DH/IkUVFNiGC6OlQO2P6xQpMqeOzTMpPBnLMeKNVzvRk91Ut1zmU848C
OH49P2d+hwH4UzenhjvfwxePIxpJ0plstBE51baLUou7g5ZV2Qesrec62osCOLfBYdbg5YXsOZf5
Tl6wqo1LrxLIEBJ8Dz4t8mFkfdVNbDUtJfUvDjigy4ysxGRp5lk/bXV2PgHKjsx8AgemwutIyfAa
UUpHmEHVFbBEAmrLSKhi/TaukTQuW/403eMCADxe7voIaaExUOgilNiqZJTGZgwJokNmVprf33/M
J1V3OdNKDSqmAGAYXigPv76LpHFkIx9ZtpBtkmzshFzJis9tXiL1CAfD/oMi7TPK8+X95IBz35R2
Agc0gLi/PmAAyKV3i3lWDPWtaaXU0gwbLXW7kn7y1fUVGx1rG+PQ9QrzC9P6gXLaKoffxcb6Iphv
Yq11H7zsDIYvuxzzXSAVRgBhxwFNJ+bkITuWpltaxwYxJN71tmQkI49v/DGxWCCtuZtrf0RXvn/n
T99fOrRUjDnk/IXztZ98X1MX5gO0D1ShFK33odSTTZ7W3QeF4reOQmuDA0GMo/B7cpQ2AtccSwgm
iGPzJaYLAxtmbX9w/946CrOAOfeA4RxYJ5PAOLCK7/L5KF0a7AU7oVXhOenxt+8Yc5zLvOZ6cAPn
2e7lF195eQbtlO1vguc7M43+q6iU+fTBQeR8S169oQ5rRXCjNiEdcxbYfLEvBpYB51whOuu78hDF
UoLqrWRHBKdX/rAFDPau1IMHNpipvgtIMJKrNJkcax2Ijnzvqi/T/tg2RiGPFCwJem71xCmOaHWb
elfb8QjtnNjAat+YDUphFoUs6VB+RRTySD60rrNuIGlH2qlrnAcy4Hdn+WN5QKbIptcYCXxfdiy+
2h35p3myylWIdt8Jc/NyqgK861Na6hmhl+Qog970vC2xs/DW4bA5uO0zq0tWCn/NY2OJJF6ppkco
PaERJFi5LvvgksKKsRtGNaQPmmWwh2Ljq9VgqbN2ummNatLv/SIM5LYD2jutwSoplD6aFmyUyiaX
VTVMup0TpQabhYi46lUOS4qCFYtVosYLWWqreVeRbarScoPtSLXxQS+hXK1a3Q+aTeaX1mVeqYQ4
b+W67cGfym5aJblViBUOA3+8MLFwgIqTQzGuLKoS9cr0RXjn2hM1zMYKiSDWRoAHLL1HCqVVLN1q
K5s2d1Z+oUw0uUaFXrZgjy/IipzTtupOGDvEQrraBFNaGHt4tNyfpLamvZs4s463DvSvxZgVCV4C
kzpamVgajZWBvfoKqx130MI/2qxH2wqukegz5UXM2UeE7+h2Am4pNqQSghcPY0T3BzW0+4I9P/mh
eqOr1w7wP29dcPb3qlO8BKlp3szqPu2SP0Y7Hq8DVECVdNmwpbhVsvlK/OkhkQSFXgxFHDZrgT/e
w0g/5BuA27m/lzWD8EG6I6wuVxlJeoVdu1IbkUiQalaMaI4FRqt9Fri8x7VWVlmFXUShhcY8+uhH
YJoWrEmj6GJEXVXgDLWH+CiKqfqiD13qrjJKXNFORW4sV7WeVU8dFlJA2zLqduyE0hEHANvNJfv0
el9MYR5z4y1wO7xLo1j7piZCrLdO5tDSSWdDkJERjj4q+tJkoA7Go0WIl0ZRpfFQRWXUMDehM4j0
rBQonjkh0q+pViSPwLczeEJTgN64tE36YgOldLbghVYw7gGfShCCO8G30YF8vrMxd6h1Rvvr0R2S
oV7WegFzAAaiZq4QBzfHrBpyUnCNIFcg2auxuyK9lS5MpcM/WMpEonYJKoWBGPSkMFYOuVw+9gIq
F+sgL2W/xBWJBkNOpUbbBvz1sM3HdnKuKOzJL7ZWleWVX4+Bfy+a2ooOGumGe+iGIlnOPgQaSnWX
h8s6GaRNpkCIsAaj2PAlhvVAiGA3dMXKHxzRbWqvzr+OXtRfG2EaIkqVvuM2cMsoYS1qPBbxBgOf
ba/LrkRLUkHNmrag7GBZ0EBr0q0MEwLbo0DM6nMch8bOzdupWZCagW0gqJP8HA3pwBKIMdND5YaX
FU1/YNiLYfKcFpKhcs+qElsH/sjMw5eG1/OIgzikF0w0NLSjPjOnKwn6CiGLrMwnPTZ8sTWHMQo3
NlXKB4EJl9ajn5RPkdE4F7IgknwNu4N5uB28mAKCV5OMG7vlmS0q+45T8i9Is3UxWhdkdixoStQG
Lvmq2kWp6vhsY0XLoLNy+zYykM1orvL6la2n5gV+Qhznle9kPVrTMglQ68Y0PanWeXiH0kJdIM9g
NRSHhjL2Ui/9W9OZuOIOy+6TF7TiiFbaqfaZW4yIQF0ig1bg1KHuJCmGxpVhlRSZO7+Z7L1ll2ZA
UhJF8qWND4k6COWzb8pyxzM9E1m0NIvEwTyEe+iToClTrEtGqy2IYUTQaR4a1SbyXEK5kUaQ+UAh
bzHL2S8nilfButSsugdFzLy2CCRYx7A1xYFvMzPObcgHZ3mFipAb4ZXXaVbJZFNCnkREmfV9upwc
PHBE9QrEsTGQIZzag9R+8i3Un0f6iN8KnCpoYKeK5BMnC2ElYizAaiGgvwYLx/VRWPYDrJclIBa2
g7hCPELrPewmi6F0rK8eNjCJ5xui0KZwOmTnVh02VIeCTLsaO8BsyBxxbCwnjvndpInsbyoTYTlp
t1QNqV9kQItoovZy3RhG8DlmcsoPZiAJuKf1U4FQLGztMvDxVawybGS3PjkvIeLuKOTFSdvoLmkG
994bSv9nRqGmpr1QSagZIkUpZyRjlG+nsAx+1m4XmntEZdmnkRUczsughioYElMSL+wIfxW2yMDF
hOIrddG2fn1OKBrTa5Q4CLxKu2fF6FOjpzCJnXH2GXyZmqq8trQ0v0dTY4olIl1pLSV+NoQKRa53
K3pV47imN2K4104Zp8NOtIOZbMd+VBAWuSGUlJ2iP4Q0gzoiiFVLEBKW5+8ZDS6ehK1XqGV8jcwF
RnWKPWVsTZgW8o5ieWNDM+sQd3FM7EkU71pdgxSaYExZtLy+xPNoTjIHNM6flRfNT7XLq+xoTgK9
CLE5Q06sd6SoJOOf1cRmKHUnuDLgtg63mjBjjHX0ORoHmk1gUiUf6TPBWsmdka9MpnYwpqvBGVp3
X4EGpTIAHRcLxHGsjZ9taCLaB6iLl3QN7NO2s9Xzwu6/xaV/zMvtfy9khZVZqKJ+KWSdf+EvHav5
x7xmp+tJ6ZkqikDC8nekMVUiD3Yq4jIUWS7L5L91rOIPZFOCLQWBbLyPHvWJFzpWtjToMykFUcOa
pU2/UV2aw5FfLMZJjJoFs2y/HRNFAaKSk52FonqABswG2RG0yl7omjVSHnZZiU6RfmM0gQXKtWUV
Z4qq+67ncISZPLJbmddWs46VPu2LPP+SpvmQMZXh1sYkaYoFbXwq0xisqN73rWfejSnND3bYUXTt
FBHk+gl6EI7cOmjvesvyP4HQjPD0UNb9Wqo8Oy9yVbQrPFKgRDM1rcjgGS4w7XizYh8REAyc6fMY
OuZti3TfYd5mds3Ce0AOxYPWGwUMzbQEDKDTUNnqlFPJV+/ddeL2/kPEkPB98JStfbDrfM6d+Nfu
Zr6hhFGwSbNtvM4ega+vdzehl4kxzahhRFYq7shkVQfSk1I0pGqyjrML/aeIVbepWKlXy77pB32J
nKS6mYA6+QvHaIuQJiLO30ZMJigCH48wioHoVsls6FdFbnaHOEwtAxwHXfkXr+4b5b7X5Yrns6ec
STVKEt/JhvakMIYAGCPrCOXZyPFi9p7lb3M5Dmtbi9w1D0//c9D4txpB8boy8OsB5xN6sRk0fD0M
nR6xDiISHCqgORC3gAnFVmZej2ayUQ4eGXNwD/jDNlqYn6dTekxTSSTG+ABiZw04gGjOfvf+jZg3
oSePEUmQ5c4hMNR/Z2noy/OSqh56XnkA3LN1hh59cQDs5f9W9eDPqye9gZgi9vb0rE5ellKr6dGA
PV5EmoUTVQkFMLztPnioxhtPlbrqrC9FvjfHcLy+GMNIKCjGns1S3sUoGoHBhEAq/IAtUO9/CttQ
4GyT1figIxP4pCxby8EF6fE3ZUzVz1BHPMaM4RhLtFgU3+JmwmoG8fOHkKwGeTt9sZ7aAUf1jEld
+YkJWsTxUSuV3a6UXnspwOdib0eCdtuldf65Qvh1GK1MUebz03UQSQyeBD+zzsR73YcrrVVno6P0
+VU07PBPZeF/J6t/CI+n/+9nq20b5T++aRQ76m/tyznr+ff+nLQ01M9MC8ZzghUCaDHPP39BOlFT
O8IhNZa+AP/BvPb3tDVDOl2LUY9qG2hCJNV/z1pC/wNLhkNMOk0RwnR/Z8p6PWJYjgEDVCLINJ3Z
J0AB9fXLPFT+2Akfc5xOKMTSrhtDWyiZ61sA3hK6iKbuUUKJj/LrT8wRfx7XtZnGbUwScxrD6+Oy
yisqyByXYcBcWFx0Vo3yDXqS6s/tKPthpnJd+1G68Izk84sn9Mag/NahmVIkyNQ55xjR7+tDj7P1
vq/UZccG64xNatuuh9wwN14cIao2K3gHF6Po6z2YLECiOpLHfsnPymDzwZnMw96/hsXnm8AA4nEy
FAeY3E6GxV7UAVI5FEx5EEqceKWqQEkAdmLnEghyQFDo1QuZTykKWMzQbO2yyudnPPAMbKnc8EzG
GjRH2wYH9IFc+I03gwIzDh9BxX3u572+TbmHnJOt8jGMW9FD9AOltqL7mt2PA7rzNQiIqD9PIB01
H8xi8x8+vSvs0RwekqBhchpgb42umYVFcInsSj6ijyoeh8KzV74cokMqMvFAlcpByVsVn3SbMtb7
D2V++r8c3ZlXi3STUPCdjO6ZjqTWqr1jHKgQjdDQPOInCkFPyWD7/pFeT4p/Pn0T9YLDR4A14jRi
EiTHUE2af4Scp9+7FDJ2hBKIDw7y1uVY+KrIX3Pozlkn3zeKXligvnEMfLME1BYM90MAcKGpmub+
9y8H/x/Sctbf6OlP5OVJGzqxNiYU/0ArVOh9Lt2sMs/fP8hbl+MSXIMYmGnePp3i24QCFZC3y1xA
35yFQtkeYqR5ExfNePb+od56PB4rtzmQmDH49OMsemQOfpRcmmpq110TBmqZBS2Qif/gMHQEGcdp
lRNZ8Poza7weuW0SXULCmu7irAzOa+zmH3zLb415lpihz3zNJgPOycKwp+pRjm54yV5BUvd3qi7f
gFsK7yhwFl9rCvKQh4ZGMurGbuYuVQmeY2v7YjA+OJU3bqtl4iFx5l7e3Jt+fb3EiRdWlrpH3CNq
nwSTvutYCq7fv6mvl2jPnxbDKuY+d+ZiO892hBfr4JJEGYXy6yhlB2CixSvdFvlDmCaP7FI+6Lm+
cUG2ZOJkv0er0Tw15jiNRQXHGo69nwR7p8WArRvs896/oOdB72RYonjHG4J9ivbn88r/xRXFSJQ9
PZVHD3z8Iavn8ogC7Ml7BULA1Gt2PdJcy2JEEE0Dzfps2RNgSjM2zqcW7CuUO/+uqpr4VsZBBzEW
cy7CvTi+sVrEcu+f7RtTB8M37/LsLCUZ9aSNZ7aUiaSUR1sq7XJCXPtoB+w71EhxKiOyYqf3unXz
/jHfmDVeHfNk+GnIZmnjxjzGknNalo0mwVbn41npwn4IjdL24V42TrcUFpJ6mora9fsn8NZ7gMGF
9vtzQrE8+cTasvYixpOjAxZt3aEduRjCMPrgZROv233Pbzafzdzuw2Lh2PZ8Fi/eA3p9lcgb/Tjb
eY11S2QTrehQmKDAJq/7bGV1+KUkvPdLOhGwezBjYEorVPA2BEki7T5ypT2v007fS740l8EYRpZ3
OllPQs6KA/NIyd/aCkqA7HxGxLZNlD4i5pXrKVHRJ1x4+UrUNX4bJu/h85BTAwmjLuK/PO8q8gfx
M81gvr3/SN4+O1YvOrMfn4578lIQ2uL1ROsdW2JxD05YIEFNk6471F1t7gpIi7etqosvNq7/MwXF
9QHWqwOUqILEsUhZua/tQMn9UObJgXZueff++b31ysy7YTyTNkK2XxLzyrZGxqEfNWXl2zr3FGho
90Pz1a8LGgfJANP/rMcC5Pn6jQmoa0ZEfRzhNdJMrVC53mcAnRfRROjHJo+HbP/+Vb31juJ8mKV5
vKTU4uZJ/MU7Wk4dVBQICoPeNmeiSSQdodj8qig0X/WIhVDijubwFbvEAAgmEsMOAFx36xMW8h/M
NrPdjA8Gn7eAZ/P6VBKUmQal52MagGmaovanLof0g4XCm9eLw5slnDH7FU83FE1OYTgJEcIoauS9
C6ErVLXaUnoybiIiPphvKYKzevBncM7oNbg0iKbFYK30D+796wLk8/AAOp9dHWUJ9FCnE59qFMJ6
TR2hi5QwWsSXcmp/9K7+CDpwaU/TtnaMj6amN95izMBUT/n+gQE8354XjzspXZvUofJo9AgINPYw
Cz+GnG0KwLxgWvdmDlKxHeX5kE406RkhjfbaGps1wtmvwbzaeP/9e/N85tGIV54i0Lxxfvn6AbKs
Oq/J4fYFas/rDU15tJwPrvrXg2D6pQDE0p25H9XV64NoeaB6VVTHbJDhfaRH9d0zof93rwTxEbJI
ev9sFNCrvD4I5jhaX1Z/zFpTfTd6OzlMuEY/uJJfl9QchMIcXyyiGwaI1wfJNa/QLLs/NnovybOa
mr1PJF0AI90CePb+BZ0UKOf3k52I4RDTzOUwFp2sDEaqYESUqaOTRvm4MF0zuA4HK/pk1MOAOoN6
11JiuL3X/azdQ6cbvo1ChgdTT84FBL8KqLmntSstD4s9QUM4lXo8n3NYGGqQ1fsne7qi4JaTXEEm
LJURRulfxg7K6KPhy6OCAoguNNaAnuleF50hUIuI6KMDTiyo52XGIrZLMRE1RZDPb77M80mwN+AD
QzY762BfP53EGFI3rMajjUt3yfoThxMm7A8ey+krMO9CkZJZAvsIBdpTceLowu5vgvbYg3wgaz3u
L2zyo8wxjz/QRM0Nmle76+cjzXtdli42G4D5nr8YK1qVGX3D88cXoa4nzY6tpYt26hD1nkFwAmkR
xPY5W5K1rhW8/Cv6z9qPxqu8Q+lU0937D1jM38/LxcvJ2Zy2ayLsWLYsmmNk1vUFc0h+Vcm+vdL1
/qLSQMJVwRjewyJdYgCcDnbYFvuumaKdYweS1DepJR/lcL/xzrk43v95f04TgocRIwLxk8ep13QY
rEI8+UgSrvveBlCcONCohGmtE7BduHqqjwa1t94DCV0FwRpxLdQlXj8dD7Zcp8n6aKrm0a1IcYNl
iJmnRCbw/p0/3SDMN34ebTwWBzAF9JO1cpa3ppbqjJ6VgV3ZxkHM9I2wKxYbNytgjsMz3r1/yF9m
6fmYBonBDpVTqgenYfeplsfQd6tjDcUIL1Mv5XlWg5PGlkvzWAr0VsvKzUhHHSMj+KFBoCGK0dbg
1BqiEN4H39ybn4IFqAJVsG47rE1e32zkcGjaoEuSkuGdTV1GGS/qCNpa+rEG0xxDOYwEZ+/lpr4c
PBrMbTRHcwg7vyqysvr2we1565GweKE7ylLJ4p/Xp9OAxC9sozk2xDhrK1mE9Rd4s46Lh9t04mUL
Sf+iqMa6Wg8UgSLaHk2Oj6Pq+luBICYhiBkC7XIy3Y5UU79tt3E0GpAacaB3BzOrkh8fnPFbXy/j
M8PjLM61rZOxhAlEL4YiO1ZyyB6bLpwOVae0AGmEid4D/6ErVmSmAatKk0ajphHUYbX0ar25akkH
+BEWsbeZCRTd9v0zO10bzG/avEkjnmGm9J/OqCrFs2535VFo1QTzstX7LVrMtvtP3qC5nSaYpliK
2CdfEZrLPJZRdkT9hMWFnriIlwnkWBZaCRBRP8mKfV4VBjIau52q5RQmqBbKykiPkR9UsAKJlP3d
+ikXD2SILSGaVzxupyflNoq4Dte7qDHhkWNpptcwScOv0VT2t799m+mpzvFSDCX8e7K2d0LfTPxU
uyhGZ9ibWQaHNam0DwqO8z08mSIoNxrgmxgSqZ3NL+GLCcthoY471r3AS2zufIKaVjl142t0KAoj
HQuDD4apXyeAZzHCTMGidgV16/XxcuwLGQsOYo9l/VlXZQMuNe9zeNdua6KoxaZvnlGHrHpGpX58
ylFrfZR5Lp9XFa+umgUaLSd4PmyaPdokr8+CrRQAyLa8MMhzQcjZw65aG3QaPgPu8D5jFuvvWejR
jwiTtBm+48rq9Vme1NRXAxUsA0e5GVoXoBX8OQXLybGN+jAo4DgE0KckekztQddqZzqMVaoftNao
iShpG25qqyzSsNIpIw1dImo4iqlMbqvYqr7TESDIwNLhJizBDwMscKbczFbmoIXdmuQ47bHN2+S6
ixQ60ZAZ8ntT68Gx6Ifxu2XXoPOKKoVlRV4LcZEjpnvki2gpLxq7I2a3aq3s+9gYqbZsUJ/FK8Ds
7Q36J+UvvZTtxkK00m83CInacUacJk8OiT34Jzqh3VS40GZadI2CSWcps0/iov9SkkKdrCKpoSkt
kiQF290ZxldhBBJCJGtKJthpci+jyCiqJQeXCfhHPW8PQ+y1BA0MRrtrchpWWPnjORN+rGwYFItB
MJRtvdITSAvIlQYa0SBrjb43iY5ctQ6YTQDYmswrEu9oDgHW1cZlQcBBts3wZXuLGPFeghAtch04
vzlzMMmQmtG6O0gS0rogW5xgjtEbomHjt5o3XHk50GPDr/lxj1XCLOv2xc8cKUO/agwUdWSKk72z
aPygrxb6PEBjbO6zgFgXNR0zo0rQseBWTPD3Qo9eKTsdeIBJWlgLX/Bp3jfkE7Wr2DSTO9lZCrQ2
Cb/2ovALVuF+zy50UYH6J6ejCRC4dTVPZzV5gbomPJbpEzG6vLZ7ktOPZj04DH5+Z2fLzKpFup7q
tlU7wcP9ksQ1kvZGhjW71hDx8TKWDR3IOcW1XjheJH7UEEHYDWnD16LF6HzIdZTQ28D01ffCTurp
WMHezMBXgHQgQaQpbpuUePYVSQaxuWhIvRFLfLnWFRHZyU1VmOGMum78bDXCJ0ZYjIiZ6lzuCoRs
ocBmMulzuE5vGfEAUDgXRMspA4lqWFJLRcM4YqxsezF668DzM7UWbjwa5+SWas2qLOLgm9mEjQ71
PXduC3sc7gwkgdAWohisG80usreGeEjuiIt3mRH1BN4Lm9cO0WffXYuCphxEniLM1tHgyScbhrjY
qM6TpL9G3RnYi3JrpOBM0r4jejYgPn7vW/yZZeUh8Oz7Mr63nZG0U79V4V0EIuYcJ4Z2VtnEnS+c
WkzhInPL1t4XWt7cNa0XXQ6Nj/gZhzKDGrS65lNDbpOBzyD00nU79SajR4C/dVWaHeSO51nkv9qF
f8xLuH8vXVj+IAXyW/p//t9PFX3/lv8d6vhSxTD/hT9FDNL5g74DSjlT0EZCisWa568cR5PEUDbq
LOWFwSbS4Hf+iX0Tf+C0ZB9BVDidEcBlf0sYJKbOueeJwmzuFxJb+zsihnn9zoz0rxmLLTpdLXo9
84oLoBzuqNczFhgftPNqZoZnTByLprdqA895ieNemxOqTaV/tWveXr302q/mpNe4X+zmsmT5/yCc
brhUQYlhGzpPPmd1eZ9Aez8aVTEPLmVHTFwHdYk+nlgBjmH7HyGm+eEY8XiwoIlgaOYvDlU0ILVJ
H8dEitWIIY3cKjo0D+GQNdF+pBK219ty+EQ3pDmvLCO5MXtlndtiBLntFiW/HWsAFSsVXxblZN/7
YTh+GroYX0tbP5mj4C/Wlgz3tRU7uxLuz0VvhwQ/C34XHHi+9vw0v0jzelX7aXMZRllyGVntUxw3
DlWXDAYFKdd7KL36zkjrJ4qS2kOUZ80lZnFnGQsHud8AYRsTfb5tQ8xr2Rg5mITK+idu78cOR8N+
/k2t5y/qiWHdaW3/VCEgO8NLmILg4ZQRaTd0gjXrZ6VFzi5Carxzp/jRCbiBk2MklxClJ2P5fBlh
7tigQrhPz2fpEntwqcvKOfZj+dRH/FYCoQysNuv5uq1XxWDZO4wjc5h4Y/2kx1E8eJTIpiWBxs1l
KzJ9h1o7ubQ8n/wK1jIrlOc8Hsf6yVMdqoVQXISuEUUBqkaIbYo27t7Quc1xFrLJarp+A9HAOVI6
d3YNcNLL0Vf+uq1ocPcmAJRFwRt3nGzJlWicvuWU+llLPT9ZjnY6T6okBu7Qxg9r9PDsbQV56itC
xeRT1vI3+8SAI2RbZAaCYuPhVWMDUqZwEsbX+ikOXaDAuEeQko4+iRZO+ljlKUc0+ifsT+CKaHDJ
yir2820lfMLZeSaXnJOQtjKqjNRBncUInOeVUwb2T9cd1U+L/NE9+VfOLkXquYuN+skgTeVoWsl4
HDVlfpUFAXwhKNKksfqr2QqFfQtKGz/6Sff1K5H6RYfxpZB7x43YbLV9ld6qqnHWcdg7l1pUJZT8
/WjrdP0MNWmF+wnij1olvtIvrWZ01yUEgvOMFeg6sL2iQ+LTFxvh2NpK47M9VrDr13o5+GdIbY2L
JPeylSNb9SVKhn5pQ2/dIwoK0ZIbyMqJMEsWLCSDJ1xhFqnb+eCvLFn4O6d1jSdDZ9JdNGNRygU8
pwKjpLJWRoEHtwnKcukWbvMj7q2U/BkviAlb8qalqUgbcly3vux54d2CsgtrIFEuoEpbW8dM7OtK
742HkmzGm9h0ijV7npCoeWMMvwUdH8I02erMJTYHeszY34yBEx9569sHFWpinQ9sm5dJC5yazM3g
WNuiPDhkxW+wVeDtINadFbSwq3Uhe3nUEPLdeCTf8Go13lWLwnhVkSa6REEvLwiwmo5BSchL7xMs
biYdUV9kaixHho1wqVRXLIPG63YhZS1K83ngbiNjitdOH9vHxm6NSz33+1u9AEtSERO/xKQSwLjP
4D+AbrEv+jYxHjMOuxmH1Nq35AS3jl3fCIbKfk5ssA5pZllr8u2OdmRoROX4+lJUlMRznu26J+xz
bei+sTZ8Au/m7M+N0fFJ0MKwVjKSuFwgmVNiyPpDp5mfCvjQV2ErxDG2i+g+0X11kLlmPtagJ4n5
k9RvNHJwBAkHTUI3XNqQKQLX2ItS3NfQyR+81LEe2tIGuE+OykQ8+Z0T5QXK28blhYN/NYls3EVT
zxKyz8PmYOa1/8mSWojBqBl3PtC/K0pA7U5lxA4s/MyC2W4kzRJPR3JGeoB2YcPGvyE31luC4u4q
llOtuaCUTjRJDd5mU6L6Zv/vRukTaULERhfFItSGnREK+II2IuQWzMWuJSRAX4LXcxqmn5iQygHG
iwyV/VDHudyLhjVmD+d7p4bQWQM+o35u12gaoMp4yzSLL0PMIBu3cqt7lt3Twh6EdQgB310FwaCR
fNiw0LbM4ctgONFZOPn4QiGO4FwIiHiCELyAzZiuQ8kCrFUwB/VCKjTgeM8m+IwLS8H3QdHarPRJ
+5xMdOoWWFs1PpWB9KSJcIALQpaClVRS7knAhAMWkXap8hwIcC86b03Wq7e22hAXasnn7Tfd985s
L1TsDgvI1qDFNOssHQhJ8eq02+v26O2g5Q8ExRVWcZZmmbFW7aguEgoaZCeAESEOtjPEWYik42yU
4YyCogEHLcWqbkK9DHcsSvplpg/jcvT8fo9NzH5QHW5prXf779oYuLMD9g7PWrRXRZnd16U3fYIy
4J6NqKTmT8I4ogZkTVyaozw08GCshR3YDSD6XrOuo6iGljRp1p4cq/zcH4tph5yoW0tJugfKx3yF
9sJZy0mkR0LKAoDIJGPBdrTXGpGIy04v+CBoYO5V5xzqqTIOdud7l5IssDX2EoJp5pmK+S7ey9CM
r7UguEnbdjwGVu+dkWCUPLEdKNgdWWTyFvkd+DPGZ4GXrzRk9iMQY35hZx4BUQRaz425YqNa0iKz
tL7NgjHyFoXt/3/2zqPJcSTL1n9lbPZog3CoxWwIUJPBEBkqN7AQGZAODYf49e9jVr/Xldnzqmz2
Y9aLtqyqJAgC7n7vPec77kZeU8eIHAbQ4k0zXiMW/G5HiWEevRKpBGVJFqEgqN2DwwdiD1DNxa9z
/TOjh3DsrolmkIZetbkTRx00I8YGMZQbnxnJXQFM6TTHLGpO1VxxjyTq4lyv7i1wwHHQGuTQmHUa
XXAa301CN7CLJmfdEc1d6sKAaiKNp73tzZ3N37+xNXk7aFMZpqpUDxiNrnA2bdxGibzUif2U0w+6
1fRIYRfGDRrhMw4SuoCgBtFWW/LMuzpjhOQh7jxxGF1U07Ku5YXkmtvOYgNIpfktycrQkcs7J9gZ
0yKWv8rHFhYZPKa9Z61romF4aQn/MMhnCWq3eLBSl2Kp9cnetif9gFXTXnFM05ga9d0T/F73yEpT
ro3RMjakAwCSq3P1vqip+k7qAsPhyEvby2Ib016Tkbh0pQYVUEz+PRY/f0t6Nv0AP1m+SEY+tCMz
c8PuoktjptqNXXpqLRpEqjii51A27HPO6FnACYgSslOCh0w8cShTCmudjNa8yWbH2tTjID6s1CvX
ReLOzZqWrb0q+u7RYXM7S5INgaPj6d0LcwDBWFaayTx7ZNDtSacJ6SugXZyk8zEbU7EpOfgGttuR
4oRrK5wJpdwOc48T0HOnjVVN/cbDO3vlOcpQ5RO5XHYPA5ZX+mDZ/TlZRitQQ+GsO8RWhywr5baq
5BkHR75qWqff0gwoSdRjncAr6DxaAM+y1hzXCFGade8Kbe/Ivt7a9oQGP5nl2iscEWTowQhasLGD
auMdSWZgj3yCGdgcruFtTNW0hiUuruxlV5XavFmExNo4031D9sqLRn7PkQBMkirEOOw8o/e29Zyl
W000+uec5M4WtCGAwo7AK75TBKNtWI42TYPbiUNBmTfNR+zgg9TT9nvnExAjyLC+WzivbImoEqdq
FpyGlXdT28lFWzi7GQSjrEht1B9m3bj0TpKsSjNugmqYvS0bA8TG2TXVWvlah6V9Ea+IfPqPKJn9
fVkrnq5KX4w9GHXP2JBMVLOO55p1Bs1GxiM6To9wPTWMR580qL0rCuuWN7be45Oxz17dwrJtkPG8
6IDcT7aekP5Gr5GE2dmevsHxbd5SwtDDmm7Bzl9YUoaOdodRqewsi3E5ep5cMLjWqQMRkDSK1aCM
5t4WbXknMXi+GhbpSow0nWg7WtdAS3YVwi0F6MZbFTfa/cArCuOisiIs1Xm040zYPdmRTjym05GU
qaWdeEzJ27qkvtNvEL01WzrlWYGSmq4k6mnPux39Wt+5mo5dtC375k4lfumuLCeashWNumG/XBM7
LUe6n2wUy95OlTLDnm7FLTjtZdtXPHmJ4Q3bohndp3HKxjV82LFa6aoyzrFfyH0Z+dltapVYE03V
QfhPPSs701k7gxC6avS65ZDIJsEZzYQc24gJpZtS6V4jtN3oOVgRNe7R45FveVbTEOo6dfQmglXc
pMeO4/gETStwLnNsvwBfmAMQt4/yGmFeuuqz5Y/WsdQ5M1YzizT79GnANLKeNKoTudTdunG9NyLd
lmuA67BD2axOItaLk4r7t3yQBr/0oG2wZyvSwDmsRzy0n6onXZBspnt3qbdeDpuWa32asZEE5pgf
4sEZ12qA98aAWiOrBWzDpOzzlHXpGZA2adpk0N0UySy+DL827sY4Tk++SSo4ZAMOZTM24MnS5Y7j
z51bzt9nrFwgZFVMpKfVAlIdxvU8Rs7BNez4UDa9ts4tEhLSoTlN1/xNnaIUPISotjUxmjf06PPd
7CrjKbJx/9KHAqitIaa1zf6k8vmTtROOQZl4O+mKTdUmOQF5clNo/lPUym/5ND9I5Jyb3sF6z/jq
GybtUG872K9qfJwk0zD6uuK1Hq+hnTJzb605Kh81XBQr07WesJC/RnIpmS+RUzk7RhRgCVrOdZ2x
mw+faW1X61wa75MkY20a8MUOHiRBvXWGYJRwNjNrwXChVfKU8d32FefdTbNkD7QY9m4Cp0DkY/5S
pFmgsmm50EHAPZ6273Oqv2MzR32nWd/aiV3SjwBacLI9ZDKHgGnn37UclkFv2OTkaF+A+Qg/hJqm
T6/VWKmNM4230qazV7rdfIoiRzs4vRdtFscKC4t4TRr4fP2SxKHB0J4NBQeaE+BpHLwMfnLustw0
2drvcvNsZbVaQ/qrDgjP6PTqtY3fy6NhIepi68XZDcdSY5XpTDQyLGFrHSjqGg826c7mNcK7H04E
t1YfU+XOAFQGnRBg21hIWfQI9PGn6ZsWu97RW5T/HWtnFyrPjtfQXA4NAi/+DetDZ+c6jIW3Mm0d
BHJ1zm1pX2BWq23GWTigDfQ19+6wHwm8XvUaKWZkhpmbKCJhaxrKY+b43+FQPyy00FeIXM9p6h9J
y/siHvnDip1N2eQHzGjEfHKmSHvbx2QZHdOKfZNOzg3RF1ua0KFmZcesmVjZdCnX9F2rTdrPT2Wh
HTU/e+zSeoQQMmv3dZR5gWFWX06ebYbW/LS1ZR/7XhLmBpVcb+c3zGRGnPI16cIdE4/eMJ4b3X9O
Od9endA7VdpHOB8RdTfGssrrDgXa566Ai5WOmvOg2CRzHgiAfNpr7k1ocoFBbuNpfBl1Usg1oiQV
ZSFgZ3jARJTgFq22kXAvaIQYknuEuVmZHMKiB4nrmURVNV7aU9IvXzzghHhnMzjnCvuQnJ7q2JZ3
li+GreaXB9wJNQ2A4lE34q0stIwMcEGCZPOk9f6pHorpYOrDD/pzGDTrmWBywUwo6axvkLifpaUt
d2SZv1Ydg5Bm7F6Yrt5VtvFDCvnc+P47ccNfmfBOilCk2Bqoxv2vuDD2Xs252yxME3YAbXpCcu+X
oX9LqmY8QivkaautYUPK/T7unfal1oBJY+fML71uWZwV9ejkyipb25rlhkWcENuSQPPMC8ckuqXx
d+x49crv5LyFWhkivl/pDa5DMLxbVcvD1FnbthIHWcZUdZqza+Lls1ymKeByulXeLEdgHa/czIe+
THb4o29KL5nWSaE2g1WwrQ4ALVoi1xKNjkDeFrtrMOemKCvnUg5aUFCnrQjfesBnEtNnUhuIEIgp
dJ1QwtSHKlrf55zNY5iT9Dwpmwr3FlzltvLlwVPOvk2rlUNVsfIJ6lv5TnuYkvTpyiTWZkYh0E7f
nMxiE9EtTn3jlmZT9Oj2cBhIN8DQDH9SKbfecY6/0xbtzPuw5W+5d5bsAkymWy+LfSOibN9PLfmV
XvGcxd29qtkoo+oI1EgL/GYIq2x5rJf4mt8NPzTO6WaQP38n2bdAFcxPzAMOehFdxJAEUWzp24Is
NwLw/H0S51HgpcPOcer4m1X6faA7wysBIEfqYRAtpRSBUxlEyLKUgf+HzFp3Lk9vgjJ8W9U6ptSl
cN/a1qQGz0G29i745kDLzfq+q9UjTUJj2xWacUjiQg96nA3bvOyaYh2VWfe0EJjD4CSpaGD4hF1z
kM8AGrisigCul3OFSnY/VESaqXQAV1Y2bmjSRUZaQmtojdndODh57/8oTOXtI1DMIYBrqEdVSUpR
il1W+MC2OKmWn3MuiufrvGvPMCU99C6dYXoEEylg7STLB7dNko+ok8YrLTaxIwzBvEV+3D22XYal
rF20ldlnOmV5Hx0KN58PcSXCwe9+XlL1xMnEDdyK8sdoKPc6DqokvPY/FkMrjry29ka5JTd4jucN
A8Lp1ruCp1gnuvtOS65No96hlEuMdoMGQ63hvC6XfKmj82wKLAqFn9ySQL6ACjb8l3wYQMXojvJJ
1m6eXDhj3zqMGm+wOZrt5FX9BrLJskI2Zh502P4MdzE2c1uHlDnyYKQrq86616xNopBpMayWllBa
jtJmsfEFZRgDpXFbtK4iomim4dARbIqJ7hX6K12HWg3JKi174EKpHT24EE9Df2yMwJVTs+vsptio
xLV3TSbFnTcvP0h7j858pWifVZ3aRJXkpKHHFLxGrKd7yKz9gR2lO5YFFCcozCTBuK1lvDgZY32K
jnKdXOOQZ2I7w1EzaZNYcX6f+PP8kKBE2rvYEz+HoXfvE7t7wZtndqE7aGdJMRgSNCpWaDeWQ12a
d04LwbqEHRISIsLLDY8ibLmgtyj15ofa7vRN3SPipNU1bTnGDK8LfYOjU3lzUJqy3Ymm1YKh9zi4
ukZ3bGOteAR0Sz1ssGLXJUT9pCp00rh884RlQoQC8fEhzud95md0bga723tlPezztvUC2xfaJdGz
76RRcFp10gdi+Jj31c2lJ3jqVOs1gwyv/JaK3rxXfgZhBTorM/9exvj0KRg2um73eP1GMm9FVu5B
80AUz5f81Dqw1LKxL3auhCCLvpQpo0xKBW27rj6WXA1HwN8zFcOgrYf4+sO2ZdYeYlKumatwH3gy
13HkGOeRZEtoueNDLK1+PWR6w24OLCiDOLYvXUl0oQ/TN+5ggAxxy7DbM8ZVKocSrYGKDyn8pLcJ
LyK7bput4+uqwlS7Pk8Tn0pRSXq9F7trXDvZJiqHfpv6ZnvwAN0H8WTbl2ImO6ue53uSkhOA4vq0
Z9xLUDSipMAtort+tr2NPaPHlKCPDk3XE1JJgMQ6g6u0gofEkfzaXCUdZArqRCbBkiXpPU9u/1kW
hoklFF1CkTEzYWDjIkBojY1bDA8En6mHnvH1emF4E6BZLZ9zMIdrx5ncA8HmCRLMsQpzt60JxUkI
U7LMZkuvhbGJo9k3RkOHqY2y5k7DIXqOJvKOuZ5zRcwBfUTHOkPKlyfTy78LdJybfhbFfohUswXA
QgOFmkteQYo1c8MD7695q4xxuCgS6NH+AhhP7DGHmpEUGzseXgeH8JQxd7wTQQvlLoX+v03n6V2R
thtWc9EyOTaX+NgTFIN4LVefcUY+IoGYi3GY1VhuE6G3h4qoizOjqGzDAXVDj2utVNNvTDEYnLdL
Ym8K5Gxwjb2NFsOJL7HMBU4U6duJLsSRpqW+NhKRbjI7/6FSaUHtT6a9RbTaOtYz412fSm/d2tYU
JnEnUE4aBLc79GdhwXsbb2mmA/DnPHBGwhN61gaANAt+Z61hXU8G70wPxn1UlijOcVSbIfzSbl0z
Cwpieu1tXYCSxN//LR+zfo2OEayU0/AGZl57mGfLJ+JSDsU+s4s3ho3FFlnNeFb824GlFxoRWK65
63Ld/oYSy1v1RRFtKsc+JRJfKPvzsARxjiqD5OwJ/o7kTYejx5dUjlj5LVgN9ifnDiu5066KGikN
Hqs5fVAArLZEIo+rAsnENnGIkV8tVV3eublgEoWy6tFQTM2Mzl92GgrMD70f6pvGXkY0lkwyDU0h
akGy5u4iJoZnEK3NtpsKyjB6KrfwpOhWuK5G5zflHTBKa+9Ui/UCTpX2alfIJ89Wkr6rKJ4cKp+w
0Ok/c5n+LbpEZD6WKg7SZVqIQUo9qkZ9pqmMb2THWYa+vjM+1UqbbmoQ4IG+dJ9+8nOKy18yOCVS
yMEl+L1ylHhZeMVv9dmNWO6M9oUoCP/W0oQ0A+JSQexFrDIcza1cf27G2GQe7KhXOZLcENQVWJZg
EGPMA5FVQJrwy+7ixPuaOBTRb025ck+WU9gZdX8gd356Iie1CzMOhN+JOdGea4J7d6UX94fB8RQ4
O1/eGb1rM7USBL9Ytfc1lnauVhqz+FeJo/js+kpcXAihByMf4pRuMjcTJR3rm0ubo2UKeW7RrTwr
pFVPDOe+/JaJbzvPEeUmA04xcQfIdCGuadaY6izjZHwKm4/L4Oqx1MXZe+P5411jleMeTjftL03o
2wZWzaWy9C70ISLf5u0IKA6FB6fJtB2+4qTvyO6bFZnNk8/xiui/AmiYVobFQkcDvFJoekzdbXco
oqA2KKzbmT8IZsUtmpI5C3VckMzByphI3765TdDZXpQvor3h0k8dWJP3lt6Kl8ZsQSCWOXd2seqJ
0ofv6yvm3IsxtC9lxFB0NRTXayMFUQvxIDAhHmkInxdTUibP9iKvGRTFu+rHLGQmFK2Em8igJlbV
rnhYfFlw+bmq6j1j9vpQod4OMjHEu9iV1oVF1UfJzrXobiRRtbVt9T7btdV/Do5sau2Oj+mPpo03
KohT3XuC7wGTlKH1sLIs1EXb610p+a7g91i7wlryz1Nl0dnti3m5FaPHTM56b5YcgUAF7mjYEoXV
YUciBmNHrw+wlgUlJFwmz1gTEsCjbhXvV+OUtYSNNY2fEa3dwC+LcqaXQ/L1K2P21r5P9Tqezm1R
ujXHdfE1SzWQe4x/qTnlfZ8SLFwkfGhkEPd8A60s+7GUvZw2dtbVxaWwWy0Eoesax2xOF7FeqCST
e7NwzUsd6VYHp0Y3jBChQgV9pizsjt1kKaiXWRfEAmJ4mJ4iuijRA84EhffDi++zFPEk+2ajO1Uo
4XZzU+f2EwVnzUSWN2iihJdLezNAjDRWZte1Lzrx5s218108LVQ97Kbdoj3LeBnd59IRmdzk6BJG
zroqPxaVyWljlrXDg+jDCGW7yvwX4Kpme2ZM8ziY/BNU+uQFybgrlxuhDNvbThUEUA9tNPtbH+nG
UzpVmhHMeak3e3IE4zkci6wNbH6WxwW4wYKkcLHXbj1kL7rd2W/KVv2NNirN2skUjSDj2LwhlSaK
CxeBeJXQh2jKOy+O9YBZk0HOxhyzkO5cnqhjjEwnNKhP49DzGHuG157ehqDlXddox0XHBTsW+tJu
koG6iBEk0cgJqUDbuZDeLc1t1gh77mCsJSMoyplzhncQgmiaZwh3U74VYw5tyu+SLEN12KbFsKX1
UTIQrfrmRHIxuELsMEWTBlhCu5bJnSGKMFEZOWkeqoVxVclEkiFWDoporKHpOf+KMjrRK/EQdyaO
8yMCakP7fqwo5Ap6v+RNuX7xXtilQMBoms1nghvbuph5FZPXZib1lw0w46I1+hX6xIfd+7NDjWy5
y8IkjJSPexIhJ/2YSdSYR6antUOnB/5ILQSq0GHUfHUouWrKLUJQglLvObhm0UKj3q+SO6jKbpgI
HveVBZLTw8xnaQUpZyzM+qprgQcqd3GR98RjMe5l4+MWXZX5AvSO/Gzf33QTo44vSBZZAMiwXrv2
mIa8f4EfYRnXiFTYW4iNN0T2OBc6It1WQ2F/Mqoh2xBJFgc0B668v/4bp2SLm9ZnPyhPiLGYumhY
++685mjnkHZfwGNsijNSxz0EVdrGqTPvhTG1oWZ7PsBRRwUVqNA77mbKJG9+0arZC91ohiWm9ACq
JFOz2uwDZLkfzCM5/lb9M1r28iQYiCdzIjaZo30fqsVmtm7c9TQwPtuBxaJm6ex9IbfwUxAuZFQm
dK+PE02QUI1OdKod60G2rST5w9uLmJC83KZCskuQgHVlrnKCfpKFrgcYzqlCccvROEyaPphppbU5
RTYq/hVHlc1SDz4RFiWpWobuYzyguub3s4BssskCwPq2xKJBq0JHvYoBFmssY8yn1u6k+rUel94z
1twS04dBRZjhagiyIeYiZiAIcMwXHlRWxDKlC9RWS3mTpm36TDgW98Osu+JUN2XzzcYld07m+BHW
Rbpx5/rJp0M7ohe2R80NCOoikaTOYDPdeJFLgi39SKemQxQZ2XVeXa/yzicoL6/staiM6ZamgTos
FaNIjj/ptu/tdRJHoN0gyLrDeIcpL4SUeCvIsqdjvCfhqVo3gjiUTtduaY6R9FNxvpCyvYsioqnA
AevA5PqpCgg/GYOiJeS+YJrbeeOmt9BjMjA94e1MAy0xLoNOP9cvnXqTC4Bo5WLSbhP5+5J17qac
pvJBV4ir63oygzGazS3jPj2gE3wcJj3flhkiOqAyi1o5PUdHZJsOA4KFEzklkB7iqALLGMfZbePT
8kzafhvrdXYnC+cYQ66/BtDsY5S6Gt3BfUVoDclh4dg38Y42IB2tqC6Kg595dPiMoXpiVjq+mWlF
E62vWzqU6bNWJ/mxtPLvKOyT+6kwXyfodwHEWm3tg9FZzaPebZ0WSbuvNnWzmPvZs52VWbE76dF9
a4zTGjjluOuEWrbYEYcfgHI/jTyhI1XKOWwkg8HCqp9yBsj7sbO9G1SJNOHIPjoVZa5dB47gVLt4
X2jWdE0QM0MTWMnKN0xSBpImpRGMusJpKuMk7VbfFLRfWpo8q7hJnbWTTC8RG9UwJdUJqxSdDjDA
14CmrseLYyBDscX4aNtGQ7McMTZ5QSSu6653ESkD517Mb95E0WyVDgVARuaOKaHsWlV58YyFwbVH
lDI/q7Mm/DHfqWkyVouXvblYw6/jWGZe5oBCB5su99Qnvc8TD4yNPgut5VAxTR5NxqwP3Xk5JySL
7uvZfdSEO7HhIyNEg8MoApT8a5Wb7lZYTDFme0f3QwsIuf6eqS7Zpq1G+fCVl+apLf0Pb0Cq4pgL
6XGs0isJxfhbNjBUInNu5xva2mjjzaBfbcPaYZbOrenzq3emV+znyjJv5iS6k6Z6z7KHyskuucbh
CG4yyXflUdezG2H16urivDXjWtvJfkZAY8l3l3CDuY7PXVdFL7WqnvNerucUBHYzMm5vdDfs2ij6
UNmwSVUxf2ttk3nkfA/sm7aW5x6Mtr1JzKVal0MRACX9TiEcenXypfeZsfIR1NM18ddjS/vNy7VN
Go2HubBsDluWvwVlxwndqS4ZUYkb1CnzwZBxRTszjq4wlpdJ1GR+QqZKMTYJAMFCrnQxnaYWj2aj
/I0zopLpXDMmBsi0zzZFiRym8WI66cWxi0cv9vZJJtIQ1Op+oSFFGaKotdS7nxGq6csEjLeW3dhF
RoPabR+rPjmQAAl4rn6zOPzljdat+q786Gxjq2JC7wpSfZj3lMklwiVYmNlT7DZbYgpREfZ3vl4d
O6O8uOm4wwoU0i3ZWWl/k1W1c+z0LhcrJCacfFSJ0N8owrhMcYgh1KuQfSvEsqHb0sIoq+oxIUqB
aLLori1GuUZ+v1k6ceiH/EemzJu8ao6UOMYq98oszDSCUvWSp75I6P97OroY0PHGhE2zop29JsjQ
/m7lKIcUaA5SpkxkJeSVBllWuZTXUKuZ15mbVpvwV8bueO9DjN6DM6A3bvTIHY1GIhpSrl2GjSlO
ztAbN51g34KPu0SEOkbDOAdG/zPYlUhAUl7dPyJfh+aa/wp0kkciEWhh9NkX5O2VeyOJLi0im8tY
5FQ8CET8nAsrRuZaNVvMoux74nmfPI77QYJWd+dRgWglAVgEQa0cVk+xNGQGigBJFdfYmhhYjAQO
gVtG9FCTYc/8UkEyskQAmUe7HQYo6V05MtmDE+AOdnMqpeediqzpoPGOd6mIIDkrfmSPQDM9H8SW
Fo53GLoy347ddOyt9gZnwxNb21EvgU6bLWeltNAFIlbD2eVVz0MwCnmHLcS6bcB+BNx+FXh5dMpi
Y90M6Y7ihNEknaE8qrdJ046wl99pTjNryHoj0CsvEIunhand7nt3PGl9SxcoPhMtuK/64omdCL3a
FFqyeiTJAIXvMNK1qThnr+Yo8j6F15ADNTi9OayRytg/RmGl58wvsxPTSf8cMw494Duw8JFwJgwj
ZYtPx+IclzbyK/evlGw/l1g0Uk7ubufdkcpKO2rOoxBdrh+y6Xg3IyOzE/ZJGfyvNeGPBHob+f5f
WBPe6h//8fSj/cQRikuBaej+87/+8/rf/JOoaMJGdDxM8cCADUzkAs/BP4mKpv0PWIo+OaoOaAZT
5z/6v24E9x+AFCgUTFsYKIev3up/YoAN8Q+mj3AWrhwLGMKkB/1PKMBXr8G/vAjX/B0POKPHBWAu
xfjwm406lo452gT8rSYAwPtcSP5vhCDq1a6ZA6p8sb7T+o1ZONsrY/F6uk393LI2aHPlW2VkxGcM
qH81rXLCKbvWQrLQi4tT9+JNeJV5HDxd1isvHRl3RIuJ5BPVjPcSsU1esiGnssjnSj6jehxOGoLo
ibAe9gqic3at4WvPQ1OxlmTVvE0GYb8ziNfehIR2sKqNcQ1tYQngR1mrolDznsCWMcwdM3380496
+8cN+Y9ykLcV85Puv/7TvN6HX+4TPlmYPADJhOUYwrr6aP/krSTwusAOZn3Z0GRQ39Mc7YpmGrf2
gN9OxAWTldKQSEbtsklXiTN82LNPeYkTD8kjUkhA3oB9dMbFvfkQ9dc6uVVTi+gjOZPpXhe0PXVF
xkbbMvEzhiFdl5xq/8Yi+t9+D2y44mdK0JUo+ev3sFQXU81VX/RXknssjz8SK5+3Rc1+jySLfT6u
Ptt6EizHsbWNVeLc+xJVaj8z4J7dOguiPjbeIyDsh8ju6bdK/aSy0dx7cdIe81KJW6tMMs7F1d8B
pX73t+JSBmSC4Z/Grc7I5DdYSktz2KIA+SohI59KqB0nOgtUW70yT9fYwb8x/v8biI46AnYVNh1e
jCsW+TfT9jIWiBVM9weTbfK27cekWIy1XWf9jllncYzGkXx1HqiA/jvP/iQ3f/3Q/YwQ+vWh8/ES
6Ffgkoup1/vtx2rGpc8zs/pR9LMDMTpubWOFe6j5rKLS/FqKqNGDqFN7tHR2um6UPr9LQYchWFJ7
fhuNBt2FRBN+KibzYpcuCZTDUjTfcRliL6SUSkIqUewGi9TQDMIhLdeV4WpPVaqtlaPn9oZoeP+Q
k/T66meLi+BCoQmJEk3/LEHVXYbFSf6OK/ETevPL1wYdgiEdNMkVBolJ6tdnVOCxiJOk/7BUq5pV
ZTrzYcYc8tJODfMkmCLVhvAKHTrxZCqkshONFJjG3U2BgJIs7YR2yIS9haPWWM3YgVAbAXSrh2dH
0/sbGA7Lspls745Js/00ETJ+wx+1gRbFPkkRmY8uZcr3CJ2s28kjMoAe9f6vf9p/e5QpnniCSfbz
TcKxfgIX/rSc8HJUsWrtd7gYSB2jYlkXuZZwjjPId8gIof7rj7sa235dvvg8/gejlP2Ex/k3y1mT
6a5pzc37gCDpxY5iez3nWDOgzMkMl4Rvvlm57+4UpXHSR/VMIE53b6ryWqYq1iMCYtWpQuDNcZeC
e8eRmUyPlpSmLVNPl8rea6wAkkU/BENOeb7MZneXQjf6BuLC1FZNH4/fjKkOZZEszUqvXKtF68CJ
vNUsZa1sVMJITYFeJZV/wVp+W7ptXv1xSvn/QsevK8SvTxbMIOEIHWQqmuzfaQdSpGKa5PIxMtoL
87jVyY/nPDgxkT+S2b7q2Fj+5tb/N3fe4x1mFwe0oCPD+fVhTtLU7e16+tCL1tv7eX+d3rlxaOec
yP76R/43aggusuv6yC+MW5H35uo7/NNDxS5NE6jtPmbgeg7AJxpEfVe8Gle78OKTAuLE47LL8SQy
H8ZG/T1ts/w8C4qyv7mUnyjmX2/0z2dNt02ingWy+l8vJffRHyam/16hanilP0UGK1EA7a1JZAwn
Z4WWPEgm6vAsGhGDaiLWXpKyG1/MzKELCfP44nq0CDmgQyiz6/mYFCO5GKnjpxu4Rqi9+qT+KI2y
XfCkl01Jc8DH6xAPjeADpdv+ze94Paf99uzAifjpA71yh3hof/1Kerp4TaE5bx78AFBwNGZeUMBX
69SWxhn5dU9OjldyvCGa11jXvDY/ptbzV10qBB3LGJ4fvnic7HWajzcL+vI18SmpF9p8i7eRQ/vX
NUac9rlG7AxxlOYDnpnuJo9npnlMBp+aKjIvmjbgsc6MXR416R3jpEpbuYybrnB3L0vRmWJbXLU4
0HfmPMyveTG0ZDjMaNnq3sanhhxU1NVwMgr3KrdAm+mviFN2KmxcuDYMwCpMwhCg/x3Y9SdK89eH
Aiie6+qCGwDDW//tDGWpvhu72HxrzUR/FUPrIBxPxNiRBCeXGInz3Lqh4U8S1YczMdSjyZKT6I4s
lFy1EBG4zrCLGRtZYM8wVZNn+IwI59gNv9AmdMhfZU7Df4qpLCFKVnc/X7D/tV//J3vQn9aafwvR
fajkW/FbiO71v/ijxLENXNVoezzwQNcJqcWq+0eFI4C/c4Zy+c0t0GBgSf5V4Rj8IwZfPiJooOrW
dYX4f0EnVExwhnxOXy5qMiqU/1GJ88t761qW4UIGdwyKqOsZ3vntvaXCHjuQiyazlrl9T9HvQ9nV
EQ/+6Y7c/vEY/7lC+HVH/+fHoBAwYefjs9F/+xgzzbooWgRiFlpTJwR58b4deyNUelyvsau4D3/9
eaa4gk3+9TpByCET2IWFx6oEEE9cb/ufl/uIvWSMsFytsCBmOkIkCFG0i/RSYtlIcPT0rAx6gzVh
NSJMxLTdUb8dUseNPBS+vV81KLKk09+15KsyOjMm4W/go8yVt/0/7J3HdtzItm1/5Y7bxxnwppuZ
SEfvREodDJElwrtAAAHg69+Eqt67YlKHHDqvezvVKVZFwoXZe625cj8BvEXgO30hYA5Si7RhnaZo
mpxN6gcxIjTNBgbOec1DV26BlCiECuhFMz+JnUyNjAiTae5tAwWO1XseKduNk3rqDNPepF5ofw5D
xLHTCkgdLwE3BZjBdGuk118EcHJm8JQBxoGvRMJMtG7bVLdjbz0iwaSk5GAndNsVOzPKb2szSP0y
2I8VxT6ahBzUoidnUnL+4hFBJaz12BkW6eci5e/WSBX0eKfbrUstRQ6zF5S0v6w6SleDqqZRp5Wv
jX6DVTJz2fzUOJ3HeYVPh7QSX1defihmcLfMNxb2ajRyhaewhaVMRw6SBZoHa1+zLRJx7AQWzybP
CQenO+dTkb6hEaknx7IftADYExdOWllai/KspG3yaJdF6x7iLMjTMGtmo2bHxHYu/kZEYtkdIO9N
ZoZIr0R7PWVS3CMDwnepZS4WoXacTbGZ8P4YK0Q9KliTMuWb9wBO6TLHVVz1Yea5afZXHWeuWLu6
5uk77jkC95GdhdgSrxMkLyrnCPajqqk7pSteMwPS4SKUOpOtZWibGRqPZZPOYQ/+M8qZJfAspcm+
JdJ9ypHcmJwKtPUAI7WEV6c8HOZeHkUEvo5DeYsTR6uPrldpIiewHqURXRtMNMW5NVZ9f9ewL3Mv
iqav2tspmxgw14j8uSyUrqyzmvQaDt8OLTJYd0Qtoh6etcYKS7+zXAgwphqA+pTOckxIO0gfZ66M
W/dqjJOmN9ZdWTX1mYbMwSxI6nGkPEA00OkUDEVJV2VUqLhEiNBiKDkTZ9j7kCu1hVdvY9wr89cA
jRn9UpHbvX5b5h37FSl8O79oSx7btVW3ZnCJUKUhvoiKZMm5n33tpUPChHFvi84t87XpV9pBi+Zy
P7kwYuiyBesE+mwccn5OiYJ0FWiEy5Qg6vRiSKfY5abTMz+0o1fG7QXKJ5zO1GT0oBVrT6U6VgV/
bqZDWzqWe8xcOeOSn+3EX/VU7I2N6vqhb9DAzPR9NnPbqsygq9Hhr2+MxhVfUZh26iZGQl5YqI8g
Gt6JfEQlTjIUHrR+lRC29K0mIE+eaUOe+w9ZzL6P2Wc26DNuektvG754NzOJOqNUU7bzrcJw3S1d
Eihj9XBH3VwTzR1UWSsltUCXECvWQplx0d9E6O7H/gwZL9Gkz2S6SeJBK7zWAvEhsTXTXUs3BgwR
PU7AELVoXJr3A8meIRmYetJsoAW1RH1miFdXnZcNChAVh0EXi2mjrHJVM5UGV8SYpGygIAigJFxp
HF5Ip8z1eFwBMGji7SzaSOy8Tnr6VUBKQHZEMK1pIbRl0pKF70TafpRkJW1EpqXY6DQoGQeXicN4
QGTYOruqSD18gr4X2cecRt9ZRS4VBhebx7HyNCNjA0NeNG3sKZolJu55bipCM2sL2nmwsgggij10
abEtsq+xNkyY+gb29HFxg6cEdRJZzSVHcFBOBT6bT45IyybszariW2zNqFZiaKdeaZ3gtCid9ZJY
5WRl9U5MhidWKdy6qC8eP16/fjuOTzg2pzGTMuey3f7lsMK6r8vCNuij5M1yUimQema1+Axd+HZZ
/meR9GyWSbw17ENOFkkP9U3rkWC70lotcHHQjWct8pZOOAKBAFKJ7ceX9faEyXi+rnPOtsmxdzy6
jSfjRQguxhmVx8qawf8gQ+gBJZGyuqkQLW/iEhN7bU/6d7oIn+FX3x5Qfg7NnoBZhHgWHp178uRq
rMwuVjoQEkuuUqbyYivbWkelDNb546t8//C4SIs9PAQ9FujTbHMWa4cDAkMZUkRXtMnz86j3P8Pz
vb+Xy4WYuG7IOIEvd/KK9NNEp3lp+ttq7lpWt4aLAW7wZNukW+IEZZWbsmQ/WAgwf17g/2712epT
gfj3/Yy79IcQ3//r/Edd/fi1o/HzP/unpUGmE0Ubdp/2sqU2reX0/09Lg/wojPBUtTgHuD7MT77H
f3oawb/4AgOXdodp/x0F9X83/C4RUezyA59zAAeCpUXyBy2Nt58Bp4yATxArLs1owmQourydWOhj
Uh+esbAUgfF9Km2mr1z28tmw4TD/cmt+s+d/+xn8HIoCJZF/0PVJzvtZdftlDsNDnLVtOx4EHZRl
t0qj1IHZ8Z8MArzbg+yMwejkeswGj+ycjgeyhWdoMakKtaz90yoVN80AcKVz1wydWvPJIGNvofou
1YG/k3/RiNf3JIgqAAdt9AlW+fSeETlJegznLR3gPlz1kwnSrXSVRKpG/O07S2OkQDHX5IDo/uyu
/T0MMGwAYCC7fgbj/fJopIuZ2ovpjUbSuu8T9hlwCuX+40GWu/I/ayXXQQ0RYD9vNQc+OF8nVa4s
QO85KTSr6KZ3vZLWQKfalRju+FWHyWraTyI13t88F3gZVSi6gwZNu5OOhNkFQqCdxTsWlYjsQLHA
sPfDP78qPm1alnQ9qMKfrCOerNHzl9Z+SPFUmw5+YV3ZpGppSMt9Qdv//2c4irJvv1c6Z/Mwa8ae
rZiz1TNoDbIpoYFxdNwyj7R/F3H+bQn459p08tDgOJuuSx+Pyqx7Ugqf3c7t67ECK6Wqb6hy02fY
N3GG/M3I5DpPDXzpeenn16M7uGBiIkF8IpgxvM6xH8+byXYGwWGq8L42JH66G6+OWm1f5TgSV+Tb
uw9d2ZYdpr2k2/d1rg/f8yJ1tBtin02G7brW+OSJnU55lHqZ7Fj2qZvQTNBPaswyAMCRtovasYP5
FChxUQKh29MjTT/pH75/4ymfO0zvC26VSKuTeSJyfaEXU7evYqmHGobAdS+m4QdET85PcuaU+fHL
8bsrYxidAhU9S86VJy9HO3F0jcW+Sr0OCfMwccwZ1R7bRH7/8UjvPy2uLGD7tLT6aD2dvIaQADjr
9+2e4IkZ63itbYoq/SyP8zeDLDO479H6YXN42gzo88qdsqjeW6NH7rSn1QiHS2P78ZX85p45BvfL
dIn4cCmAvL1nppVqRu+V+0HWDcJmHDRZHHNWap32kzSR347EAI5usOv1TwN+HAzfljbWe3w96XmG
6Ghb11UTFiqxrj6+pt/dOEqCtGNdXnQm3LfX1E5Y5Q2N47Kp2Xij6R6kHH0+Wc5/dzmQIQGDorzg
aLL8iF/WjBTxut55+V5Rx18pGLy7RBosIRDgr/+Dy2Frgp/fXKjFJ5cDYxZO2lTstSCddrWyUlpp
SBE/HmR5zm8nuuVKTFIzWTJ8kgneXo6rzzU6wmxfe8F3pymmi8YDk6xQjt1W5jD9hfOg+fYfDAn0
iA2EhWzFPymCJnhL4fdm+3ymtJhBUd3qyij3rpiq/TTJBpe2Vn7W1GOr9e5K2YuSu8x+lBWLE8Pb
K/W8XnJYLnbA6WKfxrXSX7o6JTq242PD9JEvHRMJ2BZscyO/YrXJngMtocMxWXj0Q3ay+mVTV+oK
nOMMXIHywtEdcdjT1Ms4aiwlqVXC7wfAZnfRdiiM2Q+THI7OOhdBKtZtQxn7pktM+9LBjthfZ5gZ
0q2Bwra7JYLDh/TS6gg0ixm22iqIzBL7IA6o5LuDT0y/NVNqHOuUlwb7d2tGV6YwstfUoS5zjKAf
OaGItPpeG7Wm2Q5mp5cb+kh7fUYvtrLGRL/QzV4HudZyM9aeAZ/OMmcPI6Tfl3HYlRH2ZpLm0wOG
Bf8S5U701QUJgvvQGMxDNebRa2s7nb0bYco9Fb3tyU1W5P7Az8nIGMDSQ4m518H8UsbNt3FskNGU
QsM4x/lc41zxkBUQZDb2LgfdsW33QdNi8WrwWYh1nHiI4fm8fAOe1cQk3mbDhFhn5uBHQcSbsvVS
myQKzXdUEkbebD8NgPP4k24oX5Nuyi+pSDUF2jwZ3bXthMcrTqNmiz4JbIhWLXaveABEBsQLz1ls
NHNo2OZ40RUSTXcVVNNf2tRwbIzKjnp4n5SRhki1aM/kZCw0TAWbDAhXJd19PBHDR01JZtWqwgZE
0Qy70W1vu/3XQOXyOeIDg+8Jm8alBiaG+2zy6tukgZ0F0nWkDrdvR22CdG0qIxlWbeoAfKAgke0x
reQ3FFdr62JOlIaE2jDqnfDHwljPnIR3omnvXa0uor0/seY1reTo2zqKkhd8136XRCPpcC3f2i11
AdIeLVlZR+nn+Re8uPO3IqYniTcsfmTXP+ahrWU5aAOKg9NKwC68j10JrtOZW++pnHzS1pH7wGaH
f8VJpvHo82/NjB46L6Tsnqco9gacbEaRbiwqzd/7JHP+6mQ6GVhC4gm2XgOTDsdKzieORrxDwaTG
4pU4jkVhTWi3h/ywTL7P1AGNw9A4UfpABjZ3e3bcyV8pSa7kxi5EducofM5rbChEMuXS8uo1MlXU
vrGuKtCDSaxNq9bR54vYM1GTt/jFD02MJXrTEwGJwc0WGhiQNNY2/ZBoXywqpsYmAgMJrHxsC9ga
Qk7z1scP9S0ZgpQPSe9RlzGndXRqDLq7fpHqxg3Z1pq+SXxXPLpGW9d7d1wQu5Ql/C8FkEBMMwk1
1m1gz30SukMefJl6HY2D1ab4RHBK2w0E+DiXm4QSxQPctRbdc2BA8c683h5DOEvlCyif9K5IZ6eD
IMSHftl4XllsPIytr8VUw9yZO+BriHQaMa2syGnrTcCzAC1V+pjqB0iPLaXsKnpxuxQLA7mKKeJi
WRfFtnE7kICFWWB18NxkkBsUwOMLngQ5UrX3hnktJnNKcUnHC2wgcQoFxLdBQIZzb6gdbNcDnhmA
gZbXY99KTJryECaSC9fs5N8r8P+WXf576W/++6pLGE+N/LXcsvz539UWy/3XonjjFEuNhC3+srn/
u9hi2v8iuACSP0H1dDkJQvl/tRbL+Bd058UqSQ2GjuQSzfBPd9Wk8RrQr/U9ijN/N17/oNiy7Ir/
Z49B1YP/B0c2mwod5EcSzN6uvL421Yaw3Zjqhw2NER9gXRybFjsaLD67wB+Z3v9yYz6tufwzIpEd
tKNsSp2nx7emTPxEzF68zoEqgczdldFnmRI/hX3vropDPZodwpXRx769KowdErIl9cxmkx3mHtPA
xn2Njuk+XV2Nqx9c6ap3X8Tq2KyDT/agJ6LDn9eHRIlaD0/PRt17speZCqOBExDFa8D9SXdVAIJM
3OaswYgVM6XZ+iWtP0ALrx/f1vfj+rBCeYkoaXCwY0/69prTvgcNqDNuJS0AyPVOE8YlXrQz1wod
C/pZ1tyYhbPz3T/aM3LB9OTpznuW7Xo8ztObLX2tjqdpSZKwa/rBA5AERO1hMQz3tWWBhDZAwH58
se/eWoZc1AfcYioIENpPrnVwfGJJGLJrpuduHIejl/mSDpd2Pejeg6A6ctuV2WcBpL8ZFkE3jQh2
NLDpf+pjfjlf6LgHPFxiCV6IGLeNMsznHOpkiFf1gA9vYwVHmqXay8cX+/bo9PP+Mir7Y5uDLdXX
kwfbGr7W5pBg1oWGlQNDliweWcFwPX88zttN+N/jEIJOBcJaQn5OM6LcuHBF14JtI3ED6AdirWUN
1KszYFd/VBVYhuLEydkWjxh13ndVATceOMW3CKoqMMTpfDliTbTnTwZ5f9+WQUiJpL7LieY08ryZ
i6I2NAj3WCmhoHnRulPjEH58094eOf+5EuT/nNIIcXdOb1o5lhnEFytbi6SOttrAnmKccTJlerL5
85EQmrGS0JyxOeW+fedpTWcm3zivQcIuiqMG24M1H98nF/S7u0YtiqWKuCNWoJPpCxaTb5uke+CN
TO49R9y1RfPJEMZvx+ArWkq7ForKk0vRsDg1+siTWfJUUKpa5jVS6Ho/iPqOUBIsWirIiS0BpWNp
ASjqYAIDWdGuN8VgmOtROhCLISB/8sN+87v4yLi9PvMKGreT3zWmoOV0zJiI1iowZ5LwhW1Z+9Ht
Hz/JpWlK5dnD9Iu09O2TBHxnxcTBEL1AtJkZc6gCAW8TMPTxMO9XQRKd2CewvCPicik4vx0HEqIh
uxRnPcSFZxEAxY1ldq8HhYPJCn+qqdd4TWusIkgSIBm5qViZbd8dU0JWzlF0pHsbo+ChZRfce731
Kns0v6qwIDvovf7Xxz93ublv1mx+rUnFgVoHLHZmhbe/1vViu6CRyF2Z7orxLy+6LNbmzWQ9fDzM
z/X33ThIt6mzekg2TjPhjQCOYz5a+doZ3CN8IrVVHAUu/ZooPNzy3cJW72gVIEQZlcvJXOx7LHKh
wAOym7S8dkO9aD+Ze9+vLGwNwcIsmz5EdacrS9l0pj71gEBrLQb0PMXXkEq+53LfOwcJc2JftYb2
ySLq/OaGU4njHVw63iiOT264VlasKgaoH9sLa0WBA7/fMarlH/U86HuxCeJzQiNAOw+J88mDzQzN
NPqSB9vAjrgKEgutiTK7T0Y5Xb1OR1m+7V/WZjztkQXZhG8X/Q7HNSrboNzcM3Ow2pAeRf/JEzu9
e6fjLf/+l/ESPUjjgWrA2hEXtnE2t1+MP50nfg5h8TFQBqTRYZ8+oFrvhUTCQhzYuUvOVYkErcaQ
+8kHsUwDv34QDGOjr+R7IDuHgJyTacLMoVxlFdUTx4nVOUk27q6ImvHrANviEu1B973rgLulqP7H
crzulkDGue7n7pMfcjoB/Pwd1KHpW6FRfne5YzEZFUF+YIDxawMXFSs/6pmXdCeUpj6EEMk+eWd+
TujvLp2NCLNkQNf7dMKnTkUVtBoQU3r9uLObEld3P1bUD60C7ceQ3SFKdzY4MO1NSwKIa2nmdsyT
69yIUReSs1G1e8u7oZrf3stPW62/eceAKSG/XwQUGL5O3jFntjkbAUFZ25HqXjTfyrd10LEUkg3o
fnL3Pxtr+b5+eZ9bciccM2NanKCpTLr1lzsFyPXrT7rHyzv77o7/ckknS6zulipRMzt3Re+ByMbm
CDRkrVz7agrSW5IVTLLa+u8etoHNx+/56eL+8/X6eXJmr8be/WTkmaQNR7Ng3Dmu1pMo4eZnwvQ/
m+xOPBzMdiwrQK0QEHnLZZ422FgcEfADwFvnZQKWoKTlwbFv5dT62oEDI7L4oVYxaQfVEWjgDkDl
JxPTu4MgW3fmXFxn6Jg9kmNOZsJYK8U4+zYs7zj+y5P2ZWEVxEvogKfK5MoQ8l7vzU2XWtioo8PH
N/ndW3Qy9skbK+sh0Kn2QqOzXhR5CCb0dxxYn7yrJ3G2i5Ti7SWevKzIAQHqUkZYt2oK6R4AXU+/
S0osK9dsji7l8hwvaVv0B8uj3wTgLNkY3WfRq+8mrOVXeEjPEW/76NNO3qjcazs97XjUmPyuseod
U2SGyAPvrCIKYXX+8QTJeMs84LM9Qh9zqrhDjzgR0e2IdeLmJCJ6OwApIG+2wnUWnPp/cpNxyXB1
AbUrDlJvZwTSuIauw+TGTQ72SZMeE2e46YL0WJGVYWTBBarTZkUe4TlxGuaqmZDoT+KzOfp0Z7Q8
ag+GC//Epmee7oxyBOcIM0CPzEll9/eSami+nglhutKw4IovldWr5q6wke1ux4LC9O3Hb/S7aYOD
sE+tbRE44R32TnYvVTdqs5RsCvNZnXOXCZ10kz+soCyHbRYgB0EKTSb8X2/vdJ3BIzNHXaxBX311
nH4dN8m1L4NbV6+fZPSZP/O3l/TLcObb4RRomTmJAYOhf0XimLfHcejvPr5tyxf4Zp4/uaST2zb6
dkK1CucBKysxNkpsVOWFQ8TXyJyw/ngwg6X6dDwOxpgomG+pQ7GhOZl4YPD7SVEm2kq4eGrHboLg
5MCOF684XKeC3BQNtgNU2TwCaBnVdzVHT2dFJJVD4M6MYxLfV5c58IP8rLny46hPHpPYd4gvpr3n
HZtpANyxkgD67mjLjajZDe2JRBLvzJr1GRBL10bkL0i7vlIY3iFhNRF80ynLIFwZnd/vc9GKa98D
9Paj8lPzKtIHkT8EBjQxpo0evD3hK16W+WHnad4DUdTljTIT5Z+Tz6v8/aQCkiyCtKt3+LDqG6HX
WDaNDs6aOw/jF12ZA1uS2Z+ubL0sD+PSdNRpRb6mLKxPcRE3Fyb24MvMc2jkIm3e23n+6qDwtg9d
PuJ2bwbDIK4mIQITHz/J1lJg0A+ngvD63WRyRFxX7OfbHY4RTkgA3b/TYRTbFO/qsaLaTEoD8R0U
P0HGP+lNYBJ6F5FWBC0cmbzfzOI4yNS6zmW2LUyZnCknio6tkQ/bIrdBwrQkUekanpW9Q0vvXDcq
+wZHmQVNZ75zIX2Qg1rJg5qTDpyX8Lddn2wj0IywGDtg0hERIaFaUrb2GjGu6rlzigmtVV+r7dDb
coO5xrsSgzSvJcyZPiyd0tr2PNGNMWlzfxdjzX5w5NihmJrTxoHR6ATlYfCr+czIGx2Iully48oQ
516fLlh2yNqdnlwrcDrKRoM0V7B8fJ3wpSb3nlxIj69Cl1Y4DeLCwEC39pp5Q9+1vaYHBSnY5/w/
FuOr78Kqq5McZr6eVFpEb2zXOBOoeqWhTLLdv5qS3tDarQgmy+Zio6XKDRcUXLcm3Mgizs7Mr/F/
6zc8LzIRU7pgF0E7P9Num1c6Dy1epXHBfbYr/II5O2orqF4tsl7ZzfrX9VJXqjW5jjP4Uaq2QZKB
uXskfvbZs1L3K6gpMHGdAm9TLT8wzZvDULtoLGpvJn821g7oHV8by8aPkaukXZX4YIA64mIIVrhA
HrIxLsDIECU40AfEZnAbJT+CqUOxoceT9jQ69dVU84yZmLCVTCDWLFGv1TwRW0dDa80fQVTyJnUE
dK2vtDnysXsbmLCb3iSdBQTaDJl5TUsPStKoG9vMGK4wqpnrzp2MvSo52xeK/K82nAv9vrDaAUdZ
RrcAwChlr4FWrzWm36qOzUvnlP16jNqXRXMQtmnRXASGMR/ZOuVXBV/YX2rs9XltuYl9jMS3ucjO
KMwZah3IKg6evHEiK6+8KuT8gPC5iULVG+qh5vWobog4GOvQV2RX4TlA/tUFJnTzvMrvlEbDZqUb
rXnX6682SRUb3e/hgQYbuG5fiYP+Hmu8ZqOhE0ytdfqGRy/vc0pbZ13WFQ8dHdSN0WZuSI08yY+S
qa0d4D/3WrvtNdd86VLN3aZtFxxAQBleGI+wnnLjQjQ2kGkJGZ8sxjggeJQ8oq5wjlUSb0nJDGfZ
8QGR+UJndSxJwnBkvNLNeVhbBlwaX9Zf4qFoNi4W45UB1MtQmQjTssPaWfj892re2Umyt/0urGaI
+qW9svXgm9ObWzAdG8kCUczpdrAJlcz6x5HIJD1LGS7bFEYByBQKZs0hBRe7G0q7Cd2x3zc9GZPj
ykCUis9o1Q3RhoVgNdS1kvuhcS0wuca4ISXuiXkMVGyhD0fA8qRWNIJT5vzqgoS0UxrgZBZ8kc04
wJ1lWohdqLfATsdmu6g6nw1dKTYB5hWwk/ZoC3u+AG7tkjuVWcpc+TMHpyHuuxdADy9+7NzMelHs
fdRp9I6jsgUDKaNw0DID4Url31kxT7pDjA9NZUZR5hMUQSRH1N4i5Jh53ha2HECB+rVpFMQgEB/6
PM9wgYcp+svvQPsRQut+0au42INAv1j4lpK+eeXYTxkQpMbPplVMPJFrVWPodRbSiLm9RrrS3rYa
GUEoDJheK03BC2/Hlvcp7gPj4MAqLI9iGu0bktTRoYwRielJ0ELU8lgfwFc8yqqGR+z3WRGWVavG
Y8TBZofVZRchnQAXo/WvdtnAswbIOiX3FZrXa0vPxx06Iu08dovI3c1oDM5klSfaZvJnf512pU0K
14Lgz+Jz30fKB1NlDQaR4GpA8ErCkJ8N46Xrx0d9GN3mSEMBsOagopfAm0aSJ0d93s2Oc11YZcOJ
vcw3Km8uUwsKDdvajYbOgPMCvMLpiG5xVYgmlOAZsQACtpqSdd904z7FaCMBUkcO5b8eiA3qa/0x
IwzDPupFJezbLrasH8Jo2eI0qg/Zw4bk61xYenJBiWTXRYg2yAXEHB21uMEu046SXhMQFQR8/VAU
2MkI4HZi5E1ueysm0R+LRCjShqwUb7fysyewLFNx7DDbGyvbwWmTlFgkxRSMBR80n6gTQR1Gwn7I
Ykt8QS3iHB0PT36vExdPpFhVBGdj7MzrlgrFipdZJ5mH7Fi8F1RyFinYKknmfaLi+d4feoJxC/Qq
D7NQAzUnwWjrjnTBMIi9eR/FPRIoZbzEugWjrZ7BJNdG88RM9Z0idEPRHAXKJhiD6SY2NZhsQIcv
C41UYUKCdSx/HUKESw05BbC9eJxQ4ga5KjYLLROOg1+DcTCinGOjVl9gTdU3SBgynFmiVqsSs/u+
CHpvXVNIgACvOyLdm63Xd2sRB/FlNrf+t1Y0agcBdQ5YUpwRCTD0yY52XWX0myENWuRKDlhmAMhZ
5j51+Os2VgGgBFTGeC5N7eA07R3s4vpb6jnwkO25RYehGR53T6kQMKu6LN1yuk7A94MeDB6tTLbI
83CWVYivUdo45c5ryKfjr+IrY6zrdO0xU2uWBolzILcJAuTcbPH6PhBLTLejVQ0wizbILiRu0kXx
GT/FZs0GZclXkKSPksAMlwek5/zVnqbLinSfbO/G1j7B6YqUN0X2wgHlWipfnkf5mL0AWSJSqgqU
T8lovIngrHlDfWY4sr2tkzjdTBzWNzKx833ZJ8l55auDTHSLrFM/Jkil/ApG8KCqQiRhm9+UkX9f
NVV3FUTeI8CZGBG1tZ2dBm/POIJcQwMJCSIfyqd45q6cFd2Q7xrWhzVzWnQJi8/b2/NwBQXwzs8d
aMpTz/4Qjj481sotby1jGDCs8i2tarbA2ioo7NusxeipQX452lNN0q2ZdE/FNN6St3NjReOjNlk7
5RUy3hcFU04hQ8eq8L02Vex+z9VsDWEkLPyDuW5k11bKYiOjg5jt4TqVNUqnzNGiYKH6iWeVVO2j
jHxx27DxvWo7wkdUNzf3/dycTdpQik2tmts0JU3LlNACc+lt6rrJX+dEh1onxqemQfyz8lKKtW1h
f0mcbNygIv3u9ekPcgLG88QccZQHJIAchddfpJmpdsbIRdSVqW+TPP1iWfjNRN7DIh2XfBeypsg+
Ls5ip3auYiytO8fJ+5U9sB3vpvQy1vVzKcwwmAkHxw+p7lpCezZZOi55xQ3SrTr97opk7Q6N9yo8
l2KBbOKrsvePbgqw3He3HE7XLr1su6+1HSxJLyxaqz5XhlXthxp2qUuc6B5FPpEivi82geZlGBiZ
BkA9zsv3uK4T93oCRjHkZnvhFW5BKydvM0JfS7IUseiuVVOwcGNJMIczi8ytZD2KaIdQEzyZAbA4
qyn46hM20FU96uUut+SEFpJDyUsfe+CkHWWu7TZR3wgjCUhRiZ9dEzpkH8UkUCXdbRDU36p2SkJc
+3N53gowf8whk+QDSCAC9UZ/0TZsshIpxytMsiBrgbvU2ywAIur2QP5QZeoxDTLqhag8ATA1hgu9
lDaQnTKfeqMQcARnkBWmlWgHQYRNOGRtZrNsEqEXZhazahkIClNkCIQmDnFawjIDFtI9VxMNTxKr
ScGIiBlT7KimtGUSJ12o2Rait/eQeuD68BrAQ8zHL9WSRmnXGilm+Wtt9uIGb3BVbC0VFFdpyjK5
l0yjJAn3in2oISnDbFzV1vGGD6f6PqsgaDFrW1F8NsxmU52PlTnNNRt7C7pjDsHzlqBRJBocMWM0
eIaPCBTXTZnvAwXwEIgj7GFvFbBmyou8lEQ0rqMxkBsiWfltE6JU91ZQvbG2dFwGctMnPTiMo1WY
x6bBK3ltGy4IG23hw+wHu/Sxk2dSI0/bNcK+mKzpMRW2aUO0BGTTZxpkWvo3C/3G95AQEsq9il3d
ih7NuhxSjP+JandG8jPBD3f099aNiE3J8rxaUqL04mHqBq8I1ThND9T3c2vXNlPwIzbJq94MttcA
PLOSaw9Z6V2AaeBrbzpRFcbzlIznDcbjI39paN8UfpFylyXC/wLgZCDaty5G6zklIPWaY0fNrAyw
17piQ+KpL0lvArGJgQesolSb/C+DFlfRVYLgE7J0M3pI7PvOjS9ra9IdaJsxPGYdtB5Lkjxv6sTY
j0LdKmz7B43wX65F/BAyJzjKgXm3akoOWit638I6lnnVBo81mZL9GeXoosJHBN81z51gl7Ifk/tx
TpH/apyjzMaJ85DFO3J5G4PLyZbqgh48fLHsrFpiIaOqNbuVoS0xn8xs+YsSsXhIDZWco1gsOHIZ
MNK6Hr+oU0t7fCANwFHDronuteAuTQVMipqDODAGpoLGjdasJFsWvmZILuuFbW7/SOP2TpCEGh0x
PpjnHM3jI6vpsIltTrH6ztBvnJxjMVnIxNiXAtXnPsEv5yARVhzYtA4NaGKSf+T0+qYzUzJaJog+
20oa4UDYTbXhRl8WaXRmpU7Y6NOZJR5t79s0w+sWRrqNrKm+jFNhFTdCmG60z0i67jFv895dQj2v
b5rK2XjzNQPWT8o0mi2wzSUsl0TMeQEsXMzRo/A3mtuQRX02dX20QUdLhS4T7Rbq7TMFD22NyWVJ
2xXVedOl50mrywvJqc71V43GXXKVhCYdCQjYo1SrPNV3wzjrPzq6Bj0q0Dny1pbli/uCswBS9FUw
0ZAaxBmeB+sWsGT7RZntQ3O2pKOce31dsFo2/N8F+mvO25q0z01LNiSH1dXiWNZD3GyXiwa8Yjp3
Aw1IhEqMbaHn0VXquhPgix6QnOCY07PZS7RnE+m9W41EEUqyG5hkq5k0L+jnZAuspGGEaqhcZveC
mIYhXSPsXdaelWcVBkxzuzw4wUxcWSrcEptMkwZMcDGpwMTIJDeTTr7e1hZ1Ii9KRzsmpvktmKfx
xcNLuKlNDalsrCw/QREuOdx4lUumrUbRpaopygjq8dW5n6dSbLWxSELSCtLNEJgAeBdr0yVa8oiC
jhUh+El0fjAbtyLsAbXdy2k8I5sEqAIo969jrh88EeH6Sm0YxmEd88YDkjfQJ/fJfYvIrAmVZ//o
bGtXet2jbDmF7ctSJh4lqwTnGO3KS6OqrFXF2hzmfCf37EnjWxk0W4cw4DiMksg5mAYlqFnp1pU/
EQ+xLbS49VdWWw7jve3W9orSV/t/2DuT3rixdE3/lcbdM0EezkDfXjAGhWbJkizZG0KSZc7j4fzr
70Olu9NBRyladTe9aKBQQFU6fYLkmb73e4dVpDl+v5a23KhBcz9YeWm9tBqRgDFxliAgkQlNPMYs
ZTLRdnuZZL/LtyG+u8ppa5JZk0iinsP6rC+6qw6qMcibe0aOdnnVqsYmL1RtPbaOTPD9nTqc6lvF
1DDiQr+ChXGmmMkFNjlTs24CkhMIDDIvof7jBcG14Znsh3hYjdy0z+w8I5/cTGDcASbg8RR26XDd
IaC7mZxoog6zi59pSjzbbe5M6p3r0xdaaXKSuFulymORxOHFgHNJfk1Uxcgtrxn809apakGGr2gr
bG98gsPPOkLF8BTJQER9v5A5twWMUewUER8hoEO8TUAv0GJMSX4fIt87nbCLeCxCPc4vUHIUWI8n
aSU2gSUSpCF+F8QnkxhtXK+J7uP6NGLSrmDS6OEqZ/xUsR3ryamnPuwUEa9bANNTNxfkHBtWfy85
9H+kap0Qtego2S0ZfsRJK52vrZMyIc1eSAKe2WoySLPYngOXpCeuOQavSd+o564WBzt/6uxmhfNP
oVuQuoV+iuWRthkRARDBhev9UOVbsOsyM7+UjY1MgEvT5HLeeUVbUo1+6yPdoPJSjEGSsa7hkwFK
pbYBLCBtG/oTfwV92wSXsZPJ8ulqh2UJMGDmUXjDHcp4ABO/0eWU75JM189HVZrXQ0ZhpLW6suYM
7eOzgFiH+7hjZoFLaAUJbWrnGNRnWWxuRDWCwu+GVC17n7zUWkyV8tz3sGcUvHBS8hmHfs7cYgcY
dx8D/cuuAtPvndFkmXiQ0a5ftKSwZJxCcg/rlWzqNbIu0PVsZbn3/nCk67PsOs0D0dRDrUYqBqTL
RYNRDFXj4sdfI1dImxUhyuUq0+LHJLQeKVr7Nc0oXPE745gUatmaeR/XhC8OwVvVcdHcb82EEMKJ
xYPt1mVZeqLWQXKVjUV5hPewbFzOoyCQRIyH9I//WrzGoFGaEDs+GomGtdJz9DyZIOPCdra4SXWn
Taces45b9oXfR5x7lzbyfih2iw5XE3YItXp6iXl2rYznrkQjFZpHOpaHZgeNUexe6btDLly8PG6W
OYy6mSoYnQI7U3Vt3I4IbM60z09DzJuRz4AN6fgd7H+lMhXEcM1EDAMMOVD8kzhP6qtk9juKSB79
9GA4/mj0QPEmwWttwQKKBwVj2ZRobqOjOuTqwT1bFiTM6/qR9/cHd4GvhHAWyglCAOy67MULVO14
DKCYM/uesPD0t1b94Gd4RrfcZsDLo61jnlrasTl/4LOxyfGIUJ1QBSwfMKpd4oV86qJUhvk6lJX6
OJDJuMqTtFj7RawceaEH1hiESMQOiP7ndbZ4yhCQtk5HpombBHiqTar0WuOYovvwIOTNzE4uqEQX
X81UuS/0EUvMxkYZ5WBirvXQOOb6cODVubg9oEGdHZVhTu1PxJYOq+x1Xl3uXJOdnvc/CByu068f
z8D3hfN7M5d5wTDsgqhRsJ5eNlcJckIXFg8VgQW0yuLkq4z6Z04/eDvpmR7HN5B6tpg7F16Ks5td
O7sEk3phtyugpweR85oVSZqSSzSZTf7cxz/v4EtwIIzSPkeXveSvhU2GZJJbA/gTUtUyB7LvxjI/
JSdJW+nwjHYfjzd/uv23geERTE2byQqHeWmvoPW2XoiSVeLI+MQNxlXqOFcxxkd6O+56UpXGsH5p
kvTp42H/fEwDtrRDdWSgeaTnuP+tI07/KrFrFn6ZnXByrIcmXJnS+uI3nzOQwBkGGJudDZEDq9JF
erA/1EDYOPpiplUGLEyctwrfRKsps4+cQ/NK23+THAgwQzno8Kri6+2Pk9PucmXJPqpXuIOm45qw
RvrL06avScJrtPmGfGyPm4kHe2NycdCxL4Gzg1MYG8H+mA4CvVqxOdlbTOK9cdBOSA9O5hKIVrn6
ILXkmyzkLqCvUZGnSqbVG3LGL3FML/PjD/rH02PEgP0jgjAEENYfp0inaChiZ9aHGfG0+m3Rq4Qc
kdBbU6alu/yYaOaPeTuPh3vB7I9AlMHSGMykz6XWhaBrsElvmvPJq9aw/R6bk48f64/LBcPMu+tM
PMcLaOlUnVsACBZ1AypUJfeQeRDw7I9fSlO55xIarRzRrf97I4r9T0qyjZMJmngrK/1Rp6gKUkTB
Ok0IpdnO6T4fj7bk10FSN2ZKEJRcLojs74sZBFUJL2zMq4jZbM80y7/SJSlZ1KjAIwXJUZO7JfRn
G5a/TMA/Ja68LzL+8z/nf+e1KMc6Ir3yXf73z/86eSuunrM3ufxDe/+O/F/v/zh4K2az2L3/sXlP
wbht3+rxy5ts07///l9/8v/2H/7K0rgfy7f//I/XogU64m8LoiLfU0kyRz8QVVbtMw6C0XP6P07a
KH97Xv6rfwsstdm+FhIv9xVEYTabyf8WWJp/gUdzYyLri9wHKFxcO3+ZWel/vf9p/hHwGDYyM6Ho
H/taSLfv9rWwkREq4m//CYXlwrqd3wOHGFGVgN+P6Qrb6f70jAbXKLFGBqHLE2dDhdRZJ+BVJW23
LMqflFaJv8NtLshtBRrBzLyt8uEky7Fmw0QzsPs1Jqo2vqRmPwEl22Zob/zOSp5yoIJoZfbqgFuh
q7SvUaEqzyba6vTcUENZehP6SmxXhKnM+gXDuVfz0bdWLn5ALI0orK99IwGvhFjVUnOD8mwU9IsQ
agzyho1SF/lFS6ZURRfBqI/ZdSw2QJ0ajs+G9lXl9IbatyxDjGkwcV3wbKJDznD7bJ80hAKnQzqF
hAMp2gmSJzNE618Ej7/No5u/t/vfvX4Xt7P3kV0VYw2LY5wvPJ+1v5GdQ601cLQlDwOazKq1yuaK
g6C8/HgQZ1H0wD6ZJx2uYrP810GZuT+KE2l56ZvJKhrSlmA0uwJIjKbEvFUVHEv1U0JL8+4cd3l6
a0qndrexkoeRNsfNt8lG9pNVR6QMYa6VQbWC8+rJKaiJaJMkRybEh0sYNQGNrTYVdA8ygF3bg6vW
Gl7YSwMyA5vvg+Z2RUsqSVNBaQfDN6hazI6o8QYr4G0T6HgHgFjeJQB3P8YyRZyuhphz91+SyU6/
tJAmvtWVHV4lYSh+1sVgkZEeqON0hkmT+owVC8b0oYDb5AFz+euqoOXsjWNVvriTTN/KvAMUVnGs
rM4y0jfjtTKi/drU6aTGlzBo3AlJe0aWkqy7PCBeUK2+Aboa0HOkU785Ft7sqwGbCbFJJj+qyNmS
Nh22IPWbVTG2lrozqlSOtz6z/cYNUgItUlF08cYohfYkYIL4K19p8ZBEslG8Za2Yhl3XV8Md4bGq
AUvLpbEjEXYqa7w8IncdqKWfnCe+FQ3AL2lXgPTVwIKlUdCqn7DQGFDxvxhmkGL5kfZRuvl47ryL
Yv65pjikOXDRZmJiZeTaOA4tZqgyFVGSyh8F0XlnZlUrtx3Af+mFDhSWPu0AV8qKSDm1+NaHyUD+
mH6V5am67quk9FItDHbvP+hTZ89l9FoXsvjZLE+WvcPoGvbiXVO/vTWXz+XyT/4/eAbNGRL/+gw6
eX7ZP7LmP/7r3DH+mqnRGrJPdPOYaPKN/hb2O39heCUMIAJUp4h35vSnX+eO+EvXkKTyRVUEgNQs
/xw7+l8uXAtsMWYuOQcQZdgnjp0DWxyFoe5CbMODndvY/uZDmiS5HgQxlb5b3AHHOZddIaojao79
HY5ZSsnOC9CobxFUcIvdH6QpsQ6HZOA5Wgm/ocpn+fc0p0z59ZEFsf84v0biNsmGjb6dCMP9kZwo
RKQHVVeElb8WsdF49TAeS7048DhYe80+81QlFHeLDTswHRi68BSxx6l2gVsE13Ksmy2MgyI+covE
HZpfvLfCUc2jQ3FMNL1cW5a1uxJpaRem6cZK8gL2Wqj62AkZ1WTOpiSyoRGLac6giRj+HCle7iOF
IYbwrW9l+Qq6byPmFiLUC0Laq5RCtx5qj3ySYrpz20jVN/BsoEvGsArEVRDK5DrpdYGzu6oHr5Xm
u8EGqjl6ZaUgntw1fVoUQT/k2lWtKtZ9P8joarLJ5yWed6ivrLYI+5Xs0ug7RmI+kIMvjfjErqfk
upENlOA+TCtYw0TfEVLc6NV3JUuqnzUNqPLCEK0CxCwz2ZxkSgUBCr9lB09025o2GW3WZF2TYB14
dd3YryTU2OmqE3Ns7ZC4qbtKiOr9Nki1ewrlrBF145mLVqcdb4fjhk5VY+vZWReaVb/1bVW+5Umf
+Rt85sYX9v/hceiz7GeGj99lVZBZBhMnbL8QLTrRRQhEQJB9YeB57srIfHLwESeDCQ+5F0nf6ME3
suTBp/FKe9TwYeuJVgto/rpZ3D458LvJmtXCrHnK4HJeT4TzdSAySfndIGoezTLMa08Q536B9Bfn
/t6wiS9siDt5qlmZL7mMohdWT/scjgR5kOxaWPrKB2TABEYX8tmmdwKZQuM7qQp9NCIxswzmgj4m
dB2aqv82pxSZJ5kzEhg42UShBnquXwlduvQ6g46aiJYgP6LqksdBOGPl6clwPZV9WECUbZK7vK05
A/MkM75q3aAontaSNhTh4QMYh6NMlSg+scbWGL2aeiLvYISJdCtGWsl1QqMdAhCESi+ZguHCcQd8
FzU2IOmF5aC+QZiMX7ugoDab1aKw27o6uBVEpLfr1oBn69WmA1XIz2PtDNIE/TSiYBRSulMsopIo
L7UVhAO/WPeZmd82qtvi6THVs5K0HgWXHqK5O6C8KZtuh6kPbnI8sb4nvR2+4Pke2F/wtwueWgvP
Oa9qwjxf1RWptKtRQVtCsw+TM/5/GFmbrkosJB64Itew0bTyVVaSpLo+srmd0oFvccnq9Vd46Hm/
qiwSxTzLH/BLaezCjvGiUpIrZVI7wysaSwKIDVP2hQI1hJFlhGTeYwhTeLqDi70Xwz78Tla50eFP
jz2LN+hmkrJjpzGMREZMN/SJyx9ErKsmPHMzDr28VXoDkLQtHuq4mx4Sdn53jd9++KM1SPH0wjnq
K9Mr61bAjya2M7WxCOPHJBMorlvfqq1vivPRN0NyVhMY7Zt0UJn/aon177qcdOJICdU2v0n4z68O
dvc3JG8Rrk0fgnnjykAZVlGs2gRpu3omoD77YQ3neuieJq5xjdez/l4HJtAXPRZPhevztXDw7a8k
NKc3p4Og4LWVn/QrP8zR+bmJ72ySoCCg1SnVnF4xdvXKuiIX7GvN1gnZRyHxyGz1vlpHCtkJp67l
588R3DqCiC0clWbuOOyCoJCk2eq+TlRpGJZYJiHsqA1Ppvp4WWRVw2MaCq1ARHIPUPH4A5pK7psH
fZ8g2CAI9Z+TxlQZoMSSTF1Ykh0t8rHagkUZyk2Ujukt/Vf2bWEU/Rcc8opk2yUwb5zSQiBapyJZ
G35Q2XT6jd6HeEss7BZOkAm0NTqJc9JB+BsgNuPP61lRZ50DwvXftBwe0krLIn4T4Wp9uipLjMe2
flokNyZGVjCDcKGHN1aqDkZb+HBhVgxBl14d2bNRodXlOorA6ocK3jCJ0Z350/b9NfrnU7q+tb7p
NJvsJtkPqgstuzJv6i4DnPanOno1mK0EfIjWjdZp6KQZrcBWJ7s96NsMmr4bfqMWjcazITeDt0gb
TUjiZtzdGGkWQ+KAM0pmhtoMd61lAAQjpqrGDZ1by9glOQxjTx8KYsUifQS2TLROvvodGptVqLZ6
Bv2yZPOVSqPt3DwQLraaeVStMTIzHnMDZjPGcziYhZGivrV+MVOQyYyh1UgnUnfG0PK4B0G0MqZG
3ymEVJKEmZM/X2lWeNHVtJpa3TfOx9ZM79UkdV/w+a85yIYUKYQiA7nu6ya4NMmguGp0tdRPiHUt
uk3hkNe6MgnwjdZZnUYPil2qL30RDV8MrSdZHk9SJTkpsFK7yXI/KqBni/q1THrtMaDpNeAkp/hY
qnQVfnUY5qE/bS27elHZ2zZp60DQbIVfvOR92t8WNWw6I6u1G44F+0qWtdrDEhFbodj2a8/fP9Lx
DTsB8N609S5xegfHQ2ue50E9e6nFZk5ogp3Le19mIcmP5jBua6CJH4mBBmeFNxFZEjY9WwLJbfYv
z9DK+oyEC+h/gWWrAR56KqdPLRpnWDVaSBguk++l4m00K+jvRep1OkRgW0QWPLeAEjV35x6ylsN2
C1up0muGTkbqsVvdBZ1tP0dVJRHmTF1/WRpWTZywIUiah8uQnXL2ypMM0DtfkfE9PTI3tecCjjmC
l0HjAInbMYFnqXVMJ9iyKUmkBDh+g1nInWEcI3aAqO4QfZDAMFzbRmNkFwUiLc4UMRJUX1Zu9c1k
8iVbeyrS25FeFMGDOpwIDgrmEasvWMFYj76LZl4fMdCAtdbUoLZXfNziERgYCkhnNF8U0pGVnVEG
5jbSMx8aea33xmqIHBj66nudjYm49RC8V9/qeyWevlflSHLbcmuPrciQmsyVe8+t0vWauaAfax1C
JukVEYW+pO/NO21wPE82OPJiFAcbBnAgh7Oc3GqVkXYEXlcVAEIVmMateMcVrLIlrD1+L0Xhk1OW
ssNXL10SQJ3CndmDs0kBO7wXs5hWzoWtKhyy6zu9t07rkH2LiVNo+qbpo+4mDoQoTiCL6Mr5MLoh
XGucjZqVUwVT79FXru/LiFuoF/OvoOxKygbiMQYMGydzarowAtfCIbOk9EYzxoIRaiNf3tCS4QWl
gbCg+gv1LFYqCKKRMZXQWa0kMlZua1XWVo9ZdxwnirgVUjTBlnIeqrgcaMXfNMLiZiSheZI8Ngnn
oi5Vu8Pix4qtdRxgkHUV2vilrkfiXuJtO2hWepVV1vBcx5hDeCanIxbfik58Jrqf7kctDJ97ZNgM
DtxgvRFeaGTxbIg5//KWpmjF9EL3uQowFjszhkL+aOEDRgS/FHkNt0nRshU+ahw7gaxlv6L31EHK
lpYlcathJ1aLUT3tU/KD1hlkZcfDvbSsbqdhkPKywUDI3bjS191tYqrdLu1mlzSAoBI+KnihoXoa
ngkvdg/hYyMmsms2fuoKcs1rU8b6ddSkYgsGKKbTbOwSlgca4TX6tSZH4UUPud4krUpAeOT7kcbG
Izpj51sBUZFrGbh5S1cZwuwaDm1rPWshJYHn++gFOJ3VILdeZGnrwIxcmGdeFhky1lXl4CgOky0t
nzR/TtmGSxKrX/GGH8pnkqbc6mamNdk3pcC5n/tFwElcZxEml38XU/8fnPiPuXvyr8GJTQ3JbR8W
n/+Fv+EJQ/8LMy+TCGrM0giHnvvqf8MTOBLO0APoJ6JZINg5v/UXPKE5f1HPAz5gOwywARDxf/AJ
DegCcwM6dY6hvlM4/hvoBICoNtvvECRBHwVt9345j5v6LNZ1DA8DK7HtA3RcyaAca0Xtl9j8tS4O
+0BowMt0rzH42B+Fmreg7DKx+4MG9tS46bCz86I7C1E7dJ7NfnWkE7UPILwPOKdfAFCwzQP1zyjG
b7jygF1vZoPwcgcDfXcHuzxFLNKcYRseHxlqHxD5NdQMuWBURUG3dHnAjBkdklJwsSHW+jv9hXIV
KGV4/9t8OgCUL50W5ldIuxlHQQz+iIlZyu81C8NQbUDCTbxsSaSrz4VR9Ep9JxSlWoVpUbxBFe+4
R7RC3w6a3W5TTeZPksDAraFN6RGp/IE3zNyFGgWyxewxFhNH6nBzqf5MjmlTdOzQvrLi9iWfsQM8
RvM5OBY9cOA9GprQiva/ZkA1nOUxYiwJzHddVn17X9oQOUiH4kA98qIPzFVQLQtTQ5wAyFpcQGl9
VI8j0hKaQuznZ1rt+veWiRl2XaCDMjt0PclkVme4i3By15pPIatqZLmj8fLQElozR89vCVuOu/O4
ScetUfrNEbv4A3MOxIrJRseexucSUxz50JOWZNglZwpUdx1RYCnwHv74VRwaxeIt2PSHIOEtqTNq
HrV26CSWx/10CDxspO8T20JE//Ewy+4TM5sZxG5m6bTnTGexOURuVvdZElA54Ba6taY2OI2xR3wl
Kb4+1UlfdLwQjHADyivuPh760KpyVMOBt8MGTfrMPPN+2yeEUfZxE4SGp2IbWHpxY9k7N6D5t+3I
uro2OU1Jxe2I0miR3aDedGsiGzAPg6pk9cUbxNhjYekH3jqzbs5p4t0DX8+8id9+UuDklVUkCXtl
Zvq3EFqHdSmd7P7jJz8wy/HWg1wGuQQSjTH/it9GUSBfIWhBK9PMYQB9NqEQVhF/2F5mmdPWYD2/
fjzioeeCCzgb/kDY4RjYH9GvUrUqosDENBqCPO8xWHVQX9afH8XFnXFObYC8OQP+vz9XLyLNngLX
AIC11A3Wk7U3Foqz/TdGgRMjWBlM36UT6JR1QhsyxKaRLLsbSrFo41RTdSSq4cC257ATwRCF/mPD
pNx/Fu6QWgrSRcMZKhgymx5l36iAvSmK/fkHwneLJI3ZfIsSc7Hp2TnJhUqTmZD86Rw6WNivc386
5mQz9wb+Qdrfj0qavVxdmHAuHf3FA6lDDWVfbRhFWi37ZG9DtU82um+ti1rchSOslFR3bqhYj2yY
B17lbHk3h7zCqRLLrcwx67RSysj0jB7srjRlhjChs1aizo+5+c2H0fIh4aJBeJgpPjNnYW8G2lli
NwNHudfFxTZtwaJcPQddCVpPycVZJdtj5MMDK4uoYPraZNfgFbrcQE23cJoGY35PR8HlYYkv11JH
nvDxnD/0CrGlm60s2a6hpe0/l0A+PAlEGJ5JpborICZs2yarr/q21Y8s4kPzBMtYA4IjRzDMj/2h
AiPrO6tXDGTFVnDqBo44zdS2BwoS2kWsZ8pKKEl6X09Bt1VLQz0y/KEnhWjhzi6YTNRlGEuBsiq3
GsEekgFB41uVXlpu3Vyms9fcxy/10GTBjRHzXfi2XOYX6y5HKQjvD5Bar/vrwc+/jJFf46aCB4If
XzgB0aQfD/jnXLEh1HC66HCm6HwuXm2bs0M6HUIXCG76Nk58cR5Flbn5/Chk0MH9niklaBr3P+BA
udn6fm54EVD92qYrtSWCwT4SofTndyKFEm9xKD1zI9dZjGLCUp6CAHZXXVTWHUa/7ivmMs2P1J+m
k48f6N1td39V2yp7F/duPBEFRlj7TySSsOZRqWC4G9oqukKnbNd6pE/6OtI689rtuxZ9oNPPAJLZ
kX+ApA5IXat6AqUVo4u+Tz5/i2e5BUqoHhhLWZnu0PyM1C6dtkNfEZ8aQ7sRHhLp7BueLQF6Eitt
ui15rNHliOosWYum63UvAq754YZ5qq+IDelKAgksA4izEOa9T/IEapC8TQovj0hB3jZRZBKyga5X
51C8Ns08fizgXxpeWfKr+b3C6s9NDH7uw9zkSt+kbi63RW6V35BrdkDseWReuLYS8IhWFZz5thMm
a6Y19I/elcoE8gIHY9Xq5hCt1TQznCMM1QPzFpYvLXTaUnPazzwXfruvpENsRyEaZw/QXlxmbfnd
wZ3g9MhX5i9ZfGTQG3YdiEIYYi9PiaQMC4l2QvfiLhnPY0hXO4cU51WVpfLYhDowFGRuC/cvEp6p
v/efJ64iKKAmEvhpQF+SWAkR3P5oBuusG8nG/vi5DlxzSW7XkbNQgVMwLBmneUrjHFybjrZdgl+3
poa4P0U8i2ga1R13M9wjCO/2wc6AT2mIifGHHsroBLFzfFuZbnPkVb/frJfvGp9hfPI5InWYsPsv
oC11oym44qItFulZUwJQEkcTmTslpulM9nrqXFYms83Tzdh2Vr0MhivZkRbrFeUEMhhEpj3Qqcup
w0jv9W+rwVGPObT9uT/zvaFP4Tg3m78uww8LR6B2g/DDK8rEi6wg/SSlYv6k6Bdv/ahZNPTj9u3j
z3VgX9O4/FONwCY0YLbsvxo7JDMlBDpHwWnqF7S2jXWmRtpuahLlCG/k0PM5AAoquBQU+qX1MEF9
MfVVbnpmSCGrOpPlufZwW0fFG2jxld0X05ED6NDDIeQCbcJ7nui7xcTXSZ3N4mCGS9q+2snSFF9T
/k+a38MQHZn3h8YCboLsyWUCYvviReZ5C1pdSK7pWtmear1iQdLUywulQkX7+W/GCMS1u4BzrLX9
b+Zw2k1dwZVlarR+Z2cqsyOlcmuOSk0OPhRz0YBDDhhiLE69fsqIcu+ooxD068TEQb4Dk3bibUFx
eixo4dC2CxEKvg9ONfPWuP9YIRwd0nDYkHpMVC5xIJq2FMzWy8cv78Ao+ElST2GPzv18WehoZCx1
eJmZXlhp2XVSJ8VuUkl2OvKNDg7Dc7imhYgGOt/+w0C2jaXSMx0GYI3TPBT6BbxCdff5h+FWwqUE
ypk2k8f2Tio2MhAwqMie2cjudnDFuA4qVxxZuPPFcLF9CuAfAwEKJSiY4P4ocI0Ls0kV2Agh8jMU
dz99rb3RIvsC4/JPWhIzy8A331WQcwKevpQpxlM7+oPOYBww+pNWoE901bA/qUPxeWSLoSjeVSqN
WRcylwa/nfODoThW3FumRwfUuZDT4GyxO+mOlLsH3p6OkI8CjbvcvJL2RzElPeV4opZxUtXeOQqM
ahy1jbsKQ6tVgC7tCFj6p1SBF0PaHhE/M6FUW0YPD660R94WOFNJ83hl54l4NDWjOVMApG+nUpt+
RMmk3UFHLiwP07Ju1/P7Tj6emoceW5/XF/MSZeayNJ10a/BhepgkqJUTqXGi3KBaFl8b3LxoUzb9
kaVwaDx2DkxrWQ5/Cl3IRxR+OvHUhP4hA0MhsHX7MHxoJn/y2LCV24+f78DWSEdE1a3Zcxll2GIT
rrsBMPwdJ1Zku3XwToP8FFgboLanf2Mk0DP0mZY9q2z2J1AUG6pvpwNXZRUuUU+KB0y4Lj9P267/
NHSB2y5qXdiJ4n0f3h8K9qOiBQZrGv/HG6nn9lc8C6ZLyxmOdWnmnWmxp3BwudgmQntV8aLfH8kM
hRvj4UAqmeiSG06FO8dWxjXeaDRpQlLU1p1aWzssJ+zP78xAXGBcOig/Qo3Fqq+bocdZgT2zCwfn
gbPI90QaTkemx4HpSAQNRxZoCTWps1j1QBquo+jsLY5NB9VRpic69jjaaOGb9PvPb9DgF2yWAAgO
itpFoV3h7Kt2gj3TCuKSs4AEQDMkoXuM1X5TgqYcmSYHDjcKF3pQHAtAFsv+UDpNULOwqsYHoBq+
pIGdnvRteGxFHxrFnnU07PSgacvDjcsW9KKceY805AFafrvp46O1wcFBBOG+NNMcNsvFDSebLSYq
nzq0QEFwCaHChAmL18nnlzCoP+gqT4N5+GLO5YVOkkflmN5INXtiRJZxNlSIIsjzVP6N6Q0Wgnqc
vXc+c/YXVgini7sZF/qphAKYBIOLAZFiHoGL5x+8XL7c4sF26MaBsS5uu3XtJNxrmQGEBUS7oDaD
jSPtYtvp03SKDxWWOkp5AZOJSVhYRxGSA6Nze+N6wLnF/rF4xgAmWtCqHUs4S9SvaSmD56h1xXXu
6v6nSwjk9w6E93mrt/8oWtS4hf8mTa6LnTPCVYu6u7Bo05NBx+7y40ny55bIULTfNVC4ef9dnCh9
JULcXqCCZ0pHEC8pFfmqrSrzOVIGu/Ew/lw7GObOLcPtp0eeRWqsMw5C3uli/6irabIUWD/whUwf
/zUzvksK03mgBp0JKYUe4WNmR+tphIR/ZL7+eY5SEHIBo01DF50e0f58dfMUZhTVhddEgihTCrMd
zvrB6Yi38JGh/lzrCNq5jMD114nqe5ff/Hbf83H4MwsDSMtWWvsmyfvm1G+6z58vFBe0nOiUUlkj
Td9/IEBWVPMpD2SMgbsyR1PBrEQ7Rjo48CwICGiVcimYnSIWS8ApwpGNmeu4SJVmZ1V4S+oNrk8f
T4wDH4epzy5C25SyfdlEgeiU6VoJSRnvSnWjN52LMRWurFIa0+nHQ80H4v6OgiQQlTvtGnsGJBY7
yhiKPoNHR+qpZubPaZuDQoZN+2zAf7zGxjXddqHQPn2QMShNSQ4zGjVszvvfioBcN4UrDsgZ+MH3
YYShn2Pg9vLxox34VnO4FXjirAnkUr4/Cg7jBqayEzOCMnorp9FY0xQa1//OKGzJlE/UfMtRysJK
lLhhlDqP/Q2fDQpDlk5HRjk0I8AtKc3mziq9mf1nQbuohEkjdI+2yYTtocAF23WwIHT0/sjWewC2
YzcEgrW50nDDXsp/erpm4whQ5hHAWOWwndV8o9hJKz1gBO104AT4FvUGZtfYG637XmQ/KFVd16sG
oz5JlRCdTW32X2KZi3VvjsanceJ5t4b+ChmAnXPpQVFbxWgM3Jc9Hbr0zihslV8SHdu1/rxJMgrr
AcCHdikvc/+NBzXkPTdhDWKOaD3qtp2f4cyOO3qqhtmKAzI68okPTFdj1rDODRVQsyUkODqNG5QV
n7gMLPWS5Ldpi5/peKShcmgULkMzoEDVRlrj/mMJBbLrFFm6l9iZ/sDPeGr99tjKOwBGzxsxZhb0
tsGwlvk/A1NmNJu5i1GUxuXMTD+1pry8kzXW0/i1BvljliTlqs7y4hIL0PTHlIQtvtFdLC9NO8yO
7HIHlg9Iw8wUA3sC4l2ctGPtmAlZQnxMissvRmZHJ4VVNXdGM4kjh/qBoTh8wO7m7QC54mKlGqkd
qLWA2wFvM7zOsIe/IBNDbjHlrY8shENDAUNBRYElSEm1GEov7PzvFhwy4OoF22h5MsZ+te4Qjh3T
0B1YDuZ8TwcM5FIGzLE/b9pegeMsaSqqyGR21TTEV6Fiu2s0FcoWX9xjDdoD85SeKUAre95cFi6+
mGtQgThaZoDK++YGT91oZ2FWe2SvW75B3hmKUdqlOuAFOOviqRBlVw0SF1p++InuUCtZOP8H0X2c
Kp/lEOK3hO56ZuMYfCokj/sv0Bpp+8kkpeFN126lJGq8GWRTHrlracv3Ng8DFAxzn94CTlbLkqeR
ExbPDOPARjcz8yTBKVSP0vU0EGdb25vJJdMThyEP9TVh7P7DrLCGGb+ek5I/Phr/fLv8Fo54UHmT
dbVEUEQ6dpNq07w18xSlUGAIjvnGOSlcvVl/PNSfjw0YxMQUfEtAIWf5Ia28SbIIRgY2kvGZa4Xy
XAocMz8/Cr0GGq3vHXZjcaPQUyLpI5a+V0lr+K6Zo3ysjPzp04PM2ltsMbiQkdi7GGTEDrNE2YHn
pGtj0ZUIibdA9NlrC1Cdxr6M/NYFJWWwxXQs+yYfel5YojvVxuJee27mWKMfeRZjuW/M40BCIGsU
tgUlzvzhfrv8YwiQ9TS1dc+C7PxawGj83mV2+n2yCuzcJ2GXP5vSHR4StNPPeo+zPcoMJHmQ9sh7
CaGvdZ6vZRD/q8Ieb9jwzGqn9ql9lnaDat8n2VgmhLSgXsKMN1NOg6kog50doZFA1Wsjn5P0g065
A+cXeR5ntOeHTn8d00SZNhEBJ7u8K0gnUKZRb1c5S0UCjqlCoqio7XZdi766CM2eiHYkPM03vfa5
52Xp0Aa7su9wwuEMcXZpLZVn2bp4MXZdhhZmEFZkbnM1TQidTRGLBjvHV1RrVXApDa4Ht02u0tEe
v3aGVrSrZrYbx9vTkGTz5LHYEqM5kfiF90N9qhopaQJDkWWPRdPi5z5GJQ5f1hRdZnWl36tOoz2X
vSBrxk4rNIUy1bLsBDFm4G8cEytpLgTJd7zqK3Jpw8HQtrU7aO5lFfvse2Ekivg0TtClrGpudgRK
OLFRbnVncBXsUgV5NopW5tm6wSjVWZc4hXQnArpV8BBW/dCsaqvETCWAR3CeEa4Tr7G9IXPAr1rE
3KWi1OXKsqr+uVRL7as+9lW3SkLfrbwpz917wxwseRr+F3vn1SMpku79r/Jq7xnhzS2Qtrw3N6hq
qovAQ+D59O+PnN1zumv6dGvuV9qVVjvTTSYZBPH8LQUHfwq6PThAe1OvB2xv8sYSeXZtDhLTTxtN
xTPHlgTzTCqrKJilRZ9Cl9VOQ66THFUMgHlzoSuG+aiTx1v5k2Vnjyr/m3XeDfa+VTJSjb3Jbfot
MeGDDAcvYvtPUTXThVIsGQeDBRm2T7XA2FI3UBOQmjS6/R6lpf44RIms9nFf8m8QvIoVt3Gs5qOM
pYguUFYtGVGBinEfq5k6bfQijZ6cZh6ivUPQy60z9O41YRfGIZ1775AIU1KKQlCjgWzOH9Fiv85K
ZD8C4be2jwSVODDF6Ai2ixYjhQIivbwJjHQgrBhZWjHtWpCND5XOFmJCinFisbtuorAJSuV9jTp5
pqTeq4O0p54vcJF8TJhixXgrrWGpw6bmxInZr2mKI+hZPPs2lqc0ZPrNVPJaBudxaCu8OQt//s9h
mPJiRxT3dF56rmwx8XrpnmTSHMuubtLXRTSz5vml20wf3ZQ772OHsmeTTmokt0adiqcJsKEMo9Gu
rm2ENm6Im1ISDKZNblT6eVnjRJvTuhcb6IrlXLpJMV2ho7DfhEysPBy90mq2XWZ33QaXLQoHsyld
+zzV3XS8slppGPdWri2E77tzzMPQ0FQQlCbBVGFueyOdEHbmlDfoJNoXsVJUO6wTiY4exxqil5Rm
qeIiWcQ4BIMis2dpum7tx1NDoUfZJPMTyScNprwS06z72izKQktNMlXn9Clk475GeUgCMlzWixQL
NpzGmXP2h64ctCCzaixU7TTI555y+9uY8pzJ97gXh9JIKTAgrNhNjrVFYkrYaZj1CTzPzdFXTY7P
6HXyicMX/pIxdGWc4Isvse/jyRqi4dwSaqHt06Qvz6tGFhJTdcqPR43Va1HY6h37f/tadwVsiWs0
Fq7BoV7lSzXqn2FuvS1FtI23MQQJrYxVMpNB7I3dVTqnhIJPaksJFtJR/qGFseNRJFl8Pcx20vlz
py+9j908ysG91/IMZZTWZ+5V29h08jctMePrLGosnX5OjFl01eTck1hNS8+fGQ/w3kbCnMIGK38c
FN7URBtKPY2rrmh0PezyhbQab9ZLsmCS2RvDDrFvTClVm8/xZuooojqAi+bUSS1eOd7PMhpuYq3P
MJ0I6ZqPjTnMLr0TnfYaaab2Knu2gmOvWZPxZtslo/BhiAyoztr1oouZ53cMxlLqLwoFGSX7f6I7
AYrPzNq0s5Vdg6exNhtDtgkGMsXmZmtuQX+Yl7c3mN5TjHJu1rs7Hd85ayD3vGxD/Pt8KanDJmV9
WD2flaY206aZSvNSSaL6PlkcWmIQwjnW0Rb98A0J19Lg0zTGu2yeUGs89WXeiENDS9xDQQhaLanU
Vo3ic45lTReHsJZjlg0j1nMvwq6xEk36hkej7YOeeb70a41aW3oWVDcJBkPLjgbZQ1PQlLp7sDqF
xOpSbdTXcWEXIM5+dt8VgXKf7zcRLYSntfOpeNGnbQvYvbDL4DDcJNUwvyleJR7wTHYUmRlujl2Z
BwosPM8TSeh7nbKAyYOgPw0k/nZJYM2dnmb2EEl+dDQUNaMZW6W4xDfjdPY2lm3X78nYU+vjosWh
edNsmD2Wok8OSeeuCZgN8RaQ4mIAmiUPXdBh4xX0FU1RtmvGLLnptGRcNrzCJIlM7mztB6/x7lw1
o7G0ne2J3Dr4JyvUYraMjcmWd1NPCYmrIutriokqQ+HZ9xyqtoiLVc7opBoUkrqbPt+TDuDdLNFA
wJOaNc1ln5Pa0XeOKQJTLNFGRQePIbpq7WsW+jIFZckL/k/NECKiacDNBkKwUPldtBNd2ldLpI3T
4nd95HyauaUo+ChrV73SkMWmmxaLifk65XaX71jWTnel9mbC3qGxSi+Ij09JgVlsYd8mZsvel9h2
P29FQpD2c6tn00zPiNI3O5JY0VQl7WKlF0quz9qt542WvqOmUegHRp6qPwhiqKjeEslobaO0jbFE
e/n4JuuOsI057Y1b+hujCHNrIUx3T0XDoG0iJ2KpMhFb5UufDMbnrw+RfxsjtHVEQysAic+49pX2
MohaZzuf8THMI65nvaDtzoyzK8cmfOLXl/rKr3BaXcmVdWhZc+zsL/ShYmjoRoyFehFUpryXbDu0
JWZNnKretJVkfB+TuNUPbT0vm7bty82vr//Tr4poAYBvFUJ+1RCMmSoyUbSMMQnJhk1nGQ9NZEzU
0MnmN7TH3yYmvipsPCO9vabiqF/GDEESjj67a3ZGBAGsaOZMcUc3/UOIghvqgjZhA/agVxC7/Xj8
V2y1jJyRN5fekqeQOpy++p5iyLpTfxfx+ZPfDj3nihcgY4Jt+IKGLKqbL92CfJduS9XXCwNxrJXg
4neFbVyykSXbdKnFRZ869ZEmTPfPX/92P7uhJzIHyQNJQ1+v36SKU3KEQ1LuRs1uniP6DCxo1F9f
5WcrBNsLqAXWISRIX+b7ui8WJqnRJKKkqjfmpNAi5HCwmMfI+8crBHAeMgMGAinV30ZE2Zl9JksX
aUfipZsFVuDCbi3326+/0N9v23oVfA282UCXvsYDao7GCQbEiVRYdNX64JK5NqXdb27b33ERbbWE
IIbnP1hgvyalJjihXSfmMkqbj1fM387GINlny+uAeinZ1u7l1E6EKM/DdGkXmrKp5iyjSxyxycFt
hwGgmeoLR/HK35Ah6yPwPQNDMMyKsiOKgIzjCfnyiBRz05JugoLGXGz1LSb1YEvBm7ntI47oLh41
mkF68TshyM9uOyliQGuooJFkfJn/I2/uK16p605H30xb0KE7TsL4zX7206vguYOSg+sn0vrHx3/K
+rFj5zT9vixojy3GJ1WdfkdY/B1iwJu6pviDtoJqn6Ihv4MYeKElbmzzfkC/TyZPp/XPlJfglm8z
56YqtOmvL/VfB/y/VpPb/+2A34m38u37WNj1X/93PN8f2upiw8nOswzOs75N/vK/K8YfsMxIL0jl
RCYDDwzw+R8DvPYH2BPK3ZXq5EVk8af+nQtr/nFSQwFlsvUAHXrWP8rn03/cNiFrCQjlvyxDi0+K
nOvHhUhkxpAL703UlZuSk6Ui2bUrmtBSzUiUB9noynnRQmP7k5hqKpVIP1v82WusmHTNqj4UwrAY
PRpS+wNZq8aLDuuX7iV1qs2R6m0KOVJhc9wnySuj1IV0GuM6wj44HLFOeDXpLSnZGJDFSVpSGktZ
3Pkczw3EZ8Oh/Swa9JwZ3u67MBEVZ8feq/nbjDJN1UOOsns4GrFFvgX/T3dPQo12I3itdWHbqd90
m9qRc2Xuei2ImkmQlD51zVOWGj0pPeB/3RnmgDrbL2ndWm/5vMzq5YLVq9673qC06JfqoiZNzuir
INW14dOVqtNsvDQZ1AON6dSY9hE3JnQqhOZ+QdvO2u9mCqBckQ+h40lzVzvD0G/cxenWoafERJvi
3iH4LkdPxOzRk6VG9pt9PiWj0foM3Na3UiuVMyYdWydd1ZgpyPBSyl0cdbEeiO0CMF5arT7C1aQe
WTSDV+2trJnUzdCLBgwxKd7UVKdDzXUbexdHitf7VjwXtx69twTIkSMFokDn4gNmufSbGdO+GypV
nVwQ7FTcOE7d14zQ4GtAPZaQ59MSU9kbk9z7jdSsRqEnwVYelKgTlDnnrtqSsg+9w13KHWsn6E62
AtWL5E6xtUzbllSygqZ2ZvdupiZ5anWVOndUIU6U9iZ6pIRRPNHm5FX6UNBWWjjRfpiR5vpG4Xah
ZbYgVWZskmlfGIxbC78LdXqekr1QI1e8EvONTq8xOlVB4DkbwBQTcF+pCkFEHigUfiDCU7Y0jY2H
aErHOTSopu3p2SuVK92Si0KCDn4iomvT9GykKIq+R1Uk4pDVZgJKi1mIdjcFptPXhKLoPhDeQIl0
12ZKQPdPQW+t24vrZfHSd2NIkvYQw6x9G1zPXILZ0rt3O5rLZ2nYFBwqniIoVlRFREANUOFZ3S7V
e+FUKdE3ZBjdqImbOoFCOeq33q7tS7q44nyTgW3VgV6Y0xLOgyuH0CTa8EOhpGcOhtnRQebyYsoC
wxidB4dcZVJZ8bcI2n5oRD5jENWecpxLl5VpYHHtNHMihi7GMMVxt8/uatlag58Iu6p3Rh+d2YPV
vhtjlZE6Q3jTs5rGox26nU1T/ZTWSRyMnTQ+VUJXSt9VhdOTvmdi7ZlwrCP3stNe7EbM1R9rpRuf
zkOo6rdzTnbjkHWdEwxRC9am2X38KdVMoedtWNMm+6XgB03UtjmPImtRdzERveIwJlmUBW1TRfwk
wKozuW0cCneVHOQdjdt9x6m21d1tNJgq3ZedTYCRSWLvTM948pGnAFK+NLOx2squdvMgk+a4kU01
EYY0RMpRM8fyky6vaICKKvWPyDHS7C4RzvjpOMn4KRq1dXyRKdUYQvOiZ+5LV3t2aRV9tnpsb4HM
NPdREgdlbUYVQN+0UlC9Sk7CX0A7PhPGUnrgFt17mylRFL5DYFGP9cT0LmxkH9+M1qyn26jWuS82
SzKnV9UqjkVDffqmj5nPI4Wf5aBnPZtNAcZB2p3lKa+Lgqq45pA8P8a40J5pzVOHcBkkuQzkwtOg
S/teQEFkPBqAb55Idrk3TVSaFbUtbzu4wPklH6KsOTJFOAd2jYh0ocrBLGxVFQlL1VI5T05EFcyl
4fSqs1XyyP3M2o4vV/adRTgxio8LLUuUYUc7mveu6aNbbmNbzML35CivNLDVBGQiLbeRqAFy+XzY
mkwgNkBvLkY6NSGYvF2U7tpdotgIHGtpaWOzOiKYs36aqZOl92vaE9VcU1U2OfY9kGFUBUPXxFfJ
EFE1a9ATfVvSYuT4iwSm3KSNQi04wIt5U6flWhCaIKMIREdZLyBYWzph4kLKBfnqGAsi1BtFkAIl
3qeuk3mBa9McCxapxZe5FdFSze9enZOMANolgeQ+eBlASyWaFaOCqNJsZsOVWRvobDTLFl3E3G9q
YqTJ26qduKNMW8KqekoV8UQbidaiNGpT51l3lYZd0jGV7mLgwSS9hblcO7T9DGY7VkVqBFnjEB7V
lg0oXqQgZe/TUc/ORnMenhx9gq8Rg5q720zTRO4DRad/2mNCwbof6Txu50M0tdrjlBUpnCfxe6vt
kfH+pobDoeuYF0wT5snQPS3pPI27wquIKcO+aSkTYrUxqn2DtMZzSu7Ylg0jFq/wRz1Bk1qt38Td
OH9OblbQFiRIvIr8YWmKV9L59L1GrFh/WWqKlj1PfCzjPtcUwlu1GoAjLK2pn2nAc41vTc2E6IyW
vUvsKb2xFxI4KCW3+pa6bPO8eCo7w8T7SZvyPf4CNhWDJZGcS/bcOvQABOkr7FwqdSttmT6j3OCj
m+kIDKTT10tWPaJzjwEmBZ/VyojGNtQW7y3dxqBfyiuleuW17KRT4xXI5V0kmlo5V2pyGenHcMvn
hphaCkxxI+FNDbWo7cfPJVe7d51gucuu09NlPzamfR5jglT9ovRowVzjx/7tTf/vqftfq3X6/z51
bzoBCp78cPBe/8S/g6ecP0BxOHTB94NUq6uv6t/BU/ofeK047CL1IeUGref/nrvNP1BWoO3BUQ3v
SVDB/5y7jT8AwJAhgaHA2yOUMf7JuRv97JfhdlV9nuAD9IUmYBAf/Hv6N6U7Wu1sts04w1N0HApp
Xeu11ShMa3osj5Jolh6LTkmnMQWthlCdcMgW5aWVEopJpqYunxshTTKQaY9lx4JE0+UZsUDpizF6
gziKyRAM5kDkiDdysNWNJmrbPXQs6OQo+ypaa9xTzdxhB4peHKuOrqEasyLQs0yrQ8WaGzLeda34
6GiNeKW/XnOCNmtlvEshk+6g/5o5TCTyjiArmSRC260pZMqnMbkxOIxdR+TgAxXYoOM71ZLEovKX
0KawNGOdhWlXyzPd62LrmM7gqyQKq9LaNYSQag8k4Y/1AfAIoCqfeaD5+mUcH2TVeeSJcu6Jt1Oh
xoD1auOpV6U5K3JXWE4Tb7OoFBPaDSD+wHZk6VF3rkiCSxjlgVqu0oq3FIi8qyY2VfDNPPKmTfFe
+UzlsmWbXlRRh6UDabGxKlnbHL1LzkphM6VWzSzTZ/Fy56RV3N6Tu6pZyyGpyLJ133U1mab+rCRH
TO1vBqcVeRQ0iBRT77IfVbsdb3WFirgmKFqE2xRNDJPVwiMnvUnIxO1ip7zXYSHUBmY3a0sJ5TYQ
OOUFxO3GGuZg6Tlb2hjafkMQJtWshd0Y9Vltoas6S/o8e0XaT3bt6vRr3OtxFhqdC5OYe1+la3q4
i3Oel42ZAuXSiq1r5W3VNEZ2YcD1ZjsnH8YxMPJUKiGc9iKw8fecuF3CoGxfQ0VAiRjMj35YOsqH
bU6WY+0E1dh4yZ5jbn9oy35qaXaIvIW61ioBRUotfdyYKFudLVleKBdIr1CNoz4Ltbqo5hEChNN3
ee+VRbt23GbddUwJ+xBqBmvOXzLHDFsld9pdFy/utWjbSQtbiGHdt/mryF6006vEysp67/Vw/og3
kunZcdIR7gi7/7pu7WhItrY6pdMB8jbSoQN6or1dt21GnBzDrO8mq8M4YKaJAWuS0/CKSlNO+ivi
wCYL3aSkQ7kyhr458yZ9SP2Zyh9SMrQoruWN5knn1tPqMdlPg9piNPuLEBikKrUHRaZUiesn/gBK
Cy4hO/EK9EfAMURePuSU254oCGt22pE8yhNPQRx5VcaBcSIz0s50xTMyJqiO+UR7dCcKhABPlUna
OjEkSUcrehJ0fxEoJzLFOhErhNfHEXW8J8LlRL40sYCHaYbSC4yVnekH4qED/DnyUlvZG6XRSBbF
n+rekPADvZOfqB6zapUzcSKAxhMZlGQrMdScSCJK4VVStVfqSFXEbIXEqnNkhcSDXqL+2b3rV87J
O9FP/YmKwvQvbuLJyHZcFaqqPdFWTNFQWOaJzrJ7cxBbdWW5nBPhlWWo+sJ0XIkwErbqd+tEjyXR
Shctqpdm5EMq3tE9kWlEZQw39sqwCfpmbOhcHnzYu1ZwRKkyCLnYQQe5KU5EnVO58UO6snctvtCM
LNEComNMCI7eNieyT2ZJTs3QSgFmKxs4nYjBauUI7RNdSLK9ezBPJOK48onRiVrEcwPNOJwoR0qA
mz6IWkGhCOHU0JL5iaKEtVKPqM4gLnlCik/qq/IzziHmw3BiOdWliERFc3sz3tknJnSmW+UbgDj8
aGLQHObH6Uqbitm8rE9cqn3iVZEQ9RRbr3SrTX5mttF7FSWKy7nW3YkTO4tkUd4s5BRFawwp/K08
cbm8yeB1M/a86/LE9hpLyQMV6ysLbOae9kJ80sQ+YfbzjbTqWNkg6onMNIhrvScbWOFJJi4+J5Da
11W8rf5ikztfBbWnTtYUOhkx0YRytna9WfMzeNO59ug91WlMM0DUsXn5jq5Mpa91VJH4hLDG0xA0
o1fkvikkI/6s2PYNaZ9JZ2xNOydrJFOtxfVzwkCfpIIn4WjPaVL5tt7pBCp4buEEXmlqH7oqiZFD
WtuWxxqFDkkApBPUIUAN5dFmhyKf3A9D+wD6WiRcoddTBz/VRB/7c0ZF/ZZI0nXCUsrorM6WsvHH
wu0JJM4y46LRS8Ek0NLZMmwUzsKIxyn/7h9Gz+zvogWADk1S3lzzCPBdsSYyzHlSGQ5FEvG1PUOr
nhadtYHaQlTsNW1BLU+qx15/ZvdLppdwOY2VfVLa47gH1ka9+AVweubXUz6sH3KWZEGibiFwHoNI
/uhk7dz6AEV9fE8ArFJfqklnNu9pq6bcXb2qiirMIiulrrkj5dVFJuMSXxai3k/VbS26WN+0bj0V
QZvWCj3ogIXoexYNNjsfcdX6NNdIlChAzjTTkLGwG6dGPSRFy05QjASKhoPtNUrYqrryiEstfrX0
tr6tVn02+dEUMm8QLuYX41RpzGJ07QwkZGfRo1HNjKRtpTqEvcvR+9RrrK47bza763T0JFoPRS4X
yDAqZA4yqW9yW8h7g/YfgCYkAuUWMb4Y/R4koltXUpX5JQxL5hei8mx/cgHhkNe1HpeBAeLEQmfs
FFgese4E6Rem2IzFtJxHRJh3TA5FvOfF2Y3BYg/Z1k6auNgJG3dzaWm0TDpZJm8Va6LjPe6b9Nwg
mw2u1rWqx9Yd5eUQM5GBdtTprQsI+TG2rXWbZWivSH+utZhWZpTLxPvjxgo6Qc1rjgOtC4ZyLHck
3Y/OARbD6rnxtWb7yWQV5VY18urBUpP6qMhYylBvx/qjW4QFaCIm+cxBDBlZ6Qk6BFwb9HUy8Wdi
U8i6GY1GJK+EU5ciQJbRTAHLgT5lzYuUOmDRjPsOGzet9dAI57NR65wrScz/025ARZiqR0ooJXBE
7MNNq1SnN3Z5j5bWKM+mIk4d9N9rUnVZVp1BkKC0250n3FmBpRjsF1XLkKfR02uX54LnsAZslil7
utLTtVEAWNWbRc20MsRzEbth6yBO81EHDi89Wqvn1NAa/tpCzOxti418QuWc0qJX6Is+pO4w7oLe
WZQP2buJ6qfmqppDmWznvkywgYdF2eKgsLvZfVivTxX3FBFK4ucU7qmErZQR4iIatVyPF0PTG/4Y
IwZhKzMabU9Q/VRsM0QHBFqBaIQW8TKgW3NuSHxrhXLRO5XUdgqHvmRne8Abfo0ItQ1j0av7idy5
dh2/3U2Vy8jdFoUy3o6R2ca7mWAlwE0XbZxNZwL2nTwo0976VvGV1LtxavuQ3qypfKzWxFPPj0wz
8XZILhkXSFVd1NvV0OHcy9YkXp+YxfY8qvJBCYquq2+UTvMKvt4onzxA6tzYJZ4bt9t5USQbb+JU
iuX59lgn00Uz6jXp+kTBc86bqR3IwFj7ZLG2mdt4N3Lx3KtYlqwRmgBAsuy1JLwyam3ySzQGqq9y
WkRYquPmYgNX10xu8ls5FDRmAaQJ4dBv46GeH904T+qzMlM0sSnESCuDTZr3TN53jcWy7GaWx5wT
Xpm4Ub7TcVLbYQYkkKL6k2Asp/nyv5P2v5iGfzVqX7zJVrzl+f87tPlb+dF+z3Wd/ui/yS5HW4du
KOv/jNb/mblROv/BvE3+kskAjYn6O67L/IMGIjhKgqBNDGkrFfo/XJe1ErGYFymwg3m27H8yc//I
hpJ0usZvrjZ3sq0QCHw1lY5akRcg0cWtnFQZaA3qTdW9G0YsP2Jq3N9oBFbe7H/J67+uhpsf7g/V
AUk/66f5jnu1wcmnXKmLWydps21BXUd8NdLmURndRcVc7mOISPbf/SjXf/3t3xcK/uSa5Etz3OUW
w+ap6z//7pqIaoXeg/7fwgRcTQmc0NRNu7pNNupQObsEhDDxfheN+JPbihV5bVCE4yT3jl/2+4sO
9uD1lZbntxSSLPuhA1+YvKdOcc+Qtf3Ot06n19f7ivmZtGkuuN5XsqB/vBye0NJNc9W+9a6sgSpw
ZlEAQaS+vgY/06YfiU3SV/ncx3daepX2l253ZZSQY76MAjUO9Y4Ko7d1MqW2R3y48YdbPUzNk+iv
1bV0/tMwD266gW7sxDZP7832yhZnuRuQE5gMgSOwZu3c9mWhyKgEoJ8oer/v5aEVoXme3lRiMxsf
c3Vv4ssuL3NxtTgcj3dLvXPdXWTdGk4IRIrXyqVjCTDZR8vpjzV1QsouE2Hv7JPdpO+VWISK6wTG
rRsdjJ1zNOoVrPEr58p7XN5sERYWfYT5MXkxn7J3vQ4y5Xqx/swVdLrUszMNNtX1SDOnWXxz1ZfZ
vbPcN1Tt/jxQpF7f6M0756wQFTPpyd+G6LWzIvSRftxvW+MwVBQDJblvNM/RchOVYcv0xUxq9QPf
2IKXenbIQtaMJyU5k9PRtnkHo8r3tDO1PtaZ316XSaBHvk0wdhyjmd2yFuI6lNmZGYXO+NLjQjZ3
sRIm1cEpg18/CF8iZ3j6WCUQTAhn4NE1uPcfV0mTxtBio2ffjknRoLCPIA9b/OqzCrOAgdHcAtsb
5+UIzzwrzT2pl8NvPsPfngseBnw3vM80G5XHV5vk7HRdluGJvu3cN4gLDm9juwR2TTsSwVZ6+Otv
/LOraWyQPPbG+hB+gRMtRe/6apH2bd57D/AqDEz2WmM9pOcT89Fvrva3jYagDcddg4ZRrq0Bnj/e
3mh0BqVn7LmfEEnRqdOEzEkPTh0dSLM/s73kYcb0+9fbl9pGWn1/srudvJE/bKlrvAfJ36geeMEg
f/jxqnMUl6rJAHpPmsRL5+xFMbgPXhepvP2zZqOBnvhQKtOmRXLuOC5rmSj6pGD0p+bNb3vXOBRd
VgE1gVRO6e2vf4IVa/5xywc2NjG5s+JIHCQz4cfPl+gWXXMMZndlfeH0O35tB5rN3Vs6KbjBqslX
93O217bTYY1BAcSESKw3yreMRej5au8zBZt3HSNMkG6LC3lGD9nBOjq7ZfZ7GYomgCHs+Y7BOi6D
PSS+NoZgtFpgI4nIfeVob9czrd+ovvKhnLdHZAFAm5fte3wnjvqZfM2P8Vbsok2zQbxdKmTX+1oa
RrfWy6/vxmkj/uHXOt0N9BZoDtGvfX0BxugIwI8zhMUP4xwYf8YN2gAIxABcQZhB9OmcVQ955+vX
+Rk3YiKJUQ1ruW08H1xSwmv5ZPs3d/XFeJZ+q975Hk5NrvBvVtXJPfyrz/lFZSZjdRwXQpfv0gMN
gTOgcCAOcludVXscUGyjnxr39jm7XLbRzfCsXZXn87HfODSTXGb6LmI8vRAHbw+0pt8aBwNKKNkm
FTgkZ/hQgUcTYS3CJTvH++ROD50IaZYbG3/qfHQrvMEG1882jKTO3jmLDuO1djPdMg6tYwYYNdVf
ZPiJsOl3ue0by5U5nXHSbqMLr7qeozfKV7vutkRmLH3zOb+M/Gpr7utdelNfVFd6FlR38iLdKdtf
/76nMPGv943AImyVFpm6UBg/rvYM2z9I1ODeJY/qUbvSDstVet5eFpeeT47lk/nY+sVN37BafapW
4okYIDQrweBtFS1Iu2B8LaZNXgYulbvTQY7XcrXIB6UWyDbgz+Vy17sbJ9kuyEmaTYnkbwySPpzT
nUsWOCB8GTQmlEbQnqdnVhaWr7x3HHejiGNT89Bt89fmTjn2B/cpfbWftIvhstgq17x4jMZPb2g/
K1x/ZPO461UmwDtvOAgr5Hloqr1hIobZKuluXEJv2OTZRmXEEX76m3Zm40cdIC8qnhIUpIgN14oH
sih/vItzyhkHNY97F11EF8ljfzQO4iEKgJ/OiVzBKqWoflVtBTxGGXiFX1zYB8otzsqzZNeE3k11
wE21Nbdq6etPQEf5RbX/9Q9NFMmXfW1NWtTZ7Dm6MydaJwnZd8dKoKsJKLuZb3J3lxS7SjuumiO5
tXke4xyFznSGSRHUlg7NQxwf6+SQOzc2TdLlQfWOxOu29YvpPbjdsW03DgVnc0DF2BzhywmaP2uX
WY/43mP3OV+JiDor37gpqVZFq6z55kdG3d9bfF1/6vaGwsF4fnZREUwb/rkhg5xhkArFMXB7QLyA
cusKD18VJjpykJDivHk8VumlUVD1HEYIHsQ2ifd0bHG2EQG58kBsV3l1HNQHp9Bw6lwu2UXd7FBL
rLtxe5WAWCzlZWfC+GPr1ssHRNOeF/JgDv03PnzT7QhaAL4BxnmHvTDsu6w/w6hIUdag7Oz5Hd7e
t8t9yWzf2yXmJ4MeJM4hDNS5yVfkw5iV5JZyEqSlDW8be6RhBSxR0EPqHJd952JaDolX9EequKRz
Xky3jrge+gu8UdvBfUyce7KpENNxt/6ZjtRlgTLGsIev6firWvHLox7hz7YXIr1uS7PDjjelh8ie
jU0DchUsjfObN8fXowxWnrVWAOktonEE0F8OFyoeUZveaXkbu+5HKzm6YXSAlaf9m9el/pvYhy/6
Z77cmnZONo5+amdAUvnjE9glcHJo1uO7lJB3v9eaJUzK8k+CTtdz/lGQdhckzqGEhDuPqZbNxphK
q1juvdo5yuq3AU8/+UBQkACdfCjyhzAj/PiBlDE1icCdgGvc6EmOwtpycFwj6M5jo899EUe7zuCl
qhQ3Hpm4SePcrLk4TCPqjTOb+T8cZDnhcaxZg5oNk/BE78vJkr1pojxXX24jOe7MBWWJOSK8bpot
LI0SLqtAmlv8z+T868+COJY+YqTYuMrptf7xLkyJ0Tlu1au3fYIhT81aNRi0GJ1nzcr79Q739TRr
4ZdFT2tiolmHZufL8lbi3BRxVfS3XdMpyOA23eQgw1yEYLJ8NQz63DLN/M37k6Py123VwvtBkJHH
9+Syp1fDd9vqJPXakHWtg/YeKzco0oMwPzxSzbPqkqJdM9333qUTv5UFljWCjlKUh4Z66aoXlge4
X71Yzb3ZoRN7LNXraYJyvpvrx7l9bzpWyXQn8vOxe0/sM7M757SclWfZsnfnfdlczMu+plzXJC9H
MMQhyzOL4LlwMPrS1XygdzrTKzY/Jjz3apGb/8/eeSzHjW1Z9Fc6eo4KeDOFS8ekyaTVBCFKIrz3
+PpeUFVHi0k9MWreLypU9eSQCeC6c/ZeO162DSHI1Z0RM+rxmh81fZuLL2LNBK4K1/WyVedjKryV
nDkWAmNamURPwTdYetVnPTz11skoH2uDkxDhV4fUvBFCX1a+ZeWjhuAHuHXojvqWNW4w7jJxZ2mH
Jnel4s0iZrlpr3TrBhEW+yFXyDZiPNhDtmfmXwTPEp7M5EFeruXoxAnb0F3qrnbMXRT2svoj6Dfa
8FUqrwvlLq7vM463erdPpE00Vu4w72if4kt1xAYDw1XcUUKl9tqYgatoR7Bm/beoFByz+CrRQ4+0
L20UOxYlW32TSQ7mkrK9K2YOO9smdkptV5merO44P+vG/dDfR/zWONWdRjm3szOZj73lE20oK1tq
FHHAwXmdq9vKU1Ccap8YjD6s2mzLYOGhIoeaA2n94rRkDbkkL3KgnpaOThsKqYoBVE921Zhvqso2
S2qr5pPNNAfsDy81gErO3ISAsLFht/B+2IZR2OP2EZXT4LePY7YVInc2DrVwJuWwnjBQ263pyrr9
pfje7YYrifhwdsVvkeISwW0S7TdsQta4r7hil1Wd5Q+5owqeOdtRYKNFINhTyPzJFWzVwU7qmZvm
SuVAcW88p7Ej+dmt9ZxfSy4Jpl5/PV+rD7jF9u0m9vJN6GW+ti18bO3xHVX/eXLEh+QbtB0rJVLS
Rud2Zx2E3Jm+D7f8FFMOxSXYeogUV70vRlZEGzafNVg8cin56WnHH/LYgm6Mg/EqbevNdEA09yQd
unN35kWUH7Qr5Upk/n7uN/VxgvN+O2yD75jJ5eRgjndTRvdl/FEJzogZ9geokfquPybn6CbchBuc
x9dEju/TXWZbD4UdutnG2Fm3mmALu1zdqmyP0+sEke8+2w6b+jw9FF6yx2tlFK+h7GR30zH/VnhI
pX3ZHTb5i+Jcsw3m/9uNU7ql2znVZqBJjx6+9lDRVXt5y4RXv5R+7s5sVuQTmdWykw+HGuhxvtWc
/L64Lm+TbekvX6YvwmY9o1bX1hsC8l191rfLj/BZm+x5Z/qS80QlrXSru7y3+duUB/HeesyhxA1O
d5K7Hf+5NLdrAb/35Kv5fvpq+tlwZTEqsVJ+FXNHp49IM7VwZ/ObGBLY4RWnynSt2bberLd2V52m
IzdiixBRPoiH7od5HZyiu/kwHj4783xcKPBHSIAsqUEAab40QZotVQ4UEvKpKOrrVA9SNye/0+/z
YvSSRMd53mgcGJvuk1LST6vXr2ctst+QnelUs0RD5sx1UVmoFX3ocmF9FO3My0ZpoxKy7zIhRUwd
FqiPYPBapa69Gp7NbGT7AiKgLev9sZPbR6kvD7VS75sIT9yfl87L48tacIKljINVQuwM3fn9cLew
1MdCQI8nieAohJpM47gY4n+7BeGbg8wnO0tfMwAvfUxYQ4LaTGbxlMQsQ4AAHsVIvFXFgVPh8rUT
l1tArJ+Yz6QLhR47EIpbVLkQA643nqLz+++GB1aQSQiQTogM4sVBf5eLWyoXANXy0K8Lenv2pKDB
2hbydSJsoskflsdMPsWUbaud+UOK3dcKahl5taXTZwdDOoVJ6UzCi1HXzjRcx9q5Tw9zhML/dhl/
SPmz0R7E7HXob+vktkwei+FtgQGOZiQhnMIxFhvoBgMqTdxec9ikSJRtgTn4MNeSyC+w4EA/mbyS
pTfZx80OUfM0ujI59TGOeTQstoIYIXKjbG9Sh/Q1h0DvAyfgLSvXXetx+nAoMLnUOjaSPztMCX7r
hdfmXfClfAse0rfqufQ0FyeBC9jPpc3gY+vwhpf0KX+VXuqDtJO/zHcC/9Zux8ChxWqK1N3tkeiu
0i3C7SL56XIahO1c7BTjahrvio2pbKucmOBvc36cGMWDLwxHMbnpxp3QovqgXRJX20E7J/WVWD7n
blFfKeEORFmMySg9WJz6w10WbwvFt9LNNOHcYD9si4PDj8NJvK9f0srOXxChGyyGFMgk8p+RIdLR
t42X+PXPw4KT0eU6+DNSD+rEemT+uH2dO5MjR9Yvp4i1qN5O+jZJrlTVR0IUWB67EH5e1V05RrFB
+BzAt8RWv1i126jeUN0XxmtfXlO8NZcjriHKUqq0GWK7irwILTkBv+z3E5tIpvaUvQjPVe6U163D
bowjJU3Scxd4o+QmuSffBOf5WcfoMJOXYGt36vPwKL1Fp+Ix5224C6+QzHnhvj5GfspfYH3JRhfo
SnkV3PS+4fEZd8Vj9VV7HDalT3qPgMn8PG20N62xDV447DA6qne3Zw7nA26jG2NLy1v8WrSusdV3
bDIa6V6/0f1qH30pwARiRPbaXfdG6ah3ZsluX7Tjakk+KkfNsxyBpTrd6G7rh1e6TYCAI/qNx5ZX
+JpwomdAJY7yhcO5eA6ugntx5IBMmUD8Lu/QpVIUSBysbPWx3I/XynbY6t/bxCZE3Zdf5afkMKOT
u4OapN7jp2LEQYWovGRxU5bfea9RdJO8pdiKNDmG75VxNw+7WTlH1bLRpisr8pPW4ddwuBhUbwvb
OIkvxVN61F96RCU8kmP+ULNVqKlWevzTBK4ubPXSn9hxdXarQ1GAf/BztR+3VnsYhIM5HMtRpLzz
3M77kaKXaE+vw9bYmDkMJcq83hhtYsUd7lIUJw/jd+3HcESSCesE7OJoIovAgYQoiGGzRYqUhUS9
+1W6abWN3F2n2VE0fRSU/OYyhfpiRz8iFX8dmlcHJJE5u2LvB9o+sFBqHhTJ1yQ/UHaS5JvlPhrv
Umpy4Vbv39T4plLOCj3FYRvXQHaOwIaU9mZkL5uApnH5SdRRZrUp2VmMTHX2wuuC6DBz6ToBDoCL
V9K6+mTf+fHMrGOhpTWAznr1ZVvrZviXs5SqNblpwIQ95b3RYxtghAcxIv90oEAepca+S09Sc6XL
/W1RAn7KZVfgf8TwadQE0b7+efx/KGHwcVg2UInLMg2Zy94PsrmpBEAunaRnq7CIjNcqWnIldfDJ
/GSdojf0YapB3MfGwAJArXCWvDi+ilmgDMi1l9Pk5tt6319PV+MjfBPf8kYgG0Ca7EVy8mjfT/cQ
wRrZQ4FRPsi36v2M/PWWsmpC1HrqJJRYEWo2HJ382LLbwpHjjRnZ5rflYRZtR/uKIwZOvY7C27Az
dnU4l3m3b2XDy7ubrHXGwYNdxgLVw/Ar3Ya9XGeLt3ieGOg38wvJDkpyH6rX8+ApTM+38211kF+a
bbjLrzpv2YebeGOd0o3gdYf5VnXTDcW4J37fDdP7Y/F1vKquSWpmXlKuVaR0pPTwSgYo0DxtseFI
zvGmS49LdzulRyRUCEHU24lIevAj9TodBgr9EqCtdxJLjuSoBs/GGW+Fh3VuPIq3fPzwC0CV8EG8
pSEjPitvAnNkdqCwaIR28LKgocS7U9vMMfqtcoKD4ZaOZGv+clX5kU+4nCu7sr+8NfgHLVt4KF6t
xKlg1YEWfRgZd6Zd/+BGr1PNdtnrz9EJxVN8X96bJR0cFGs1A3Qo1lXT+m7djoKjSo4w2vx8+zow
adF7SG2aKf1b6RXH+iZ+5py9N6/7vbXVT8mPkPV53DdX2b32bd7Lx/TVAmPMjHVLFZF/C9M+eVDY
hFuu2vsSrQbpoLER19CwXWXDXRsczPZ6tFwBnTk4ue08XU3DXd/dxuoxVP248XvdFRS3kvzYZNJh
enAzYWOh5FJcod8u8SaOfBIuOfaqEM6+UOHUWyZuN28dLeFtsdMnq0CDaNOC0r25u636oyxv596X
55OsHvFNRUjz+d7FldAfs+5G6AJQUUcrfqzIYEPS9Ekh8DdjltI2hhAFeO7qvH4/hZg9XpJg6lDg
L3l1IyhxceAIPdkry8YDODL/6zlihS9L1NQx6RN1enFSTkr0qOMopKeACqTTxSYzZlPvSzH9PpuE
Nf15RvpJ9H93hFhZz1Ty4V+SBcpk+f7rWUmFbj0y01PSBpW7zPmrJhf9rWJAtJq7byLOsHjOvDDq
Ss+iU25EGEOzomBJ1VmuulymWNHS252FTTfEEYK3vvOtsP325w96+Ri485QP1nKsCH5Fli/KsfXU
i0mX5DE4HYsDZdPzmur66gBWnGXEXfDny/2kn/96X9brmVCT4UnSNyeo4P19SSsrX6o2i0+AZcZD
Vs9XU4LwLm2j1o3j5Vut01qeE4jzs7lQB4hMw6eWWDilmjWHoakpoBlUIARczVvdEnrqQJVxVVFf
+PMntT7cGdgtEjEhKqsK90a7uDMtB8AgbZTlLH9B1Uv2d4Zm/F64UTfaOdiY+9wr72iwRedwX/5Q
npjq6aLFXzKU8DkFPuSNvp7cqpzr2YABlaNj3l/nwAxjXwDYBWM49bTAlam/SPhTlXOvXqvD1jrl
ySGUDkXgaPWBXV6dOUljFzMdCt8yHajbmklESraTOr9v2ET49Mqskf21W+fHQqbadycEp5HtfuLF
tVf+3LXMB/5TASH4WnrzXZ3TFbHJcmSWwGo8oFOl6s52ib0c69FTx+yHKIfI3MSJEhfDaKU51fjJ
Lf6pknj3MnCLgcrLnDQNg/LsxRyQgo2lXpeJ56Vqroo+T13FmDSHJI4V1jjJ6A71r0PB+lml7K5y
8UaVgrfESktEuOrtJw/8Yl3H1AndF+MarzZxIOLFnoajcITpPCrOshxLlP2zG1Udh00Qf5Pknl3r
wzyU22ScrE+misvC4c/rqiaVDjp+kGEuZopCqXJLb+PiPFiCDyssQ0iOADfGx5mDfLMJFPqsjPDx
1abXQXSHIlJJ0H8qCn/dvgmq1LUS4LJzUiaD1xiHWdEJYa7ZzSd56v/5vv7mYutAIuiS5qvJt30/
4qcQ6W0FWuEsJ/VzTIzqSnpFRds/zBlG2D9f7HJzxl+/8uJJd0MSybJyUbnBBCdSDQ1HpP6435ei
Za8tU+P/81V+LhbvX1xiOym80ksgFRam//vvlKjK1Eq1PpzN4+SX1yXm/HucrKMOw4Hhz6bPMTn0
xlszu9UQG4u42mwNBWTxgKWmLA5JdBKsm2rCRuYlAfQKzdEyP9NAdYKk8nrYQ/W10txXrZuFrtRu
JsG11G2bul3sa8GhkzwcYYV1CFVvVr1m2VoBofX0NF3pjeMkbc6JrVLn6KEb3+f30iMAWhEnTuxU
1+y9+PXsMR1QBtt15Em1E7L7HJy+c0p6TOAKwCLgq8qvE8Mffx7il9AxBWdAq1H7teKFxiY5dPlW
JC9k3AzHYtN/cpMvq388ylVgBXib6YEkm4v5VxWFPIozsT+L6eJY+nBDU4gitTxhOwddqZWI5j8L
Df8gZIPZvCYrwj+ivrbWot4/2MJYRc8Eq51pYiUcAyd3zo3IQ/GPGGhoVReHEiWhYdoWQhd6dQmj
5c/v1sevDWScmEyVHiBRGD+XpV+OVmK4hISvT8U5E9THLAZz0aiw+pK6qD2CQGU3Kd8QtWefDJyP
o5QpmP7Cmr2HWvcyB6nt57SJgQifZ71p97CxBcRbWkT1WQqFT+qLv7nLJnsAMFM6OXUGwqT3d3m1
agZjU3Kx0TzXorRtSYFxy/otGm9LoahYbfsMiqY+7bKq/GQj+JurI1UkH4PtB1szY4UH/Tr7laz3
URHPzVkoRAteyuIORXhUeq12wbQd56uxThK6RiF40fD5z0/3421eQ5PwSWrkSHNevbi2rMZVOJhF
cyY4/VC3MucaER9A0+OEsdpP5ym+yftpiquBjiB8cJWBX9axV0IMmjCtPdOL77YUski8mQScOb2s
PypyhPewwPiGm8j85HX6IB5EM8y35BFTyEXGoMjvb3K0phAKlSKf8nxGFdWI9xEC2qI/951wKBqF
USzTw5w6Q7AtFgQHSaHpqfFOt0I0e1Um+t0i+gbxHueWxuyfH8OH7TkfD44jUA3mb2rdPzU4v4yy
pMoE1JuheJqJYXTCaX6Lhrr1wbC0tpzSDmYzYKB1hktmpRMzc8chuo6e4AYPiJdy1e/MvvRyrG9O
pZxkLeu9JkciVSWffNQPbwz6RvIOMMAzMNmpX2xLhmIZdUg91dmqEPwubS7ZVlXDV5LTb1GNBOnP
d+bDArqKeNfgSJr0IBNl5f1zs9q+lYrQKM+zMSlokBE6ZEGffTIGtXWBfPdmEiW6mst0kGzwYsyL
eRabr1LCxY/PNeommFSW/KJI06mNll1Ux+WVriJvCmcSzzW1rg66xuewIDMdp16/CcTQui0DK4Xq
gh5kwok56Ol4XWmxcsC/nGNSflZNnK1Fk+g3oJcQmiy95C/yNxPlpxAFr1YYCTs+BtVSisJyNl1b
tUa1u7BUJ2tm2tM0EdNOFfbY4MqTleN+VToewLKshCmxveupjkK8GO4Ww8sC2TrRh561rrw16m6+
7uJPtqcfT07cMnRrGCpYnlicLp5MG8OA7tssOS9djtUTsIIzQHd1jQxUrLhQ8ouTLtj32EaZzO8B
MYx2J1o/xE48pjKJQJM6PIHpdpaGOkAjW40PTlb9ZPmSLyvxQB7QrcjoL9iHEVZ5MfAxYIa9ZRbx
WRuFeKOMg3IjdaXghUMnA2nmdeqD8shDLeyC9nSadv22rSNeaDK6nYZCwG1YvECczveLFV/lxtDt
UrXfgMNvr1QhPHSBJG///NJ/WHN5BZGOW+uyi4pcv9iCK33RYMwch1UCZG0UXgooIqR+i2idTWuE
s2JOvfvvr8kEue43DFQpP+/jLzPQCNqcCJ6hOUFf+rZk7Y88yp6yIN3lZsAiSN9LECP/z9eUfrpD
3o879vtcbBVfgUG5XBFSRWlkPeumUxED5Drq6tmAVCZNjwXNbvjEofSs5UeMK129z3VEHoj5YnvF
uvwEsdDyjOMQhsZ3cc4dERF/bLauwkmtxf8HfdcOl9yp5FcDolTxqk+rD+3QUPDDLCIPN4OcUhDb
wq4CjSZP1wNyEHBwwXzbZa4xe0XKWZOD0GOb1c5QPeTS61h7Le27Xtuplm9Fb+hEs4jKoL4JqKjn
6oNebs2nQnfH4llRDiPODMlGVtPeaqbXz3TCUIjQJiWZFahmktj99CZUJ9LfcEq6xbRLjaOq3xjN
Q0D9Tn9SgUab6U3IB25OtNCH0q9Cp5moxF7PFV1xW3hh1qXhFWu7wPCNVZfIX+WlBWp8lnOUcxvp
sziVj6uAxQGU7AqRsjt7tIv5MhPnce51mRlSUWonmChuBvF1iA6zHIfPwjKYgz9Mz1yOkWCxGsBT
vIRyxlpOCHytjqde9Uf5jpjgYLlpgUJlIgkHANszCgXas2F+tapjwEMsg3PUPUf9vlVeFPWHpP4g
08MOqtuw+pEJR8Qk9QIX7GnpN4ikaJAHIj2YB8l8mOFkqMkTFDKn64mXC3Q/pk0mJE4X0NGYaiyu
vT2mu6A/jdGxlDeh+QyU0J6r73IL1FuhfsETanv0KHpidzX+z+nJCvZz1Nga9o9R15wZ7pdJJWVq
kcFEgqeMhTM7I4ordewpnYwU5SgsQ0xEuIMXvXUtRBIAR2A9U5MUcajS/+vzkByEH5L2PQbJXUiI
XyYOUw1GIQHld0G1IHyuy3wDEsuZqWc3/KqM52WEwBfpj6KUQ9/D8tuymqQ0uIcX7Qta85FafGMn
jwPhIpkjm3dNdUrS7yrNY2hr1AN2JlgpK7y3wru4eSn1k9jvi+gZz7WlH2qLky4OFJRReXIK+DCq
tbPKTV+9DIqP7nVyM+VuxokT9xsB7QlCZirR9c5E9PNYsuY5Ac53y6HOQh+tf5DfpPPKF8C1B8A4
Ta9kpO2qY/CBI6/Hu3pHV3B4VfAXw1R3SaooHLXBpu1QiVJxhVGvaZxYdkukXyySopuar6P8KFiw
pjx6QXnkDqOLrx7YWB25er8xCHAoNhZn42CPidwYv1gtJcmdbOzq2U8af1ztW3MDXP0q+fnT03zT
NaiWMVS105MYzfTjXvryZaKPi2xzjFzjcfy+GC7tPBj4uNFo0DbyvQUdAievvA+759DcZcsXY/i6
8GaauB1Mthtrr5rgB7A8Fe8JXVFrU/aeYrrmdEBAzVTIPwUMFOGctkcj3XEmm+R9miEcuMp7L6mu
dZRIRfuarv3kCajMrpDuVD68UH0fpLshOwfTOaHZ2GqAkw9ms9NZ0cv0oYiORXCtSBs53ET5fs0/
Sa7Sfp9k+7pfj/fKskVOVyw3UnHQoeSrfq6d5vEJ55cyPPSZn+/68mY2N5PqV/F9k+IlO0n9bU/j
P3iSGR7LtNMszzKvUD7jACZ0xaJFaof1XqchWX6mV1lX+4v1BuSpzBlPBLyEU/L9dnLAdF7G3Tyc
FhqAMWLEDNaggZHYnyXxnCTZuFtqfbxRu1q12zy8KiY5doFXRptoxVuCwqEunIKPS+UF4GTK9tcY
lM4x9BwdQx7QQrF7a7g3k+K+C9b+rVx6mSGifoDFqBd153V5NG3qKaQCM1SiP7QsU5klpmQkP1md
ItmVkdfIKweMCqan150TZzoCwQXJ2bDIn9ySj8dP9kRY1NZzoCWK2iVnWqg0+A2RkJ3lQBxv9Whw
a6VwZTWA0jNILMYD7gczfJ36FsWdGPafnb4/PBM+wGooW81y6+n7onil9dJgLJqWnTm8qVdhdUs1
YParTn2LW5JAyOWDbtBQHG5g0TlFunzHZUzPqeJF//N+ZH36796O9ZOoFl0SkFUGop/3b8e4gMLN
kiE/A3J7CbWFtXvmxFWy1d3o8rVmMa//+Yoft6frJXVAEmi+NY5/FwfwAgd8u8gqpc927FyzLEan
S41vSmWZt7kaorQnxkNvitw2yzbwArW5gUh0r7AY7msT/3ur5w+h3PDHTFLgRLVAWdektiX/MCYW
Leyy0yd36aeq6/1tQpZO+pzCph9J2uWWOl6COJ3jGixmwvsxSEW0IXKKKPigh9g0xp1XZVCC5ZDj
kh4Um8TKw9sOiUVIu5GwjsFXQ0vazKLYb+SeFLS6BbPRh5Ifku/ja0VpbUxjNU1AJ/MWsFSbVqr0
7UzqphtF8be5MNqrWco34yz/u3w9kwcB9o1SLapZfGs8kffvQDtXkCTVJT3LqPDt0WzvgVh8sr+X
P+xnLi5y8dSDUEtlGZLpeWpFGh3wbv1Yaip0NPwA4wn0WCj7up5Ris302NNb67nub4oJblRiiI2f
ceKWRvlmAoMEuBTJF10nR0TK4IJsRCmNGhbKYeTnuoobTDC3lRqiY68Ew7egapnKZ1v5j6N4LabL
VLFMkg20nyfsX84PVWzqkRYtwgnILzsXI1q8WhwoDpjhuIsqDi06+4I+vNKmtbwbhg0+TFNHoDWa
n7ygF0GtP58hnQsdreTawuCU+v4ZdnBZCcQphRPxTButU1DGdtxFYVF3pQbXV5Kr2SdWx1FTzZGl
WbkBHMQmAWG9B0w6szXSZDcJYZh/Hu2//WAEtKIdZLgrUA3ef7CiGgtgko1wqq15cbpwPClLvWN/
gGxzGnGLFt3L0AfuFPAM80g4iNQREG+jkgJo3DqKEJ3LfHr+88f6zSTEKZ5Zj6en4YT46fX75dk1
/RAnc1iFZ2iuxfXCeVZX+k2QmeNhKYKdHliNW6Vm6EzqJDoqv8uB6aEDqJa8RDiQ86TQJVXFQtiG
bQf/JtffoMvMfj0XojP9bz74/4M4/huQq8xZ6z9TLyFw/Piv8u2/jl+LdxSOv//c3xwOQf2L7AQq
Myjx6T3BhGAA/EOdV/+i/kq3DQaHQsy3uiap/EOd19S/0NgSKkqVbbUNrLPWPyQOfgnXtUli7T9s
D+nfkDjW2e3/1g9gOuvySh4JYiXs0h8sV005ljL8BFBQRhJsu+DrtKbYURIxsQHG2p0R4vGcrMgr
q+rThtxvLk6xgcoK/ip6cuLFEBRl0pDkUcEmW+Fe6eXAGHDmiWA0Ez3ctbWYodPpa1DGcPDHNRdX
ckOhMK9aU6E1XeZpC99X7eEx6ml26EZ+kpX9eZjzkMUJPvSBO4uvQTGkHvxTcBsD7f6G1KOcOHqg
LcpbMfDCRuueGlHm9GUCbtzmcyx/j6UB1FTZKsDu4mEIYV6RQIgvYq5kN21mUNjEK+VzHn/pFhVW
VyikHLRII5oeWU02HVy3l1BH8M2+E4w20KI84yhVQyBvZKN8mztJO5ocQlX750v4/yPyv+XVgPef
x+P912L5Wryn0P78I/9gaMW/aJwRdqzjZsTKpjHc/h6JsvUX7wG8hrV8qhMmzoL6z0AURDA6a+fP
QqiDPkgS123hP0NRkKS/EMHL+AORx6xmBPPfjMW1UPN/Y5Eev6HTmF6nAlr9ZFNfbL6HGGJBJ2TU
EsIgmej9InKP62IKP1n61mH1/jrMRNQWmXho8dOqfr/yzZY+13mAQDZOqgT1mjL239RlKZ/Yio2f
rP8fvxMJ7dxsY236UDC6WP5JsrSIcAFXIk4RwtO8N92FnsG/E4xx55heRfzQpGYgOZXWDdEvi2bU
KlZOwYpvNAvyndbWBRB3OY5uUqCplW0SmfjJ9/pwD4nytVZQEi+LChrn4oqprLZm3eByT9QW5mEW
x5MbKdhFuanh9Mke9bOLXdzEWpyXcVYosdWSOU+bTC6VhzRUxNjl6Fp/snv88MQsea0iEoQFm0nj
Pbm4l50oFr0GhE8hVvQuqQCphzRDPrnKb74SwCAMK0AtWQQv27xSPuudTJo6AuU5OaRYTDdNaiyU
PeTP2g6/+0LKeq1VsEUQ+fpRfnk5UM0oPTu61I66CisEX8ZhQI+fDKrfXUUl05rJghMk6+r7q2R5
r2XzzFaxqfAHEK0Iyhxu4ydOQmV91O/GLk9ndRNSJKD/D3nl/WVkgTgOUUyRU4eRCcOnnfTM5CZC
ggS4PPRUUJZuaI/VoNVfw0ZIZopERS1tprpChZIvedPcyxOjnfwYqwb8P/WBaccQTY9zIaEek7qg
Z4sLeDUEXNvpGlDXdA2dqsumtgNDLAW7GaXwDaKRErgd2RWZow2J9VXPjBojKPHEJJFqeXuyErGu
d0j3FtMt+tJ4CYnh7v9e7v4ji2b9xpd3ZAWJ8YBpKHPSeH9HmA3CNhJUjtlzapL9OesiAQ5ldlc2
KM31gSZy1tHgaycRNKMmxNbNL4vM7d+X+hX19Zsnr6wYNRXFFOfUyw/QtQMqoBGq1SQK+M5GrKSi
glL4z1f5zYBhl4JCksHJaeVyiguXRRjo46d2X/czehxZOygdkRJinerf/nwp1sHLO4phFO0nXwv7
v3ox3SS61sUamca2SrTad2MiHMQuNIUWs94o8bnQAln7pJP9m3u49nzxlq02e+gb7x+iQKhlGa+F
bEliRerVafBJQ5s/WSYuryKLbJlXKBDqW1RglzK+WCmaWJEQbDcVoQf4tuJ2AuAwUtv98x38eCFa
MawK64KElkO9mHKaVG/LSEhyO5H0iOgl5F2G2k7nf3+VvzcMHBh59dbn+MvEVk5FHdG/phxlTXA2
ezTdijnEn7x4v/kuMkITHgxXocR0MbHlo6R2BSw70vv0/FCWQLaXIRNu//xd1gf86yhGY7zSqyhZ
wBrgh4s7Bi24r8MYbbrVLtUd23Ts5b08fwd4L/etPRXRZ8VWNKSX12TPZopstn5elub0+/tXTLDw
R71dIcENKu9WLPAiRXkhkBBVSXGxA2dL028YAqS4QZ3LDjNNVzh4QOoNynTKZZKYyRnZ5ErXe4Mo
Yaiu9RBDQdLUfe7FqoKFCIB4R4m0z+fX1pJQ4ku53OSgBZr0banHTAXA2zUyBUe1SXxdWfAQW0rX
Ni7BlGG2h4YNAF+pEvwGkrKYyPcSmaCkbCmgii2G2jmzQgIvMbnql7DlAfn9HCEfysKgwRdtKeO2
kQvYimXX5FRthSZovGys2x+zVI2IEkfCZkhZGQGfzJUBzNTi8BPbpDallAwCCXdWFWTRc0aA1eJJ
VpUkjmrWVelS+2p6AMQRgookksrZnuWR3HGrWVHbSx/Cys8K1rEv2STpAJAG8LR+Pkxo5nSoDn4f
B414NBfVeFUr8G8PltibcGk7Et7pY5aFUdL5JwhKzdywgLK8F62ZzlmticTfIFPSIz7hxJxrLEVc
OfEsadUmKmqKXCHhB/cLCxG+9ZzMFYfElzEgox0EWYsT0zSJuqoaEXmZNUwG9RIlguxTFco3hZcA
YpQ56K9dBO30kcCa4KtRDktndwJDG8W1OZ+sTBe+T8hKJvp/eQ1oIFGF10oXl3uswzLk97Y28y2y
svEcmtoQ7qpklc2oSZQvXiPAXX6ozQKqlCnE0nOnt9EXYa7EFcctVy91WBB+ZLedAZMBh4KR+qrM
KZM0ZKNFCSfnI6h3YIsmcvIoWzVbdV8r+3SYh8QnUHf4Qqy3WH0hpL1TPWFQA0xzGUeDDZRjCvuC
Dm/DrttBEXyhDQFY5+QSzSjox0TeqFE9yLYlCsYXoZRaDCJ6QqNlikLec4RZyikjlYuyIbaE7rsa
C/J8aPNAEXamVgOG4PwO4VewxC7z0zrFGkw8U/JExV8SvzWEcXfgGsq23fa1RNNYroRCAkU0G8/k
jwW6C3Y2OefCHCu7YiZ2/bUgegIa9xykKmLkIRR9TRxT+oRzugKh2rgy3vRczBGvtoqafGuNbBKu
h1KEGyQTdhfjtK275KruKXATiKMP1WsrtHkCP7LpFwybgx4tW40RX32vwfgD9A7HRnfnfiF0zSbM
vbqjmhkVXlDkAr1bfZY1UHGR1sMlyYgHKYiVQSFe92rr1nNeP0hyiN1Jy6r8f9g7r964sbVL/5WD
uWeDOQAzA0zlUrCCZTncELKtZk47MP36eeg+5xurpKOaPncDDBpotKG2WEVu7vC+az2rJqmgD+NV
G80BiXMIyFDf98kS9+W2GTQpzlHyOs2yoqq3OLyHxN1Lp6JFvZEcaA2qEVkDSBqxaUleMiEXbr3h
TsMsoQlT5ZuEo55cJ2puvhGFYx+rPBj1LVNOKnd2L6x0WtVp66nFMBV74qsMHK3Us8g0BxlrZXs5
kU/bEZVdWBxSoMFz8ZiHhUWtcRizm74v6Xlbbe7OjbkKrDxJou08Fx1+rN4WqaUuZ7+CLjaWc/kU
c1tDjJdCj1vIKhH9aQQMxLTqMVgNk+oex7DvkGBUY0IId+OU9a4ZSqrUyPoE3rjKNUgE4JgQUXpx
LLhMHhjmVZQKfKLSMkw4UwXHhYOhIk/Ahih9/ZNAvalcO32n5aUqMnvptWaOuZ9G4N7XbsI+dUs9
fsKx0JmkvmVzhWsk7OGrYww2zAXPKvMPxtiwZHvO4EETIBOlPaJlAY3ZNSH2XkpW0W3pJkSfdopk
blZ5wvNWrcyrj2r0wuHeJAWGN7Mh6HDvw52m2G67inm6LYB4+21r3hmlOccXbb0EODHUktvcLysI
V7wE7Kbj7CO/wycqXI8m3RoBufayKUPmZmsiMWMFmRU63pCHKbQ3aY71ziI28iN3yq5WjjFUX5op
CeK11fjls+q6gBBHdEWcVOc4wpsc1nV24TRh/B206QRrhZOEg183gBLa9kb73bB1gGIiT4sHx8qV
3kFqhBuvLKtrVrGHKZzsqdreK5mBDCuSMF5elioqdwGzyqMKlNluzJyu+jjWnCFbq0/7legSjhKS
TgjNpGn2n1qWTtzgFN9QQUCh/lYRi9esZsfqjhFqP1IKJCchkq40s3VgWfMjwZKms7NVmgKh89WA
ESrwwMiZsB5JUsH5LLSpzS3EFemtU7NLfAqMVAzXo6hQJzgEi3zSufQQMNeDIL9+JOTsOSPuUHzi
Y3oNSW59QD2R+Ezvy5xOfouc3Qz0ZUZFvUX2HBBHoIWG4q9rO42/ufw1jRS/C9qjJa0BUZAI52ET
+dr1EMYrxNJ5Z9rJRz2Cd986VRLW60DYQ7P24rIwr2VhBHSze6xR6yY0eskABfxzsaQO0UxqOxQR
jd0Zeh9RUTF3M9Hp8xFmXdRf1UUDtSZk4sm2I8rZfIsAcvLg+GfFItLovWI4VoI1eRdE3QTaznQ7
sJPK5t9DV3nxh7YaVU1UYVEL8wp5LgGdq6geZXjnJV0rvpNl4Is/hzzWal87hVcdElaHcdUwMWeH
WVpon4aCLvDKYG6xDlHUpZ9EkcQdT9XHbDvLEAVBmeVY/b0YueY6S6aMKXVIUUzNxIKC33V9+A5G
JjyJrKFlNQqUDZUn1VkSrwjghGOL+U04D5npaGdtj2RKruCj23AfyIvKWJr72VlXtkejlrwZukqe
UQx00dNh2Ifko4zrrOM0uK39gjWMQzLm6DJrkv7Cixqm+2xkUzalhjev05rgeaxQvvVBZF6cb3u2
LYhMZtYtIu7RvgGFW+q4TLNIlLM0+RSQbMSYZKbAtekEgv5p3MFLM8y2iWDJy+iabFE7WXcUijpE
J1VMtMDk559S0xqczexID558WVTZtp30cn/Lznisqpl3JCxLi0XOQ52M9DmZ4e1lhrd3hVoADEZc
beny9M6WhAQy53rPmR617I0bFHIh5IBI+H+GPDT4it1cNlsFiZeI0tiOM4jvFA3GPxEHel9jw/T7
hzEdR2Nvxuw/1/jsJhJQEgSx24Gt32eHQIofmWe29VXRamb52aSzvQYUPU4XqKdA1Li1Ueyp2TfI
37ysJpGUXiWqihIp5Vq3MvqUixLLPtmnmYFIJzO/5JrcarTVHvL+aBQ2ZvBaB1Qc4sb56FaVIwjx
dLCUS2GBxypFwKE+qErMy7JHs7BSkobKqoGGy4Wa1Hso/bz57gbxkO+7JJ6pMDGjmohpZkV+nWcQ
r21H4RjeBTV1nZ2f9DL44NU5a6CFsHvr6IyGAhGE3cWcjeRCNk4DPkEBvF+lxIw+9bALuT9Atn8t
xMJYF3YnEDyOLsU6IQQyE84EkEupxjg/dScCe1VnpbtwNCrLWREj1X4RQ0FQjl/OQCCyuoiI6QhF
XcBymKFLWGbKUsTxvwi2dRCiLXYY5Bu715MJDSuFGFtKK0IKx5i0V54v3cdWo4Jes1sD58rZJtx5
sjXLlXJ7jKQA/aa79w9vzmnFgIMUjn8OhwDP4Z2fykZMj82phfZ4RTjThDiJl4NOjIrj6apJxCLb
S5UR7ac2ducN0Z3I3nQxT7ezpZCBdgXJH7spYzLZpHUJZDQk24OOi98imS7RydT3bi97aLCc2OZd
iAIQwESPqAv1cN1vCaXJ4juO2km2rqY6UysyK/yvWMDS4MGaA+foqRrNfqjb5NG18/ExRxwekduU
WeY+LxgXeyMmYnNFIcmn2ysG3X99/x69vkWQ9+Cks1hRVnllokm7tAWa7JHMWltEUPlzfIgj8sXo
b+fmp5JEyof3L3haMKJOCKPZ+WWQws63dDt+rw70E+IEoNc12zGz/EF0RLXh0ME+uZnVOfD8G9dy
6W0uJoSlz+meVsN9B7WuS6SPJwiq6boa2sA8Q4Xxi3r7/td6fWj3cNYtRVDQ2ijHTipFEXkn0qug
vcdh+yVC/HI9hZk4c+9eX8QnWvBXn2jp+gTLz3+rrORdRFJKP7IxSXX+J8mc6a2o2uH4d7/KYqYI
aEjxzrzOJahCwdGGQw4RNxj7rWyhppl1tX//KqdCBwqGy++npIKiiQ5vcDIQcKwVkScFOaE8pGYr
KSCT0GlY5On4Ungw9bQpu9s4s2b7E/lgRv8x5yg3bzmyA7yxp8m1r1iZOv84aWsKjqmVFME6Dqox
2rz/Wd+67zi/4EuBjOdfJ/fdiVr8p8Fy3wN177SWcZRGE5zpprx5EdT1iMvo61ETfPlwrT7qbdUi
1/IlxxD2ta0IN1PbArZ7/9u8eiuWtj6jlCYbDTc8/y8vVNRB3wmVdDBkldoZQ6oKCCA4JWd3wMf/
dy9Gc3NptS0tCBP9yMuLpTPoM7YtYkUBSWzn0pDrUhN+bDfnVFmvSnXMX+5ikQPtv/jHTsaT7Yog
oyWlITsm6LOnZjiympH5RybWdeyDK0Gsbf7d136ZNPHaU2VfWjinQPckFKg9Q5oHWQVjxM0qGEIu
o/nXTfz/rfP/tjTY/n3nfCee6x/pPz6SyZ0+i/ofBMv843/V6kn8UNmPf1yd5swsv+yvnnoQ/IHZ
mWfC5ELjC4rGv3rqTvQHOspfuhKHknuwvMv/6qnTNvd8qrxIXHF+4zFnsP6rpe5Gfyw2lKWvSnfQ
+zv99NOBSkcBWQmvIMsgC6F/UrnOs2lUDZZZ7BmpfCjga9yo2YIaYLrxrnRQ1M+qODtQl+7I75Vs
lLP413g1KGegzFwkRL+vHUjD4nJ04cyUhd50+oPlXZXBdxFdzfm9m0NVFXfSvqcMta2otyZRubHy
h67+6GYFyvev2gObHZic174Lu9v1IGGK/mDHcLzHIznsR1/f1bLf9XG+pkYKheGK4gqN4W3NntOg
lBUV2CnkuJ50ve9TJMxmh/B8b8fRWhHV9ts4uX3d/Dq1g5AW9PLrnsymDnnt1MP5ugGG9+wDHoEV
OeLgaijb3oBTvSsfoe9YQC6jM8vnMn2+d6NPplfSJQ0zHrkyuly9csbhJhZfEivfdnX2px4xBck/
z3zZ5dm9d8mlF/nbvqDx/JGDCJdsj3ILbW+nNt0K58vO28eH5uivqt2ZHs+rMfzy9jonY5hS9+Cj
4gC1ccy25c28xnRzBlv15iVALi9By/TFFhXa71/K0j3bcBt98hj8mEMErt5tgquqaR6r/Mwm+Jcc
+dUN/O1aJ6Ol9ETQ9TnXSj7gKmt/hvvukziMl81++FJ/SJ6TC/sGDYV7Wd+l+4R9/MMIOuHzmce4
CFxOPgUsDZz0yHZ8MGUnn8ItpRb4C8DK4uKwNuFjTwwyzJOJtGHoHisYH3Zy5kV5Y+i8uObJaK0s
4ZvKJgNPOsUW29K+VjNReGMDLrCYd2e+4eurBfQ3EffQ1XJw8zFh//5MZWgYlVFa1JgWu2CCh/Uu
icJ4V0zk3NeN4xz0JNWuntvq2o0gSeBKD5+mTiyGS6e7bIk0voGZbd8YBLo8T4Xv/r1Rx/SIJGiR
/YU8AyQ0J/fD8gyL+Y/DP/UwOAYs/TiPADE7xoR/LDZweiTCOzNlnGz9kGiFVBa5LNtulFanvBE8
VlFp2ZVPdiKFlipMxA7B17nsr2UW+G14LZ1SpJTogqJlt+KFJy9UOQ19Tr14OvjhZBVru/GRZeR+
7T0I02xvxgYMs6gsOG6F8IkHNmc/vj8zAE5WIVrOixkAW03Af/Fmn8xUVhv1jp1H1sEOIWF7FiGE
jRhaKMWZuYKn32znpP2W4magIhYJoCMZMcgZGaERdK+LXvvFmRb/yTTDiRekATlhtKqxtHIeeTkk
5yZSdSKTdqccEqqMbO4u8xZ5iCvCZycLiLJMCfs6cxvYSPz+KJaLsg4jljHJmeefk9tAwSZXBk2P
HVa96mNbaXOX6aj4FNg5LQ7HoT9qp9O8cZOYIpmXT87ItlaCbg3nvnVX2irqM/fh1OTDZyKXb9H1
BpwwF3XcyxvR22ZK5uLcwR0NoFdWU3GJ8JUuViHinRmHP4uhvKAaCcoumfqNijr/TL3ml3nmtxG6
CBOQHiO9Qmq+wL1ObotHhAilym6kbRiR2uIOC0fJL3uQL4BTAJL6uT3sZNO7kEQh8gdrfwrBkKai
ewqIKvZ3UT3griKsL/5+5pEt4+DlZyOAhaGyGNr551RO4yaDNPrOhjubOcO4m0nmvM/rBSjrSSL8
0KZ0K9zFLTDXZBp/qCrzwk0ZOOjyZyHyWyKiMYINdmA026Cb508ZuI5sc+ZTnkywy2JJFkKIqJHH
GSL1ePkQkQYq0Ja1f2AmiK9IHa6+WEMBhbhK/LXRT5B1HUuuwiCh4JpzkCXYnrN3qCJa1LZeu7Eb
rmfl3fLeQclNlD6jFPslCPr9Pi6fEGDVIuFBM4bi5eUnLBAMBtq0/ENNR7UEo9BmO4JM5RpfC+Em
1kgYixU7hyYT/T4MRbXNkxCSvkuTzQym4cySdDL1/rphi2uYCZgzcXSKp247R6k2Mf2DiIaAOtEE
D2O03DPP5XTw8KWX4hqzOzA/SlHLyv/bBs1Uns4qlQSHaE6eTTGrzeAIkJgcms+s56/eIcTmqIkW
Kg48MMDbpwsYdfWRsOf4MIn8xxRl+V5VVrqxHUq3WVm7DwHNliftAJT0VSEARQux9rqcrt1IWTmg
BHDmtf4VpffykVN8g9Nn8tUXrtbJFDs4zGIU0KksKpX/HEvHvYswx5sJYU65UzR7ZvnmskxVtEME
Yn+ypgH7dD6r3Ug436aNDX0pfXrg+ChDtRWDqi8KsCJ71eT5fcd6vLX6WRzff5dePzM+NfUeTnsc
nH4ZJH5/ZiXrV2jLLD5ovIdXWQaMctSdeShjczozPE4ZB4xCmCIBHkuHGZAyxjJKfxsfXpFE/ph5
0aFpXf0QijzJd2kQtYei6iwPt6hKvnlhJZ/T2KHHmFvFoZnmtt6RoeeF6/e/+Olu+NengRJGmg9q
zpAp7+WnmXxdkLBsx4daDt3nZoiLO3f05F2bjpjHUrLzgP6XwvRXyuuNnzVvFVhnt3W3c2gaEgpO
rj7hNvPCYz8YstvnHcnl69Qp4Z/0ipQc3Yv8qVoa+4egomOzbwJC4VdW41VnDiqvlrXl1ka8Cehs
FwXX6blXobnpE2AiDL402FV6okQ4xCToIVjcehXt/aoN8q0MZn+rxIycxyaZ7/07+sZQ4sQNvAcl
Ici+0xfAl3kwh5IXIBoDFIRtOe/jHsNuZaMSef9Sy+t98q6xvcN0SSEjQK9/Mr3mJqrPZDaNQ1rG
3kY7fbqh1gC2fRrDzejSmESckGCiCdr/5MrkJHFhot7c05RXR4LjNDpov6aXgZdt0aU53WxtraKt
N0ZFXnvVqfaGtuLflNkv43XZutHAADaBXelkvPIWS8TtWXJ0deNcDC1m/pg21G0tXZpWo/76/i0+
3TGeXu5kOhtRXplhkSRHXtnwgF7DO2rTL3cT27pN78V6Q9jtOcDFG0OIPSqhV3BQ8FidiioriuRJ
oIvkqJKw3yppfA549T+YASE1/8HXo7sAEwf6IefQl29/n9q2CkkMP/ocSzaeG69Y3LKvwdzHFw6d
4Y+eOX97/5KvvxxTn8VT5BBEhepU2+/mQzkh7kmORRm1u6CE8yNNnewGs4oO719q2UK+fD+WS/EO
0nzAKXFqrzScQQyOypPjOBf6SZU632POQEiYzcCTB8+pt6GIAw5hM0cTIz3zTV/vz/BngBDGQkyN
8ZUjZJxLnM4dN9dJw/pohKAzIdn211WVyVtznKtz262TmgLvBu8E2LhlWx8xB55sCMl8b0u/5YJl
VfbfVSv8Qwm1s1yVtg2LYhZwfgGdDNXRMg0P0V1jGbA77NgiPYn3+czg+gVRO7n/bDBw9jngEbHP
n2xPdJ01pW6j6GCO4BMGV1ZIuth4+mkH/3qCMS5rQcZiaXjHSObTRZFyNvMTFCZo/Gkn92V8VxUI
QBW6zgMvu77o8mEimioXW1mbcluNjn+ZxXmLGCrURAcXZOPUE0gRTl1HNSXVrTXGzrWanPLCdDIM
qkPfXeR9Y1/6fXrOTvh6umA2XBpcHKnwNp1CeQf6j2IGunwYdQrN48NMJ155X8iHyZAxvj+637jW
sldhO8sJABfGyew/5k0gKlEnmBuC9LrT0ZfASsxLnPGEGLblgwRfsH3/km8ssASvAL0kwZgOCOvs
y/kiK201Jyoi1zGPf7aWQwyASmEyME/dzKZGRhlAHymjqNiEijiPuJniM1u1128VH4HJnwKK5S39
5ZcfobZL1Fl5kh572ZhrumtPBrLtTZMAoBRB650ZxK+nK4e1huoVIAq+9annoa7xkrQJlwvrSV9Y
RtZdz6PdX2G0UWdMHK+nq6VbgAeVb4ZZ95S0O6lJT+g60yMu/oukiUHu4LTZuASv7SV3k+17HH/0
zYE8JnfIzxyO3jisLWUpZixA24vD5+TGhlSTpE7j7DgUYXfp61QiWXFw3UbkajLe54OcKuO77Etr
GzYAl+qGsLVKzZ8QVJ9bAl8Pbrz6zN2c1oAz+uHy8982yWGZe9WYAtypbdqJZTdurMqYv+pycK5F
6gBDyaf+zAu1bB1eTlfLNbG+05HF5nK6MsUiJ1mRYtjRd8psG1t5es2u9VzH/fWAwquHPwu+B+IP
JuyX36yIQ23UXZgdzSGKtt1YDwdSqLG6zaY6U998Y0Atd5AaC4VGAqOWL/zbTURsN7gDSJtj2cj+
oo+RIwEQuGzi2DxYnKTWbt+UV3nL5r6poV2+P1m8flH5omwPsfKxs/B/nTx+u3prNZov2+bHWiJk
GuOu2XUxIsmxcY5zH8gzb88v1cXp42NDSk2EKZi648n4Rds64LFr8mNuOjCr/GDc9u6UbKc4TUC6
hcaHWGfywkxwOLBiFWsrVOkhVQqVuBb1TkF9XeU6y76bWkwrksGDw6RAoLOzRaOYRe2xMdgtzGkX
7pWZg8J3R/cgKq/4Yg5jsPN6def4Un16/z6+MelyI5lr6VUuZanTVkFSWKnUtcyPtD4x5oZ+tQ1t
XG4p0jioFOKyS6V5MYzEFYYjPxyz6Vy//ZTxwtaCJht6FKYFaB4IDl8OJWkMGt9nVhwXKwb6bNfa
tPbooHWT1uMCI75xO/RrBsvVXYqW9eAFhrqyay/8Yln9tDf7MD3YTUcsDq4DmfrZSvr+AP/Z8w6h
4URXhpu0m4Bt9kVtodINkITfxT0MMG0YiNXCdnhyGD1V4NR78mfNM76styYcfMjs95l22Hqf7IRJ
cPWp4g28K2WcblVr1du5m9Kt7NmbCj/X90wI9Zkd21tzQeixQaJTgtf6FD7gWrnRe9RJjp2vCTBq
xoaaLyLMSHjntBlvvI2U4hdnMiXfALr6yweYJVIjoRYMInwUpE2SnacTs9zZzjjuCzblZ06Ib0ym
uM94C1mBXd7/k2kuagQuOA7DixbZ3ziuyAjM7MSZ1Xl5p0/eeS7BgrUwi/GGnTw1Yw5aZSQzCcSD
3x8oj6REZ0hCNEvO3gpa6gcDffOGFyg+8+je/H4LJYshg+LwlIOtkrxvczvMj9IK9bVlGc3j0ETi
9v13/62ntni7LXYDy6R2ssebEjI6UIkyp42RBZ3OjK+nibA0IzCKOz/GgPOfXA/NAKcWSimnHkho
YIvukPsJAWbrhRKFi6+TNV0y1KoQmN6/2ltPjx0H3U/2V7TCTmZs3DtOEgVcLZBWdZkOGny8V8+H
EaK6sKZrvxu/JEZyjvr2xqu+bG94ZogyFsvny1cBppov4tpjaPZFtG+VrbeJVYJZZIABdQ0usmgo
zqxOb7zpaOCYCBc5JBWqk9cv0kmlM5cHWY3dtG/NJLvuErgclVuk+/fv6hur/pKcQCL1sviyV375
9Zy6bEJoXMWxk6m7NZuwQ+VhDTuFR+FomO4S6GJBDbWL24Fi49P7V3/rizLLcNhbir+QVV5ePY8x
yE2jXxzbvhkozXjjhzEX3+Aiq8N/ciUGDhR6k/35ybsBcKGIim4JGulzACpZtMTu0jYPgqo487K/
tQTDj8C4uzB0QAefzDNT3o+WpAJ9TE2Vfi8WStM0dcGum3PM5b5uj9jFwuuhmYlF8Vz5xevl2cPX
cpHTyY71P2LzSK0WDMjLW9uCMa9ja8qPHN7jNTnlLKuOATm5imYqyL0FWLCyDoz8ZJ3XabNOAD0e
rSAm0q8y+jPD7K/M7Zefx0cMR7GcMy9lqtPS8eKIsuxuNg5Z3lnWSgVp8yceP+smWHBfexROk3tQ
beH+LHHadXvfjYersRu8r1K1I2Vm3/ro16O4VqOY5pWlRwL5jAAfxNA7j5OL8xMvqCpv55CC38os
UvIa7T7pj2BtelXfU9XQN7qdNaGYtlM9x1k9jFu7Hb2vY+LIkEkk33CGROlOHpqtrfJDrUq5jdlS
3Feu294aTgpytx4qBcrUM6cSAwj7000X+wU80mSwlo15rbDH1qicaEOCzxsMR1KNp1NbrmJZyr3O
u5aQLq+o8lWRy5CLeqr80WCUxTiRsd5Wox6+g5kor0OzTD+7xoxntK1S+s/+Ah/SOqBLn+oG+igH
Wf/KFFZ7PXa2wk+dj9UXWzIXCpGM/p6OI59tGhfXHtRUuV2o0E/d1MjHaja8YGN5FXGImVTGR8XH
BghUJJW1mbPK+lph58UAhNEdnbxfBPi+VPbR8JoWq0UwheMKwyxAaSv3roawfR6y/DEJjMDbjmVt
felUVo8He6Lx+oFS+/CdTV+5LcwYZy9l4hw2Uh44h+V+BzfVmMkJ0mmiL0NKPPW60uzAKNK6gdw6
Ips+h0VffA9Su1dbn3Xmq9vgKtlUyp++Rpbygwt635hu4ZEFH9p5Sp+8IoujozAC62gI4dSLBVN/
mFUjQfNWA1hE0WUi3tdeE/7IQKPx+MoGrY/h6/g6Gn3xMS4Guiwk8k3WdjTiGfCExuG7Q300WRvQ
DPPHys3om8IBD4ttoYJ+JvKnrz9VTjs2e8eL1AHYUnM/4LE/zqlHsSn3MRB7XnsfhELgTdMdrYeg
7/u7tp67JbM8AmBQztp6MGNmk4OgGHkFZsq89Xno7qqIR8I0fcPArjH5g5nu28xMDtrvHGzR1QSz
xpL+dTP544+6AyywVrhK+lUydKrbNLZZVgzgyvyZznGBeGmeTYK1ddJ+sYe2/57IIgfUawYdOFph
tl8dL2ueI7ckldqb9dNsZku2Gf67jasm2Od+MuQ32A5xKcrJ8757ahAmCEFsgmsbac/AMExRAY6e
+Ki7Ilwg3AgSSVDw/CcpU/DbMI2bpyIvhnxrwBn7YhcB9Veqj9jfwgwPY5ItvyfPbcoLZQeuGpy/
9d2jZFrs42EMb2kzJZhVisbN1wUnm02kUvcxA0R9UXfEpeE+snS8NhIyhleZ7dbfoqG0e9CYmaep
8k5JtnWI17lIWT4ahBTdREptVzhwbWuXetlUpSnK95Y3yc1oVq21mQqs67Wepm2ZZtrBJjoTrJXh
jLytnFoSw5tA3XbGINkwDYgfjRyrzwbUnWPVLPQfM0XeuarjXh4jXFCPeHT6n8OCvCQPNemTNRp7
GuCysMJsPccGNu6BsOSvYjDJGHcQfnxLciARK3uYw24HozX+MeRaPQ5TiUMelC2l1MQp7RiXuMY+
mqI7dZcoiAm3os7Vo6zT6gPW+hgoQyewiyWV8u5zc3Y4e7fRctytxXibukP7kMkWIrmtGbo7LSr7
ORWz99OMOfqs5jaZbkUuUgMxQa7qjRQkg5d51ma3TOBJv54BcvSMtSl5GoYin9cMPTyITa+Kqz4v
CC2N6/R7MFkDmbY9chMiGc2o3zjFHN1PciAdUDZhPVxyNnIeSh2MGYSHhDo5SASTCKEeVw1PQBNG
6QblXWV26ofXEuwzZ5/N2QMf2hYIejjO6MSFlC5ac9MaQ7epEKAOmxjBG0lhmCjEhrHQpLdt6mL9
t7qgPsCc65MLaaRwo+lfGXd6dsjUyfJZ3MtMp/dR2EffB27mQ1LJq8qLPnNwzHNw0Cw2a5gzIarY
Wl8RuTNDd7Zq92ur+xa7VMHYwnduzBxv7cnF4lkRER8W2ob1XGTZQ45j7Gthdekjv14EiKFwm63m
Yoov5qSPglVm8LKsqOw0fzZubEPdVUb1qUIa+YmMhU7ypcrRX1nTaLSbyDCINY5r9iKrVHpTwpLl
ePfhpJt9Obb2VdkVoPD1aHiLOVwZYhsOkcDs6MUxgyktSmLKaxXlqwgwwKBSwm8nUbeKUEr2V3Ml
+2A1dlhI8c1VulkV0QJYMIHyHZVsrK+w6eR+SIY+xJ/eVta6SYzhksEMaDpw2qAHvTO07cZvFM7r
0mnUB/T5aIWn2m++Vl0nb1o2iHptO/jTV35K7XltG0VlroY2QQ9qd731hQyE8Dr8FQT4ayf5tyT3
N+1z/VGJ52d1/dT+9+Wv/mjaSWQkHP7Pl3+Uf/05eW42T+rpxR+2tYIWfaefxXT/LHXJX/2LIbT8
n/+3P/zH86/f8jC1z//jv/1odK2W38bwfEF4XE4Q/15M/5A+/2P/VH1/CaJb/s4/kZCW8wcJsS6x
tBQG6R8v9YB/IiEt/w8ajxCxOJbxMziP/6Wa529xWENCQ+ESZiSVkv8SzfMjbD0IfdC8eBRsoaf8
68vf/rVp5L79W6ASrcAXm11OgygjaPAuG25Ak6/qMa0cGdxleWeP2QBmYsrDb3UlvDunCpbR6nHQ
aInby1T0EPSRJGZFdtGDKTyg6m05IWs1w/xibsNqWMkyLD87E+N1Y7R5dCxl43zG326be6cz3Q0G
0Pm+8WeY6mbrDulFxw7DuOqCCtQv0w8vnTK7b8Iawn4/2+OgdnAAZHedGalpMr+WSbcWVM5gFJn9
nV/EGuZ614XfInI8yWhgI9mts6B11IpYHvgCeQ+mYO1mAwGofuVMA/vaQSaEHcbu1o+ympB4YQgH
AT0n8dUURmW8bedakLGZhWAg0DKZNWsZMW5hwxJBswcAyMAaG63mnH3qNqmtJt7kzhJaMIUWmvzR
ZeVauHuEuPsKynycDJr460L23Zo6CSoB1fd5vWUT0j+0JplCSgczxPluJp220b1LOosbwZoTBOTg
UbS6cdpYquNc67gg7g0zxEntqKj6XOQqYKtcud3noS2IuMMfaiDsxonfr1uR04mbW7usN46zIBjY
NwUfMmN2ypUdt7DuTTIJxsMU5IW9piviLZEyeFkPRtmk7Ij6yF737mz/9KzUTXaR246oOTKQ4KvO
adgf90GTm8AO0KQQB1EQNhNin8f2XOispE5qzA9qyifTepQ27JyVbgsU2P3sFepgCdeeV8Lvc0R8
AaTAcshHtSNRukjYIgRttS2rbrzv2aJdIGmxyk1pJkxcVRrNwHYasHLrAoq6Xulm+JeM+29NV9fZ
D7AkzZ/q5dz06xX7PxPX/2uT2mLQ+feT2irV6iXmdvn//5rQIvsP5hDWSZPdH8Jen8PzX/NZGP6x
uIFtGJk4xSi1UrH4pwnIDmFuLirUBfdCn2lpif3TA2T7fyBMXf5Z5kZKfPbfmc4w+ryYzgx74e8i
1PmV1PhbEySJ69gdFYQQzzcQOyJG32ROxJjOgGYdUmyjF3ZnBj8FAmEc/HRe2YpSMZ6QAFeW+pSV
YfFomN7n1PXw1dCEgEVCQI4sdoFErLzOWaLvVF31ONYJIxpKDhHWXViEdrtJzTL6Olpt+m2whX8f
GoDWghX0s4jGqaMtzglAKT7Og8TwoywjSK4qkXsXsh+T+6QNLF7DEkYsqczaZ0CbCnhKzf5741lj
e+H1dvLYIR+YDk7t+Qx2n+lrk+M/31mQlO594t2yW8OuM3ttOKjIVoZA6AZ4e8KEJH26KzBTJJHD
cGjqB8IT8juvBdLj1s1w4USlPMROuVDsu5I9jV9fp9ZYfuv9ZLrwWDqu7MHODj5n63XJiw4uQZJp
b2V+8z3WHNGntuvXnZiHPS2U5lpCiLpksqa8b9n7lrL1XRJ4tM4DjP3ssGz26I4z673XjfZhgD6l
62LZXnmPwgU51oUjmdPtEB44EaGkgMTufwWA0BwQCLlXYzB2l1VXyTsVeB+7DqV7HCfIbLU57+Gd
irUICTOCP3gNCGv8EZMwhzJjmj64zMAXQak4cxSG+9CGQX0ze90wr4Yw6/eOb0SbClLNZ4UR/aIr
c4D+1qCC49QYiVi18DGPVeGOD03VWzdhndifCDUk+2fW7C2xdtzNjMzif7N3Hs15I1nW/i+9Rwe8
WcwGwOvoRFIUjTYIGQo2YRImAfz6eaCq6U+kFGTUt5rFVPSiu6pVeOESN+895zkhgOJ+Z2sOnFAg
9j0BJqhwJ9pnUD37oOljbaZvY2llQ44JTDA+bt15V0Aj1gAxal2rw47yBwr80j7PUt1+QDttxZOt
P2ipPp3jNLAvFVCkh2Qa61hfh6ClRu6sSLbdAhUIJv2UyexobyQwuhi46YX7UDS5S0JwZh89XFQF
DyWlR9jNHguyNik1RI7QoA5qDurSMOn8RMUN9IyK1LTG/o7qzwSDlC7tSVMNwcy5b0AosQmpbV2m
mkmxaOfWSCOB3sYoSRReYLDEead085hWfJDCtBDjtXKJJc5Xp273wPISfm9SkT/GuM/6QEsTQH2K
zq45DRW5gqHjEAIdU2moc2p44zL11HrvOZrnXzWVmNrjmKbGRSUd/S4PXG095LWvdu7Q1gASqH2M
Wxk4nTcBKwtMnLldYcCp6idT40926ZlblhsFIHMaRG7zvK9TH6A0nTjtxkw9GTMs8Gj//XztVKdf
LpozPKTkel/m2/6ck2xGspAoWQ50o4eDlbitOLZsR3eGsotLbVQIgHVVnyO5tyGDaIIvvc0tgg5g
dyQFrCk8lXrJhl0/ZNonWr71ZTWNCInUoN/aTmOyKHUwU7LaHlVowSo5uc7knKykNX54S5DcpEYi
2HrRYr8brH5QoaoG04gzUC3eDoAP4IUlSeSHjvFnSkjTBjJyMzrTB80b52+j5lUnFzAbvDSgxNdZ
MSxnY7UBwIpc6Wk49+jLQ8ADzYfVNLSbhkE4yI61A2kAIeygq7E5ta5wkdUWitzrtiB7BVZhMSvW
4dT4PPhFM0RdoOqzha4WEiEfq+CQz7yphfLtax6u5cLsvC5BR7mCNyxdSV6fLouAYBQTQEyVT9mx
n/Ls3Gosk6SwgmfO7cwK6lxDfEsyTubFMpW6EQ1+Wezq1vfVIcADf0rgF5Ero8rqykkM74JNMo2T
ShjuqQ8WOxapQ7d+zhBxmsD8bthmDYRp64N2MrRJBiFj7fzchyF5IXxNPnTDPC28j9MERiZZbskw
/OTlXv7RDcT81Ppu99WfFP09rr15nJJZPf/znRSrDP95sy45PDdXX8Rz//r/9GLb9b9jn8XQ/a2a
5DDm9TMjkr/2bKfv//Wvn3/g712Wh/8YjRazNL7ZiPS3UMT/2WU57JdoibK/YWMAZuCXXZb5b8RV
6IB0Bhu4tzalw99lifdvnMr8Xf4KEFcg6/gnZckryQ+Tk+3fhAqFygcXjvt6/lwMNJEtkV1qUskv
c0XObCSHjs6DmxJAF+u5sK8dozcJyWqGetzxvR3Xk5vOxbPjA5M8lQMgw/iXC/j3XvBXlu02Ifp/
Y4W/fhQUXcadqLzAkW+l1C8lkxA1lKq5ulyXpf0oaBw/tfS+gpjxQfk5CFL1iS5f8OgQFPQeQ+Rl
lfb3oZmvcDFYgZlpvDx0pUwtmbzism4LjWCtmh64SHIgh7l+PSxG9vXtM/3T4UwsHFSXsEQYgL48
nIV40Ueec+nbFXTALJPiW9Hl9efEb0jtQ/v1/e3jvZzN/XV6vx5vGzD9cmWtQnMly+elYa4Z7Si9
Pbldrx/8gv/59pGow3+7h5zTVngjGWHi+fJIWS5bPAvlpVbVw2VBI+dUAIZ6Z6b6pwfFZPTOMAxv
EYqtlwfR+iIYSaa/bNhTH6BNGj+25v/FUvTVyUyG7uvYwZKXlfsetvXlhPXv6+jT7QA5sL29r65j
XwKbqtPsMoXtakVtbVt7q1Tprb86/m09j9P5XJFIJUpXu02KpvPC/4+rC6GfR5QZL3PllyceeHJh
WMXxy0bftTKnGa86+Y6A4w8Pp4EoZfOocBS2QS8PUjr+UAxNdpn7ufNt1BftYOhrcTOXZXZptnK4
fvuc/rQWsUlicoyag4O+FgMYE72lykkv2S1Q8jB2jFNXOIcBi/1do1vJjW9q81OwiP6wuBbN0bHU
+z3K9sqjbeEH+7d/zx/elY3vs7mXeYB/u8dTPbF2JunlMFZ8t1uq4W1LgTunmd650H84EpHmgHFo
FLMJfZ2dOUqtpD/sXUzmkD5ac16cZLC6+y3l+/j2Ob0aY/98cIFOb5zyLXDqNxqM6FjOvMK6yBn3
0P4Q/WePHJ+vLd3y8Ux5qXvvJVnRYk0W5RecWAEEh6JVn9/+GX94fdhQc7Z4lOlA/pSN/7IMzU5O
je0axDaOTFCd3luiNhvtS4rTdif0db1cjFTcr0slTqKy+3dUkX94sHGn6fQDmOTzgd3uxy+HF2tW
YHW1oIKVPqPMYNiXVeYReLnIfUK49Onts/3TRQcYhNGBqAaKg60G+PV4Y2BnG5nnAoFd58P1YkwX
jV5A8kvZeeMjs+75Qmb++JBrvnHUktp6kMAu31kz/nTRf/0V24r9y1mz2ifeyCxAzvhy2HSmV0GR
WBEUM/dGd3r9pkZQe1iaoD0MVpC98+T94XuAvR7FKyoClpLXolfMve3srcaFh275YiLb7SA6plfv
nOMf3iR6xiRx0ITmq2q/+p4yokz0tjUutEQf2F5MkEGx70Qkhg/vCUL+dCj8e6i1qdMQTW+X+5fL
6aXrpDmTcREwdXHZ1C5QTbwsYyNnTbCjkZzKy0Xv1Sk3F5MgzL68cAqt08NaON2dp5rmiuRw62qm
tYiowZHvkp/+8HVEdwcUz/JoPCEdffkL/boHJOfMF0Yrlwsle3tnwC6+NnPlHpY0m29XT6bPCd6w
9x747fP3soBDPG2z86fA5QP507X6y7WhP4x5WnPPoSaXHxJ4mzRm7XGHqZMdmVMB0/QWO6RLUzGh
m6ubGcAlciG33bV8K9/1W25lwOufw0CD8Bzb2lxjrz5kFu2hBhHd+SSbak+Q2niZijz4CMTJjF0v
S2+l543HwMDnvhrKwJzvTPfvrAHbk/fqN5CDB+WDehaC/esEuiLr1gCO+Dnx4f1lAw7wwkyT5Aok
mhZLx6tvg3zGXU73/szKa8nE0KqvXSz673xrXoHYti/AzyuB9I2LgZb4Vc1UjLM1GaN9noi++J64
TguxeT75Ari7mCSUUi/oT+kguyOTkfxHYMjp0W/JWTQya0X95DLbnmx55avFfu+d2p7IVxcJZtjP
rZJJ1fj6nTJyU3D9rHOYsakWBfAxYubw9skc5/GyE18Sfa121Fh1TDZDshNjArDe0sdzNidZBxlz
Wtip/ae/fP3XsX/divyhKDGwYyD54nOJ6tl7dblSe5i1ciHCa8wRh1ueaK/XHCo+qiQvStu2ul0C
Qp7Hsf+SmXQzGNgGp2Rqlht0BNl7oYq/r+Hbr3G2bjUSZWTYXMBfXqxW9TAtPes8Xcr0IL3ENdCx
GBAiZklCczO0d0uSM8W12/pKs/jAvH01/nh4WCIGBI2Nl/LqRRoHotx6ZZ6jYrD3SxbIEBiaXsYq
mPt4qdV4I5EUH5TRP5Vo6d75hLwyu/98dMFobF4QSt9tv/ry7HO6THrlGedF3XdHWxvyw5Q2NDmd
Sr+pZGB8NmZfPgciYyku9Tw5zUF18gomZCbXJxYieM+ws13vlw8sYXVcDHKK8Pnar1cW0L0GoZPF
ea8sTdISMnhWEUNgtifalHRGdExZyJYreKdW/v1rClmFCS0AG0oKvncvr4SWKbuEAHXuA0K/HaAX
HwDEll/fvtt/WCo4CtNfA/zMJlB/VSc5+dCi7svOSf/SnhGEfCzb5bsUWgk+jIQPa/DsfcUjcSiq
BFJOOdtbZwqEU1PQunKNOfuSMjf9sXR6sHv7t/3+beOnufBUKJj52L+2vlUJPkfJT+P6mMe5McSV
AL1MjhBcY79mELo0CVCZMXlnHf/9hmMNom7lOcQehC/s5YUvB8vPgO6f+W7pV/Hc+HKIkh617T5l
++KHdV2zRyB9ApXD22f881l6+ayx0d0qG2p3PqyvT9mXhlXpU3ae26W4sDpNDwXJuhFcj/u+KQn5
dfFliBXG0tSRDq2ks3e0pd8ay0XYarK8lp2AXZ33xccasgaT3uF2NRx56SHiibLEeZb6eDeqwjpb
ClDTddsFkZTgqWYruDEa/UJPCi1++7R+r8W9LdaFjyLVAgXbq6oUk0fFyuoxA6vF0SUKlWg2sAcH
6XRBg3ZrTW/ePuDvr852QLJkWD/Zdb0mu/DYCHO13bPZCxiRjyisyrKr3/nK/uGseD/JggNys+1w
Xj0mel60K9j2M6EZyfXk2SJBXpMW0WIYFYLINdM+vn1Wv1ejHoVeAN0I8CZL86tXtS6VpPSQZ8PS
5XHQzxPiNcPdo7k03zk17+e+/9cHkUYVJS9NQ+4bJ/gzHeyXj1BXV+NMfsfOXEt72HepYzZRn+r1
g167AFUYWDlgTROxPpgtaxgyMjAfO09ZU31y+8S9NBXOOkKweutIcsZqYiskuSFaERiNu9Fdig8G
sV4iprftHiovmJOT6Jfm+9is4lmb4cR+hAaLRcAe26SN+q6y7pWskJwhPPjWd/2SxR4K1C8GQlOi
Ukx3UDtClMlRUIlffZPt6DEJSDKGFihciquW2zWy5x36YG+OpiD4YRbOLrBXLSV9s6q+Dam5XqB2
UH1c+5Zcw7whtJPvLgBJFEpVee3pK5Nbt7XGb5VK5I+uWudzHGQT2sFGlTIcq7H60bf1PKDYW9zn
xgNnwg5V/9GTKX9j5apiktJKT4FKM4yv9WBUSAzLdW3xQlXul4LhxkTsrw7qH3AXXPa6qqw4UXpx
Xpd2eUP6RE/ahWdrdzQBzIzA3qptmZTgvztHE9KoSNomQ9+gIy8tnHi1JTNN3fvSzL4SYdrlxl6l
JmkcbHw+DQQSJNCV3ICnt12MaQdofDAOqKYKd19l8sEcx3qKA2NQ3b7I0q7bdYS7EPRtFQFzrYEc
hMh0JQJkSjXnh5Xp8kwHhfEIWXxQscWXkoRXUfNHmn5F0qrny4JYe0hbJsW+pc4Bx615PNLu7aNB
J0Q8qqaki0l3aBn7OHWmGD4tAQrnmg9i3Fu+Ova9sEQ4bLFUMXErAv4+OrcPQk6I0fAp5l1cEqN6
bSdCyw6ymNTZUEjyyQ0U/WnkmrmLsK+V/J5O76t0l+BRayI0ce0MS7/wPSZHGJvCsc/qQ6aV/jen
MHM7quuB56q3coQgQVVP97wIGpNU3VkQ1jmyHxA928vJIlDlierKZDZawq4anYyb0tfY3kORL+Vp
ND15z7I4zxFab+tOYIh7zBCAy12JQve7W/PBZcDV2beS4AEvTojJHWOxLvPCldTXrVdVM+8d58X5
qHRbe/Izxm9oDzO0yK1bqXNilCrnMKGV1kM5TF15TJkn5Wd5BvUrzMqCIYDWj+saJgPyb2hM5fKt
dfO+Czs4KmZopI1xyJlcaWHrrUzOK4kFI06ZkSEu0LLaYWbX2OO5XeRNfkAWToke4ACsD6qZLQZ/
SLWQIElBvSRUUIioZVDJ0EyIEWjpMhDmUZJZUIV1Wk5f3WJicof6I/vsoTsduF18EPeBnNILW20T
9hnIdNg4Q/KUBKLclApp9aGlKMwilOCIclM/sy/g0qAPVTWZEicQNNYR74Hb8JKKwN/PQFoRLyJB
gD3J/Z12ua8nXxn+F2BES0ggcSr7xolJrNAG/Izt8JT4fjF8IJ5e3TqzydSvS5AShxbXMKUb4Cf3
NWkvCuFR09nhoPQWVBjw4BI0DcrpWHYW5VOFxwEleuuTEjogoi3J/9AbK5x61xM7vpPBtxaxkr0j
O4XZadB6wr8ol1azwoVs0yUsIC1eaWvBgmMjoPqadjbGfMxixbfVK80ztLP+HTLlMgiRwkg9bMpS
EwcjWU25k51L2kdZgsOJjLHtP7puzoy5knQHwsHwC4seWc3yXHVjjaSz3WrsPDfHT/lYOjhpVVMX
9LsLypLRqJerFbP2Jwv/GKvZZJLUUTSrz5ZOaT+83HYWsLEuVh3XmYn33OIf0aVRZWPqZtUNS7Of
LkdiVEEPtU1z4yK0zkNvDtSDbkzqyTGliZFCOCbTYr/4xA2YblOQER/NvNKsyBf1tEQirfVm1wjU
4zsfyBzqY2vGJ4CTLqv3JklvHwM2tBh6G+YIMDEL8wJm0/oUIPECII3kDqTrFBibst5YGRtLfFtx
Q3SAC5rCX0W8ACqrIqUS6zuRO/mlVcBpiRbOsD062pp9NG2rfejz1fwK127+NntYIHZuhpbXY/d6
bRcyuNdcW12lVuJbKAlrzQWiqyOmKQj3QdUupiGJqqVDoD0w876BQEM49lAF3JnAmx03kq3NVgyD
p7EivfO068Y3mRIPQ6WOeWAVD6Y9Gc/0YZPrikEaQdb67N42CWtZBJvOY7JGoX1RFdy52JZr7h0o
7Vs/nNTKJxKpZ5LGK1KQHwq/wnhk2Z0apIbGSI6RT+JRnA99KcKJh7KJ21GWzVnvOOoxUL3r7Kac
HJuTThvosSuCcop5r8bhtLB3kueLn2l3y2Yv0brRyg6VEunmkwhwK5h1XX0qjSkACIgf54OudVUV
jaJNyTScdQIEXOH5YyR8UfDQj4txQcVCt77QEHxHCkUEa7+TSWI5tATJjD2r5nlmaEO6ETFPabSs
tiSTWzrBdGrxX5ytBVUE9r3yQ64Yqzw77jQeDT425I5tkbRn82CZ+HRyq+ki22j8D9JukKvrVspq
bpWt9dnWRNnFVEKkm3a1tZRQG9zpCcomYAWzr1HfW1ZdRzNU5dsaGWGKAsQsvxOyMywRmSfBuPcr
RG6htA2ZRLUlxlt23WsRc3Agau3oiG8Q0ma1tz1JzKpanMU6pVUAZq8jhyNktmpbRBtVzjfcIOnV
sLrtN5XLEqJKPcL3Ep72tbGCdKKbUtsi7rVWyhBFdtVGhl1tYX5Z17HgBMVHyx3mKzIbkPsLinW+
B+Mgs1Amaa+Fa1fpZ7r0nPUsSTylPYjGmUsyW7JgxJLb1h1bIpSysHYSzb40WH8oCBd2Fdeo0CY9
spBzlli7giRT8cwTNUU9oEVrV7aDboZgSwNeWDK/yDPDIxXsEFiO926TUFRMXd7SRmMgtatcRz72
nVEkceoRF7+Xnps9+K3Xo7fy6ezTtDJnxO+BD5bZGpZbwuGkH2Zmhe7EdqR7MyVbcFkp0rIN5SJg
9ZmOKJ2wEboBDFYUhb2fPAQtlEyW85hpeXaxpC7quTVdPi60WsmoQqR30uqWFgzbLmT8Qk/afOej
ynCiNJuIcCKNKo+xsFsP9lIuzw58uzaGkubczX023wV+auUhPUyWPrKjkAd5ept8yJjXqH0gxiG5
7RyZKlYkIJRUV4T7RMpa+zxMe7+dotqDprnfCupLCD9dG81FvX12GjndeGrJPgutG+IhWO1LCKH9
rjWqITtQw7OcKIV1LdwE41daoKZ1n3QB7J2Sv/PZbBpJuvSMhnpXsPJeIstW1x60Fwfegt23x04t
4qZyGu/A+pLXh4K4vHWXJq5dhImZYeG3sTI8J5kubtvKy3atXXfjho4pURqolU+kxcqJdzvXoOPa
xdKtYTDyAQ0bZvI6rxfYv1UQfbi3K2UYO1MvS+Bq1Rj8IPYK+eRM4FsZC+RpbbgEYjAug9I20z1S
P4iYtT/YbqyPK3DEZU2cjzUmik9w7pJ+X5JeZkeT1g9PU1ZQF9vkT4lzP0kXrMgDiY7ROC3O92Jp
ii+og0RO65jbQ5vD779S76KoDHqVQpFYBlo/U2txeyqApSOmJdt7bLQ8tQlhWMWdTtoVddpEub4j
ZW0pd7qbpA9troxLBsjr59mfy3sCTy2St8ZMRq2piHkkQ2ciu7IfD+5cesRwtmtH/bMAV3DpnCZH
a+rvpqYIEPBB9o3ykmrrYElT29XUXtblzMW5Gb0iL45t7vgXfHVtQAu57lFjZ/0wUgwVE9QVhHZT
gzhQTne1DS4zZC+99rGvyuGrsJvpaYGwdCt4vqq4DoaiDrV5bOqYKOfBPbLIJtR+iwFhYy2q7pwZ
TKLhzutpRCRLK1G/z/b8XVYDT0Zm9/PlmnIyu7bvpyeySFKiS43U/D4vacnDPVvtHvVgwgW2huSj
tjhkPaf9Ul4xk65+YB/XCTlDpv7YmM6U7QixLEhJNZraOcsL8kPR/BO9fZReCVo0NXFFh01HEllE
X5uURq1CqX/EgDOAKWhnaUcaHjaBHENfLsBiYEoXoFPKPVJehPdrlYgYhGb6XPvI9yK+wO4QV4M2
P7qyGO2Dp/TkR2VM5smxlgRzKavS0zaWuMqGZclP3AW1Y5Wv011mmvN9IHnLcZGKD35abV57NdgH
4HakFK1z26/RkoI4wDKnVR+TlP3w0UOImsVWMLmXawkeChuZD/Ng6habbcqYfs1kr6eR3TYmQOsM
jUfY26lDABYu98hXdTGGrim069G01yHsUvY5Mdse9WMtpTbu5WKQjYZGRCGmrwPvqebvXC6Etd5u
8J/rKuFahbVZ4lvs3CR47EcWkH3bDx6h3dDEK4SXmSBjJB21RzRMC76kjvH3Xlm6+FF6tXYHgxQ5
M/pUxPiLjVMFS0eVb7XpltEVOGkxR5ZFiGPkFZRwO6HUCI5XOPWZI5nX7qUzUkgLgqSAaFOsbqWg
TfWN+82ZLmVLHNTObeaVwIExCz7bpqzRvoqkLfnaaM2HVKYB8QCAeBSxfbK9Wln5NaifObvMZtaW
p0FaKFfRWvvNXjWFfyeHTKJszsz008/2zf8J+v9lbjPY/0xcNhfU30q5Tf73X//6VMov6Od+lc/9
/BN/yeds/d8IwLZeHe0m3QFA9T/qORO1v0VrCpY3DXic8Iwg/9b0O+a/+Sf0rHEj8Q/xI/1HPGfb
/6blh9SC9gXNMoy6/0Q897KT6CHLow0D1xjUAn1ZkCove8GkMnWFOUqFcMAMzlKvsM/KtH8v2+KP
R7EZotJN3CR/rwZQHjtCkbd4GbUEdGGoF9hT5kEs7zT7XzbUt5OxkL2xvyYrREf+9upkBke0ACUy
vmcecXldRvpvIlLtyOKUn3nAhz5pdb+eN6XB2vHLHf/TjO1l8/KvY290I2KQfOQR3quxkiCalHSw
ZgLhBivka0XAKRufofMzukBTDS5oWPJ2PhSmU80xOpr0fjCk8VSbokvIE+sHFHqjVdEt0Twz3Qmp
NzWRJxaG/Hd+6+93gwUf/QwHYT5pvdZL2v40le5I4j3T0OHWXOHQnVyoAdY76KyXc4btkjBYQjIK
NBInnP6ajV70pq+Uu84xOYxDH2aWOTsfzAH9zqXfKCZKYUtiRvGYBWnOUvz2DfntJDeXCbQLZlek
Lf4WHjPCIzI6q/Bjr9dc2vEkBVjdIPdvH+W3u+4DWCccblvQeZFf83M6iyFDanRGTKepf5pcn82J
Y7X3Tr4+vn2kl914LibaQAa4WwKQRQzn6+a4swSt8JCNoPhnJkWANOVJR7mPCWzWzqvSITH87SP+
4QoGPMtQ/+EFYod81f/Px9EeTbewYmex/SMRzyqa3Ub7R8Sqn+fFUTYiGCNRGtWv3hundmxMDhzF
YotwWyDZ3VdersfFTFi1qXf3VrNU70wef3swWYR/PeardUIwhF3slWOaPoJ4qs41Nkp2isJ1HxC3
W6HP/usdXcDvx9xGNcgBdEJ1WdNfzX29lOltX0wmx9RIhQAVfk0E/XxWag3GAL7z5RBOVa6S3dt3
8ffnxsUvhnvPN3hAiVF6ucCntSJHthvMGMZ6dTs5MvtC880NWX4xHUyu+GeMIG4oKyB/oX32kUmZ
jvnygE3pQxPpHAdHpd9+IOK+a+NRFwW4R7/QTm+fHUP7V4u+SUbIJjwzSWlBVeC8nuQYDW19jxKY
aO+kmg5jvwI4Q/k8rA+QwirCbzjJZJ+K1awP5lC5mzcTHAJ8Tzc4OobsDETj9LexwJblJM/Az/rp
2SK9Rdu3cu28qLGWVoTz3NI1lBUziJ0hnYQW19TUGJvM2VDh4tHUPrK7bwwmy7kiJ90fczQwbMPb
D7LHl3K+TJ5RnzE5s6wHf529Lh5Ihe1X6xRUGWQsvHI06xiyMU4qMmr5r4TbzhXGWSIPLlTjdu5x
0sfAOCvcRPtmSKH0OM+19rGpTc850V2mEg4cYAChM41THdFTb+oo1QnhjjFv8LTTH58OebWhahLR
kqNnVYAjLgs9GHvKc1pAh1RzimuFm2Qiy8f0p2uSf1GBdKbXPrZLqWn7Yi3o5M1DZ/sXtoewnL65
7tN2kXr2ATG1YR3dVO/vE+p6L8IVU9Js8ep2Sb+xOsIb3LUmTIEsSvAfc2lbLL+qD+Xq2Z8GfWaX
vQmvuYRDjf+pGRLT3DHeZy6+YjS/J4EEZmCAH9aAw1i1TUjLt5LnK9ProzmPo7azS4/0hdWykxvM
hko/6IsRIEn3hrENm2WbLuuMl2kA29XsGx8VnwvjxsaR3R/EsgjzsHbYiFSorU2T7jTAJ+pIHb6a
+2yeJu1CMVOiQaKJybzzQLTUpIFC6wn5TKRq1wyDuyUiFQC5EhNEzbVp9PV6mrrBFpGhV/z3RNJU
YCyUgnj0i9p4KAqN1nyiSue8Z05SZbgFtba/SIo8uEuXgfYRwFpoHlU7dfd+Ik2dwdGQB9FsJXZ5
BVOiXTaGUHJKbD6AJLxnVRWjqHE/SpnQSE+ssmvOWdcpNkQbpEtcy94UEeE1zhe2FhRMne+LkpGF
1fpwcgb7GfhFTht6WSdjr2sV03eTLjx7jGLu7qfB0u5Ms5vLvWVpNYFrVYLfcim3tLUpLZjQ0YtS
DI15bH7w5Dc5sbnEoodWnyT35Th1bTi7I3YsE2hiG+Pl47XIkzQ/a1YHc9c8De1NPRophu4R/lKs
8RKRTC1pqhy8ukkfmqqW/EtKLStoH5lWz9Z36b6yBzeCq7xopiIUpgvJZvYJbYKNObHjW9eMGSU9
b+N7oMEMYZ/pLzOPFzS3iONA6GDETi4wPn097m3FyzBqcmlioSy87Ny7cjnmGYDwfW/VWrtfLL8N
IvQ16/ihpbBSMdQJAgb0hffmTmgqTW/5CBb5fgTZPEZ837qrJQmwB+L/F09jqvRHJIfFB7Qsjo1l
Z3Yqbnhf5iepV+xig0Az/U+ArPQzXl39aVATYFDZaubHuk/X4HNpLn667+jfaTi3fUMGn600E9m1
xZzXKcLJqFf+PUIvezExO3a67NBNttgM/0o+GLagpWl5uAvP88oYP05W6mQnvZFmpUK6dtlSRnrJ
R3nvL5UJEdys9Dkq6zErLtqKKm8vzaU3rzumEv2t8hrT7iJ/kNp0FGtHS9Cp81J+L8rSmO+0Li/q
I+9mXe2U3dv+c+quOXGC1KYFMBdabCHTkzmLNKVWLWrqtq9vvYDRAs5Hu9rPbj3MkfRScaDbr3+G
w2PXqBNgXp3QApc3cHlMGRtslm8povX7bLUHset86MqBh0WYfl3VoYIx9Ccma/OzO1bLj5oqwDo4
sss+tDOAn2uhi+5rQT/0s9NY6sYsW8a4dtr5n3S0ZPe6HEiVpl2r77yAdZGpoeffFlWgfW+DZn1E
VYUNhuY4iQ3tgEz8rIE/dDBYPKfY0ykgQ6k7woOGkxZHsRS5OFpt1V5ptWfF6HLNNfL7Qk00NPpm
js0yoyXb5ugj7rTZ9OlS+El7UQaZvPPKlBVr6lgZ4SSs9i7VM+XSCHPEvdIVy2rlDWtCvIrp0Qlr
HEeGDmbIZxXkTAxJNtfu0640r3FKM5IzzZHhfS8t83kuC4dpU9dYw1mxmNPRTzM8k0C2eNuTwa+O
DUwreerHwf0CeVlDDZzN42NvIOkKBcjAIW4JdLga7Xa9qWiOIjckDYn5psMgKWxTS19RzROdGxrI
wBpud9E8i8opvlhlsTBCAq3eEz9PNzxGr4X+dmLmpx8qfbTSPXAs/8aCvyTvlA7Zm/mfNX3Zbu23
ijqFAmtQLs1XjTMNDTdX+WFx0NAqT5/9aCBm8iCm2hp2TdGn17ot+PgUuEYfF8StVsxwtIeyv0C0
ipDhdWaclWCJ8dbW5fWqrRBBh35Y/OMkNBblJLA7vuAeGoMYyI/2VdaMESKlNYERT5nK3F25WPXn
waTzfAUgZMu3tPmG3OnLZGskDE3VJUpEusNZ7be7Wi+s5Oj1df6cgcYvolrz+jTCrt5+c+sgoPM7
FqSC91zRH7SkkOMmy1IqVtba5o5acto57pAmhxmqIgJlc/mQ+MqZDwhlVzqjy5JtMwK3ejDnIu/3
NQ3xKXYS1ZShX9b5GhUDJXNYILXK9oaj4F5phqIviAMgv55la5ENCiLuCxoaDPKGnpOM7GD+BQmy
av6XqqqTxwbnvRmWqjHbCJ6A9WlVhgYigHSQkQDRsfkCAsitYpwfdhnO0pzgF+eo4VAf9vNn36wS
ILZBLm+Zw69ZzN6lpRNYBo061Mrv9ajFRD6DrSOlb1diadxrvQmPhzekO3MRLCw7aWRVg7R0LL/m
LIq3DBndOhZ2ghxm8gE2kU9TZj1z03kYdsPqs2ziuidf9L/ZO5PluJF0S79KW2965dcwD5u7ABAR
nEmJpEhq4yZRFOCYHINjfK5+g36x/iKz7HamsivLbq/uojdZZmmpCkUAcLif/5zvUCUfusfRA3B9
OQtMEukUVd5bHc2jm1XTLtdkzJ1yOoxyY9wjd9iJCX9Ba0+YXI/gQM3wxKSwtC4l7iN0fgSDNYsV
VoO7Je9bkVFgxVWtjCk+h+xLRUaPTVelqzPg6u4mxfR+ABpx3Gt//l5GhHGTXKucxHVQBnESmBjA
iFSBaFOv2GPgZc00s60aqvyuJB1EMxzDqTobQW4ywfI6+1K1ncMesquoDoTEvL7VhYeRoGgoSL1Y
gtB8lrlH8MAj4ckbaPGKL93ssimLVq+TZAoL954MROuRUg7y4CJ0mxKHSNmzAQY/p16WXc7fBmcp
qVW1FbYTDwzeT9mUXYDLRBYF84rF+Tn7bfwYMAS5spYuYEo4dsOXGb71F+PkbsdqAvEuKfbGPpl4
9K2UdD1osJx2+g4L1TZ8Wfp24h1PPOT7qgv92Kp5fh6Hjon9PHTdRagNX3pgaAAEwofCkkDpi8uz
botdD4Ipr+QqaIHBzeWY9m4HIKbHLfUyVjOAAX+12ivN6CPIism2zqJOF34RRdXNCR6gaDjU9h4v
B6chApBy2mNv6iNvWGkwOn138AaUKZ602NYZbWfLGaEQhdcObWLoyoHtooIz6s3Qt0Bp7auNvYCR
c6iSgW0csW1DDgO0xtzFV5vc5vlgyyB4xCbqVafO9ttbP5L7K0Cbvjy4a8M20RpjNnSOKj1GlHu/
XIZABl7kJqG1Nbpp7ricPeiEMjI+SLbC+RSYcftaAOhps3aum0czl7gRnK195g3UmNRdjPyY1dqb
JFfb9BDLdaeLI0Jw517bortIGvpy42HNv8R7r/o072sdp2yx1/e5aNo7z13PZw4u7Jz4mNDHw7yK
gg1wvgK7a/IiYtUCeXzZRcpwACCfj/EzgLvBCWt1XoQ3gc+e/EGf+WAlP/5c6vbSLzErp5IN66ed
FXLglmCIdDz3YGKzm3iJ1CvOtHMBe38At9f9tPnXCsLX2mOMcfCbBIU73C+l5EiArbKJkn7cl5Lf
Pe4ebaeh5EVLz0oYHrMDUevoDlmRG0tBggyWtzz3OwZ9be/fioW1PZvHRT+WU065VNUpj3NGLhac
atLLmyvp4q5NVpaiZ/jLxfcoJll0UVNVc9/OFF5cs0Q2b+PmNvpkljV6rCWvMQZUevpqBsiuicgX
97SMq99kntbyy9kvXF16jm5eYmte3MRIUAyJZTxxw9yJNbQpl/hz3XB6zXCt9NAxleVzHmQ/za4J
LAoPLLxRQH6BUiOvGB/z1FDn9mswFuOlX4cs90U3ABoY6kFBpOew+FEOnLQS8hByOqy5FTNXtZtg
vNhtDYMhx+xwMkzBaRmic2JN5lA1axKsXs0pKFyJNe2hFZ68mjUXkyKE1HSZYMGchlzMkumM7T7Z
Hm0kib9E/hv7Fs/JbL/s7sEseAAwZ2MwnIRly7yZncB1P3cWb6tRMs9jFDnKT1NXW026BNPyNrsx
fBYOSzUra9neTQNhtjtkQQAf7CXYe1Dod577rJoYz8QRlUFyPjLBNWafVmQh3X9VsLzgcjFbxmHW
mGk7zOViKKSboubJzjvvyZpA2wKajtzHoiKel9jlzBGqj9g0cjof44Cu90l9K8Iq6BMvrvdvzR5z
PIsaAm7c3NzpgA9igzdTOuXPAEMXVw6a31FSDPa199X80TnT2h5XaugGrtIg/NM6qnJDfvS4qtqv
iupMuAh+BqW16ft2c70NwXDf6Ajyphq7HYdW8oIEuxpsRE75UYhyLtKiLOqT7WtdXAHmtw4jChLz
I84XFXybrfxQ4Em2pGGmCsaeDPaWhrlXBWk4srdPGPLWN67x9Os01e5NPlqhSBur48BZYPr95lCA
cTMPKxPq3KKzFu+HwgTqloYib2q6IORbRXmcHbu0MuwBNT8kDsv2CHNEfmd7MOGIDy2Mo1IE/D1K
TYyE0ALPA9A+sCVhWIWQYFvxPIV1/03KeufN7qr8aYJDUVyWUgPaEYMMHlc2UQW8IdXL26atY/cU
zwTzUaUrVIuNQ8kPZ/SK1863umcZOgo9v1YUseWVE1mJGXe7O5+fRvrtomA3lxxS2V4OzlDxPSp2
HaduMc1TxYVu0rLxfRA72uuvZi+Ga2yZ3FwPTBch1KztNUMJvzs4m6WWC1bUHa9daFmCWW/nfl6C
qrcPytSzB23Q7z9X1dKwnffcnTXFb0o20lg49iycPA1pjWmocyGqavjEuDeOUw5tG7wMpoDrQQAW
7RJQyn5+mvwR/pwQzltsjLOkDjZnAWN3BBQUTRPyUoeGcgMkQQvajMJpzyaCoBWbh9ZHQxhCb7iQ
sVTRt5Y5l5NNe7NZCdNz74WkmsZDHS+4m0hCF3iMXb+8X6fI7w+IWMSg+tgwA+4JtVyqzcRBNrQb
6M2wXucvJiyRajwz29/IT4HvjMZtLyCccW9SrlDZ+cUc42BOnFlUx2nlxkuF2uIgZaRruutm2Qb+
C58TasR04nVZu9xPfdXO7qWP2ac/tK4ovvWUanXQWecmvoZvq8XFoNeiSTSsI8xW88QnLFuH/ZJO
m8C/cKGKOnQ+x1B63SE26siJcLxVll00l0s8unsyTlShJOTOO/x3XbEJ3N1gkI6DMjo+MMOOHNCe
bp7lXL75WHq9qLNg5F45nJMs3auFWFUesRSzMq9ihVeFk7sLUkAtIU6v3h5PdknxRBIQi5AsWtIB
k9ss6zNP8O4fccl2nwo9+SW9HjUbRpLZYFYGv7NwT/vB+lHZ2n3lsLFh4fDN/u6ZwL9y7GC1ee3l
wavvbSH5XWd4z8mkkJXxCiys1rr4H6jHNdsRL1cDBnU33I7h4kw/lnCF78JGvX+L28C+j2Crrmw+
8uiZt5YG2FVxn56ACetPzDis8DYavO7Z0M9mktHq44ea2qtXdA1ZZaEoDBvpfhynbLRHPLdkjHnv
C7JROnF7exCJ3ymKzyNOF+87/qQyKQvGmGNXqgDCr95o5DIWRVxzlHt4Wyz5OEYTDv0mlJZ/S7kh
OcoSEPlXJvtWndoYDZEahtldLipm89BhFVphRkBn0JkbjqFzoWAEckezzGZmcbvWz3bZlsy3eH4f
nN3hiZiqoPvZ6nGaLwiLsIvglVqrdNaFKlLotXPzLKpSP289s5xE7WZ9gkLggSQlbtmeiwNcczGH
JoRyuwBuyNa17G40tipuxmWOWRVmJgzofh3tk4Hfn930qJ83k1ef7Q5T0eEeE2secdZX6tMAGCDG
VkjSNzG2rL4Bf3Km48xDuNEL7MMBWLsgeqG2bgWO5UDWhfaXz3wwASi2BGMT3G97FHkXtYfywU1U
5C+xQNxJp007OkHTQ3IbVej9YNYw2Bm2blSJEkPnQEF6Xb6pvlBsMMcyKjJ7tTHQQK0ltc7STCyz
aYP8aG1+y/7bQnrCPgpFKKnXFj8txrDuRfdaf3jSsh8JUxh5oNRp4WIiX6WTM/bPrJjznTOHvuEk
f3Z1lyzQP12QbN+dzYVcqepV5Ket4dhz8LbZfpU+8BfyjkOEyWlR061PgiA/m4364LBUZ+lEaKJj
NLa5Dn5GIPDyEqbigtrVQCu7wODeFekmXFgHbts/xLVoIKO5i/y0VfglExBv5UO8lsDR4riF0OVW
c3zELdjcEcVsxmNJqiaGfC6j57BcNp7i0e2jdES9Gtm21U501FRjUFyFa5cdTTht0ZFTlbwpsHA2
qZ/nZrwqm06/SmTW/iCxp/20Yhrqj60jIEITHOyePGauXLTSF18lLUAttGPPxeWC9JcTZ4GQnrg6
bh+oAIjeQRnP9BZHefNiBWKTWTfb1bOaNZXGttMyLyKU0wCqUCJ8nteq563P+rAea9eu3hk2IyLR
DUjsdRhqf7/BnO1DoPSd9mu7bfRv+cpy++8zljp5MADrkIZMFecPevat+lIvYvlw/cn8sOHXY/z3
imG6UtRKYS0Si4iPuqjte88N5yqt7GW0Dv6kqzXr+xiTrINqcTuwTgjWxWm7CD08kjce7+cXy3bE
khI4cS5dHDgQgbvBewdfHPVp30t0WxFE7UtpqUhmlOVG92XQ+Z83lJ53CykMPWnFbVrAxPRTIrYq
OhGnNEgcdtj9pAdIi4xRQH638sJwE390nQuG2nVHJCyISLpOuJearmOXapBuP+J4F6xPk2huhOhC
mTYjnkMO8Hv1PV8GXEMjIF3UfdJCBp+X8sPEjRU7bYJtLLN4ZTFtLZijicoUTsQWMLK1udCUgF8J
isZ+lJBVsGgKZgesmovyaG7mKh3xa4Kwb5HMe7a80lbXG/qZk807hZl21HOzcGJbqPQIRp7iUI7m
HtDJ9pWypJijHoFNDo9qUmDpMBr2J8GwViD4bMNT0Tneh9Puas5KyLd3de/ac2JJCix5EWDVTfpK
2J/dYmJ3Ib19rDKxFcDE3ZzbInVZOObDzDhzSzYO2jSbDL5/v7hmHjmqujNqx4KyeAgGjPCZi2Tj
HNg7dH4Cg9CN+KsUS55ijYyflqbJZepIhPsEJn8bXHdEeEhi02ZtQ3uO/LtFd9aDfb632WLxws16
09lIsjUJH+ZJjSRXVXf+zbLWhpFR6+/i3hWNUxzwmJDqWKqNJ5pwgWMdbBHx1LqDkNEJx53rH+NJ
4mmd2hWbXEf4qjqCyjhHhCI9lCdZomncBDyybCMdXo+3FbooSR/Utz1rgrl9a6JAYJOOK5tUKofN
T+xH6GFnu8nuK9zwfFIn5xe05PryfKCm8Y3e2mrWpxE3fP2wOL1aDlGD8yglfYbxf5MdAogkmVIc
MX2MHgJWh6O0zIdSphEXGAszD4pCJsV8RBJonxh6LEheKX8q/hnHW0BnWCgaxqB6APzmnk/qM2fT
W1srx8kkHiNWL4jUY9o4s1sT6T2/BuZYztdT1QXTpSkccY920qCokXoA1QUVR6dxr4oPb/8NachI
sD5GA+fqIyfPIEqtYh3s1KY6WydmGLYnnttGHGzP8FKGnljUxy605L2ip/uOvIn+PjMM2NMVzSbE
g1t1nOyoJmDmu7MVgtNfBjrzeeZkUvfMpI6x7MTGGrfJz34t4+EU9wV+68IuSa+EucvR1QKlA3nQ
pSKNrQynaKsWu7hiGxzaJ9D9VvFkIWibd2WxHTt27lZwfzcygrNH3FZW97prg+HEZh+RXqN6NtdL
YTH99IlRVZx1a7Lu3cax7Ngt43BNr9v8wjvTOAwEet63rQpgBTHNr8sLV9fTPRCiabrjmCD7z/SK
cBzSrFtEhPJwfsUSgIq8MwabOBvXkb0lblmpIqt5S3tHxcwhIm4/uUe2+ysxBMoXnKRrhfmMa0l9
HbVSyLI1ci3o5HFhNVfsVic/bh4bE8e3WF62/NbLPZDobGcLcRyZCoBctKFawtlsgQ9uK+DS5FzO
UGUrRziDMf4MgW4AdGOTrOd5vXBx1gbH1d2bNxGGo5XpyREM0fc5eBu6eaqZHCjLpLMD1iW1ysYM
l3xy/RYTI7ye+5H5bFdZ5c9409XrqvDVJd1eT++xP3XDD04xmLGOmM99702zWjWU5joIyISjTNPU
2O5jXhF77Yk8C2pAs2lc6mG7QhvT02EIJgaIktTgyFkGRwEJno4VwgVpuyWDq6L5Z08BA4vbOCC8
uqD8JSZ6uuE5UwGkW4hvgv4uQjISTomR/ESXCKXWnDUjkfax3P20xlRwQXIut1GSQWMfrAHz0oFy
Lu+xjeBuwAgVEyiAsB0T3yrrL3sBxynDD6dHyIngFA7xbvcq7XlB7I+bst315BURj72k8W3PSIFa
G5p90BVXemAWmRk2QQXabYD/GRakVRGOmlxx2S1+/EB2Azx0KGg9a1DGSulfoMuAuE6dnC3Wtzg2
0/6ly201XGpYl3uFsQDhlH2603F8l1Fzr/pyahIrPNdaIFPXOZnNQaK4znuDEjaMrevw3E7aYA0L
eK34VHHuR1stU3GWmILlalmmFZdFU8VH2fEyY07k0d/VVwGHhtUUY5HWItYaMO+yT5f8o2WeHNVr
OLSJjyjCD7fBCE7okAIyBm1y36/4ubqSbpjccKLRDM1TpjgRj14XjD8Mr6lHsS+SM6Fwtzm16YH3
8MCTiaD4x4QHYehZTL1Wrk1mo/XSTOFZtPO4o32u3yGHjeChV2aofjtEyzU2dNa3JTbdfrInVcZX
NkNuuIDGScIyrO1j25f06ARV08cnp2wsJ/UAkjqsj2CLOUeWyO/T4KgT5puA/3Ov0vtzl1dY4AtN
OVI22X08IDpzX66XfVUH7zrU8bvdmzN8F8/CEqO8CR3ccnag+ICyW4SnuLPC5pmgtCke8mqtu59R
6w2nalzK5m6pGQFczuilNbIgM4ED/v/iHomJBCY6Cl5uW6DXkZhEtW+/bBxfNSL5PoaXBqfl+lk6
60KLsT1jBOdtbgVHNWAfOKx2hOiPT5/Jrqdg99/YOZWI6Y6+BcmeiWJxvw7KIyXjhT3NL7wU2wdX
AF5P/RXrR4p0gQroqqD/3Rf2/x3M/x0/7B+MVX9xMB/GhbxHq/5kYT7/kd8tzO7ZqAxoLYYjR0+z
5+Dp+h0A6loUMNgAAs/d66DkXOxl/7AwC8f/t9CO8BbTbBg6hHiwpv0DACqc8N/g0cCAseGFWb+B
zn/pVfjbnoXfkBV/iPPjb6MRMqAxPD67mWml/bPpjJec63QrAY3cyk99x7lnFYQn27kVGxgGJMDI
PwdO8xbOzFS293gJ1PVS9tVrbVXx19WJtndB4gCGNP03+HOr3rnUnbqfJxEA4kARr1ojUjhXL6Sv
ORmp7+iZ7tHHMd0yBkiIPh6AD2Wl8Z/4LP/EBPvSgcY2BXLKpja+xmj9Og39w5S7QcoksMi81aHp
a26e3IlkiLsO3pdGBP2hsMqNIgBjGusgBZLYideNKZ7KxpE/BmWvI1qsqfXjWjAsT6EkzA4CSx09
ElsoaArYIQsKP8e3s1j9Xd4yrVzVYB4EpVpV4vAUOScA1AwHCXX1+RdHu+30xBNNmFn1w6YOAFns
+YfX99jCADrPJkPzL3i/CYpayEdIG19yZ9NJmW2GzI8u7P7GYEvju9ZBNb9MnrvFh6AMg5OqnBlV
vYOvcHCGFbtY3k35J3wqy20xVgW09wiFaOg4P/NO26Lm0AmZP+20LUx3LkrAiRQZMyZtRew49LJ+
cehOoNM5aG45w5747E+Tr5m0auLx+WbReGSJ8YLWzPyGW4czPZbHraNaRughpj9wkvgbRonSysRh
YdJQqoyaygtPbR4tdDRBL33oXeOlY29Bnxp4AjNUTxCUcwwPw2MsTHckZLF/ovIMV4xQL7sfF7dO
UZQncs6x4CQcOCg6m0fZFB2sg/1CGUbcPBMdO5/YTFPoPAvz2GyZAL7ZV79DLv5Tq9nfVifQY/IO
5+B83cy//9MqhvPn/cd/9l+DZsx683er2RPh3OajpRruzz0Lv/2x31e0gGIEykGR5SGcMDOyWbd+
X9FIXtDTBHjvnCFwfAIF/7Giec65bQbaiutjbQU9xt/iHwua61PcgKeYBlDf+62d4T+xnP1i2XX9
M+uOMlHApfyPff6YPwKyZpnTfulXMR2Aw3hcPG/iCY9tJhKLf1rgi/wLC/YvRu/fPo82HL5ZYHsR
vt0/f54TjHEbNz7LF+caPI0GP3Qkcun8C0P5LwxJfja+GF75MyMU9A+7lV8+qOwjLSInOmB82JqL
krWlPvUetXgGx5h9W2oR4w/kmdDUTwXSvqqr2O3YGkhP/4u/zC/OfZe8DQRHfjaY1T4/NTfAH39k
z1O86PxAstbu1UXU2/lTUEbtNUZHZKk/3H7/l3DI+Qf8P28nvjfUSC5kGAchji7CQH/+rBVRCkEq
ig/AMFg7IUM/GNTFSzNTMWMTRAa+v58rJubx/e8/+Rfc2O8fzR0L/c0DlBd5v/zkpVWQ+g9YK7vQ
Xm7q0KNmg8j6bbBo0mr2bLWMHdH96VWfx3uKLyjbimT5xGS5bDKrC+R12enm+V/8tdgw/OUXoU2Z
VAG1m2da3p9/Ebtry1kAJTv42LePEROyC1RTqkOYRqa4CiwsrWt8dKFxEHyc1pPZRXvNMTjAryGR
eP/+7/OXJ44LhC3Z43eKcBv9iqWCZpkvvuECaXDdJilRNpdUlQO5u4XM3qXOcwzjf/+Zf3nqzp/J
IxHDP+ZZiH65Mhw9twBvFJ+JneKmrnM3A4mSZ3//KX+59XC3nYM+wI5Ch93RLyGOhvNhJHCSHkJG
9+7dxHa8+NRZ1UTtEgCH95Wgf3w5I+52WPiasf8XmFpGkr9cahaVmHwZtx8tXdDBf/mepWAUidA4
HrvVCtAAz52BDhBCh3POUI3Tt5lh6teV6cnX3p7Vs0fFwHCDUaYHdTF2+huj6/qjpsYC+aYgOnno
LDVRFRuBpc+kGiEXUNwZUk9KkZVz3zpBjY+jX4pDXnnbU51jV37eIhN8YjhNc0zj5c5Pr8XgdS/G
ZrIQCAcvfy4HDP4lLv/e6g8R3Yn+szWDdwHZYephv8DqMw6X8+Dg0Q77ecRFNtg42bTtxjeqCxuD
QbmaEJ/9nW4vfGXmAb1F8RNvuXfoA58pT+tY7nLSzlhg9BdwQpuLsccVfN+jNRJ1CdVNuK1cH0oh
OA5+b3Tgc+AlCkbdDowMEbYPmHjiIdNWtdjJyKGTGa2NgQWbTGt7P6XFl36Ebeebix3yz/hQ9Pb+
s9k6+Pds/4r3npIncSRX5jHdjxCGEqAfy5jMLlnzhKfSs8FOGOcrygWx1BYYEqYHAygBGUesRxYS
yTBz6cxbRebVsGoQI+SHs8o3jLqrl2nPgmxAXoAZJ8ilGARC5IjoGvAOdV9L12NZY2O5YkXuXRVf
W8odzLWDGytIOM+zZy53JxxSNIvRy8bC7ZtTIHFGXnS+I45N40zbrQkX79ZpRg6oXQHSBK9E6E/p
AFXvogZkDL5291EZCfRKjHhuX7SJnLFS0TczMsiROph/Dhp4yueRZTG4shpfr+Fp6OviCzHrwX3D
Sb/2fOtgKR4KujetAz0+jf95tGVZZMhzhfV9j4eYwdsy6PZx65S0r/1wtONbHToxDBIuD5Omkjtj
eSGXQEt9TqnufLIsMAW0QsLuCQVqYB+31/tCgMBO9pBFaDxg2MAPUI9m9lglG8Pkj4w/h3dG4sw9
y9CMRw18CImj8uR7iMGmuqqIgYM5mSkZzCze9sjLIi597HTzWc2POCSlEg8I3b4cc8qDHjvACbtf
B7ShjbUtr0mxNHFa2j6dbgSz1JONpeCWSIReUM89v8p6383JxKgYfhYqNWp2T4Iig3pkgADowKII
KUZsJQBU93fan3MsG2B3LllKBd/FI2GfbT2AjsyN9vqbcsdgQ3CthvK4U5Zn3WPS1FaGBcS5HoMd
q0Vgme2j5B/fKukStmGLYDuv3K6BudmKtrWvTUtQ4yye0SG5L+Fen1gwxvmrcvEQJdGM1+/72ubL
mPrlipqFPyloTzg+qze6Lar6wC5oFeCX4GofvKbDLLx53bigperVOuzuYq0nDR4JcXa1lhuKQmd5
ynOaljILq4HENJbTt8TkODhiWymHlIR44WaUnqLIKnPmV7R9CFJsLND1zgKIoOqaUlyOqVXlnMKm
1m4azJGizrhmCJlYvoYqhU0ret1zpe5qZ9I9HldlUQdaRHhCVbBLDWWqt3/U0nMuF0XPD68vz77R
zK2/FmXluieoTP1+8l0jfgo9w50JBlpi7vq8ZNg7CkAcd7T8bP4R7XC+qSv2B69+HvbWxd5LWWQK
40xQprvJfcxMm2oo7OKicaRz/L56ZH4rvjEmju5RGOY1Fbs9h0mFKofvA5ArJ0ftqS+RvUPqQBo/
L2T4WvVj7c3lwM+BR+eaEbMpmFDb5XYTlrVpruJl0U84XQf/xtkJDSUABGaZtYvNPL1TWOQ5csOu
PY7rzrWJQN1PNzMdACtyU4h0HVdgjw4jfLkXzIzOljUbLIity5fwVG+u+GBZjnEgyZz0Rlc47g84
GzQhsFXGBkwmAxIRg6n5lc03vQQhZ7T2wDJsm2sF2FheDOs+iAucMKN7uYcc567ORCkfUywZjT7B
oow1cxGYTVIFDvncUOsIDNABbcpp7HFUvXE7YT5yy267zzuRkZAW4CpkaB9jJmyNq6abYOyD2y6i
xAe3D0BuBhlF/hh19eScgHBbpHyctvwp4CmdKZ55fw9TyY+u8Y8N0a2lvHAXRyfoB4z608wo63oF
jjQefQBv10sFPIIZbMfYb5w39x1uPdY1KH+AvBWrn0mqWgZrUkZdeDEvnaLLMR45wJdBy1esJD2U
7W7R1Wxa7dyAH9OQbhgdEODUxbjdh2HXWdebxLP2QvnRoG8wuov6Tu8Y1E7gfsSQLTFMPLqodD62
zn3NuBK9GrOOwb+t7Ka68Iy7xHFWDIaAW0LbOaMm03hDOOL0YNDFr4kjPAJoYSb7lTeFmTMPoGVw
rQcMwHScWQAQroZFFdMrZGJYX141u+ZEINuJTsRRQPQH3lACaOjN9k6Wj+4yO8jBTJlOTJj0QvBk
2CGn1mquGBEoMj5lbcls4bZ9GTree0jvbttc0lOEIiPWciFzBVTn2RR+u96es3figYqv8SGc8xVP
UW+7ZJzgj9BbI+stY6sAha4vmJ+jLoj8Z4OXqr8ZgAeZjNCByY/73NXlVTVZ+fguHbqRDzilivF1
QM1a0zX22uUh6L3xQYZ1U7xRjSdflCcYFzErHMdMCoqt06IP3CpzCx75F9oDfP8r05NcHaPd3tka
quCzsVd+53UaZHi0MFq1PEttdL8NiIPEFbuc5Yv0WIjPzDiALoetfsV3Qi+lb4+sKVJK1QEszKsu
LdgT0ZscRIhzJQE9Rl8zqk66hV387qlyfl7pHw4Oo4ijB55853toleB6d3EW99dg++F0806Ir6xI
skh3eCz7gpLmXe39HeOUsLvGy7HWH96s8894yKCb0HaRdze0ggaKsR0vJEIIhfi+EUkx91MV1uxC
+Ob22wLqpToEipHS4+gX1m0ZROuWGuGN+trGyGcSVLNGZCCWgjir3UqyobCK5pOy5hGAl48fqyB1
8YJTbxUH5vFM8kK38pmZEcHvkzqyhv7S33i3H+YtZMhfNjHZiEGxFjAkGwo8aXCjbJwUFr1cIqxE
lM0sdQthF5aZxAlR0NM2kqq+qLByt1mOEsFc3aHMmbXeLb7UVcvVrYEZPYEQGNYDaNLqpx2Bj0F5
avSPBc7bazkFMV1qvPIgfBs0Q54XmJCscaX1fCblfdN6cxkBGsd+3XWJ2BcWe/Gdo1pnbsmXlQGh
sWYJmUX7hApPcysriqR7Bnsv3A9j9KPyBr97A7LmTJfsHaHRHwYsq2xUS4hlZdaMXklMdZXnbCkw
Cp8IXe1TsM7WSN+1JZw3MDUus3QCXgxi5qIK4CPjx6RWzt8YFmR200p52qNZeixotcOUJ63ZZ8e8
I/GrfvgONDfSvqHkp6Zp8NxTt1c3xTQvX8VeqenIfGl6xo28YIBnu/odjOYwHfvGrapjgTJqMQ7b
qudQSnrkMfQREHI3r45Sn/2rBsfCsP8Q2jUjlGYz031pASA4s2InVtVgCXAyEPkloyXOJhaOXfLD
ovWyziq4fTcbP2CcWD1eJ5wx4YBNv5UNXYx0zJ+Ud4Z1TU3jvpIFx/21D577FVijeONl45lDu0qS
T07BMYQORzV/Db0SAwWh7IWkzqjiLbW3kdxgk6+8TVyvLYgg1SGNu2GwjQWGLJxEOPbd9UfeC/zX
OVN17AqRcD61hgan01aXo5cQeZ7x60i4WmDIR5JINPyZPOusPny3uE9IWXY85SfVmxEpNSZCldT5
HgaJw9vsh690fOPJMIb9NvguxXp6n9hXdopGz7Ebw0+hoijlYotNRO1haJsXUhRheIQCqRkkVYxx
UxfX45tekFmBHGv7w+iWYBDGmIl82FrG5YVjhn1LyDbt1pURwntD7XO9C8lzDKioCH/6Tsk3sMmI
q7QEKvYw+Z3lUBuluD9IwAQ3mCCq9bgXeVlcbhAXoXBZLDVnAiofm/exOrno9C8GTuGSRUZMC6YL
jKbpDrHnZtegfo4lDl/7CtjGxCl+sZfgVpmiDi8bE61cgMobEfq1NSL8Y0atsLl4pGYYYe6EtD3Y
5yx4FqkKULy0m+/YpDyc3Ngg0UG89WSHtsBo2i+LOCgOxhhU7Kp4QQopooMgOUEuQefcUf2gZrip
esy/ueU5TD7tTgUJsZ3mNwoyLTdtQaJ9b9dyjjNuVTia2wZqgeG1s0d0XZJNP23GQgF0h3ZCQW+d
vv7R+EHevlt1tNJk6JNXvADbWoiLogwceahzdtfHFlSJd8/6FMypz78IMmOwo/w/iNr/VKr+o1L9
738rff8XFLXtswb9zyFD6f/6n+bjv/34H5ezVsPHHwd1v/3B/83eme3GjaVb+lUKfd1McB6A030R
wZgjFJosW74hJFnmPG5ubpJP3x8jXeekC+gC6uBcdDf6zpm2ZSmCsfc/rPWtP8faGsNr1nSAkcnE
Y94HfeXvc23N/4NZtw1pkBk1U08Q2/8+2DbY4rGj1nUd5a1puzrfya/BNrAhtlgePAemKWBEGUb/
C5NtUgV+mwY5QLdx3zGGZFPIZpn5+u+Dv6ywOMFIUZVlFPfPY8T6I10j4XHls+g9vUzZ0rha9+rq
WDq+SwCz5qOIJXu0gx63RtlTLcZ95v8YWy2Pom3SoAf/oUorkPIyRn71bY46VEUB1EDtnFZj9wT1
heEW4sDqfjAHmLJ0Lu8cuizyEo/88AHCRHCQKQLyhcMxQyWAAjyx3JrHnxxPyDT5lpkeCBu1X2jn
uFTOuY3cmoxRQz4PcmavVLaGRA+sSs7BAN/kg24l3aGJfetzJlV22rAAsmGpuHSb14mr3nquDc3I
v5kGtcBdjDV0T4RZ+d1JSnBki+8IRWnSq+lnUhnmAxQxNvezL5Pv6MVZY9p6PJyxOKNUoELk+43o
InEV5ajUh7OC0NCGjMBzneY/deYH6oAUhqhAG7v2el8aL6ZMYU+mjbWAKYvGtJKNUUPk3brmaJH4
W8TMLHCP5acpT+xmo/eW/VK0HhbNGqQDebhy6uM18GjPOCiYnM3BgdvdX6C8tUD2DJF5yGOxAa6a
NtGaNbuohKqjBlK+at0BKwojikkiqENdt3VjxoFro7HQ1TB/iBf7ou7jpLKM9gfFpcQ5D6zijDxY
petZGIQ/uSK3keKAQ0bbYvXPWAnLErMbJ9sa9mY932kgGJ89e4R3FzGisj88c4zttQX9FTMOKpD4
lOCddknnRZQcSjLdad3MNhG7DInNzemArQZuRMZr7hh8Yb1P5JU3XZWbOtfRkyEYXqxdukRRUtmV
4WKCktVr5xcmNdTc+O7KE9Ql6Nzz4KWqItwwhoGkGAPizM6ayGrW0kr60bpFhO9j6OlpHU2Dh2IN
zBmxhetp/g8I4jx0RVAsHSUTlSnsbNhzDAP6yDvZNtIjaKpzcB/Fan5rRiXEetKjAOcFzRhC0jRd
QMGNjZlWM8dHcB3em2hGrV/5LhOG1ZCbWGyV1J1qNVmUseshHqK3zAiwmSC7Dl647pFq+uZYIYSN
+RptM4hvmVZWD7gV43jFwDn/zMiNbcOabIf3eEztp0lBglopJEL7YhCazayJ8Fp28ra1Qzkez3te
neanyjr0eikz8y/AHMoX/qR3T0fSUW8Nsn/CpGqdyyCDM5EZdIFrM6tMRhhtUVbr0bax0jRA218z
rJbTaja6ZuRlLfB3KLSpPw0EXY8VIzxEh8KmE9EhZLMWzlX/NZ5cmgpH9E62LZgH8X4worrTRkws
pO724iPHqXbFB+V6DK8g96+HYnbv1JjFIGwjs4yxLHa4aEUzxPuGyGyE9AxUptCdVaVv3An7c8ir
w2PA2MwGUU149Z0Tu9pXeK3xB8JC+KeWIe07Kr2hW1U+vvI1uj4HTz995xdAXYxBhFMV/iGOu/4M
U0N/LwIcLZQrjfhZlVX6NDtJ8A67xM7WRVeBbndqw7ua0Ey/mpGPODo2+vYkGs99r6cWmxy7KQwF
fZ5ML0IGyZ1AEP0EM5VJUj151Zd40PtHL7Kt01i3hcl4Ize2TKoJd2PoIb+lpfKZVsRT1R5ROLdi
WwrhvBYZDp5D1GrRgjSLygeZlxqOkBgvERaOhbzUMGq/sDVr6rBCTXnXWl5ehzGE2KeS8kuFJnfh
k6yaBXLr9OWJn73uQsb8mHr5p7CkdIGhAbbN2q68OAjKX9H0Vy9UtghGSzFgYAow/qvNEBet2jhG
lp6bng0fcitOoXXs1sABrFovka1aZvyuWRDC4aaC0Am9SOs+8q5cRlLS0xTytaz4HEmzxsI4E3zF
YoFTdE6RiUHLUvdWDFse+wTf9cp0a1zSY5IkH6ZHuYVeeEA8mDQTRgdXtoxjsH658KAATnsb5kn+
DkECHefE8gJsSmfmP00Us68WKxRWHI7AgRdjsUS36DrWM7tjiu0+iaW30prBvJAYQFB84dcTDgiK
gC89w9JHnhYw+7CMGW9FtergzVbJtzgurOeSQSbjYLsWL8VC7M89QcVo5iNqFlZg0TvTEIDQJsb5
V1UgOd9hxYRXQQm9JAKkrnxB/0hOQEbZT1jB5CU2b3Xuf/S3UAFryRewb1kDkJXIHShZLtRr7oMy
3mTNkk3ArzGzIpdpYpShS35BJUp1rCctSHbZEnBApidZB5HN1GcFnie6Vrc0BHFLRgCrREpCruk4
22/ZCchQyVGQpY6NT7MqSmwHq0M4Op2c1/0tgUH5/oSk2ieYoXEhCmMh8keHf3fJbhC3HId+LHRv
Bfif4NV5iXrwRNcdiyX+gdkoq43KKCL4s5TfiFvtCPcFDSr5EaWuyoFs7X5eBpJLzkTve7a4wEHF
wl0FjfUFs07/yaIMmWnWalO3cbpGr6ktlkwLvlal1kZvVdaJ4AwP2vAtA4NAHu25RF2EnwgbC6/S
LTVDYS7jhFvCNDQTvfUKRaXzFt3SNhiOs0ysp9x8J4gC1o15y+bg5TYfIrs1fsJYzh6NPvU+u2bJ
8yhFlP9Mbikf2S3xo1nCPxpDdj+9hkAQ/5YNojDn3w+3xBAqmTkCpMOalFcckT74XTFj+TTzD/+W
OjJYwtkYtyySKIPYs8VdOck1ATDZXV/LXvFC+jw5yEWLDzhSlsJ0u+ScmOOSeeIbxJ8IdjVJiAkg
+FCOzM/9EpTChedlJx59RPqAvfpLEjcMJIoacfIpkL4td11ejQ/KD+YfpL+BFG7weYZpVbhXy2wo
k2rIR5CxOkGWhOcI+7MJOttF0JuMV4PJPxgJDj6SPRgYMzHPKkTviTGRUSBx1D71GKjqo0yMJtjV
Ws9IWNdjB1Re0V0JAJoaRv5oMzlmYuMug9t9adLZ5bAtPcInSteY0XcOvgHcK1Ftu05mr381mY6f
upqZGPtE5a/Z9mU70JFKritmdlSgg9fcQ3MI5pATryKy0WvUSUhTvgI/91sOzFidTMoJdgiQQbi0
VeDXa0LpsmoXw838yq6CT4UMpHbORhORvM1q560L+KGOXWU0h5Eu8c1DZv8YM23AGdLbaUzlIvyn
1pkQ8SasL7tVbWuJy0dqAYnFY2NvlQdnBp5Brr4YnY1bYAIjsApSlzWjNRJYuEPIwqyiAjj93cHb
WcD80FJugag3jygJMdFPE8a+Vm+q55aD5snBdp2GqFJ96ODFOG0K1TDL1EDtQMdBXe5q7kHvzeLT
auLsWeaRpu9z9hxfR1ChX6PWDE6uGMAB9IWBc49rXGIWjl3FXqyY1TGWdsWPIuPyhF/Lo4iMfe0T
NAVlQdMWVRDmPqQ3PDYFwvbYTpHvuzmGzpFcyngbqEUE59SefIRc4KHhR+h69lUXj4icI6TsrHrg
3wRyZmBX4Pcot6x1u62VtD1rIlHjXWkyM7/vWA2gqFUVmxPHTKn0MUQs0/eB+mBdtuyj/xON9P9t
LTIMu3/WIj+lVf+3jUT21adS/LVFvv3FXy2ya/7BmhIMIxtOj2HQIq/6U/qludYfSFjZ1zOaRbBz
64N/qVkN7w/2Ag5JdbQkWCcCvpNfLTK/ZbsIUJGxmtxUCEj+lRbZ5Av9RRrjcJ+5NkGehsu0yLdp
vn/vkBExAGOoDCNs2ggXOuYwe3yLx7jfY6ggWMDJwvSY4295yUnaXBPL8azGNDRtBpdZhjy6VTYY
kCHbZhU3fzkU1RHk/mbCN4TioEBKaaGzztRDrbgTs2z6r36yfh/TDJ9dL7vPv13eGvG3rax+8O7V
1b/9NqH5n7//5/8ZKkTDRtX0vx/YnNP3zy4lqvMTBF8/HX78j/92+xu/HkME0KjBnMDDgOX/EhP+
egwNY5niWD4zF9NkurOoo349hv4frMeXqPjlOWUYswTs/cekhiCzRc+oO4gQEd38K48hxeLvz6Hn
6szfdWyMZFjwrd5+/+PtMa1iwU/y3yG82dLoyQ0QlldvPc0Fe4bCmOMouh1NvckYdmXejizNizi+
IEnn98CuOdTs2wFHjdVty9uxF92OwL7CB0t03HI05jOhBSGzef1MCj2Hp7uco4lZugQb/Hm84lpm
R2Jx6mKhSJOtaFImI4WW10E4+EPnrqLlvB5J7QjWKIrLU41Ze0kp42zX8Y5g02k9vPikn3P8e7er
oDS14KSW+6FYboqSjC1jz7oxe/ZxuX26Ve0d/Nv1UnLRlMuNM94un2C5h9zblTQ1UfbULfeUShuE
MWge1WufF+ZxYCpPDNDtequXmy5OMV/zEV4uQNBMXIbR7WJsRB38xNjH/ut2cdZ8bLfydp3Ws4uH
Pb1ds93tyoX94z95rFUJV7tdylppdY/TclNXImgOIEW4vp3lJs9vl3pJotW5ul31yXLrjwQUVrtU
0B0Q7GMgP7ZuRYJk43+K26V06JcqIjOpH/JbaaEZ2IfCfqk4ZsLh2JjdCpHZk9kuu5UnjTBCK3PU
YzT3mFyXCoalZtOus1thQ6Jkaq4iOCjY92/Fj4V85+IsFRFTdc9aNjoUSvZSM7nWjGSFfrk/WTlT
Mc+sOkhgRe/Vx+FWcMFHA2DSW9Rh8laTQfIyyDe51WoDKJxrwZdwGSpQzLljsOjGMoiZedYzhHEd
aj4yWdyrulWC0VIUjkt5OAATeYhuNSO5L9SP6a2WNMnw2cDyZJvToLhf2eTGWI8R/IjPasnxS7Re
RQeWi+6uQVZE3tWS+QeTJJabbkkuoZ9hbbAv8sLaA/wiLJD2yr1YM7SsA5FXxAmypnRJvlLO9DVI
BwfnUpMSPqiz4/oKyREKntlqZr81E2D9ok/g9qN78Z7LG82/ccbOWjO9mV4NfHzzWmffqrGtIQbA
onNm01piN13rlVFfnVtmQFy1JXEdtM/fJ13o1DuVh0GVHbA7XFBqWQUmwyWFQOaskVZDK1s/dG9J
BR5TjGOFIWvAgbhkGXhtQK5BQj9AUw8eGzyMOWCDm7I5slf6LROhzcWSi8My7nlcQhMYeWCZQCVI
loK+xCosU05MFbe0hZYBsMHudklhmAD1kYSxZDMkNMwuxlRl8BwS3oA1z7h0S6ADYNVhpKsKGOLq
IKjkNoqa8WcXtyRBlHMx4/M2CYgQZECDYV1iI8BWkCDRVBV+7Fqr2YH2bL2xd7M8essSi0VrayK1
0v9MpEAXdfFvORVRxFR935A2BiyJzQ7wbVvuCZcgP4u+oW62mM/qZxyylrOZbDZcR6szYPeILrpm
vu/aVHFRNK2DgObyMTDj5M1natQv+jIKQeg4+uwRxGJ46NmGPBWPQ58z8uwB9kk0f6Z9106c0w+k
toIVDjqgwGvmmpPPLklE235ewC+517EcEkmRVevWF903fNAd6DsF6KOtK3XFia7fpV3VdRus1Iz5
ZsKE3iOJmI+uTvB5xWmGRjNG7pUv4CHaHaV/+APxVhs1osp8xOibY3NBN/1SFIP+rcwKDtchkkH9
1MLRThHQVnmTXZXqrelKxFwxbQvVFjgsTKLDQiIVjXkrirkEgkcG2LWLNC9z1lYdN2JTxX6VPlja
on0KJoFhFU9ZRqKeGBjEzA5RMyhMuuaC6AFvcMyHDK8qr1Wo9Rk9mafpzUuDKmyBjznNsLU0izkE
uXXMztfW0JOVNM2dUa5NR2O1XwovmlaGGD394MVK2tu6K0QovKnPD/iv61cAbPoDEo1UP1XpWBn0
uSnEWT/yzecpgy69h1/eXxDtxfN9NVP/7wLSe3YUbZW/ypqKO08v8w54IbSCR3cc0X9UOllOy3FO
mufJYIM8kr7XR/pB98Y0GNbMnpsrxqVObZOisvUQ2qC413gjC0RiHGm4WQiKSlIh5U4z6mF/K1aW
sir+rH+J1v80Wf3V3fFbbfb/6KJtifz+p3XbErD+16qNP/9n1YaljRUaDQLWDIowfvn33iH4g/9J
xYQEgfKdLS1/51fNZll/GMDtMaX5qHuNpeD/e+cQUOhRzvkUbH/+7r9Ssv2+WvOI0fYp1CA36rQN
RBH/g6Z+ocWJpMOJC6MDdycgPomOWUvvPSPunrzOHe//8rr8ekL+miv/e6fimdSaJsoC4jaIMWdU
v/z+XypER5DOCcoYZR7ZZiHrLS0UpvY+kJW2/ef/krl4Bf/SFSEbt5fICqTsS0+Ed+QfdOy67ReZ
37M3mRtgdggncSYk+lMT8Ome2Pi0A2l0CTZElApxgBR54YMCOu7w15adyxQPhGzS56mxxg8d7ye3
t/w1UmbxwxL2uEaINcd7ij/dOxeu1dzhNjbXEdTmNCQqM3+S0Mm0LRtwqw816cI2C8a0aA8JOxmu
QaORKPm10qg/RqOryFitlRfvXG92eUeYvtftHseSw548M0QRlnkeEbhk+8zDBNl/9l3kyVLcw7NM
zU1P2BNMdghKH7JJxakDEuq9ldlY2xd/jr372EmjC9z79AOuITHmlWOUittOEBIVUg3PNpDLLGad
wQGfF/W1yPToUs8jAbOr1MuJ2E2oZBu2E1HnMENVxlT7Z5gAlBRkGheKcBDNJZl2xirMC8Pj/RFD
1C5eK9hMrP6UVmbtaZwki55F2E+xEkRTaZz8pB0bNBnkigsdU6IxQ9yPTVc4U6hnYD8I9TOY6YyM
68jabEC8osbIwlY2tfqGtku1FyfWqurZBzSniGiCUzygdGr1QX/x1JiLac2yEnzq2ksjduEbXzlq
7rcBglmNkdeoVcsYPWJkDLCVwjogiU8X3WzDy9GSxrv2feuW4oGIttYDL0BfRY2uq6hEa1za9gSn
oE7QDd17fWtUeZj2meWV11l6Un+MBFXUV8Sz2YxKG+EoqphZU+KtYNvSBnzy/Gl64AegKmIfJSTA
FQoZ0SG+ahK4DeuW+MsgQCjjTO2jZ0lR3tP229eoJ096K4x0KMPRnruvbTzxELWDmMpt05lQZngf
4dUiDA0cMpG7JeuGujQP597Nyv2QUxasRwNNK/O4svuAkClInmmIJNzNemPFL7Ir646pU2fqA/HG
Qy/jK3HUaQxfIQIph109qEMkpaxBWoIpWYmCWm1XbqV6LA8MyIIddOB0bylB7aO3RJ2tqtK3rl4+
CN5N0kPzsHJTaf1gPKaaoxII6+8Mt/CtczGQQnFiYZJYaMmIPvPWuj0n4xMXqBD7qG2XP1qMYChN
PhXmnatBdlhQmYoQTpxcDCRzN8/1PcF85Hemsec2n3pd2PmevfIUIxjnEl8Lturv3IwooXKUroe0
b2z92GjpwLq8wJccz8eulcVCGWPr3CERj8hkHLZIXjW33BIACSYW/Uo5IJz2vQWXkDTGTgh9qqhR
mZiTjTs1e3MSLkg+t8nZL6c0a6vETCCZykar6pXutCLfloPUMQhA0N7TKLr6Nu4rYhyJygsYjWoQ
kO7zAP3cvpGlekZvacaXiA+yvwPvJY2nGMSrLjZaUdjZC7DP0d1b/djgn0ffRYjb61hp2pKpGeDu
uQAyAtSpj7OW7icB+AliH7mHSDBTHUlVxiL+XGUYww7Q5It216ko+VFZtjszhGYJvnILajhK+iS+
m+KOcO6x1uenFFhHgr6tYQ/GOLI95TMwQXp55aBmKoFDhOSCgiMFWCPHJ55KxaI0cRL7i2LXzN4a
O0CcLvmlAYf1Ky65psx3HamG2fw6BaZtPCKDRIRUaWgw6+8JWizTfDW0ioUgrpGMT7OIwxLsGxXq
kqZVu5saQrNUSNnYkEDPGuB01eJ9YE+UAm1Cw6bZ6sdoJkxdv/z/+ujvUyou339SH31STSf17xUS
f+NXhURJQ7dIug7yTWZQ/4EKwPKvG8xO2TzqDkE4y9z1V4XEg/aH4xkmoiXdB9JJUNi/10gaiAGX
+DT0Qkti1VI+/QsCJP44X+ovlQQfMIclGMIonIdUSab3D6gA6nq/1UcPhY0chrDNEDnIimDmWPlh
bkn9DjTRo2F3CymuOCMgBQNey6Nutd/bcjhE7rCHSxiDYUnkzsmHrUnoCUS7mHPd4zNJ/h9GmeAh
JYAjD1hCvNXRAoQGnhVnx4m1RyHdr+yCCTmx+7tBT5+5x3u8aO3W4/RcB94Pv7U+hhI4VKeKbVT2
911aHIY++45jYQ7zyBSYAeT4UvVVsKI260gZ7F4iBZvaI2kF7T998aCuVoWSGtVOCP7kXBXpztXE
vZuzDXRx99PrzgdSNVFkm3bY2HmCchAgHGiZT8eav08DFHUARCuRqm2rwbkZXbUtiNct4/k9y4ur
m/NjaU1RAMvpQ4DB3103kKFrdVsvqX4S5I1Qs5bfuq68lxMijUAXbLKDDyc92058SJOXUWuH7xkH
5SJKWsjOoAvYz5kgV/g2h36i9YvjRnuuMsQ19Ptj3yIlMbxHP3cxgogMS8xcLXLz+RsWJNSuwPyh
zqDWtsrQGtEPg5Bcccteq1Q92IN5xRK8nk1YRAbgrQDMcVlXr7SEBUyU8Rjk2Jt6HaB2DS/P6Lp0
M2p1g2bUxJAAOHiH2eMhIUud2Q4Wom6EvfpgR8XF6qD7BdZRdPjhPK156mT2GCN6Yq+k1Vu3z9fK
1rwPbYzuNc89jp4PPQFDN8gai5FcP8FTK4gyHpD40ZqXQjvxWVlJg7pkduu9KIu7gnkLUzZ5X3XW
k+an2lPeBVzBUayzQArIOILMo9nxCUzMUzwowDpAUZvQGS3jpxaBMpeTq2BMBiwPyPZ8ScnnCSv8
AFv0QWRuTeoos2zeYC0ATFdwF0ydINTcGdswj+2d64r7rot+Muu7uLL5WuVVt1h8AHc7RE6nrUmC
NYixATUvDTyYycgZWXYHl7Sb9lMakDzae8ekpAzpJ0nGnei2GrEByyzGvg989Wan/bxtC5xxQL/4
vtrkW85clw4InVue2iM8Jeecy+5bVwRfSKW5eEUybZMW71mRmuOdjROjmB0ZThJTojSI1enaYaNb
DZkzpHyjBLpTzeK3saNyExcphFAJxMxjSOi52Sa19H2QXXAoYUJNbXXoM6iGpWxZqNjK4P4Z65OW
teVaLOY1O6nLMDUA5HmU48xyig9lpCQ1p+BKSVV1mHlIDAXpF5e8auCh5b5sEa8oGCBezAbcy8aP
oCK2uwe3kUSOvmWsvDa78uiNMCu0sV12uO/skRGJpPma0oXUgpTCPfGdfZCOHd43zCpxsUmKa4r6
aoMUBfkg/F8NDPp3wvDGVdtmH7E6gygMKCG7+8QmHKHIEA7Ydled5TAxb5OZFz9Z5tDsGcS2Z1as
eOYCaFDdrMSWyik5MHk9oOsfvoNaV9vJiIxvKuieHDkRJj0tC6vFMlPFzl1DJMF6Gp3qgyUr0hhG
eSFizexgayOZsMjrRqwAG78MIM579dWax0s+x8fW8Me9Ldr8SGbNhgehuVeBdqLmO4ki+DF7w3OW
qZeidNYdxquwHLXP1MXulZIhstHj6BovuQCzebSH6cTgnPWCQ6vl4mOrAZfzD0H6FT247clRaidq
q7wAC10js5PrNE5BOKl9rQ33iS/vsjrnINDjYi+xEGEJVCfp+EeRa2bYQLvdzyTPy1L71rpAnUwI
rZ+Zb/krYkMKWhU/e9dm1z63Xbspoe+diH+qduCoka55FdGbmO23LCq201A9OV7xmnePKOz3FYUT
AUBsWQq72PT4KFZzXkzPUXGYwe8xmqPee8FFLi5abDKcnTfEYx2TSdF40UgDbgHIRGq5rbYyNR3u
BeCdCvzUh55zbE5U0hcMFletgf2KNwwNlEwAnmCW2upefFXlm5lX+qLYRCSRT3dgsNy3QTY/CJ0Q
O2ya1trunT0iLEhU2hbeeFhHYFgW42SPpVbFMz12eqel6cvspO4mGUoS7/JDSqxGifIFLDzIHVp5
KN/95+T5wDzj4uRGfnQwXYLXx5hInQq/JCahDcJ/7CYSbb3/BTzYSsno5Obqh26Aj4qhXEOA7SI/
uUCa+cTO+oVGaN7UmFK2qG8rUKpFuXWTEfBuUsmQZiDfTn20hb6fYqW2gB+PrdwDc0tBD7Bs7aV6
tAf9dUxnFG8VsPC6e8t1rV9XBp99ZeUgCrUivwQBN88wq9fUw5PIpN8wdq1ImVuTJ7gayeraTh1k
ZozA06YSro6wXpu/jfMMTUiiQFO4vJ0GFZpFsbypeqfZjw5wXtY92bGok+w9zeJhi6wGgyuAfCf0
EE8TJ5DX64Rm611PrPIwTyrHqG7Lr6ltTi/LQojSuiof9NzZELLthZ1zZQYxOViTnGBcN4P+ZGn2
17LKxXOmE/E4e1+rxukPddQCwuntgcKoqLjFOV8R+vbAhVC5ChV9D4QHfbRBkhgjewrtlgVdUB9H
HTlT1X4q4VrniMVYiKWwDYfJecOAgWmIoLrS0PQnXOBfzcnlDvMeGX7sejVYX21IcWs8PRegpBVj
g5a8PINpp9XC5mwEt2RBnMCB5Sk7ApIactTadXwlJ+6YBPpBjiZbD2Ndm2y7nardg1tF8UbUKfjl
3KvPpCDQN8egPZ0XL23PEVwgyIsM51F5KxFspwVVwEjFWgsfe0puPJdYNdHtKPphvGUNjsNrb5m7
BDMwlzLNP+FN+dSuddjBWeZxXdZnnQi6Ebh85fJhCKKrn8in2LS+TyitA3LGyqLDrKtvU9v+Ish8
tYxZkjOuhQH6Opd8dvCAHiod6ISJcWfkkvtdrZ1CCzOXTEHb/DRBp+C4rHQ/xPWzmiR5Gnm8t537
uGIqZDanWbgh+sFyPZCq0MR8ELwy9AAhl5HcY9051q0J7IN1CO4N6bpHZEz+zgg63vIKpHqKHwfh
3fyYV+6dVdNt5wgCmWrPX1icIDZwFTP7RMp9KxX2XrSM9nTTAbpXWfFzO/o77fnJ0LnKYLf/HAZ1
IXgi2zKtWUWV2KO+PlipeR05iJneu2FpBiEC290goksqu/dOPKLte2pIvM8FOGLrqa6L16GJv1a1
sWt6fzsE3WHWijMxvwccy3cwxsNRy+AjYCUMaTsDxgzpdhSthaRy+kk85TcHz/xyJuRuCxCy+7T1
6OQoevaoPkOT2CmTiXpq75Ic8xgWp9xRPwbE3qmrjoM9vM7tPgAzVrcx1TtinjI4WzleMvWdjvUs
IE7Zj2SZPdRjcJIFOmkbaifhdF3SnV2dZWgEgwv/HQu6sTt1NuXMFMuLzNM3l9o2H0kLwGpJmdRU
7ya0eVdoYZNfmNdFLPla4ssIPQL3wJeZSHioch5oqmf7PCFO7ufg0rb1tba6h0FztpwbFxfgLsHx
985Ybubu0RIa7vJyHNZmcUX62a+01sQrDNa8M61QaVwiLdExkI6TQzC9joO+jdziKw7Vi01hCuf5
5JneS2onX5rKZigbL3kgePQKYzGsy/va0F/T2CnCoYa+iF5+P0kmRNMH5r7QpySdR0H4oK+tuhHv
RRW89Aw+1/h3Cd7Ut6NpdTtglA9o/7/AAPRG9zy6wQdPUBqCjH40iYQgvBRRJc1HvFGJegehwySw
ybdmYduXamqsHVlu+3k075h23CuXfDExQa4lJ5QtF3650vt0U/genZxeUo3svhbvh8/1ReTFehiC
15HyKOMK0yvtXKBMn8cvpHbvGi1PQEnkyMpU9IjnPWSZem1HA5CwPOXcfQmg+hUi7wW2EK3YDrwO
wxUc9zJQuVia/wQeOMw765sNx9LgqOOe6EhEM5svcn7P3TfGNp+zdUo15153N0xg0dvmycM0OXsx
y0vdSusBoeCPsU4vte68lIaDj9SeNrndY7oXZDlpd45KN7nfH0172JA9/ZPooYcxHjY1UMXM+2Sc
si+z6hST1XUXG84qUdG1aVFiiME6clHTmc1wTNjA5eAu8jHapoY8GPAJ2Ob/qNo6X0PEPmi1Za5V
4S0QTnEpGm2Xmjjn2mTfdd13suC+dmQX5NjMto4OIsLvzHStcR0UpQLZGd85HRXorHHAWLTkIOcV
GPEk9+Fyqo2mI9fPMbCuwHb+JEdu1ZgRzM1Kf8Qp62PE5ARPPfh0Xq+sg6HQNqTAcq3Cf46a5JUh
EwXWIM+xYd41bftCvg4wPKtSR5L+onU0OS/EveFIygdMb1b2zqjwqdaself14PJNSkfLr9sdheiX
AQsv6bHtQStZj0ut+zZE7WuZV+xscWmsRYL+ylPZR0mDuu7mkaTGuva2s/QlAWLue6zqR50xWWhI
/77L8A2ZoBDgCwoU+vIyx+5djoVulWWGu5q7JaVHzA5sd8tdZSIQq7yNXyEEOqEm7HLv+YnaZWCs
whoKwk5HtAOUbkmsaFgBkSCr1ihDqmMh9IyXHDu4AecqaREW0wuPy1eTV1baYLMJ+NijWtjy5gyr
TkP0qJvMShkAE7Rky1NB1BPxCPEDuv41pvtHgunIrQo2EHiWkaraBHX7aXnGPbCcbVQQg4t2bWH2
oEqAFhNVFy816R1acpc9n3CzcZj6Lej0gETQ1HvCuJhseElHzoYDGChaRhY567Ee7/sIwEDsDtE5
rUts11ATzJMtq2rblA28i0AtoTCNcTDZeaycti1Ieh3Lg6ulgo7sI8ZH6evZdrJ5NnLvGw7esyLG
ln330XXKnz73K1uk70mk+/saijBndKa81WgO38tUvZAVdNBslzY9to6z4DpDKw5UwDqbA4/5WJkn
ylEohpxTYUdCat4w3dbss+twunlG/SyNBgrhtEDeLaUlB66Vktl3GhuIhVrc4j7rly3zUfmzosZe
dZ2sdx65iRsU3kM4JlKtk6EBXpNmhVdudBZa685H4QDuejk9wHTF0WUSFhFn7eyu40KDn+OZL+Ro
vssgDwleOJH0dGfzJPoieYt51CpPe0594YVGk2+irFkMI9uk6mLGugYyEZgwpIUxcSntfVZCp84j
Dj2HqKeKxD5Tshcy1CnuSILsgmnbGNrItgB1Qu1U7LStu4zyrDSrhbzwSYzIJrWHY5Ba+4EmyG7f
UcR+Gf8Xe+exZDeSZdtfedZzpLk79PBdHVqSDHICo4TWcKivfwtkZnXcG6yIZg+f1aTSrGgkLoSr
c/Zeu/Vu+6FfW8reaQ8hMLHwMJ/XrQZFF/ftpwAkXJvlX5oUZAnRWNn0McR1XxbTnWmFNwirngjn
vKzS+mCzUXNKe5378bntiTuvTNZmPK0AM+N8NoZLJBK3JuaPqtW3Yf+hHpP7pPJoa8zz1iZ4hSKC
deayDWaTWLYsrxiQ8F4RMJmFndxl+H4vjYgtaVBfE820QmQyXQVjf5Mp/45huYmc9tGCPMN09t1i
rzeb+sMQ1ZphXEINie+RZ/nX/Zg472vdiC18/007k2VGE2dj4nvMYPuIwGDeLeWlkWBDCFijVoMD
PrRN3vVtSOmqHsbzNorvAkLqtjYtmFVa1NddD5dD6vlhzpDDDZqMhNH40BXyJhxRkqpSsaOEVoIh
u34K04lehZL3ht+STdZkIEDrVTfXVBwyYngN7e/SHlhJKFEohdGPNm3Ks0AM/hU2honKTWLqXUKK
RxOnt46ieIgKbhw1DTfvvRXO78AfAYVO8+kimN0zM4yuqAOhOMoj58CBRTKrVyZoEmABuL+SVG+J
tDgDOMCh0HIfEJ8/JHH2BHM6+l8IVP8/lTYsfLd/X7o/a5vP37Ojyv3yF35V7k37L/iA4HrhV/I/
+H3/0TaY1l8KAaiPIBX1ErRMdK//rW0ANmEhAyB7aEH88kd/ixvUIm6gkuqZaJYc14Z6+CeF+0Vg
/axuj9qAdgJ+4uWf4qfQYjhWG1hRjlMQXwLO/zFJNjCrSDsM8ubOG9X8RKpXgLIMiCFVBKp8RKCw
FoaDGiANRBG9V7N0ZLSd0hyqw5w78Q5LaosPLMjta9n58Uakfv7Yg5qviJG252qLqqF4j4Rg7w7Y
35FCmjaMGYJoMlhpXau2QWlAls8ND7sArDQ9bDoTWtRlmJggbMKaKWwzprEhd7HnZReWLNuzzE2A
fxeQZA52LjjxDVaeROs+mMC5NDSQv5MnhlfTzombv+gsbBarXGGo2HM8K9UGD7RVPkAmI38ZV2eV
bSeQK1cUbgLGJyRPeZAKwfXONHU3rcMY8wG7JekRZsN8z2wWCkDqZepIfUBlpdOzUSNQ2+TYzr6M
FCPInsPdGeFryCQVAuRYYtOjhDtH7NHFnAfatAY/LAKx6BXbck3bXBMQk9upydKc9XcUuoKIlkfM
5sTJymkz474m3kfrdqEwCNyVYijkVU0r/X1bQSfeV5M/fRJFQc0f4oZe9/FMcKrycps0uXEoaO4P
ZnkVmBqZHju9gwDBxtJEEYkwRJI0ow3R2uQDQJjzAa6Rg0mSoUv20l3H+f6bb7jzfY6JmkWlSoID
YAcKYgn4/ksijDOYXzRWUV2NHWnyVMW9i77pCvx1OdwSDv0xyD20CS34odjBYFeWLIPsyft83qiB
724NsI77IhkUoFfScKsc0HTJVgEa8PcZIWZFHT0kzTlPwvIbMVgAVzti0T+5UtXJJnPLaQ+ng3Ni
Bn36KieLhwZvIY2vfhe1zTZqtWgOvo8+gYgP23uqeovmetLjLaTkF5pUrpOigC5dJddtIga+TB13
AcTmhEKaCKTxg/zL8lJ3o6RkXS/esU53TU8N1PT75sBal5HUjbEpusnK2rSv0JX6A0hU2LF4tYJm
Kp5SUWtv4/VmHZxjEp1JRbALX+yr2Q2cfZGiuqYyEIWIXig06qVVBFyU4B+WWnOkkEj9o4DhZ3TR
dK5FkUUHpcoFNBhWVpEcpJHSA2sGAkEZO0jUaTzE/j2gwCI/DIWaZoKnZlUVnLm9sP3WCixCKPDt
A42H4rM91FCVRTeRseZUkA+Rwcj6seQjuEa8F1/WiPVxcrmI9FJd+bu55vTiA2K9eTaz3v6iu74q
jkIDhj4MkZi/yKSsk+kqL+H7Gr2Jssgn5HQcIiqMPl4pBp/8xdj8j1Tvv5R4Var38H36Gn3Psu/H
Zp/lL/1a02znL2gYC9rVQZaHMA9N3C+ThcWfYOhdUMQSatXzNc0w4dZjfBACAQ5AZF/R3f57UTNA
ZfAyXZYi/LW2y9/+k1XteE0DPwxLTkpKYy7YDeHKRfX2TEFXTIhtA1+R80n6yI4jAAfbYDCBho/+
r03PkZzz+fe4qP/+m0H896WQucO1XtDWi6fk6FIWkUiW8gKELhNNJ8OvVpWbuX8EtV2uQpSiayJm
XMxV3k8C9LMbqst66uMajhn9jxzleGttCyRD+9fH1st7cW040sJHEwCk2T1hN2vBPSyMjjXPaT7k
ICHXbdfGu9evIvlsTh6Z6zqL9gByrWuDTDl+ZEuqxzBjBwfZM32r9WWNV3BcAgQSykIEu+F4oIaA
lZTIU5uCjsaBZYclaNZmJWpKGuWtqsQVHMCH13/ZInY8fpfsz9CgCktCMIepcvzDWA5slGoqBDEv
QUZ0+UMJLW/lUw0Avm9NBEYBc3j9mj8/kNOLKn8RdeA8cpjcji/ao1QmUzgArVIk3tmIev6sEwrA
xOi2e9vLqw08IRKn0mQ46/1erBvJCTNyxr2DDOEscih2hHbobV//XctgPH0Ytmsubj7Y64zXk7fU
DAqGFGkOa+R3Eyj9Kd5PYZ+ZwNg6wG3AzRA4+EmYAD6Y5P2cIU4al9zC2C8/eIkxoUAzh0svCRoa
+wAWA+Re30uXk9amFsRQIesInI96to0L9s/zfa/6sdgYQY+hlDLxNmgxX69xwqv8jWf+8jv3bUYR
0xNbbBNj1/Ejb8agRwslsJJUXCzIqg4S1CQ2rz/B3z5Aj907Dkb29wuG6PnMMKfm5NixiUjBFnT9
S2fczGFO76CE9EFFxX1jJno56eGuFMpjDC86oOU08fx6kNfrysVZsPbwUayHujeoRU+Avaeh+l88
QM8U5qKGXsjz5vGlmgyLFJuACP/PjJdeEEenE1W88Qky57/4BB2iRxgVuPmEZZ08QYl7Ikrg/axn
quPXTZRaG29gB2RR22fvKy2UdV4GM9EVOyFjc6e1mxL65Lk3pHSr3QxgeDVc9cDoe3c4q9IHvD5U
16Yuv40I5lxbLu6xNgKoSjBBvCmJitpZkt4mXOWWnCEItRlOLpJAayijmPTOPEwxb8yHL6dDEgKW
Zcp0sBlym8cPU/RpOeoIhVOH4JR6G50jiDnZxvUBXmrTczaEs1+lKXv81z/Q3wwDZENc3BamqSxz
+YCfLSqqMR24pi4JvJMZHXyidFeGTso3hsFvJlWWYSy8DvVSaf6MmHl2lWF0qX4pzi29p9hLe9O4
n4kK38CVBdo2TIRvM8G9cdHfPVMcw0IIBp4Uy2n8+a3RaBU9yyVVssjK6S8k6SUczPQh61VNZUXG
H7TJOdZzi/jsjx8q6zRbDhdrvScXv8LzK6cMl3mYYrqVGl2EUdARat1avzE0fjPWcUTY3s9Fg03V
yVj3IAouQRBMzoj7SKFW44Eu3YQs2gjf+Dx/bpaeL1CLuYJPxMfTzTfiuaefyRSxIaF4v0ob+amK
s03EUcQxjGQ/NPSSnbJ9CBdotsGp9XZqiscoz4aV63hqX5BYu69qk4g1BUqq9Iju+bPH/evHkZIE
vEiCVDt50T7IDQol/LhZ29HdMM/5VdBO4o2Rok6HyullTt4q7oEliFyAmo588gwnTZxrX9kwmSf6
SlBgzlo7aC9F2U+PdRayMmoapiRv6bt4JDK5a4KvIwS5VRxb5hm6Dr0zpvwjqwedFua0u96nga7c
JN+aQxrv8iTn5K/9768/rReLOnts9sVqmbYZ+o5/8riYozGF1rO16mjxeH5cfxudzH/PwIUsHLv6
SxcUSNYxHCM2KBfz2NBKgseBNlF5x//2seqMUK4tBi8eUOmG2zTN3cUEZ8qHDJwKh97SRjei/Y42
XRoPQDak1dNJDfs4s/DTt8QPa9TtayLCkzcWpp8rz/HHSqlNcW5m0WDOXsAGz4dfPQdwQFvqqLVG
TVbG5SId0dl2jCP/nA1IueFc0+MWFAuxxxvul0ZljNZoG2CYzFvbemMmWkbHyQ8CxycU5T++TuS5
xz+oVXUI/pr2VuCV4/vMNn8YNbCoCc3D1rHgE7/+huXpmrmcoqBp+5agQrjYlY6vRxPXagsG82qA
QTT28jJ1HE39JTXWWuccztlgrmYcs7Q56hTQGtI00x/fGJZq2UId3zZDgkmf/Syzrzgdl5OXNssJ
w0NbmFfbQaThY6edbs32W1/qqJg3I9zyK7XU7425A/TvA+XqMNZuq5FWFMUW+blSOdMHncbzuAHi
mRmW/9inPZ5q2/puKv+NvJ7TSZVjqaCyiiIeTQXC6JNBLu3SrOagI2mimRzES8bXLASKnxZl+sZb
+u2VbGwV8AZQbYMUOPpKu7qumr4eDBSIxQ+ka/W+sumN44c03rjS6erLPTnL0ZFqsuLDWExyz8fD
VFmTtNGxkj4m7cMnoi4dewdAbtiMsSzeGH0vvnXpQhXz+PyWTbX4WWp+ttRLwjNrGI3sZNpZId6k
0OZn1n7R+GZYzF7/0l/eGe5eV0Jk8Hhf8pTn4VekI6QDk1UAM8wkiqBswCwG9UrAtr9LvWy+kFGa
vLESnGQtMSEvNSeOrTxNiCbk2hw/UOxDouuMIl1QNRtP6Mc+H6/K3lolDa2keDhPXWufRMMl+7o3
BtWLr4bhBOHeoRpAgQOQxPGlswkhqL9wNM2oN7dA+oN10uIPd53hrTf54uFyKYeNoU0GtaKUsswy
z95kElTEiCt2MVlYgCpqfIQ1Y+VuC9rxqBYAtZE20u1ef6Ny2bUcTRrKhQFD3wNmKhOHfzJ39ehy
qf6i5o67od2jxU02iSxQrQ4DsiD4mnPhr93ErG6qsFt0n0F3I0PtnzVh+u6N3/JiHl1+i3K4e+pH
LtaG4yfgxX2NzIBA9LEbjY1yW7zF8NXJzNADDd3ArRY+gbipnF2OdQ8tC1VfpAZv/IxleTh6JLgM
fKYjWCEo0nkjxz9DkFJG2ExeIai2nVumkurKUVW5azh5bUw//JbaTbCPaARvVDLKGyeoWhR/csJd
ZNhfx9zc//xF/ymK/hfbaDpqPh/lv+/0/d8v+v9c6fbzUa/vX3/v7+Ko/ZcgWshfNqW/GDT/FEdt
/kTwNpm2mEAACjPs/m744YDG+GxiwfXAC9Lv40X/0/Djj0DZsI6yYvILKST8ScPveGgvFR2qq/Bx
mL/4Z1kTjr8oAyjwYJQkqNRdeG5OEvnE4ncPlsCVWS3yhCTdDnb04OPbQF+NpUGERMrY6c6yo3Rn
z3I6jKGz5FNg9bAhYfznC/vbAWaz0P/7j+uqbMqvX48dYMvf+PVZGZKPR0Cv8i2mJfhBS7nkH7KR
+xe+PJOSFnMWpfWlhvBPJ9n+61+uenY3y4b4n+8KOvXP/Qcmb4BHf+gAo+p/NFURRcuW36Jh7dhs
AzCVnWxqvNnHXTyFnxttGTPNrVTl1xWU4HSdF7quz8K4SNA0hqheqk03EuGGXRb1IWU++MuJjY0K
j0nhCIoeITlht8PYNVVwiT3Iqf21aMzF/SDy5gfEmpkcHw3SontMBqJToxVVtdIKztgojFW4yk04
dhYSoNavP4QqLUmw3xCtSuD9plbxmHLGKQ2BSGaj8j7U3iMO3BJRNphL0RVXvjUCQdlRnMz0QxMl
OrtFSqrtJ5oXmdpW5WiWt6ThBCAMoRP4n+Pcz5NzBog7UTDVo7P187HkaO6GKdqxPBTiPFQtHeKx
7whCG9FM/QjolKPHtFSPycNs/Ore14PoWFPy7CMtcMM9cwfVNgeR9wKWKzDhz0k+6HodDArDW+4U
ibtyQ2qZ0E6CJuX/b1ALd0bdbsAI1DvPwO7FcYsUn13BYbO8cfsSqWzaVwkuIos+6aFr6N/elYlZ
NGuvr3GSRA06+X1s16giLU/56w4bGnUzuKo9wTUpqp/Rs9MnNh/TlRng4FgPXTP+gB3Q6q/ggtPi
Gj23kBcybsNHfO9OuU49M/gqBcyQvTnG1fAOHXPsL9HjCZ3vbSy8Of6cI7e3zs28ybzvNbCR5Mlf
DNs3cEz99kL0/EtbDeGpXCp6qClzkMF3/ZBV3s7CMPYlB1MdbjsCNIClmJa4N0q0tltL9haA3ayD
qh/PsHlov0eESDQ2roVla9wA3GS6/GQXcfGAP4zQwAZJ5yPiXwujMeAlSCcNgABXBSPdaMtppy2H
HDQP/FHGeYVYph8k7nXdOsUA/hCbmL6IHCtssU4j0dyACvWQ/MWacn+yddOsreodwYRRtQ5Ss5lW
EeLigorJ5O2kiDP/vFP11KxSEat228Jinq86hL3NdqYGLFfTaEh7G8WFn14nyODSHRCB6V2lRXUV
uXmQnBPygEslib04vAGBjJ1+IcC0q65y5KfM04grZkGEnegrz9yL1mLAiNowHexZlAuJHxbZfV4N
0jsbBhiUe8KeeNMitCYADDAbd3EWk4EW472/z1zCwYDVGD7Wmhi9xQ4cH/HQo4NVZAXyBe2WgB8B
Cr5FkrsvbcKzwCtUrrHXFR26gw4q+TFuBBI/IyNEc14rO6hNtDcu+npbpT2vTZFh2W40UdO4kYYe
p0KWZMCReCl1jG7DjpqdhaHqXW2pKN8bFDLuoqisjI03j+BAAdfA1bW0k2PHdJ0C3zO+A0jfOVyv
TJnY4DyvHoGOE5SRrNl8EqKcelOL+3+sZqxepSsfgZiED1ah3ZFTvW68rQqCwXqEByGGfawJj7uO
DZQjmzBI85nctEDD1M6laDGqYN1+6ntO5txAlcZ8j5B9N/OYy8885WG4HUvHuku6TrDJHpRhPODr
7g/cuLFFmul9lrTiqzP6jugZ+yCv0eF6FsRC6ENVsQ2x6Zm7vsBHjI+nQCuWVDJF0AjJq2gO8Vj2
7S52odjuFMxXKOcVW2CFdIcQu08Kx+YFJWrLvIXm2pZAE+Di4spbDLH1aMSf58a27/LeZSZXo6Pd
fTlXg7mykrD+4ULbPfTM8tWHXA+ogjwZ1x5RJuxrLtOuKDpUmihl91or/2nCU46or+VpJQNWqUva
w+gFHbfv3XXeF16ya0YbsvKcA4hZxz1WQVQOjp6i66GvLHUFIMmdjFVbOegxoT1/9qw21R9aw7U7
NEt5XcGmj9L0wQ5Gam+NIcz4MDixtM+s0Rn7nR3aSz4ORvyH1DXrFmtL4uB4sTqBh8Rz1ReACjbw
9XRwy61s0tS8EXk08O6Mqi03qGFy0sYn1wA61s6z2sCqR6eCwW60vhNObeXlasjlTOZLL9MQ0pod
+h4YD/Jj6+k2SixsgQh92hhZoUMeL/KWbp5c7DaKJBWtMDdooz/3MjdE2pnOcdyt59Tp3EtyZI3m
ixeGxBqDCGkgsqwo7g1wRuw8rL4pYGaLj6Etra9OWop3rddMSYkvr09Ah/tGjt1524Pkd2+aUE/W
oRyyfNq5aY3dbEisPgIGUYAGYOXDp4cgJte3PaTOaR8XE+vjxmp6jTA4kyooNuxMEqLhlZmqe0Lr
dIdDb5jTLVQmoJshaSrzddJGcjwj/VDirHEB+O1LDEB67dKfuLNI6Fu00+C2Q0IpiLvb2zIC85pN
SYtcycTss5/D0EsxrfYz8iGaj3GPo9kvITpir468tlr7SR513+PQmMqLNhU0ArcYxces2AW24XWf
vTkvcBGEjLBiQzCq5cH/rSdVvE+wAJsKwpnnRBTFeLnVWZZQBMi2VTANwbj1O9Q1V5AC3YB9cpT3
F1arWxyLBkCVvaXymBdHQKCwYIjlox63FqtcG6yZIDxrSwNIBQDShKzgf8S+0AjcKTOMgC1GXch+
PyljRD+a6kzMZ3y6IXMTfVg3uspy03A+1Z09tVe9FJW+GYqGxsnKhPXbfKgUEMDLjtqvulK6MZyL
CE1/eut1aVls6O248M+cppz728qhoftYB43oP3YELcDRMagJd5CsxylGIk5PiAUtzpvm3g7ggADV
ckPzR0lsZXCRtdhYtpbdZMFHeCUguvPIcx8lkdBXPDh33syuVXypXI3RDUktiPZPg425lNJ5EE4X
fpU61nnMbiB9nCJAK5/ht+df6qILqkNW9lmPI4VhjCY2wWdR+I413KZ51ZOZwAnKOaS6xH0/haaV
nweGNxQHNy3m7innS+crhLjSfBjzxH5ocrIi4MBK9c7JJY7RwpsaC0GVqOID+WzQ5YexwIjsOyoj
FrMfGlwYZLYaj1mWlcP94Jd2bjB+67g5eFYE0Z6UX8mPwip/Hwkm/e1/jj5/H32W9PPXjj7z5/xL
XOvvRyfr5S/9Ov1Y4i/PhMUl2E7DMaQC98/hB46F4uuim2G5/Id28b/OPouqyCICGkELpxJl/mQS
/6M4Us5fnsOpB+YwalrAY38EwOAY9bxOQ/mRs5RNfr1DpZ+ow5Myv6BVYhDjiVdfSKIg2HZe5tpL
7mqnZX559mhuf1V/nkuOTsqsP68lEe4in+Ho9qK5yUbI79usGlaeT7r4Omi8nl7MaEZfW7SWFyb7
zD9s+C+X9JZO6gLUBbd2WvW0Uy9PEnKyVoYzYMg1J2NbEMrxRoHzNzeGcAuBH6JnSm6nKifSha06
sCd8XqGPtAXtkLMGiWLrXaQKD7W+XUAje/1h/ubFLX1idGfKYoPxs5HxrNIZgd1gt+AOWNfIzWFv
S+5MFs2IPzuX9en1i/3uBiFke+jEkNVQfDmuvSSBWUuVeuSOQCG8Ngvf/maVQ30AAlKd67gBXvX6
BZdq9LPyoURWTn+fozl6OEo/6uRMzgcp+hJ9waofsMe30xfYE9UFB9n3EIz8y7xgnajbX7PY/1QS
9/OiHpUFudSYXMQFx3dJaA5bWLIjV2PCOi9yZ8RoUmZvfCzH5QY0J4hdqM1S9lzCtaR3cmt9jdNn
Fqiqa1n119iU4qu6db+8/vxOvw4uglCNNhpZ6UDuFsLh8zr4OBEWUzXs1ypbNu8IA5xuU+WUZ63U
+eGPL7U0ChddJMXBF/fTWgTlJSBr2dWwJq8zQAmQBcxpeDKHSM9vvKPlSzv+MOieMF9RZ3c5rpwW
a4a4rPOyxU1sJF5wSPwp+BBVvf5gpYYDj43kVuzS41t99NPvn8fpUeKEbYi+zrGs5c+fDbawc+h8
eYR7ZNLp7uKAIIzE85EcV2QJTFMh7De+/998JJguaGYwTXJsORXXjQmUWZFjPY2D2ttikQoO7F/H
N4b176+CiYKeIVrP02Ed21A34pxoYSIwFA4euC+cN4I3ZqrfPDwkzxAbKUSAFT/VdwUZKjqS5wFP
NKqmHWIb1xDD3XMVu/WPSBf17esf5Mu5A+Q+vpVFKIC4YtH4Pn9ZwGmcvKzqeQWz6MBT7kl08etV
2emnKpfAdxugQI08f/2qvxlxMMlMk74evVHG3fFVAXmrHM7jTJTq5G4bbZcQIhz/gHdLv3v9Ui9e
2zJHoUtCvEsBVLzQCsBc0xkRpOS3m+3VMIeEghT1W5KEF1ch8YAOATA7qv5LY/74hmajFoklcxOW
QTxBdSKsaVN1nXz4w5tZZimUOnzlrNAoeI8vk9Re7LPZx1RG7NPKIZ6EFRqe1R9exWfjQY9ELgu0
44qTAexT4HJTi4/cr7HYqB5ZF7tud/P6VV58A4xYJBzCXmZCRM8nV5lsqXoPducKpYNx3pC7c0vc
D8ZVp012r1/qxdv5eSmfCjgbKgXF9PixiTGMyYVCfNzYkUmhKtfCOpuq2FXb1y+0LEdHE+4iObVp
VzPXcpy1ThbFpvd02akZqyBVUsmcPnXugVzaBUfkTktihJrSae0AzgQbYI0pdtIh8cY/vl96B4ws
FPiIMnDVH98v49VMQvxeq2Tsx/B8Cio8JsrMq/KN+335DpG7AKpD9UJqFmqv4wsZBBOFDW2oVTaW
mF/9moA8PetDaFbq8fVH+/IdOlyAzjFnuaVVe7KrcmZpE1PGmb7t5+rGNaziAI7ib3fj/3xXwwED
EY/lciCXzPXLDT9bu6YidAjLmQBPe0WIbsbkWKyH6I3HRm/m5ENZXAuCMwT9fRYTpHXH17FjGGGo
VWlQhFE3bgm6Bi0vMLt+c70uaD4a7RIduXJr9qebLq6I6iaeNrDCfdimUfGAOcDNd4pqJ9OnYaD2
aRS14g0UUiIhYgqS31y7NyvM8FPafA+wlCdrK7AQ3UxxK5qH0Gx7d0eaAhIpEjjHIl9JYnGbczFC
XSAoLzJhjp+3kFS6YDVJCDSUGkvUuf41k3Q4eWe1Svz4LolGq98NrQeNf8N6Vvd39hhM5Jrxx9Z2
Lgot71wYfelKVgmgFbdKfX9dJzaRaIQMNNGFTtrqPUHWBKtA/iaDhburbgIL29lHmt5TdiXanMLz
kkpPgaB3ArEWU9n5B5KrZXE7U6GYzmBizOmdEaCQ3kkYHeMl++0phyPm6iWibEhIm+oLMkYRM1PM
Yk1N7dLddqOK7XsQAEG0i1p6ASRg2oZ1l+KOizdkOtZ3iZylv7LgCMM0qdphXsGpiOHapF6F8dpu
VfGkKNGJ87LDx/cOtXgEF78aIQ9+ziLLAQvlFbjL59CMCFQWtibyoPDq7tBYPXWYWgI6WDXOEH7C
AeAh5GlGlQLmkvE7EcXGjCQZ2z5FyMSK1o1qyvjWnSLnnUe2+nQoEUjjG2hc88fc9qPYZGicfGp2
LqQrkiOnptm0cU4XYgx0dEelD8ZD7ka53DhlCqAI7QER1pHR084wcmdIVmaORXQdZc44IIbIs+6a
BofjnxeVym4JPTSdx8ny2umsbcGoBkxm+eCDOevDxKKYKLB8680wtiTHexj6LHM9m3TirpvEypsL
yi+2ua2MpG++xfk0nzXmRH4n/scWTiF1e8r3zNVo2FRMcWc35l7XPCBX0fGXqbErkyhm4D2Nv7XN
qgPFkTq+Qe+jDUqBWrXI69DtoWiAl3Y3iPNE/803iZC8tLw6a7/rOiG2be2nnT+HO2sy5bXIvSI6
b5eO0ZZsFFlD9+jbr2HiZsNWaM6sO7+MO+MiHIiy1iu21Xl5WxNC2xE2DTmgBxccJLxL6nK+ceaP
s9N/Ae2kiA4DRdRtlF+DxDFSO1+ozEk3bPykSexVI2Zs6eSRGeNZg3oSUkoU1+HdmJnU7THX9v7V
2EUoPqKQNHqPodTvo46R+zVvSY1ekxeL15Wc3OkyGwMj2w1e1XtnZpRKsaWsaA+bLLL7awgf5LWO
2uuyew+ngrUjnVGpbWTUtdpKGIZ4F6KG6nHgBx5U/4AGIgxLZsxtTQ3c20dJgEiF+ZN1a9QVj8GY
/HnBBgTOzZgO8v1Ed6Tfu/yT1tZqDT72FgMx2BJr7MtDpxawbGeSfbO2aI0FZE/2SP2D1k2/zx2h
5mSNZoo+L7wEebD1UAwf7dSqWxwwUOAPsUEb86IiAtG61eThOR/KUuv4fhBQyM4cL/PmvSoHkAqz
CjOS2YvO/1DbXXwlKt8ItypLyu9C6ja8iioSIQhRswo4L0GFfG0I4aQ/1A2ispUhSrm8IA1Osfc7
d5WnZfRYDgkC56JxMcmmDPrrdCwGyDPSi6cDslO8l5LuCNZYh2P+YUgjaW9I4+lzfJtN81S6Rrs8
syy/a3VT0DQcCe5Mp7R+YLqHAZMR/hvu4QcyVwDlXSIv8yp9BM9QScI/vbGBIEWY5W6GjlfdTIES
Ee+vcwBfx42dr2P4OIgrbaLicSyPDR1TWaG5JPC9CZ5C9jIc2CFCykvT74zmGuZlfFYyS9AYkHaS
gB1RcfGxC3WUbAs9+x+djOVyrTxvcH7UNDvwLUtZdBcuuPx+hR1uwFatvdy4dEgKaQicy3A7zwPZ
lMDPhAZQgpZEQNkoEMhbitbJjt6pnFGjdG6/BktmyJX0l+D6UIAkBkVG9uOugd/Qrj1NuuJ53Ycw
ZkensvMtbToIiLUQdOXDDP7iu45WI71q1wr9c8ECPq3GIefQO1IKYmfiELuxMwvKNdtUVe4XJrNa
XDnQKnc6tC0AqL1XgYyMAxskj1ta7qc+yXp/PRog8M8nHaL05k2WSz9nMXhX08ydDCFRpXBfpzhZ
2/iR563fWCH9LkkBbRqHVMDKh7gEcx8jNXSfAQZnOCpnWs+yYitY+U7zHeR6ACw3nrIFu01O4Wry
zeEw9m1DsuMUqXpFqCTQOVCu1qd4aoaHRMZginJA2yjUssa4qYyA6BcoEP2wymghVYjEUJqfZ6ky
ms3kG/FIsLDVJGBl+xqhXz3isaHAmPxQmOPzdedLYJ6tzqcvXlW3/TrB0+Vt06bGmd44pEStBiFR
UfiVbDWK6kxlqBUqWsmx6jml9qSJwF8asLIw1foB83DvfPC6IirOYoRzcMIjmZMVSF6Hs3bLeLqj
1kdYj9NWNIsbZdDaL50ku+gy2jeAJlvrvTv3BZCQVnIcbcNMJBuz14j+8zSAD+BWZXcXzXPq8nsi
W8Jvw+q8Il87pxlapD69GTJS8A0PBEzDEnfKJ5rFkiFfzCb4q7pxFbXG2vwG9bdg2RtMilltX4BU
JMauht6R97UBh2iJ0W484o/W8ZwWn2kvgBypzFI+0qsIWQoyVZ83ogFEQJzukG0XwcbWDfvWvYae
O3s7Kgqjx7YoozddVyGZ6OT0CBQm8KKSnSIQq74NA1AkN6TjVCgxQi/vaGUmILsu6iKB+k/AAkYQ
VxRlhEsoowNFJG8yPqg5p2lSIhlKrq3Emvt9anXJeJgxxRGVGU2OvAiApKcXFTuI7lEQ88nR0c9J
+XoidDiSBLK2aQonxEKlk+ud6CSasR6ukR9cEGyQ2V+pGCcoQxBMQOzzG5ZPmtK4Py0kFoZpVZ/Y
rCgapTMKBqIGhiDYWEauDzELYrvvndDBYE6vDhZAlgcEB3MkrBaeKZnNTgmXeG1x/nsi0TXU56hC
YOcUeQNUa8DbfufpuPaxWSxSNd+I4nTXBPSHN7MXxij9YxMSJlstHFwRIWo8/ppHsOXN2OcdNIgW
7U2X3QmDdiLNMXv+QDpBWLLzrnW9CZvGum/yoT+329SE3M4MdRkGJgHQsIfRsptkSLJClS2hP3g4
/f5Jh8p8wvRP0G+tfC13IgAOsfJFnna7HiAc2hR4+ATFW7TC69D5RoXfceDVTXqJFDdr2LEChjZq
oIpc95alEU9WYVyLRrgOn3wR8PPKicJ4TyUh3BJqkDwFImIGMQiDJkXVZGu4MtsYZyNdL/25YVEf
1prAq2TVE4yUrmndDR9qRAMALAB5wMuWlfPYJnOWbQlI1LQcs7RzVuRIxAKLXdjAOVNe0x/Iocjg
KMx18WgbysTGAAmv27HZc28d8j/JhcsymKdmjHJHqbghQtruR9TZXlaQAkIblavTksGeMXr3ckgM
AJcEHdWbWYSLJiOq/x9757EkuZFl0X/p9YAG6QAWs0EgRGpdKTawFJXQwuHQXz8HVWRPZZLdadxz
Q6OViowIuHjv3Xvu8B2ZDly9eG5YhpnMVBviDIYXFFtuR5T2nLzWeUujdMEeRQ61cMZ3RnvNvUgz
cYBUz11Kzw1qJCqAWq3Jyep0dsmvDp2WSAbOmw6FR5nR+gSJ5Da0OimCUF907slCgAZkyzgrBJwS
J7lU0KDkroM6LLZOnU541qYFDDh3MgfVBMUi3IRiZU8xEjefDasDlASNEWtLVpOivsFxxtkHpm25
6qssxk7MkXrqakMcHydZpd1JEbv6XeOZhO62bT5cLBL5xQSWwsLKaWvXaeYn2lboA6YEsJCnBHaA
iWISLIG35U39AhK4vhzI3Z64XpMlGChTSBJoYZfMPARVYa2HQhTtTeQG01EmKDKu6HeM31fA/3vB
cNUJS01xhqZObrahb0zV84SHaGWQ2u2kSJcd4BFvcvzQlMDuXC3IIpq2YrPmIaozdQKebfIftXkB
HZPrWrysfELgyTs39fT8DsxE1RHOYM4ASDe+1ZrdRVJpBWtTa3SFNodrEL/j6pH7rWyBYY5E63Tb
oqgchHiNRXbU2DnOQ6yy4damDFzVam5nhcZS1R4PVDaTLoLowYNgagwn08KFfeMuJFsFrNmUR0/v
ya+ftqbdJd9bCekN1aC3PE9S9W+Z7JIBqARnD0/rmordaBI1hlXGOSwOmVcnDjzdZFeSO9SB0ANy
ty1axT14KU3rWw3a+tuQsYez5RZ6uffdoj8ADrHyrSwm/byyLQB5pdYIEuu4r7+Rslz7e1Bz+UPj
FPAbESQUu7yxYaQKc/EfnKmHz2zmAjZ6gBfXaV76lCLutigZkD3x2c7GNtdGOW+xj2YRhMte3CUE
gOdhPWimCDTpdmRyW+UwkLK7LPZJ6fbOLVSHftpPXAjRHwx0EvwrjVZGdgLIxiMszc01e2sOSt/T
jJWvxuyA7R8F8/jA7UjrpkjOp2FLo4lreU32W7NpZUO9MEBcPqzmfhFA6W0BJRvTcrtAvXqKOUIs
8Di68eDNjgAkyT+yIdSMAyMdxfBtRPuFxL7VpbPlieMGQeuUGGCvb3CVo7ZeUzHLtulC2WZxAQa4
AakoAHu9lv6wsP8xoWVdOhmYw75z1bFV1Sgw5sR3mw3X0NIIxr7un7UxadPT0akNNIKz57Z7Rp9R
hIxI769bVabkOmMPP68MVfpb8F0gLFuEDNdLlxr5fgEPKqmcNS3d0/KzeKu95zY8hqM4uO7oDPQh
aDoHjqYb8hwZoM/l2yuEezqURvxQtV4dhalomi5wyQW51WpBDsc8cOUNFNoHbnBF1p6kZT+tOZ5a
9o2L38w1FG5qDYfZYfGj50DC2oJjR1DXGaWOSM3v3c3Q2+2rS1i1CkjbgnmWuQYw/WmpuybkuWRT
hJ5KzpMWl34cFnGmgzPr0+JJjmwzgQJkQ2mtL8WdJr0FG3U8fW9Licsb7FDbHY/NMLzxXMYYUPCK
pu/LDCNtr3ND1o4jI+2g6nfE9+HHgft/8Nq+q/ae63N+wh7vLTzZg64/wcxAdlJZWS63rd4tL5NM
2Xf6MoFzGKVjfZRrS/tIegqQf0Q6LQQPayEhOjrTZsBU5U0y9zbrS/YzPlQCaMCJ6403E2MjUbGH
9UK9+krTICuf9EwMMERbQ3V7FTe0qMAQUrHfwmqSkuNvNIX2UCAdSW4YKLoA8qIGkRU4G0cv1HVh
FQDWHDExbJFYjpozLxLjO4lJQA7miuynDZs3NbObU7WkrkhP88WLvjtyKN+54vaPzeAn5j0ZOX3x
nk3cwXfC5SIdGKI2jaNZNVl9k5C1LveYzLvkVnQMqukFyOy+i7vrKp89+IBDx43M4dGwqoYrb6ZV
FEcO4RLEfx74nJ9UaawwjYuqtt+pevMwady3qjCnx8z31Lb0Yn8v3PFYrRdPjdgdr5zQqxqjab/G
nj0nJ//TsJSivAJGm7SaUYWDSrVLTVQW8ZZm1nNUNsD+NpmmukeaEw4FDR4tfm41Ohf/g8URIRpF
IGV6FZPfUMO+ZkiU9Rd+j0GU+sxIWdEJl9R59NRl49fIablufeXf+dx+9uA7MA1BkI79m2SUTz3h
yh8cnkyhUYZkSCRWU9rURH6odG36Yi73p4atySTTYn6EjkD4a0z1h8awM1kTBOERHq2W5mcxxyAK
7PkrR+VfvArjEJ1xNyMRA7vxx1dRwrE7cOVa0Ntue0wpVJ0iarG+GKp/trehD1tT52ijMxWzbPMz
tMIdqAioo5GwNCnonIklB5+aqAaCSRWk+rSzvfPR1aks8lhqdx4H3nvWkobxxUz1r75AHDncn/g5
EBJ8Hu87kW1oGl8g1+UeeTkKUI1oVdaE9vuo4h9L07/Ahf8ySgmfu+ff8xfPn8vv//uvs+e+TbtP
me4//s5P0RW57Q7JQRxirCXYTevs8qfjBAAUjBHMcRaWJRbZCiD4I3QI0RWUB5ygPEj894fL6d+i
K/1Pce9/x8u0Lq1fhmrmqmtheIsx6sdQcjXL/DqTYTpRVHnuThsS241jbjvTnaCBC5S0Bxi8dCPY
TCVFyOWOu2dXL9nzqI8u3apk/mLlfJqWrz8KM7U1xB4MgU0n7+OPUoHv4+6UIoCtY3VwTOx5rpb2
B7eh7wJZPunwpMbRq8TP8MVQdl36v34KUBmQZyHu4YsAPPF5tAjFGkA0wRshJfA3rzNWCPz0PZu8
HZG91hcv9mkfYjSP7gyYDfZM/h8S5cf32VD5OgjWmxA39hzOSf9swe3+YvH/9YswlOcKwTPmfXqR
hKhLerQa7aoyNQBhZ8NaaVk3vzzslz8/oV91dOvT8eFzc/n3+ab89a1wa//09DRq6OrK6DsaXvWV
oy30EWN567vL99hYHslRP/KGEuyy/8WMz2ZxfH5hpsAWlDSOJ2LC19//ZZRYC7/V0ML0IdxiLpek
31TzLh89eR95NCh2kYn1lKBy/dmKluWMlCT/NrGxiQRyqKOScrjMwsiRKQEXcvTu5pl0pE0D0eY+
tQZ0KLapQWfSiINYglKag02VjMDXU5N12ymPfw3xHrfhAehfS1pJdCSreTknUMY1j8g5KszANBXX
7rrVoNsOfez5Rz5ODCQurd07G59cxW9VZn3DJUOMJaEepMsbXe/iH8wc4hws+n5kVgunm/7uA8gX
baynFLGwpJB9ntivPSotx7IVljSnzjQdajIkyK+Aa39aUy4qJQelI6pHoi4/r6kunbhM0e4K8WPJ
0Iffz60Y2TzDCn2H+PwrGeJ6H/n4LFpoAvH04c70XOqGj4+E0MrG6fFdhWhI+Ob6yoJNLO0QDoKO
GaWGbL6W+/99AfzFmxQoEdi9Ea6uQoiPL+r7CQevIC8VDBKNjiY/gEDDKWL5l9WcFn/vnrQa5kG+
odgz4NZwdHy6wSw8HNQEXh+6+Ok2ZTsaYe/TiPnv7+lPBBBs46g52Z8QdHJoiU97R2c0ZjqycYWj
k1dP6NFMBi3kF+BfqVPv1huaU62ndQ2Mixz0zYzYfVeldgt4G+nLrZgH5yJVwA9/vv1/bhncMtjA
/ou2+8ct47lKnz9qu/lLP68Zmo22G4eHv3KiPB5wl3P+/52tSL7Xu/XKCkQ6w8L4wzLt/oYYzkdR
xaUbYZzgt36/Zxj2b5wb/DIyJfTY6w77N64ZH08jIHgg1VeF0Crwwz/6A6rzy3Ztio7Y8T59Sr1R
MjifwEpOX0ojP953f38RlzYGrkRcvp+VpnZZujFqpCdrIbIk6vXHvnD1rd6M4osF8pfvBvQPmlaq
FeuzviR2Fr/wZ//RmEn8CZjyDddMjL9EnPz5ZTAio/dcsTcrPepTVWQLDej/4DyUJaD5XaWX/W01
Z1YW/vIofXmGrx8bL4PtA3Cj4zgs949bmIm7EcOe9bAkdI8zJ7LuY4iDAQGJFOWVuiRLTJ26o/SO
4X01X7z4x03754sjUUSm6K2Pof7pzpfzDPatrT9YJQ56Jy4bg34L0niRlwSYzSI7n7VUfgHA/Xhr
+eNFeUAICOeW7X06KXJYzjEI4AeR2XgOJ2Lzos0oFCFY2MU0/dBZlQ2jF49Ssasds3O3ajTSv2cI
+PlT/KhEud6vp+SnnwIT8ZA10nzQmL1s3dSaQj7o6YuL0p/XBM17zkSdeRHqxs9yYaIkktlNrAei
fOUu6h25HfIZUOYE0P6/P0bclz8cwLwhwcbDL+Nfo/ZFvv7xQUJjoY26TM5LWGjNRmcEDgG07Rhu
YV8bntJ2zA3MeLnPxHseomPXj8n30UXpMUicxWJxY8JfFCT6bBH7WEfZCzis6rmhb35b4vmlg2YQ
TgrDRFZRKJYpr7fQnpk8DfNieoHZph5AMdLwxIklKxIKvGiAJtsu+NmCMVLGK6pqe9pmw4Lj1Y4y
AiosTIWrXDBGR1BJCzOtJixLnUQEX515ztKfpssyTzsY4l66G2XfPKOrtOwzpflRdeVRMdxbIl9c
9AWTXh9MskEw2WdMiYPcsAZya0Qvd3Y7kkm8CJ+8EI22w40YKoJE4prwmW3lGS2aIbx+mPSRrb9x
x8mcLWPZglhX22xv5wEVBp2jViO2JCeg49CksTpqyJHRN4sm6omP2mlomS411qw4tlfvakSrfnCm
ebh19XyxGM0IxoRlng5PiVYlb61eOV4QtSmwsgAmgYiejdbT45deiOh6GRyNFNheRP0m0THsw7Lx
VFfHNLW1LJHHsjMtku5tL0ssPRQcMNpV3QslMuQtwH18yigXX1x+GTlpToeD3n1R+KB9rQj5rkZE
edMyZLObEewZyjdHa9vHpqnTzLoyF7vxyoM+OqW6zvQWXcnqVNYicTPiXu+mvd/Kdkbw0uddelJi
LZX6LgM9KRXda6lzhzm1fiIJytldOu+2LLhpJx3IOZDjZF27NKPjDSbwlWmgGT8RB8KMXaqIYbDW
Cbzt9rAQCsjdkBGGRnhwEnrTcbrb4idBwVppCssPsELGhQ3KwvCTuTD8JDA4JiM1tChWY7XZnvw0
Zywh6OuEsN8h8shqGToRXD4nqGVjNaFt8VJEeaa0Mo98qaacTrzUy/PE13P9ZBgioe+Vlbbv41yj
lWPM6Z35iYibo9oovXsLkVgDbUAU37OC6N93hre9fa7mYiFgSkZEzJvxoF10XpFG+4n9Lvk2I3Qj
xROavrl326lcLqPaGa44DxxSTBp8pIHBoPxxqruMBLQWPxEhijayvSQwx6m+T0zsmPtkEeSod4x4
xCEldXNAAbCW6lkVG9mJUSXyQeQm6IRyAYq7NRZhaJvO8Ctzr42T27zEST51OxFbE2wzZAL8UXvS
JwQWFCvxAzOcod11Prmhd/PYDdYtruAouki7Hiu2N1u684Ag07FuyXrTkze/7KR4Vam0iGjCl2sY
uJP70qzvZW34GKEnVrt/lulS5CKIuoywgrz3tNnclBO6Jq67qh2yOyzDbUH0Zpu44+1s1RUjlbpm
OreZbVr8pzazy1tF89kmezETl7PXFNXWE1rvBdU4FFfKIQoygA/IpjM4MAnocw62vk0zJUhYYjpz
Cn8BKlVjtMWVAVDhsieBqQumVsU+scFNSkPUiUg+QIZhvPeSDxRNUpZ4m0oNdoG2zxVzSCNXqIBx
e3JWmlACN7NBctueJATQYWk5EWqO4Ty6iq1i+qYmid6DOAVKzYlpeBGYRtbpGxXj2g4qexhuo9h1
7mqNWTVKTd+BfuDaatx5ALTEziQzhXF61afVJnLa5Cyu3fRRzbBE2OSz6dKwEwdbNaUmqUMq0sZN
WsUQ/b3KKS8oLwi2NObU+VaNZvzkkQvRMIrVokfdzOpX3LvD7eQwFmXSZ2bfExvRE5leqXoSmq6f
NdIpSA7qUoAQfd8h1Bp1b36s/a4ET+JkzKsSS2lOQMSR/+T4uPjDiiTZk2WmbbAhRk3dq1Elj7Pn
lC+JOeIFNNtKvsDPo70t1vlJM1V1uk+EOeJvN5aSgYqt9zvim7whzKwlfXHc0rka5Eycp9ZbgEU0
htuDR3jsZuhkesPgSD0R6mnf9bo2vrJBZdm27lPfCxWEKRIn3NZE5jF4YjfOOvNebUnc9ymePJgH
vAxKQEmEQ9joLR7vtICoBwmi168X064mXoQI6KAR0qHX4SwFo76RMIUdb5rc0nJBg7kvWBwMjd0O
U2BWlQvLrzdnO6T1IFE5xGQX6YsaTxYuofMlc0rzvU/z7lRpw3hDeFY9AktPcWBWeW8WZyyd6LzO
FlOGEDKjZVP5sGGxUFMEhp7XJj2wBtn7QY3y/pUxC8gJm5hHOkNLHr/OmYvuqPOZnDMC19gLGQ10
pCrMTn1eqIgBnr6MzUuL4VkjiXDge+nauXwWXiuZSQkuGTtrZqAdmGSFKVAehHiF8To92POn22KD
hX3It3lZ96dJ7gxiU6aqynZSi/IHlkxl7En8MhMM5QouQ1t0I/w3s3GuUXxMy+7HreifkvVfNP1+
uSD+qTF+81zWH6rVH3/+92rVcI3fbEBh+MrIzFm7z79Uq+ZvhCLoWH2AMP2ALf27K279BqoNQJsQ
Bs47zMj/rlY1ylWK3LWIoatKAo/zt6zIP3pT/99L4ifCb8GlGesnP8Sa0/DxKstcdmlRTlm3TSql
9ghxxL9IpxjJaNlFw1FeINAKlqh6ZpKN4EuW0tm1VYtDHlZL84bcEeUoUougNhN2WU+XPJiewd/Y
zFy23KNq0OW4S+umApnq+mobjyOcE1UIcQkCidtkBecn3xCGZbphZs71TbZoTy2KgoxU2LF+0ddh
LlpnS43baLG0a6oMjvgIZiSLqhjmZtvrTvJWisZD61VVThFkScvcsuRAuUwx/+9kNw5yM5rD9BVd
+XPt6rFP6GCD8QOvJeyPIdkvBX/LF5susjBuCz2NEF/2RMOW9vBF9fix+7Z+TczX1pY9xEMeIovH
6NcucMHi7WWTUh1UttpWSLh2k6UAA5tkRVtDqf1czf/ZwLJ2vj4+F7wVXCW0/KA2We6nF+xNpK8W
wqlboTfzSVzVw+OEqtji3inmd677qFw5Rv09qviEb9lw2eGU1UhuhTX0ioacgiCzK/u1rPTue6SD
/w8cPwdzhYGaAUs81/aNna7p3Cby17venZ2ITEhrrrdpg4+kmsdWbfsSiAshqE5ehwsKYAHvYqQ9
zbSaZCC7tLMLZQDu4jrZEAkEZ+Fc85ceR4LdNCfYM+R1vozTsyYyRtHopq1nMrDbd7tc07ehzyC1
t4eIYfUve8Bf9Br+9IUJh6YJLQ3mTauDa31sfnkssCzQ4YYbc9vF1Xu01CexxmezmP5BY0L6z96b
/o6CcHkw/3O78DyNv7cfOoXrn/+59xrA7NhAYSsyNaFNuNqWfzYK9d+YidPVYowD4mRln9Nw+qNR
yBiTTXvdDtdaBAruv7dew/gNPzINY5YDtit6Kn+nUQjl7sMSY9elKaOzva8QUwfZwaeOUNrKOY1l
vY3iwhxOymyhDYWLI4dvTIX7BhMAIb3qI909aM3M9lUr2enHVllH2h7eLLlKST7M1JyaPxTHEaIv
+y3x5lRejp6FDDRLlnxPpCQAZXuU0T3kM3ACPJTVqzN1yYvC8nzmE07oBb1TNAk6amkd93pbxy8j
hU58qtE8OvbMrt5T8UW7AmWfezLrlV7sIoREE96GkkEPueaE2ftHaJqb9mzu2LwPDnfxO04KKHAF
4nR2ahKwlu2iEhrpTkxS8Pu8NLN7Kmh6BGaeZ83By4SbbRvQLfF2EpmGQBtil63vZ3z3cLYcZ9C/
V9hxZLXDDDPYlB197bmokMbKtw9Uvx2ZIyCLIu7ZHCVkos6WdS5qBCWbCACRoOAUCUXQMrSYI1wy
Vt96hF73Mp/HOZBzREzXTH24IwV3UDTLvOF6dmNuTrqcsSTpaN8u8145VWihuDuta+Bm4WRK2QZN
nyJZBgfVw2mrlRG2WWNeN1zqdh19ihMK2gg/xVw8zIZmuQHzvOy8mzVP3xD/Ub5CBs7HTTdV8DRV
Q1b2lPt6MLbmEJYIs59KiwlPMBZ+n4ZGnZbEwzZtexRJTZab3DeRMHIGC5Q+dWSf50WiGsBBTMhC
O+sfjXHsFHf25UKZybjNZxoLaY0rqk1McZ02dvPKBQHZeou8y6CjUz3MiIgOC+urwkPmLt9I7XXe
KAp9Y1Mlo2Cj9nSMQpYdG4DbswiDDhCmm9LqBx38R10v0YGah88KWSLx4gzQ4vq2GDrKf6aHLko/
2U45weH16J1WdudN6LkdMVsR8CahrGfstqVvBHBZ1HJO4ZjPu7br0E22Kb2rc81cjGJdF3m905Vd
3y6zk5Fq2vqhk4vToZ7OFr9777l9BH6DKHCOZBEkRXpEOs28qbSI5OnU6UNd+t128vpTkEU6VV1R
vWQOzagWuTbYLD3sGx0n3OR6r2PbyNCaTEhfKMMCAwHfIR+5bbTOtI/NhrZeQoQbYjjMGYn2rSv0
b7kdWfvaJvhgGfMVUtUUezLcTqfGD40RKXrHez7QdEYb5X6LdGtbV+lBea5Gp9ChvTYbGWaidtrm
i/4GnO1hmcWLFMVJWovtMgnsZ6PtfV8K+03DdwSn4RJ1rXlTIQXf2CMJcWlNZT5F5TZCfBlaM96j
OUuKsBjdNzwByFbxnATUhzH9YD3MHQRmXm8gMJ6yNclaYf5RGKK6MX0Z+L5PpgiBWBmf+kry0IyO
SR58fE/T7Nj34ydbujdjhstwRC/oO10USrv0wkHrzxs3ix+bpLyiCXoEPMU6ZEbWboq+PV7cgpZO
o13ECaCJqLhPVowb8XXQt3x99bbo0R28CXGtmubOacZHrewu6CZSd3cnOlLPg1P3Z1NUl3eMfyTG
n65+FxmVYj3WMdQqh81icqf5eGzEdTZSiBbEAG4xrRH4G+O5KYp+QHdum1s8EdR7aeWoYCDgjupz
WDYEzZqbtinSnSdqFEZm3xyyonuiTzXsMke8YVPMzySwkfPKby/jahgBh9EpICLbP6XLwifimgVk
NeWd65VoN03voCQ17ouRpl5t6YGf2PlV53cHKDoo/2vnSJFbnE3RYyLsl8qXxabJELMX9nTfTYSX
l1Mb7eJFd7bCUskZHYCNzDuoY0LPDvFA3xGbZNjTRDzGdkpPOrXOLMIUT2K8t8e9izGB1kPDKGI4
8XJ14/aI7bSMLaQhd7x3l1eGGtel4chjMRTtfnTHBxLfy5u2JluvGCfJ5BtZftqZ5sGIuoNpDNO5
1xKnS+cR6bdOXoQlT7vJ3nZQA7cMWrJHBq97rE4vMN3s22G0L4pShQAj0JRiP95m0vAPZZJ6YdIN
zcEZ2zs19Vzya4wr6UnV0N+Vc/+trK1H5eH2YbPRzidAEAGPHEE/WnNVpMDHYRzewUecdrptHOvj
clavG/1Y7KGOmRjtMFLl2KITVhQDu2if2japhEZ9EInadfVALDI55LXjh8Ws8XRKDfn88Fbr5fEc
y3PLkEdq0bWjobKv2N/Kc3fhPXcenagsRVftOM0bws87R6/eTTUfCyK2Z5RwQLfrU3we/r5lvLZb
Ku2KVlAcuH7LWp+0o1Lax82gupdkGIHK0UMH8xJvoFTgwcahhdtCvtb1fFkWcJXjpnt1Y2Q2HpzP
E7tNNVokZJd3ytzleny99D7GaiXCcvDftGm56LrChuTqHIvRPVsML0MW7UVeWR042vNUBpFJCOYr
nJVOvuudnt92YHMJy4gxZ4KwH3S+AZ/21s5CK1UEtYs35nUypg51a+JaioiCbjG+ERo772iwdUio
E4hGTUo8cSenV9fC6QNOszONttouxg8oSuxafRP6i5eu59iIFdO9Jf88H0+7UmZH6JpKzdlUXc8t
/opo0hpXnq5x4tTvptG7dXmEwikzl21f0CvGPIcDwNikCVLLEPqvrbg5oT81T1JjjJcnW5fd5G4j
KCKesZ+Iny3MvUVMtZPtI6s2p2qvcIBomGZVdcCaN5h3fHlmPZzPsaYf6yjGL6dZTldKpfqL1FlH
YcNZYSLsHmi337QupYtzcDXaa0FZDtaOZNYldu7zsSoEvqB8Wr1TNs/QVWGyDrUtwfcoSUAfog6j
iTW5DmPCBR1PE2q63cTlQzSbzCG8ur7TjXIstItUb1NlHPVerj9OVTEOXZhkHTHVHHyOCfKuDtFA
23I6zTCGlxsrSmViX5uGQF6eknMb5LkWy2zfFNgEE7plQPVNP1sID4f3UiA/iqx2ptuq9xJSiFE4
pQzxe7vwxHC6V44VRNRkxtarcW/Q3ywtZ6NAUbIv5AsHzXmC2pcZa0SDjxsht+uruZxnd2MpWe6n
DhfNBtylSh8ro33qOAjSOyNWtXsz0a2Njwhow72S2jyoW65Qly3xU5wnCyVeu4vaDiuu0qw6LGnH
Y0Mc02VMVg9f0iTVsEe+BZwmNfGTI5VuSQ74zpxpTi/H3Ju6h66mZ3wEon+Cbo6GP4PgyodOTBrd
VK0uMCZ4mDzFblDamF0s3gp32KZt67m7jql4UKXgTfb5WDK6y9whm+6r0lTX5BrHLknGwmjxkzVI
pdLBl/Z5Mky40tNiJp23mgrSjjs/63AhFJo4RH4h3X0C01BnedtGiPOZhB8NajTsV8PHADBEfr4Z
E240cDXTsgwby2fwCXHN9GMVSDy/khk3toVkvmjnuILRgK+sODKayrS/JSPODDr2LZP8hhmFv53c
pK750AYwoLFF63SsEYzJeYFRDCCyfTA8a4W4JlkAyLk4LjtT7Xpn7vYtqNt7M7IaRAgZA14OLFRw
6XZSjrkf8yyqgkiLFda6sg+tZOqO/EzhelKddjr5bn0kRG6f5kM/HhZ7Go80RcleF+x2zqz1TqDU
muhcsG8ui3u6TJ55cPFaHZPH457xLrWtn+Apxf+TkqQUqfwgJGA7b4nzE6/oS/pUhdpZqahvVaEB
oddJgSMI2D6D61A8M+fpjzP4l9+yydVPMxGN7y3Z7QwJorr+jsbOfW8bBrABCjMgBD2+38BklZ8T
hpQRuIxNu0nzJcT0Q9Vg1F7PvSc1d3CVs11uKf1ldlLCOEu2ERipuP1K2Z37UdKu58pLA3cwUH0R
bYid9i6lIfIXalZID63WoULKs8M01djzFWflUZvq085J5heYgeNRS7D7wWn9LN3AdmC+10/ZNo3Z
GLU4F0eo9PUdWUwentrqgWOn2Njz1DzY8xBvfbxAm7KJkm+NXk4hmSsnfq9A9zOKDbq8oTxxe2Hs
fKaC9GIGa7j3VdSG7Zy6YUIJtfFmYR8m2X1Xnox3CszC1TjKy7IaytM45bFfRgumucdZni8FlvbS
zSnISt8MzVHad1Pa30FCTo4y3da2Xil2duxWYR0PYhs3unFsxD6AM5mmr2W7FrJuWZ+VlYF2sDcy
gkUULnuMGoE52tCP7aG5551wRZ39ftjX5TBTSWbiyI2M5XwsVXPUR63LGx8mrPEz9rfU7fJ/OjG/
d2LMNdTzP3di7uLn6u1jG3z9Cz9bMcTag9/DkUCfmz4H4qg/WjEE1COngFKGDNpG+EP7+fdGjP0b
bW9YzegsaJ+zuGjs/KEMp6dOTxJgEGAiWjSW/bcCgHFEfOjE0OhcFWNgjvg5PFCS5if90bhCgxFA
XYPBWSoWWYdVXZ97nEnUBdrZHLc3ktwcglXqIqLOx0NzRgCUz4iqqJNHDffhRF9hZOm0hkjTfWf2
hUMxTubZRnN9BlKwgcc4gDix4LRzanjQSbaMD6uPej4avYxrqxfTaOYgSKPboesGvIfSw3Vq6En5
THtgtcjgy5OnkktLEu0RJHQjiVPraPjKXxbhUgq76AuMnWUmFZbgXJBZz0HSNKaxqYtOzjfjDKT8
JHaUtZGDKFk4DmAcktsaPKsbt8/SG/YZ0e71FsTUZhiHgY4D6t5kO+XLBDco7SQBNkOplwxajfJh
7DXXIq+t0nsM2ZjhNokZZe96b9oPUqQSuEVZWfwWjIeAaLcKIYPquRebCxmZGx1qBDc425xQALcY
TSDsuuTEmjql/5ZVqx/8mT1lH4ksf83cqdVC9uMYRXLUFcaOU9x6sjJT3jXgOBiJxbTGvSUCaFTH
pomNz26yfcG1qdlIkM9r7hLYsj32cCN97M0of3UimkwhRuVF3RNBN/qPJsTux2wqcnDpMfxRpOtD
ccRc3R63U1c691XaLc/ulPKcaEnFGL1Ae76G2I7TtNGaAjsVN8iQ5IUuC11a6fgtSys/bV2D4yOv
W/RB0uUaiBlM1nBRFl9djMx72GB56hMEUpOqg9Kel1OXTpYdSoBD+cGyJnuCvGAAU6oSjLeBUGod
MMZepAUYZKZ0NTIzU+XpIjcwhzeCTqjC0Bvi1rKiADXh4qMEB60DXsJROtJopH/YQevR3xoVJHSM
jir5bgBcYL5N6d2gHDIoOkdoDHi0R46awP/Br1Xj6J23eLeLYPQ1nz4YVzUKUKx6L9w0jMsJ0kW5
L2DBv6GnGc1ggNWabgclhtu0dM1rvDoRWdtgYVoK0DxlBay0jsjKJW2aXEaPcx77xXtcSjT+bPVi
6QkHiXk6gsRDFrUhy1FQ/LHCEXgXuYc5rR8hp+kTd/2Exw0puzHMF4W1kAcRL3B/zrSO7WCT1P3w
0HqWOPPr0mj2OqPVeFcZVeps3VIbuk3l2q2+G9M5Pf4/9s5sN3Jlzc6vYvS1ecB5ANoGnMx50Dzf
EJJKIoNzBBmcnt5fnnPQ3bsBG+573+3aKpVSmSTjH9b6ll2F0x9UeljLpe49+4XONrcw7rZZuSdd
Fkz8Mnfzzmnz/ivps+ApW8QIf72rynuAU0A1DL/so00TGl1x6gNDi82sjWlvt3bKyElHIl8tHn3z
JHxiJIo237slWqIdVrzlaRw7hE5za0e/ZpsWFBBymS9YcEnvUKg3H4HijO/mgBNvxTBLzxvFauiF
ML2AktYOKheOgNzoTjYqtugNGCKYGfPLOpfUWyNiHGzDuL03IMvad89LUfR3cnDes9rPX2UFTxCv
6YQ3s6BdbmgVTf9u9G2uOw8IxrqcWnQTXeQVzylJm8lN3ub4JVWkyiOcqbDdLYxipy0NnXLjEvvb
HFtMgYqd1ffzL5Es9dQR4R1orOuBUzQuacv1WD2wXqIZ1W0xfia6JJSk9PyawcJ1dYh7dBZrJBXV
JdcufcuUUSfRwMn5Nu0L1kyoY0e5RRbhuLGXKPDqiRcikye6EhlG7WZ5d++amW9gDHBnVvohkaCr
3Aqtbo1Tpsr3UBT5d2AhqOFjUszJoXsQopKjqhPjF0gLTBh+n03fkuf82zVN6cusK+vBrzOck10J
ER7l+tLd4UZwiU3pHJXuCVZkQ+qXIvr2zLH21k2wFOMx7MdGr+a0K/FUlnk9oh8bWmZU0lv2FgRn
SFUJm9rVBIgH9LsafH+TF3qhYaq4JQKso0us6dDrNa6iblyxmA70ZprRh23tzs3SdVJqSX3vRVdJ
g2X0pyvBlfB28ihe2ghPPJQTMPXO9S1geAEGfoWtq7P+sSD7/3qBf7GvkvT/c6X0+KO+/ipv//s3
/KNSsh0qJWCIPK4w+8DO/LdKyQr/hljyql7naz5uk3+vlPy/Mfy0cazzhb/GNrk2VZTlurBZ4Sti
YfL/KysrtmR/3XYHNkcjlhqqNVDRoEr/s6FGiA77TKpk7EOVOYqsMDYDJczRAFv1CctGv9pq5GTJ
MUTja/1wUEVREPTqNuyS5CxG4X4lsl1IXhDhoczm7JWTatl6enHPfZ6LapWBW3qz8qZjFpFA70e6
UN9Fdl+ex6YTv2PqmvcGk71DtPTGjZcU6sHoRnljMdlYkSGr70zL7S/kjbQv3WKkcQ2tYDN62lvb
U2Bs0FB2GxXZxnPeY5ppezM99CSXtMwNoRAs5iTvQ292H13qjJ1jFPlXA1CAEakYDw6jjv3UVv39
CIfzNPW+t2eVZp+XzFo2TbdUW2KCinPTjRc8NHdURJt0Ch5Ki80PXvNHZvthzHISQlM/ad4GJ/mM
GNmtIIVtwOol8AFnQsxb+08yVrz2lNQXNHk4A4+qCuTOgw4DSBA3l58dbae89dNnBJIPhleqfZZ6
452ekwryxJhGKxOxxWuthvlMGEzKq9f9Tzi27o4JabW3FtuhIYNGaLL8+rLyDImrruTBmN2nZgGa
ViR4xaCkGbsRTvGYOTe57Xq7hYHdfVI19mVpwvZ5rM15E/gapEFjDE+pAA+p/BamEYyn8ZjJ0Y/7
otMvvTN5grlFOW1SV0b4vLNvLQkvzok+qXB7rMqkIpMkdJB+AIz81sSC7irp9PeO05IKUaYGSYp6
YMTm3npAGtd2098FXf9mDAbVunTicba9mMP/UFeMWF1G016mb6SeXtLWp8bEjJEW+itwxAOMReYU
RXExE7s9hnNuEiq7ZOyz8mYDiutEEX6S5DUalReXrUI9p1Bm67TY1NXwPNhhpmBK6exsyM5ghiNb
XkRnKb2GwdXglAoPoQz0iw7ygoDRcDwlwIY6ICgIYPxKxkB+HTBmbbVOc7XORb0Z5R/KfvB/0cLD
306nQyCPCb1TnHb46uXUGDsAj5x5rC7sLEmOjaY2R51zUdFVOceBtPa7cBcSaUVelhF+W6Phbhvp
JjY4zoCZmWXpu3l0V65PNlNITOZ8jWkxScfx5hJsF7M8SxkbEyAndPuV09srqyYHWstm2pOIJo/2
EP3g3T8YrMwI2exPQN8gwpEQSGRbMF2Yb7UbBW9sgM6zGcb8NNikmFCrccORSLoZ3eLkoGc5DqXk
1DbMrQdyAYlz7RxEy2ava9obzln3fiKJa1UE8rsz1DNlVHNrhd59bV/zzPuW0JoBbVtnucsmCIzP
qVXFuQPu86DMXFPJMiYN3AYeE5ruqfSBjaAfDanUgSBxI6hP0H3+SWUhQ/8ZHT1K8JjdScp4nN+o
zbN3u6xM4qys8UVjO9jqRupHhNEXmkTeq8xYk6R0DLqRKDfnN6/EQbmZuPjp5L6QNYK3o7ztrwIV
FvO0h0SDrJ1x/K5nVo+pNJ0Xb2KSSjCUOEUSxZ8Arde7xlskhbmt4VmtTZU9JYta+71odvVc7QOL
u4nprwjOQoj2BfIkkTuN+i6z/N6rPX0nOneVRYy4HOsASeqlCWzatTTnmuzbxyQTf+o5+Ay0vPGG
sr0JBIRFnyCTFdqCPevRnEURQMpU++pAUT28SKOqLoRoo1QMQEnYi2SiSIP07QyROosUqMg4lcsv
Mm/kpw6wy6b00xPBWHCzSJV2Vp1pUlfVeYL21zWOfYuSucuRPDMb5n6S7Ri7DKp3ag7NVTbm3nbK
SHxzmZStZz8LdgyLx7hgLbwxK+drGV3WNSMbHIoq9q6g1k8zC4VTNBgZG/vA/hCN6xUYCHvrhlZX
3XaJOLppcZ/Ykuwr5Pniyrm5lBSiSQRXdVUjSP4DpsvfW4Dv3lJPzDeB6tRPBMT1Z+JjOxZLdG8N
ObTMcJy+vNwIP2ewiismyid+kYU6OLXXiO8PIUfRZpCedVBhWj5WgfiDEyBYu4101kZv1S9ACoeH
ltjql25GEUe9diANiPkr0KN7MGOoZuc8YtieL/4bBCmmzKBR+3b6mIP6OanchuSlxXBiHgM3gyy+
x4yqtBM96FsjKNdmRrg897a0P9tMkHakDbt7ESESen7VJDNJDEiBohbXYC+7pg2oF1SnMSFbRrjr
ZsM9hOyh3nEJ12fKD5LHirYOnlzTCEkbqFv9HhiGvY8Wr77rDT0c6MGas900xrpzcyMllgpuKbuE
QZ2dvEvH2EqU/dzWHFKDsHkMwK0ZvjSjXLwZ9ZDsrUK2L/SA3pNrQaGJixaiGFpBWtR9j+zlE3Kr
fhhsWz0aTlg/2G3WPVKK4IgZaz8ufawTzFiSVWI5IORMHlpN5E23vhcslwF00zErWLJ7yVI8M1l/
aaTgEtNVQ9TQ5BzFoqZP3o+MA9iXzQ8CFSSP+NZ/U/7SvC7xej4TCZCCJU5Z1LCuy9F2K+euqHco
7Ql+6+rhwdbeRoaeYnNiCnLdokc8MqsuN29gLz8YxDwenCbB7TDmVxnLsz+XyS+mIX9Lmb7v6CJL
708Igswwg12PlrAQy5dpb4ckANOSCZgzRZTMt6JsknNYkJ415OPBtYbPcDCma68ClsgWRvt1LRdP
TqOjuyplJYAyOaG9zgJNX9R8SiL4roFd+Ia85OJJTTvLPToKzq8IOiyNvvfsWnpcU0Y4F7PkcWwW
Ez1ykK0Y0C0bbNfd/YAk8FlxOyHq6yf5mAeOvaEtiu5ov7tPofCAE2UYxQmEw41m2wpPLQ8PGTBF
LkGqv7Rvr3aH0f/xg+5rLoPluZR65M0hhL41tfvHmz10jkuNWykENakVRVonrZPXLOWjB9ZhS2gD
w5PJ343NondBZn0FufkSOfCDFWqdm4bl3T4FETexJZjeAQftzRkWDfelZ9TnNETjxIh5JSLCmRGd
my+Cz1ghQ7Sh3Rpl/TPkCIqqZVR8uU3BGLHBXpEDlv5BAPFJK65u7cra5O10DSAr6gcCC4sV1uPs
jlww+12qYTjVxtA8p37p3I667/Z+Odfrzp+suB0ndyfLPv8e6ihhRMLufykc53mkm6MUqGX461Tl
dQvjSX+HjJvap0nXnlvFGUjDwh9u5/RoEnm1rqudx5KeU8/fV4kvNiQJlndMxrLj0thqP3V9uIq6
PL3FdgmcUyxVuwlsbaytFIu8xwl7qG1xr5c5ePWcLLoZmY6hv2qY4YnBap7RY3VN3FSA51bsI7Ce
5RnQ2A28H267lP9nr438Y5yZWRn9JrCSx6g8C/B4zAonn7uiX+SODR7jRd8JkwP+L+u3cLtu31bZ
CZNgf1SpcE5lm8qVVIBxi2yuDkq1+oA73H6VoVXF8F9LXGZ2E5UxC2G8XZXsQrInhNjoQCHxoTdC
vlF6yTnVHZy9BZEIoC6RWEdFUmG3cReXsVgwBAV3qWtQnEGd64ACcp2LZm4/1CQMULg9o8+6eRvZ
mnN9sLir1lz4CMJMFv1UUVYG6CgDnQ528VRxo9VwvRXeF+pPZ6MwiY0bm+EilO4gMp6gOsCrBkOW
knVJcswqx/C/b1H4MSvukEG5sKdeRyVrxpaOqGLXxzmwCoQ2n+q0YCZpg20cMa+W6LvQjiS8cWb4
YvXko5JiKdH5OAH+IIzCcR+lxcOUO4RchkmwTWv4H+bsMgaYfcPhk69YV7chWAjEg8w3mmJ+QhfU
xb6TV7c8/9NtnlLIQRI2N4jAxG1iSLF1Uk99kiTODW3kBQt4o1s+GTiifkj9cQsg+GnoGuYUWKTG
mEHiDShLqjk7t4i4JK/zxsj2HrqLc+VxJjmFqm7w1qtjXrflk00bwIOJpo4DxI0roKGbsUzdD94d
fZCI+NZMZX3UX8a4bdvAOycd9CzH9NZwsYwiRiYHYM4aloOuEh55NdK421kLe89YEmENMbExuClK
FYfURAAOELt6f9mVAHvXoWqM02jAUDeYOW51F5qnhJNvUyXKOdSYAvc5US6bjCGXEbeBrt66ufUO
eRsuax12EScIwerIi+c9/4sD1VQ0LTs4starPw4Lnp48f2BU91Vx/a5sUILRgDKl7wmlNUjbhOtH
n1ylkrYow2/JY92dbxlwO0wuR6a9hWGcBn/ddo9L5jyMyj2GHV7K3rfuaBg+dPTHmdKDnYNO1WN0
EJWgxgWpJczxoaHjWw3OGB0xqATowlxx4Poo4r4f+zde6Hsy1F6c982rMQoEaDLvP1nU/ox5dhpq
4cdLidGrWrYscC6TnIxVngDHBNP96wDKRqzW+rGrbRqGaGCemlevU9gG58nVLxEpzpviajeMquTC
tlXHtPfljXJcdF5pGe6xoYbJmr7YuzCbC1Ytf6oLDyHP3CBMCfOUYESDi3hiujlTXU41Y+orpLFb
cufs6prYSas+SRvHmCq2EwKFR8yxxtZImmUnLe+dfX34xoOw2KO/+3ChlgFjNHAQxCwIjBcTxskG
nYe346Nv1sRfevs+KZ7GgQ6RRxszOFx09Ao09CubCumhSRJjWuF8GAskF0G5S6OrCQoAZwDOGIwf
CrB8xzfKDUxQSN3L9xwSlg5320UAkut1PrTJnQw8+h0ZvDjE9TZQ/5L84EIQ/0LHYsae1eNu4NZB
YT9t0wjL8WBPxk0QDNGDHQ10RSoJL5LGCOnbhQSH8tZjaoNLWPhb9FI+s0p343kqXI2BbNeTQ3fk
dPMlmQl9jKB69tf1tIy+cx2CK5zrYVWV3WYy7JMjwD4XPhTdOZTP2jMelcE02Zae5Ajq3vueAHia
Sq5Xj49DRmzR2TINe+mmKHVzDqQxvUnwORwHb15uran8WFxziANnCPb9QANK80KkNyEWgxQ3cKfT
w0S/HLT8G3YodkCVyD2YVRszXLE3eVrthG+tW2+m4DHRMac9P33orE/RA+kwZ/sj9whzqkccaIuj
1u2gkzhirrTh03OoiEsX+mDVbwAD4HUsl3tL148STZdseSQZ3hwBz/N4CLtWu7VS98x5i6AheSzs
L8Mehx1O/3nbEdHwNbF5WDHmOuKZ+Qi64dRTrkvLKncjgc5xU1iPnBXdrS51e6wCFjMmDrFUjyiD
ofiwqK73tp+ksecm20H1d7KONvPViTNG814XOAoTCA/KwkzapnV9QLfrx6R8DjvLLL17Rc7yrkyS
eRuN7bz28+51jDx92xU1QkURvkUuTxUyA3ZFopc4L5JLQT2+b5OSQC0IJyun6p6RsGwx8J6bSv1B
Lx5szAYgdsrvtZsnsRzrTr45Vq3uqy546hMPrQ+hIFueMP2udsPhpmReEGNw3mtXdgdadIW8sJnX
iavSuGS5uG1yHzd83s+4O+z7SImAZ6lhfdG+fZGwVlDMV/ahLZ1uZXcLkEaAmykjmKvVfMNihPsp
zerYQa6zEojC42yKZGxwPK+G1DxYPv/RZKY42VV6WwBacPDfpyuFVqQQIl3nro+vEoT02nPy5ylx
bswuNa/8SZc7jxFPNChaeh+NwDJU2bcwi1qD0e69zxTdJBnd9WNrT5+94yPPQnC0KmoQ4WkKplK0
k1xZOVMM1auD9GHWtDWk7s4yHgDtHlO2BHFyRV43TrpPSyZ6ZmGLdd5etRWT3Pso+lapZ75bHDy3
aGYvJoV1NMzrvLckgeHFCYvTq1ZWvjd8U2x9T4mzhaYL1ueG0I/+xk4wHVyvk3oPbpDjAqzGbu7D
ewoPc+NrZBWDA1XHCibSXqMj2wEeIw0NpuYGXVEC/mYUZT8h9GQHgfEKkkK1GlO4mjyioLhiQL2V
0tmTI0V3mkZiJ+FOr7Oof/BIL2ZHhyM38fqHqsfSLMo3x87lYbErmLYZyCJlndmw3vu1v1Mk1f6G
CXUyJu2iXd5hJwB5HWgwFuAD8cLAAkG1UMAK3DcWb+kH6WIprF5yPuzy3A7Zd8ChuNIO7xvKK+sN
RPxBDiyDfRbbizUM98QWnGzE125bqpUqPB33k8PMQCDQnso1spP6yS2qbMd29dSlXcjBMY9bFlaf
svCPsMbPVvIRDFxXbFh/4BaImL1v7LgDw8q+3ViqpUb3PAINPO0Ha7aKxWnJ/Ptp4OOKyKVOuozS
qap2SU9udUZ6DSPRPKXlrEkE3wq/ehJ+dMBHa/MYou8jk6CFJ9HP9PR2NDvPfub8er5lnZEVuCuJ
5XiLplCdsS8Y57D7MOXwZrj9OkpzB3g1EUCyHrZtx6ZP0wsiZ86rdTa2WNndsf7inEVAi4trdBy1
L+rpfVog08KFBlMvfxQCaMufbhhCrwig/9bd9Gajb171Pjp4v8pQbas0v4gxW86WtL2nJeXhbrjE
mBTuK+K8z8ZG2h0NF10R5YTg9btoqgXpqzmdx7mbIJNN5Zb5N2ULLN9gOOMbP42QO+iiYaWSG0Do
gX9TVf4lY58ZZcXCu4dNJRrtZUtWm/ku2DVAePU2uk26vTNXpC38dAiMuf7ldAcJcDNaamcXeE1e
4OQMjb0WnI2YbLA0OMXP7NVbTOwUkH2d37ExK9e6AC3s99XACCt77QAxHFLDJ2OOVTxP8yfTwOlf
O0b5J0PGwPrcMY+BrZZ7xpnOOjf6Bq4HJsilNeoj5WgCPnhYCaN+DPLkpjf8cXfFfF9A/f2d2v5M
WHTce9kpA2YRe9ogf366htVbyZvtVnu95N2mWYxrpHdeXnj7py3CuH2iXV5ok9VPKgL+y1ul37Tx
5kXDFnXThrLKX5nQnGO/SvI1BGX16FYM08bQPsKsOxTciVdVxbdviE1SpCckH7FG2Qw2/gZbW7Kl
PfoTsYexG4mJpzRPRpPuyijlHVvyTWW3DDj8jVESu51bKBFJK0Kl54VxIkpnuwTmTk+JdcomT28a
q3VfZwqllQxHYnnGCjV/1hHmAED4kiZNuJ+Srt3STpUU2m13bw+5cQAW48FGKGumt37P0R26P51X
xjPTFWvCdg1aZRu07vRecLPTgOTxMj7Oqbf3BRch8udyh8n7YOVic4WtX7WtInhvi55kIL5T+/qY
juR0w51Ot+1gbQZEo70ISIZiosJY3Kb+5XrXdzpwtrgmHpXOl7Wq0+oD2MApTwxmX+MDmgBcIcnI
qay655qqCdVAtFJKDnEFwu04IRqHLaYY94vgeyIOJfYpJWazM3Z5IL2T8jmpGIKpkzvXuGT1TKgB
AwQZcCMgGj1JBrMOp55AIW8Gi49JQ0LvjZVXk/7pLzbraz0EjXUd/7WXaVHqVJjDwtwE5UUzMJ1b
JSmJ4Eb2iyFGxUYiefBaVH7Ysqzuth9Mf1NmyD5ml2MSnGe6n0lMWlOsPQXacPa9Ucm9YVhXUb9F
3eMSgb2esrFfERceXdALaKghecR9XXuYS1I8HLG08uA5mDinR01kF5Lz+kBqiA90U/pZtgYzXl8S
6AXoNz2kiUiyw10+0zpbuLLW/LjoLmf2/mWYknirISQGz2yqdhvIkRn/AvrQxQJvVP46CWsBe9DJ
Xm2vJ6Ik4jE/TFJvB/cqHp8i1v8TP4Igsseec/mHDxdQUE163golcwoxJjdfjbIz/5BM66FASMrs
h6AbQTfJRAz5ZxsvvJHfXuea5wzs1qcSi7/z634kl2eaXgpmz3GJUn6LirI8Zj7DfSlij3GocN5t
17UujIS8HWlW9aPmQXgL8+q5WvrkjN2rvs9Qon0NZoefLKJPWHsRaMtZO9lLnzfwOAqQPje1rIpL
2SNftKYOG6vlics86vYNs0Z0HI0q2TKd6qhqSYxyusQmh57wrmqpP3Fc3bmC/UFmMkvqPGkcsi4P
brgg9NaK2CfwgZnNI2Uf4b+i8t7tZq4IxfDS8WWKcgwj1dVIUSTu7YwAGRVCNJrHqAEY7yFGe0SZ
IM5+aWFGg+KP2muyU0Qb1MNlk/q7vgxD8OsqfEW2qf4MXgedMQlJ7kz8eTNigASZmLsgyTXHIg7A
KkVM4RZhc7DttnurbW8+g3ptTo1Ykj8KGlLODAjyis8cEWkJyRb1nzFgkO2KwFm3S/fcE/7N44ac
gT9aNORqCivZMSp1Ts30kuNGQcvVJ3RGPt6VytT3XYrVL1yA5eS1AIle4MT0OxwzXQK4apYUF0U3
Xm8eiUruKlYmTnDVUONJO7kTyTDuTVhkJyuFs47MqqZCCMrvljfguNSsXhkx9AQODA3QSMaXD4oO
f/PfXW5kBSQKVVM+EBaFWuqULJ3HXHNJN8RuhZBU04xHjKvu/q5B+C/JMW7bn/qxVz8//eWz/dfr
t343MFoFpKC/E/H+/U8X8a3QKP72//lv/eWbuv/59y+nP80VmvCXPxB7j670Xv+o+eEHefM/fsA/
/+b/6xf/ySd+mlv4xN+Nrvvrv0ZaS/0fLcGw/f6vcoxG99l/+1+/Snz/Vb56/bZ/yldDRBlABxlq
mky0XRvtxT+cxJb/N9e3/L8rNSBx/pskw7DtvyG5AFwJkTpkXxEhpOiuP+l//Ivh+n8DdkzEJ5pY
RuHXf+6/ABy0aGz/Il/1EGJgZEbESs+LN5l8cr7+H7zmruiQ3LIUWdELA5NDHCeZQJRdwBQx6PW7
PbmkWQ1G3QVn+FVLIWNHovjnNPA6osXhE7lnjjhZrVWrJuYBrjsbeeyw/b1x8Y6G96Okh4pgbvVp
8lC4rhrOdW6WcuOYbaT2S8Voo/BcYkrssbX6koWxzkjb8d1xePQXE0fXaibfoosDPJua8a+cu8/S
sgKOprKyUytcEzqX3hPms1wfemr2P8yu6Ikxivit010Bo9jzVosE9XXrRM7EaoYAloRdsiIx53kM
Wj+Ipe1GUzyF81LeVk2FWY3EgTB/NG3DKx5soherrw6LwT0OZN+8p1h3w6PfSMpRZ2qQn9vWVA3b
amhlsy8HNYRPeqZV79ZYI1htMqKry6+KhUW+78NoXFAg9LgNDziLCdjjflaYK4clCOYLKb8epUJf
BcwkV2xHqY+tUOqQw0TNzfzu9ZGxHLHP9e2PExJ7Wq76AY0LWY9NAUh2qa4GLhfLRwIxaK47myG4
tIr7FgGf+si8QHQ3wjdQoTp+O+IYa508/A3R8eu9pZul+5lhXfOInpxCuCbCtdEh/rEEMVES6OD3
tcPkhgF3Nq2ZfDYLrlU+kt/JLH1vLeoF32TSWJA3Ylm5rsNm2mqj9LYer4rumNhNH3R1zxppol/j
xQreCFEmtH+yUmV3i5eycW54jEXLlf7XU79M6P4nCGOlb3Uf7mR1ydtiZ5N8YfLdNHc0LUx5I7nD
GvbkQG49FaNToN0o+kNKJ4U3IcDB4Ld/rKagcDaG4c0MCStLUsym1wv3PiuQhbr+lK6Zk6K0IMWR
crpK04k3YprKuxyAk/PqADrT79IuyvHk2apfeRyIo7nGx4XnlCQRV2Mr0YxBr5H0UQUHDbEkTIu8
2XIGL/eJ0bf4eVODVJrMnMyrm5zL2ImyknO14OWQuwl2DWGn/y6h7OWHyCPQr44R5wgTYXShzLsR
uF6axCkULbU2EY9f4cgtUsQzBaQwd8KwJ8YiLr5KHJ1T4dk3WO2b5ba028J+DZJQU/vO9ka6IMQJ
tUFSsmMfMmy5wxLCHBp7l7eaDr93bYkzlOW0vERlpvyjaYkGDp+phv7B+GeKBWImGkMTtzAlEipM
400Mczd8zVUUjX9Ct4vCAyRDwwNKUI7iIue2sX+VaWLBhg0lEvyEkrknbENNcTY5PPxvVUfO2n4x
uuoBNX9O7zvLBMqVkuRhoJvF0Kg7dgvMSoludgOK8FiTJvBuDJnM1nmBrHaVsb/GBE649xGAnyDz
JeJNXY2YP5ljFEW4D0gaCraRi8rLbSrpx1HQo65mt0dvEGly05Q28jNCj6txu+gKh+MVyc++txpm
sHQhdYanPg0x/45N9TZUeuyQpRN7ZjhquKMQMkrmgbmvV4g5Szh9jle/AUtZfpIGHQni/4VcFTH+
aeyQ5NBm9B+YeLwtiTc/JB0GhIPgl8Zdj6N6O9pdsasKw98k5oKteJI8P3khRriieWpQ/ghrtzS4
P4UveGWkLnXvUzQhkheVIb7TZDRe4ZchVrkiowq/E5tyduYHrw5L9qa+s5OJRvuFhOUpzavxvqsL
xz4mQffrmz6TxUTULryopX0n6LV5zoMxRMVOoMjvYFsoXZXHbJ0QFUJlFxGMG/JTrSf8YQthUvWQ
Ygt1gregtP0ynjRhNIhX/I3qCek6Ih0JaARD78X1x2nZLYmFpBsFMeOMxi7O/UBy7HpgDXSbkdC7
gRAQFiyUVUJ0a+dMP1oNzz34CBKQxqF+c2tTPvEEYCWLfoS0w6oyCgyPofsnJGbxBskLJZtX07fU
9nwhbSn5GLNssc5l06PE0CWYvtDGvRfIPLjnbZ4OfhUVH12rMWBejVvbIeSXopQ0XbVOQbjRdJqO
Hde0/e2+tX31OnLYp+t2YpS3CwbXfUAqwUzECrI3KJzDJR1Cg82w5T7hHlbvyiRVAMQT0LMpEA+t
e5VwEfC0HwLjCIxQrDKnfWLXKG9Q/4/JLcEAxV7lM57KFrxdPCpvPvU+D1un7ffC7u0Rxo2Sez3X
oEBG03tWlvhyUbQcrSk9F1nkWehivP7FYovDVW+6l8DVt8Uclk/tsixreh+yRhVbDAzISAdEcu4b
22fy0Kt7ZtNoIZZrKUD2dvUuyFQ92rZvPIzdXBA23DS3ZlJkaxu76HskBrWTFRm50vSM33KxWTZC
RdDlqjUatFtmI4tDOzcTHSXvQkxGXbo1zFycywVRhchvo0AckJ4k74ll3wUj7nPWksYmF8p9lYx0
iYdjbVj2F2VJfcDNia/ZaCrzl1RZVIbEPruqM2NLutmLYZgQ1/AaEkPtHqJ0oFzouqNk6rmqzGs8
II6jJpYT0niaqzF5mqLGg72wAFtJBJMS5tSk0aCDKPLmBKtzW4O6kgTblF57aG1VsNBoTeakor+t
O4aFFDnhngdqdK6W3NhVVeq9UAYZ/gc6+yH9M/kzkc9mWYMhKs1rUFgpF8IGgWKukjzpX3PROM5R
9c305IVNx1LZSHTbrhHZRv0KKmsh91VKUfJgLeYYvJeRNXxluOXadTdn817kul6PPcMAMnp+0VwK
CBnaqH4KjvybUPuvZYPZvlIZj+eGoDcRmOgnki6VCPAGsU/6yFqzN2J2PXkZzxed24gvTXnBtlGQ
ZCRotKMeRON8JXW0c/jGnWHMaAocb8eL18wWUBptG0rNl6kchHGAJcNTW1tp4MfaErrfBmqev6fM
gLMUMcDob103kbtUtRIUTW1vGgHgdLHG8mMgDB73vukP68QfWJf/b+7OJEtyI8uyGyrwAAIRATBV
hbbW9+Y+wbHGHX3fY0e1jtpYXZBMJt2DwUrOMitGEUG6q5kqFJD/33v30Srg7ZPWaXfsBCpk7epG
YB8Jd9J1gq2M8EAYdTbPbJVlfhl0MT9PmFDvNi6XKhjJJuZVUVyyj2YXTWPbgb1kWW214Vh7wxoH
dl+4mNAyRcamqeV+uqFAG/l6ERSOopFe2nhOtpApK0keJh0/vSQtHoo0Lr64qUpfZxCXr9R+d/cT
DeI4IB1KAAdzdl/cpu2Ow5AW+6kvP5fcMY80jqxrEdO9qqwivyr12O7BmWWf+ShsrHLSPEbpiPDm
9Q03Sju/aQYz8pVGH2QzHd9DSijYnBnWntVs/gSCajkroawXdspPWUysZ6ld8wC4cPiGU4Su7sz5
RgN9ehi8jEw++4RNFRFjGdLhnmNCy8M0xkNS155ixiWDKoqAUObihDhKHS5Zdwp51pqoRWX7Lc4w
vbFQ7iCskCe/p2q6tM8tbla/7fv8Rdq54ZcAgg4D69N3uBD6GM0uX7hWWOlTq4rsINscPw7Yh69j
WWSUSf6aQ2urKVu5B1ieporjqVPM0Y0ckfEyC3cBgF1K0Un+p7QJMfMVnM2mYdyqRHwnsdOfMlZ4
uL8mk52vk4tmi/nQwomSdjz80zGjcbYa9akCD8yejcA/FShCUhmeN3QU4z4mNx02gXF23SUB4IO1
9dB2gXjKkwhaMW27nV+6FPGhlpNtM0Sj2MfP2bvAqnQVex2nxUU2X2dR0PWY0yG+bRITQnDXFtUb
BR/52SrgHegl6Cf0NvZboR1Ufm2wI7zLMwqufawGIUe69jYTo7weAHsg7aXeLs/y7t6B/HDdmUSs
tm2BFwRfEKVtawoF3abHn5P1RXymDdBkeWw2XIl24xSOP3VJD5IkoRqpr/KWvSmFcKS6BwgR5G+U
L0WW+QGBmkvJptK8Krm2Mx/jU8OvNEOjI1FkMwlyxY7XNMelj9OC4cQ3ZrKFFxMM0mOESeW+Nsz5
SGRZJucBUQ8UkpIIihUQxA1NV9Z2buWstr0DJAgrcmpNLz3KM02O5VqIhe+Og7YZHeeosCFFZ+qW
9ItxqEOpP5Qg6AcQuuxvXW7DJzmnySUA3/DdaXO3PYVmyLI/JU24G6XCppTOmptWCuEITzQeFTCd
GfZQhZpZb9bK073n9OkXej05BGa6eQynlq9iybkRj6syv0u3y3cUYSZ0ytj2Swhx4h15Kd7BBiY3
RnP7TS+5P1ma/aywdc6tqouMm37pwxugvSZOV1Fmz4GdNIj0Np2SDV7Ca5l6PbYRh6QVmWkCn5jD
rmM7da69Uo5vFkdKNkxafgxlySaoSJQZEB8NmpuMm+KpCWp5CUm/eCxcr/jiuCHH6UpCc91MVVfd
V5Vn7mvas+F0deZXnYbwApNAn8yuwaPO4yf4lBU9JVYejA+u3Yx3S0H4bDPPpCgO1Ia5vqk665Dq
+MOjZeCZxhtYQbRcXnVsIkp01FVPqO323pLFchww+CUM905yWcPXP3dtOR4qIgSbEej2uYYwOfvK
lC+RZQWnBpn/YQ6M5JvuID7QVthf1BRQbnoTv78Kwfp2qo2uNXHHe4ubIg+euCfHxLR0Fwkv4wKb
2rfSq7y7ODCDPUvddgdG84QeBL6JnOy5IIRmbVx+/W1RZPWDi+7xtYMVcAWdiYF77OPLiLradW6j
pkxxFRtCHXEFBNxAYgqct+w97a8UPeYX2miry8SmBrG2y4eW5Ck4Zcsq956dYKng/k3HaZ3M8WHE
U3hm45dtqcVVAB/GJnuWhLBIv67beqfI8F/nzITcv3PrzgtF+1LUMFm2upxpOElJFkg8suHCnxi1
dxeGmkL5hNHMwQAYMVyzPeFQzQpsM7mmxpFiYbDthKLChAzy8FY3pXztp3Z8qqxllcxZu4sdHiKc
YVj4By6nyTtBTyEIS/94nLwvJfFruhE542NOS+2TlGkNLIcZrz1wVP5kc+v4gdni2S2kGjcDRkTT
TYYvbZyZLdWpbp/clJZaPaEc9E0klxkAZ5O+t6qZpsdkSPniTvTBI66P4QvOVX1sSWc+sPgIDjU1
ucYWSpipTraqU5SXJpyP49QouTFzFYMNNW0v90U4a2ylM9K8oWRZbMbaGy+LvjCT3cIGLj00i23v
vQAaRFzW6hPrW30I0hKHF47ettk6nKagL2F6TY3M/KYhJPuwbMQODsUqR1lDmu4ZT5dxxzVuyVOF
UasD0C3mSxY7CNEgUvLHksclPgo1sNKfyRptBrOqn6YGmOWm6Aq2Xl6IcSeP84++s9S5jYZu0zv6
IV6TK00/Gh9mm2MxXm37+WJPD1ESy0sOqDYqXu5sJygr11iMkjsrW4qDQKHduE3hXPWGnB6crkiv
+U0ZxIw8/aK51UPXoGV627Q54pW07PR6do1oBzah2rHhwy1FoVW4W9Q8X9XdKqJ4rBkDpJg43quy
Se41GGWYHEXm7aIZ4OmWkSu7RRlM2y00LWVeWU7AZhD21kz3uQlQ/Nwv0WLeY/zF4FTXMFku2Haw
oibFGyXbeOpVj6xrG/ZDU7VleGsEFQSGHVfWiFtCpJHU3yTacPHehwDY9ymidZf5ndsAzG50vZSY
1bl9YH1JaQEicZpOARaA3m1MrkINBVHkQ9R7fsXcjjKZOKm6bRnG5SkgcdNtqbJnkMFYTAV5JAYc
Xa4Z86pRp5xLNVXu9zEBhv51wt2CrcrsuDkR4rJR1Ycgd26ZHCRUdIzJyIVzErcnWRLJ30d9icmK
Xs8puKNGJCj3GVPDeFpGbpX7pUt5VTIRsPJWlgoN40mCOMCTGQmoyJNhazlMtmu8REI9n5UIrF3g
OPzzAX6CvfLoqwwqGrS0Ha9NvhRZhyBZP3QXcow62hlyHjP39egMyz5ORR4ciK116mpoCQZdNGk6
y6NKAzs6sh/KHaQXfNwHcPNsJDdLv1j40F3Fi7cGbn6fbgcZHtgUzsMppL69u52NjoJw28V1e0ho
wDD2aUSs9di1wjBuk7jychB9dmDDjQMPcPQkvPXLzJwKDsmMUeYTu3TNbRdjG8mKJpGE8xymxFso
2rzu0iFubf9X62AlW118G+SC+RLiI9HeRL55kVWdW5P+8y2EpXDxieWWl9iIgerl0TC7ey2YrTBn
QrHFLpPr23bKx8uAUgaIL4LdX83Xk+kkAysTHPRoNByQOuDvKSG9A51PAgMGARMLf8E7NBpiSg1w
OdYYoCrNxjn1bA9PeSqsCz0vUBb7IMUGyBSfkhHaRaL50GSuCav3r2Hp4Q+KRX3F/tV5VDlW8AFb
Ywqoh8gSJejmeDN1xWcdTE+Ti91saNxXuJCkX9Dr4qo9i45I/6CJkiDglwiUMOKGiFq0GnsQfgUB
hA/I/zbCk9AsnDioVHGgo8DlGzsD97xcMJtFYXSIptY4OkPDKCw5ghXQ/dN0pEnB0bvOhRRZqWXc
BzlxHMvr+h2LcetWtXWwHURoYwYfqig4qXaoUSyFmbJU4QY+Y6Te4XKO31BX3b2auMumaWvN3taJ
Btu8WpolITrkXBhYb46JXeY7SSXLHgvmfeuqt1hnTrGBClXfhW5gHQZw5ic9yvYUkWp/7FJdfZ9d
HV23DGVY7Ks8u80Wl2dXjaHYrcD6WX1ff5Gm1W3NVsBjEGS8NhDSwq+jNJmbVGH7Od+pizCup+8E
20r8hLgFNjpOAUhUln6PkuFyWKbsGQhl+DJUhvaZNpwPO0iIbecxK0ve2Fdndd8PbRQ/zDOoCWuy
hmuMfITqkYho1SA/lNsDq6Zh8LauEaLql67cm1X0oktvTg5YtSD9NAjU2xkk073R6+pILu2bTAt9
iomn47oZNungPFEXQSF0ikNHEfliEToMG28Kvkticycryt33ksQ67Lfythb551zZmh2zrMAhqxdk
cSpInBUSNXJaxzccXAxOU906+fTGkd7YFtnAyoMvHuJ6Gt7G7uz62mId6ztOf8cZ7B2OKx28JD19
+Pa3GfLNhkPKuLeWCM5kmQJny6TV7aq4qh9Iz47FJsa6c7+UM25J0BbG1ONtMsbqlPeh4ePWWDMW
puXPWQwp1MZZH+UGrlUPDZp6BM6WoEnfhhS6f2ffz938NKfpURcWakdXvqIOlxdJTreGZYbHGgRS
lNgjXLBpuYr7+YyEv+y0LYnuRFiqAwvb1TA1Kx3Inc4WXdqbkXPtqRYGcw8WLxopFKyGpQivYTLs
Q7ID3wB+cpyjr2hdAeNs05TXnBy7+cC4x5aHJdfZqR0IklN5LDN0EtFhazBrzltEW/Ct5dJv03D2
B02wSbT6lXvo8KWvxrPMhuBEDcywtSHODru+lg7qQNIeKQc7z5kwfBWBkORBbxcsYS0F9RWz1A11
Q6n0I7tTOROULM5MbkXkW3xfRpydOr6wg0Bf25rLtlri6ejZpJKWIXupTJKHmyawnszMytH65txH
XsLFGOWcUvIGbp8qnppQv4YNV2Yad5OfkbbcgI15yamg2fJhrRNbMsEKBUxGOXXrkhwx9YuVWR+l
jgC5wc7dtlLjYpv4fg+wMS9l0RufXoAB3BLY4qrRQb2Oyqcq5SOdeuSuLV3HxabOWnHWA1Et2dbh
Cw4szn5T3+5jx0bJW2nccaTzLwP64Y5wxOSHQ+5CukRsY3BM1J3dtuOhi9cbOSDc9UEwh58Mopw1
RGZtppR7I/fBiuu4DKszxjQLq3hx2adB/Ww1lbV1QhbX0IH5Urp1QY4yDnlGOMa0M0Olj33YH5hm
KJ2Ouo7eCI1JfrUOX/Y5NiGWg9zDo54mkay9m5NEXfAZFt/kQqZR4BBlMxtHT7Lv28sxydLHqOSw
sTGyqeBXS3L0BZbD342O43TZ9uWTAAbm9zgbWJogHfl5FpGSMG3yXDPmT3nVVFyyJ0eqrxM75JPh
Vbh9WHS2oGodB/hiVGBLa3rxoBEP/dyaSChDP/d7owmSHS6EGOxnihWfeJ/U5WGEsnTGn9G9BGxS
L8qZhyV5wOpOUImzTY3Y4YjOKm1r0mqzsaPYeGOBwSGa0lZGHutK2F32tATJvCeLxUVbw3WZwX6w
lLqzCu+O2IXL7SiY8P4vRFcTEDe+tVq8x1TSQ5VE3bDB4VlwBsFLblbuR5x0Buwk8NK7NtY1VYvM
97jEZJaQbKwovodfx0JYq4iIT6I51ebiZkB7ZQEk2/0Q92yFJnugsldrVOamGvegb7kHJXC199U8
z/vIzMwj7mSUPGCG3/qlOCfOlLF5N+cLwInGDfdrfZhnHs0cVkEMgTd5pD232zjzOFz9yWDwF2z4
H8HfSuP+p4pQaofYtrSks7L3/6TX13k4GnaxouzFcGRC26dzbyHwwoD6+xf6kdbgwuSjkVlYFogS
+iKEs3Kv/vRCwahG8C85pSN2IetzrmGhXsxqsUz/71/ox0I0OHK4IOjPlGv/mnKoRPvphdx5TGhx
j3c2airkpcHpyHXlXoDjkrOj7/GmLhzTvOjRCjWG9b9/+Z97PNfXFx4lubZwFJQjvb4Rf/pFx9r1
AppyQSUUhiQfwRpWblSMcUFGjo3FEwhX9Yp/IhmuzD6zbmH9sGmQtYJLzLM3ugy9yvSurK6HTfjr
D/ePnDWPJWNh/rNZ5geDzb+11Pzwbx2+lWsdd/vzX/Xf0HdD3PVPn+LqAPqhT/z+//xv1pE/WnV+
/SO/eW6U+sUV9Jw4irZEj28JTJXf68TVL8JyVtMNkyJ17zBN/oMZZwjzFxd4P4QUqFy4YRyqBv/D
diOsX6hexPmOCcBFbbLtf2K7sdfSwv8syHAFP5JeL3u+yLBXsPH8eMkJd+lIWEBELJw0IoAzpmPJ
YaHg5jFMdNXv7dlg/UxXJ48HOXjsAAJBD9CF1UiJEaHQC+6ZwEuWA5FQAn/BUnjtyZownG6HmoPZ
2bEMSoEqFZmEVOqR6BaVBpnjt7T0YghpInFbNMTxfVSoImPwnyPIrLnTfIYyWcEddW/f4zInWiCb
CtcsNgYAwCBS2qMMRyIAg129tr0uP0Lu/e/QicrPf37x/62t7L/hhStMPst/z++5H/+FdLj+gd+t
YlyA0AppGVX0R1gWF9nvl62A36MFgEHa3ChQdiV/5nfUoWH9YnJJSlqCbP4EugkOrj8uW/pu+ds8
vg2akVnRn/sP3GLy5+7KtTpIKh4NyrRwp3k/X7flEAVz5zl4OyLFSc/L4D0RUSfvNDbPQhAOaz0N
rVe75V2xzO7VaKkJohUqypAEIKSRDPywt9trVrkT3jK2yLMwxSNAxIoYUDufFNmF52W2HvkCLE9w
D3HCRG14B3lquZAdnPJoNqZhwwQ17zWzCQtq7D3UEDpYIgH92HHkgpgNSDx1eJ5JnxpNb/qVUAEz
bje8pi5lDESOIQ5jU3LUV8XhB1eZXBCyM223N6Ip3YukVg19d9RfnTUBpYyBTHekHatqLQfStpNR
QumlDXZ0vrYcM8iES5N8AFlclGDFYfKOI7qOTp3Z989gfGPiu3KWdzkP1gM/SnuVB1Jt6zKwbmUF
zbiT1uiXM3KxJjesSAZ1Fs0VJmC+Ign9rrLOnP0K4NLxtdSReZEwu+VmNd2OzivL8NuO/fKckCTU
df29ZgkdGeMd+fszq533Jp0vbbrA2EvTfnlmO/nk5KQC0x7ZY3I2WHkezCj4NAJvONfN+FpRAX/q
q0HcNNLFWJMSvrFbxxeJfkesdy+hAoBnc2/cSD6Qoqp2cuj3EHvm3RxE4Tun3MyPOKYpAaIfx9n0
Zubdp9Y0NtEhb32ZVPslrr3TKIxzjjoKMTPI7keLGVgBq/kkdPugC/p2FusJvtVDoMzjjM0+bZp9
i+ODDgb+G0hp6fc0NZEMiPmrlwCKI1Ha6jjngWAckPe6yh+b3KovEzG+KZu5fBMHx5pcVFf1vT9C
SjkMJIaIKfYJWnYZIywCadrQ0hNqUOLseQPsxd/Lkc9LGNBv2BES45kQo8jjM6Gk5UEZbO4G4sV2
lzyPMpjPExp2GqGoDa9DBmDiE5fVQxM6GES+1IpN+rYb1txpjuZUzm6LEauirXAyZBP5UH4dmisV
mcyNAsbC5BzMPQKFISi8s+uc0EudtG+AHorbdoBt4tp9eFIRWumGiWUmizAVRHaTwo+jNn9mAY3Y
RIpCRTl44LC/pliQ/+V4t05Sexv85Ed2Ki9CyB0j6r09zhioBZVaIxMYZXidqO7gw7H2nVpzLWRq
L3p7sgnmxV8AurNWY2vrllG+MbV3bhnadlHqdM/ulLywWpy3uXQvU43rGjMhZa8wj6NWtdc5Xrbz
Yqcu4mxYkh2Ai4ysg+ewIfCatLK7SMLixm1ALtE+V3xMdXBZwGna2qV9Za0rH1yHPKIMgjc80zw/
yklAgEB/WEsATsU8iUc4TOEdtWkoaylvoK1dso7OmOHm6PrPLA5f8ngF1ny3y358VJSE+7jAjOdC
s2ayau8YVfVLReXxPlsn2cm2jmnu+L1G6oXcaW/NZFS7FoLDdtDN6CMlLBtJiXLKRgRzlSCAJ+Nh
E7QgzntX+fNsBXscHgzEcaM/kG6cPdhYCiSqRXzhm/uKP5BkHm7RqJjewzy9K6NRbhh34L/6SVR2
D+3ADm3O0wExgRybQl079BIyaJt8BLSu+G3usOAP1Ec0pKe5Tn3UDAyR7QcmwfQ9Ldpj0kgQNOPq
IOu3gGFiX9KmykdwE8v+urDUvYGKtTWNgZFK9ke0o1ez4YtoeuUxTnvK2wBMx+Pkp0PA0qwBaVkE
6jqBwn7Lr9Jsp3KJr9HE+h1dHcHRkD2xedc+h90cIpKORye0nCPgo2cTR2jZCYE5SIwOBuQoeOyK
JTy3uRXt81h4G/gPJDWBLD1lVHwktTx0ZgQEVKNmgr4aLVcW2K1iO9hxm0U45Ml5a9uV/VSNPfdz
N3y3YuzOIK1545ijsjqpCRI5pHHjUIGpHOTHONAJtlikDUWnjFPlZYz6OFAubHMw+7cs7fILduLd
ezmxx98QIlMfhTAK6TuBBEnKyoiqWnj6DNbQjg6xFQ/X2FRS9wruhvXUw6TaTmBucP2Y6jojon2d
D0UDSKkJ7NupYU1JaSUlQOns7UNjbk6YuZILdti0pdY2QaTSawm9g6fbA6/JtwYmBb6SIFkTg6Xj
NHhqQ7AjPi6pmg+TK52XKsT2kkNJoGSj6cNDlR/LaciOFuVKR3vJqNEcuPnpNhxOQzke7Ux/N7wS
q89EB0cIAAsODcaGfYxb9OiuAJqSJMfe4XdpvQHlIK+t25ZeUAAOvAX8DsOkn7tpJAQ1xdU9YQRS
yO0bEY14D5rSeTL6maSYQ3dHh34Cvrsdj4lsg12AdvMcYgt9M+xseQxdB9haMORXNhu9Z4Pg4GlO
C+Mg7Tg8j0kZnVPh0Y2cNfOdAS/0Swy8At4UhxCemzOMkFTmgkd1p++RsotLFNziGedm8R5ZenmI
J+pDTT211J8G5t7N6cDxXDPzdWEGJzbVy8c/P9v+16a2/3En4BU7+e9PwA/959uPEYv13/8jK8Hp
Ep4SNG+toUTyT36b25i/XEuRzMGcrylQU//J+iYtwQPJ45ToCBdSpeQf/X7+9UB98x/+HiksTOUU
Ef6D4+/PWQnmNJtlmiaPYfGCGgDTj2ObJObfMbm9ts3S68eoHmrH3YYYls3m0gUZ6HwLzbFJIoST
pa2ar7IbDTHvwqAA5DHbbKS3zVKSFTInjzrWOsc4FPH09KLFO7QSHM0W8AoR+Gt7Ap4gyGG5ZOKS
SCW0F8M5ES3PnJr8fRlDuPaNoNNtctWXBOP9NphscZ2sAOCKJV5cgJKYS5MU4L7W3D4PeFRc/R4G
Ee3Pe7ckEtDtR5cuRufopI09+HVLZ8uGE3BEMDOsKaAvpgXDS4xfwiwPbqnLkaecmOJw30P7C5vt
Ek5rJxWcS+ecagP/wq6jX4Q4OmeNNvbJkTrqbNSVUp+k+lz8QapR/Z69WmwxtkayiPeOaMHwWezu
CN72E/6psmgsnHigXIbNsiK2tk7JPdGvuEI67O5VR8NuSNOEq8YZUHDeJmnFg7vMOT0sKqcfw7RD
p35P0Jnrax2GJcl8Rca6QDknxE3Al/sdgCYiODyfa0KpG9zjrnvq2sQl8VvKgmV9LEKvv0Bw79Od
MeIW3MwCot3Gta3yJbC6NbmAF+oUBcWC1yQ0GcWbLKtv+3rA2jt5sn/g41L9U+vEnX1RGxJ1FZJd
D/ckd6liq9OF0jhRTyDg+hA3xxqG7/ZpuIyrhy9biHKVrbk0h6woxKfqHGhFlds02S7lAq78rI84
l6M9d8U5B0VAHZXFvxgGdoGyHpQQQx3UZx7MqR32Z6VH88XlKcYqPUFG3yBuVJ29h+KErznCiMhZ
wIMzXpQ6nYat2bm8mcU4rYiZbuEXJrXGb0meffFY7ufS8Y22c6qdm9p4ZrMFN8zkk6hD58YHV0cu
CJBg5TCVSBvYoyrRuze6SmOaiASloJwbiMR/jujN48EBpWKbp4Gx0X4Lx7S2X02Cb2tyszaqMNl6
+FDEqQCWaieHIR0DIqRdU4pNT0Sm3E5hZQu/B/50U3icEnfN4lLdZSUhP9RCkSyFb1KhjAJxWsEV
uVfNh9Q1lID+nES3vaXaT9k3PO+XxJ27Da0ypFBhHJg952MddxsrHMJbvrF0g+eKt3E024JxYk7I
qBruSF4BTBxgkwgUHciDoAHbTQjC23vkKL549liTyIYdfxgNRg4E66b7WrDDfqATV35dfbrPVd3k
2L4mu7jMmrC0jq6TheNlH0W9s2k53HCAZoE1+lGvJ+yVMuFiy6oMmVw1bHJB43Q2rSKm68VnpzNd
VIlRlycJbYMYjjkN9y7kiVeMySx9qjmiNLxyZn7qIsD0Bq1WD19qyS1m45hzNh5x4c3lZbMYy94Z
VeZ+nSKzK0mqgL+abjpTuB3r9jBiYhJjDpQzwxWBAqVjzXFhTGay7SWp2ofSckV2VYQdEzK9d2Xu
0T1VKFIwQhOO6cHb58nYbtkVO8sLGjs8RoDrHQBOoybrzngr5mVCMIfOKq9CoD9g+luBsY0ANcn4
7bBUKjzQRRg5FldpapoDBZam1Zwm3o7cx2XBFBEzDOoLI4R5cAI6VbdXNDa4xgXf28g5jziEXOCv
Hm5vKhhKU2/ZHjbusu3cocDVylGoDD+I00XDV3LBTblRI85rjkHEOF8KwGRiphWgauKBrgJjmkmC
gCaurHePveWSwoAyQpFjPrCRoY/emOjwaTFbztxhDkcYEI18Ggm0ZJchcVL7IPTQQLPLeraD+auo
B25kHqE8G2oB8OAZ+K4OeU648kIQo1m2aZ/iD28pZrocelH192CXrOoURW1ANJwvTMRoNNj4fpas
yCH5xKBHbKwIMZ9+13v7LKQIYoduadr3Yd7SBMiavLvD6QqFt+mhqW9EbiTTwZsriivrZMyvg6EW
LicoU7xxdoqafY5bFeAnJRTX5Fcg9mUasY4v1XpJmrHCX+k5bc35cdRFBkVwTGBBSY1lxqjh+jM8
Z+n1QMiQh2kLGqoHJ64ETNQsmA+1keV4EzCS3gZlHAVAlahnO5WywahPRKX+1mpdvepiWRj1vMS5
GggcXYU8m9ZLwzTPxINR+MlTeQkHZTipwEPbxTzFuuXpWfLcFX5ANAIXu1HSk0gjgc7CbVINc7Rf
5m54I05QfYbe5KZXRiNqvUd0raBMJR7yGMtCy8KYMY5cMmGL30WAATtDXAbYS5bYhTGQYvatN61t
FKT1qXPA0+mhtYD5dRV0ekajC+rvZta3jhq/ukCMmDcaYmL7oKgaUpUM2NxVhyyklMClTQjPAPKz
dEJQc/Oy1CtjB4xS2nntuA+TCkGw+rUZMUudqt6xEoeVCRm4WY5mm3XLva7biPQTmVbYX1Qfnbmg
2I/VZIeWbQNp8sE16wp1dzIhngZZ7VIe1M1ngQfS9atGkMe2q2porvsiaM74fO4xjpb8lbSNXQNg
ceeNa8zFW9631eNotNrdTYMOYChpjH72FZ4NrjHaPiy0fR0ZkV+1cWAcg1aIG6klInNbM0reZFA9
yhMsIO78HD6iO+4k9he77NP4KKWKvyk+Zd7QPLHF69AxvT7he/X6w1roXGwbA+L92R3kYB4KZ6jr
Y9E5C/cgL+e2SOOBsnYdpOXKuJtUZXefYMG0GLesAXHUjKa3XAUYd96jegofalhYC55Qy2TwjoJ8
C3gbN2dZ1nm/m3mv7xHp2Q6yRnLWB1/UPGr8R58Nmi+yZhQ6fK60lX9Qk2Bxm1Xs/hnjM7wkEUbs
t3SyXTrgrIi8Edg0+8LE0c4n3K6QLSoaUwiBjilOKueN2OhCsm3EGThcRaHVRnxulUmjbmfR91Fi
utuECYgBHzcKygA5BybxYoDPvg07MNpAAZb6nZWcg/BgRt2bB1H1rBs7ejEA2dxbkSY06My4tbnL
lcNVXJJYxqPVccySXqiLXYxntsMHnnsn4KX590Gp6LKFy/2dHI/52nP0qw4zlrUDJkRUWEgIJI/x
yDfi1BmD+W3sB40wr+rgGUW5/R4prwxe6iaxU55sVT7tvCGNxJcpw8j3iHybOsU2jPrCOYi4QaU0
MmYF+zdBDp2M/PhfyK8/tv2sI4BjM6J42pUC2XBNc/9ZLPSA8sb4I7xNVIuSPIpbZRl8ErO9ix22
AlyYQ2P909dk18TUgUDpgc0nKvvjawomJrgV6OuOlbJ3sCv3sNDxwpJ1WnYpKYzdnwayv/gdmbL+
pE6tcpTDCKYsZDBeEKH6x9dTxpTwULA0K8nwTvO8JQZCnMXCbrYLjY5KNSxNvoDKimQ7DTd//+pI
GT+/uuMhzqFa2JyjrZ+GLDJLcxdZcJymUps7DwfjdhLF59+/yI8q+vorYh4lZI+1S5P8dn8qbUrg
d0QTN/MN8RsNuVLXbGHhrO5CDOtE/f+Yb//i7fzr19LESmkiQo75WUi3oBc3Kwmr59DldxhvX+rR
My/7JoE4/Pev9VMb1W+/2Kotusy8iEE/94IbVj0utKlAya25+2hgz5xbc3M5sknttnkHXLvi1O1T
zFufndx23w1En11kgwwB1cl9YXTly4Qf9K3Kivm8GFUz/z9+yH/9hD1HOmiv2l05B7+qo38S3Icw
tEkI8+YnpVvu+iHOjtJIgv2vb8U/ks7//9yw2Fxhf1yA/6KNM+mEcGN+4FGsf+K3FQtKokbEZo2y
ui2kdtmW/L5iEb/YivWJx3IDMwajyx8ao6RPjSeb5XBe+VVF5K9rfwNSSIuSkJUiYZlsWvB7ef9o
xSJ4kT9/+wUXrb3+cCx6TIHS/dMXU45xMPaYj7ZjGCY3g50KX+HYX7YwVU0iBREzaZUGjgv5BzN2
SnttsE3tPrf82GyTF83iEA5TpdJrPPUAq2fZr/rHklvBNhHd8koAGJIA1TTEqax0EDCt+b8pG5yU
KLHScbgCHxjU94tdeB5xyxAuWuBWghB5ZLl3vaEc/GoT5QQbTv5wk4hIh/MWxoX1WcNGeEtyBRkm
msnGBpilt0M4pQGKTOWYJ0dlYLLT4BsiTQzkNwRk6qR1tG/G4mXI873pqBtBci9S3auBP3Ia3SuD
RycIC8a6lvklZXfab2Hv7Gh42AUi30XVdAw4P4oWTYINkJ8m9rDLJmWeavqfGGGU3d1OHOXflXhu
yK0OG8pmrxIXB4KH7w5nPXeBY2tWb3XnXGOzhDaVXFS190S++A5rbQmlt6Nnlz/ZO9RRhdUOwz9v
A3UIE/vd9v+ydyZLkiLpln6VkrunBGVm0RsbMDM383kIj9ggPkQwg4ICCrzOXfWin6JerD8yq+7N
yBpSqnt7U6QiRTIqwgYH9B/O+U7Tzusv+zbxO8rowATUZc/8EWdhkwV0klrVH+zXxG+iuQbG3ILe
j6oWlu5ooNtfjlPmzJsydb8xDQm/lhkuq6zPWU40ikDVHWmmJMcA1f1i2Dp5FVh5Vgd0aXzX1oyc
U2Szcz12FRtAZ6KNmEyL5SlKWSYzIs3gN0hJ5CwWUrN4zrquu8kDo2E9RhN5mREfH/paInYvbDqb
Ih+udDGisrW8NHuA7ZM+Z5TN866YtfY2kgKUKguiYdSxfkq3dZUm2Q7Ee/aAGmgm9kyJ7FxyMYNJ
89Se0qi6N71hjszZNiM9Yzc0u+mRTUOJUc4kOdTMQrjDHiT7QtSQnUsj9veu5dQ/aNArSGjjdOxJ
W98WbhyubvXx1PuNOjK2GzH1qfSDGZAjKAbB3I5WVdwmZJQzfZQfybpyIQR8+FF3s7UCwXwWqBWO
pRBPRnDlTw3+DNSqAIky3aK49HuNOjlu4uazn7z+NdW9/GJ10LaOusNkxE7UDu/tMtcC7RyWUt65
6D670O5epiUsv5iyhwEQU/bdTWPrkI0D0uQbu0H1Be26+z7XvDSzBzJBd3Wu6gs4TTNlj9pbkLTM
1r3FPYfhD99g+GFXmg5IYeF6nsOK0OCq8kmqh6+l3lWyIBNN50TTkoAkZQDWQpWMSi9P0aFKfD5O
0ePjmUho/q4cn/GCJafuoljRmttSDXz00US+xwjFGtNLUzrVd19Y+gNFr5neiCpruvciL4Tc0h7W
h9YkOoGfqCGHA9kfZRuhOY4hSLSJQPk5F+g/+R8wtknN9isXD5+RpxNS/DaGSDdPFGDwduAm7sAT
VM2lrAhPPBVEuqtT0xOWcI2/l6RqPEfinmz7gSdQkQFNx0wfkM5BYgilf1/MxtE2kkRcGFZl0OvJ
F0TEE3fpjOA/NOObRSFs3FUd3MH9xIAgBnWSxT0rfItwZyeBnrIZxChCpN6aKLxU2Wj/sfTxpKlS
ZvGbekKCcZNgx+4w6U4tTi+l4DfaXHZXcG3hIjoNMWWmZWXmXjrhQGgDO9HukBV+0LGhMSaNtMNL
aFPiwfaiSiVC7lO0EnK1W8bTF6YS+pZkRUeAoKhQ7/KE9Zp9SCNvH+GxQ6UXup/a80T79iGWvht5
LxJVrDPHMBZwRyhYWKVYpm1OcQTBhcurvbQhjpYTxqFewO2Fux01uLVewyYMlyNGEDvbdRpzSNS2
EORPllnjQLPilE7UCOt1NR6w07+y58UOrwyTRLlLlQx1uY9dINHJoILhbiqVfTM3MxyBWZIkvS/b
LCH/XWtT4/VDhhV1CLKmfSBiCRqEHEVxsLlvxQZCS2ntF+LFBTBZz5WXqe+z70vrMQIyCiXnW99r
Ku/iA9RI8anJ/ITRixAiMVasp2FABs7eHtGtRW7NsHmDcU73Jz259RvReeMlboGFQwAtB0YdDPY3
HAHg0fiDo4hmyARoaad+PEvEwfk25uikgzH7DKYkyzwX1TCCR3aLi+8gs52QTSDSdb51Nd4jAMoj
CzKSWTrS7esJ6EM+eudhgt6w0QShXDT2iXxnxmlMDTrE6DMMgR0LzTmoVFD5jJ429mBQl7o8W7GX
c+7wXxDNsBuZ/H6K7EBbxHGnXSDZx9ojqYKhrb7Ngw9qI5SxxmiQ5T4pjXlc+EyecuHsY4Iv16lL
BkNqslO6NC/2sIf7DTTEfVIuzWdFm/aOdIExQzsMhMWDuXMvWTjI7+jLkXOMULvmbQZRcdg5SbtT
wnpsQ/5yUZGAsjPXtKuCjfZM0h5ENvLiXXvXkTR9gWSqvzhOBbTaQia/CEVwDmIS692VDbmncFcy
vZMI8q5G7LVn2jdV7r06xtsOdIr818BxjfsZJ1oWjUmTfHX9l8QlSj2tnOETV/dc3jCzmJ45nmwb
Z2OZMt71kvDDiTHjYxHv59t5tWBt00FbLznP5dUDzEQBPflAvsmqSnqEe2l/2E2P7N7SSFF2tanl
R1AHCt4sTlD7UGFrKxhvx7ZB5xmYJ+YcCuH8VPWvMwheH2ILRlPWAsKD/hZAmI21/cnkye+hKkz2
N8yHLoHr6MwGZE3eSGpUkWoefSa0BRBSgfiRaImkAZiExYjOdVdGBqMi3G1hz+whcFvEEkvR+A+N
gvcEeKNQH+SksMn3NaZqVOQe4si8Mfkh2QxnxIZZXr8nozlLye6E4emX5YNN91Nt2czE3aZp2Wlv
UxjAXE1+2AGynUlB3FqVbsqdqqdWAaxZMePSnldUDdw9YhQKhOEE1mdbDmhj2mm7ae/TOCNnOxny
9Bv3bPi5qEUHO3fB+I0iO+j0Nk/SkSIEK2geSUhVD4TJ1vegrMQbkLeGGxIpfLZflq5n1mEG8bxf
OC6viEGn9piIaTUIypDTtImZGXINk0xNbJitFme/AEhxSOJYrPcgC4r3nl9ZjsW+AUOy6jLmRCCj
nF+HEf/TVv0H85V/1Vc9sWaii/qFPXj6/F+//t9/barEn9lVsw8OkUQGwkRE9LemyjD/jPoYqeT6
TwBrznPpaP4q3RTizwIK2dpSOT5Nl8Vv/bWtIpURNIJn8o8nTJup7r/TVlneOrL5b8Gxb9Fwu/z9
PnMBk2f8+gZ/O7aS5jK7fv7DzwrHO9RkNF38vHbma/jPzKk7boPlTeK8vMFiGkKJVhP+erIb0hvD
EtUPP7WAICAIie+SaopfclYf31JdyOcGtpS5t6zBToj+bHl0polp1XsPzfJbY1gtCChtQBA0rZQl
YIhVAryCOw63sjfYU6gw7X0G1/7qZXKc5s4unW44Wm1nyv3MEuCrILx2/qjjuRNfxJDH6aFTY8g6
O4c8d+0RlUWYY0vqhs6F1z7X2NNCgjcScoXg1RXFXpIrHYF80LB4yqaY9hgMvDYHZi8F+SXg7ulM
GvAyJw+8kTwghWtENOEoyx+UI6GC9gl7zxgDtXcxk6S6TmReIDH0m7XQw0/KrAqL+DvbEOAtAWyC
YZMUTXHbwOw6aFa/2d0o8K8kgM0Fm1v2WTbpF0RGki3cgbFINy7Cg46n2TJibx0QrW0QaxE8M2eQ
ZrdO6w9PpXAL6H8WNVC0tDNrRxgv1ag+kWmSVCkMTz67anJvshrqgRvhQAQxv5ADONz7jAM+Q0o/
NroAvH84fZ2cKSIYpaP/0nsoggGwXQcd+goy5qgIquTTiWNw72zwiYUJRwfrl1mVIojmhuHARtd5
9xigu3EPmIHRUnYoWe3NmBUx0kgrXNJTGLuLecDu1F76hX0TLqaVnowt1SBzZ46THytMSNIH91wF
nGwxAHi2gQhY8zAHUN0u7adi+JkeSCOgA1c9M22WkimRLOzLWFCqVoXP0DnwrTUzfKcgr2Zcynmi
vV0i2/hVlZCKtnDpnDdkJecsnGp54I6kHKnjoXhsR6xWG1VALthqxEasZFyfPYVrmF9YZajmvI5Y
0+3oqnLaWLb2nz170MAAZoQLm7j3qbaJ5a0+cQEq5qILE9OdwtVG0ETQJSgiPOndIKSgtMuC3KdX
y5p74s0yG7/40ryXQaLPSZqGxT5m4UkhVbmEC81tWb8ylOjf86RgAkLv5H+3RgI5TvMS5u8EeKR3
qKAqdiU+i7MtPLx1KweDmaxs6XFQ+ONA35tLJ7OhxnnJiZIDv9vGrPP8rLMsNRGJsdbdpoipbq3a
dYZdOKF83eV2r+H44IFC5oECoDJTpAFETk+YCrKZtB+7N41NPwAo2LRYo7+RaA8Rpe/Bgk24yunr
E6d7BylXcezDftvlaFGszexXfnwM4ChVe2jkBK8FyPoMCqWct9obpFFTotKYeYvs31nfh+3ed2Cn
RBD7ukM4jSmJYFbpu4dAm1DH59Ak/DEmNhtjRN8bz9hYW6AQsMm+w8IPW4LR8qS7LIuJu6cWNigG
Yrqq+2Uw0munhLS+Y96df59Sp3hOyzCFccR13216WVUPCav7gaX77B2W3BrLLU7v8m0Y0vbbyroA
Owg8sDnWPFFwvdFsE+dYOcRhTIn3bIV5S8xSE6yeNrf21gVObZydMXa/UwbaNGvJ6F0amB8rqJz+
c5OptE72zF47dfQXEISbxh/HgQcq2dQ1e79xZ49TSspb6eGBboCY/zqe/Z8TniObc/GfT04f//Kf
zZ+wWv3lf/8Jl8af7rq//J/6I5Pffz71+St+PfV98L0cqZz8XEW+ECHH96+jVI/fETYtQrhms7Gz
obD425n/53UwTz2A+wh6irn+1l/PfGoFE9OH+0up8IvTgjjcf+fYX4V0vz311yGq46xxz1g2LAdc
38+nfulYyHZaFLpUgSEDnBMNrpq22rGPZpl1JLhYBpG6fb4g6CmH+ORXAeAUm0ioqzE1xnJXFX71
DMenvXNjVtGchPPybW6Z2CGMaZ4cLyHf9Tff+T9Yl6zmrJ/fNUtxqiiPiohfhfu7fUnhNChR/K+j
i06bAZIQd2mWzDnEBZXfJzb6gRQVxj3SE8RzFcOo2zLw2h+BZdnXdmk7V7ayphfD7FgQTx7N4WrZ
Pk/ITdA2GKP+OsJ0e+JaMZ09m5F535uZdxF8iZweWWl8dLGrv5ugDB50PU2RO9jje+6M2bVBcb0f
U1ZGm44e+DI3iMFHts0bBFpGTa4IfIgNE1f1A34G/mPWohcmlGCr8IU2v1bi/3QV+TsTmenjHOO6
cx0XzUPAGuvnn25vrX6u9Xui3bLN8CYdkL8UMHxYBPfwGQSTnF9+NP/zZPgP7o7fXKV/t1N5rrP+
++efzlmdfDbVT8+D9Q/+VxfghQG3Lx0A1TsUnL89DwyWLqtCNWT5J0L8Deuj4q8PBA/Tl8caLPhl
7+HSCfzXA8EJ+S3bNwOWsL9Gs/8b6lXL/LkHWHc9LHb9ALA4jQUWrt/dV0vRY2oHV7o1ZA0SgOxe
6MkJM73Iazo/YCYNrWlTSyM0DnNRhufOSFSzK7pUvIiKyL7AkM6pNJky3OBMCKBoNuIHzXhzZWTU
FnM5+9FEVu0T9YzcT4om9hFo6HTwSei9AxXjQUOxnNdatx2UYemQddYjHto27mx+y6Y+++YR98AT
SRreF9zidbxDzW8xk2MhiT61LNhFwgkb7ZXJ4jxqxvThLcEHTb7rl7xnmkWKQrxL7FESKJtUnogI
ZQhekRxyyuMsGLv9UM7LEHlxFX7H4ORpZuouqkkC2Bx7H8Jkmg5dYVKmzYpHyrYTStdoI1rZwn6o
JoZilCPBgxWmLJDiTEzTyYH3wzRkVFVxZfpGydc3MI/QlT0d6koH4TM+r0ztvLJNwDiQDXUgdqX6
mhJAesuw2rK3oJHJIIBbp0h6D+Z4JwPDyjYgM8fryg1i9CZLUq5xAeVEnDH8CjY/HVmzhLz7l5zR
VrMV7KBh6cajZ0Xu6LAICUtn/uwX02UAREHoHiSW6u4u1WhXT0SWs8t3apo/Embm8rHRoXdrMRtH
a183xTWO03jCLFROIrLAGcG2zJz6K5qNTF51ocQLhcBIRIop97voKy+4L0M9w5NJc96wq2ANOAuD
4SgvTcAfuAblLZjDenha2DcQIhXKut3Dz8K72svefDfFMEPATXEtuXNOWCHsH1+fu7wLvqZOAnkw
jxN9MBc1J8d1ifi8iC4jw6Jq+nvgD4S00dBmTwyPOrHxcWR8aOnqz5EkjVcwaea145fZEYGRfx6M
Aq7IkIy+j9JvxDuSYj85hRSETwUYowdKzRZv2Jz5FORpe3aGBBhWVvrWI/lfXRST87TsCRV06Ut0
Urw0omvvmJyx2Y5DrY5wzgI8TGxhSKRfxvjNrbLpowG7E5BFo5bD0DTg+Wy/q8ZdPoUeAbekuaTw
z9ka/iqRWnLYJtBSX1oxhGs4Zdx853xSDnALH0MG480FVbn235LUtZatLeLmPutceegCl8Rckfr+
bRtCNSaV1Fxy2jO0PADzEh/FT1XqZDvAr3kLDGGxzciNmk3kpK85lwkm9oZaR2SQoruEFFxfB8qF
ol7OivZvMRPpUoC65bUxQcWOam7bd1roglQPdjTyD4476w+eX+HvzrulgpIdZMSARfljdS03N9vj
+f68+xHujvqPapCfSxA83jxvgQLguWUH7bnrW/mNQqESRW86PfKjsts10IG8Ljn+5vz4R1XOP3oF
9iA2cS0oetaIh9++glJkxZFtLjboLrrFP5pJ/v/5Cr/7ukI5aLuSvEIFQYTP4JMY/P/wGRBz+tzC
OC/ctUD5zbckODy4NF3BRnjHjn7F0/7BK1hrhfrfcyvwE0hYMHC40CiolqmXf36JRJppa+cx11zf
OBNRXtJ8XGB2fmErbwhSp2BX88mgvFhFUF+jeov3lvTLa4GGsN0FtspJrpxgy04tMI0tUX3z8tqJ
0ayO7YTL4BC7mTmRKAcDZyfKQlp/cNmup+pPn4CrR8AScEOcZwH12s+fAKLp1HotWuQQmrjZfwYh
4szG3Df6r5PZf1oPrj/Q378SNb5L3epTMvyd9MdB52eWhthYs3yCOpwDc1ruIT8uu3/9c//HL0Q8
F2Zwhqb+764stGFexdgPO9XAbjEjqlxD2wv1679+mb//5nx8cwD3hc/P/u9uwskrm2AWrKtND27+
iKa3rIOvTAyOhi7+4LV+V0ujblllfb65/sKqZu0Tf3spr9o9xlsQjYZgQpwdtTD+JxJ0LXVO/ehf
fy7xc4PDRQ28xWeqS3fo8+9fNFy/uW8KD/p3wLRhA8IJw/mLaZMieA5Zm7XBmz8+dMlVUF1s5nt/
8MJ0f393jVAAhi42fgsEBnKfnz+nZpyJ3r6zN4TuDU++GHNvjSgo/S0I+zWbg9CrLf2X/2mVRolD
s14ebCTz+15NrQMJIs2INnHm7DYnssDaAl6r2UwBgEQNQfzcq9QV9GZXwgm3OH7PuRgkO3vcEBt3
yPunGN/PV2KJwm9x4OXM3QL0tWsqeZzthFcO7caAA4Z8lJ3JzOpNdsY2Z6J9yeXSn5qASnLTsk55
LyGse5GfWPrZk8HE9LAVBJC5Knhwh0qrh6T3gV0nrbNMGGNI2j0nUpvvvZTZXVnENGqGHWN51R6Z
EKb08WGTz5k92EPynfMhmdnHsAgncTyUZMPOvQQkyEDgUYNis84DiiDvKqQ1fmwX3TWnSbodKyJD
fWZz0t+5ddpAmUvrY0VM9x7GrkCmnc8p20C2XR3aao9+FXjAyHkPQIaVVNCYBMo2Bk5rD5YyIdhC
vueZQUQV2EVJkTsX1XQrl3b19FowaatuHt+gNDZnOPI23MLWvGdDGtzR/DW7BonUJVigcxqsQ51t
gswg30GJbG6tsBmraBxhEzxi7fQzcIAtCgWvUM10TcrNOpJknLkOlomt8ra56guY1lY6uASd+f7M
urfRj7L2ITQo9k9fSRy7ynneHd1miqM06Ox7itDwUdc8ww+Ew2OcTiG0DgY+U/qeF8MT8cXowlWY
GA/JBfF6ra/4YVqRaokXJcZ5vCIkDGUGWFemg47M6yfNXbM3iNacIuK8QucyhGg2N5YFePnSJ7o8
LMShvEhrwekeAtTaj14+OFzVXpfeUahgi1J5CwQy9wgG6RF3XA89UDhlEES+6e0uO1kyTpsHRO2m
jKZ4xgNW8VXehmnQnnQccnjU9aznJyxvyzrhz1vEYKmoCuqisoXu8dQ7WbkfrARXbF97u0lJPR9d
1XAt4yprgiiZG7jJVKM6Ur3pl1es6tOVezDqNcUzw+94q1kQ5x+jaSNpi6e4N45qYYH4oJe2+6Ea
zLl4c2P/VNZLXezIIyDRHG2y+4S0hBy1HtpDQ4QqcpvdCMjg024T8KI7Z2A6vRs51Q+OP7cs+/O+
tIFRw4M51R0qJcRWovtSF8wco8xSGm+N3UcsjMLH1KmKyJ2dkZxL0+rfrNJJI8cY9NGYdXc34eyk
VHfkD0to54jy24qy3AiwmXfDG7hOvXeTTHFzTWUw7oRThlghMijomwzd31EBn31WcY5Du0a3CqUy
GdLPZgiDhzgmHgBoZ718YfGNUsCX5fIWpjmyPTc2a6xJI8BcSy4MgnnqRqOK+1fcjMHbPLfgE/xp
sJH+9/3dOKAHQleYIY7o2uoq8zpBjptKbXEAs27sQRGGBXqCmIRX0nphiHkkVOptykNuPBRLqS7O
Mn9papm+wRSrL6ImkhumcxwcNKm+DTOYoJ23TpWa+kD+dY4EX8bZ85x1ib2plNEdMOuvqT08xLM9
iLHqh+5buJjS1uEDIvvOO5ihLN2zOdSTdZuS1yT2wmb4vgN225NP4GREVkAqnc0tisOwPRpZh4DF
i+uJfCFHt+Re5OXwUg24k2pE86XTZrs+k87OrDPM5gOP6AiaG8Eb2WRNT7zvGqB7oN/MfBrl157O
bEtiH4+O2tOpF/VjPmOCz/3aObIwkwQFQ6Q9kHGiD1asBbkmft58elj9ZpiFVndVtR1IIuJ4lr1f
huxuRlMZD6npV0kEhz8DCFe5z/UwufsZu+dVKEWa7JohSXZt0M8vgbQ9MmLJVbo2VuPXE4vBAip7
VtdEZ+bpYSB67V0PAkPREMrUirxikTbB02lgP5dBn2FiTeQZH13nH1nYBeJEehChukXDFoW04GWW
+pE+M1+uSjPLmsjvF8u583uSBl57FDSAKjJMVfdwF6q9WQ3m1UC/Kb7hvBT1Lsjc1rnT1I8XxJ/j
/aq5c47IsK34SCByConQIrrLqb2HWg6gEhZPzhbShJiwCsC1BocdjkovefPwpXY3vkM6CxrfeQrw
Ei0iOU66na0X4pQkTR24gbNPOMixUYRpXUNDIXqelr87zZbRPFZyDCV3Tp+V58Qd3HEXmE14h3vQ
CveTNVfyap4qLEyOD2l0I/pkWAM9OrZoBJOHebYFlE0AJyh9qJYmVrWz4S7IQHJmJQ9jyN1yHCF4
eEfOhu4IB6SpbhCUqkMGBfELtJAU2wkDDiCxYiS1SYvqSwKZ93XhAeBHxCbXkTKCOSeaMx9PLUle
3CUe1HaAdqk4JGYHxmbJRp+4kBTsvzPOiYgKQtJb/Aih/eD0C1Hn9KgHqbj7kj7DNhzPcfZoF8qk
JYjtvZdb8R5ZIBTimari4Fcw1knWnihHNh2xJEw1XJ5g/iKaQ7pAw8S46tunzmTcfClCT/esZpq4
fnAabHv7YhhN/HKuUR8UYiryKMwu9G8gyUBnpUmpIy0X53lJ0wce0yInH3Mc2iPE3iF/LYok1DeE
P+VbX9XtDX4iMChZokxGUl3ZDefGoouKcEAykCBWjXdNDMPMYWqyWgZKa2zjOZ+uEK5iKFooraai
L6tvxlSW3HdjgIIG/n5R7msCbxDlFhOyMIzE/bthtGJf6QVkSIKH9YgDdCCIJda5e8wC2yh2osuF
pvJMiApF9dbOjIcwwWrIR29MDVoCNDCCvuheZBxjALuDG0+QBn3uJiIEtojCLZKm4zo55TGioE03
Lu7rEiKRZBDeN4dRmFbBs7YrxDFh8+me0GsW9RXWxHwHmKxP9zaa3eRBxMuArI/BE9zUpSJw1KgT
NEHeQgUl5ycMpWp8NHHZiizLr4KkRbzMHGinE/vYmm56k4KNPMQ6TCNMTO02Fjj2Eu5+sEsDFLRy
mabjZDLlKwOWntAmPGg0Ag79j9bAEWWNipldm7kHVRpGfZzdIgfhCABqvB9J02M7O1pFeBwYuN8A
TTO/Vu0kCx4kg9wbyzifKyUnaGt9iFufue40R9pTTvmqmdUgbW0q9sWqmcXF6lVH1Zs548WcCVC6
DgvHQi44hOV7zuG6LirC5FQXHtsOvBLembQS7y6Pl+puIlIweEOcnCQvoYlUjpj7MOdI8/yvhMF1
UWrLZV+SXkcxYZhfjQlIApvoUN0DCEAlXlXKI91eBAwdghyZZagrlsd5GlhREBtEvs+4m09ypFyM
mkZO9ZWzGPF7ZZFHR9JNbXyljQJC4GRyNh79GvUG862MEAm++/mtR4s3f1p+HbfvomtEFg1+ZQy7
deVUPaJk4xHSt7IhRypMqbUYGe+aIhBAZ1Hr7i171dQrdpz4fpT9NMwVfUIlzfkKVVt8IkAYSV/g
xEZw4cQYtyWMbxJ4iX76UTsFFTRT1M2Ug7spivMwVBtye2xnX4ekau2gcRunAm0FaR0pqOkwj28n
dJhPUkU9pbxiMgTwYOQGgFPfV7cLq/iRWypEVUAdSQaWvbAG2oKM8u+1lSNw0YsKboI2r4lis92b
AYU3LvNq+FFmbvnMLRccfFkEZxVKKzJIIP4hEu6sLY/m+YSNMNZXLqJT87xM0qZqnOvkw3MQF7cL
OeDPg10QnohXJraA7osawTW6ZAjLBKYRyJW744sEWUEXFgLILaa+3HcuYdZAARUghr4oLtgIzWDP
cqBmhdcS6hd3U7ycMoyxyak0UsLsharMQ6VrIqd1udKjDQ/i66nL26S+BCWLZugynXzNiIUhFB6P
kd73CzSySzEs+tyklj2feCymJ5oqLPPIYs0Mz5iePzgNcgixS0VmMMZx6wo2BH1Xpipete7TyCtH
n/TIXm8bU3rqSOhAqh8CZNIMxzwrv5vzsn1vfTVe2yxSDrFfhLsYszJ6jLaImwu4C/1qjj1aOx/B
8mDtUAj2PDaTfiLRh+1+e2mY2PtXfQwUGKYQMT0bGIyDv29xZb7aNMUrOawaH0Di2PcGeeLfAiXM
aZ9ie0WdYYKJdkvnjXwFuBeJU5n19YLIF9dF1nfpgxebFo4mpBbNKmqdQZknEIBbx5xuEP/XR+WM
nV57E1ybSbvG8GGR/ZB1NtwaRlerE1PH4t1JHCwR4wpTrkMSImFEFfii0+Wry0IP9lrfAe22M4OW
ELDxl7wXFqhojt1VmZCSHtmOS0obw/mDd1NZ4c7wIGd7jddyBChfXuwcB8MpD6nje+VSMxBuCG2b
+Ioecy6JAGMfzei/HiTO571ptv5+wKlHZkZtBodwTJNvOdO1J1wOpKjVMWBcohey+6ZT5ktH2t07
Muri1mUWhQfFU+aGoUH81eqkz4BOtOcAf+ZNujS87CSTFRsH9epL6MnsR9mUmpqcnMJD6KTzjQc5
weEH1U0HZHbdvKtBMNxC57BIjPWEeobmMF+lSJ0QkATWEnHLuQlIFVx9lfY+PBIHrgvm+DkZnmZ9
T0nafB0QY0Ev5MNvqkVRALFKTrDxzIkk6bZ36TRZQFkkiji4U8dJXYqsKC9c0WKnEUpHvPX23rYa
8aSd8jGuKRNcphub3MZJzrVRCmLkzHb5wYNGXOVESDhR7KX6NFO/k2Sy1PUX1Q0yPfC3OTdFamPF
rTpfwXRv7I/A9Iu9Rk110osv9LaWCl1r3tGLxMCBv8LhN45QP5lRGZMaSC5VBkdGacfLhFYmlZLC
rlE4tvPgxTCKMLLoJF+9tHfIwVYGbP6i9eqrzJLBLkRzFW6gxxUrOGn6aqBkwgIukjV1fDqXLIYu
OD4aLjrE7DdN4FVHlPPFQ4fyaW+2ATYFv2yw5Gfh0SsIaAM3ipdZ0e9VO6/39LdhcAnSQCzlHfOJ
n9eOiwAGTJqahb+XphEebA4UY6Mn3sA2a+v4ufUmTK4C2DlALMGmcab+bq38nGZqOSYsJE7dFBKn
1YQ2LmNNElk1O9NTyNroPkVfAAnMnWJvn2WVJL/VNZYdiYv244DN4bCMaqq3kzdW9bbN5uLYWDET
i9VgROalwvg6CJTlmhgVEM5NnG34z2OBI6IctpgSQDXqOSTqrlE5n7cmr/zewNJNm9x2F2cY+10g
WVXGKck+rua55grQ+xtWDvwhFVbVSzlDXzkUPD/Y1Lsk4NnIEHeaLwJei2eRkCzCTm3HvnO/J6po
9pz09bfBVdseDRlxoMIer+UyEMBF8fwckNX7WA1NNVC2kh3xgW5KfplhH46RsQRmecfXwe0zyRFQ
tJjIsOuHoOTXpYJfvXgeC8Z1NkgdMJEA51iNv+YD9iYJoIlw35CQ4KbqmIvuOpvGIspgqesN9au1
N+fCxCgnWoztaRfDG0qx6KR9O36MsTfg4/DuHBAsYB4kndQGPvl4GUZuHd8wre3IPXWngAN992Ym
U3OFbHzbW+nyGtax8xqrWT8wBKOXDHO3PgfcXYJxpYKEVrcFLXQ6WCz+FhY2e50t2SPBH3nU2Zm/
D0UdZ5Fk/U7uUslFsO/YXRGI46cttBYsJxd3ZGG7JcoqufcQIDobyU6e6pcrj1wqQGqPKxZCvhgX
loZ5dTCxvJxUw7o/KkCRw2s3S2AIYWV89vMQL6T8zeZ3okQMsSdNnggDAaPNjYkP02SbsAVFSp8e
NfquN9+pnIPpN86uHZoMRFQveGmt7Jk72xy7e8uQ4nYCakZErTnsARPoHUET+O0q0cc3TpOFgHVa
h8wds1aLey0z9dTI4Q3nzXi9BNb84IxhdllmZ+EpK1jjXbmH9J7M3/w4x33ZbztMQMPB79zhdYGG
6l+ZfTXxtG3a5pqZ/Ex5iDwNxF2SnpDtODX9U+u90BvqKx3UUAcKPY1HyE/9p6SoJAo5DEiilFwa
mMTMYRcwndqR4ErEa+oV40tPHfxeNh4/h86jddwXvZ0CCg0aQit9k57sug6aOjx2XQ7wA3PjMG4o
O9vrFG9yHlGyOfY2X+b6OVx5CLuMNcntlI4h8WKYOoJDSxAEssewHf0b2y6bKBh7X23RchKRUrMQ
frcG1I+HUvnDyUpLFRL1lPdvBYkLh1SOBdQ5B8vJ/yXtvHbkRpZ1/UKbAL25JVm+2jtJN4TUUtN7
z6c/H7XOxnSzaldhsAZamhlMLwUzmZmMjPgN/uLS3puiQVxzeRj7DWKld2zLB5xSdbiHqNJr4aB5
O6tqVW1tYWqV2Rl5srUGMa3cgHWFzAYm0HKjwq++FWGnOlVd03DHE9p7q7jyWI7cmrC5cl7ZK3r5
JQzFKaqVRyWnMe11kYrTLM+/Fnsh9dwqMkmbFGirI6KeHroyTaJSGFR6vbrx/NH8TUHzTy6nD16A
xNIs2CffjVoIonmi7Z+sfMNLnpRGbTdhJYcfShJDVvTQJklWpgBUMzMQSUIJH57dEV5EpLEVAvh+
Je6L9CkwG/sJ7QjdWK49wyuUE+SrkGKNDpKSYbeL5oWk7OQJvaRNOwlt55h9XWHnggtCbLdq28Sr
BI2bCFneYIxXFRY6pQOUtMNQNakrnEVCf+rWNLMRqqEh6N2YvoWGZh0WcY0he6IchbDBVtBK/RFR
zpT6/m2AYsNo+5WGiE1tjuG7RHG8w5QgDY+RmpWa66n+aGxRfsVoFfCO/hM4BVoYBZmT7lp+0m7w
gZriB18qzedCT3EdaFnZx9ZoeQ6j8MV4Z/WxIDiVRpEFimJQ6NE9wHvBcKnZI2nGAQ57KqvL/if6
IQhqlkpZ/uwo002/Gy5ayX1H3rvLOAOHbQY4oZm1nOQHyUdqC35fhubxnO1ufQCE9dbKFc9pmixb
qYKAk6en10+tBDb5VShFCSixEqwHbE0EBIdhnzr1oBQtsjdBdEyY9/WgVDoVaElck5uENyqamdMm
wW7mofbldtsDW+AaVVnTXeOJANShod1mSt0FjiEh8AWhzeCn9MH7nY2tiA5ShJUPIkCaDz8GY8Fh
I+Zprx4ULRPcQK+910wxRTf1sso8AtHJUXlpqMI/tjIbG1M8s3tNp4yU0Z8ClHJ1yU9fq3aMx1WM
VgH8tg6JNQAZ1E8BGvvRawjjkLsG1fzMhrrjTrpaH/3G42CGMo0qGbg/rnHDT4LF3gqAUfkkTEL1
kqSFNqvSStUfNY2i+yTFlzDjrGg2HYz4VYLAEPdgYOXpIadc+NTgqNk7kAMU+RhqrfWRNNxcMUtu
pckNvNk7RAEpGCIYizq6HUyFCZYdT5ftkOEE7uSDEeyyNFYFpqbLN7Efl99TbdRuYA0Au7Sa/klU
MBspo6TDYuCPVRTCA5bcsAis3yh7jJaG2ieNTioHAwko0g2ZmAu0YyTxTy2hROV0Q2QGNtKqkXKI
gzR4gwpRVKuwTbiaiRXrmZ6y9UJV8K4LkmeMYWLE8PQAdaHerwveYg5apRlaLhpFdEiDsdnWuW4A
ianH9jBmFEKOood6y1q1xrLaF80MGYU9nzWuyqu+VZsy61ZZ22EDZmGhLNuVPAn+QQQQla9SJPCO
MAYo8PHGQ+pnXCmSOzEDA1NkNIaQZYOAykMGGKcMI10r0CtVsRXpGT6W80fXb0xWnm4VceWY7O4f
NPqkCLy8jK8KK1VdIewC65svivxcp1F21xkZmWBM3ZGp4va2HqiNxhu0Z/kuZKXJ9QyWxRjtJakz
vkmxHB6EPq1hXeRNi20GMspYdAfSHjB9H7pQwEoZf5uw/BVLJdKEFRzF/q1AUowc0OqDcFMVCh/b
KjTyFW7LPa06qjYPBTzLQ2BhFfqQ0Z5jZGbjJ/dSo5kPYSijzZdEYy64aWYIL1NdiHcQSdAvFOFz
HTQs38RVJk7wECZZl0l0LH24SYvJeFPEuRSO6oour5QsgYBiNd6aPEpcW2PTZvuhkdRfZJzMkKZJ
RbWl1/WCRcxEPydRECyv09qYMLszZwg+ogryc0kqJjky2iso9AGGIx7AfofGka/TJUAY2dZNgeMa
3SjhNUfEbxsZfFLtFG+fX7w46SY0UFz8ETNsW0aWV3iiKZrQXEGRZ6JwZyhPfWNiNIT4U+3GUk1B
QIuqPpp7T9DWU8uPt5NfFNXGr7XpOdJCwMZJPwwvzczKLUZfOY6Uqx/ookc/sqastthBpBUI5aaI
t0GVgTgbcKcEp0iNMvVGqJ1qUkdPiEaViPIVcY6VzdRbT3DJ1eYmaeCWPjY5KGYnNZOJu3FnSuMa
CEORrDF8tygkwroXyUYMdG8BvSS7pkcakXoZ5yPyDgluYy05xK+CJs74IkAQCh5h0cc9S9ZXUAlE
hiCCM1z1L12HpZLrDWH2UveDRY5cm1TR6a4Lgp2FlM3XMH2E4KHxGmwaQqwSvytQi3YwtQKkkHNs
jdQomV5RFFDBWA7xU6AV1JVUr/cE3p2OdBh1DrG0I0ww0Vgu+kI8Nr0vhbexJgTiYxDMxjARa8s4
aHyyd2k6QjqN6DJzJw2YfRtr5fYnuNHmVoIdBXgM9f6HUOYcdvqySe9N36ifFK79sEqFrgj36I0W
GItKQ3vsZTlbY6nrf9dJhGrUCj1qjZEI06S26vFnGZswRFtcpzsHBslsc8V3ezgImKC2jqSiRurm
QxveK36iTLtE88r8rZyi/jYJdcQWMz9O3jIRBIItSnXz3Gh69TzqBjwzVS8Eiv1hvjdphAbuhCI6
UkxKG2v2OHGHwLwilikmFW16pKCXPPDsguSqGJGp7/jlVIcu06p7SScxkdVyei3w1kWZFPE6hZa7
KyGGvNcpm2ARp9E50JFVFEZ/M+rwUe1RSTDURBEdF6DHKGrofBpiJT+g6in/htVuBW4QKt06TgCQ
fg/JAal9juAibFqPxrZmv+wQc26P9NyMH1LRmgcFzi9l9Qq9aCsrvXjT47OVchEMlbWsRuJDB18G
WSu9TNiEo/ri1QknbAdRbGM0ZRtgPxUMdC1TFEDkVuWSFWZWU67A6VorjebEB58sCZBsgdGbp0XJ
z7qtqhtgjMF9PsQgGFlWWY5uGHQoNxNAXWJ/1xTtYymX8n0dtuE6TLvhFnah/E2CrXrUB0lblQV/
VEn33nOysNYwACxpIWJAXazHOh9ZJSoE3q4XcTJD5yMy97R+hjcqRdmazFmc7HQsmgPCYv6NoRXG
q9jqEW0Gub0t+tbahn5MvzOhB819RfIp4NMYy8hJafz/Zi95SL3U1n1UtVSqEo8H8nVl7aeSeKeE
LXDNIsFaG68v5a0VSe5FluYK/KSJDKYXyOmH55P7HUNUAPK9b8o1svsJ5/GWJB20bdBH4i7pvfQp
kur+h5IhSmdTGK3J6n2rUmAmeAWavLqEJ1Sj6tsB7b4Wwb0hZ0WLQvo4gm+gnRmV0R9R9qbvcq3R
GYGjHFZbypXjSzlhNXwT0AFkLtS08Ha90oLu7a1Q+YNYaLPxRKQkXDwFqsbOMLp+xCeVqgNAFumx
p4ZJJkXVDQab3GXrQKDtifxnIjuIoJovKTRnbaV3rVGiTR8CckNkpnVRxMMdzLN8xPXS1iiENRlF
UTlY7Y7bLPGn5HkMpwEvOHwxZfI6yx5jTrl1ziftAO6vlTbJlGb3GhZeN7AaFZPKq1T7XG9Ej7xl
fnFrryapvqPOafo/uqmU2SiVNje36CK4ftr5N21YA8xWxqzpXvWcNMuCbwXZuRS0YdfKk0rV2aSQ
xhYvuUQKk4TqgU+7oq4hUwW0dKek6Vb6WGw4L+J7NO/jcB8Dc3hECY62PK/ioGnG9EK33a9vYZ57
EfVDxd/S//SfCyFkX/VthMKFTpEaoJ4PooQ8PVobmcAVlks9+2JiwlpHIHt2hwluOxoeQfVeIUCb
4r/cdD80nLZbnjtI7+u8sRC1pb8FhTbK8pVJVyJ7bIn6iC5FesDD2LjlCqPftc1QPSBcg20H4hN0
LLq0xoQYPzfPbOLOmdrCmnP6RF1Hea0aOIdqqA2YnMOOaYjiI40zCr8lf1aOQ5bq7UY+Nh3Cq3p7
189SdJukrPBAqTQTd9+BykKKi4SOqpKktpBtI1W+GTIhUA5g6/Jhp+jIFqK1JOb3AlbBNHc6tgqd
/pC7Rlnd+ZWqsTf6bBOR3xwkL5h+eohOPFUNQEobqeP+WFntVK+KFGMYRzNIsNbIR5tYuxVJt6Ny
Lb/qZN5vwNtHKvSaQttBLaWf2OKiB8G28/L7oRjilarFHfz7YVSR4gkr6y0Z0NlGEwUqcsBrUdaV
ms60/kZAcdNo0WRJxCS+izomaE2aIJnUljI0lXOq7tkDXYhgfAJJkFTfSHtmjQ2kardYIcUftSia
aPFbShfcc5U3u01LPuMqNZ7gjtihJmdX2Pemq7mNi3q0bg5U6UUtQu2nikEuiTnfj7FI8ZFu5BdD
alFmorC1YsbF70D7Ck5Bje+f7HKTIeHny91ziZ00yhH0TBOO5RSLHPpDNT1dK6ddowyNgPJAQwIQ
U+g7RqGsHmEmQF1OAca9KIWvvqqKaLixIQe/TZlH2VbqUNQ0ILAa5rYoUZniiYfggLnI8IZ6Aq7j
oaVX4ooT1wKIxcfQf7PMyvwNs0tGmLbPKSOBTsS4kwQeJwhkK6Sb0cIU0JbMfvzWoLLxKxwy5Wdp
djX2e3Fm/ghANjWOUhZpRTffN38HtC8sjnj6L5RQeywCBDDVHF1CRZsoiNK7CPeHfCWBy+htyxiL
Cekq03qghAkMRPbN8KlDt6a4jT2x79mGEXoso9oX3V2qBtM+kLrhXeS7+gclBhi4XSxz7uQWukc0
/8zhm1xI6tNYClJClz3E7mVOz1BGCCgtralnw0nvZTjeR7BoGUQztNhFFypq863iNnmIhiCudnmN
Ca/bclCj2t3RTIbUIc8ntd9RPUgblGzdQi392JmVzWKEHDxq37Ev1K9KO6i/gowE31GSAEo0evGI
aKK+k+s7eufDQxMLbb75n2aYMCKvOo7wMFZyF0nC7sNsa/wDAyrQj3GbmRtJb+GbDX7/U46akhqs
KH6/jA49RfVikAEw1ZKQ3gdDvICG5r0Ey7kd0aitH8dQvknZuJYx7S5HOQO0pRcpmjRCTdSI1QWg
WywiTxhR9bITOXBE4RGJAdvKb+nlFur95VBnsK4WvoXISM5qdtD3vmJdwWcVSZ1S0Z0Cbmyi9xzn
3sPlEGfmzDJgKiImyXggVX0NoSkF9rUxIZTioTCes2lFEf9yiFMUtCmiUoktoajBBPvLivgMFg5y
sDABQh8ArN1SUOww3ojAZOFoXoEHmzzsV/y4KWoqshOg1DFbmOlrnzHQWQnd0AtzsCQFUsqU9dBF
5oqw1Yf31NyH1lU48gm4X2fKZGiKpgmKXJ9JcZ8D5sUUV+BsUd5MJqejeChK+wzdKOsmCm8wK+lo
9+pXwNenb2yGPYNhkxH9hLi7GKTs09TEa5fORfco5+22y5o1xjSX39lfuPjXqUTBFHAOrwuqLz25
ryMbUIsGSEIOXbi9U6/0TecOrmAjG2iHq9whyXQth7qjgySFgyGrg1+Kw6TblEocwaX9sDJczW2v
cBFOdwSPJVEGAP1t6OpyuSLx0IaVzmNJ1t3Qvjbm8cq44T4ulhABmFlZluA4Qnn4Om4BEepewF3V
LlfzuDsXOQRHdqgF2ZP9z7jhyjl0SB3wMe5/Rg3W0vFdz6GW6hRXdtCCBg3efgbbw+kxdFEx/8Ow
/LzOpB45RxOPN9scdyFNCd+l4xnVjv5Ur6VbDInSA+KsvIGXwH76fW3S5ZMdvAg/77tPO7jDNzT3
IsILiIiAWHgwDSfb/bhDbBL9d8fEZmLnrYvtO1AWGzNt+3a0P3o7cqIrr3/pdMpEmBIHFYQUAOw6
J/3XJ6kpuxtDpeu4KLdOiRtJl79Fmo7wBhJSMoZIQiEgx/hTrl9r6imUpHeoa10xsD05ZiCnwOTh
G4PUvSTLS9YQmv9yYE3UPBXtLse+vBWbxzFChqYXpHu5RDGsSW8vL8yFLO68BAhqijAgRc1k4y82
pJ5YQHYDid5KZN1W5VvRk0TWav8ALfuI08oKgbpb+riUtrUKeKyKXCba0bUSH7Ny2ta+f1P4w+OV
p5pZJV+Oib9PBeMf4slMcFmwTqoa0UEZ9hciIr/yQj2IpO5YvaDemN+Yeuv4g2kLWftiycmdoM2t
JeUXrPkr3JezLwRdad1EoUiRzcULMWSavP4A1LpMQepqGO5idogkuEuBbBtTuQM09n555CdZwDzw
TyEXW0KuRnAfGSErFj4y92iM2z092rbqt3lw5cg/OfUWwRbvfkCcBlQJwTpAVeR59L8NbqGXR3Ty
XSEIO8vQZDTFZV7m160FjnZE+V/BRXHUVvSaNrN4QckV4nKY07PEgjOkzEbFcM2R1PwaxjcQWBEa
xeOyZ96PmfiBLAAltbR+mSYjf70c7GTiTBXenUUpxTDAB85SFZ8PLlmrulqLYgsvmO+Keoj0K4M5
9+eTObH8mTZOhMXyx1WNMmAOZm1EBKehpDH1xpUhnMwXQ/gcYn6ET2evEAkdeBZCiECquIraUY9N
aOs2ACUuT9bpArBUkcSW7ElXZ3GPr5GKVCmFRjM8WwjFjcSFxFe6V7b8laT2dLMSZtZHRp8CdeSl
mHje+HLXoIRjG9JrE61T8CgZKBwYAO03o/j/9tP/J6XwdJ+SrEsQ1WZaHAy5xaB6oQsaq/QpWRMV
d81213ndKkY8J7amFRZAzuVJPHldBvHQYpA5p/n78igKQ5NyuiR7tpr/Qv3/Nhmax2zEnRi1qn8Z
iW8CG4hBWUwicv5fX5cwd4KzSDfsoDYe+Ml863cVXe5IMd2guWZxPh8xXw56MiIZ5wCSeNStoYF+
jYbQb9WCduW8a51afZK0jx6uVSbSYTdWafct6/rV5fGdLMc5ooq7loRqoqotz6MWb7HYx+MaEy0V
eU1kD7Q/Ho6g/zoKVzikJRTOPfigi3FRyh1lK9MBcgy3Q/FdqzzqXlfyhZM1gWzFXxIwXgQmd6HF
KUGzGJVT3+DiIxxNCmVqtTeSt7G9clJI82m2eEcMhC4s6bpsYvX99R11DWqPUiJzl6sF6Yi2QOOW
Rjns8OOIDmOrfXhKP7umUs8tumwbj1AaKzqkKznyhiur82TfzZI9Ov2I+dQlWV8cW31dJtaA9Isd
ySqmWEDtNyb2tM943Ca7qZEp9qltdiV7Z3+dTgEMxpnKDTqddbqY6hI0ZKeUUEJd1z247o17uOGf
1vOv9dpe73a2zd9u1us1/2Tv7E1j7zYb+3HDb//7lw795Jf9aG/4zzv+/sjP8bOr+b/zmzP/cvjL
nX9zHNt1Hh7cLb8OW2K582/8z+HX/CPzj87/4v4+vD68Hn4fCrfg3w4Hfv0+zP8XnvNw5bt0uuKw
ZUd2RTMsWFoIs3xdCWpL6Zi2KgifxrLj6l0Wp7UXHz39+fLuOX3LiqqgG6lBCAa2vCRs+6NWTlUD
ahgHVQTbOriI2iEF3FUgyW59XA52blBsUlXUVUMl7mJQqdL1oWRReYyxZYUovoNfDci4P3aysL0c
6nQZKSpHqiwyMJ0MYh73p49u7CMEPPmZgfFb7Obea12WLgVCB/rDKmveQSBcjnd61uFAwNvSNZ2e
NRvnazzMQpRCiQLDnjq1OohemrhAFPL9MNsBXw51epATCtlUEbVBXTtR1Apr3VdRQ4SW2JnxTqLZ
YIfdiH/WqOcYNSIktfeNsTsAw3k1QOFcOW//Tt3XQwos35xmcKgr8xfs61A7LcD2OEkpi9u5/eM/
t2rlDtCUPa54lE23hofqps6ffg2/QFl5T7DaNv2ht1v7tXBF++M3jpVrwx33wpVdM59Jy0fDU0Kh
5DHvGXl+S5/e+gRCMzLq3LRbpaZPgSqAci3HOg2BQ4X5VxICvdSTDTN0YwwgrDW4o1p0pKEFl/vL
71c6qUkhNPE5xGItFZLZGlLVsXZDKdtiQj262pi3uwqArVOO4Fww4v4dCx1ikVlyp7Ri6Vx+hDMb
dT54uK2aMknQ33LCp3nELBFrpI4nkGjJOQipHPHdJMsbvyVGeeWdnYsFYgs9KOqxXMUX1wkYGSNt
E65GSRO4krAXrZs0Jduq/8s487f305iwyIQTLhEHhIHbSzceCKIQFZwyuZIsnFshGJhoaPGKfD5n
D5PPgUovif1WAvVS5tJDWfjvkXFtnZ85bSA2k+4gTofs9UlOjFSmFyaUEtCBLOxa6RxNRkY10Mor
m12aZ//rjuLFfIq0WIuouAeYbzJrrQrDMbyfWHjBn0ZQQYzj+FxRE25/1uD8deFa6DNHOKHxnPpr
+YIMx9d5xIp0bIAwcqxIz6F/B9RCFbdlfd/LGyRguQkc824vDpsCTnD1GFRHgFWYBmoxYpc/L++H
v3Xn02n451kW06BGTYjMFtPAs4z5xm9uc/GHhyaMoh0hfOvaJhyeEu/gRYiVxis9xl32Smp0ZlmR
GeoyiF7Km8oyI5A6Xcn1iukoKlGiu1bwvQavdnmgZzajLql8MJGDo0S3LIy1APLRnqBfBtfwQ861
NVyJP5CUV6Ue/PtQs6icwjEj/7Uy+/p6S78v1SLG3YGG/FsXjg9FrR3A1r57cXHt0D7dL9wQ0J6j
2cNXAQ+Hr7GEXsbWUJxXsSJsytJ8x9MHVQfr+7+dPcJwIcZTkXNM+pvefzpixg5Q5qgRxmi6Y4Ab
ARSgVZiPK2oPV6qJ577C802f9gWQIK6s83L5FMtShbosuoDiHOUE86Ggw7rzZUXo35KmKKO1EtGv
XtGJNN9UpRkiwBUTXyshjPvRoeMR7iDF668YMhgGFoJF/wdVPWs6QvOCe4TnQ526eapx2Wkw8wrW
IBeSj9GDRurqU6i9ypDS78UqsfYsmQFb5K7vnouggjI4KHpGfbfATUBVogEQYBBWL4Y++c81bjrf
aRw3uygb2j+eETU7+GFD9K8P+7nt8U8isNivzdT1PURCE/6vMCuIDhhm5mK/nZCPWNW5ODxffvNn
Dgi63LJEYkadyqBL9vV15BnA7dbE1BfYpK0rxb7AkpqSH6onIJqQiQJX9YzIxqMaDY4ZwE3Ks0MO
Nd+A9SLJ0cPl5zlN63UajggJGBC1LGMWfP+yOqopSkJDwJEoUx9V1YelXKFHUG+jKfhmTtKV7Pf0
bGLckHxoanFvY0l+DefHhS7ILVrMpR56x6g2Pvqpma4s+ZNNTF9nvqiYFi49ZL6LMZU4rLSRgv4e
VyJXavdTwzo1x3+7chZR5K9DGZHImrqIKLPJQUU/okWbZKRrhrfk5XckLV8St1xqPyK1H9XUUW5Y
LNJ8ksTYQiPWETf1o+n0q+4gHfQdnjhb7wj23xVd8WDs5MfLcZfz+J+wfFSpFtOQUBbz2PseTHJF
rWC5oWHmpVsp12/MQLsykSednmWcxUxKWm6WFUr6mIaEL3X5ErYW6vbYW8igEcY3MEwbuWsBw/Qr
Hw5JgUyGOSYvlwe7vCwtH2Jx5VSNVAp7EY9hbVTuMPx0QrVeRYl6FHR/j6QtwETVzQl/Oey1OZ43
zKfTGSCIhjk0YWN0rmoAvIVEkU2/su2uDW5+ik9RlJBSbIfbFa4ijskwhhclXCvKt9H7mcQHj/bS
5VEts4PlZC4WrAhHpAwwpIKwtcLGSUf503oTxyvr82wUjQKsSYGLst7ilWVJIKYjoDQnU46kdxqg
6PZGudZxOjmx/w7mU5jFKxon05DSOYx6M31Dyl/5FYm2cBvumzd91zwUj7pvS3+uZe4nCfXfsIZE
NZE8gTrIojARAmfmA8IchvlrpaK1vq8+DN015Ds+FAZs5O7nmG8vv7ezB82nmIuPk9/UCuAmYkrD
Oo4+Bm32kX+zotsGPf3LoZZJ+zw8kJgo/5pIDf5VEv68JHOcNDAPZ9Nr5k2V3bTBTaXeNcWrMiHE
deWEObdQPsdaDKuVhWlscdp21CSwA31VeHBEEBDpr2yza2Oat+GnbRZK8On1YD7IWnx26YeW+e8Q
fdsoawArK47emqvLs3hlZMs6MIjptqywLgD4dpf7f4zuJUQrAJzX5TDn1gWlKhAo9AvndvjXgVXQ
bXp8GQkDuc1MbvV+P2kdneCDXGwuhzp3IH4OtXhXgwocudUJFUc7L/8pGjvN//PfhVi8JqxU1JJG
ROX00uDI4b1QvGOKfWV9n30z/0yZsajQW7Uap9BIWXNhq64iMatcqUZ+NERK8E6y8Iy4PKiza48C
LYg4g4Ru2d3Qm8KsZGgAjjrIr1MU+Wg3DW7VjwcRnudYK2+69W/lQv/uYRqJ4KFUcq1lgoDogQQg
EhuUNK/opfAhaZwxcBP16fLYzs4lHWt9vtVSSFy8MB99N2rTRuVYWb8D6Q47ybEQ+yvGK4tv/oM+
397/DggEDKCjuZG47IuGvRrV9cQklt3PujhYIjT4fAO8twPTDsZ0uBJv3jeX4s0D/3RgIO2P1tVA
PHna5tQIAJo33w0oxcWPyzN4Aiv6O7K/aEmZqwdlw6+RYM/2nOxMYX9j3faZI73F22Ib3lT75EVy
QMb6O/8eme4/VruNfwnrK+HnVPFkoJ/CL3a1Ugc1+nCE79b5Lb4vJSLTv5KDsAndehtcMxs4XS/z
FQsLKUYN/OAEN5eCo21CQFO5tKmRVGluvMkd5d3lQZ2NQv2Y/hsgVNBKX6c0VWMNTW000MtoO2hH
3X+pwM1Zr5ej/MVMfp26Gd8qqpaFvDNC/YvFP/YYRaadgjnwXgCQJ/N7vZEOyq28t9bcbPJNDaVy
HSHYuTd2oavWziF0y3/Z5JtzLC4fMGa4iKChvMggqTBGqdTyZyMyDWsO4d60QITivqiurNTT8/9r
oHnWP22J3vShDWgMd1De6eUjNm7Uv65M6bUYi82gd6I5W0PWjvjQHPHp3ZlrZdMxrVj0bdu1vwkc
ZNQ2M7xNcKOVthM35kq9uXa/OpNZKhRlRJoDnNe0chfPgfWj14uDWTv+a/Wur1AumO70jW8Lf4xV
to3etBtpf606eOa29TXoYiuGmjXA6SZo8z4CX6QRta2Ooa3u6rXwo7odt5cn+9xcfx7jYvlKZixi
zkK4aDzW0ofevWNceDnEtXlcZkFtIctlPRHjtdiZN9QkH7iGU4U+vln78Km5kW4eLke8MqhlhQEx
F4hyc0B53EXaDlaIcC2zO/0UfXlNmvx1H4xpbnheQgjjSXkjfXQLO3zONsaVYrG87CHNG/vT+1lW
iwdxwgEOwoUDNTm3pWMXO9I6WavP7IVVvhvX7fbFXGW2v4EKjq3GlbRl4aEO8GMRf3G78nXfU9F9
AFC58pzgqN426+g71Lx9cxgeu23DHjTYi+Iu3N1+DPfynexOq/CXx0K9Cn69Nhfza/909uQ4jSle
w7P4r+0KgeJjtMbcIVtbq/gY/aq/IayyiW6fghu8MjfX7l5nqjxf38Ti5EMNCEvR+U2Me33lbdCF
sw7jStpK9p+jbJvvGJY9mNtrkP15fpefF0PU5q+LRrtgec0sBMz5UHmpHAMoWNIglejnV/pc53bL
5xCLE4cOuzhMOIyCme22ReFvQ3YLio9X2qGnyRRfJqgkM3ia1vpyJRtKMvu5kY3mvfYT0QHqKXgG
3uSB9thD8F5nmnzlQ3Juj4JPmKkouqnycf66XvBzNuXSm+97UmAn/i0SrZuuWwXTLoDw0CDlFF85
eM7lHJ8iKotbhVdq4th28+0of/UxsB/K8EeXecdJRwrj8hk3v5WThUH7GqTUDD1bfpwQeokh35Gb
Uss+QFJ81FMABEKpPw+999iKnZvr48vlmGf3gPEp6GKp1GJZVggpsxr96b4rehc5mXczmhzL+DFi
W4Mj4Hqs2Br5KDzQerg1LHEjGi/QaV1L7faZZqwL9DkvP9aZlUWLAKCVTFF5piN8fc+55ldI8IWY
PgsPYXcTKRR5C1fnQm+Gq8uhzpR9aEfAI6TkMyvuL68gVU4OlhfkrtjSoBv0bhWCi9Hn7GMIGU50
DUjftkhrJsynxwzH4svxz+7VTy9gsaSRkag9UMe89QYcUVvdDn2BmWN55UWfXVyMRJ89o+hALGYU
a5S2NQeOhHT4oTd4Lo6+g+KILt5Pw7Y2rrWIz7xAEfcC7ql4NHApX6TqjYjUdGQyqiT9jtD42pTK
h3T6yDrlUGjXPmlnx/Yp2OLLXVq6b5QdwRBjXZlZvI1rRFUcPTjUDapUwZXs5+wb+xRO+bo4oSSG
WlUxlRNGzj3YTMi9mFoKVy4A10a1+E63gj7LHnEcDODMBOUnIoaC+FOK3jrzYAi/L6/Cs8fcpzHN
Y/70Ie4Gq7JCWB1Ojrw86apbNr+x39wlZWr/d5EWH10I3VUozjd+PfvI41WLG2lcP2fwiC/HOf+W
cNKgW45Xj7p4SyDWVSNCJQ+dJWywDfG2GRLgvPH2cpizX3PO6v8Ns3hLCNNwHS74BhZNLKI6Gkrb
Ecnh1eUo59fCP1EWrycLVRRCWgaj10faimvF+Nb1u6LZ6Ejzmt8vBzu/FhBrm13gSBYXe1cbMhDk
AusbjRYHlBqNUDjDJWDoTL6SqJwdF2xCuv9QjrjUf112JSoRiqczezLd7Ep/VMo3A8mqKX+M0aKV
iitr4typRFlaxOTOwIFz2QzNlAmgYMBRn1Ua0M3bCq3uvHgYu2+VeqUlem4STYkanTi7fhvi4ljP
0Gk3o4xaRY4+4haaAXm0HIUbCN3orWN1cvmdnVuGYByhpkBgFPER/DqRGAIgKdz4NVbD0QoN2ls4
O+vLIejS84csEhQJUDgWpaR94BsXQdAYTlG9jmsHiVZEiaMo+G74qLRJTY9UR4Kb9nPmCf1KVPx8
J4RK+t4gCOp0ipc/dYUZPHu0ax/8MUPULxOatRmFGoUcUzj2StXdto2EDRzNSaapUOLyfTDT+lsM
whqzOKn4BqLURPVZKtAFQI3glygI2mNdmsYtWAcPVZc02EqdP/wJWz1VbgdPDXa+MedpCQrnH/ow
q55CtpZ3xTQIqx4Zi92EVzTqoxZm2gc1RhxNK+gn2OmQaqKtdY08uiPoTcMVBTXr7ViHQr4BBTRT
hSaY5qtIKtC+rUWj5hrRBz0iA4iZcJPsPnBXtkB+GVGALzdWhIrj9chqoPI6YHwjID6TpP2zicLY
K6qrL1A6UO/Wu+2QZ+iBj+I0gfk1LJCxSJEkkKFkZR3i//GjNRrTmRBMeGzpj6KbbkmhM8pQZLOB
jrFj5mGFbK4e9x2GH6K+QWR6Vr0Xo52UwGaDyGasdGVAzdHQBdwLq3onVF2517rO3GHHI3f0HIZg
1XRC27zH6Jz5ezWZElzE08LcV40e5mgXV4ay74NBdtKJKbdJ2TzOi0wsnTSp4sIGM188qVUYkbzG
fL28QH9Fb3W0GwH2/9B5eWyXBoooplqLPwbYDi3WBjixuMiMDbUj4RO4NhQ1QncUUb0nhCMa8ylJ
hhZCv5bJbzgZpNsCTQMJP2gEi3tJGn+Lho8WayUVBeIGcYe9EO/MRepTzzdTqRJTrrTgTRXi0tyr
fmk9k3mnqGu2NdSStPSUm0nSNcsGgKmb20xqm+OAaxii9LQXVBdZJOS4MKrHe9kyPc1Wsmbs7DyD
Dm+3YUGFB8erbo3AiPoapn7sOXWSZXshxWatZLrWDbn27yopkC9BlsVA8tf3nrUO/eBuEJubFlDQ
OuAM22P2XG49obGOGJqEMlF9ZPENsfG3TdJHj5WJTLfS00r9f6Sd2W7cyLKun4gA5+GWrEklyRot
yb4hbMvmPM98+v1R++zlKooowuu0YXQ3DCsYmZGRkTH8vz32gbTN3DrYqz0MJ2UO5TpjYFrnbfLY
aK/aMoKCtg96aVOMivRHCVoPYsI2ILBo5d61da93b8DMiZ+AHO1+W2MTMK4O5uHQZfWBaX3pty+A
IzXBJ4x0g4XuJvE05aGoJAH4PjLg4E5D26EVLSjrAL+V373ECmTbSHLvmxyGVLHyIDe7exCRk2Pp
xgKVLbGOHyA5sp5qufDuEyUdvnVDBVOoGCnWfoQmIz2MhlDd+FJscPVpgbdN6kgHsykGPLQzhVi6
qWm1fNRAJLmWBT38k2mETcCuWxQAVbXqtqY3MTXpkdl2TzV9uU4YFvVRH2Ep0pIk3EaaZAwrN/an
mVLSLPSZSTxWLVKNdNCee+QO3koNME68AidiI4yZ0/eJMxhA4erGlvvuq1b8VmOgonz8ZmNHx58g
XmzS7FYT+5+XXfen6ZX5x8yilEoU8woEHG6jGICs9jlJk01ofO97ZTM23p+s+FV42g1Qhs9pXU8k
4ytP28VH1ulqzAKYWBJiMwXB0ym68AgU1qYBsCetZKcEVFRwpYOq1ls9nuCGQBpVrNeVBVi6utgM
8hSAPtDEPbuOIboIwYLg6tLLn5GvMnDg7+A/+t7Er7ScdWCsQGKmZ94mzkGcyNea0BaiAUmagCAI
BnkRzZP5TGIpsGgViK+LO81tfnJUjm16hPN95Zb+1KL+sdUnoqZPOYnkM6GBFr4BHBrYm01gbUGE
2ZLZpB/ZGUBRCva9f2zklSh4IY6TZC6LifEPWIN5vTCCO8ilkEdgxQ2ojd2LJoO9NIqmbaWGk5fR
ozD8uLylC7EcM4CwY0KBxJt23jjqe4Iwxg0igwpKYKaiIZcBgumKieQ63F+WtRBdSUD6krWViOfp
cTtf0zb1KzVXBlIEyi84xGgi3VwWsGQfpwKm9T3ZNNygXEBnWDlNDUu3J6jJl7Rz3+IwGngnxWuN
/dNpmwdytOvBjkLGg2rd7DSoWsjlrY1sV/tUdi9++OrpK7nBxSX7K0Kf5c38QYDsrkNEr/QbHTS/
qlzZlBUl5iFv6gLKqstIaMqfZntojK//RXVakSZABIvaJgXqj+TZybYoo6DBEiIRVQc+aLgM7GQw
IQmS9JbK+Q3Trw9w+th50a31MiydJyBjqHQyy8Mk3myDIiUexFyUQXivJGbSf4rJlmhN8KGhi597
cSXTsHg9cE+BcD+l3JhgOjc/IekHQa4pz+nf000t2/Fd+Sp9IX66yt6L2h5W5C1ZO5NmlgL0BvPQ
Hw3UJ8uaNgXwRdPVGEnPRbaNx5+CcU1c9O9nShPZQIAL6GWfp1Mbn6eeqGAfAMFWpTMArlEohBD/
3nqnSKdyZmdXy4HvDSIRbRIwajIgHMf4JiNEjVNxpVS7dKgYPWWqhCkA0nizferB1NdCH7Mg3LiJ
zfGGiafD5VVbOlV0C+MVpocyT8lzUxhaUSVUwBSExvDsVk+NTdEH4DcCvbEi6uO9OHdD9MBwruhG
YxJ/tnI8NADyg93bybb9G08eCNSu632xhQXtOt8FILC4O2NrfKXyboN5Xx7TlfTDorInHzBbzw5w
tjg2pg+IYfzoj2n6O1qjw13KsIMo8n9aMp93vqJWVyh9NCJEOEAoWWxvk239s3LcfbzTr7Jf7jNz
M6/l93+Gc5kCAZ2uKgZS6MsAfOJcLh3hTZnCJ+RUpf19PBhA+333Jce7eipEWz4kkbPadDL9yM8b
+lfkbEMVbxy7yEVVsGOuIPRqNvp9W9vWVnKEb/pBfQyP8hfhXjys1W4Xo+0J8oKs3sf45SzalkG/
9ZXarRx139/IX0kehZtg7x7oKNgD61DYwVPJoOPL5cOyeB5PpE5/fuLIBglGWisU2Nr+PhLBHZXv
LguYDPDzgv5VazLgEwGj2fIqBi7OAdnQt9vr8E/6Asw4DC7vlwUtXgGnCzj57BNJaapXUaCygElp
R1/qt/Qm2Aq0VO60vXWs99HrZXnLJ++vYjPj9HwvaOsBcR5teoBS2WoBi3f3fFmKtLZBM4PkfZwb
UouYepN80WzRKbZvQMyLV+6TuPtRHYIVtRaj79NlnHkUVe8DhjMRqPyilTe5HUVHZrr2rXr2oAZb
U2+hfM5wg8W7QmWWGtCP801TtUwKjQLzoHe/fqv28jcaWW7NO+2ordnH0p1tAJDErU2AzyPmXFQV
VoU1JjCpk1N7VJ7aDT2O9U34Zl75TLFsm2tzV/8I99bKHbF4sE/lzuwyAD4CuHzkSr+irf+SbiBj
JKnQP9KZrTnyF/V7KNji3r9NVoKURdsBuI+hPjJvQD/MTFQH5t3PIoCnmlAE8TeNSFNr9TBsBD8U
rvysQ/2xoASUKxpELh7kI09jIUI61RnSBm6X/pABo3ubl7mYbS8b9pJdn37bzK7rEYhpg9yGA5+A
I3v9VSZ0u8siFk2ZNC/jzrzsaB2fmXIhhoHSmRCjRKNK9k95kopvnewfIqgz8pS+guR3noM9rfkr
2Ypl5f4j2JpfmHxLFQwsPLBou87wd6kU71eUWzTnv8rNsc58nZwfPOY0wRzzG+kdaq0j16T4FQ4F
7/eNcDv+iP+ItrJWFl3y5ydrasnnp6geM1/KdWiaxlR8qXP54LnVfjTofjPUiXbLc8xCv69y9dtl
fZfc7ancmaOIlZKeH5ElTYT7Iv5ZCEcj/3pZxOKKqgwkS2AsgCM3Oy4pLLWm4bKiYLwa5C+1O51O
cvHtspRF2ziRMjP8JhBUmHmnfQveTegn1prhl5r1JMp5gCjRy0pNamb1MFF0YuARNSl3KOEUQAd/
Ee+Ljf6r2FlXzQEGiv9CI56YxPXTtNlH5uzk4h31lDA848Zo5RehA8F35Rwvbj1ok2C2AP4GLsS5
yZVMERi9jEJNmdF2DDZ18dCOaxNzy1JgnQcdlAZdY7ZsXefjCTu0GKrHDF7D4b6MVhzyogjaM3iX
kLkQ5wbmSWbd1h2XXQFKNW/xLy5TQWFX/Td2fCJmZmFwy/Jzpxu8CK80FR4Y96DqL2Ky8vRYPC4n
YmYLZsUiqfnpPh2GQ5LfRMZVI2yitUfA9LHz+HFqafl/a6bOXCko8ekYe0iRDWcMb8Tye2xAxXZl
9ltpDeNu+cLk2SjRvsS9OYc+EGKthVXcrx2Y3Jtt0W77I+iVyj4+Bhtz28L4C+Jn6igrvm35yJ7I
nZb65ARJsHPD1TDJPYKGdCc88p67zRqnvq23tVN/aw6XT+zi1jFCxT+0iTO2cC5PhYSgVxiXdkLp
Jhg1qEuiq7AE9SNfqSEvBuUgB/6fpPn2aZR3TO5htm9wmnxn6tda/ioNr356FQE7L2ZXdfiQADPB
tPJlHZfjrhPRs1qvUkqdITYoaf0Cgtd69Z+kx+Q28uz0AB7tRJ7l+LfidbZhpv6y6EWbPZE8uyNh
XeRYpFHtRD6NhY9JfaM0L33zJQlv+mJtzmqpkxnwOgZ9RZoKqf5PXufEeMQQLq6yQM/K2FS34tGl
SHYEqPne2OcHio23Sm4nd/LjZR0X6yGGRX4UpEbmu+Y2pGRwE2ojNltv2ld8v+0+eVff/FvrMN6v
iFpcz7+i5kYUdqbluSMa5m8NWMPFF+1n9Du7He760obhZqfdRzvxu/fNt1fzAdPd8sn9nIieG9HQ
KVkzadluJNuyk318bXxJD9++uk4GL9SK4Szb7Im4meVI7VjH5cei7ixbOty3TnDb2oajPMa25xg3
8W3yc62FeQprLqk4u15joCv0lNlK5m3vSuE6Eu/LDg4QOoG2l/dx8fqbMpmMoDJrb80MlfdxmIQu
2xhYDGqrkt1ZP1v/6rKQxfDqRMjMlUZ6WTcWpDWOoAFQ0D9SpbwsYGm5pn4fOPTEaWhuZhERnMCJ
6XG4R6o19eA7oxffZr3leHm1T41ypQqx5KpPxc0swqsVhvTgWeQN59qx6u2a8lbId8naYPRiku9U
0MwM5LIPvQDsfaffKVcw7xYHze43/TXMvOU1bXXa9+ZaOMCa89Cvne+1JZ329MSD5b0Vk1FHtLrX
ftEjAB3JJtpaW/WuzB3rQd3Fe+9q3LrbdO01syZ5ZpKiWdZKk7C6lgmn4TE2noeYtocD7CiXrWbJ
9k9Xd2aWVtNpXV0jSKMxEY6lzIeVJVxzH0tSwDIFmnzq7Pg8/10ljVlPMWyRbj0howXm2otfS/Uq
du0mvBb9R7CV+hycgptQfo5Sx/VX0n1LC3r6BZMrP9lK0e18o5uymDDLx8MTHQQ2XSwUXQGmDlbU
XdQW2FHZmAo/n2AMDTFKRrMnNAyGO1l4LxJwafb/vm00C/1HxMwyhbICPXASMQC3lYYkwHSYV9rc
uSxm8TI9lTOzw6hNk7xJkVNbeyv+0QjbUt562R9Fu6X3eAPabgKifbsSBi7cq5iJIouyAYA41875
Zo19FxN3I1UqC1uSfrZNBRmcrUpPvUuzeLNyBhZc2Zm4mStrsyCO6RrjYeqV90WablQAflvGZHnc
rSzowi1wJmrmzEZei2anTy+tNtmWdXT0Kn17ec/WtJmZRtlCAjjUiGiTu1F6HaQnc3xK/4snI4oA
TWNSCGGrZpF60YFylU0BQd890YSjBVfwOVxWZClNdipjPiAiCbWb1jn38mDGG2akoYtNbKZKv9VG
Zstesa2DcTMG/QEq8YcV2csb9R/95uPggyz3ltYhW1TfwnzbRcc4P2TBywibl//V0w61AsfNVZdv
VPEBPK/L4he81ZnmM4uMFF9Vi57VTTzV8cX3ErKWyPdsNxNfsnwNW3NN2twordiPo+nV1Vj3kvJb
bUO4EVooMq/p5bys2NK7i5wnoZvKeL/KqPH50VbCXG5NF820gXC5EG5ESrtd7d0XoU+Z1/2WpbSa
1tIj1a47U4VyNHq7/AkL3vnsC2Y3QZaYgiVFaBv2dCaZZifR4FZKkO/CVnxZ1OLCnig7OyS6IiaN
mKJsA76sL3i7XNWOitXakRwDEPR+WdqyYjSfcMOCUz5PR4kANsephGJacaX2mzGjaXF/WcSyQn9F
zHxLHLSFK/SIkOgIBTAvj0byrTdRuw+jl8uilnIe7NNfWZO6Jze2JPvACUgEX8ORwpl7K+2qW/Od
Ssx9GtvaUT3ED2u3qrx46qcubOBzgY6Zn3pL6iOpDZBZPzfbcJPZ9YEGWMGzA4cy71bZAzi7TXa5
7R/1L/zBDbZ7rdzDSrii/GQZs7cPyv/9kJkDgMOzk7qYD9HuYuclugbrJdEdud5A1wRTzXD4EW3g
XhOe06/Klb8S2i9evyfCZ/5ApNc3KOFMo/Z1KDtHVK5r11HlbZA+5voq2Oay2f5VdWZTWV9GVjeR
mNW7fAO0wf6t6p32EG6sR+mx3vqwmO3dlWt42bgg3WAKzqLvfl6kYHVhgRNjri9IWSoGjTJ96oQe
7XBob2OtsjXm8WTd28Kn6MSSDFJ0tGm0X8zUrbwLF4/UyZfMdtr3pb4a2+kdxfRYd6taKahWzEiX
m26Nj2MBOIOY6kTWbGMDM49yaUBr9Zje3Fal3d6H9/VBf+YhFdm6rTjBrnkXNg8hU7uXLXpNzdku
i3Jn1bqPaMGga0FnAqWONmXZgOf82+/UtfMzZV8/nZ8TTWfOIw/TwNSgIHUG4bX3NbsprqCshInS
ltRnS78HUMMOihUdFyMveCgkU5vKDfNxRwEK6SYrEepC4TyQrjch7QVXQsrWGLwWz8yJpOlLTnyj
phWgTalI8ig8BYBXtFRqjRU3sCzEkGExIMoDc/tcSGBWdaSJSe10NaGwme/Cytz54hpE8dzbMIU6
UZ/R2YqvBz5irkseD0oBKh/zAT8DC/Il870IKOMVX8Lwylgbi5rb4Ye0CfwDvDEQWD9izpOVI1Op
wKpcgyBqjgdFcR9g97Slpr1VeWAoTFlcNvu5SUziqA5B/cXEEqwCc7MH/KmWKstkPE6y/WarKd3O
GB2JXOhlQfPNkgBum0i2GBmfBqPm416wqbkZsHgCLeg/gkx8iHxjJyjZ82Upn1cPKQxo0D7J5BW1
yHOTiPJUCfrAB62okn7Vebp38+G5FwzLbssJiKcy95cFLqmlMHvF1Dbo67TmnQscm3RoBSkixZg9
p3n9xQ8MR9LXFu9TenMiTTOofU5UVSpJwOkzTqwilvsyyYTYd67fEjuyPRsahV+vztZ5WKm0fbp4
kMTMtUodT8fUkHUuyQd/2IWh03fkfbmB0GG/v6k2sQ3XwuWF+1iZUw84FzSzvE6R+2gIwH6kzvbB
hseFArGZvgWWcaOg5PQ74df129vm1tre3u3sq35SfH//S7VvVLvYaNt8q21/2feqDQmNHduv++2T
c3h4f7/+11bP+efOdkA2/cgrPdZFMHh+BE3KPJ+UZ1vZix4NrZNWoEI+G/K0DTTkgjIGZZ4yewT0
Eo19HSS6TthQSivTnVgYR7Mrbvu+3gGiu7Ltn80YMifQvpSpwZTX8kxc3shpGsAZ7tR9c6wKkbmk
obvOZWElYzkPG/93Ff+qNal9ascut6tZoJZvurbivjVjso0qEICb/qDAJ6VrsWTrq6inn9Sjjj6x
L8H2iStnAOFc7EhTq2L2ReR42QgwYGtrkW6bykoKb0mKxbbpjJhClDkv7Miub0H7AjFuV91oZW7L
I32Wwcq5mY7F2bEBCVdSYd2SJNwBuGnnqhRRkYtK2kVwVTUHTRBsXOHh8tFc0AMVePxN3noCDTgX
0Yxeo8Qleoxu++L74q6CcEmMjX+3Oa432s4teo5xNDNNVFerCrDmMHEzsjWlhO7vJorfLusyGe7Z
ck1UaCdCZtHrNHI4xMCkM/7GmkkefSNV7DB25oyAjsfuH78vny6LlKYPn8mELhfMZdwouBJzbJQ2
yLtoaPqAlHXwwCNxxzS605fiL0nyHvqo3SSp+CpJVAo8xnTUaMVCPrkOCyMXSTOpIEzTCTwLi5rG
iuPWV5mMEdvCrjvjF4M42o9CaQhqIQvcxEW6hiWyYDIcLOhoCcagVTNnJtN3alOHehY4ZSgXW13L
ogO41gEQwhzqy8v7CURJQj/CMKSZoC/CWnlunn5oahKzEYy9ertRgtUkZSZzfHHj9lBFL03cb0Lv
pjWEaz+elpqB1Oeh3+tJCFiJeCU0X0r3t0F/0hog6afH+ceHAU0DyxsYP3QHnH/YWA5dVKg6T/GU
MgNMMyFRlJVWCqRMkk4FfcgC3QHlJQJnVtCb+pBlsnbvx7KwFYOycQ9JACLbEWhJY7CJ/ZSNFhXy
Q+f1fbsp2yEXd5LQC9emGKQqKY64FiiTd8BpFkmhvDVGYHk7WCLDZnN5zT+bNA504rWQRBGodA7U
uWql5orRkEagQZaHkGFVieqdfiWmTjvuDDndFE1uW+XWT1cEL9gVclUQ+cm0qIAgnMsdC5+p8hwU
So8jpETaJquEjWdI28v6fRpHYOumuwGAwf/FMpzZlF6RTE3KFHzxmM1iDlAIHizzq1puo3FbQl5R
B9vCPSrevs1ehNjpzSeG6vz2R55fqyTp1G3f3EEtcPmzFnw9cTlwy9OhomNxtup61BZa0OURAER7
V6Wujdu6LOFTCvtD8RMR0yecXMhNX0CaUiEi/xWqcMmAdGO3x+Gt+9l/W6NgWXBMGnwy2I8MtCj3
0rksayz6Is6QZTaJPTQ3XXVXy6rNZH61Rg23ZDd0IgHAML054Bs+F8Xov+4FFhf+6OWHGkBKL9Ku
zGwNB/bT64kfT8xEKQHz5E6exRWxK7c9UPGhk0OYcwOFxbjJOzd3xLEVD1Lg6Ss386I8QKq50KCZ
+nT5R+XYSpVehI7lx0e5/kbdeecRG6orHWoLywcTMByBMHxykczjpSCOWtkLKvQiCc6N9at2i70n
mM+XrW9JnYnOjteTzMUx7xzED44+oXPoxOF3SXtv252uvOf+SgiwLEWbRoAZODPnWY8gECW/oUDv
eOJVPb6PGJ/X3wft+2VlltYMVzW1j/LGJag5N7kwrgluXStg5ixo9kKgJcekUIPAtoIwW+kOW/JX
H+yoROs83T/dgSEEcZkR0DNIElp86RODnH3qh9JDP4h0AQxCkcq2KMjizyrtjB0oBc3XOPDGm6Sj
w/G+7OM8wXfzUt4zOC3S6SpW7nvllv3z6HvxL8OotINhppXH5LBpfFPDTPrx7+vFbJ5IqCJKjEZP
GbITz1M03FOd6AZOow4bl9qRamUHy12D3Fva/VMxsxskld0IgF7ExH62G/qDV4sOQCab0X25rM+i
IJWxZDLz+Ov5wKilFnI+qsT7TWKIExyHqr4CyFk8krRRfo26T2BwWeKCxVGjIpeC/yH/NQ/0cjGR
BjMPYsfQoyvB6jfqGO4mGIjLYj6F0BP3BtcPnhv18HjnG6WUsqvWtR87gO+BWtFYxLXycbDAVdDg
/MiLetM0f/4bmVBNThDbNBHMdg1gQXfwDGRaAfR1LWZ7lUsPZcajMWHcaiWkXLiYADuanglQnk08
TucaQk6n6ZkSxQ5pxmuRIDFpjY3e/AlqCLeNdndZt6VtI7NCdE5p2rA+veBcs0tkLYkdbzSP4tRs
ZWpbuVpxEQvmCEwio+tgJU+vq5lOjdZFgiUAeAE/xH5KIoQ0i3aJX9lpt3JbLCwf9s6zF1BLfOzc
QCorVHAofejAttNuU7FlhsL3fvZpVdthJKbA7XTFSn5kQT26dEDyAhCRf38ErCfeQ3BNoWB4OnQg
Tbmhcd9JRMEewHJxu2QlZ7Emaha2mCNsSUVE4hcYSJCM7IpEop69gSTxz3ZxptLsnAWiWGtKipxM
GzZeVW2NOjg0o/rvXoNnKb9IaE+g3bOYRQzEUi0ld1o5c9NI5Rc3y500KFesfAoczx7B0OxZvBV0
AL5wHJ/q6G2ZhWFTRU4WvnZ6yQP/6Z+XayLbnOBHpwmHect57uaRr2dNBNZfx0lNdpkS2qH7z/n4
6eWD7yMNojCmMT+tolaZPqw05Fvi7AaKLRBSxGOTvsP1aQfB8O+bc3ZqJ1s8MetAFULiZ06tUlrP
cZkrsZ1r47Ap9WEN+3thgxCFe2D6n4fPHBAtoKsI/4EomhyuzMG4A5xqxa+uiZhpM2h+6+UuIko6
FR9HrwxJK3re42VDWDifZ4rMDNofdFMC8AeynQ74OHyPSgXjUaHB6LKcBTeHnIkdnBFI6Phmb4qu
NMQxHfIYhib1aaLhbC33QC8rEy/RrSKYa3mcpXv3RN6c1GIwFT/23Iw7MK9gJitB7s9azwDspPjm
uubOC8BOz6KVc7soVac5ncQzJ3j+5uxiT6u8oIidMYuP1IXy+Lcs9XaugtAkOY25Im7pAUrw8lfe
ZEMnFi93qQECGvK8VnYGAMKESqMGKjre8NRpdwl5Ym3YWmvQq5/6fHgZnsmd3Y+qlHui6CNXcse9
4u/U4mFQnjt1X6MtZJJZNThjkO6a6kpfSzcsWtKJzrNzobtC0ngJsqkqYTk608m9cD/E3q2kdfao
Jf+emD7TdXZC1N7i4s8mXeUbT0rsAgQkfbWJdvEcnmg1WdbJTo556DXlZDmDZW17rf7eVY2NxYbA
6a4iKywKI8MKSw4pEkAJz4XFdey1lUoqt9YEul2aEigW41c65foC9zk8ZA0wtzfgjdqKeCVqez/8
Ab6y03pvbbbifxZMieARjkkgWxQGrubJBtHMmjB2O83uSkt5TCGQm6on2nWvjWCDWlZtNxkAepEr
c4ukib9tGpe+gibstpUSmP/NZoOFMNWqmcec34utDMltk9fkqILqd2IGR25hz45NbyXqW9yBEzkz
I1bMggqExQ4IsrTpRtkRapkI8HvwX5U8JlRsKlSQc1GGP99rryDSy/uG4yIMFhwxVmEnQCNe9u5L
UfmUzYHzGMrET0l7sjx9IvpdTJsLNRUvv9Fi96apzZfLYpZWjSeNRdmDajuMKee6GHkr+FTzsYZQ
T591cYivStdrbnzZUl60ZA1rYSlxCwAJLR+YwgQIMru0/DagBBIMsQPk3qatr0iDZO03ncfccGwE
uGGM27jbVO7usprTj51Ff+iIhyU9BlqhNTueWZfqbeOJ3JVCcGPWubqPqkG0xUyr7s366MdMdWWl
baxSAn92rcAmgVRqga4/5alnggEqGOpAaTTbq4DKsMbauBH8/k2oFHkbkWm3afR/FWChf627fNjU
4aA6oF88eoryvZO8F8Usoy+CPoz7qBVD2/OoI1xems9BEd/HysBMyu1OB/m5BcSCWAnQx1O+Vp7r
/LVL3y7//M8X+PnPn7nhNKl8NfEl8qrSPhJeDPm5jx/iZK+Zm9xbG4H6fGrOhc3MSw1TdcxJh9lu
vBE9cPkVbwd2/0qjz5KHhWNgohmwTFKS8+YRuapbCl7kimUV+HLjRYu+K8pXIQXWSbuJ5K9Fd121
O9G9lRnNuLycnxsirMmI2SfqHx/p0PP9So02iwul1mxZ+iZFm9jl0IDyqv4xNKjntmXVOZrWba3u
qxtVO9e6Xa0rq59P0/QJtJlQnae4NjcZQc90s28xaliltlK+idzCLiDtgO9RDpxcuGv8yG5DjrHu
9IXkpNmul7djsxXGTafey7lT+YeCCHxw6eztJpC81nhO+6cOpi3Rd0QhcgrN33WmClaWa2ch0K2H
AToOUOPttPqhpt4mEm7r/Hui/q7KJ8u8U619OIh7j84XEoxx8tQYYCitPfIWwsNz1WfWHASGO6Yx
qgN/uvH1GIByzvZg++pd32yUJt8M4aPWrLVFLRyisxWf2XXY96Chdoht4WTpKN6yjk/k4DA274YU
28pDaWWD54MEY9dFZuUhLhuAVhkGW4yPUd/bNQgfsF3oINua+eayYS8c3VMV5+X3IK9bXUhbzdZ6
nRG80ZYhog7Aj70sRpY/XQUflwAPJp7QcJjPbjx3GFw9apAzjL0TWwlgxk9p/NvSjlLzYBiCHVmb
kWbh4bUrI/CAdrLyTtrC7jTdlhMGKil85cpt1+8r8NsEId+ufOD0Aed31fkHzl4gLiMMgOmw+JrH
4pvHcMTm1QRxnHmgLJvf8cAoXyxvDe9+DL5nORC4iV2LoJgyvTgEqS1aD41S2WJxZ7YA8Bpf5Epf
SZd/mlYGI+0sypzdG+QhRVo2WUdvlDeC4VjR18C/KmjUoh8ptLyNajyalGDJpFvFK/XYpn9XszW0
rUWrOYl1Z+cRBpbeiFy+QqwNW3XfgQC20yZZc7qfwySU1SV0hkodgLi5sqI15qnUa3YMd4S888sr
RQXCP0hsQHQb683IvoksOC9jfv/Q+mwrWt+6kv6R5xXrmCR9so6TL5kpnJEYVpSKL6lamq+LQ0M7
ZhoV1yaMcC5BL0yTyhQD34nVoyjuvPFLP3xVBXfjhYeGAmQYDrbcHEvq15W5TTTGOgLF7umgTuI3
Qw94a64CmUzZ8c/frIKMqgP68YnxXojizrC6QaOp882V94bxTVB8GwLYfU/fgNuOTk0/gWE30hrR
7KJ5sGUG7HlMbc5vKs9s9awFGAEs7y6zm7rKNonQvqs1NfPLG7NsIX8lzfbFM11XVUokUfHjYZA4
gr+rtf5KB438/0/S7C6QEzbNjZDkKbA8cFWOKWWI+F5dG/P7RM/1ccT/rt78GlBTAO0HH7cTFO7G
VO1R5j/jY96MmyR4aIRwK+ObPMkZhS+SuJeVoxdcqxZhyEtsvSn5i2GO/M/3brgl7W6XzV1qJc4E
Aiy/EGoO1sPllVn2SVMGEU5hUr0fbasnT35diV0qhXywLrhfGAfbGKXx4EkGz/Je2UWyuoPyjEyO
sUks63vk/irLiUnUDfajBaVRvTYotvDcwW+cfNDMb4w+U2m00Gp2qo+7bMgdSaxt37qpfBk+oZyM
znUl3ne1bhvBv9+ntJDQij5lARjOmZlJIidCFyQ4irT2yVcJt24bb+s4Xyl8LKmIHJDFzakF8FOL
s1BFE4YnHrjXhJDRH79jJsTPN7Bz0zPrVsKOv+vuIRYip1ZypSUREPVpy4ji5d1fOOsaSYYp+UIl
C2BtvNDJ5ruFUlkplWg7qMOr2Oh2wZhus3qtCWYpAD+TMwsgYsUdQh/2CTssqx+9p2wyS3pRan0j
9zDTZtqT63VXYLveWGLrwMvwoHfSXaCCbtFGK0W15cU/0XkWKzSRFWuixiY3U7JD27fllajfZqNh
W96d0jmlmBwN7aZJVk7a9HNnHn2CDkcy7oFeoJldx5Q6pGCSGzH5InmOVX+/vJnLmp1ImPlTqVWH
QExZ5cT64hmvvXJVJYeoe1X6hyQ70r2myjddtmJCS+H9mV6zQ0Nt3vNVE70046s0vroC0KjiUUjv
y+BPXNNFQW/Lv5fNgXqZZre5o4ypBHtut1rNq1Uf0FTVOReuekiEeqJwWHm0Tgv2actOxMwWtBRL
fzAmMb2XOHm396Otm26V/jFjGndoVrIKH82Fl8TNVpIoW66FnFsqYp4n2QkhRO+7wPsd+xaZhm2S
cjM6WfoO1rWddPvL1rPoCv6jKwOl50sah0ks1cBa2XAPbztLvGuV7LaNzZVTsCZmintOPM4YR+S4
YnTMIX+p70L9bXQfL2uyeNBONJleMyciskD0xaZn16KRiaWucFphRcKaEjN3FmW1qNHdgAvx/b3S
87jsvaOVVdvLikxWPLcHutLotYNxdOpFPlfEK3ohMUW2pCqVbQAFtGveSkVNY+M17GIrwdhHXDeT
RgwwdRqQJJmGFmfSVDPXqpCdKaRjO/zRfPmQ1oci6x09DLmA78SxcYqemMSIbcGARbDam/0T/NeN
9m6pX0TlPTPeBWWjyvdWnW6qLNuo3bVg/DChC4P/dSWmW3J3Zx88hZen+xxS+cwnUwojubqTw4EM
SFb/Uqy8sfmDiObsJHjxvDC99ocxcIROvDN9yLQv79LSscUHTZzEvI7pQZ1tk9FkElxFkmbXfZ5s
fdMqNrJSijeSmwH6q3mWHadd58AI/eTHSeLo3cjETAAsiOLSyCYZawdgySUzZMbQKd3VNKd8rNzJ
yghsWmnUULqM8Teg6mwtfYM+xDaKr7p5VUDNYxhPgro2d79grmf7MVsHUmy8bzP2wy9Igch6Db5f
0bRXUULRmJaS3PbqcG2yb/KJl6x25qK9RDaDWkBoMm5TUmhdOthlkG7pDwM1SLVF5asJRc/Klk9e
6pNUYuWPbN4EH3JuemrWK6neczK1rrSrYxibOBk6Ojfml9i4S4fyj6onj6UuXK0Ili8LNmde2msV
EM9bBMfFc9N9k+Q/HhyXufmclYDJMasyPuTGddH0dqOtXIYLTu/MzGcr7ctNRQIT0bqWOEn7rWM0
pk0fLyu40BVpnkmZr6yuF607ICXkim0jKMaHl2wYuW03ivmjNG3JT21ypEZWY1POGPmbMQ1Juj3l
Yb2Jgl1Wv8kWmdLYHse3yx+37HE+GghMZUJJnF1eVZrmST5w0rPmf0j7sua2kaTbX4QIoLC/FhaS
EqnFkrX4BSHJEvZ9x6+/pzQzbbKIjxXtq/a4HeOITtSWlZV58pyf03ydqTs18we0vUzLNpyBvbzO
NSctBIu+ln7DnDAcwX/Msk1xdJzTBX0udoGH5GgjmZh6KfxKnMVeh9ahpnXRK+yUwduQbJSooWWG
apDpAD1KZ2hQSz9y4oI+EroqCdKQnXXdir6PLfzZYUDLGUIxmV1X/LlPVLOOJMyKoY1uMsc07QZq
93eBuWvT13kRbBFFZI/biFIZZmXcYjoS0LIgh6PEI40Uv6p2mXQVVz8H60EHddC4jaYeqcfDjL7z
JPxMJjdW7o1KSC6weiaPxs9tWWMxcmVI2PLoL0W/7Jps8RW4vD7+SSQn7Z9mjSCZ8ljP+CJBiPB/
uPp/Jp9HmGgAZUOEEcYlRMCVvs+CyjeCQ4DCV47nU/Xbjj4SU1Aa5F0BYQ9GtDQCt8egVd85haMN
WYJ6d4jUCAxD0L8KjNrR1ecuFTWO8OvMW+Hud2hraXI6wYqcfLSK1/ZuHX3oqTenNU0S0TOGd+m8
NW4X6xLac80UTeHS0NLZBFf4nWy68QCtq9aNShAzVL7ZPcWhKHktmkxuO5O+liGjgWF2/YYk11P2
OUEM+7LnEk0lt0Wh5FcqeQ0bNoGy2suY7/JlY+Et05jEXwxBfoP9144dAjeV391fR9tDn5u4H9jC
5ZYn9V7cu3LxWwqS3UKgaGiD8WdzeXhntwZvkXPMlVVJcdxg8bIddGLIFfQWq313bXsZjQ+tD6U8
1fkx+z+zzXA1UhThBLuHf3Lw9jkPrdtLEAHLiM2Tdl4I3e2uEBw5tv3O5xQECWjq1oDr4p4cQy8B
9EASiHeWT320M+3rrn6KMs9UBUMRGWJDPV68CdEjOJRb9I34dfR7ka8K1HxGt4fQ4+VVY+f30pDY
wTiyZAxANE0aLMnlRzlSw3QQQdKyFMQt62tjsdYevGoga31qZk7QYpQZ0I5LUOfIAfGzNMEFvX66
/ljgTvAsR2SxDMYnoSR0jms6xqUTmNp+KCXI3OtuO5qCXM93A+r55P2xyZ1oiCNFdi3DZlzUzykB
WVmeFbUHPGjkZ/LUBchmAaJOY2iQvca9ljtpm9fXRmZKoLGMJfWd9Ev70U+ltG+QvtnL41T90tAj
8GOQEu2Aqi2yDJY9xNt8aTs3qcAWUwNM85Wh4+Opn+X5XSMqqO/rCaKaKSIUB4xwaPg3whAdGmbg
58BCg4axstODOYTDAZmUcBfLxvSUdN2h7dgLaC7BIlXbavwxWHO1s1Jbh2Bkq31GMlqkyJjmtWNI
upeo04NcmfkmrfUHdZLsrYa+S6+R4rvSjkVh9uoZQF8LzpkOQnSdu3mkgpgN2ukhb6K8QppulmJq
qlRL95P5b+/vb89xZIrbnUYz2pYk5fDMCdkZEh7a1rayXyUtcRTzOo0qKmteZgge+2seGigM1rYN
BT6Z5wqo+zGRCg1nYp5QzG0zH42hzlj2u0YvNhHKXnOOjr5Ofr584tfm1UKYyJTDQIzNdxkUQNxC
VxkykkGLw25CfCKBiGjVvifAXMiKiO9h7WY9Nse5siAydUlmqpWpfD9mrddaPxOwTF0e09rhPzbC
eTGzseylHGAkLD/RthUDopXd141Cs/KaBIbAO5/BaNh+sXAFmEz8DxEYZy7OlhFA7ApabymgOsHb
CHhvY7sqUCHjY4/zh4YNG29ge+5ooLxfHuvqhFqQU4F1MAvwKL5M0qrEKjvkD8hvoPqdGBCsWuDZ
VufzyAa3aHUOGoF0arBoEQGWYTOGxDUTRBCvpP+ttYKc6/qI0L0ItCDg4PxD3lLTMtRHnPRCVSnE
pD3tfdJLQTy0dgOBnfx/RvhHezpqMuSKS4TLZfsUFbpfNLb3NyvzxwQXABnVIhW9hHG0VYwUlETr
uXMMUX/k2QP4P3HOP7cOP5I5WMzGaHHrFKEnVUyrmOZJj/D/pZapLe2X8iekeO1BdMjWlold4P+9
wy1ueMUcKaQvESpANpIqQHcGcImpiIFcZIWL4iQzK5aSCaTXs6frParsfhR8Xl6o9SlUcX6AH8QZ
4bG9EKzW0mKGkT55CJeNPP5c9E2Kp3kQbvLYl9r3JvqJF+1ls2unCg1k/1jlbjRNImULOhDmed/i
+ilWElcbrqVhp6YPqZ4LrK1O5JE17lLLzBiYBhXWJOk1Vj80EEgswptz9cF2ZISPuqYyCQMbRpLq
PuhviX0zycArlFdz5LYhskOlA/XsFHLzl6dy7RKDDvE/wQEb/FHYWkXg5lg63NhmE2yWaXLyOLrp
x/CmMec3s83/IvBHKhctK1COBKiZM2ernR3HKJs6g/LUpQ4xwFy0JC6S9dQcRPXgtW1ybIzbJmqn
LqRMYcweHgLjTgFibdTfrax0dXMXdf8S5s68CeYRfSoIBcBUxZ3qoC8qM1B6cCKTahOaDU0m3StS
waXFvpmPlI+tcKc6kRMdkGVcWqV9E6RgPTQ3KblLMoGZtZDq2Az3QOvHaZm1BWbCpdhmnbZph542
qgXGEmR/kIIupltZESkPr520Y6vcbWmnQWiPwOg4IXm1+y/SXRH78fJ+F80ftwFj01ZbNCTAYXVT
Rmd7hmSuRV4BQ7pulR+Xba0OB2TcOst1AkHNOY7CzPJu0AboQ2EngKvtatT01wYN+JfNrA4J2h3f
Vz4aazkzVVcmMxD8raPj6QYiEPuur7QvNSw3+TRtLttacReoEoCKCZe8qoJ/8NRdNEms1UXaQEPA
2t4ScPqPw40ai4pQKyHGiRXu4BazBmkyHTq5WbOtlo42orBsZXvDANK7oMgzQRPEbe/ZmOM5DWBA
T1s3T0y6KJpf9o9LAxxhIH1EbU5bKxA0qKz4IzQCELAagvkL3V7cQtlBZIAvvWuc2kTUJAd0MrR7
E9wuSbHv9pWe3F9erJWNcWKPv1NCcK8GEuxJg6/2NGnLbZbvFiG3yRkgBq7vxBD3fC8iw8jaCIaU
eldpO504nYH+Ci+1n4DCIUjeZ+l2Sjb60tOut/AIXARnYOWoHX8BnzjGw0gfK4IvmOdDBrgysbZp
sb08nWfZaW6YPAdAHvZ4HbH1S6XZC6bc0RIbSr3tvgWoLTUTr4c3iZTxocSTRzDA/8O4bUHiCQK6
EIM7PXnpYi7zSPrGURE0gs4KdJx+Fj8X2kMLeQhUJ1ALp5CfvDzm1YNi/7HKbVkwHZFRNgeo6PW+
EroFAR9R68vgXilplae+UCRsfSH/GOT27BioRS4tGGbTHmrr1p5QpBc8YFanEjwECqOtRCc4j+Wd
NTOowmrEdpXj7mayo8mV6znwAkUFW7VdVFSFJCO1I5JQXVtQudNKVRB3rY0TyBbA88ANih5FzpHm
RjdL6Yh2vBDP2yAkDlluIlHz0Zq3PjbC7RkpQ2fSMsyNU0DMcUpfMrKRA9c2nbHZXN4n32QiXFzC
VOn/GQ+3UTrZbpogw3iMyQvR9FHdx/pzVD1M3caeUMiuvCw9RNm7Km+WfouutkVFtzpqea+XP2TN
5x1/B7d/uhjdWNBdgs/LgetUnwp5dhFb08SeBEdjdQV1xqYHTVIF3XDcgUTZSI9qghGrOkRF/Bnl
sar0Lw9HWR3PkRUuJIrsKsq0DFYSPXeV1p3md0u+GuTrqN4E+vVg5n5A9nF6UExn6l/19CtY3tFN
e/kz2Kydre7RV3C7FTxv8tiBmsFRY8+csZyl09eAiEQmaLeRt+z+5nQAkQBiSYgJq7zcqwHxzkwy
YW9Z7MrNWh31HZO86Z0ueiWra7GGgscrEwlkOpvc3ZUldZRWESYY+BK39iYXACU6gwM2vUGhdbdA
JH304qs+odkXWpD8eJ88f1YeZNhuYlfZ4DJ7hjLBXt7+23YYdtscfRiPvUYuFcCHER9WWw9pEIFq
eZeKCELXHAQBmzv8IIgL0Y15uocXdZyzrFAb6KQ+1TJ8RLLt5it98RQiKiyvzfOxKbbRjx6a8Qyp
gEXFcLrWk1G3SImoLCiywLmgvO6yMV1gocxn2io1TUXVpNWb43gQnHdBF1YeawNMxNDjbK4jzRvz
t0jeJhCdlq6Cdq9MgnrPmpchBOofIEcBIou/q/qmyOdEYbtA82XLq+O9LTLxXcHkTzeUkfAit9G+
DsbM06UB3AsvB1DmOMCYXbV+u7Ftt/2IN8+z20O5IXcDJ6CoROYmbbelJwnu4zUXd2ye2xlSmevo
Z2KTWjWODD+NyNjUruLlb+wg1mf6o0DE8yyoljHKSRtjmPN0Gxuulrwb5a1OHi67ytUFO7LCOWyZ
SCNjyoPDhiKsIW2NEM2OosaMM5Qecw4qOsMBUAE7FP58umQjyXrWBorUhpXfSPKmQW+e9RSET/1C
Vb28Tu27HPY1y7czzxadtDXzBK3MjI4bTyjC5zqy2QgjpZxbh0y3LXAyk3lvRs/69EGKR6mm0eK2
xhU4KHv1lpSCe3flmLP0ERCBwImAbI475q2J9yeY4yE3LkuQXa7BTKQPf2GDoKlMR6s4uNo0LpfT
p0PbzTaUAuoKQD9l1n3dTAWvs5U7FTBYpOoROqD6wKO+oRlipM3AdH0iiy6xtywabayvPvbaqaGx
iNdk5ZSdmONclxHNuRwz+SlpBCebZIHmY6LNgJhen7aXj8D31cQ5FAJ6NhApgsbHQOrjdHdGljY0
gQ2xhfGqpOjidQIIw+gQZHL7q3KD7sCFlt675dZU/zE40Ctx0NjufuRuulcdmZqvIu6ntbk++iD+
LpXsTBsXpv4A0C+JP2czcuGyoyajQ3iomlnw0F97EGMCNIip4qBCWJU7nkOol5pZwJ7CpEYlNIGA
fNf5aF+irZ3S1zGnpQlKDkHUpLL/7Pm8/zHL+R7SDEhPtjD7lHuTTMOa9ht0pNBgp93F+2Vr+8M1
Gpap7dm/kKLP6Zu9e2u30PhQaei37zfl4nb+7ATe5Q2xFsViPkx0COHpqgKWfbohwi6GcHCADwt+
Sn61D93uo6+p5Qb70FPAlEIBc3XynUhFcc1VHJslp2aDMJOURYXZsFWpog7Uer48sG92jPMZ/zMw
bqFVedSH2oSF6WNw1a3mxTflTfLS/oyd4EFHDpiGD9pLhXAScAT3KvJS+vX/+QncoudVqodZCNGR
2Wlp73Xvyl5zy593+eHjtTrom/E5cLDSkmtR3Z2vRfp8a2ilk7XlogebhCFqq5gCaXuYbvMvwDe3
urG1dh8v5QbAvaCg0i/0qj/YG/N+pr8vD3/t4XlinosepgY4Ii3G8PXbW8sxNsO74k4UnMn3H4pT
OZ2nOs1EBYXWsz5DHGuCpjoF+hcQKUBO73Rn2WkVV/nCNIgCr6188KojOw6GGwN80I7cHaTwCqVD
GbJw0MP7FUfeJCoErN7BjN3HYH1DIJvg5n2uzMowR8z70uFxrXY0BesFnLKj1RtV3ZX2rdXSsAdK
qLhZrJtK9P5du1BA46Jh/LpqyvwdKU1kKbUe9kEsZCXoLt4Vdoh88NPlBRaZ4c7wiCYF0jJNnQDE
LUtd7olifEhN9EPpAkGsfdY08r2qQCaDnw0NKprMuakIwnOKzvaSfRtADDvaBPeWl+2mR+tR2ajb
4Xr6IR2Krwf9N6IOH1eJ37oznZz2WXSq1j3m0adww26S1hxDCbObzji2A97AeJomfu6gcWYC/YND
6LCR/eXK3F2e77U3Dot5wDCigLEfyYvTrT3NigyyFqiL2R0Ix8xpA3IYp2uwtFO+oON9vkWC9a3r
VFCEjoIbbM1hIzUOQR4cLVC9cbFdJjVqDfI6aMyHAP1+DqJeEvbtvLs2ICfC+G6g+cej5+RZt8eQ
XZAkmucJvOqlGfqTEmbohc8hj3l5KtnXctZsy0R8h9Q0RN15nmdwhUUFpG2BHG0z2kn2Q91YTqxn
1Ip/DZWIYZy5nEvWOEfYBEoDinGGvSpCp4C8eOMEgemWxo90bGnaHjRVsFXWLSLxAqQ8K8ZzOwWY
Ha1IWzg8M868tsE7UXtOIArV5+rD2H9lQegMqaiothZbMTUlxJYotgLvxV25iZYMnaEDHKJ0TquD
2CKkhBQUzPjyuCMZKGYgpyGhaP6m9yVt0l2tCuLblXUlx7uIC6WTsG7nesIuyrpuVzSG37WqN1sD
2qA0Okevl3fR6pnAlgXaE7SigHyensfWVMKxH8sOV0kMaGK7n+RM8DJem1OChmkmEoMsHzLjpzbC
pJxlWa06pyxnCiJOCoZoyCdYXhqU10NRXAVjiOaDeGs2IAFo0bepZEgiqw7RRY05ZM3hA9tqop4J
nuWz2hwZ8lAd+gYi9pLlVROk92x0oszZZgqmrZIRvygy3xwflNIAx666yfp5VxCF1lZFGz3ZoxvQ
iaRy14Mmpw9+JcVbimKl3oNTNs0Oc2yBwaXLUDg3Bc5r1XOi3xDvHlUHMTWfR0k1AsVSGV+u1C/m
uFdsSrrXytr00Z1e0am4NtD7f3lzrCHoGBHUPza5U28EeiPLLWyGjP4VqINClZxw9HJV8uXydrIP
SpahfwXoRL//i7TwiXFu20SQG5iSGcb7UfrZtegEtx5bpfOSLKcTKKG0+V0w3LWjdzxc/ugVlt5O
HRtuBawlcnxR8ZoiIW1orhEadKxdtdnKYHhUNaRdOprJm1iCN/wc52vT/hR8DXM1nMs9GT9zkEc5
TdTFslCe8DUmOgHtaf+NGNZBA+AtQeqZAaSxX2SQGBXpc519StaDwD7rjzuzj+QtOMk1DcV4zhXq
KdS+0cmG+SePDaJcLXpC9oWQnW6gr9W3U2ANRbX5tae0eWSTe25osaJUkzbA92YP0eCDznGWDGqr
/jBVtAwFnmnF+Z04e85aNI+qFNq41FSzfCladEXZHWkEcd/Kpjoxwt1jWjxKIQgCgT4fwl0Yxo6h
3zcgx0clye+0vwCvwRrKfkyQh20fbtMknZlPC25NO5Y9kyyOFT8rcfzYlZY/JwgQlGp3eZ+w7+e2
ybFFnWuzRNimJEPPEJvA81Yk2wZQUUizv8jwwwzwOxqiHrTpct5AAhU7VGkB5pXwJKOVtPyS5bfL
I1nZfCcmuOMfELUaCcOeykmxRWKUGpPPYAdgg5ugFUekl8v2VncGaPygoWGgUszncdQpBoCsrDGk
gg6S6rfBbRNvLLBhF7N72dTaHQy2/z+2uK0+FPYM6j7YMpdSvpu76mDHxn2/2JtqADpaJdID0eKW
Ksgo06nN5rsA+R4PNHlXfZYnt52V5z8F37Ti4E6+iTsZ9lCNgx3jm4I8eVLL9lcuVzdZln4E41OO
AmAaBO4Iigw9TeiioXM1CD+gASzyOSshgW0jHYvXLhOa5pU5qlAFTLwGtA4MkmP91neunT7nIF8T
DJcdPf6gHNvh3n/IY9SB3ELTqHNBDxV68TZwexSzqUb1zZt0mN32dvFyN3yQ9iK537VDemybe/AN
9pDMZslsk3SjZwlUrOxdDrr1y2Ncm8rjXcbFC2Wp94nFEPdtcTMwyrsWVJnTk9lv/8YORMfAugpK
d77Da2mLEiU/2IEatCVvzDDdlWhhEwJKv70Kv2YoBfxjiDs2mj5Msdpjiw7Whxz1G2PukF0OzJ9h
VGzV7NWwra1iTVSdOzdvn1sy3PW6/VxhsypFepPMshvbucDjrvqpo4/izk0JLMQELm/4KcbYt9cQ
mkHoNTcBVUbTzzQLFnVt7xzPAbeokiT1UkMw2f2MMkLnQpytBDTpb1YUqwkkI1pE+ErkKE9FMyVA
TtaVE5mVH0CjWQeOLVUE1/H65P0xxP7+KKoqEyMY5qRFz0TxW9OXOxNMY5YPmcB+/lADkUje+oH4
Y427jpsxamOgdnEgVBVJACrb7UaCCAWICC7P35pzAWn0/+aPv4VLiPDokHRrnSh+bVGAyGQ373Kn
05/ryDWt9HoSkeCsZSkRZRAT9BkW0SADdDqTaQAQ6HcfxZJP26meqAJkSBFXNNPKm1SdHMmofEv/
DbUcvfgk6ETG44vKhe0afb65PPy1PXr8LdyqLjqpQVKJq7sdE7CuAIrhjrUauVocpdvLptaW9NgU
t6SVXmZWosFUOoa7bFBoGPe7ZMmdZSLOZVOCUfHNwXNfTWRCN4KjK9KhrFE8UcnWMO8vW1mNDY5G
9J2DPzoS2DVZaQYwE0jZpo+1Z6kEeF7vPClUaQbmr1QBKHA0NpOJ8vaQeCYI7ltNo/Eo4ttcO51w
tgTMX7qBrDN3R1ry2Eu1jm3chqOTgTLb6EyntfX92L3HChh8i0V0Z61FYaB/AUjFQlJS5avNIwK+
JrLgTdVZ/Wk3fUzbMslgtKjdWiXQpgkVwWE9G6UCbCCBdhbogwC/4F9WgzxC2liyoG0h7/Rkdkbo
FOh7VXlqhh/Cnt7z5UUFgelYAhYsIw/Dd9EwBa9hkcrIefHf/d3n3Yd38xC6ImrsM6oJVqhA5xbI
3plEDbRYT91BKFVqHy157DzpFELalO4hXU0dbyuojthnB5BVRNgMIvmJxKfN3ckkIFlJwip23AMU
u18O//nx/YN/oDCLX/jx/vs//GFDdxS/IKf937+jnke9gu73jru9v99+3W/d6/un+6ffTwJX8U2C
eBI+oDjLxN9RJgQJCuL80zkBaEjXgrKHNq3TOr7vx873zzYS3J7nIBtmCJB5gNqQe8a+OjUkj2We
5jMm3712Xd/1MWiPCrzR2gqD4x7SD9BhNvC05Bx+o9p5Xsd1jHrj9fXTtXv45W+ePzT67AmW+Lzx
iw3nyBI7QEceSS5CJbAjWLo+HLBsEH4XuLyz6xIGWA2CIBWowtdwQ4lLGx1yMYiurg+u+3LwP+kG
28HZCg76dxKe3wDHdriBKENeRmkJO4dfv94fHx9DutBHqLojiARMgf3zCNPe3nO2D1+V8/D1MFL2
z9eMonXE/iVw9t+1w/MvAhrPttDNAcqT06kFuEUvIiYn7LLjsrvdYXqZ3L2z3TqOYPjf/7FLxrjQ
cTQLQOdrZszF7qf+jw1OJiy5W1dgymDu5cwUSjvIrMLHIct8Oi55asO5s1tm6sBOgL9jx545AgwP
43PZr8u7aH0uj2ySU5uhnU59W3ewmQPjgN9QiMfvTxht6sTO5+Z5c7e/2+89wSKeh15s+x4ZZi/r
o/PR1wOJ5BSG4QFL6vuPm1fnRuRUVs/7sRXt1IoZKgRiGmx47gGMn/Cedxvs1J+ibXKeZuaGw+1J
I84aBpaHoRfX323ojcjCOXaFWTA0DaRQUAaB9urpUNSkLKQUUhlspa5N+jL4vef6m7uPyvv4dpXO
lp0BwVtj/fgfmeWOf6oGOdJjMMv2R0pfeuflqfVGXAczsgCtN7iuiVNBcVNqtMM/Gf74DBANkAVg
EqEGRS8cTqcruJjss9wuNx/cfWEVESRstP8sLbtG3cP3bzg47PCwGxXXKDus7Df8jp89/v19mHCc
8OOyY3z5PBnsvJyd4T/TxT9ipDqoe/nkq76/zXf/c3uzr2Dfgl+4EdiP6AvO8dqYF0BwIb4BEU7E
Mdy8lCUIb7UGKhPMMCKK7x+4yB/0GaO/ca6Ym3TvfVFQcxbTgJ8VHBNo52OFuDOBW7VpI3WwYHfo
54b2BnqMbPSIpLqnZiIBue9OopNp5oxxXrlLCimJLBWXX0lvQxpScNQ5A/3Enxbgt9j/g8jNw3gp
hr3Z3zk/dj82O8/D8L++7n9jWnY+O0hP99fbe/f+6en6ftvTr9Ad6W9R2uwsPEd8zCYFAQH6kqDO
e3py9XTMC1Bk4EGCnjaAiGdkTL1FUZFQr6egNzdoXYp3YVNkAie7siSgjdCB2gDIDvVCzimht62e
F21MnUkBNznQomC3KpcXfdaTq7QAaYVg8/N7HzgbxM7Y/dD3UjT+Edb0pdkMywSeQOCZaiiy2x6x
mViqd9nOOfaDGULlE7TguolWKG5c4RjLaPKCIQXtiIqB6s4EYpyILlD6UP1IegmDn23hT8UzMTfQ
ypjJQyZ5lrERfAe7PbhdePId/C5MJ1vuA3yHkQTUIoGf2b6Z3wHvq1VozgKya2/CcSpeXQBaB2S6
JGC3Zs730gdwO6td0H82E3yApkTAn1gh1WWoO+iQhC/k1MvDwGvAm3N52Cvb+WTU3I0QqFWvJyOM
dlPkJdVVA1KZLPKlYStNr39hCmgjiASh/4Tw7RdtYPcEcvcpmOBLEKdvKuJlDZqiBjcQYZvYnjmb
SqQQDCiBmwqe7/j7o3jESktTCxvovU327dJBT/h5ETF2r5uAQDJesQDY8OipRNaGoibg0YzmGhh7
d1a+svDl8oydByLsbED7+X9GuIAuaqJggfZo6sgtFMIh+CG3nqSG/Us+AOluIO+zDdNFfigmpNCz
qhr3XQUmV2/qpXiXZrEuegitHpKjD+ICPdRflyoGtZ8TgdlFdpoI+XTL1YNrE6QD0b0d72rbj3uk
1MxDrDuNIvoAZuB8ZU3UEoEGtPDAPF1Z0qXaYqIYworQTqc4ueSp2s6QDzrqJXpMS8m10b85Qojp
Q9N3gvU4C1O+1+OPdW49pFmb9bnGFi7lTdTdLGZASfxuze44PsvoUG38thGMeH2f/THJzbg9pvVQ
NBiwGvzK0h9zdci1r8vDWvUB4Mr635xycXVZy4tSMRNQ15GbDxS5c+t2WCBSJVL6Fg2G/f3RudTy
ElXmEvOnJvNN2f+SbNkn0b8mn+RWifPkdgr+kmZgVgDri4CK1Taj5ZigvjUbz7QFbpuFYJd2JOe2
S7tIdcBS4GuWu3Gkmn1jGPup2MQQCuuuoBZyebHOS0Dc6DiPXUOvNOkl2CvAzPISfLVU3S7v2Xu4
K3fJD6CCNukjNuS7LoiG19ZORfsLZOCQ2Af7x+naGWqdNUFpp06FbtfxLUygsiHiBRfY+MYcHe2P
nqRKjhosyMDTABJHKSXonoWsxeUpXIukjkbyne05skKgUzMaNazkmfpIRtVDiVUexhSgecHhXbvS
Eb9DMg7oLijbc4cXilpaY0fQrIFoVdj4OYQx5pc+7mmvX4/B5vKwVifvyBh3jJVMN6ZBgbExGD0j
vE80CFcP75eNrM7dkRH2EUdzF8ADIiqEERPXHhkOueFnyLzLgcjVro4G4kms4xhN6/zLx+qKcJlb
XOEV4D3lxzSMdNZzV1e8piaeFT1kkANSSjwRCqdv3Fm9jaa3phd8xupw/3zFd57zaLiAGwyxVOEr
imSfj2+TfqVmD4EkOFprVlh7PuQoDXDzfmcLjqzYNu5wI4XUdLfcaKlrWzfS5FoilYC1GUV4zWie
oUsFRM7p0hnVELUjwLmoZUwQz35toT86JgJeoPMUG9yThVoCVG5Acnf2cpxHBRLqzIoiQx+nz+pM
g1pTCYYKUkOTCv4fPD7Q4228MLX6g2UtFToHxrk8TIbZoufayqz6c5SQK4WmYhnaxFmSqHetMCOf
cpvpCRTsQugrlnoh1347Q8DL06y86/bDoE7yJsv1CZFJo1Waq6lFKKpsri0WGqgBxVWR2jvDOWdA
X0p9DIHfWiFuEXi5Ajkxi/bzvwWDsYnUgVMF1E1BpM/dK1WlqLVkYiLrJkRjamJ+ZZUuItpgPoG/
vCyQBEBogEkI8ZCfoNciCUK5ePSU7XUMBdGwiAQ+cHW+bCiFMTlYpofGbbsh6utliaFFC6yHO02/
GvRAGZMOpoJaBCtaGw7q9ejVZHAENGqc2gpQd6hnUE2gjyCnVnk/ZHeX3d+qAWTsFKCjCNBf3GDA
qapLWYbBoDkfl9Mu6T7+xgC0hsCuBV/As67YYTKFthaBMWI0f9uZ7FjQsRE87b8vOH7V0RWMDmus
vQ655dNpKhuS102CouLUBhsl9myCF23uSoar6k9hMrq1tC8sxgoosLw+fX8Ms78/cnRDFYKfI0sz
x6yLNzCKOlpIBMdmbbsdj427oJQ2syAkjbGBVQudya46eZKl+7MuuG2ZtzybQ4Yy0AxTwUOT2wlo
IzctVNkzpzGVwInqj4k1jYzPzZDc2RNIQbQi28upKApbHR7E3tBpqmGP8FXNHOXHLhhgdh6MCNBr
1U0T8z0rwf0h/b68Fde3Ce4JRhaPOh5flJKRLC4Mpls/VKpjBHuzvJ2NmyjeEfWzrLe6fi+RR3PY
XjbLzujZxBq4OFCOljW830/3iBaXM4ICjNBoojuChs7idw3xUSvdaKN/2dTqjQh2m282AA2UQaem
6kgjaOuGK5dq+2aMiaOM6r4LU++ymbU1Q6L/HzNcxJ61Wl926FSFuK86UHUE7SA4n2NIliV9Jpg9
kS3uktdS8GiDBR9rVrxa2XWRHrLqpheJXJ+D/9nlhKorEIoQUT8TUQnzeG5V3MYOHiOffZs4tdxT
M4uQKtZoHjV3aZG5Zf0eNyJB6FUXYnyLFyArCTW20zUrtSEya4LtUXd43rVKg4ZeIexbZIR75yey
WWBnwEg8pk9jID+aYKW/vClWtznuKrRUsviSbxKWZtOeFgk3ySz1n3UY76pxBpbY3lrjr7oZBDt9
7SECcNQ/1rgBqTIe+YArZ06vLAik5d5DypWG45sVSc/BYN8o+vPl8Z3DPLBF0OdvYpWAyAIC43Sh
dFOV8liCyTKq7kfgkZQq/mmCAh8kRXSEYLleKG5XVBUN1BfVnl3Sa25vVZ7ZiEgU1uf6z6dwBzAA
2DTLalw7tj46tYSjd9PVXg9EUSbqE12ZaBOqkEia42bAS5nbnm1Dljr/1n6cIPjebhLTjXRgpACj
tX5Jog5CkTVuWePe6oYlL3AM8V42lp91+DKFBHUaPJnsK0PECbfiXECZAqgFICTA7xmcc2mrRl/I
2OP61s0N8n699FvvflhL7V7eOyt3q4koDg8Ihrw8a4rSJnDDN/mQOSlUWZpHY9zq0lWhoR+qpQ24
yvpKUBhdm0eweRGwFWJkuFdP96qV91A8DnDTZcvdVDtRMV0Tb9cn3tC1AraElb2IdgFkwNH1ZRMM
8dSULBlNKFe4c9reup4QV9Cph7S6DihikJp3hvZv9RYB6IJBNLupKpoIAXA/NbiE5RSkElx1MpJN
L1m0Q0ljxDm7vGZre+PIzHeF9yi0a1pS6R0zE+BZlLQH4HODivgTEXiytagEtP6AkEG1DZ1A339/
ZKi29b6rFsapVjVQlUXbcEq7gtTXc6bdS1Mb31vxrH4EtQF8YlGmfpQYfYRuIaOonctjXrsGUZa1
UQ7EWjJc1encSpFF8s5Cd+CS7Cs0oOsjGtQDFrtTVfUlGQ4N9RS7frtsd3W7Hpll19fRFEAHL5+G
iCB+n6T7usRBjIynMrI2kr3c1WYCJTWhVCgbCheWnQyVi6v1YArUtlAzpyKfU+VNw4Zou9Dem/bO
1G7t7mef+zW6ffVkNwaCJ+SaPzieZs6poqlMMUEHiet4+hXLv0biZwvTV77SZSe0WxqLkqyiCf5/
pH1Xk6s6sPUvUhVBpFfA2J7xRE9+oXZEZJFE+PV3set+59gyn6l9btXMq5uWWq1Wh7Ukvzo1YRWX
JgSWIwH903s1vebADdHKxOvzL5Xtru/nok+wTRMNizpo5uVukK5vpzKah0xbBYOnza61MGBme4qI
3L5ZSVdfIinM/gA5BQyEY1wbo5TnxpNGQyhIDN10kyvIjcdoAOlHMJLlFMPMaviDRgnfpKzXboAE
eCTAifR7qzU9JIAdXOJsbXxgSXs0GYAZB0VtPK0lB+X0vEqMgsKyQntjGfyWJtukCWySbitQHV1f
am3eOtmOT6TJGb0y0aOWYywdY1QPnQq0jqoGcEz7BOflsZL6fZ74Ra3dVSzgqq951t6MX3hygJMm
+bMC1NHHwSe+mqx82ELIaWFnUAdH+mxmyD3fFqI3BCk1rMKAumha8QdcDfvrui+5aKAiYeoK+QUQ
UUhHGIDTDOCFs7dKYyv1Rwxa1aDLwhx5PVVxEA9Oe/x7iWi+RVMjwNaQkpFsTVSomNkF+OumuE4e
uqhBnkyZ0rtKqLEfRm3jXpc3ayBvLl4jaF1BjwRgm6VFxOPDIOhkxqO8IX7Y7SdYLPt1XcbiBXQq
RPK+IE5olJ5BiCCO4w488YaIbDJD99ukd0sxbCdkUorEeRosJwbY1c+VD1ioQgKp6999nPf5xP3T
rk01xPMI5p3EK6tvons1p02volnifdDucoaHxOd1mYvWCccEC8QhpTL8Sq6QKE1qmE7WA2Apbw59
uDYKv2idaH1FYhVpKTT0nmulhmo6obEGk/bNQcluLaCPaFunf7quyKKzwQQxuvlVIH5Y0hmwS72u
zHJ2NlHxmOrkpmLVcbTjTdR19yyq/eviFtfNQlQJ0DrMwsi97kob9W0O0mRvHtq6bczSOZiT/XZd
yJLVwxz+ESLZA3hdQOYkIMQwBswKVi5JUr/Svl2Xshjs/EF2R7+DpV2AM2YIZoskNWH3NH+qe9VL
HL6Pe7YjIYdLobuOO7e98cty/lOchXSrBQ8J49Nt6VwDAIM5Yezg4dHhlMWfKoawWa0FgoXAgc23
ufHVl8MWXdorXvmy5xSAZn9kzjN3iDvns3hy1tShA7qiMc2hh7MrC4ALDJYfxW/6qO0IMW8a/lJH
7BalFd+hQI7UKLi0MGWYIEBprVeasB3tKFp6flzfDf0iRPnzYUh1q3MOFxWC8w+ro0SUaGfOQCpH
Gp90UXrDjFLRvMyJkzctVKZP28mcPcYFeyB2jqlfdy3q08ANT72onUK3AgHre1Fz5bEItST0AXpr
zNPSaUfdsh9akMdhJBj0rKbuWxrjP7tERL2vkXz4mRUJeL7COg4aOgBbpo9N7TsQAox90Y/p7RjZ
3eCFUT09d06tvvBWST/Dppob41gTgNu5yQ9gvXHuUkWUKzn6pZVRkT208DpYaihDy6bIG9ipBfKv
LTEnbYNq757zut7repn7o22HM3uZWHlFXhz2Gd56BqmiFiZP0NB2viWDzaxkmkA33/KXsECaQV9r
Prw46ZIE6T7tAbszJjnLkbDkiHoPZncTrvH1XHjIWQZFvRpJNgyxyzg3+Yh+dqdPoIV6UAa/E5/C
CvR0P/YrbuuPiZ7d1n8koYgGfBkFwFqSx+/0xIrGENFBB0C51p9b1a0A7svVjvF+8vgTsKZWXhKX
WSlJ5mw8J+fZLrRWmHgzekNAf6e3/cb2p215yO6rPWA2AmO/tmUXbxdJoBTdZkZbm5aAQGUbPeev
8SHdDxvuKc/X/cGC0WPX/llLOaw1eMzMvp6DksAKAN/cBAbUESthwJoUyf6SgiE3P8dXw4/Jj57C
A/BOif/XSEvnS/YnhD/do0gLAW4MKckhBKIje298sYkDa6VSdHmhSXKkW6VTaYtyG+TQJzUQu/a2
3sAvfGTbtaBj8diebM7sOE4UmjQrR3wAQaaym0I/qveh9np9/y+jUgS8qBqqeELC6+EIn8tAhUEo
7RQjzZp9cqAzI5QpxWY0n0MrsB3Q5vy2lKC0VrJZF0HbH6nzY3I+v448vWOwLjRBa5574UxvHbdu
HO4qXALl2rmdLUvyFVAP8Lsz9h/yWJLlqVmXNRpmyrzG7DalXqHt8L1UPnDru+Ah2tgCmOEN6bbo
cPCjaRV+cGEHEfTYgPoAgQpwciXxnIaJQ0uEWGBM6zc8KHblQU88fhvu5nzrFohHxVY9Ru/Xd3Vh
ec/ESnmILGlVyvj8WG1uJuER/Sf6JEATvfJsuuwpQzCBCQMMGszKAc/k3HiQ9BUtqmFIkIsazOyM
MXGH8KD/HXdIRyi0QzOymfLhu13Q7r4Yeg7GPZEiTQBespveGurnDHOrEXDfpvy1jmn6WGWk+84d
Mq3c7pf5C3wr8pgqHpRAYrsonMQ5N+buk8zTnro3x803uuYyX9lPN2VQCld5aXbXN2HhWj8TKG0C
GKjmtDEEOs2TDkBCaw0MY2mXTzWS/FBLo9YmCNY8Vd8AxrokKInEipdQ/7oiS0aMJDC6SizknS+G
SUglqi5WEZ/YJqofXXpf6Mili3qlBWhhvfA8Rpg+owACVlG61otcVEmPMQmvs3s/Jgg8B++6Iksh
CiZ7gbOhz7Of8iOuB2JjL2oooo1oMd5oxUZ0mtugL79W16hLFjYHuZK5a0pFNQt5+/OjIRTKM4FB
dCSHXFF81cNDW26SdM2qF1U6ESNdEaLvK4CLIRYat84RkDKaVz5bt9lD+Bh77e8ictPY1UCGTfxq
xbVeZsRwDdogg0drDt72gMQ715DqaRumKTRUj8aR3tAN2STf6dN34x75R8D87e3C7cAq63rxXvfG
XQJezxUHtGAyZ58gHbHUcGLNHudFLj5N+y5ZI0xauh3PBEi7mCixMGIHAowfeuyCYTl2hUv9WANx
6Kb7bq4lWZcCpdM1lbaTxRkTCYOFsn13V2JsDuDP05Z27nRTuOoT2Y7voKjy3vSXdiVEW4xwT0XP
XuAk2CAk0zOqQdX6AyC1+9j2xTt1q9JVZ0Py2uc0+HsHeba48xE6kcjQESqyePYrQ+EqZBMNf130
l0xUcingATTbfNap0NK9KZJdyVd0WD7m/x6CeUNPdKhAPFNNI3SoiihwdMDpDe8mJiDV4LrrWpQD
APx5om9mtpIM0RBIoAN2BBNu6tNkoARvf2v1eydhKy5ywdeDNOBfOZIBmiDXBAcJXooReRzFXdO/
k27N0mbHIMVkZzIkS0vNUGtQhwLSSPSchKjC5ZsCxaeo37XTnVY/xcVecb6N/+G6PBMrmRvS5w6J
7dlZUK/D2EdXKaAiutXXtmptCWWjYyUGuDuoF9pHgz/U6JrVU/+6OazJkMxuLKcw11rIqKPnyd6V
APGkq3PTi94Vw5wAfMDT/SIJ2WGOM6Lo9vUqQFZ3hu8A6QsQ9FnhWcor6ONo/FZnxwbQ5aEKFtbs
haxFHotPLUwNoF8I8BPA75bMvmyqvBElzL6rAh3k4XlQqMAirgC15gCEqHeV4ZCt0kktrS4Kxei+
x0mYnw/nh7o1mFmPc9qw9gc/3PPvE0biK9fBJHP0YHj8TnkGH/EaldFShDrXp/8RK21qQvQEqwDc
PHNr4V05BJHr1reD131Ux+p27Rm75FFOpUkPP8tMp7FWLWQo8x2nd5hJtRv0/W+uG+r8zfJZP5Ei
g9LVTm4DLhxSjPqj4D6d7mxwhQDtuRmCMP+4LmwxJDmVJoUkKqmGqdIgDZju28GPsGXJg3WPEChx
8y3eP9pHhHwRez7qN+DNTHzQ24k1PoWl3O/pPv4ZDz+5E8qh420IymBveviK3fRu2gHO6uhsfmn7
JggxaMNROby9XZuTXLZa9E2ZaJoGLrhktRNX09JWEApmtV/XNdLInkWer6/w/8dG/xUi2Wg/oem7
HqFbGwjf2HX3yCl+yw+9HwJpvd91axHeYgQGH/SPVpKZdgD60BoVArWtmgXhdniJnsqPYfJU01Xc
tSTm4hqiR19F6A5gGDldgHEC6lRzvBcXCJ4PbbLr1545yyL+yfbK9PNlXyd9PMCl0Txx0bA9pJHb
iJVrfMF1n6U9pMBYpKlC7BhpjzIe3MK+V9ei/wXvgfTrXHzX0DoMKoBzF5lZ4P7pbSRwGjjhlPwe
UHZjd2ztAlhYrDMxkh4t09u4diBGjw5RchBsZ4TBdZNeXKoTTaQrZtKIXUVpnnugavD7RnF59HJd
wpoS8xec+ANSRzXyEVACdRf01/1monUN/nVdyNLJNAFih+F7dIXOlE/nUiZ0OmPiCFKSiLog3nBD
lgHn2i2Ke6RmIG8w/KnZ8PJ16F7DtQnN+RhKfv5MuhRcpUQXCYYLEZ+KZNs41lER6KwCBXakmxsA
s/kJGpoKu9le13r2adfESj4vzpIIr28oPenPTXjIjLtB/dTrL31aOVCXe4jEgQXgMUBIo4YptzDm
wJw1G8UCEXupgKKpq+5zkwA4m60kRi/XEX0c6AmjIOxA0uAizm+7qi1GEzOGBea2uzsOrLgKyGr6
XmkxWPtY9CvFpyXFMPE+DwVQnAK5zW/guYkBcCv1MrSzq68peybN5/VNWhEht/gZnVk4YQkR3Oi2
Nf3QO9Nv1kZ4Ft6vtgn8O0BBgaESfQ6S/Yeq0+KJhJGkCWQuv23u5b8dl9+C06itXeuL3JnH1C93
11W7dB7nQiWzHwm3+n6A0MrC7CTwzfs1T74Q00CEPbcsgt0As9aSp63aNmJxFULEpngRQeblQbIt
9s4h2zdo1/WA31q8WVvuPfWuc0i2zmFtfP3S159/geSEc0rMQonxBZYAYPXe0DZCF7iz3q6v5YIY
INXMCUYQOMzO5NyB4XgBnaCLoWD3aji3+hBYyku31qL3py3s3GUAKg0W4oCQFvOhf6K3E2+sNJpT
5VmOiNTNn9M3VbjRJlE9pHXc+Cbehn7m6pGX3IlNFORHZzU6XDgNZ/KlgKbKJq0BExSqlzdToPpZ
QD/V+zHQ3OzVvvtpbb/9vL6sCxfDmcJyiQ+NU3We2BAYfhmq2yte+iZuwbi2Me66IVB/o+3TXRF5
6ZZR8HDQMIaW9jn3Kd2piTKS2kD7MB5Q5Jg8VvfiiIZ282BypM+mrfOleug0CT1wAq8VNJesyJ4h
HlDKnzO9khswyGiqKTjNMKQdZu5Uhc+Z0t33E2n2KkjrV87/kqKn0uavOTGm1DKSiegYHCziKnUp
/zYU2YsWfdqTthvb39eXdcFywOiCWQxcEAYmIuVVTTgLqwob6ZQgoVW+DWPnmvx4XciCR7PnI6gC
gBGcVXKOfFCHtrScDnHp3A3lojhoPSEEtFesckmMqSNaASIR+ssvtim288QiPZ7YSPSDEIbbfx/K
20hcAIYZ4IgYVZS7BGInJrmWotFlKhpfs94wXOyytbG6pS0BRCi6UGdZGAU7339qZTHvbRTaiP0k
miDrfLTzXd+QhYjApoAAAKorppcuCrQjc3K1Ei3aUsIgnT5Y3bsJpn5QplUDzI6huJCvHd8/7ECS
j8SNgyoJhrWglVzXYxPJHRZhPkRHd/rkKjQcvTxUwsdBt2DnFkMmDYvJqWfZovOdnvVupdroXUHq
C+QaWHnSeLQnyPjHU9Pv+57Qtzxs8BqJFcF3CdfTyRc6AioFLO9s2/UZsI4FgqtDU/fdAeXG+r5S
x6i75VZMH83JxM0zjVOgtSO7NbVc+dLGEqMQsd3sOxzE2FNVTHC6dKJqhcGWlNRuFTnm71wph2Ci
9vg9JqPxVDZhfmSkSd85BslvKcAPAwMynrgdmbe8KDTm54Mjbmhmmh8CfX5bLR3ZPG/Rt6OvRqS4
L2Nb+JOSgSFirBXxDXE3Oo+1SAWhjgl7c+seEFB9UbfTLXrT+vDRIYr+kAwO+I96R3daEN2wcm8Z
bHzjXc0CKxZO5JZqiyGIPjW3LNanGMXqkgO4txvRIDqBN+chA3rYR1pN4VPZNjH6xiyjAkwRSXyL
j319IyjwxJCOZsVtwdPyBtuoRxvdScdfWqWVuTv1af4SdxpH+sxQlKBomvh301ZgDCJWXSAJZFld
inQbwII02ref5RQJ5gpmJ9/VqNY3GCqnYA4sMv1AWYOsemuGa+O+cxJBNj8IV5F5xKAeJkjPT1WM
WJWRqsSbP588CsYUjbTbKQFLTcs9TLH+SshankFbckgYrkGpDgE+HIYkU+RVxaIWfo8ckaAqDh8l
KCbc/I4C7PRe3ILu5Gjcp5vK7x7z72xjIwzTZkbQ64d98SswhA5wWgAdY4D2XHMjjCxa5DjsehqY
QK3uhtX4Y+GCtIHE8o8I6crS+3Ao7RYinDAwOle7G73vyCNbrvboFL7+VO3jQ+06+7WLeU01Kbzj
RWaVbQ+5kY7mnwyzfMX+/7Z4Um6qHdUOKCOzp8T5auL7QXu6LmAplEJIgbgCDcB/GtPPt6fF+6Ms
2hGxY6mRL0tY1mfBIiQRK7tA1ceZmizIQwd4CDQ3xeS2LIw1H23X+c860hPYb9zc8rgXa5NvS4t7
ep1KoUEWhUMfUVynffdKENKabKU4v2Q1pwLmDzgJdOy6TUsNdG5e1WtvqVZsKwdw7iO/KbT/IOn0
SpVeG05ewKMkaMNshq/UMP2k435d9GhiWYMqXLu8pUVTyq7kPcHl3Yw7tb5p8NReQ75fiA8xMEER
j2JswrgYu4/FqAl4M0SjaRHkRhnkW/MIdPENDdXtdeNcEyWt21AqeToS5L5DHu8A6V9kaEts/Va5
Y389d0QRWp1oJS3coFqRSEMUKjAi6LcmCPeon5VvVKn8gpjedb2WLgMQ7oEoGrSsJlhUzy2vikrR
NQ6WsOde3MQuZ55Od06tu8aw75M1o1gy9FNxkqE3akrHAlTY3pij2i/8UfkdCldkb9e1WigSzHQT
KGyBHoCahjy2AFaZmvVc4Bm46TbWzjn+Qg35B66cGrWm2NW3yq6/dXb8o3f8td7SJcNHkI+07czM
e9HQY3ZDZ2QGZDPSuujtttEnok7l5rqKK1Lkd+cICB0zHnGjJqxwbYYR1WezC67LWNqtE03k5Eg+
YQIpHaGJwQ1z2wO/DQVC9Q64qirKymFy/L+Jk85YPNIqazKI0/UfmfUDHIsYPhtclrxfl/MnWStH
QKd6SUafVLmtkvkVFn9zXhTkGt3pgKQZLs+DtUFBC7gr93YQf18RO3eaX4hF2IEwCN1RwFU9P2s1
XEgddpilEbhBcwNz78+ddlRHpHFjn5VBO653Niyd77lB0pgzBZikllR1mMr6aJ6s0cuCe3zSb8uu
O3Y9z0F6fi9QZCbOStfUkqsE94IJFRXHQovWuZqIhHvdmudCSU87AGM+GmkH7Na4UPbcrj7AgLBW
S1+UOPf2o5QO4jeZ6MnsWtpUKa6acsws9AOo8bRL+1j90tKQMK+iVZhtc4ykrFQFFuICzJ9gQhLo
v3hWyN292OIiNQGa4BXM2JfdnRVW2+s2s3DKwdyL5mHQHKBOJ4/OETRc27RD/7CSpvnGmBTmm3Uz
oBPR+nVd0sUaAj0JHbTIf8xQAvg73zUMyI1q73SFR9vW1cBy2v2s6ZMR/zDXwG0vvMosaWbsxvsX
00PybnVJ11pqKQpPAEI1UVpfj3cmMmbhyiVwYfqSHEmjpHE6ZEShkW6BrLVLf9iYrAUQWpBmzqcR
0huerjUMromct/MkjrOKHhmrCSLxyAAgms/YczOCgbgEZsIPBk7b63u2vJLoEwQQkHYJ5jFicjPT
rL5AUQrVEnHP+8QV8ZOR/nWgNS+lAcuYUz0o+UiJmAlkWJqSQ1CTvRv5HcmCGrmFwtlUfbyi0+IS
noiSLoGCD4416BA1EgA1aa6Wd5ssu4mAOZSmB+Ove9gkzST/qMc6U5x6XkLA1qUsvI36fnd9ly6D
EUmGZIg5uN1i2s2rN34V5vOoAnxlcO3xpk1u6ilIe8A4uRnfoR5OjNEz49feeTbbRxSq0D3/svI1
8wKe3ULS10g2mmhdWSoUX1MLQDTegrzORUbSFegT5+atE9aupgQYi2TFZpWs97LfYBaOnCRmHzHl
jmLq+QEhZpVGdjMW6N7SPlOEEYAfvCcAgrDVdDs6IH0u0BVUfxVOhlg0zNe2Yv79C+UB6Ij8rgaW
I/k6xGth7GMyg1OqJsbO0JoMuMWie1VMVChyfUfQ5yXy8Bs16w+qrFyMl0U0aA9WeWRecFVpGHU9
177UO2FmNrQX/XtfmH6oASLTzj0jqt5CR9tbpbXhA0iFx2ETGelH3xeb0GwPdQ6eu+tmsOQ6Tj9F
OmZGaOhgD8dCAK+WR2yjOL90dqdU0X9Z8VNB0gEDI6iCJzkEVRb3svRNt7eawsGe9WIit0nw1BWN
m/BHna3yUl/EW3+We746gdetIKVwvtwOoGpF5WC555yIzjeG+VNXnoAVnwzGJk0e2Hifa5v/sq7/
ypzd28kNMFGcrK6CTEBVTNVGA+hJ5ptJ3m/rLB4+hcP75+sSly5uKPq/Wl5A3omp7jKKIBJw5+BE
Dyvc3NZdER9zp/CQ0vWvS7sEP/+zqBhABAEFoh6ZQyoD4ErZKQp+m9kumzxFeTJo5nLrxTa/JzMd
G9jb6UcZPnR/DXR0Llqe+m0GYqT2CNFtNQSAG8m7zs915MDTNR+5aDkzvZwJvnsECZLlWPVAplqD
pLx8Y2FQj54W3SHTDCziG/S1WZM3rQHsLbpGFKD+kSlZjjVNWaGWkGmCaTe1gkyhHgkPdhIQ49as
tlO4MYkfq99WNnQ+gLJLPJUrVUxjYZMuUyEXIyJe7ezr9t4w4Qi9tj/kHTrHWz/MAjxPMMwRmmsz
AIt+CG8x1KgA3AoAlPPzojbJmDo5LWYav9euTwBiDeIb9paRNaL4+Zcu9DyRNH/JyclsB5EpQw9J
JVDOOGO+LuKAk7+GsYaRziE7AINnUpCLBjRVDMBxUaEQQYrdSpLItSP4nILSr1TtVkYalpYPOQ4d
zND4p7Kh2lWdq0QhhUe0wgMWkOu0DOj71VNI16j7ltbvVJRknzqqMJGO8gzSGnntpzqgVkFxafrc
XAPxvHyfz2t4opVkkhaABYTIIaosbhvtS3MeTcAlVgfGf6CupYPUW31Tw50m3sv0WR3QqL+9fiiW
fOrJB8jJlWJAOxKmvxAmlD/z/EaxDypNPFt7zOO1av68bLJZnoqSYgJRhbRxoqj0msn6nbK3tMBw
vyl8jiKMzVkgaLai3JJELPA/16K0umyKeS7mC8OgPxNym3KXhKXLBk9X7pJs7YAvmc2/0uBPz49d
qFZjonHc/1ZR3sRls+NNiIDz1/UNW5ICXlucOAyjGug7OZdCEpOkjQhhnIWxd5rutePMr0S4uS5m
8bidiJGiJt1mWaxSiEEUeduWNJggIh6MXZ1rK61qC7uE8XtMVaJ50TQxliJpFGf/a4KW0zebLKSO
3yt5jZEE6zFpieIb9cBcNIrWK/HE/BqRDNIAiRIwrjXIN2VQmYJ3JstzVqIKE5NnvcstAKPaYsUI
ZyOTpYDFGe9JuH0b44Ln6k2VHpa5jodxXr2BM0mJD+PkNuGX7YwuJpddda0x+LIECZR15LnR4g/c
3Blk61xiVQqA/FVK6cU2d3UM0WWdcLvJ8sYOqbje2DnatIk16qYG2eud6lpWtDHaeNtOADeP+vu4
QB+22W8m03pRStW17WybOWmQOKnPC8dLAaR93dwWbMDEHuiwagQhiA3OP3lKkU/IiApeHgthcuZW
9sYMN1X3GekV+ARWpF2Og8xtKWhtRS0AiWvg+J2Lq20kFLRZnJVjruZ7j3lulKNM48madmq/6bst
MbzrGi44WvghCyCgKO5hzlF6HRilbdNsoqUHRAY/jlDkszZldF/bh4rGK/otHF4YgINrEmhGc/fN
uXrj0GfVwKEeqvI+DxGvJm6W/Mzbp+s6LeyagWF4VB0wto2Z51nnk0DDEgWJUwGdhnZraMjVsX3U
v2gpXpjtzoKn/7+Jmz/nRFyp1pNizUs4RK+lw1zVuU/EAwtfi164+X95VEE7DKXPpQ2wJUqrmPMq
HhrFLD2AzmQ2SLRbN0lVv9HeYtttjP1U3pWhe13FpZ2zsG04AzgKgK09VzHSOmNgWV96ovZbgB0W
2a9ifOmVemUpF6wRYAb/ypHce5Q7YCBR4ZQMeyeA1Gq6BqGo3XgZX+0Cmi1bdoC4p4CrpaEJCJW3
c53GaKhrGkOWpT4O9JEMnoZ0BLj9ula4hhNYql/yoEbjVqJvbfHr+oounXUYJ0QDDRh/MmFeblqJ
mY/DHyNtlR9p9WUZgSZ23PEUA40s3TYbVs7F7K0uND4RKRkqa8OhaEzsoglCiWlyjrm+NkCzuIEn
IiQPxkx97A0BEaRih8qoAxJVgajjOyPN3gUbV7q7l95sp6so915rZtZwu8UqWlX/s2YPVqaApy16
QEbxBkTXRxLZgYO0b0s/Gnstslp6ip9Jl46FUzrtyB1oy5p9Wm2qBIhP/Jl0P8PozWaHkh/BC1jr
L5yuvDouOzVwl55YjyMdlJhoWjHakFxXiU9q1M9adjDM5KE2y9eGZ8HYP48625JIAAn/OOpoBM5W
3Pnq4kt3R6qbY9lzLH5a/czCp67q/dbx8uRBVF4m9sWE1/p7s9b4uOiL5qoyXBGaqOTAZRwjZSgo
pDLVL9qj1TyGfZAUK0HY0h0CBKb/J4VKUXOahF1JDEgxKCKkDrFKMKk7zfjS5u63l+vOYCEWQ9oI
zCkziAvGL6RTE1tjQVUgfnmO/UqKdGvyt9Ehx1oBDmdpHhID3dPGGgHJilA5mQMEG5X0LYSKEpA4
ryCrS5ByYODvUA5WFLvmGv/Y7FAl94MRVxRCgZYHHDL5iYAhKyfSasR/mPHmreZq9X5E7931pVyw
jjMh0sEwcjMPW+C6e9Pw2CKPA6RLUJ9g+VZuqjVlJNuPia2WFp/l2N/Rs4rKAiqsa7idC94U4Scm
V5DFwICybOpFhUnEFKU6D5VVmr055caeNiA2Rbp2bXMW1+0k0pX0cTQMQJQKRPHwYRK/qv5oRUej
XXlTLdkcgHSw+WixmTvYz+9cu2GlFtoIlcqcuWW6d9RXVn7Yw+Aa7Y8J3ZfwGX9vDwjd0dCDKx4t
h9LRGiszA3MLJKLj1iVtCC6B6KACbUrL/rq1BtH7iSg5Z4GaQ2pU6SwKgPZAANoR7R0Yie5U2o/X
lbokh/0jCk+omXAONUEpwm0ABcaHyCi9sa2zn0UYld9trpKPXmv4sbG00NiMZRYBdpJlh2yarIM5
ApJ7q6oO21cgVM1djU6l+ojuarXbxBOrhK/ouViJOBa8KArZGsjq0d+NcpO0+twYhqYbrRIxFUi1
tMBsHg2AEWWYCdVL5vb15/WFWTow6HpAK4CGKBUF+3P7isyOC95AHmsrNy3RGfw5IIA0lUc7ZivX
36JuKPuiaI9M/EVxg9C67PRZt6mqVQDMsnGjWfyujjjmLCd+n2ZlvIPyKy0PS89ocFKihDdTfV6+
2FimVzGSmhwj52b4ZoM24tmKqHqc4kFTPV1k7Wdv6ulOo7nxuzI655szMLFpBIAF3QE1nz2aqI0P
PFii0QV+iP1sJ6mRbklJ+943K8HYphZm+m4w0K3lpt74CanV39GkI9+hqpG6GoovZPuB8IyZNvBt
gT1KbogOOXBU+hTNz7z81Oid5oAFw3zi2pOmDT4bbhq6QUnyuqksbN+ZzNkhnrzaqDXVgtoN90iG
omc2+fn4bc6rGlnmtmjfbVHOvy5xqfp4JlI6tcPYR4NFZ5H1RgEqF90Cx3uuwarWjqsAieN7J7pD
nqmtgoI/ceft+gcsqwwwM7AkwWfIYQYuW2A2ZR1QFpU7XvpN+2y3qMsBIxm1BxjDdWlLMSrU/Uec
HGCkGBnioYpdTRT0NGq70rkfxb6rPILptJkAIDTfOJD/UOQxfw71Gofb0gvrTL502YBTFegMEdSN
pn0C+uj4HZjUkeKN8SvTd4PxwaNkReeFqOBMpOR/wNmNosS8wpr2xMQvBbyF3e/ry7pwhZ6JkC5q
LkQ2DQpWlYFkuER/hqIGBsqrTr7LJ7+ed3ZzXeKCUwX6FaBCdCCkAQ5PWkfSq04/6RPAjJ2b0QYl
qO069fc43Fqre7YkCu9/EJxQQK2iBnF+KJ06xyhOhE7YgXyVhW+AjMdOgWSXu8O01lKzEPFg8gez
TYirVOcip0FboOkAqAc8uDmqmMUBsekmSX6Iand9+ZbsEFMleEvAt82dxdKxV4VihiJTuUc7A/3L
hUW7zKUZZX7ftOXkjo2iMRc068XBJHbb+3mCcSG/ioZ8pfd8yTxVgNeCoABUlxcjqCJioV2MCWyn
wpBPBHxXDNCHtrUSGy/sIjgxVPA2YNxVhcmf76JCFbtVp5SjkOpmQFRWtCMKp076XV9DEF06DADI
0BVMjiFFL+PniAJTRhTQh54N5MvijY+JqzQ3ANbLybDNS7bHxbeym7O1S6+YGfIOqJ4OiBuRujlX
ziZ1zSu1xPWr/FbSLUJaV+1iFzP6YkiD1Pksy7dIf0uKNVjWxVX9V7AlvUgH3qVKq0MwJcKrOoAd
ED9xHo3wm5YJt+qDOLxxqq0x7WLHa+hjbX3E0edU3jerSD4LiaTTNZA9wtCOuehMfAohtWfAeHsV
jURgoVW+JVbj6fVOyw/R5BejGxH0LnthMfwHT4uXMsW4Ci6zi8kDSw/1iOoVftp2NonxwBjwUsrP
lc1eCkzQ1zfDuFqIQWT0AM1qtTw0IUWgGtEHmfYtzLf2bMh1kIw3dSI80+pWVLvMq8yEF+q/dA3z
MT4JTUpQJ5MsB0pLRPKAFltr+ozCezpu2ybadPWTprzY+m9whF/X9mJXJbGzwzwR29Stbuc6mmmN
pAwIcp7m8Lch8ywBfVegSgCqKpqhzyXUkRrpTYP5orm9UFc3qnhNyJaSXZcmXhavTZtdeHiIQ6kB
07s4rOg/ki4uYwLsvM3Q7q2qB9xhXtJSr0m+ShKvOIWllTsVJF37DTeKqLEwi0t5ceym4kVffcde
uO5ZF4DaW6hFAsntz0jryebENMx0W6Cnm7UfNghWK0BlrLjti/BQEjFreSLCUNqsyv/QCfWvYM2w
YkAyUsPrIrT7PFZrbS+Lm3OikGTkTuooVRxic8b0RkUnJLG429t4oay1EqwJksx6IGi4FClWLglv
VPtVZHd182yx/fXDs7Q/4E3F7NzsKajccz8kkz2Z88xQ9D+kfdlu3Dqw7RcJ0EBNr9TUk7s9x86L
EDux5nnW158lX9yTbrbQRPYJsPdLgFQXVSSLVavWSg0wogrvZVlhTCl/uG1mLdIWqAk4ZGX8x9bQ
/FBUZ6LjaDCSmOxFX+po0Erxy20r1y8VhAKA6CZa3wSE9ywoSGxjPQdeFvMZnfCzqxRPFhQqgHx3
UhM6jOFhaHAGGnY11a7ZBU6ALWWUgZV2xn85DDEgrqBFgqTliiJPKbUBU0Z4MdRzS2ge9SNNMDVa
kwISDIU1CCZIoEBeV0a0iWermDXOL1gOpYsL/3st/v4AZltoZpVm+jIKo0E+JO/cRN/n4CmB/HqQ
iQ6wvBCj4uzEtZA995nZG6o/4H0fAL1k1qMbtR9N5BWDYs/tB+c7LwfTLd+YvaHm5hTpEnybVEha
5OApLQcQWej1LgAHPMUT0tbbD2VOvAUJG8vIcxQeEHb1ujv3lsmPSdLLxrAscIORtFT2yJBRYvyZ
1c9K+5jCuxawyoR4TcdpHq2dd6gRoTAFll+gIJhVNpQpTKCEjiNVijeBblKzAHN//NQadgwkZW/f
Xuyr/O07jv6aY9a6KqDOIkD92ArC+Uc+VU5PtF3ZoZ2wiBxK5tdtc6sxpCJvWeimMc/LJOEYxY1N
lDcgFtkZ9lShl3mcRS+eeMngqlsYlwQhyYLqZpP9MJqLjkSwU2VPy6boK2+UAtuo7gyeRtuqKRNU
TkDliIAPMPd5WWehVscVjgJRssRgowh2VriT/ytSOAXWtdBYxtNVVUanHTnL5VUYTcbYdpDktqTW
aVVbkx765CRqA3rFh6bl7Pa1q+Pc2PJjzu5dKUqA/9ZhLO+b3OtjSaSYOWq3cqe0nBjkmWISsCSZ
K5JJMKUMR336TIV7yI5xbKwFHghckOEBL4PJYOYrSQ0A50WMgCg71GA7dJvB4lHKApCRHEur3pxZ
Wk63s4WLoT00mwUsBZiYEhRglvxj37/f3kdrx/+5O8w+iqueiJjcQ1ZMIlqBhq2KqKSikv6cTRVt
xlNVObctri6gSQAQBAUNHutM8OGyCbp8wpz/GB5J4ZbiNgLpTsyJOp4VJurwgjO7sYIVUIKYFLQf
P1EE3UWSfEpDHnzkulEOJVDsWDzW4A8OpOVLnn2pELhBKTYwv58hWahzUDKZJdWqlHbkS0+FLcjW
ZVw/6i7oeoiASMB/1JxrfGVLL2Mn4gIvQbOV3dJjiTZgufwEnXzJugMgS6lu+6Kmov4JIntOaK4c
Vcs4GMB1UC1Ei4bZaKgrFYCTinBY7VFwFFwUoJ6JNm5ModhnAabtbscMwQIyF/mysAT3GeSsr8YU
Z6keO0XB15xFzRk0w4Es520LK5vNkGUCTZOlDgjy0MtPCMhWOtXoLgB9/LMMjoCu0DjlcO7zbDAx
SdJI1DPg7KAUW4NN8WeiCwfJGN3bnqxE/oUnzLcZokRVghKRUMeofjdWCkoQ5Ulqdc6K3baDcY3L
FQOxDOpjoIC3RNLTQjyFEaSTUY3mUb59X+Xsx0dNALBB/M/UWVJFGRLOlVLjWT3XoH2lXT2VCQ2J
ZNqCAMWvZfIYpHZZV5mOD6qnbTiMwzYedPMwGsuIfjqEiT0b1eDNYRi7sNH9ycVEjGiNQuG90Zp+
5iR1DPnBaJwDnWZT4g9Oi72mbzqI34pQW2sUJ0lLGYCtefzhD7P4HgdNcDCjcvo5BqnuPySdrLwT
dMTsIhQgsTmIeuAZqaT99qNkvtdTOZNtwehzryzLfKDaGAwx+vh153u13+r9wawTAUTZTSKFnhQE
4Y8aWKMfQl0pipUXRfheToYUUSHws9wyWqCpoLWcu0NcxyZng68dJ8DOLsQNAC5g4ID5uCUuv0zC
WLefg4RC9WokrSXZjNWhJA56ardDdm1jnFuTL60FcRcBxA1rgDlRIKvRycbEHkoat82sRey5Geau
axJwS5kTzEjKbyl7SPzHvvusuJrJy9qw8Yr+E3jekJmayLIuval9NTSVUEPCX32Wii1nnkJOSRiD
jmsvxJ5enMzqXtMebju39s4Acexfs4v3Z5fQ0IZBilcApv+V332v0iJ7TJuEar2jYgRTJKdGcNrI
Erotx/DK1zOXajgOTRAKA/58adio5lYwSQuWdz36JMXPuQcll/oQ9C8dZIK0YHIMPAOCRN2O7XFO
APfVAOMMi92k6N7t37JyL138FGYN2tpIIXWLn0IGSUMPXrUFFbTlSgsGfOAxQKHF2Scr6RMcx70k
AfctYsDo0ndf8/OIZEOG8SLtqUiBYDHKxFIz/9gJxRfURTfN1DyVhEfA982HygTZuWFWdVDNpGQA
VRDK8sW89cUUKY4BJH0rkPYOw6bjgMQniffxDLjALgkFfy+C7S6ygB8Iv/xJEQWrTTQJ0ppZfy/K
U7yJQVpRUCIkqUynzm/fw0QdX/sAEtw0JmG1C4de3U2imN6LMa7hPOBJOK6FMHJR9FZAJAruQhaz
Ggdz04b9CDUzoe9R+u7uRKNRcSqQdyD8E6euk2fUYe7V1ANxiEKh0/l1O4CuZ6kxV4XHMrhqRHxO
kC9cflA9UPVmNLvM0qYXtRTdUMpezSGnfZw+mWiGBIaIyavekpqaSuF4HwHo36rRUys/kS6+86Xn
EXOogsJjcV1ZG6h0gWtRxz4DVyG7NtBTVkgtVpD2yEE1VymtbEX6fEJFifpF6JSzSOPpY4TGQtp8
+pX6dHth1jY5+G6grwlSUBHP/Mt1IaEOpsxIhLSNkP1QAL00G/1Vk9J/TypA7bHUwlB8wQuBvXeG
eNTUCmE9DTPVIPW6KH2EXoYJ7tv+rHzopc4IeklwUWA0gG3yNBL6vpIxgbZHfh/x3iZvAArWkp3N
u158IZ3rdxTUS0o10hQaIOD/S6NtGGxExQKTFufXXK/uUr9HMQOSrrh0NSYzFFPwkGJjoQingvQ9
BK4G8308/ayVMwNfDocrmlsGCrnakmWf3RBCaiKtDaFqa7t3p+flz6NHqbWznia6Celmw8l3r+9b
KKipmLwAFyD2Ncvp3IW9rowVbqQAsriQ/h4BL5Vfx5YDdbl+HFyaYQ59JI1K1SwqfWBgoQM5TiaP
cen6Wlks4LWzEFiJ6HFfLpyaTpGUqbCACXtnEl/y2U5yDOfMjv/PLHjf5w8ek+j7AXfF9pA0bfYR
Cjh/EjNu79s8guh2m/07JAlmzk8TZs3A56H2WltD7rUy3b5Cg3USJhDbhMfZ/6qbyJ0AJKQzXhEj
r3K3tpjoWuG6xKWJQ565MovClxSQbOKExUM56u/QWF2SI3/cz8k/wyMXN//aYjGL0QCMWQjVYUuZ
W1AyGKA82yvR3uC9UVZ9UhXU04CUIzJbjUxCDRVtgM3Ay9JSSSwoGGG66Zi2P3PB4xxc1+klfDqz
xezisScNCFNhC09W5OR/RAk5+UbzC4voHzPK2hFxC8Xtx+fbhld8xAPMBLMGVCPgIpPmyaYRNTop
cmvIvgJwxco5bmZCxXinm7HzH2yhuLDQSgE0930Znp9UQ53lYA7MLRN4dIl4suyJpYo5hI62/95G
lTDRgY40cg4A4tn0tWynSg6mCrYaTwP5WGKi7CVhQoWzfitdp0tDzJ4rlanW0hGGumyfhHdz6Y3K
b9lwQMuYo8ve53t0WkT5tSi2RuN0CeeBcJ2qwjxBBw+3HsbT2ApRrpppgGQU1CjqYOPhbLWRZg1L
F1R/yoHak5XfCW/SeuUGuLDJ3GsKTjM5I7A5k9Q1Y1fK/I2u7NSW10fjOcccKmXVqnE51mi7AwUK
Pnw4NVFQMkkqKA5Jb0WiGxnvt4P0+o18saDsDAXuckiKy3Au11Fp27WNPZOfc0PwyLfGuN7+uzWk
pSJowPDEAq/V5R00jWJfo3iOh38ROcpUWUl9EFDfS8BVUXUDBYCGk5Ssbfhzi8zHU9UOE6k6iBsE
qfSaEfDRxBoMzY3CDAywvOxk1ZqMFyyaLBLoVJjMD/CUOExq+IdxJ3vKdapCoSOaClsOXnOB90i/
+nYAxUH1EuNpS5KJpOtyNf1BHvqukwQ0WS1wXUvgOAw1GVDOOyN+wIvt9re7ylAWaxB1gRAE0rur
6yGM1LxJfVgTzF9NFlgD4aRA3xfZxXOQscBcCn5I2qqI0YXQvPkz2qRbd978UTxhV75G1kdPEwv4
IRuL6/6z5AksazqOFCANkRx9C2CcHdV90ehRleoCzUW8hFB9aI9N8RoDqpZg7iHDPP7wz2o1jEnm
46UZCMt7GeERTD9T9DYxR1TENE/dUvrVGxi29jl77yo9Zwwyqyt3c9vnqNbScTwasqtA/1yKvNsx
cnVUMjaY69WfgznTQ9gIcST7UKMcOgqAekU4vqzFIh5XqNSg0IloZM4RgP2bUI5gpy6fUwXU0Twp
o/XF+muAOTa0pJ3mrFgMjE+oSEjSQzhy0gOeD+bl7m3VSYmTFiaMECy5IH+cCS/GOCbYyctCAqVS
tixTA+QdCV5Fk/Md1pcJPAFgQYDcG2GyAX+UtR6js/AhbhbwXV0/ytrj7Zj6PsbYY0HDSDOqIwao
K9ncZtBCTdB6eKG9yN4bZiVfU5D5e5KXbHOv2XCxwKtBfGaPcarK1U6US9jrXelJeuvfZOsxsXwo
ONwfhoN80G3R022OkzK+9i0nmYgm7ZyEgJVhJYPEDirVqmt7Nvd9By1tnWr6KVy0BABiTRpb5BFo
rsYJ0NWA4KmoA7JEwFKQaIlew2Pdv6uyk9H86xt6ORbO/n1mNwV938egyMDVMWkWUXpnMqg436U8
KQyeH8yWqjQlUKfliCvqlGbSxhd5OIDrqa5LV1iEb006IR4CmECdQw/sn9HDfOg3n6DFDb/yfUo1
N3PLF57UHdcsk1hEvhnN4wCzpmxNjw/Zl2hFNENGuB/ef0x2tn0x7Uzl5E7fr9iroMSnk6AliTSD
fcF0YieI6CUJdDZptVM/ZW/yjLvqq7Wf7+OUTqcQeyGwaxq/iHueVu41Jn9Z6jPry5Y5u5TB7g4k
hI8tMal0Dp3iFZrGNR19R/DkHyHn5vomgbr2FaQuKPUAt8IijYoskop5SQHiQ/VVvcoWyuF7bSt5
4yO0Hnc1BXpmn4iUF7Orbi44Yiio4w+Ejy/dNOJ5nIcRbo5JQTXVLtFmiI+1YinTtlTt2D9WvK7n
qrNgl8UhB2IR1GMZm03i910pwNksA/W36OQdrbx8rz5iAvAwuZjHfxg2oxc7/4xowDc9N8ycrVpT
tVUvwnBiHluRTtIzAVqxUje3j9O1g+DcDHOa4luiTyDDjCi/Y2oN/aM/tw2s5qrnFpgjTdB9X/aB
8sRYmlVReVe65L6lNDg0ga1Rg740m9x7ULbqPW9frFxPCtqZIgEjDAoZ7KiKPJahOteTQKvmRUKv
pgL1/XbkzaGt3OywgstgAUhgEo05cJQ4M9W0nnHOESdH8ySsEzSteVLfK98JRQsMg4uoSgJ7whzY
ol/rSpdDyDg2X0z9QQw543zfw8oXuxoVSDD/YmIfCkmLntDl5uqlSsU8cxZa+9E2rGBjnhRqeLHt
uxVt3WifOO0+eyBW4IxWa82v94OnHjW8NHKa3TcnnDV73yHH4+yBZ20r08B+Sa3boXS10sxPXNbo
7JgLjagVAOMNMTNyTIZ9ojmK/6/bASbwDfHgBoEQRtWZZe4DzBSDvje0yvggpo9E4fz7y3ZiV1lD
T0cDHE/TAT65dEHoxSDKhiK0WuVLqp+GdjeELoigwohj6Cr2F0fODDFrFZg+9kUA+QUZM1mDv4v0
nyR1uBQ38rJ7WYe+cyFFQVZ7tcfSGWVJpejgkK29jhSEsweMuB1/ljaAFVbgtYdo11vZNqTxUX1I
H81tZiMD8ITnwuE1za72CIDqIjpgqNpjJh9diMvFVbIcjGb5EFqS/NVGdocxl9sBuLKoFwaWxTgL
wKyNJW2KYEDVT7Pvhtm2BA6Vh1tYiRF03RB7KtoCEHJnYjDxM8lX28VKdZf6Dc3lzUJsYaToqNi3
HVrZUeemWMFvaTQLRRphapzvSeF1za43OBntmjeohnzrRGLAm7200yIkQ9cq+Cjkk5RQr9j7DTTH
0FJNOCG/9vnPLTE3Zi5rM1BFsFRACS/O0cXmDuFevT0QYecmmAgzc0MUi5JgvVxdplFDZce3S6cJ
vAl8DDg359+3P9D1k46xyIRcYI6NlI6wWAvuIq5AiVVZ+T44VEi1yKdqWDwI9HXhmjHJxF8rzLgi
CEx2u1y4K9Eytf6Y1miJbxAOUCcqZbZgT95tR1ciEZVqxDuwjACXsM3Ddhj6hDQq2EZRoUteiObE
NQcG/d1MY84q2MC8EdgGiIpT63L7KoI29/mohVZvV8eA6tTY6afsESp3Fjh3vjQbmm5WS5NDfvxS
nIEeAXaDdEdGfw00+Ljt7/WLAXOj5z+GiVajzhoV4o2hNVkx1E3N0CYY07fnA7HCj9bx3ZyOlVXY
viVTraA+575fOcouzDORjKks32h9rEWq/DEIDUqVVvFjAdb2235ed6EZP5kAjhclqmaGoclRaEab
Y+3KTvoM3pzHdiNtZu+lt4gLGVeH2O3R9Mxdt0FzhjNvuuquAjYGvJKQyevMvWsYgwmCGzPEjKcd
KxA4sDXjNPMYblZOIHSLgXIGHRC40NgB3i5S5Eibu8hSW2BanqPs5fZiXr9GsJjnBpYfcHYB1QHq
eVELA+1ng0POpOk22geOsQ0/5qN4Ur3AykLHMbfSlmN5bX+eW77aO1ElVz0sN06R0v6NfHXefIJI
J9DNd8LP6tBEuNd5GTxvQZlN0stdHoLSJbLKxG2y+7b8uu3WdVgsI91oTX8Xs6/SvSiEvGNTB8Ca
xnK7Mf32aJC52bYF4LPVGPLgY9dvITQElp4AesY4gYA3uvx+aTqXSdejIBIq1uAA44/Zt9Yefs3U
sNvMqenkxvQ1eUbJILB+i+jycLbjcnZfHoH4ARjdwfmNyVVCmM9IjFGA+iZ+QB/hsFlOO3IK7gfK
LRJcf7lLQ4ynFYnTVI5gSH1KDzoWmAIfX+6jbWb9kD9l1zApj0rtGxN1yznmTEuyfFYbDTYBXn0W
d6JF3jus5x/jFFkA6NLsgyf3sbac34KykGDC1mOpXnpdhjDuMnGmViolsZOH9mjeAwIpxjb0E6nP
A+quRhCuSRO0Y0CsXdHpilOvxcIcYv7zoNjxNnMGx3Rwc6A7Ahmy+Ct41u96w5qobo+fHZiKOAG0
cokucL2/P4D5sJGpYapaxw/IqOIKG+ieSgfjqz28/TbcaTfawX7cYybBAXK7oPk+eSbAE1ri7tjO
VuVT4DI4v2h1D5/9IOar4w00zmYcobgwOVoD7sTajZAqY1T/9lmx/DtsdAGOh16lgSxWZjspTTp3
ftdBJjsaT1LYAO7rDuV9JzduOfy6bWotrMAsCzomPEXB18zcVkmlAoFJYMooOvMhycXxYUib/Twl
9abom8iSp+FDaaZxn0Tj523bqxtX1EwdvNdQNGGHW4ZAGYXawHKqOJt8PXca3qz0cuOzCwkCwOUx
jwEWwC8vD8EgBotZrsWAV6kQ0xOQ++gtaMOjH60+WT2QOzo4y/+DU2fnLnPsxUoXhWWLkyGq7mPw
Nbf/jEQGwu6cFYXJcpq0JWKviBA9DMeHZv4sorcWmg5TAlb7mZehX0X8YsxUMECPYUgRg2mXC4i+
bFDHHShY8PpGZqgLBDN9+Vth6m9CCjjq7bVbsbZo7IIrZ8mfgCe5tCZGOtjJiriyRiP7YZRtv5Ej
o3ZCXGUPvT/xgA9XiQaIE8FCthS6AJK82mZh0EdGZSaVJWIInXZVAs0aSU7o2OJF8u+egZJ8mQhf
gEcs71yUBr0ZinWFAYHSC+vcyft+O0b6pu0aTv55tavg1TJshIsXEY/Iv1zEbhhArd7AlBG3m0wf
vVBv7NverC0cJplwXKA1v/ToL034oSCirZNXIIYAGWAfNL/1UOhsedb/3DZ0XYeHM8iisWbYxLiI
luPrLAutkP2WZT1UUC2BvpvY7SGF4Zi9vy1F3RPb+pjI1U5KSlfyeUD4q5MRc2GYscD1Q8BLgDcc
Y9pUpmAuQHMkdspRSA1HKt7N8VGXX+W5y6jagcmp+veZbjiM6R+CNFFEvLDXPCicuxiI6MqS/clp
/dkp2nQrZb2rVfUduq4gOmtoJih2lqlePoUx59NeXT2LfbQfABkG5FBhq5J1l7dKpYiVVQ4a8Mnj
pGPktT+C8zl0SCxkmPrrJOf2V14LpzObLN9ZJ/TYCagKg5nLhvLdTxH0R3kKFe3bZtZOFx0eLXUu
gAwJc3Bmep+iQyBXVhSZnjiMn5WkblC136Ci5N42dY2pxzICUYXGOA5NvASZTCGqzZTMQA9bBaSD
lzlR0hM7gHCWFLV2AjV6o6vsrH9NQKvW94H3fzTPuGqMEBcKKphvulF3sgy85iQakEQQSJFA7d7C
DXJC3jLhJR586Gp88I36g/MjVjiAgAYHqgx7B+0EtlEZoVMBBQgVNaQwvtdUSNUPYGUw/eqXNMm7
2Fe8Drp4XYihA5xZHNzS2seGRqMKhIIErXiR2b25UU9GbeqVBSaku6EZH8tgfhQC8a2azffbjq6F
75mp7zPs7IxapmMhfWLAVFt2djHl2SnuUYXQasITOlg729EvwOQXauAqHleXZ5I8tYYC6UTcWFAb
UKryfSDq521vvisHFzkTQtcEEHCZQEeHhj3cM8ycIPuTS3AqbysCXAOSwd9dsklThebNW9hqey14
mcqtPz5V0u/YLK0qvRNKN5s3eu6RCdpdThl4aukOyvb2j7v+qpjVBWAPgzzIizHOcel/M6oBKfqo
tKTKlqWZdoC8TfJnbD7+BzvfvRnQDoLjgrngRrNXehCEl1aR+lQFQ3EMzFSq7EjOU7Fe9QguLUkw
ILRs0zcUytoforS0JkwytPOjTt4m/zRmnDT/OnAgkIpSKrhdwe8KLPnlwpmjSgbDB7NcO6SaVQmt
Zvk+sv5/XzbsBLSwMeECxmomPJtOUJs6BMViX47pHrx8wl1Ry5otQxYL014NhxT5euMtBLmYSl+6
WyCuZb6SBCTJOPsgGat1H0lb56mdbmkFL+FeWzsAAZCOoul6DeNGNq8k6YJjHvVN5v+W07fbq7Yc
xpcbDm6Angq+YPIdKfXlt9GTsJ+0rC8x8m4rJfUxk0HCvSSraCtsSffntrV1b/5aW/7+7LSSJD9S
0gTWokF1ZjE4aCkPN7XswiuH/jdzuhJOUlKj0tBVKsExtGk6N1S9SbSEMfMiDSIRgEsBfn/bqZVI
kBVUXJcpNgnVEeZcMMYwNvtRAQ8uGj7m7AqzaIP55raR66IPNo4J6qiFF2YhxWbizR+HYgLDBDj6
1czWitHSDQETSDHeyPGPKdae++IVT1k78R9AqPA5ieUekpi1qdiVzBtnu2aGYH6MfPkdmwGUlP6S
g5vmgzDjxG2dAGLcCW4j2ho/8q7Y95BWMGfBSYe7cZw4J8rKkuNBCHAa7iHoIbPtZXlE3SAu0DfI
AuMZ77bAAltYYyVNykumllODCScCTR8ICS3QCqQUl54WpRRFmBmqoZFNMGYqtAigWbyv9OBT1bpT
UoFY6vaX/oYWsyaRg6vg8sKwICq2lybRmM+NQW9rKz/IP5eKaeR8vsc2mIadxArd2gHphtNtXgaq
0od/HyA0MIkpYWIEcHWkL2zySAwhVOWhq61mok1Ng2N+P8OsrTrBXW8pr0pK8ao7Zs+bhAq8zHWJ
G8Z1cARhmG/psKMexKx2gLRfUAronMh35QG4jJ2xTawfxVuxTVyeKNlaEIOUCBQM2A944rFdjFHx
QYHUYp2Fp8aaN9DA8EBBup0dADs2Mee64Fpjjr4w1YNZM+Fa5Wi7YAdA9Cm1Iwg2nN7JPue9pFbe
rtgYZ84xQaSbaSVJPZybHsCZgkE4CtBCautezK9HL3fE1Vc7s7WkGWenuibF2KodbA27zvlAsc7r
3iBYT8GI5I4nXhq2dhJeuMZc9BLpMAu6uNa+YWzxl77vab/DABehJQ2eWq9+ech4e/L6OXG5nMyb
JofY2CAVsGk8ZJvQBv2XPVnhwaQumhuV3TrEHb136AG7ufd6+zy4bo1jtAIFiKUAhrcMQM+Xyzuk
ptBMNWxLn+bv5Jfr38noZ3QuqgPzrthy2wsrR96FPSZS1agTk3L5nOQOT+4TtGnRuW3fKqBc5oDK
J+jFWOmdYeWcK27l5r6wy4RsO0wmJDhht7NKF5ySH4+qJ4r8cF33D8IGgDcvEFYmflJJLkPJ7HHC
7WSv+5PdKXZoA/homVbt9L+i7a9w1+0n7nDqSvID//7aZWLIzDHEReIBWoRvyS9UGQLqH+qP2pGs
0clT+vLAkx5dNYi6OuTpTLTBvgPrbF+qraLm8hI4gzAfMC6+b3Me65WyemKf2WCCpZ8xkJ1HuC4m
i6Cb3TgnaTtZp8c3H4g6dEmofpS3d9HLH41O78B/0cD1wn1kk6P5/GL8eyamYpSTGCAEQdGMLdgN
kRoZsSxjpxTP5fSY5t7E2x0rTyaU/ZDtmcDnLtokl5txVo2k8hO1tlIy2mBelGSwcvh3Qc+7ClcN
fQ+k4hWMZwazG4QilookJzUa3da0izYzld8JVR80SLAMtLGrg4je13zfiZxFXL06kGLipasYwE6w
vdOQVF3VTIDQjW5vbMr7AGmHo50ED9OGt4+2VR/PLC1/fxag4F3AAPoISwutogXoF4Ue5H8wATke
1BQNoFbZPRB1aR8MKb5X1b+E4BPxlU0VbQ1e5rLqycKrgfYokgk2l6hzFKz7CZEXCActf5QrNAyt
iafkfd0VxVWAihJ2swSCV2ytywVLDEyd+rqGq+9ztMFrSBNPdwKqbY1DmNLZaXchPQ602Ph3+pYn
rbpEHHvN490ho5uF6gz4LC6Nm1NYjpWOiNSN7n7SjE3Xmm40EM4XW3fyrx2FYeDKZgnSXSPsTDsM
0feKBX4qwZI8nJGPg2c6s0pDAbClwgmXlqsJBRe752lCfDeXrr0FDTVqCTJyUuXS2y6PQikpEDja
XfPLeAzw6DqALteePnW33oS/lJkqP2sneBY3YOP7jCBYx1mI1ZjCi2PRGgRimcXyJAHJIE+DX5DN
22F80P0KwwCOAVmF/7BFzuwwR/iUVcZUhLDjZ4obgtMIEfbSxRnGDydOe2jtil9YOv6/S8yhtnC4
xUYHU5NQ32mS7w6qaRdVYclS/1prn2ldYtqRk7ytJlDnVpldI7S5Mvc1rM4LF0qCiZk/k0QrzBqj
raiTLXhm0FZoQT1jyFu5cW4v78otjDE4E0wbCwQVY/+XgVQj58/j3Ecg6bEFmTPI9f77B9TRYQYS
GKUBtKyYUAWMFqTvC6l/LoV0gqqg/g5an2i2bzuyto6oRIF3ZLkYFjrXS09KOQBkoosaKwMvk1ue
yNZ31Tvxd+v0DtQpoADEs7iSdl9YZL6cLk+d2YAsBGisFCge+X64NxsKsEezqXmECWvf6dw7Ji3s
5aQri8VWVAEbqVsD6nq3F3DlAL3whkkA5b6Z2yyAhdLcqmC5EBpIIfKWbAkn5ty6MMKc0lk5al1t
ArchetpDaHcOlCZTZ7CfJk//fduftUwBsyAgmICq1RIXTODNWZOKdRFj0PwTXwWTLxnFRTTS2tPu
5neOsZVME1mdARwFprJlwjYnxwiKDoGaNpbsmSfRmfe+a1olJs1+QVnP4yL+V8PhzBwTepVSKoOa
5SCa7BW7gWSEZPA+1Urt9cIjJuISn+QzVHIaMIHZwwPxwoLGbq1TyTPszqStozwsT5KSFofoS33m
rCfPQSYaQdNYaXMO651VLKWl40fvipZ/D62gp+J3bYV/bhtceXZdeMsEpjB24liVWNDBvI9SR8ip
rEAD2ae5wsH8rlkCEwjgFUAfQpdz8fwsrVTGEae9WDTWlO1rUEH7KIH+LiK75U3RXIObMW11bok5
EWVBrmZBhiXtLhbosNM81Tndn8SSlpuRBl5Kd5B66qjvdLyG8kqX99I2E6BzXetya8J28dBTiZqW
f0q83vnqAOnc3P50a4F67iYTqFUSyGAbLRuL/MwP4andCHfCQ8MxwvtqTDy2XRZGdQF/TNxig7QM
IioV5M4gy8fjJVtL7vDdljkzMMkDxsw41EIhJpKSanFodkEZE6BWBQV7Z9zWm/fQLd7MO/k5fJz2
MYoEyUcycVK7tRrWxQ9gnAVBa1ObA36A4QNzX79VxXEZay0+1cnOQV81fBLyOTdHNHEVtaaQCedq
NFyPNH0H799FYDZknc0d5KuWRbiLt9OD5kl7wxsx4Sr+zrY9BfTJ7ekIhL6EWdfI1THwFnrjyaSv
+vafAdCXv4Ud0KmyuhOnCb9lhjB6rz2QgiOi9V3VYe9FbZGc0lAKAUEK88mTOqrmSKwbq0dZAimM
l9HuGCKHCUJURckGc1Sb+V70eHtnrfALnv2/hplPnQsYLW5GGMZc6LwV8dYVgRKGwO1yxkclF5K8
7PtbjjKfVQDveVJnsNdKMh3Quah9KktgZjad26fC8g/dMMQOvhvCBMYuA99MnCxdshp/T6Ld0qtG
n1olrhJ+3rZ3PbCzBMnflWRbroB6xTG4vxvrZ7BrKvoHNwh27Wwh6bVF2lGDd07wPFxSkrOLpChA
RRpo8LCLN3lp1wR9HzdTMfNAy+xL55lbyw/P/WPSKUOFFK3aLpECPjDRHuuPoL3nrOFaRn1ug7kb
1bHKOlWCDcx9Wt0f/zndCz9jqh2V/9AWvfhazN3YtEpDWgmL13YWGFcz6Zj2nAi8JkFgIoK5A1ON
tMH/WzEXqnGWvMvtzAOkp0VEJNvGBRp+I/8gj7cX8buacx35oFfDZAGoEFioqFqlSavpcM180nb6
Xvlhonrc0PsetRhQx7ml9QMnp5WitCtuRFt6/w/lJqzt3x/AfMWhipMoj/AVJSi4VQfQ84eKN/Lo
6tYyRHSbAWFWALdUvlf/LPwhc6gLM2qBoP0SIVWfUZM7aLiE9NVKEh2lVMyLgGqBCfnQHFOxM+CI
5qEvZsW/QwjzHaN7wU6d1Bu2gX37061nTWcGmZXrYiP2QxMGVSQYdBroj3eZNk/TptgMnOfeepic
2WJ3QIVSXu3DVuGIvqOBVyGhojVSsm3RsacahZz2vX//WT4GTovmVXJQIJDC+RUrHxE6L2AHQB8A
kovf1bazj5gktZ9WMojVNDSvKdqudq+OPOmj5Q5jPiPmtQygiIBVwVXHfEaiJ3MbmwQtoqq2Bc2r
kzdAcuceAyrdKeSpnq+5ZCxajrApLp3iy2O5Sok21yGAaFoqzk9aW71M+KS8hu3KQxroQbQS0LwE
KwbLRADi8WrGgwb3Z2D7o502mR1otBFf5fatTR1jPEDtd+bRiK7cAedW2Us1m6Gr1HQKGo3F7zJV
f8i17BhN/nZ7G6xYAVTq7woyOUkH3q+iSAFQHCLwPRP5f0i7riXJcST5RTSjFq+UKStLV1e90FqC
JKg1+fXnbLvbYSJ5CdvdeZw2K0+AgUAghPuh1VW8xfTdfZgNswBLLjLWC+s0SphMKFIloZTkfYQt
RCbTr3oDEpgUGiJ5Xlyq2jKfQ7WqXuOUy/axcXGjcQ5BHro20LrBctW3fRR2JnShQYezJ6bXWY81
wtvkXNEvCAFR+nR/nRtPlys45hpSCZZvqICrJ5xy0aNC6SVVjfyiK8FM74NtWD+GO0F6oMMy0XHE
eBWiWmWXLeXLudr34C5MIX19H2EjgrxCYJZjpKlWRu2I5ZRQuc4p5Bef1excNKN7H2hr39ZLYQ5y
NOBOoAmAdPGpGTBGRUpvro5SkYFy7z9Ic1+tirH5Uq+nsRBRfu1mobpkER29TqjIUzlbT2Leypy1
bRwxHLCl0xtUPssNeu2kpqxTy0kDXG895dm+jn9xCwRb24fMMlygCq+LrttriL6iYzbJMwrZxWOs
2UO3GygE0V/6nBPwbMVZoC3/B4nZuzGEHudcAmkKwiD7M/vt8ceMoozhac/qC3ksA5Ug63ffOra8
xxqU2UGw6UBbkwLUTHYZ3JP4aPSu2rlT9Bz1nOfh1qH6BwsJxuutNDsQKUQFsNrxJR4OJq9OvvXg
h19fQhw0wYrQWL4GILkxhxKFX58vhemIXnYegnHh2MdrCRf/gAeM5eIBw+MJ2zLDNa58jTuRaERC
GLgxWUSTPpIwdUWBU2HZBvnXVck+zIYitcpswFWJ52ZASwThaXFQTJ4805ZBgCV2aQ9Hc/iNHlVo
QWqNqFiLIf4p0t2QPc8FtfsahN64l3/ct75Nm1+jMV5QhhRPS2OgYahD/zKTke51C1Ir6JQNZzCj
KIo3wjofW4loDphQi5MBieU9ZoUaD0rAsTOmfbOPkkx3h7o1vZaWv+7/xK1KKZrloU+OSQ9QfrCy
AnGh5FOmTzAqKnt9+9Hh8d1Fspsklj9UP2UDJG3gC4SKliOJ/blVJtUeKmS8us/ZfEyjei9I6gFV
o4smgt/D4ql3be7h+gcy1jfWBUj7LfxA/Tz6CaiUyC7FC01tnXCnvmT7/BDhYAeYaLq/M1vHeY3L
xKNDZMhVmKAmUNCPVj1nvKTOliWu//6CvwqqCzVRqarCXcg4VQp6BtveNaJDkjyGvW1lnKrp1vFa
oy3/vkLLyx5quJgVwuTv11QvefN3jcfutXXnrzEYa9c7cx6qEjsmpH5CXxXkb6grT8/3v8tWxQjD
BmD2wngZeJTYlzMEvLIxS7GUWX4HaaJTV/taau0CGUUt0JuDinaCipf02FrbGpT5Wo2lVGaowQqH
/i2lr1qK1/JZ571KNl08XDt06qA8vkztXX8mFb0s8QRNN6d2cfBm99IEseHha3nlOfRM5PwGW33m
lS23jAPT2gYKYhibuxmSjY2uz2QTOzqU1IsrVOCa/n3OdU5NZcvi1zDMSTYzMxRpBfuI2mAuXJxp
u58x6Q4+clGktqpwLuRtS1mtiznCQq03g/jXIKfWGcFer2JQDI+JU6Yk7lCIBhhdogu0iWyr6jmR
B29PGYORI8jUKyL2NBSf4u6TdkE9cmRst2K39X4yxiLIRjGLFMYSj+lzb0KbyAR1rVG/1lHvoZOI
8/m2cqfWGo8532gQaM0wBZ7y4qqH1De+KZYbvjT+7Ex71Bf9ZnLvn/Vlk5icgGUoYCfDHCJmSdkG
NhTGtLgJgainwu8pGX7kqcqB2PpOaJNfJvzwTL9hqVXiVG0HC+1QavY40IfUeBVFnsfa+lBrjOVg
rJyvgiC76XNgGLIzHjHv+yw4safvh8Sen7p9f4AyUTB+Sr94zEWbizPRNwLGfTRbsQWL3kyJSTPE
H9rc+GFPY7toSjsLQ06i45a5CIlljOTgraVhwgEDqtcrnDSjnfRxAB/Bix4UnvRTuIQ40Q55iGJk
yFzJRaN6IO7Nzp4nW/2GNuCD+VP8Gb2bfsz5ohvDD8uPgfwmGgvA5M1mktrYIDpE1Fq0L2h+gdcG
iFSgu2n40gMGShObgD6pOSm/pT1J7TxIAv2N5+puN/76JyyGvfrimOqaalDbg8EjOViyJ6O7jve0
ub2RAIFBQszCgbUTpAPXEFmjSpVYLKssf3X1H0vt7RiZrP7P/SN4a7vXMIztUtTbI7ECTArxj/6H
OOzD4lzIoz2JPL6UjfragoUXDpJlyMqzQ350puMchcAiYxKk3a9Z1Y+t/B35eUcfSluCDDOa28Ew
T3+3euwaU3+2NGhL1OgyT0xfSB9HQl/vr3/jErn+UYzXU6FNHvZi1Tp4u0B6pPEEdHlP+yl2Ff3b
XO1M8UHhCaIs5nHt94BpLrQOYD+6ndgTa2sqFBlppswUn2imv6SJwQlvby/jawhmWUpEhXGq6taR
c8WrE2eQApG6Qkn2k3CIQN17fxs3D8RqRYy1Np3VClEDOCil2QOm96K0ATd9xYHZtNYVDGOtg15C
+C7ExulU2pHGLxKUTpRleA8DLPv/YElgwoCXkTHsxHYukaGPkh7yKo6EQqJWgQu/9TCsfh9k0/ws
CF6BKRsElyKrTaPnddqOGVZUS38idBEhU4fAOg4dyFTZWeJEui3Lu/ugW+ZnodsRE6nI+EN15Nq1
GPOoV6aGj1VmGLitlYd0qDnBxJb3WkPI1xBCBaKUKsayhDhxBMwxQaUCqXGlfLu/lC2DWOMwIWBc
UexqCZzcoAhrL3hYz2i5jwqvFTj2wINifH4lFxJtVEBROXcj0y5rGa3cTt2e0vjn/VXJvC+0HLfV
/VLnVJ8yscX27TpQIcq2eW73qmc58gUzmw54Y8E2LHlzcDAv0fNb4rwRV3Pv/4gtD7LeWsaDoN1i
6MR2scwu97LcG+bCH9CPoElHgUCA+Nd9uC0PsoZjPEgFjo2pMAGHIadXQZ6R0sM0ZVUiX3EfaNM0
l/YOdCXiELDkVRKyG4rQda2jVv6sQEHsbJLvM89aNndvhcJ4KsuK0wwDp60TZ8Fg9jsB5E5xeByb
zCvNR9L59xe10WaGsZYVHpMJzauqNMDP3mII1Tb/GMTOvimu+KR8aJlNerskjvCOFoid/FD5LebD
yMv9H7D5+RQFaTcMUqBjirHYXtGEMZqwXiGB5g6JnVh1dJ4kxOaxWIEwJkkmPRL+bmqIVj1R/og7
3gWz0YqzjActc60LZ7TENkrPFKwgY4h9zIVLVTzm5LMmgTH+jNVfdX/Rk4NenokQUPH1P9i/Fe6y
9NWJD8EWQaPlxDczcSXIrWoGIqLs+T7KYgVs4LFeHfOVhLrP+jkESpU/qMVvdTrJSKyhsEfKHCIh
qVfo/zbPyfV+Mp9sLMrKQnYKdtEcrOQTqoek+dR4d/XGmV46fkGFgfZsRMzMNdAjCzC3MlDKUHAS
Q/FTlIqoeemlmHMLbKRwALGCYj4UgUjwYOR4CkEpz3qRenvexec5EM7qY13b2R6EH0frU+I05Wy4
E1TBkAhFQgxFFnZGqWyEToFoeuu05dkMR1uH0AuUYVWpQELd6wpO6mHjNF/BMYtslSGFAgLgSvmU
Cc9SspMEjineytCC72O9JMYWR70czEoERq09Q/5PqME3dO5St88h1Bd7Uv+nVf3aPIrmU90ftfyx
iS/QSejg2CLO7m49KfFbTGytipkFgy0GS40IdfuBYr0ueVAuHb5s8V11nuNTf2p30XPnZ4Id7hY6
ZN0+RG8NT+JiI7i4+gHMMclDAZV8ih8whn44+mXkRtZnbz2UkeHcdwHctTIXbV2JcRprgFKIWyU7
UcOUqfor8n/T08/ETz4KyY33BESo+amz49cyAOXz/Z/AWyxzN5pmMRoVRF4hB+kOqquCMazOvJh8
Kcn7f4fE3IqpUUxtDl0uB6w/fXis0sOUPjfTSxjzLo7lRDCedf0B2e5UFYxIalIDqZZPtfrVUk5A
vdGVhKFBFc1kYHswF56J6wuiUUtIh6hp60zjRQsvmHEZU79S/Dk/TqOLxSkkgtgkT87nL+sYszAM
leNQKCBdQzM081iISNOUYF1vHatV3Br+bQT9eRIkrWXLg5ea4B6iDrH0XVYeSX8WoiM0oiftqCsP
g/ZNH57QhWbLE6T/SEBDNyl6D2TTg3iksz8UrjHj5aPYUCNJzPDYhZMdm6PXQ/u8zQWngQx7VGLu
6rvcBWmmO0Y22SU9TvXFaEV/jBwLDyYC/nmeB9ywURmKPhLYghAK3AgXIiGD1s5ZQxwAD4gO2cI6
U+pYoldptXvfSDd8+xUU42yLQZ3bVF6g4lOsu00ERjto2YJDH9TcJcezb4JhWhH1Ffx3Q/xO5qFL
MwVgKSizx2z2RUG3W+mbMJyK7iEpW//+4jZu5gXoX3iMY+uaCdRjEvCo8C5iiEWRX0mj+3Pn3cfh
rYvxahK4ZspGX9alhdBezHxT/llogTJHQWmYe3PmdcBsACoLLdLS+7UoVDAhhyBHZijrZudItSeS
ch/PX1N7FvLqEkvevz9SjiSEjIk6JGCRK2ev/yw3QAtHrM6RtdCZyrcJ5eVI94ecYx0b9/4VDmOK
paREagMGRSe3LiM9p9Jr3HNc8oajvIJgrn1lVqwYxbbOaUMVyruDo/N0HjcXAYZRJBjhrtAFcO0p
5VnRSR5hs9So+2ihWN6X0XOecGKGzXWsUBb7WAXsvWQKeiwCBdx6toLO16LY3Tdp3joYj58IkSWj
86hzqux3WUH5FrkupEn/KxB2klrVCoXggKADAJJarbYfTBWel1Od5uwVy9ljZujrUwusROy0S9TL
Lub33Pvr2EouY8TwX1/9LwvF6nvUNa1aDRwzGKmfz7F+gqafMxTgrJsUt4zzU9aiGBANeIyL4LEz
vAqCu2MkuVGf29ogBuHw0lJenWD5RMzlefWjGCeRo2WotQTsbta9mcVLNT0QcgR9dU/OEvX6jtNk
uOFsr+CW77DagyQU+zyRF5uMh6CPLVuIP1I5CCmn8sr7nswZ7nrLbEprOcM0eezq6pjlr/c/Jw+B
uTaKiljmKAJhUL+FeSC3EsfutxKvV3vFeAk9TmcMwWCvUk18NZME4tnzAJZla3oce8GzqOmPcWG3
zbNF6H8LzjiPiMwYGRhCHAjxNQtrO8Ih7y7Z/NjohzGxwMZyzAWZg7ppjMh64epHzQEjbdfW0dSm
TlQhggQVPFaYe7GaoNXHMUZQR37Xn8X29/1vuGWNf5XskWdG/5PK7LA5qk05WsDrrP5PVhevI3Jh
nZS7osLdUHnjoK2xmA0dWnAeVDTGCO4JTdg1Qb9c+d04hy9v8nP9s+A0s200LWGSGQrC2v8ujXHN
ZqimECQHXP9TfIjfjRf6MP2uLKg6gLdd8Vxt/649cQcTlg5D1pusUFke4tKQoWOfAhWvU2/4g9Z5
7azuweoR2SWPHYzz8VgpP1MqCzEfgYVCp5uD8nzOHZo8mzzSwq1Lbr2m5cOuXFakJRiUSYCTKdZe
T9VjNECCaOIliHgwjCPupKhWsnaB0UTHHA4Jsmu8rP0G+cGVVWiM+53MyZi6BUQA8Z0Z1N+S1/wk
ufmx+Ka+JLodc9zw5p233jzmRIPNRuzp8pGa/J18h+LvVwveMcGLg95B26jwuzzKr2h+tJ7S9/tn
m7efjH+G30zruAayovwczHdZaexKfLuPwV0e40D6iUqCuNiGflbQDvgl2e0xPmi52w1YUvFtPoyP
1NVKWw5M3nOb41A0xqHg1tajsQI26uLomJIuKgrxto5Be+J9imgrMDgx0kb7jQ5WdVlbKHD/klNd
n4RwymKrbCXM2pYx3vaXLD3QxEsVF+P/bpy8TNU5D3ddF1STK1QPCQ0427285K/dy/ID0MSNbnEU
ptkXDRRliZXmKkbWhtqmPbowS82ZRBvfFhxZCQaAI92bQy8rPQ6ysezmPWjm5BQmMWM0DICeUz+i
5a+tMzAI7eiwj+lZsC5Zcaqrb4US1Ma7BbEnObaFwlPE35L0XccbRbPFkT5ZC28LET2l9eLhbFbh
bu6pY5SvyJLIwresqF2rTOwGVIdt/TVGotO2FwJaY7XcKXKEAuW+VzEQiPRFc2pmikLNlwl6UqFV
nXHyJXmXgMY022vVoRByrxr2uRCEyV7PZ7tFg6cZ6FNQ9y90PIfKRSM5JHmJm+W/CISpMtA4IqrI
0Bc3P6bJJZddXfbRcFiCBiC/JNk+mXyxRbyav2fo/g53ibEzrfeifFJaZAQgEz09pdCykahr1juj
ejFbP6OKXfYnTT8k5EkvTgIIrIwPCwX/+UTrY6FACYbujeI5o0HefA+HV9RNcuvF6HeFbhtTQJVL
jvMj9iCIin820FtrL8PsQ8zHi0HJnn0Tm8/CiB2URGwERVQ/R6ajSm958iIU35WpcS0MpyNgaXWC
7QLBW6UeGsG14p9yoTkq+RSnhyy5CCWIdVFIkXv06Zs+zM9JirewAl+xP7d/Wig1WCcxvCCN1Tdv
Jv0x1BBiqk49BAxaSAyDcNMaHdr7RPUasdkLXXVqyRRo8iVVBlsszMCk39At5Gexl1m8utNGdQ1c
Z+jaxPSaiLIQSyySaSSstahbmnEcaW/sa78FbUpsp6cGY7i2+Kicjbfag4W9YDpv4gRuW/CYIYWw
jyWhhRsNX9euoUq1oqtlwCen1JWdwYHU7KUG76H98aKfiJsffqJw9NF4vNGAjflEpOhXyMzB1ItJ
N2pcan/bg0JPPlT2/EEqO0Po6jwbnnGG5ONp2kV7wy3dJBBGW3Shd8txEBv+4epnLNfROkrom6Il
0M505IWKBNChqwdwxgN4GN5yGzeca5yo/c36dR/4Ngq6Xj5zzfUlNSfRQL1sJG6UfZWy15Sl3Sm8
9S2/n/F/V+tjbjqRZkNlaKhfZXb2oDrKMfIp1lm5fQD9w2Oz6xxeSmmjkHW9NuaGyyIwy7cm9jR7
r+xon/uVCkIH5B/d7+35IQ00Z+CEzbxVMlFzqtSgKV/M2LAOihaE44Mi7O5/sK1bdLWTGC1kLAX0
0jqtgZHo5Ieo7WYx35dJYzfDd1ScXCsdv7eDbIPUnNrQlHAmCbIPcf9EKe+F+Zdp7///qCjaXf8U
y0rl0lpK8ggGn6wIGmH5PnHpQ+j+oMHozs+41SDFltuNb9o9dDdbZ3APWmK/3N+TGyOGPhKE7sCV
vBAZ62zT+SBEUyrKIcKoCYKTGDas4Fwb48xt3b/5vgD6S7uLxn24cFZU1ErntNSh44HEG+j49Nwu
BU+R/furuf3CDApzJuVemdOxAUod2yYGexCf2UUS5LvwpdgrTj7aBYpXPHpf3tqYE5pjKsEgVTI4
QvHUJq+l5g+Sc39ly5+4shdmYcyBRMZSaMQOCxMSUdyntMo+ZEHRE28spuJsdEn6R+iSkZPH3LIO
8KODagZi3+jbYKyUJmiT6ed0QDkwEEF2J2Lqoj7Kyrf7i7t9Mv9d3T84zENvVmXoYqDH27EQ17nS
6OsBOcifguWQk/mSP5dH7Uz3mtPwOiFvn2ULMrie0GupLCzezKcjxmwNVkxBUrzHqdsbov2ByQRP
CZp94iFK43HqcgGZD9mRqovrDoD6GZrfyAwHlqM9GV8DCKCjg/nATUfcJAaYFTKOVdCmfDAiAFYa
mGsKpwebi10jUvNzhytje1u4v0b7m1lbXcZdnhb9JAJtdKWLGfQ/oYLagGHTWd5nc6BfGgRGUEH/
Dmuadrx7a/Mg4i0AIQrI0otsqX6SiiKX52xAYxVaWvvdsGSxNJ0Xcm0eCwX8zxicg14IW0TQW9Mo
LWwrgq0O+q4i9FyFU3Uof4SPhgfxsvkheyR+yxM837Yd0HagdLGEeuylgRmrjugmcFFY+qk+obHe
D930h/yKeUKnunQ/OMdyOXY3TmeFxxxLTZDTNooKEMXK6GRpWxv9p04cNK7oDiDMweuPs7O3/QeL
+awQmWDW6MJUzwSs0Pwi0HdCntrPfaEHrx3UpyAocJlAtiTsE9As/YGExVd5EE48qv0lbL1ZNcZE
wYdpYafZHsA6LRuzUBZnlJ5U6Y/JEzHZXuQKgHEB6CwbMtLCl7ejji7vwoYKrJOI5nPeoT21Ky30
u6CUX6d2MqlIQUd2OKLIPUQ7UiYQ4dNsWQ+hFFJdhnLYU1OxpaF+MbUeqT4h5j0wbsP85Zusfi7j
QHoKympRXm43fa9/LSK8he5HL+XuuQSPpvkz8+fBTQ7KYXQk3R2dyX35tztgrn+CxQRuiqCOdaph
x0BlW4lfQvdkxpB4+oDQGscCNz/+wjO4ZDnwmGPug6TXqjhp4L9m1LryuXwYRzHgHKtN94GxI8mE
RsZCEXId+425gefp4pHB06SBqO6he/C1owI6mc/WJq/aARoE6JH0a/8+MA+Xea8lYU2VuAWuFct7
tZxPqFI7pJi8iEe1tb2L/6xw8dOrW6BPJm1uCZBM6yOO39XYu7+S5YSwRxRdLmh5QfMAglYmLjGa
MiIDqWCSRAsaJD3CR6gbDnkAjeGHjNfusbWaNRrjBjO9nKMmBdpkfXTEXwSL7y+HB8AYhG7E2igt
ALr5okq/IB16/+9vBY9/2cvx+kGjjsGcYEmeFEXv68HpjR+NBsXloIl9TLNYhBOlbsbfKySTOajF
CO5fgwIpVsQe2nkRMs40OWfkFwmpT2QFzaVp6+a99THEOeiK8vZd7DHNoJnFQ5g2HIu/7diF4wCD
CxRpFq1PtHVfG+JE1Erpc/we+gdUJJbboqmoAR/qA5qUkBBpRc4rduuIgRES84Sg/EYHDeM+1FhR
zahqBoeEIJowTqWSYbrGKxr3/he9CXQWtTVpeUkZUHWCzs71uvosAf1NVUJ5GPI6s0urJ9zG9yFu
E0sLBjRYdQ3CryL6na4xjLYSyl5soFb/NV4S3FJB7/uV3e/Q82w5GL3yQAs8gUE9c3lt+NvYugl2
NMj3yqD7vsY29XqUYrNNHbpLOnt8ycHVG0EKvkES0hGQ+7B+z7ozn4k/znZz5Ebpm/v7Dz5Lo4TC
QqmoI/CRW3nCcHmNeUbTnZ0iGLz97AyRKzkvnP2+OaXLfq8wmW8aj33SocMGovfg8d3HNj1Ap7iw
f1Cn+olmNohfeGDT/CjPvNv19pQsrx8IfZp4BxmQs2astpSLDvlZgqxS/GGEjhjvq343QgXRJHYh
PPYddcFpnesi2sCD+6u+OTAMNBMLle0otbECaNkY96PkDZLujf3zzOW1Xk761ZXBADEW1cayFOYz
gCAM9av252/ZQd0rZ0y/aRDfiRF3cZzuLbvGNSJrQ0nbqEkqAhH8lupXsRvd5DKdyXO/S+3sjGAJ
QXv+JPrxGyJb41Bydva2QsbgM/aUJ9AYjHXgR3vhYr2Q93RfvSPHdDJfJ+JB7xJCtU71Kj/MAsd1
3J6eK3symAtTStthbKWIIohKbZ1+RHnptwJnfcsHu/NBDca112E8JM2A5c3gKc07ZPHk8rmxkOFp
xXcCUohsyWQNPEGQ21wFs63LZb6KbUasi2K+H5816E9iskOKyYl/T5aNwuMibjQe5KPpW67yev+k
bG7q0kwIOjRLhIDeNW45NFScVWxqmEJFKQnq4j3UOHu6eRoRV+HiwrSExbpduSK90C8YlaXj9axZ
v+ksXVphKnfQD+BczpsL+geMPR+9pVCQ0gAsUn5rIGRH4wnhdRDcdvIsX2sFwhwCI0LPpI6BV0cV
TqHq9vopMXovh1JFLR8aTMmVP1H+u/+lOLvImn+UzNYkhcBEnJ27dZqctR7MOdQqBA+jvf2/HQtc
L5ExjEwM89Eo0GgtKk9R+Fihp4YXAfM+FWPzkZVEs0FifCrzh6naCuqiBuH4y+2DBaF0cN1JMkhD
lx+xOlga+tPVQcM6NOssSKCnOxeq3eL2V3ZhutfiV0MgDkHSgfiVdlFTF10Tcsur7S8GceNWVr9i
+birXwGVrXIyBvyKsd6Lii1DjkCuPYN+j8YLqG/tAdWlCCruvHBr02hWuMY1boQGLKlsgDslL7Lu
yHQ3l7GrxxwvsnkgAAMyMXmRaGRTZM3cJVoeAkdQIWaqYh2SXu/CsHAh2j7a0ZQ5lSi5QqMcopqT
Tl7MhN1bMNmBbA4a5grkTK7XWClJjMC5gBmRCeWdyqMpLwO4bNMNxDI/D5FlqE+x+lpVDKIeScby
aGUeVAM8sCIqJ6PyBWndPeHd8beDF3AvkNj8XziI7F2vaMQgczHJaP5PoZhh/C5HySWojTfPJQTo
6rx2o8LP8mGPgPHf9zFrYGYr0V3cTDIBcJ5Ay0vR9ySufUMOn3vClfRcruubPcVIwNIeCEYdNjxM
u2aEnBGwzCYjNkosEICf7VxL3UnHy60cveX/143yQKV0B+NzZ5NDMrK90avfwMSJVTe0eTrgNwhG
Er7WhjAcMz0X3GQu8M4US8kdBDIHZDSnQxnL9SUb66A1zYHXibO9GRo0lSRFB2US46WkKM2gZ4If
IuqJE7Zu36EZ46fQ+lRDAwJSYxDWwiah3WTkecgtF4EaGigATUz6gS332tjkybKyQa+wB/GXSdGf
8cuCPq7m3LesLV+PfB+IY0zIxyFfcI2SCKMiFGW9xBnaodOLXdQhiT79uI9ymynAydFFEHktLCaG
yPoCIy1jyUwQRsk9XOwYmu+5AblIrS1RwO9S+S1UFD9ps9AJzeHHWBbfmsZ4qtTQcqRMeQtbVeF4
p03XiCE/DFCCdQgtTowL7lMBF1MNSlSKQexQCZ9jA1nvuXKEoYUucvykdpmnjZlHeCram7H6Qmim
goxIAj77aVHj7xUhBXT5WOtjENfqj3SidtY+z1LrSiT6bVI8C623HjPvffnZJriFhlreNxpFoCbb
uvV5/wstJ4o99fgu6DiD5AFCQcbDTEZTVe0EZx2PyYH2T5kyBamm2CFK80Xe+yHlMdNu2fcakXk2
lL2VThMoGZ0ymStbQbjWiOlnrLWOJhQc/7ll5WssxsoloZ1HeQAWRTRtDbFtlO/lwAlpti6jNchy
H65iiVoD7YlkAWSCf0ySyo5JIFiHEA95HpX91mtoDcUYUJG2XVREJbh2Wxkdn56V2kb8FVLiynjn
QfkbTNocn7wNqaJvAOzuYCdZ/n21umQoY9rrWJ0YVkBKnJrK+8lCYUi3HkK9sbXsQoWZ09f6d+jk
xi4hxghZ7iV2Z9NSadjpqEvBP6lB/KE6k41n7Kk4K3bqHAVvcsK9dRpdDKq42bl0Zzt8hfSsuh8P
8Wv4rfqlcr7xVkxjYIJTk3UZjfMaY0ggidamSIJTRr4IBKnmQ0y4MdumsYL30JJB4oD4iXFMRZ7N
GpSr4JKf1GfJLw7E6y1UWmRfC4hP3XKwIbJ7//hv2e7yUUHgD3JQkMFcf92iRO6gaFoEGLoxlY/Z
1A+ZS+E1NTdOy8FJSKs9N01h8Eg/txYLDXENqOCbBwfyNXBdZrjr0brsZNOFKn6bQ82HFyVueRoT
qVgT1OxoaWXnZcV2HPJYG6jTdd+F+YFEb7H1ppv+/S3cXAmED/DJJOSEWQ86G+OU4jrFATHjl67r
35M6ss1h9u7DbKbvTNyji2KtDA5HxlO3VhgSccRIU2qdtcjT6XHI0T0a1N2jqHmF5Cl4KOknqX+9
D7y5vhUu46+jUeqiIZoXH4r8LE32SvVcZDytiq17aL06xhATEs8kG7CLkaGWTq0YvxfQnRWruSOX
ueHHZSe5VZ5zyCm2cTW8lEA/iDuZcW/akFdK02J1c5yhn8A89obuTjPI7SA9lkuCr+t/7u/nliuB
B/k/RJV5TIRtFvdKLsKVFAQMNw9Wx6uvb4Y4awjGVPDCUyudAMJE6a/scLK8iDyS4aPUMcy8kyGv
BoXJ+8vauifQjCFBhnjhGWc3MtRKrZkTDWbSF56pfQ55AULOwVX69iEGMWarZidxmPb/FSq7mSru
d9r3QDXHy1xeku5Rjt5r4bFRd+jQqFSOtWydhdUi2YKMpVgdFRTADclLkR4jRQWTMsefbFnkGoM5
bwXokHUiA0OlKKtBzFmNbFlIoRrgTq03/yf5uTUcc/CmzKRTJQLOiL6nOTi6Rq/uOF/ptqVFlcFc
gnscZr/Q6jAgCiVt1SCQcLopTWP00ffkE3K6+s94ppZvFVL+MhYmfQA3dg2q0ZoIlywXdZRDKBlO
UZWmxxbTcjyBtY3Piesc9X8wY2siCiPXl5CZW3HZ4n29iCSEUIuCVpPZ8/Q8t04j2ANUEU9qhA+Y
FL9GqUFkXCg9EoXDUGknwazkR5Jpx3QEFT8KfMHUy4OLGO6M0tBkR0kxO/cPydYyQQWIMSFUR3W0
vzE/wEAlPUvxmA3NF1N9LMydxG1a2rBafY3BuBylL+fcQs7cacH2RunsqW1hD7PoGmHttbFwklvD
jnpMQElQ1FUsh2a9LeaSDWWH3ZSn7qjI6KP/MpATvL/6jSjg6pcx58k0IMXeLInTmniW8j50OEMH
wqtwbXh1GLepq5g5h4QOm3DT+7RBGgGvSrn+Q+vXqH67v4qtv6+ANnOhCEQMwHoevcAbXjfw96EF
CrrV3MGFfx9h007BZ4CJMfx87SYkI3MVthrB46LQj1a7GxvPLJzU+FQxJgPe7XFAyoVTSN/KDyDf
9A/mYlar10UdabrUWxAPUV4sycY0hy3Z6ie6JR9AIpu8NyfLVTm5363TAPoBSPyB/AK7ufz7CjLV
MQWoFstzTTileiDg0cbV1924DPU1xmKTK4xaEkMQeS3LqlxJRI7InbNzGL+J0GKX7Y4Xgt72Y8K/
ov6BbkEJgeENNxTEqgypGfE86ZzeFd/G2O5tlEEcEzJj8cm8iKjgC8cWHMS8ppbN3VzEdkEMvLwQ
mTi+aSayCEcgfyAd1OhQjl8md8ZxccPMWxCN6/9gMEYCpUK1ywkeRmJg2PGOePJneOp8K4hs/RlU
aZwM0faSdHhs5K2WrpLrj5dVahxFM5ZkSrgVfg7ZeWo5EOjG2VoT3tNQHsLLAWf6GqSFns1EYyFx
UiGu3kTcTz8g7Ne/q2ZW7roylL/SJrf2YZwID0aetIckkzIvgZLMLizEaE+Suv1Ux1D8XiVFuBMl
MvuJoGEuBw86JSh6EvojkbuD+D+kXdmSpbiS/CLMWIQEr2xny32vesEyq7pAIPadrx+nZ7rrpBI7
WNc8tN02y9sn0BYKRXi407mH/CHL52/phDY2Go0C22MkaukolQXKrSnprlsusEcaWrq86fTrZmLK
bV0BkOio1jTvKq2K3vVEE9c068r7sGzGK5Lw9k4odYesVFzaQDJk9hjwDgRdkap/WHPaJT56CUPd
0XHNPnUd57gVen5jshqcvtzkyeyWBlAgYGVgjeXMxdS8tDQlO0zc8IArJTpoZqX56DCLZ6frLLKP
S/DJoTRV1VfcMJYvQ/tdb9mmp1ddnoNFKE7Q31YMQUXNOlDzwUbHOeDYe5QKhgMNMx656hwbz5GY
reNAIbqJ1sHc4D46uqcSHW8qudJLdN9Fgz0mTtmoDWSrMYnBkKEV06xn5duoAb+67zvod3Ro2rGD
hPZ8l802fcvaGJgDVVWeElxx3+fQCm+bciC+osVGB6kpYgiHt2winiEi0vvAUWuvxgxZ9DEa6Ulk
nfaO1lr9L1Jw9W5gIkFTmcbxpgz1THhKXojXLKVo24/sQvzMQ3M8JoaSvSRa3x+KXAOd0jBl1/jP
O/TqWbnbCmZch8qkoQBrxAdr1JNrnZuVVxczpEUrlIVe7Uqn90Me2Yljd7UBaWJiiSEIsygSu66M
9UMBtuJ79ApUAfpMbHTXGMZ0VIZ8+M76WPWZUqOoZClFtBs0ogJKw01xB3ry5kaEVYKuWXsJc+wx
eozSLH8o8pkWXlLG5aErqupbRGiMIrtWD++kT5TaEdo0m0c9Fu1bkjIlSNBacgw71XjKu9IID2RI
+b5L9fleG4wcjZCT6Sqhwu5NVoUHdNGaKN0T1PD9qqtCzaE5iicuSdKp34mmGe9F2U8QYBR2eDWY
SranodLtQ14qIBIfq+IjB1DnycC8xE4V18pjpJlN7uWsF09FQsZHPWq173ZpJ24kbFBlJ2WSP+VG
X72bAplHR88BIXfiNK5ei0HY96EN2iMnLw1j1ykkO1nDCIBG14+BKJrhSa8mvXYipS5+jf0w+hoQ
D0865dDeFhaKyk6mF2Ppo0U4fjTSMLnKuBlDFhjv1yd90pWgCDsjdtRCFWC/DcfhxagjcHmLrLad
fKD0NIA/7CYyWhzgQjVHnCJwbsVZ2Z+GIVW/gZAaOpFpRfDpphVm3tQX7CarkfhyNOyyQxVyBa6D
1um049B5OpJaSe+mZO4gr0Di6lCh8SrIzRZ5dXOGoFvTmuOVgtjrJ3C4w3MJbpZDZgkbgDYUC9B3
Gvt5NFWxV9ZF/R5ZYXwDb9h5Sp1NHyzTwc5KDAVPyHyM0a5UAp42T1N04j3H686eaLgDqDp7HOGu
AzVp9KXrgUSHwi6rwDKs9JqURfKghFO8p7Fh4jikJQ4SjVs/MvIRDbVzHxQzTb+hY1RxyBR3fjal
bD+orAfFYmT2Xl1PkMBTNL2pAgYKxoBMDLSSpBp8nuTEL/rUHHYlpbXtWhkxoeBhaI3tDAWvWk8H
pjRG3qIGfMUsoczh9MTI/Y7x1nBZxFKfaqkA+4iBVGrejMoMF2bWkzs3ZC7BNtakv2KaQ610LKr2
pSrs0J+MuvzGSNju+1ikwURE882IlHZfgcrarZWu9WtWl6DYwaTHuTK/Eq1Tfw0ktRzG0uIeMDF2
FbVokmWWNR80bMTnLlOASLscUq6G3ktiTMX9jXeWHByYahNODW7SzParCi3XwpkqzwKr22U7aze2
CSV3PLMAtoYT+3yZDnqCt2WKyNUIj7ryF5Q+LLGRBt8yscTnZxGdak7o/BphorMe7Z47Xe2p00bV
ccvG8vczG0Va9+BsQWRqFb+q1E+L27F8uDxT6yvye6a+BKZWh8sIwyjhKirz1Sq+h8Cu1lvp3bXn
yvmKSCvPNT2OqAk7eXc0jeek/++JGHr++1JICEW+wQ4JpqrK/CoWbmO+aNbL5bnaWg4pDkxS3ehF
iTG0zTHpXmv7MQ3vL5vYmKa/n2RnK26HOaNaDRM6eYtFhV31X9nc8DCA3KrJkN/Av8k1hUnt0kkF
LY6baUc+QtiAO2q49Yhbi8/PjUiL0RtiYGoLI/Q+e69uopt5r7jU64KhR2dd+a7uL8/a6qvx3KC0
MqkAZHUh+0Fnloa77W7e3/UnQK/ujN2z7alXW4+ctWAd7J1L5yx0akAQ+/lgqpaiV3YLPzZlwHsM
d5Zy35nXkXULdPLloX3tGF5ecmfvAilbYRAx1kOKd4HpAMIa1G/t4XbwI8ulu+SOegyqCs7w1h6p
Y+/KX7mLK+KZaM5+QGLFv/wta2iMT98iDTvmypQaVpi4vfEw80AFHERj33T7dem5w9AViBFPAemD
y3bXDgUgyjaQ76gOfXnMgms+LrQFMag0u2rMHFHXG7O8+jw/syA586gr9che4IJ2N30vtZ/gAXNs
NXSogYoX/wFC0TvSbum2r+ZXoL8FuQ8gIkxNLnk1SWM0WvL30urg3nRMJB72kMuBGMot/7g8h5vG
pDNZNSzpRgXGUgu5NX4w+6DD4bfMgMf7kb+G5GdS/dowumxO+aF+PkLpXBZ1guR/BqOQBDL29c/s
iLSyS36oHjqYd/nzhrllDF/N4bFhgq8ZdT7pkiFqVUWhsoBL7usrwxOHD+5G163DMoe7+l0YNAcU
Iayb6HarWrW2gYDL+teyNLt2PcdRuGzRWgTlQfyKrtQf9UuyyQj0t+DnpSFKM5rbKQ/rGIbA6gvK
r5dg3nEHdP4OcejP7Np8iD/w3LtBCzO9qZ+tjXOymqUAggcsZ6AdBphPylI0eNTppMSCXhcP7a11
R0qQWlUIs1z0bLvJ9+JuOuFRbXvZ65+s7ZllyQ+adlzY8bKV2jfLdG4RFms76hnMKX5YsTMFtcO9
5sQ/kl2fg49lw/rqRj6zLnk+rhhKjsA5cSt0wjvR/lZjjngZPDSi7niw1Yeydr0AYAGdWsSwC87i
8/XCm1ig1ROLXIQ3nDsDDdpyNzTX4VZpaS2iOTck+b1+qie7XwC+Sv3U1W9GdOjUjS2z5rzPTSyf
cBbRJBW2K19c68wOYwbggmb8QUiDMjvqSYZhQ05eOhKFjaydvuAU7eE0TGhS8m1zI0W8RMHyqTsr
ZsgAea3JGlXrUTJQZutqsMSx5amnFdw1ki0B6LW1Pw8tpCWp8AyN83gJLdQdQetvbTmE3s/prrC9
jU29lHm+jMoEwRdgF1DokHXWE5GZtM9gKrxPbpnm4/7pj1An0X3jZ/hw2djaTlt4iv/PlhzY6loZ
VjnI0N1e8yxyM5OgH/4kdmYGsvgoICz8RJ93Wj1SXWghwHTQQzBt0HRuKWWs7oLfBmSuRZG3BbXi
paTTP+dDQONTEe6osRHMrs4UIMxoJSQa/pEODFN5XjXdUipguyEKlCp10IR9eTXWRgJCFnS3AuUA
InfJwRTlbKGTFtCROM6dDFgiOjkCGn6Jf9nOGkaFnhuSdrOqJDXJ2sVQ05ZXSAinxxwJSZ+1TXPH
anSd1T0EW3qKZkNVazw6m4Gg3HA7wrfirbWThWIcXj1AoEJsTrq7RGvMxazjkcDSQNXRiBU/ROqp
RefdqG2g1dac3rkp6bLKS71CsABTS9MON+6HeAvKtG6BAkyPQIdqcqhjCJGxZCmztM2uLG6MfuMw
re4QFKj/+X05oMkhGVOP+P0q/5l0iRflyHTazDd4ueGG1hrm/ma1AMGhCpCK3NGFjQjIBriaXaun
Hhp3EI0qgRllTol8M2iZgbVmjh5xP0qLKzQl3UzI289Nh6w2GCLQP2/MqsMHe99pN11oI2m9MReL
45D95EK78c8HSpu47Ytu7pa56JRXi97F9JjFfgwqrvZYgSZwC2C5OvVn5iQHgHoBgh2O6lYKvEfD
WzBMTq5e7CMkdy8fzzVXcz6w5UvO7ubcTkxFTBhYgo4F47lVblR1wwOs7lMLGlAIx1FelffpoOSL
PBTwhIl+Facaau6b4Kb1+fptQtqqEy0IChiYL3BcV26cud1NHkQ+6Lw9etsdFC//xZ+6x0060K2h
SfdNP7MYHIawiw42ftPe6YqDwovzU73SPQWNwiVIvi6v16oH+z2ZMh8Gz4VdAJ0JxB9XXdE8NSzI
xZtorpRsq7tstYJMz2xJ3jIcwjaNQZ8JhqT5yjgZHvLrN7Zb+vzQQMUVdGmg+DMR/j/MG7XQjXm1
JecZ2rQeKh1bJublvkj4FSXiD+7Y88FJ919j6NOYhJhIm3a7whhQecgdwcTG5t9aL8lxVH1aEw30
G9BnUYBtcVjeO1Xqkf5xSIR3eW+sn+V/T4FMtDaVqj71FLOmt8SjxXNGU4daG/P2N8r6qyv8bUXy
GOi8JY2Keo+bvthX5H707CBEO/XwrT2FgTj2D5OztR3Wve9vk8sknzmpUNU4sxusVQRhIvTX1M31
NFxXFIk36uXazjaCyzO5bhCoegRG4EWXXZbWUT6aosOL5W2AenB6ld7NRxAgvV42sx4b2RDyNUGs
a39pySuTKR0IgR0GjZfsGI63At1juvZKh30HmAZxiOYCKecAX7ThSFY3ywLfR+HVsL70XObjnKI4
CdNxc8y72FVR5Y2T3cYAV7f/mRVps/QJS814sdL4wFg9ms4c8GP5mpd+RN36NB2qx+RZWdTtt97r
W+OT9kxP8kmhy61jW7uE7eqsQcvon7ips9FJ106V89mcTdgYswhoeTj/buNIrzrCMwvSBRMNZckV
BRawjE6ogMNtq+nrK8kTsstoQAIcBUrowPwvE3l2uLLQ1ue8HYGkcYcdfxCeGYDHbE9fggIZnf6a
vvEgxqVmBc3VM4i49hsPkbXu308fIO2R0eQW0K34gNG7Dj37Bz/VB6iO0UNyYziKB8LIY+Ff3per
5/tszNLmKEzwjxQZugByK3lKEAM5WTY0V5APh5aUMaEsKaYHwBTe0Y1wuGx6c7jSpjF0Pra0gm2w
JvdopvbsW3Cc7fh9/mpes9hVdsR2NJ8HbGMvrXobSIcjR7IoL0Ei/fNKV+nQJNay0tyM7jMLjDz2
09BUKFmXV33DwJGp3tfjx9y+oIfVJ8qWNtKykPLNwXR0eGhg2ALkVLpyByUb9FrDyLNES5NAZZO6
J71i/rRFCW4Kq9CeL8/1mg/AxqbAv0GjDK3Hnwc88kFr4x4DBs2qloKnPb+dQS532ciaizs3Im1f
2B55SWAkNn5wBtzGXiAm6uqnpnu5bGl1/s6GI+3acaymqO/wki5HiOQNQHQALAUaeNdov122tDVx
0h5FOEQF8BZ4WtrvUQS+kEe2KXG9RI9fdgOojNDzCOE6ZO8+Lw4BkKJRlmNfMW++IqAYzq6Uv8zj
8NSd4t3l8Sy/9dWWhfogUAeI+iRbul5VoIZFR0cevjMQYDFg2kqgnCBKbr8bSlBFH5cNrk/gvwbl
HgRLdOhkBFk8Hm2GT0fAPSl42QGsumxm/Ugbv+1IITpUHnRtqhY7x7p3n5rE03+C4bMHpjNqHS3x
/jOTHG4LoJn/mUmif161sjC1Ws+XPZgGNPcJ8XLxaJANV7V27Z1bkTyFmetF1lWwYtRvGdL55UYy
d+v3l7+f3XmM03mMMhXJmdFN2sgZkq3wanXHLWEdkLcgd5IThX3SCAg2agh82GPdTm4yvtQqASQK
aK4Dn1Au5Rt7YdUPobENDdyg6wU/2OcxRW3BgH6ARVu74qB1zpMgj8Bi3WnIIASX993q/J3ZknaB
bgnFNGvMXwymHQUlfmPD1a2W85dW939GI+2A3JpyUo+wUKH1KjmW9WMRPdQgZqx2HWBuyCIkRy0K
BgDzNDQw5VtByTKCLx4DNUQdtPq69SUyD4eMapCdRLo/1iC7mLF+eiZcAWyuTqwCRHphjhL4WD0I
RrNbcC2lhbsgKa81sJnUDhBnWydv1aWgOR192SqkBuQ4jenRUDWhgS/qHxMwzg/H1vYvL+uWieUC
OjsWRmZPFRcEoWDCbtIuhxxUcpPX2cZOXT0bZyOR7jFcLr3FZ5hpetGeTAZR5lDRjsm4yFyaydGy
BTSMk+hEqmIr37UafgFS9+80SlfbUJfaBB7h1H2AhIt5q/vhN4g15Hv1ZNxDIsrXH+A891sv2NXD
eWZVuoCGtuNmXy5DNhYu7aBOH4t4V0CadauVfvVo/rb0d6r1bA2TpOmtqIalGFI/NYGq3RbV+sYu
kR0NMwrG6gIWBMGbqgx0oKVJtoGt2xqG5GHsUSuB/cUy9doLgzTI+Hh5q68uiGVAyh0kFOhsWQZ5
Nk15kuSjWaGcx5GeV003A0ebuFbCO7QeXba02uiG5xne2fBnaGuWhpIKLRHQjcWVaU1OaJz6/pcI
wU1/o9TCbSHZZexZ9m0Kr0vzDo1QG9bXBopCx9K3gAQKlUOfnKTxzAvUIYZ7OyC74mHeF6lDDq1/
BUZlIIqcq9rtILS9AVxctwuIgAXxIATfy9/PJjikSp4oIWBsuArf6xhNs+N3tATcjuaTAQLSy6Nc
8yhg4gFjBZquCZL0n40VBfIb1tKeoRPVHedTlnyMhuWYhRvnpz71mi0Ru1WD0MpbJN8pflsyqJQI
UUqkRwGlKU5T862xkAYdb2IL1L5h9DRnkxeBF+HyKJcfle8kBA3WQj+OViW5ys2Qr2G5hv74lKCJ
Jz3o/WnqtwKXVSMg/gTMCs2ZRCabg75ih6IScm01RI+aEKzLsbprIupfHssqkAwYEhvDQX+wKcNI
6kFPaQo1eTfj4hrCzfOExH3d3BiU+mjGCuIqviNMe5gSKE+J98vW17wLqJssvIGhm4ty4Of9Qu05
p5W9vD1Au62MV33x87KB1Vm0lgwDzjvaSCUDqU6qUTUQPrBw3i2Y11JRgwiQvctm1l6E1pkZ6cJW
DWGBhgFRks5AvqGjjSwLuuSR/AHnFD23Ix1mrdCGHhz0iJcRw3Lg71KAOjWws2xhHVfP1dmApNuZ
WyHtyhnzVugqOG/eAS4i4rEltx3z8oLvG+sPkCMI8XANWIsSigzrKIfOVusK7jFKj9P8ptK9Vv8B
LhksxAC7g7bEhKb3582mGAky1QpyoHaSQFYTFIS4m7dKYGs7+tyIdMnQdE5InMNIRq07lXb3dv5w
ea9tWTA+D8Mw8qyYMnifCqTNGtTmxcZSrD5mgdqAHC9BGhKg2s8WUnXi0VDjVDbWq1qABOE06Y9K
95zE91Dlja+Va2TB56039NoZOrMqv9RixNrCXPI3QzqjG/qlrZlTWh5E3C7P37J1Ze99bkfaBlGt
DmMOQTpXq2i+4/p034+v9Wzf0flHBqISiA99XLa45oTOLcp7Ik+NIi1wmFKoW9Imc43uIa38y0a2
pk/aFpne6FEdYli9vZvT2JmpUzHHiDde7Ftmlt15Fk4UrBmMkcFMiRenGCcnox/tsC+3aLxXQbLn
kyZ5bjJpgumAI7gmcvrR9D6HWLDrsHyoIYgbpSW01nVEcn8A5kC5CaI6qAaBB0yGk9tJhFal5ToU
vXpsc3bTd0+XF2rteC0VLdvGP4u7k5x4aBbDiK5JmGDVTbWkBcrZ4XHnZImB9vEK6bAjM3JvMN/G
6E0v/4DEDlgSyEmgxRrcOzJ/Hu07LeM6LhEV1fKh2CXob1C/m3zjnK3s+k9mpDsRFY6IpAxm2hat
e+1425LqV5tvKYuvHOdPZqTZbLu56vlCEiOa5JqAKI+h2/V+ZPZ1XUCiA+mBy8u3cjMyvPuBnwCl
0FcURQLN0yppcNUntHoheuHH3a84BKvY8IgthU6wDxvq3pdtro7xzKZ0GytEGcyq1ReX5dXzY53e
O44BGdKk3QBLra4Z3gmIa8H7Dj6Qz6e7bOos4ouhYSp2nRUH/ZwdqznaeJNsmZHGY4x1xAYVZsZ2
V9G7pAlEvL88ZcuXSl6eqRakPQA4xWGWkUxtWJV5ipZHtx/QhcJ9u0bWCq3VmdNuFVdXRwPyBxA1
IjhDiePzpNkqlB26xdQYD15H98YI1fKtfMm6EdPCr0EVBQS9n400mYHmVtNC1gn8EuBmnEA1YUYb
N//aPtNUoHcRimPaZM6VKBp1JeoUINoTbRfGqGwkBMTzZPLsHiKiYkTilBcbK7U2Mg3cCBZeUvBJ
8hMuGSgexmUE0v3WUl27ziqP2f0QcGPeGN7K3QVO2t+WJI80z4yinRTDi20C6iVyBRGMQ5THHm6a
w+XttzYoHUgrtDyirvLlIQwiy1DYKZLA5Uj9QQVXeEL9qbY3buO1Xa5TvEOx1ylecdKlX7HOFgVH
CshOc4dPO4JZtE6UOVMSXB7Q2tydW5Lu/VjJZlBXYUC5EoC30aHso7f93ni8bGYluGXnZpZ5PQsv
NEVXIwwXZsz5lg32rijKDQe+PhKGZzuOEmSGpJMkMsFQEkVGK8t/TeC+sl9Z5w/mn2wAMPX+Y0Vy
cTzVjCpessRdeVd00Gb2x3F3ea7W+tEYiEqR2QFvExZfmqxy7LNUXWi9MrTyiZ/lFX+Yjk+KK07j
3gzqEz+wI+q5tyDnvwF6+XS/UI1sdYOs7fTzj5AOFc8yuxuWj2inm9F8UTruqs3Gkm3ZkJasHoca
Ny5sWCQg0duggSV7C9C35vtQkLcZqNzBAiunrkahp+CSxp0E5ouPMouveiM7pUYSCCFcs7IcS4OU
zuUVXIsllkaJJTsHBiI5EjPRlDW0EcbF+xJcNDcJro0qK5ymjlxa+mDvGLZyV2se49yktFx9qYuo
VOExqozdABHn6kP2oy81yDJbQc+yDee+NUJp5UgNZHRIMatTURZuS8b3sFSag+ibt6JXv6l2VPgh
t28y4JE3JnetdIUOARXskguHC/7nsy9J+jipygmzCwhZYHB+ALe2q/W537N2j8sG2cjEA7HSQ98b
AfCjvhW9q0p0J+INX/DV44D6xYScA5R8EFnJ+cJBgMeBQz7NFZ0NioEDL78n1htlweXdtL6Df+8m
yeUo6CceRYnxzkwbd2qJfCEoPnsvY8r7WITf1EK7js2tisrXwaFKg66iBboGKheZLCeaM30qleUK
Gk54rRlj6szcrcNflwe3lqeEHco0urQwAQ/4eTUJWD9GMG3B2en0Wk2pOwnqQQBqVynJKUu/tRak
30HaYUbTPjK7H5fNrx6bJX+IxDUo8gzjs3Xa930Niie8mYofbZrhpPBAj3pEEu9ohNvYuatTemZM
umsNU+UhqLaRCwObfElf0jk92E0UmMqfPGbwc/8OS5pUE7QVCa0xrCkG+5BqnVjOEI6zfTcWt0mr
enXcOta82YuyNcLl72fXfI5PAjE87MZJuQeVsJuYEOIDDQUIqK/HaXKBT7+L0D2oJ+o+7NrHrKS3
jA+to7RiV6Wdo0E24Q+W+Le7kFniQD0j6qFbjg8KBiIO7MijxAPtmjN9XLa0elDPLEmjH1gNVsUY
oyfjd2I4mdgLFL8AEgmXXtF+Y+uuXp5n1iQXXEygBzOWcUEZzVGntxDpaS3a2rNbViTnEw+pqZhi
2UkmGkB80KQ4CII3lmj1NjkbyvL3s21jtGYXa4tHn7v2zbDbq7ijXh++oK/RJ5T7PH7P0RxzebU2
Rkal5x002GiIbskl5657kM6GBgPflUq7EeOsRb4QrcMrCNz3EP+RzDDRlKYNoU83YhCvTugenEq7
PxnJbxP65+lDYw8fIwV+pemjY8JioPnjl3CeN8ysHu6zkUi+sjDawmonjIRM0aFuymutf9ByCxif
TRng5afkVz6iNZCEotMQoDJp0ojdNooR2wg+Qa8+js5sPgiwnhsvjLyNc9CFtyYU3AmoLjq/2erY
XSsoA6v727o0nzHC8obUGKiORFpB7ml8jC13KE+QqxHdB0iDcAqgENjrgAgO/uXFXHUiZ8alWW7Y
UHX1khAoOHimE3eGYDfvvCh7zm2HbLH4rKVjP41VupOiKC7jDE9aN55vzN4vgfk3+93Ma4RvD4by
IHRv3JIBXt1ICxZ6ORDGF95OxRaDahewWYbxIa97CJk1fm4puw5DvDybq/f7QssMDiqC1Ky0kfrJ
zKZQR2rAjHtAEjVf6chO4CEzkzfElv85IARzPqIZW2UqGD3lmutURMRUSIF3hcEap07Fz7aye1eP
KHdm3Xy+PLbVhDPCT3QQgosBgrrSVokK22pUE+YAfCQQay2v2qYqPLONxgNobemuo8aPlleNM1pd
4RkjRAfLcH6E7OqWvNnXeUYovND0I4hCrVl2pkNRGx0QhcIl1uDrowA/QerFDXGE8S0aiXt55F9d
92dr0gGde71PkhrW2hn85LruC3ZXjf85mbkYAes+IAFLVnj5iLNLSY/TMWI2R+tqNvwYRjreWax/
LpK22Ej2rIwGmwWVemqgUcWU65cmUeIRYbBwbeV7A9Kxjvt0iyLg6w1rLDAKECGrgDZYcppR68ZB
oNcMx5x+iPAwC0jpHGoGmpL0VBSv48t/XqAF9wPNFWRckHGULnS1VZGGiyaIjE6+Yu1N63H+7ygp
49yEjMMq9cFUWQkTdXUtom8VhOLz4L+OQmeISoAsIjhiX/R69Kw1RgTswk2EfSQdtC4qdi02MxQr
Phi162WqFvzQIm/7eae1SdRDlaNHGYA/WPl72d8XkDqaehfIyzj3G0VZSn6Xx/bVB8MmktvoVzBA
Hy8DKBRLj3kRwmaSuVrzyK0aAkuHYthi4t6ys/z97BQxvUsiEIIifmRu2z1OecDm25q8/v9Gs7in
MytlMkDu0MJoTHD8xBYa7rVHogLb8nTZzspRxazB5y6Mv1ALkTxuxWNIYLbLaMTj0N/n6m21pau4
4kk/mZAu5NgsZ9teTIzsI2IHrfaiAoCkX/NWHe9rYIrzqULUAn1xAODKALIWRJHKtDRvjOV9VNsP
qtVtVJ1WLVh4WiNTjttJhsYZWhKHPERJravdNnklxgaGcW1vQYqOQlETSQoUTz6veheXUzP+XT5j
z40RGGHhpOFtjnbuy6u+ZUd6A+ljDrjrgOQ1zbxICCdiILJFOZdsjGdtvlA8RvkWmV+QgUvBStfi
NVJS5JZr+1Yv/hKDvnFv/p05/hxXIyuAxCTYDMAsBFzO5xmjCivVscdrrrxCT9Thux45zKv88Huz
m/zMUZ2Xa/1oBKaPjtPZec3Q7dAfIw+5AgfZEOC030M/AlIEelW7y3O8QnuET8MiLqplS4VFum5r
9EfmU47nWGeWTjM+qV3oxGCVQhuLUxfXtv2L0OS+NbogTe7VvtmjevrU6YanajUIlgu4r2rr8bty
FpHbg7wMrhrQhMjHve5E2IBhE09EKk7h3J1qru2MygwmHMtp3uL0WzMHGVqcShQYsKOlKSgK6AUM
DPusbuby28RCcIdms8V0txCiEU4yaQRkaV1l7nMlQ9cqIT1z5pENxwj6sr7dzcJyQDRS5FD3tBaS
5aRvnkPkhu/Moiemd3nNVrwhrmBIpQOmifS6XFYEd+3cGsogXD7vJ/KqJlf1Fihq1QTcB1VBhgHA
pHTE417X6pnhlu/HRxTzpvQK8fTlUaxdv2i5+W1DOt6TCaJtcKoj/qrf5u8Eqwu0rvmXzr93/b2I
asfssg2b68My4HptdPoY8mavyrYjBRJTrlkfougXh1C28X55WF/fkdi0kAL9x4R08YaaamVYdNB0
hv6g7NNfjekl+c1s+3rzBwHsuSlpkewpEjHpYMqGKHWk7Qf+HVW+y8NZORufhiMtUtpNQ6OpsFHx
yeHCIexlsjLH1k7GlpdccfefTEnhmMaqOtRKmBqKH5pyFM2vcnSHaHd5QF+3nQVHvAR9GipE8C6S
Ga7GjdJBDhIvbzFiSC3UuCCPYHH+VxoDssvi0sPFl/sInyKvYkP96/IXfNmE+AD8ABpVwX+O62D5
+1nQVEyjXooWH6BVfeTg/4ySzTR8hEqzJaH3ZS/+bQmVTCCj8BKXWRiXHH8ClFDt2iR8zUXfuzbY
yf0WicvRBFgeCFGnNtm04Z++7BnJrLRnEpSmQkOD2QqQQ7C+c+aRVDhxHjrRfybQlGxJq5nXNTpr
FEwmb0Bbl2NBy/2fLNe/k/jlwVOjwJbAjsutG5BpO8NwqrcQjV+2/udRyE9Rq1PtOWwxYxEIXWoF
6DXdKdTotq36DZ+xzMenSGSxBMgGghBNX258afPpUyo6gtGkQIizbkTxDteV/TIbk9vw9C6rS2dq
qg2kyJZVySmqlMdmSBrsiOQ4QH2hpFfoUXEmzR0XkqMyiNssuLxsq5vwbKDL389OmRoPTEVZFCz4
ve6VhQbO2O4xzStPNRV0p2zFUasreGZO2vO8A5+1ZcOcMCcIfR5of181k2tsXcyrdnQsHXpu0L1H
pGEBR5Zr04TAntrFKQ6Za/aZr5QgRMm3WmxWZ/DMlDQksKzYvdm38FMN+ATe6bjn6YgaS+7WdCv3
u24Lr2LgbhAoy0/xTreGMstxAEyjs5ypeGexOCLDFHvIse1rstm8tMT0X87B8gz/X4N/a3KebQ+T
KV3eq/AbaDE6qCU5Ut6cmkg95N1bG1e36CRxUFO6qjIVx0QcLm/O1StgKRSC0xGpIdkxV6MoQoF8
MxRRSi+pIEE7f4RmuOGHV/fKmRVpAQuIKHRtAitqzD2l6w9qnAQdRHeFWWwc8NVbFXweAAChGYB9
yWtYYFqvowy2lNbXewFdTcAphadH0DsgjhVB8MNwyBbfxeo8gvMOhWxc5F/ucr2jVSaGAX5lggQM
HUpHMxKPKu1GTnLVf/22I2Ppp1gZwkzpa7dIbVcY3yFHO+RQLQYFCzqSzfqHaRP/8hZZFufLBj0z
KT1KR0vPTcWASYEFs2MP93WfuU31PdFyR6Ub67dlTc7sWiU6ry1MJBkcPXyMlAdqX8fkEWmwaOu5
vTWZ0mN4oDkluQpbtK/8WfGQm2pnBCMveY++Jc1L8d69PJdbFpcEwNlhTyFzAsgfLGrA8bXQuUjs
yB+Qw45wslGMfBZ8vEWDzs/LZpefvbSE0l2r5RrvrQJmI2BVskp4MZiNL5v4ymW23OcIJcFcTIDk
kIEUeg4wN+MTohPlKu5f6uqtbU4GhKL0PRRE6nyfkWCehRMm95YKDSm0EZon1h0MCI9G/L8+r6SP
kea5hn5LPwkMuKcPWTf5ZXpCRm/DyOqsno1YmlVhAB03/A9n37UrNw5s+0UCFCiJelXotHMOL4Lt
PVs5UKLi158l33vG3WydJjzwwA8eoEtMxWJVrbUYRpxlB6MZAzZx//KkrvpNIOSX0hV4SkUUnY2l
ynk/w5dhCrX+qyXhQnFGmazeuuq+jgwtH3K8L4kR1imDoaHmbtVDXMd41SyJ7zo3AgUmQDCA6ISi
hirGlk2u6TkagOFIkMRQIN1UdWQDZuG/XpZTM4IHUewkMjIDaw+uxB5VRRXaLQmXUcGdL82pFcF3
KCA24D3HYOis+0X62kDfi4U/B/Pzb7fAYgdJegBFESWIsBU61maaW4h9CLe2kELeNY4NKa6BbwdL
l2VCzt0TjC0wZmw2DTtbcPU6zeYalSjAlbEN4unJSD1q+/Gih5oGeHvg1ErcxvkZOrUoLFYRG1YW
5SruM2u+tdvG5U70cHkGV7fd0n3x/1JqjrC3e3sEgnPCoBQj/1mWA3nLiB1uwwwaUpctnceOKGgD
eAOABYCvQCOenqK8VuZRmwianrIKGlq7nhu3pNVd9oE062VT5ywLQH1Dz2BpLwWo8gzz2LWVntHC
Qtg4edr7Rn0aXf2h8uor9M5lLvOH98jrfmoyLN/vlP3pVXJqV1gwDU8zOllm49nuMz3k1/N9G8x3
/eZBg0y67XZuue3wz3bkOu6zGYxe/9ZulYD6ZgBJ0l36qnmWq/qOV11XPg+GN+Pr8szoyxdc+kLh
ZNKqaiBVtnzhXbyNn+s3O4g96jsBvuCqDgYks+cDdfVH0J7FW8OVEr6dhzCnU7Ts+SNnOquglu5G
fADUGZvmTbOetXRPivvJwE0h2dwr4e6pMeESSlQ9qpQZxvTc18iNYQYR5MJUtPw2m7B+asJgriUu
aXWbH2094UBNQ5+WSYKtt9TajA6dDTaE0Su3D3e27AZcm0vD0lTU3HB+IfZ6OpeADIR9pdg4UpU7
KoYLfJ079aDPi3q/a65kPe/nzag4Vsf2hO1dJhBCT8G+4ZXZC0fzgnpb1J94/XlOdaNM6ETa0M5r
ZSzxa34XuUDgPPByAFm44DjGelTiLA+xY8Y7KCsqiePmUaBBmi9DF6X6QmV9Kms+kSz9Kcg8ovor
luedBMxZE1QDPJ5thubTrl7HUHIOz5uoMJVHNsR0FTP1WueNgpuraZ7mcva77kefJZ8E2q/NpN1r
NbmqzdxX6QCsWBRk8xvgGxKXfN4iI3yFsIHSPInxGRjpMNRebf5kYflQjNVGA34w0V/nIcJT5lpR
km3Tdyil5H+bthbsCxsqqzSzcErMggVUDQMl2kzeZu3aTO/tUUKWubaLjidccHxV2dfMbjFUFdnO
poaEhu0b3ZfRbhBsZ+3O7v+L8zm2KHi6yjRSu51hMZueU7YdCy+qChc1Rp/3L60dBRAxbtS/z7Se
bizB5Y3gOiHzYnW0XypQORJZzCWbSMHB0UIz27aGgbacYzcCCY8CFvS2TAAdqQLDCF9LpXTn0ny8
fHWtObvj6RTcgNKGdU1tB27AgFDR+EQyyOpw26vjf9J0n/x9VmaZR+RIbHThQWtG2C8zB9w1V7E1
o+J74D2SMW4JUZm/5oj8fQL+mBE2ic7CXrOXE8DndBe20w3hJFB1JnldrAXkx6MRdoWZ8EhtDZhR
28dyWC4lY1PWno2G28ur9H+4lD8DEraHwcIpjRRYauLaG3MemMmbNfu6vYWSFbQVlie86c2xb5iy
bsbV+2mB8VKwyWpgFRbcGR1brZpJ1HpDbg7/FBkZtwszxb6sbYhadUXYPyo1ad+gnMv8vumqAzHr
IWjSQqbGtBYFEE0HplQj4NxQl818FOUYudUldhO3XtETP06fa5A74JVASGAnklLB71qAGNId21oO
7JGtcDT7JGsxarvpfNBMwiaMzekLA1ykcT4KY/IxzCtuZlumWx829EZV9Hj243Ct9t8KLTbY/vtc
/eVosQd49NYYlW2ahI+sSaFOAcV1RwYUlc2PcLqUuM7Q9I1vVtR/xnI/NJtauaqQxFVlbwGZJeGA
OZDOS+MClqgTeZUdlPVzpb5HLA4q8OJc3vyrrvFo1YVTFiGBRSBMjDx8vuENuEM8gIjBzFy7hZl4
SvemJa+XLa5GuMeLLxw3RC+KPVs4bqa9Tc290gVA4yup5YUNVCsenAn5pc6VGF1W59KOE1yxA9Xd
jtuYU6N+sDvsJvMqb9/yWQtakCKWDXe7JWX4MFG3cQ4Q5JPYXw3QQKlrojgMfJmInWbGFNotT1rP
1K5x4XmD1blQKprTWxzzuvmkUQvM+6M2etbwPDgHSwXYVaYkq6/vrD9fIUw9yaauHnR8hX13Z30A
vLNt/HSPxmbVJR5H9OYOvrqvvF+1G7vfKBeqm8xXNnng+PPH5RlZvRuPJkRYEI3NfQOP03qjAtJ9
ffhEEgN6d+Xkdyrbm6T1x86U9UiuviXJkVXByeVR5MStBquNb7vlJo7dfz6d28QNv2I8I9H8jwmA
dogLWCdQXHtlN8oe3LKNILi+RC+yKodSiZc1LoDH3hD7VS1T7TGWKPR8u/+70I6AqKyQAE9zE1bA
RFYE3U6H4J21/wmd+p+ma3xNXhTUb6HiUj/Zl4c+4C4aIj6Mx1+al2yqPTol/MyXH0LJoov5qK7l
Bu2Xz6q7DP30cQw0IkL1dhdmseZVUTO+KD3VHjUwGgyePcT80HYJ0LxpkXT/EC0l0CcNJ+cnKGHS
q77VnBuVF5S7UemQ6WEeQ/5R9Rm71vo2BEbNNttH9Gl3mylOgSrRh8zxKwfPW56MCjQj69rp8BUs
jAIoarNDlJp8B+ZS46qC/LmrMkV7GNXOekIKIkHG1rbJLoxr+la0Q3jImmiKXHTYdj7OFdLexjDf
lraTb1NldLZt2VZBG6IBDiWm8KYAWs9Hhhl9ZkXDX/JqGg6h5eAlqofD90SG+uDUbXlfAYr7Awp3
9Kbo5rqDYjfVgX6NC5SGeG2ztxYAjCBnjrkp0XfqQviHIM3bGh8Jz7r7Ctu78CEQX6MWPZf+zIv4
WUl7ywW4ld7zvJ9ANkSarnWtedZ2vKYm0Ht8sn6pmL+rmEUlR5awUyNvcGrVcJkTjzt0HoZ7CN/Y
YK9NoeHTOU7zSud+egb9Hrun4xjftSoowdCzq+0ZEqBBPvTqd8J0ND9XjfrRc93Z92WMXwxpU2zq
yWYQ6J40vm9QkDpEGVEf1HCIDB8VKvrSqz2/idlk1T5javkVzpCvD2OrCxfglbHTaFGjwTHKG3Lo
0EhnuXrMnXKDdBbp3CYMzQIFp6wbXZSE9MmlqQ5uvLGNHkioQ1a9qvPwtnUs/R6P9dhwLUaLT7uJ
whZMkxE4W1q7UdB8x2xnp5KS3Kthxg9xYSg3jsVz7tUqON8bK5y+rdYiXjWnJd9edpK/U+iXzrHw
2iQzsoWZigOj3ySPiAc/U/8+O4T+L5BIbPW7ap/4b8OVvZ82sQshWYn1xUtcsi6EPEXcVk6/eEu6
/dkhsbaLn8BpMj+Urv4xBzRIHwD8tK/tu/DWXnynDOm/Gpw4wBFDfRmFWLEENeU41STKMHpeEZdP
7MYiMw3CbvhRpPRX1nTXdolFM6tpf3no63H5QgtNF3Ip0HefRqgJM+yiHsEUn2vtJjTA7lhR50cW
M7JpjB63g6Ug8FSQmlVzlriKhmRSVZWSZMNyH58twNFXCPe1zZuKqqh9eahL3YbKuCXKfi62EFH3
L493NTA4MiTcxj3aVxUU2FqvYx1Svl3Wu3UaXpuq8tEl1O2lHHKrUSDag6FqDwZSdIIKDx8lzxxz
JKCq5MOVgVtnon5jP2lwzTzC88bvx5tUxqC/NkrQEyycOQh58Uw+XVTCJ73LF3pMtflZ2rjrzTer
MV3avZmybpr18SEbZ+kGBWOm+BiPYoh5tw1m1FKfoxFo+ysTgGml8yka1myySZifaDKx6bXgAkzm
GmD+BjolxIJF7yRR3fOyhTMq0eSaXsU8CWo80S/vllUzgMBClOI3GkjwC1E3FawPEUxX867JHNdS
bnT+fdnG8sgRt755ZEN4BOH9C7VHHTYiu2YbreH9nmVRGFy2snbAjq0IxzycJqNjGqz0AwCgGXMH
QE4G3W/GSPLQWt8QBhIzKJuj/CeizxKrrFNFgSlzaIJ5QKiNO4Sy2WNttQdpmOWWyLXFDfVJbchc
+dqKAceHduuFSE4TwUF4IUfoxeYghkUzBKCgiWq5RtTvLs/mmr/Gif53iIK7mjUn69iAx2SmXOOw
+aBzfQd64SVV8k8txCHPiVtzWZVufWaJtRTNgFfE/j891maGFwNgrogqm11ouJm27UHcrHuz7lnz
6DINWtYyRva1CUUPDQRHQVuCep3gMEk3KcCQYKiO8WhivxQTdM8ll9CqDTStWQAT4o+o/jIWbHaq
GuPKreiK6Vu9r3d1/c/lNVu96aDt+a8V4aClnDY5H2AlAe5Um2JcY9kjg7BWS6gHIbbeK5oG8muD
PzTms9OUyn+4e44/YJmG42RQDfBpVSDK4Nn0bo1Iwc3JL8WodypEThsuewSvHvmj8Qqb1Cy0fuhD
jLeMt7x/TcY3nrz2neQorLTPIHkJbD0Q0Q5KULawKcMiLrSqQ+wyd9nXrNIvsK8Epp25Rhtd9+RX
zyC+DT4mtzOSA9ELlxZZ4kLFdnAdK07devyqqXaTQMqacFlcsfYOO/o4KjwPS9viSRRiyofZZcnV
TLcdpKvM1ktVCKDIuEvW9zHQo4Au2BSIyNMF1oH9D6NlKqBR4dal5jdKtSdlKUkYr3qfBUH6/80I
G3kk2gCVKphJ+zde33Vz6k9kQ3MKSiNwNCBzLCNRlw1M2LkT10IW97CoFrPHaZS7FI3HFR+ZJBKX
GRL2bBRbNdHaZQbtl8y8HaFSUoOC9LInWJ0/NFguLf3o/xWJnYmd1cki2g39XTx+srchvY2m1G/D
H0Aq4oJyWzzFLptcPYtg+KcaoNLIOQsBWV53nRXqFXyPuaGMQq4dUl43U6dtLttZnT90xJqg+YN2
kkgZliHwm0Hsi7sXndMz2cfI+4E9MbhsZTW8PLIirFJBFxKtGRPIzPq6BP5oE3Hlw+Z0dnW9e6gi
MAtetnjOnIVazPG9LpgcuZMNVtXjhab84p3L7OsYBTQaMk/RUHIyXMTUVuOraaDHnxEbQfBvSxo8
19bw+BOEm3A04jxPY3yCzQpfjc1NRh4nMt433cPlwZ5NL/qYADXBbQiOLsjiLot8fE/MfQgGRWD3
JlCDuWGm+mjPOdCkuh4V/lUm3V9HbL8NYtMsHcDA9Qi7E3gde4zowhqiNPDCreoPRncNpVXfnie/
YQ6YtApojQ9bqIfIoIPLj5/Ev4txABUJBY4HDciCcYhNAkw0g+di7B2/GdSdojobW4VmjmlulM54
mZMB/BcQztGf+zqSlJ4XX3lmHS2KyxeAkl8Ec5SACMzQOQT8Ovo5xGiuaWUdimfbBuNDuwJQejbe
R/AAp6uZ99HIjD4EU2AYkHjPtKuxDLry/fKeOY8NBTNCAgVStQoqophG9bXWg+jF+Kl+TD6IyUjk
TtvLxs68jGBLuOfGMta4GcFWb+/xgHATdudQ2YlffkRcGTy88PpB+xu6coVT0DZzMjctSFhLc9wA
cVO7yGlrns21aQtvkLmlOWR+XmVojE/5eAtBByRCcTUe2qJ76Pk8yb5omULhi5AegOYruhlN60wa
Yk4HvIA7oC0nlgWgXkOlVnPDrr+yGWo6erOznfoWuKHtZIY3sR09xOxvG5iWiTdBBwmMAP4WYatG
Eg4EUh9gjtC/wRnqFvQ2VJX7zhnASjpK7qzzgPm3NQR1C6cPnhzCMht9CwLrhc+n1vDagJrgtRMa
6EljFfvoEyvdgFHgjkezfasb6k1KFdtP50xyQH+vszDry1MLD3AN/glqDKfnJzRpPPZhDDKT2hrw
kOwLQ0VWqiDPipPqPlLBDVr2xqyMr6DWgEOWpBmSd2gdn/e2nTbPo5F1s8sVm/ygPZKumWLMuEFI
kR1UNpUx+nfwS27Lrfa5chLNr8MaadO25FMQzVbxolscKFdeac8qJ8o3K1u2dVJFfzXDkO1yPhV+
GpP5Ok5IAbbRMETrBbLs9x3S/H/9vkW5F2XrZSZAuYKU0ulsqImt9pOW4Ojpsw9IBRq7PsNZJhh3
fsBPrQgRZuiUhVnnsJIYV3H61KErIZu8y07k3C/CBu45KABRMACJMKy6KapwdmCDoXtjhogsKH7A
PB+DzuyyofPr9NTQ8kY4uk4zp+QhGvxxwejQDlN+RezGMYK5cZmsv+cssFxSDqDBMWxdQyJXBN0r
YZej5gKXBbo5s7zrE5/bT311i6OSVb5dSN4BZ48bnM8ligXFC7gw0CYsDGxEi5zelzn6xSHaqtv3
pfmLg7Y10xq3o8ZmlEnXrHoEEP0YC8p/aRYWLKK4QobOxvMZyASHPgAkUXZvpf0c9z865yEBGR3u
m1bWJnC+GzFO7BQ8qZbOEZFcYMj1ybRzsJahTLYbtRARSnZnNUQyneujo46D1BEIn88ytSlUAZph
4cCqwgEyNj/bCWT9V7PjIq1JSaDbhx5S0bUsZj/fNRiegzQmUHugShWfI5RwO7QAmPAs/jJ3T2ON
6tw1V9xMeVGbnSYjTznvAsK2QROsiowtgX6hyDbdVV1dQJgDhFf8pej90fDUzA+TgGeunb4bObA2
O826pfX28jlcC7WO7QrnMNXjUhkoxklbvk3scTdMMoWq86OOoQEGgMkEkueMsbDhA9fzEisINfi6
3bNhN7FikSJCk77kEbm2KY9NCfFWVkVIAYD3wqMRB8Te2lEzd9Ui31yeNNmIBH8fpZBwbWKYCTWk
FMf7MXt3isoLp69Y2jWx5k8gT4BcnwOHglrUqT9ZmCzbcuC4aSE75zw6qeM65kMTPnWAOVgyEkt9
bT9Y8CR4pYLhyxKdicYUpIaMJcCDNAzXXKd+0mesXKCwhzZ8hTi7Qm666MdUeQXdGaCBqG9jQEi0
dEv7K5V8NQpzi/opn3el5Sdl8fj3U3/8fcJ+tVhrZGaEwAPd8Knq9tOmsR+M9idPJCHOefETJxLu
FFLnqJ/AxQlPBKOhrRabmIkGN1SZbPMJjM8uiwEqyR6YNfmxhmwvL4O8gmfPP2uU7UMvZ79M45CN
ryUdXWv0VOtBnsxf9pcYfR1/mrDNOx2AhHGZBFZcTWqByQ9QOEDZynCe02JjoX6V7SrFz6PCL/8D
URoyzzAPCQYkvcXHGWNgYUKZPUdLooqmCcjcowFAlRzkNfd7bGSJU47Dg7Z2Smi04nbRPjh3Tb61
i40RPw/mrgjvdFkS/zzswVofjUm4QhmbzCgBg4BnmcAoWS4xbkcIfzqyZ+ea4wDBD1KzFqIr1GJO
h4W0PbZcBW9rZD1EW/fN/Bjj2UK0H7kMUbbiN3Bd/pYmgmDGWcEH2sLoWiEwlaRPVtRAERcd3NVd
pLmZAbivJJxbWa8Ta8J6Dake5crCOZil+5lVkOmOQfZAXEt3C/JpQPgXqs2XPcGKrz8xKaxZCi3n
0uxhUm+MQOWdP1Q3qmxjrCzYiRHB3cxDmobNwgwZDYXL8gPiYEyrS9ErKOs41ldXDOcJNSlwj6GJ
+nRzFGVKcjItc5g/JeN+SG55aaCNxjejgJTPSUq8GKDN8iuxrsN5ZxuNPxAU0tQFRALaeh5tmhCw
nS6AWCM6idFb1G8QUWTEreK7wfn7SxCVoT+fK0wN/GNX6gl+v0EbhoOWNa3Z2uznoNDA/rq81Ofl
DEjmHNtatt+RO2goZP/mJUoJ2c/K9FvlLQE/m8PdLN6rU9Akm9q4drRAr+65dSim0mP6o2O+50W8
rWVX0DkU5eRrUBo7/ZpWzcNBVfE1DqYZ9MXRjQmwfKa6bb+3ysgNh/euGbemeV8W/jD+BwpETMa/
/J5iwVFBTqBFdW6ZjPvRedZnNFBVhzGWXICr5+uPGRFwo8yh4rQJzJTte9IMflTvSlZKDvGa3zjO
3gh+o4YQAfSPkb0x6L6f/rH6Z90AteOBRT8ruknUrWQjLQ5WuDmhqYbHIHj+KEJ7IXLrnTkeB83E
W6lJPDTi5smLXQV5eBjJDDTYm4GUCkeIIxnm7zU5swshWCQcUSVGmfh0y9iFMjVhZQEu77av3Y8i
MH4afvxVoXXOTfZN5kZfKH2+8Rt6NUlsr6wjVH+gVYNuEKgK/45zjs5O1nAW2qBmXVjVKPULvu3H
4PK0rqwi+qY1oD5UG2r2qnA868KuR5YouD5ZgkoUAEJbtLSBls41Ex++KJVR3K7c18cGf+ddj8Zk
6WWj1WOIbUNSN08Bg0r2c3edGpI8+NrcHQ3s9+P0yE6vQgKWFA7eE0qErkQkk0YAd/7DAh0b0YW9
UXdmWcJzezEkyJzQM5y3oZGUSVbuMYj2gnZ4oYTFThDulsxS5sLIsP/AF3jdVp1nMCAVhiSoFtXE
PpXM28pVdmJOuBsSBU8IRcWey/WvDA1qia65uRIweqCYS5kWo8yasP0as0NZtoQ13fKb9AcEXVzS
7MbMN/WHrPu+vNdXrmlkrhZGJLCz4KIWU5+2mTsMXWKZdwXSy22/yZ+r7XRo9m1A946nvCQeuYuu
IYl2q3yCBDeot+m1D4fjtkHkX/6W8+15+inCNKtqaJWdrUCltmV4bBw46dHGI7nnz88ajIArAAlB
tHadYYTMuUAlaMR4dVBGks5nAAQX9qOt7C8P5tyJwM7CtANBOdTRxfAnnaNKrRPY0bTvzA6QxprZ
m16mbm89FPbgxabkgjtvU1/StkcWhenDuzrVwhAWjbvPxDPe2+AJuLhtFzz/ctz5PXn8VbRB4qE9
K0HjkEv85Lp280P1FG3mwAiQ2tvKCizn5/T0k4StnKtDpU3FMtlhAJKT3jm0/MMx/VKGhF4pTR1b
QiOR4HUctR7KZRvP6DBCkjcMk43Nw+gGTEPpJnEKE5FTU32R2IoeY43GW6tzsufLa37OO3CyBFC0
OP0KddKiYbDwFYPX4NUAaL0T8J+56t5Pfg3egQTH5krZ2ZKDszrNBNoxdEFjgG/s1GzYOI1RqMg+
c3bTQgkk1x+o/TGaPmsknnB1Vx9ZWk7X0Q1SmKnalEueOxtAvwj4FshWVChQVGQXD289eSBcAm9b
Pa9HFgVXT0kITVwDFg17Ww3BrNsoR9yF9X+oRGEH/al6iHTMZIzLcVrqEartJRagRcAQgfgRuYCm
+w7Jo5o8j84t5Gou75n1tftTbBE2bhipaWSVy/g0H0TqbqPcW05QOoE6SHLPq+71zwDFIrgWNRBh
rmBJIQHaZ4f5XpveLw9m/Rge2RAuf01RagDCYmitLCrdVVAgmc3nNnDCBMIZL33qKtO+l6kmr4zM
AiMLEvhIcCG/JeyRNEb3Jc0SxPbpta3d5+Z78fcRB7KHRyYE55qgbTEdJuSosvKe6/dN/8Iq4C3u
9E7ixldSlqeWBJ85MnTdoESIh+h79oN4Tenmbv8K/MgmujZuXTZ4xI1/HBDz3LUHI3W/v9XPXJL/
+N3CehrgL8lSFABxT4K0TSyMT2BwoWOHIrCmgcTCJVt6UH+w3M1eq21+VcbefBi/x3ajS4LHldNw
YlfwL6xDktLuYZeG97n6lDKPUo/AoafT7u+36okpYdOAG5ratYV5pvk3V96tf+IBMJbJbbsbjb1q
6U0UyjBbK77sxKSwiXKFkJKmGB3SSYP2PqvbxrkuZbWe5VcurZ2wgfopa+eJYmCO9jX1PwzFD51H
Fj/myS7UJT5ldUQUDKXguF5yqMIDVO2GNh4GZBoJEgU9qnJog4zya0PWAbp6wo/skNN7Jxt63cg4
7ETznW76Yf3cy2KV5SfEacOGhwdZ8uSmGLCVnMaVHkLOAj10YHX9NmSZ5nUDVIU+s4oGKPFZaVBk
B+wZspqRZoASRn+apfyOqybANL5UptDYJTZZAfdnDhj04qW+qvrRgjzU5VOztt4Llfn/GhD8e8w1
fZzLAszcxYOKYrqe3dn5YywL59aW+9iMsK2alPW4qTCOuN3P5avN3DSUnP81T3NsQthRcdRG8Zhh
JLR6VZIPsDtTBQm4KXNzGUPr6qqAnYdStGfpmtiySzMyaK2K+pqZoJO/9tpC1tIqsyAMJkOwUlVL
VZnjSkAeqDYlUdjqghwNYfn/R3Ffw2vk8By0ASjxS0KejWn00kGyIqs2oCa0qJoh6SeWBqNwLlk2
ogRfjXeK4tPq2ii+L2/flfB1kdr+18SyvY+GkTdRm5EaJurpllO3c3yCfq76him7rmY+4KaS87Lm
i3WKjkPULqAhIt6j6G7QUJZH1jGeNsxqfb3Ck2vyFesa/plJGTRXN/WROWF83HRiKMzDHG2uB22X
2K+24U/NDgyPlydyfa3+jEu4PIeesj6ZYagbP610y0BpTyRbbnUsKGIt2mRLpVi4xihzCgjNICFv
1M9D/ZLEexKhFe8pTSURl8SQLUTgrBu6omBw/Oq064tnRK157fXoy7L+FumF1h39z4hExFykUzQW
ouHNs+I3JQftZ5MEjqzxfNVDO9BNgAY7lGvEHadCzSKFrjK2OIh8IZcFCJTaQSpSEiGuepwjM8JO
03iaanEEM7r6oCjvTIZjWXtJLIKzWGKKzhUE9qdHtUqttAyXRgE2FwFT4iuaZr6R6DvA2a/U4XYs
S/SS6CUDLU8rQYqulESQJTDR3W4vMTCEp06Np6WR2JTPcEW32lWxRcrXVxUXhVtQo7ggjUvdUWLy
d/1BDD+OTS6e5Mg1wVN0YByCSX1b7pPH53IPEgvtzfGYX38je7CNb7UH7dPwFCA+XOXr8nle2zVg
djMcEzpo+E+YbW4UjjGXOGwjvauAqTTT3aCg52t/2cya20AfxhI/IDMLNPDpIGPeG3NLcQIqbauH
//TT3QSs82UbKy1WC4jsXyOmcJ6BHuug8g0jXe2hhcYH+D+0P4i9dUwPXINz+ZiCTyCXHO61A3Fs
VUj9RJOBou1itS2vEuCsavJ2eVyrS2TjIOBsA1Ui5icaHbjhucaB4CD56DwCBM4WRCg685idWdwz
oU5Q+Jdtrt2XBjonNXTOQ7tQjFxGYwb5IPD5XshJOblQL0xB9VUrzLMTTrfmoIO0v62TG4WHyO1N
hba9/AGrG+bPoImwliggtxldBs2qH4W9Z/Sj6zaXTax7miMbwsoxANhYPcOGZu3BZ+ICmYfmk/uc
389IEbehXylg5AouW127dACEh3Qe7oSlRH56EvJcoUaXwyhBKJUbAcOhC53cVfJXvZQEVqs7Z6kQ
IsOPLL+6TPKRa1ELo+sdp0PJrEl8ECuABJMzN851xIlSVpjVFTsytnzMkbG5KvNwZJCHUev7ifh8
eMmoZMVW584BP+NC+4zSheBFFMDB8zIfsGCshCq24tr0Bx7W6MGDwllsSvzJ6hn4Y01kf2EW4+iB
wYCmBETr9GNu3iNnfihK9UotKWIFoASIrMnw/AbC9b3Q5UI/Cr1rpimMsUoBrkdUUnnltBnJHRDO
PdhVwPPj9WBJ6G7gyzr6TZvGheSqr5myF8XZMi72IV1Bl/KupjuC/VApIV3Fe7TF6Ych+UXYQxxJ
7pzzJtETG2c5+8k2Q9NqYKN1yANAXW7REW9Uf6UmdKxSfWck5SePpo+0U1y90/Z1JlOfPgvPhS8Q
jj7IpbiVU3zB0mTpoLWhbW/rmF9ZfPRNROdTItWAX27Sk3seJjULRA2Y2hXAA8sXpIBGKk+p0fi/
VQBgf+/mhShFnQb+GJt9/cBUxSw2ulmDVyY07Si61iKS7ey66o1NlxP1kDp0kD26z24wfNkScSGZ
szS2isAPa+yrsTJICaI6c6vMdFMnfx01LiYsgLAA1ljp/uytIptsXPmAykZ7plNP71vJlXXm7BYT
oASwkC1a4l8hklG7iTkzStBeXRQ7nUWuMl43iQ5thr+nO8C1qEEtFm1pePyezVeV5hm0i8GUmkJ2
DiJUlXMwq4dIdlWsjQjpHLAcIG5CN4JwVQBzS1r0YmBdCvVKU3+pjO3aUYXgnalIbqXVI4loGwEU
+puXPotT760DKU5iO1u6YW/D4WU0Z1eNd1qeeUV1p1QvVnfVmYeif4ktyXNv7SgeWxbi377UmyRu
8gqvsBub3WjlXtcUzzRu7fhFmyU34nmMiF2y0DfgeWEA/CgKMqckjopJrUAJjgYCUumPU//s9HUQ
RdWmTrnLjeFGVbNrqtBDq4Ufly//tbGCT8TRoZuI3uTfq3B0R4I8z+zYWFYe6savkxm7emVsnJR6
caO+Y7Ne8YhIjsX6iClOn26hUwWCuacrq4yTEYcRRjxm5vOoqwdl0vxR4yjlWdG1pQ3ulDkHtTY8
M/wqyH8A18LtYa7RrYEypS1eKEYYa3bPcVqq9prWLm/3dAC4FyB2JJKoE1Bn64Sb3IBcALQvgGWR
LfkSKoqOFy3gSxc4XsW6+PpunCRsOxWOYUj3WgG+MhMwVOU7hm+wlF0+7UErNg7e3680FFkMAJDQ
co1o73TWIRQPpsnlggHgL73OeFNA0o3XN8htPM1dcmunIWifHS7pj1lzGQ6QA9BNRv/lmZiEZjRl
noDnySMMWYAOEmLWdJeMg6tqkaQCcBaMITpYSFjQemBCaVYkQwlr0qh2BShtb/5y2m4L+KLPq9Z1
eLO3UQS/PJ/nwfpiDgUpSPPBKOrdpxMKydGuyxZ0AkKfpxEMdlQvvErNAo0yIN7ve0f1+i7cRJpM
nWZlTk8sC0upVFbKBgWW2/B+CFOPlw2i9WgDiIjsrOrnWxWmcHkRsAcsYrSng1QmMJU5BfwDn40D
SVIXN/91rES+UTdBVhAgEuJNRR9nK76aB2vbqjKysNXBLq3dC1BjgWuffkE5g2ouLjHYWfnk5k2r
AJPEHyFy8ffnA53jFjJ8aMaBXJow0o4WYYsziTBX6w4N7QO4arTdab+Uku+UYtzjMbGVbKHVHYvW
RbxpAQtUxcwSqW27pApsZsnerHaJedCibZPviAo9lF08+4X9ZirXpbPR0xcFz14+7Ez7rpOluFZu
ARADg9geDnmB+wohdmc4Y6xM+I4U8mnZlhjPtnlDm9DL4isnNzeXh726on+siVmRfpxYkjL4/7Lq
Pa6+sTb2x/F/OLuuHrlxZvuLBEik4qtCh+meHD0vwtjjkaic06//jgb3rtVsoQl7sQssYMDVRZHF
YtWpczDvIwp5a8tLTCR438RZKGmdbh0fk3R9206gQJFB6ycxJ7Lah0wpDiGNHwarur/s11rKgqcg
CC9Qr8P0Ox/Xa3mQGUTqc2ABR8irFnZRb0BiZKvFdZY60NH02YOfvTCTOYBwXDaurhzUpe35IC8u
8rjrFbmCfhsmgQNn8qOjEopYC1ceYugeYLBcRw9BBeT11ERXF0Vo+iZImIFEN6PW0eQRWSDbX/Zk
hfwCxAS4nGfuIkgg8t1JrVW1DjRTCG+VlW9ZEKog408x82kGlttpQ7LFMBhY5HQYB5itHgFVDYMR
iWGgPUu4bPZdno6CSLiyl2YmE/wHWDqiPReGgKZW09HAYymP61Z38Ajyj2YYg4nTIglye6Oi8UGT
/EjEpTKfPS5ZQMcBKRqIvGRd5nsCOov1Nkd5AepbHqluer10yaQDmFg4ifmR1qDwF32AlaB/YpL7
0KzNrL4bYNIwB7csnq1KduQh9VQpvsNwBIYeIIGLzGawEyJvE8tyep8I2jrnU2K4XrX5X2WWvQW0
/HS3pSOStKjFYaoos7sExTDoaJfaZ0ebgyqnjh/jwlM/LKajdlRt1RZibUq2Y+ldZeq7WGtsH9Su
kc4OvqlvQyLZQyEs8K6dOg2KJyrFEw8lEm5XdHUbBaOFU5d1JrK5qzZ+i3wbnS6/Dp4jtdir7E2p
AX0H+zPBtGQUVSBlFo18rx1MHMd5mBaVGo2/unAAMCI/IfFhVGocpirDrtLSzKF1JXgarVvCO9ME
3hlvQG5nKIDDJu1cMohUsjOVcFd3iacnhuBiXLshDIw+z8B3cEvxEWCQqQRC3bRwzBCVwRoyop8s
zzeqiO1tNWIDQITiJ8bKQYnCbbJsZFrURGXh5KXvEy9kcrrR5KpB4iYBI2aOxqvSKsouxSTmsTZq
5WjqlXJQswLKgyDfE9wgK37jqatgngD9TPwzB6FFEMdbrKuiCURdCRvfWIKenFRdN5K8N2vRwNxq
+oohNtz3qOnNFB+ntnKpANbKR2OiruyOHf38s5W+SOMZ6ptGtihnojl8ObCfN5bm8t3C5Oz+wj0W
tXlnxDAJKSy3ekVB5OEnuBnxtrXbA0ZB7bur8Df4PRzDTQXhZGVlT0xzKzuGRVVbUVc4UfajlIGe
T6Btc9vTRvAqWLkmTuzMmdbCRT/15bxuYUciCSiEJCe2Bkca6j0ExG0qhYIlXUvclivKJW49xdwE
67GiSfM2VYM9FY89e5AlN/eBHBINpmGuAT+fu4xQo0CSg2F6qJrxt+AUpZGRUaRuqKwZLRgEh6Ha
1iUaaR4ig35VNaSkXmAZ1mZMm+pFLipyJ2nWSK8aIwXauy+UYaPHFIM5LepvwUadxvGejDmgrnSi
NLlDkC23QFCrxo758fARK0MODOwYUC+cAkT7wAziQ11aTe+SKlRBbKF3eegNmlRdJTI6JGw+nTQj
vuSkrax8Wo1c70jdx6Mrp5bE3C6MMsOpB9+80aQy0mxFMYs7GqjyU0mU5E2TU1MG05Y54fEI9mvZ
UZniEzvMm2jfpj3Fc2i0Ylcxwgq/wWxvOsOnGlSopOBDqVjhophePdKSApqMFmDvtVEjv6PXiZCm
ykyHoloK8reNFpbkKujzIbWbYu4wg39cC0HtLqX7AuEFIqdKorpA0ck7qyQAADdJSybMjg9o0ERD
ViICy2N31cehBYmHIDI/cwXDKGNrWF9xUCj7lFoM5Gvy6FoJWLavoFkCbo5m7LBuORbZDuoIbHCl
0bYgRmh032llNf1dFmN7rYOnsnaUOPLbDfPbEPTbVaR9pZbffCisGU0HuhnVLyAls8ec5ZNvayX4
fhtTsr4SDcv7YORGcFMpA8ZHgzHJqd2DOEZtptLrKgy04k7D1dlj9r3LfDI4YdHs06aNrqa+z/ao
n5K93AzmRzkU4GQhWZjmm6rGDpOqgWZXmjbS9DrTctMj0KkM3CppswPNO/9aJoVU7cZMMQIoC8sS
SNexd6ETTfI3Uo0+iMYs4HedapxKiPAZmpXfF0MUHvRqpKqDLlw52dlQlujsd3kNgbw4DDZR2Nc3
kjYpj2o1MHAslt0ENnKaE+Wu0Lqs8NpeaQP0ICt6HHpSexRvq5+dNYJCR9czDb1YoqeCl+vqLYZa
OXhz52h+xlNSVQ12T1rgVpZnZqZtWF6T/kfMbigaQtGO5l/V5I70qIOx7nJIXzONxzJKh6aFaxT8
VafxLu8aq6xjJEAN0451191owWcM1kstLrYE5iBCt8lJfygx21sDaNKooimalRAIYh1MGwD6CYYg
vj2VSfKUhkiRnVZSbOJstWPbqziVshOybHPZ3ZXoToGW1JFiEXBc85VLRUq0WmkkVC5bW9dvilR3
IHIw+k8+FSnjrrmFmtnMEDs3Z/liVjH2CJsl2P79WkWVtFTzK0Ue2sQG1gkM+IgirTsFSgx9q1bv
e8F3XbkuTxIR7hpLJIBcJR2JSDmUO7PUIAaOT4yR3IDeXV7SFT9B2K1aqPBjMBsSKqcbiA6jVZkj
GKyiLvN88DC5RMofpaH3IiP1TMy2DYNoyHElaz+xyeUhBggbwy6CzaTt7ayiSNgfL3u1kieDsgwZ
OZ4FaKvziDG/sJhajzVaPxr4ezKg1YcK8ggCfrTVtftjhX8aZmHUdlPfgrq/tXCpSi8shuhJpjuS
kWyMQN12gbT9a8cwMA7cIg4buPv5z9XQsWbQ4sM1Bj6HWm6RaPj7hCl/n66BTwp8pVCpRvWGLzs2
6ECYRQjtjUhpvErbgXAMGdUThtUuu7P2ysScGp5NOGJI3PjoMYKXmBYBKyCN1Pdv5RAbqMGPkIxz
mi6B8gJGqPArwigeJ1vvVV+3RyQh737XdiW0H4P4mAWKcQjrztqFgR56vl8Eh5D1kqeoSYdaZa3H
vhs3fX43JLpZ2qTqMJRy2Y21GsFiu/GFp7wB1/IUgy0AcD49uTP9LzLsGQRfk7swfdS735fNrUaH
xb6bs8RFkhs1jGDEC+ZC/9ocdgAsT9WLKho+XT2lCyv01ArTUOKm8+6uDJTT+ghVnjgUzSGvPYOw
z1BbIYBwIADNv2Lhi9WxTJPbCpqTOsqr4QQwCohnpveQZrYSvvfpLNiaqoogcV8JECdmubAX11lK
qghmW633ihQw5nGbtAIjaysoQ2ADIt4yCL74J16T0HrsZLxuOzT2AhrexoFoRkhkggulSl7hrgxg
Ik1jnA0/vCeNSFZuZa0QaBR00UHWNLfsTj9RBdWZLqmBVjfl4iGrpY/ATzapXwge32uHaGmG29Ut
Syq9MWFmRqwmt3mTIoO4BitUYnm0e011QShdSSbgFlwCSepMkcNtgbREuyXVUMZrRmhF5c1tNAsY
DeoVZFDBnieSKls1Z+LvBL/oDEfgzEWTXuqtgpepj/aUMiWeVuouKUC6RMPrQjRzvHY1AbTznzVu
X5TdMEjRCGuVdDv1tU3IZx1fN9omREsbGlCXA9Lap1N0YIQASbCMM0YpNWZkCvsJ1vTfquFZxnbo
v5Loyep9t2w/B0DrLxtcW0wNLSkUwzFTjZr+6ZZU6YBGYxCXYIcZPC33wZOQqIPdxpEzhsbotHr7
87LFtUMArI4FIBAQHpCCOrWYhkNu5UaBpnUe2Mqg3waBtoXwVfgPnuHhM3P0IXXReTZmcxwNhrOW
gZzE66YDZGrBNuqFFZ49ImTZ2iIuKtt8kkR9lH6nBEmmUb3lsmzn7HnUMTHi70ZRg+u89ATAO9qH
/w/U4xXKqsws1WQCUG+6lUMneMhQv0NWdmN50w1z2D54srbQ4oYYgos7/Cbfi8aVzgIl9wO46JIE
pUQCBT8gBf/bPHvRicZ3V6hQTn3kLkxDklNpiAAPHDbKRnsMn8LQ7Vz1CuWUQxnZU+gYV07wA7gO
G9TTm8v78+xjfvuHYI9n0dwe4k5EmoK4Hlk1UKTRF50ke+ptVESs7FkTccKKLHErCf6LIaxnWGcr
g/sYcmeWQ9l914Eg5ce/+IQjNwMK5lG50zPXgKSONvoAPB4oiIzmpiqdznwCS2WHU3HZ1NnxxvJ9
c1QaFMU1CIyfmtKhbsZoOu9PrfNiKMGWLUbayMtlK+fPdc4MF5ZZKEU5qWBG2vnX+Qd66cODikb+
sXc1iL3ZQLxctjj/hScFw2+D4BXEu/mbKvbUrxwddYg2jRg4Mz4i+jWgq1f6t7UuQJms7Yk5gf9m
iwYQjtt9bd32QRXiSwXSsQ32MrlJ+gPJ71td8OT67nCcObSwxO0+OdXyNmzmPaEU26myDlEDtiya
UfQBi9ZVOojR5+WWoDw41PVnob39w4LCQxkU0QDF8XwzbWVOU2PNC1pBUURS3aD0GgCOg6/LdlY3
5MLOfMEv8mJTkhJQAMlYUfMQaQc12kgifOQ35eX5Wv7xhTtfqTIiNUAq4sj3+r2yDzub3Ne/MZLY
7PTHxnClZz+wJ4e5GMHzLrt3ljHM+/KPe5RD88eDXqB2jmUculdUIOxy2EUDmvb0awRdBxlvZLq7
bHH1JIDXHdgAiA8q/BY1zJH0io8FTUH9AS1eXfkKRzcgosLR6lEA94AJqjt0TXnQQzqylkRokjsx
RLyij4I9Sb1XF7eaaLh71aF5knAuiKHyxp25pA1qSF8QnIRE2uvVl2l1v6wE0IaqFJxukSXuzFWJ
z0a/gqWe3Fsm2oCvtDYc0FgKNsXqDaouXOJuUIwrAsPmK3CpNK+nLrepXjldFj2j+/9Qxe2RyZAx
Cp9IAbWt8A41BVtik9ebP1TUNkdAoiadOUYZ7dUu3P/D/ln8tjnBWBzINkG+rpb4bUrp1pZXqNdy
iPmrh8tWzvL2+VzowE1gbgLdZH5sOyitnigdaNzM4T1pv7rOgWi5XF6NhdN/Xja1yuywtMV91jDF
PYgBMMwpedkbZs1uwaoIxRM3aFykYxA3cYBty3+K9D/WMjF1xrqCNA7Qd4P7yOoYKb0ZzwdkuM2V
27oRjWmsbteFAe5LxVQqxriEgVJP3Igex8ZNSrrpRCj51RC9sDP/+WJHGCTvUr2FHY29s3SyNUzl
xT8vf6TVaLKwMfu6sCGpEvo2s42xTe0ofhuKwImhzR61D6aI0Wd13cB5rn6j0ECMdWqrDzoMy42w
VUGmGqYwhyBjCENQWlzd4Qsr3MUWVnUPRgRE/hBHVo+8BniN3GtlVM02qvl0eflWr5mFMe6Gg4pt
T5VZQ4PJ1z7oO2swiG4s5SkM0HbflezHZXOCFeSRdRmeAEQbv5ODtzbfDhjVpE+B7F62sn5vIy2e
RUGAJOYfbmox0imk872dHoxN9yZ7gS1HkNe1x7vMru+0rf7Yuh/Q5hVkk6s7/o9hvuCtFHncZjkM
15K5nZTYLfXm2m8MQahdjRALM9zNpjHQY/gRzIRQqmMhZHFfBSt4hgCfw+zCAhf6SkrTWG1hYSJf
KhCCZbXrrRdVfSDlawhKP0m5MnPR7bZ6lhdGucA3hJ2sqzGMagVuM4wrIxt3YxbaePy41PhsodYV
Zg+tjheI9WNgoSO1r7mcPXXQ9SgjgKnU/vnyQqxu2MVP4kKlBDVqDcNHiYN2DGbnHosCvLoPlahr
sfZBwboOgkZAlmbZp9PIkhZN2uWYr3Ia4rIRyofTJNiZqy+rhYmzo6exwMwxDegEN7E3QITT9jfs
edq2m/gTlXIUhi6vnNAgt0n1PAAwYeZmjI7tV7b3rzrMathoM01fsk2ArdlcNrj2qZYOclvWCmK9
SpmJNexeB9kdjHvFeNP+uvGIg7G0wu1RP8J2oCW8GpPfA/SpgthuhvfG+rrszFogASnNjDLVIIHB
RzC9z+sI9FZIxjE/jAeHpm6mvxfem335Y4SPViYp5BDoEOQBaH6nwaNVulZ0b1Z2HR3qPHILiKtd
dmvtblta5PaETAIL8iGwqJcbNXBagjNO7DE79p9xJuKSEayhwW0I02o74KthTMqf4tYdumcquM7W
SAxRYkVvHx8JYzI83KhpJLUaW+BitKp+MiBRsBtGsjHK6c3KldiOe7PfDnU1uizoyJWpJ299XmIK
PfIs9kvDPJWW9hs6TI0gh1iLpODPQJ1LlxHG+X6bRVo1lHOUoMxOwsgtg0CTjwmMj0i3G5G49doy
L21xy1wFuSylgFk6RdnbIEpzpuqXKiLkWzvcSyPcsUNKFJhjCyMZhGL7QHHzpLtJpdie/ol76ltZ
d9YuAbR39neRUSLtM8M6GHD1Ka42xHaYfVw+BKsfZ5bu/T8Ds68LA3IEmLiRwkCggPgSrNe0Zbbf
veSqp2QiBOnazQK9MMM0DWA0AEQ5Ndaa6iizQZ2Zgt6L/lfZby47s/b1l38/50wZtqoR+BQvUpRv
A1q7ofHUDCIE0dqSLa3Mf75YsgwjmH4Kknwnj/adtvVlT1U6wMvxwn38B3+gqAS0E25jsEecWkr6
NDfNma4boH2nrDcUA1LEEMSN1Y/yx8h3z3fpjuZ3pJZhxAetumlsAfYQBNq182KA3pQSbGVQs3Bu
ZBXoZIcI1xQtdxPEojNgxR6if6FpW1g5l/PV0DEg8IMEm1T5GqC0dvlrnI9a4IoCtg06Fnjzg1ia
86NtNcSXERZ08Etk6h61Bb3FeN4WKpymvy+qV5zQuNkCIgGaQFfDK/PyL1hfyP9+gM7V4aCcHlXA
tM3l1NCpTNvXn/P6bRCNNKweoz9+8kO2gcyUXKnhp6JgcgF3Q/JoiVKX1UOEzhlmLIGnxLTj6db2
R1qTLkKBJiMvWvWosb2c7fPai0S1y7VbHkCF/wzxMYHkYxCFKIehikj6675/HqWd2rxV6U4VEXaQ
+Xrha7RLY1xoUHOrrQA9RdrX2tPGeLRsZo+RjT7d3dF+fZ0c2zt6nm7vqKjPs3qKF25yD/U+j7Jk
NGA5AtZ1wgBgwQTX+CrB6dI5bvtHaR9ZwQAT9LZN3fpBcqQbySm3wbXhlW65LxzPHrzgsXezZ/UY
uKL37OpLevED+O2fmZUeThL2jPmuPAY3+QvkGBs7evwtvdd3yv1V62Je5Fo0AS3YQPxpyMkAcJoJ
qyQNoQgN4pKj2R7LxlXj90T/W4AfQow5C69htBBTBvz85hRYatLOwXiI8w0jxGkNbd9O1a5WLGhN
DXZTFQIGq9WwZlJQ90FFWQFihEtnaOMz5idITXPm+FS2QYxCMUXUSLd+uddMm/m/kSvbUXkTk6MR
u41wsnPtgb/8BfPmXlxBkll1CuvwC4L8hgxAaoLEY1Mk12FwXWF/RQ8+HryXQ+k5lGleaRV6cOhr
kBkHcWoTjHtNw1oLjxpQnPcqOs13rLiTqkOoQ/xbh8xOHtuQkxGYnf9aPkKAvAC3B9Q3AGThIkRi
mlma6TBrgajls4inGq0Uqz+0A1DsWT0T54JrdFtCygJa7RHFg4T0eKSak4xfBu6mru3/hRRwbgZi
Xg+yDAAmny5FG0EWvCIBpsSqh5q+JsB4MkxEXPZ87e5aGplD5+Ibk2wam9QPU0eVPDO80s1bpEsg
4LhsZS0MLq1wXzUZJ6OTZLiCd4ZtlACrivhHRX5we9WXlVTOFFjQ4vs+RdUQNqA2HooACmsXpAVt
XYCn54PJJxuxKedlUUWpIwXVS2RYd5Ui3VB9OJh6u61Js7u8cGt3PnS2UeGHQiL0JLjgXqLsmlnT
rJ0i53bWvJXmVwEYxGUjq1/njxE+1RzQQlR7CxIjZt06lYpJEVGquSLRNM/1AQkOuC2avvxjMw96
P8h8+BEyu0zt9Eu6ZYfhUGyyAx437Gh4Pa6KydNvwittf9m91XY3ZtGA7gciCNA7bhEVFErMssbe
yEOns2xcUMf4uuwf433sRltgFC7bW90if84tX6jTYkhdBg1LUf6Bak/wq4XmYWx9ZsWdUD9gdXv8
McUX7BR1NHvG4NkQJC6LpiMbQpcMvaB3ubpB/mx6/oaPUxZpkw+POq3dDspwP+H6u7xoq55gig9s
TjOCntch0hVf64IUJuriF4XCUhx6ffDjso01ABXgl4BIo3cNnV2Di/KpnlSAkkJetHemjXVUneAq
+F3twtfgvviJwiN9AJUK+YSA4NyzB0wt28evl3/Dip8nP4FLCFu9DrRSKlJHrkdfBdhUlu8gtBwZ
rpqBZMS7bG2twGoqGsBMeJ2QGR18Gt5lmvi0U+GxisGhSMLlpR19gLdaAwAdp5hi22xnQqI7WjUb
zHcJjsJKknZinrtd5I5EsR5X+KrqRkJrCqK8HWa4SofKt7IkyITXcocTa9wtU0OOIY4ZrFH60KDc
MAF2Dw51I3xpKS52FOCOfvMPV9uJUe7i0UZLVTEwCJxtcVsEPZJ80fNy7flyYmLeU4s7OqBmnkoJ
/JKke1/b1KZHw8BV5WvNf4vnUUHJrj5pKmG0C9O/r5iomPl2UdVxDFCPskOv/5KDH2P5ZHYi0q71
Ndc1gqg67zGe2hVKImnJBvy2tnhJoffafWjTpi/MbVo9qZOLzQfmaaG4yMopMjFZjE7I3Fw/YyWj
TMuT0MSij1fyb/VHCdbpXelqTvwEHr+Dsi+9XgaxrOAwrQR2PONlVBsAz0U45L5DGElNJhGc3WEz
euTDfyfeBC0gzPMFv7MbfZPeWtjZ++hedH2uuquBvBdMbCj287enPKp+qUBtxPEHO6IvOogjms1l
51Z9w9MGvNooaRq89F0iyXTANCxOKqFbY/iFyd8xqJ0h2w7R9rKplVRt5mf5zxR3YkowZZp6DlOh
4iYS6JR3VrYdDYFDK3fWiRXuY0Fybp7qgxUz3g7ktjZFvAmrH2Xhxuzm4lT2kZaTgsFARBw9eGbd
JhQNDaxlLjN7HNohM+73TEQhDCupYh2I+w0me1CisE3FS+OfGMZhypFCYCPegJgKojoi2uu1c31i
mbunJJpARZjOkgHlfYu2eAooy08UByf0KQq3QpNOVN5aNYkJAgI2tRkkzr/BFCvyE9qhUYIqTVI/
5RCbAlNlDPa4sbUjUIxJI94P7uXNuPIV57GF/4zyfspmNMYzI2423eX6nax86cOvyyZWLsETE1z6
WfnBRMsBJgLTkUe7Mmx9H4AuYDQFt+03bpJ7xS4t8c26ums0MOjAEi36J60tryJ/5oOLwDE8YiGp
29CvKnnTlUe8Jkr9mA4hiL6AuzFtOY5sUwv3rNMx9V65gf5MfBl0pb8YJKIAorQ7Lbsbeu02gsLb
5QVaCQgnP5tPUlgXKlqNn92hnkHyTa+8WMBLZt5lM6vfAYq0wBRaIKHha5uBGvoF5hlRttcn9YVZ
VvoeYBtC/FilIZ4hGiJ7k+kgWZMxif73jywNWmI4w8o8yoTgx4WLpEwhqMaA2Eoec/mQJQLvzjcy
/n4DlxNMaOAcnf98EY7SDvSifoS/v0ajFkO3mKOON5b8dnkNV9CFMAPgLiol6NPB1qmZGfCh5RqU
YxL2AIqRPt7IdDsErh4E4Ha+1Sa37GzDOjZO+aSpduM4xNaKzSQKjWvu6pgzR9oxqwDwSNQmLJRo
JHC3zH/nsX5sRmk7tkSElD6/FsFXhH8w2aujMcZXGZskU8qkKVGEG23tSd52rvySXvlH41qrnMY2
rtPPzEkPyZVIg+6bdef0LMMyeFRksFBgvIrHSE+y3EqFjADc6/oU2hKe118K4IYHjP/PnMVJAyx/
MzMYs5zW9/mQQDJoSpWKugpj+R2IH5BjB0nNIMNk1bpLwW/k9XXVASGvt2lmg90jwDB7GYdPvtHW
T/2U49tROTZ3xI9E9/G8Mc78AdYblGKoZ2Is53TjlG2a6GpUodOuBqjNFEbrJVaiOIZkmnZJ0uNY
JUjREyjTIM8SwRnPZ2SRuGEkCG8hNLzOxyAUPwHOvMLhj/bk3f+gdnGUUKO2HHUPRvK3DiXqHSbQ
M/sqvVVvwOAiSEfOY9yJ/e/Lb3E8JQVUbbIF+3nyFegHn207/1VLBanV6qn44+V3PrGwAsKCLtJm
SQyzfojB7VFBk1N5vhwC1o4E5nSBsAW5z8y4fvoh2xpM+QXt5iGg4o602nVo0a3uT7iic9uUfMEF
fZ7HAS+MAWowZ4No9IyzDEQZUqC0cAnjTxASJzYJBb32VQuoNyPL0udrgY+cfk4ICecUwNA3lopp
u0ogZrC6ZAsLXKo4lkCYgG0b7YP8vvPBMfkoRwcrBjGLaGb//I7DalmzDiuqXWB84cJz63cVpLB6
bPPpBuMAcrnzQy/rbQ1kuEKk+fye5o/0wtgZlTsymyqbx8Gq0k3JdT9u09IzwR0a7HR1M1A3r29T
hun6nQkSj8u7cEVo98RTfhjOl9J5phHGy5v6Xh5s6dlyRq/ffibXmnsNbrfQNbavys4O9oWtYKAF
jE125oDhzEuBzBX8nLWDt1wKcnooMLYMxNe87nJ5rNDRtHZBKIggawF0aYKrbhSh5fvKPP3XJm47
7Akgj5PbN+gsbiTTqYUEv6vHAowsFPUqbCa+dDRkcaxmQJE6QbGpmzt5eiPRzqxvR4zgNb9Nuk/U
90ICz3EWO7n8UWt/XXTEoUeBXTOAcMeDgDuWfqkHUUvhbwphVCiB2B0RRMs1D4HOBwAYzNGYROIs
yFNRxESfIbIU2jDpNYgvBdtipf4GJ9DGAh8axBUofx6rUpJLP8bADBQHfP2Qjg+KtZPi66Dxct0N
rNguawDd8K+gfbgWCBaG+bMZG13QdB0MY1jNkrYK/Rk1N8r4XBdXyt9j+E+c5I9iNCIUFbOTBei+
6/GjmMiVFDL38okXecQfsTJL9HEe5goptfXpNskOeIn4+k+52QHoLLC2dqCX68edthawvTqWZ5+A
vTLe6+Yq6n9cdmjtVoDwjDzr2GGYnX8RFIVWVWUDHRHTVwFZqdhv1oHhsc+n0QuHYPIgMCtiWVxb
xLlMhwYrUO8gQDyNU4MUUmbNQLw0fmwa0NI7kvycK/ZogX7r6bJ/K0sIIn+wwoMcHsyOPEW52nZK
Lumw1Vgo/BJVfyoafdokBhsFx2wlNM7kJ+gw4mE3E/GcehXIPh6+0IN0WMZsZWQ3QX6HYaYbSSmu
CnoTynRjakiPL/t39v1QVkdjzkQ+iTEcsJueWs2pTwAqz3B+gf/K2x/lN5sM22dtcIW69/6ytbMv
x1mb/3yR2iE9ivS2hLWu3EvKc1RdaX14P1U9aBcim5pMEBxF3nFrmqVTF7EK9pJ62KQGvSv0GopF
icea6GbIwT142b+zBPnUPx4nZjYkMQwGqrZOaVDnfKrqr9L4HESzYeclNc4OV2xoTJ9FRQY7jUXe
6zgK7SrKpAOUxo8kTaGyPAw6iKsHKCdA8sJrSPclNUUsCC8ib7lgVjNzVJTZ20raENMtAIltMcoz
CMnPVz8jJBGwP1EOBbny6baBZkJKrBGfMSyu03IzxPcI1bZevYaiDvzqBl1YUk8t9ZJhZdMASxZ5
QSMJFIkZ0FZgdW9j0w560ZlfXUEQnqIcDh4QlCNOzalSnzQMrHZOU8ISU9wUB7yZyLWOqel/2JoL
U/NPWRy9qIoLuaAwVRjKowlWukhDJbLX95UmErg8i5nz7lyY4mJKHUlZRhosohpY96CVBfa9/ama
tcCj9VOwsMNFk0hFN74PixoDqB6d3Aw8YiQs3Ax7o0yeMIudQq4LE9miVEH01bioEhvh0OYVlrKk
KA4RK7eTqgUGPnf7TBOFlPPhzO/VBDONAlmSeWFPP1yZ5sVMFVlDgmf4nRSKA8DUrTkE+yZlb36W
otpYt18RSEFiKzuGpgy8SO1Gpe+iVfyqYm728kaa7Z08mE5/D99H7yQjK/r2e9VBzCRXjql2dhLq
YF/ZSLoLjp6i7v8h0uD2Re8AdRdc+9yOkvJEo0NW4UvLOQQrMsNT89GdisrFlSJ4556X8OHg0hi3
rZJOyk2QbtcYSTnQ7gAmR5Ud+9TNjWeQnibWa4jmweU1Pa9Icja5j5yWU4ORQdhUlauM3aYNFrJw
m+gxRprYump+Hci7OPJqkNc116O5U/qrsHkwGPKrAwtEiM+1E7xYAl5iT5IgDEMT/JxaC977uP7U
SbwtBv9vX0ffXgOJCOj2LIHNhT8FqTZlOcxEBiAZevYD9b77yyu7dnWgHvKfCS7sWQHVfUzfYGGj
2q7VQ43Lf5LulPjFlwUlGJEpbpPqVjNrueJgVBAMDNP7Wio3hQEq+gwPW8HKrX+gP25xe7SpQz9N
gAdyEIjACO8GEsB8qkDGZd3ITGaOciNK/pxD8WCZrJZw6uIaWJYoBK2/fyhoJvhEa3cumAz/M8P5
UrEk98uprp0pux6qJ12q3+rsJk+ajY6SSAjCcEGWtnpxLC1yp22CoJkcNbDYZqC6zXfWbzhHb8bC
vmKSM4E1qvt7wlIElVlE7Zu0GZSlp1G8QR7atAPWUg6aYwS4lmT0XtLcYAS5oQJu+HPU7XyuFsa4
LKZIgizQGPxjBfUGEPaGKcDUReX4xaYLFFvpMFbyklv3mHaFEHCr2ImIk2J9jRe/gTvbQTYlqBbD
YV23Lf99UB9Atpg2kC7ADQYBjr6yTfW2Nn5cPu9Cu9yBh5BLaKBBgFMIXBA6D3J3n4NVhGwKMAhL
SWoXOiifVFdBZnDZ9OpxWXjMHZcs7aQoG2G5QFdA7q4mfdh2ohfN/On42xetIgRLJE6okXKZv9RD
XUAK2tohk+yCMQGvpqZ9u+zIdz59yQiX2PdW1RjW0IBx2roFo1pDXi1rW0nHVL0BS6NTvlpkWzc3
Zv6rsQSLuBoMFv5x50QqY1XqLJimSQNKRtmeQJsSYqQBNMK6tSskQ9RVWctnIEKmQVIcTVVwnZ6e
TK3IIjmYYFEqnsbuurFsg238orcTWtptsxOPf59B0ufj+ccif7t2JknqMYPFztg2xNPzuzGeMBiX
u1k4MxhhLrVAb0w0rbK6Pym0mwDdBPCIH7XFeE+caQNafrl0rIf72L/Ogv3lnbO6O/+Y4Hv3QZuV
+TzK5JSQSIJSg9snIsI/gRc8jChV/F5KZi80tPOrOHeD8RCGvy/7sZ4DqpAsmqWuoMPGbUM5UBIm
mbCSxOEP/P9WqcxdZRRe5E/gOafbXr/P0F9C4iviRF49AQvTXPCeqjSdAGCAaeWlGELbSjq7Z+2+
9X/Q/r0uRbqHq/t/YW9e8MXDsARsIeq7eUGtaUunYQt2e6/IiZ1a3W1Q6lt55l5IRLyrIje5OJ0O
3UDl2SyxpBfJ/9klZQgGzHGT03elS72eFKL34urWQaP9e64dEF3uo7ahmlrNhJVlZNwQMkBDsrhm
YA8zzekmUp6ZMu4GaPPZxsgK5NkA01rSqxxb9v9Iu7IduXEt+UUCJEqkpFctuWdl7VX2i+By2dr3
XV8/oZq57UymJgn3bcDdDw04kuLh4eFZIozaW+dMNFK6eFpmwm0FnVFgbec8j4ae9TaiRmVP5bBO
SPs4BKrgQC7GpP9AMJmb6usKPEinABBqa/X0Do+XKF4bGkaxBQHp0psYwc3/rQVvh0srklqqp+ag
I8SAcEGIFr8W1SuMoGwyYclueRv/QHG3E6bq81Cet7FrNh17MPq3RhFdCv+PA/gDwtlKxppJHhus
R099ZPOgl4Am3DjZhR6KVZmL4XLi4/lbi0ZZhMDc8cd8QVtAFhOrkxtwWKMdQgXF1KbD9A5kRUa2
Ucu7UheE4KJPyvkAiFHGRiQBNCOOjsZ1z1/rdScIuxdBMJkNPnH8QYvmpYmoWZIOxrxvGZozhrBY
ayNzQdlj3/bdiyZ/BsM5lpKw0YgYYJBmt9rio8KslZ+jay1aed4gAFs0+zMwLuZTzEbPqxFg5ZhZ
Y3JXdJo9+j/qXFTKEQHN7vTMSzNfqfBGAlCY3Uf9WsGidAPy44KKm2iPOJdEC1wAcQRDkHXkP/z0
KZDHVVrWT7f3aBkGjdYYncVYGE9uVhZ5kNYT3JKCYcBeHZHHfhrAtvPfoXCOIouLykfpo7KHhm4U
M3iG3OE6ykzBM3nxJsMI+n8Ww7mKNtQTvzVM+Fi8+6dgrXmZS8NNg+dk6TuT6PUq+nacg4AYZK+1
OeAw0BgQuyCdFYWiVgDRmrizimRNYLIBny5F15pTETOIoHeR/ggTY3Ib9FnWmIDqVVdNpvb59q4t
nl+moi0HnXngJ+DWV5V10jDTAzTdIzoelMpRG0cNbFn5N6lMsB/8A8Wtsk4wdJIVgFLU9qD6I8TU
HocU5Te59T+6KtmqKGD2BQSHbi9xcQvPcDkXpcnx0EWxhNgH1tGCpQit1/7QCxKZi3t4hsL5JjUG
6bY6r87QnCZ5LMCOoqCQDurvojJdYWvHooc6g+M81NR2ramkWFTiux0SwV2xVuvvGmsFH0+Ew7ko
Jek7o5SxLFI21jBHjWWI5HP81OaRKGKco5arh/A/a1L48AmSsKkXGsAyg5ew3wbgoYwhttDaU+9Z
Sfw0mb8H+TnXRBOT1+Po8xPxDJgLpwaJJWxKARzWBprWf9ee6a+MAbJTcGVlLK3T4qnrRsvsDKdH
sFp0YO+AqhdRwWnd6Y8gWr8fU1lU2bltUiiMX95CWaNrqLtjj5vopen21Hho8mAXJa+MfY8rkTLe
vJPXXx/z6tA1wvwoP7CuKmNRVAmcUJXIFpRBunywQrW2MmU7ZD/GBC3Cwb+5z79GcqBygBk+ziMM
sUdIWMG54oGOmSu3br7V6q9SxJK8nGE5w+E8gNSOUVR7WJoOboNsm4Yg0vuZVJu0exiVtUK2Q/FZ
tS9l8oCxGee291lOkeEtIKNwiqQH37OhtVLQ9D2Mq2pcWu2n1gXBtqXmd0W+Mxsn0q22rCwfhCO3
gWfPfb2f/+B+TTaexTCZP5VjF2PRk0KsBB393iA6sIuplT9L4ycwx05qkkQBhJGh+R6rKPQNQySL
acgYoklju2LjKvH/ui/+67j+WRl3LvQsQ5dzB7Ohko6ta1+nKlnf/njLd8YfCC7KoCxsaxkiALaZ
HytIiob5s47r/zbI8on7A8LdvWAYNqQRLMw2anyWJm3rmaeAqFaNDWPDYxPvJmlzG1JkFNyJS3o5
zVoCyMxDD7Oe7Lw8+34bYvnG+LMq7rAx1UNThoGgtkQrcVYdMy9ft+wYgo3q3wD9iSe4PYKYVe9p
KtyjpmMSPI18m2SG2w2ZlRva222sRVd85kG4210zStKw2eRAfJQw9JDFrzUq0K2xan2Mo4kmRBe/
4Rkcd7uzolagAAU4H5KE4Z1W2KVxyqjANS0awxkKd7dDGJRhZAsoXTxtKW0/lZYIovXbC0HZ8fIK
S+TILLIQEGFZOQGiE0m1Kuk+KVe392fxvBpzGUaRNc3kZULAwU2aKMX0IRnyo6SpR5bKr6zSH2/D
LDvzMxzOuDFDEreeCr+g9m8oZSmqG4UrVbEa6rtyBbm4DRjxAjCbCnBnW75y5me4nP2RUarrdpov
EbRUVV258ybVwuPR8bLByuLKDcwfdRb8LCAzU5S6lbX1QddBanf7dyxu59nP4OxS9aZM7Zs5Ikna
XaEV+xpNXekwWEQSjTDPK7q1Ys44U5MWPV5fld2mnxSGU0V43KGtuH8DbavAKwqWdcWKX8dehkZc
HLdq5QehDSxztGVN4BkXnch8d4FzDCQ5BreJmjawSO9hpOW41upf6NQpMCQZyg5tXiq5Fpzuxdvl
DI3bK7PV40YfsFdy/51UL6zbE/O19wLMLOyzYjU2reAMigC5HYtrT9Kg0oPlZZHlMzuTjgqGL6r8
LlVdylxVlA5a9F9/Vsg3LNMggEwRCXDoDdAiINMwRc3zbYNfbhU5w+CeBl6Ndp9swKLkRH4ww96c
5Tw7DLeSzlGS4a7so5Pc1D8rtZ9sXZteam/aSoaH/GF4CquZ3a1KIjdPVA9i6aCX6cccjOImRHoF
v5QsHJhZTXJu3KOzUDnnaj2pkVOIGNmJirJ+7a8x74XhqLzYkAhTmWW8C7pmrRUxGDXhqaJ+OzSm
KAl0TTyAbzVL8lGQp6O/9isUP4s6/QJKw+28J6MNilmMgdr6O/6DRjH9jtZW436TPxpbfpQO2bp5
AWtM8iAdxvXtb7F0G5z/iNlwzn5Eo4LJo5DwKUpQYQ69sso1m6m6wBkuoYB46j/H2Zw35AzFw5gh
hIxhGpE87STUjZJCu/NLKHv//WrOcbg4B2KpURHpOMjI4m5UL3dLHbMHmigJv+ydwHCky6jOMp43
CKN2OdrasBydvXRssurUaRsMZo4u2FtkJpqFX75KMbQNhRzwoaKr/fLz+b0+eLEGS0liO9FHK28P
KWrAkJkYgmOfQV4xsqQGFEZUcFIW3cYZMGcdfmhKSY6GDXvUyzUUV9e9SHZr8T45Q+CPYpBShFL4
lIOBEHhaFQxSmPomh+z0bdNYvCTBFYhpG8jpIYF3+Q1BK2YOeQ/TyIJHWrohGi5kRKWai/loAdSi
tZ9BcV/NG0gnZ9kMVT5oSm+xWga5cyS4Q0Qo3JeDOjjUa+ZcnRQeTDQGhOj2FJLXLl5UaG4Gh7Gu
ovmfA4GYtVSqNbZHAZmyHx5GyG3IoPKpT2biRnFilarg5r9mdJ7d4jzRgwyrTqGjdLlRRdLFaawD
ssms+Egfx3v2XN+Re28lO7MwGWb8u63/G0HdbQNZOtRnuHxkQ6o4i5SvN9K0NXSXonE2uif+vlWc
MRKUta4HZi8XydcZoMAbdwiEcVeuTct3dd/y4f8hIHuf7lKIsZmT9SZbyUu5gjh5Y0E5VRI8N5bO
w/lyyeVnRhFZDZkG85mGVRvtxxG55Wejcpjy4/Z3XSwcniNxJ4+mZkZ6H0gk2sMlt2PrqPKeUnSW
qJuKrUpoZJeieb5rTjTuC3OH0DA6n3QSvnBt5ccJYT6mQq3BhwSPFbw1L97jvlEtzLQ4PzzXF1W3
VZExceeGTHEodxE8NkjyVt4zu4/eakd3QxdVuLWPDX2IHMOBuPyWPpaO9L0Ba8W6fi9g3YVdbxA2
maASjbYb9Vu1kh+kfSh6Jy259pnQAAKOBIIq/KAxpr2mGHr3uMOGOy8cQNsguraWHNR5lMXte5Wl
TSKPuDwyz6JgV5HStSccVFhMWJ6jcPtcJTTUpvmKSuHQoU+nJ0cwTWjBp9qilyKRoKXilvLLJK97
c0VH2b1t3aJFzvfbWWSjoaqLxkXAK/lDL2HUEO2DaSYqsi5GAOer5N9DTSpBDwT2hPRDZazq+jD1
r0yCuHzyXkcvcr6h5bacHm8vbulyPkfl3kVSMaDfO8XitFLaxZO+75PfoKJ9q0fp8zaS6DNyTr/q
5DzLwPpu6+M9VV7G7qnxfv9XEPwTKGqTNtN9LIbEk01CAtrXaTUlmXMbRrRV/LzmZJgBbfv5o4GV
DdkHBBqtsa3IqaNur3xGyj5XHJml29u4gi/Ih9h+MHSKHADWp+8VUtid8kDJ222MZa/2z7uJj0Op
AW6CtMAuhT2aSTvQcfXSu2H0+4qSj8h4qo1wcxtx2Uv9QeRO92jGVaJ5QKzKoycjxE0hMSK4+Bcx
ICSLgU0MQl91X2W1USv97EFIG9zlZo9UkKnl7c/bK1n8dopmGhrIzQzKfzsZ3U4Q3phRIKo8StYI
uadkdIikQqLo5CNx/t/hcV8u9acxBjkRPEb5WGknL17F4yEyvqXewwBWnttgi8Z3trj5/595QV0O
o1hmABs7yKNr2yquwQIg6B5f9EZnIJyrjf2uR3kfIF5fuiC4suXQRK7BOKGpRWB2os3i3C3zs4jE
MqDAaaqaaM9xm+ljHJ5UspcaQTV88dv9SQPwxUS9qcci8RCo6GCAHvudYjhhKeIbWA44z1A4c8g0
vPLRMgrxvGNwqjbTBvX2bXosoFwVWaih5FboqNvMlo7pSk6t5Gi4RLB/16Q7c0h29hs4K2laDSQx
MY5A9/ME9SP/Ff2Ln+/PhELRr3Q6m651e7LHN8NtbXU3UbtZaYLf8PVg4XOl57+BMyLkgYe09vEd
WvBVOGlv08dhX6+7TfRR/gweVBB3uijcK+7tA7Icjp6tnbOoJCMjq0vgQiTLkCzkWvbNhnx6n61q
oRour4hVfqCv41SgcV53U1H9cfHwnOHPFn92Qj1Ni2MzBD59Opqg6HjzDn3kYu/lFUTYHtu990ju
QDPjf9xeuAiXu9gjVheUZdhzkJmHyI9ox0lyheK+ApSvJ8jZ6vQY8wiDitWF1Ufk7SEWEUedNZWC
t+n8Y28Yz9fVfwZDaO2pkTl/RJACJ4H+S8UbArIUlqz+ngIZzxoZOWpRe/CiM/qzdV8sGGeoWjZV
QTcCtS0+JU9zkhi0MwkI7p4ZcqRhvbq9Y1f+CFTOc2IU5F/oMDf5cf+pMFksSyBrj/LagZxqq68L
UgrOw1eV6eJTzoTRZG4lQbUfTxDucQBRSj9IZ4FAUNaOrnYEsfJWdbI9iuB4GE3wCIEz2Fae2agd
Zmvnx8423N3tlV5nrLkfwTnFUAdJhDYLPY5rsLpCE/3D3HtOfQy3+dY8gjjrM/51IFZ8KhxDEFpf
BR0cNOcLMeQTVHE1K+2x0RrAMKn2gjvs2t1yEPOhObMbtayMzpiFtUGNhEyN9v17tGLfftKdcZo2
EEV/aA7h9/Qhf27upg8Uan3NVlxP8Pqf/dqtfeb8nj4hMJVV/AiQ2JbRfSSvFHWTpoccCiGC3RR9
Us7F+YmcQfMJULqVfMNMFRus4iN9OXSv0m9jo6FJwNXvb2MuQkJVHOJOoHVFDHn5ieNsyEZjnFlT
FDAht6ZdBIKwcYF18ose6B8IfhfDUM6kCRB54ignDDyk68aRLP30jHaYn5ip/s2e3ypLMu3KTdel
0xeWAQbqVfjB7tp9JAm+8pWnhVExsBZpYO3SoEvCFXniPtILtVChLKPsSL/LNHc0fudUFJMvLBuh
OEgB8W+Ip121AtEkbcdQNmG8UZivzNbvNhmaCiZLzyjzHd0MjGMop8GdbwZt7lR5Wt71fZI8hZMa
7pKUpPnag3pAZJUlkryEeckTkYzyQKIBKt5EG0rQaFHo4tZ9X3tWlIN502VhOBLwe4b0CYx2EVoG
a8K2UV2jYUdKFEn0WLy6UCADhOl5vArAXgQNFM4LemPse1WFVaoxld2xzzxbq2tp2zczYNmACJn0
2pqObb9GKfuvBwNneEMHeRJGr2S0lV2ab6r3fRgXuMtCQspVo8f+uzGqBRI2lWjM9PpWAdTMH4Na
FyivGLfSwYyUKIughJG06A7UlSzcBgUzkMsdeoGJLkFh52aZOFMlyPZfrioqVCnvE/A5B2NR73OD
FQ8kaowPo1DDQYB1XcTDtCPDuDN4qAhYcngiyQHDs31dlLim7OzZPOWbwaGK0ybQQKojKz5gVGIV
H/y14VA3ceGI3rK1KHO9sOCL38A5PiVum97v8Ru66EDpa6B/i0FKd9vTiTC4jzrGst/mBjCm7OS1
pypYReHTbYhrZ3rxKfkEfDVMdSNNgNCmcaUoyQYxj/P3EOAxwmQ2/oDhbl7l2ZWo91pWgu0bzxww
cIZMv++zWLCK64Tk1/zrHwzOYXcNmDYbCRilmwRudJ++GAd5S3xX2ZnrwFIKaxJtztKXO18Wd47r
UA/A9AbIZKosEwy1nSDwvW775RbFmZiPRHIuzQjVQX8KbFKhWkEfNYdZ6ap3ajzejJO+y2xZ9F6b
/+LL+GGeJv7zNTm7k8BnZQ5BBWrBh+R+7iOwjW90T+5D29jqLjpqVuar8todPVvU8rWIrBGwVqL2
pYCI6tJWGO2glVQCmeWhpWXP0XuuxxYdHBR85eHjtmEuXAQgMwDT7izhgsCbA4N7MZO2aiCKoZzG
buZJQq+cbw8MGnvr0cOso2jEYOlA49NiXBvdNZC45xxyGwW5WeTQHc4Q+snDLo1+YHj79qqugwUg
nGHMdnt23Cq1kkC9Cwwps8LfXf0m+04UiA7cVWvtXIdH8g5MNNAoRDHjEqWmjUGoNmS29yLviic2
mwVZlQaqO6PgGb2wTRdQ3IKCnnhDJYHOByMgEousNHhiIKQMTEthSILa5SSo0i18QRwtsKZSA4Ry
Cj+9mNDORJcwaPCL4lSqvRVryOyiJaoQ9cQsAoHrCb0dKkbA+ZYGn7BSz+IOlRPM1Y+hYpkglQZh
gVtr5eNtq1jwVjIqu/+B4h/rXqHl8tQAapwJmOrsNLbFt9sQC8YNi5j1XcHvbF69YUstRUxXAKLv
fCf11PsY+aYgFjXPLPl6VMahUqrO1LZY1aXpteiP6P1kTDF2sWqnxzDZS9GrT7YUuhwhejLK/TTY
fXRXJPcgfrq9xuuU3qwhqWKvKAiIVATjl+CsoXoceFpqkweU1ZBROhhbN17Ha+ReR2tcmQ8S3rHQ
TGmtF2ntCc720i4inyejfog3POGfPrIk6V0Y09RWMIeatjgS4er2Apc2EQPucwsAujZAQ3a5PtrS
3GN4WoAs5JXmu4k8CEPFa0KS+RtqoK5GzgMM1rwKnBZ2I0sVhrcp3ce9Y1rZqrOGh/A4PTRobpBW
P8im3NxeF1k6ayDJhsqJAcWTqyHDqaB5Q0ssLLVqq929124TWRgaAaFba6XWqXPI2rxDA9Odt6kg
NbNN7RjSQpZv+yvRj7lOTM5f4OzHkMuvHE9pVSQ1fgwaHhTTQtrMs9FzYDX30QrPSfldf4R4NR5I
oX33KfgQ89/NXe4X2JznbjELoYD6AcpX7/Hvcecovlta2n377afxOa2HDXpANv2B6Vb0oK/z3FJs
Ib/VopGdLX8287Mrqi21qKjmvchd80l97ywUtY50DaOzB1c6PpCHQpDvv+6HgB44XBLe0TBtFYTS
HCQu+96vcijNNmvQ/Y5ufUTe61TXbnw/CMAWlje/0g3Ia84q5LzM5ejHeTVVKIj38UZOJWuaNiHE
TG/v44IrgF4f2nXgBRFa8xewQfMyLAwFJjQqNqYGwTgsQLhO2yNcn4ezcQkiZIFs9+U386CqVWe5
DgGdu3odvGm95R1Ia8lP9/F74PrRBgmJ2rq9rKWjcQE6n+Mz2yBSkGZGCtDertf+RrEMxL+b+lvx
ph/JhpzAcVOtgmO6V2aVAgH4QqgB7WhQoKKfkRHEf5fgujkNhZcaEM1wvHV5jLbGztes4YPcIyx8
yF5Dh27Db/Fb+BStm2+3wRccFEhsIf+ko1sO0NwoQlpC5yDwAsSG2dEL7sLyqJu/eyLwgwtmMzPC
M1A3MyR5vu63s89rxGHWxBnGFvvyVdHeWfL3to88g4pctoEm36uUQ1a3zQiS7Qy0R6XVxw7JTpim
vf2lFnYJ7wMVlg+CHhV34eUukcTTWN/Njz0Mx6XPvbHOdVAbbmX66IFxURJWWpe8B6gG4T+gkYnZ
Q358I0y7EbS/Y2Y3zbp3Qdf1w+yczIrAvi56AS2dugss7gBI6BAiQQUsTB6nd+nR+AxWzGlXZEVO
Njjgj/KHLHppLljFBSYXUil5Ce1XBZi5G0ASJMcVGTgx3LF6DO4aa2f4omO+4CMvEOeH4JkdSrKC
oecWgoQ6LuCf8mvs2401bkerdkzXe1LsZNduRQok8zK4q+8ClDOcviY5mCLnZZpPk7TH2FLPbLVJ
rQwtlrdtdClKPcfiEyt52lHWDMDCM6x2IZKEWrOtPWX7yLnXH+on37kNuPhBwZ4AK4UDUfgcMWg3
M3g1Gc6yHe0J102kPZdovftLlFmRZ2Yaw3gISAB5gmhZ9uQJjxS08DUxaKmdQsFgrIjV7GopHAhn
G2UBIg1vAAj1oJQFfWA1W9ciR3Vl8rPoD8RTVDzDMZHFP/JkpR/YMED1JyIwdtXp/UJgAlcO/QsB
GNC7mcVFuKx90xYF2M9BOjeUppOVjmE+KgmaJz7+eksQAUBMBF3xukw0/pbOqwLvyAIqSZiAT8oB
Exxv/l8/CyD1ooEkSZGx63iAcGuR6jyglQ7i8yxQH9S2c2imrIkv8EMLG3+BQi6dwpj0Xht5M4oa
bzHXu1bC9qTq9frvv5g2M66hpqIhDc+5gW5AUp5N4FbvEnpoBvWo65gJTtt/AUORIybo9QRTL1/T
HSeJsIqiLF5D5hoBzSwSLYlYt+ezcOHSsDFQl8MtCDllqKNwtwXJywwZfQY1ZUpXvRm6oNpf9z5z
6iR6HKTeCQJR5vvq+uUgucsiMjDANzQ6CPdDDY3pblj88L3GiQdk7JKVVq2hz3l7w678NrLGKGAg
DIVgFYQqORPXp5wVtEFF1TBqBNV4mvQFOB6KNZuMx85LBTHSdTfhjIeIF4ktsC4gu3Vph4Gntl6b
Qqej98p1m7gF26XmOkcbvv4Sx6+K8hAE76YvqIwvrRJzUZqGlAaCJ16YC1FVH6YVkq1qtfMDOx8a
qw739QB5506Q4V1wTajuIc4ms94YHkWXCyRZnExlDigEwdtU9Q5tEmP2tfzdms3D7b1bgiIICDH5
hVsDl9MllAZe+p52sBbKOhmj40V7NIKxORR1KVmNP/4LTwWBF0ybgJWGzaWvS7yeoLHQIzgQFWEu
Jh4sQ0c5UpSIWdorKDghykUyBgOd6iWKacYjrAc1xFyJdczO+LqFrtaHUEk0tE/kqzHL3m9/x2VE
dV7bfLvztbxSr7qkKo25d4P+SkYQ82mlNflVbUVGvKqFjeQivPn+PAvQ6qFucj0AXpGGv+Wgsets
2A1QVMdwygOrRPHSgusH7/2f5XFHfMQ7s0xifFAj61eF9KwwuspF2tGLIHj9gF1vJhXl20GzfDSh
3Is1DDHZlupDg+5gpsR/f+/r5AyF+3J+2lZxNPfyDAFZyZX33jblUZ1++mEl6IRYWg+KrXCKuF/A
bc7ZujqBN2SKRnji7jHpTduXJCsQOd+FG+ZrCknBP6iY81e/Fmlj5UFYD2OEihPIb3L45qHKmnn1
Qxn+SHWBv1iEA++qocog0YI88KXdjUMgy1ox35pTsdPjQ6J+Vmg9Zb+K3t926tPtU7UQBeqQqkEQ
gMAGX5Hz9JXct3LdIeKITfOnBJJVNQsFL+IlB4jwTEXJB2Ha1TQXDpGskRq+FmmcrdxmTtuP31HT
QAciFdyTS/aAKE1HaWku+fMFrVAp8YbT0bYS6RvMNVqJvJkH4G9/suv0LW7HcxTu8mBamGZmiQU1
iZZ+ShNlO29Qq3uIOI4vijTpG1RXijW6VhIk5/V6HxWolYNqIzJPxOy7J5a6pO+2t3/W0k7iE5vI
3YC594phoU2KKUsCDQk+07tXw+J+KF9uIyxupAppbjgQvLH4YUbi08wcqxkhLONw18mpEq0HVQHn
VFRQ70cTdKJM6RIkEm9QOYFipgwTujwMXqOqXk3hhDE5+d7Lb1OsPhSop2MOIF3dXt11joPbVu7g
meFIvYDBeCQo7CX9mrUumzDYEFgscvJSxXjPuhbdo0unHV1NuKohCKoRvrlTkfxKnyg6m4qq2YZM
3U5he/CSYTPClXlVu4u1yrm9UBEk9027nI1e5gMSUlVWozFrMH42npP4nouuyyz8F/4M70sK0Sg8
Mq8mK7tx7DRfgj9rsnDd6vJ7Jhe7vEBNVifHZgQvUaq7t1e4ZDUQzVVncUlIbfNOLSingUYmQi4d
BThtQrNxmu21HHUWgwpScYuhMs7b7D8BiD+XFkr0KKZ5Cwv1ULpR4x5Tk8D1V1H8c9DBpnJXek86
WQknixddHSwGNqOh24hnrQrQLjvF2twSV+uWkqX3VROvPCGHz1IUhOz6f2B4kqraGH3ogQJGrnzX
b14lFC3KfBWMk9WJ+OWWto1CTBbdYdBPuyIA9qmkRAQCsoj8vQ7Kw8anWfa6LTVDADGzeH3bSBbP
+7lv4a4+H2RxaNjCbrFWvQurx9zQcyvO+3VC/RWZkm/DhKGm9AQeI8GNuLR36IBARQKBM5JknM3o
ZZd5fgSbiUsaWwXVfptNukNluRREYkt3AnrS4Kr/lzOAc2lho2b5NEiIj9rxW16agaWOIhHgxV2j
0I/A8AsYJdR5sWdxctQOaY/Wo1lqdbQwbGTlUYSrHoTZQpq4q54LeGi89ZHigRuZiasvoYxcGqd+
QjsfaxpD2TWm6idHBJvFYEE21GTroItqw2I9ie+0hgaPJCDt3mirQJCnuV4znnPwLPglSKEYfBma
qj3tC0QBNioZbs+s0QPxekOtLHu8baTXxw9ABqpPGjrWMZfOrVjtetqqJjL9Xn3I2PcB8kZJtsFT
FR1lgrDm2igvoeY1n+0jtAwLFTyJGVgxwbhvumaOMEoUQohAOIPsKK1LZW6FSzH/XH+YUmfFVBAI
LWGglwleEfkSzNZxpys0ukoefLTLgPDWYUm3SfVkpUqiJMkCDFqvcaMZyCKoqOZffq9RQbhQKMg3
Z7X+A1Qja92D//AL/69jWrw7/uDwIgKqhHRYr6JQwFKICBTSqpYG16OKwB0uLsfETPYXUQXami6X
I5mo8NQlw1cbvc6WjdywTJZnVtOKZI4WHC/EIxGoIm+HTA/aui+h/LLCGU5MkPZBeyQ1XEPH4MzR
yEPHqL6zIlgZSmlPoh7y67BnLvfhJYckLkY/eHInFtZB5IVANZLkuaiqV1LglpbRoyJntUUlyLH4
pnv7+C74CQUNYmyW3GXIQnI20ql+lLRTmNueLq869SMZ+/WEWGukIvL8+W+6TIPCEP8g8VYCHg6/
HgYgNcYLNUxcoa7kUXcavlPMHDduKSofXNsLfDHaZJBy1/XrfmcaFiB5Rq3ajqvmBSkFKASQyMnU
QiR2tmAuQJil3uH44QT59llw3gTQdkI0h0zATjUiEM/7pevVwXev6z8nSBNipscmeXavICN0ewNF
n5U7FUmTe+iVx2cN6tLSe4Rxd1G/YuQt1A23lt51JrixFy0GTM/MhCjJdQzU6lpLhzrObYWhmyp4
GMjoyJ7V6YK4dek0oO3z/3BQSrg8gxVU9AqPYWFgH0Hm+k0zJ9uLbIm+p+abIYl4/K8DEQVQ1MTB
n+8ynnlExxhy4FdwliXbE5BhqP7fF+aUWbgVsSOqAHNYdbmgoUyQaGjhvwqDyJhzxpxh3KSmVepF
JjjVS4tB7hgMTF/ehC+Go6KWSAnR0fjsFxal98KQ6iuq5k4zNVHUmptLMaLBBzptJcdx5cFXDbTO
rMKjez2lzUoao1MgS6e01ujOI/1BkaSdYVRbieQvZTkdC+L7jpTB19TBPWpIGmLZbpcTqClLiMh8
We1Wtw/I1xzg1U+FqvJcdkU0xLdw9lWHJro4yKF6ylaFkm7kAB2wTHaKzrTDIcD8lWfLw09/ok6k
+LbZ/XVP8VwqUCFLg1wZEmZ82aAuPFQgR8jK5crO73TLrx6JItIVv3Z3M4ipoEEFyXydL5mlSVqm
xejDEcAJebW8ZgRPy2xz+2t+FcW5rwkOYkLROoU740pjrk60KSImjuWwoivp7mNw0h/gkwQrS1lb
6/Fn9fY4N71n+0N8qqzk9Ul6DnbFd90RNplex9pYMN7OePnpGDHhw/o2KjNFjbHgfIjdrH3Rx3kM
qhk2E8jpqqp1Rq96VIrKsKhQ33LxY+PVOaMjhuNF3BF2l2pIga1F5o9xaOyhUPZJIGpzXjjHWOIf
GD7izSrIareACXNUmhJ21wTht9sbunB/zMVJJCMwuEaha3vplYyymOJUwn6y6lHz7rrsXUWT4/Bo
1O+atmk9Qay4kI1QLvBmt38WxDcjtJDHMMqhoePk1V08QqrIHhSnn3aa9N1UraZ/kTqB1S4kRIE6
J0Do3FBl8hNdcVeYJajJoUq/kZq18SC7uU2+4T3EHM1Jt906/vl5+7suWcg5IrdOFTFVWqDNEMUZ
+TSq+W7w6SmU3v8eBYU7NOii1xlJOu72Z6U5U9GlOVgaR7dqxm1Z1Q6GyAR38ZIPhYEoOPboOQar
9Lza810z+3iAOjV27RQchlW3BX+GrXzPD9pPjMoLSp9CNM7sZUX2kCUHWrPCTOeGrSHntQfv+V1i
4SEt0idYOmSqiU5qGZE32gC4b9hHRlAinschA4W8Wv/C2/X2Jl33i8H/nyOQy6+n6wVt5RQIoPlN
ts07AaOZjNKqxRQnPkB40P6B/PHf1+vQ0YIbh6CZFq+lq7xfhGHqjtXwUfKzQncqcftEZBezFfO3
AZoaMOIn40GL0PdyZR6tiFcNfW5n2+hkHJ/ZJ9mad9NOfood20CnGObiQMTn3P6gS2cLzYUM7hfd
hXBdHGo8BjkaAOCz0srJKmb5KjIcorTRNeMetu0cZjacM6MfM18PqqKD0zjlo9U5iAhz23hGf228
1o/5oXplm3JvbieB6/ii8rv+qn/Wx502WmCUpkixPrL+PgB4OmWHHl5rpT4h//erOJTo/esgPI5m
W1TO36Sd27Z28mN0Rotuha3wS1fE+XfgjiOTIubLDD+nqV260Z9AVLJnTuGSpyJ36tXgmo62KQ/h
KX6zQcp3e68XwdEEhsImrAwvyMtN8JmRm0h54nSyfZus0xrj3v1DHDiZ96vqnVQk1Ltg0eg2w8AU
Ho4QRuSjiqSrKs2Mm8JWQxmdj+Cl7qGZcR8aoZVEIUYfBBfigi3rGMlBiwd4TDGWM6//zMiksaMl
skG5HWfgCGqMn52PUFUlfz0LiZsPyVz0oM3PAqTjL3EyVSm8IJTn53cl7aaeNChJUxGf8jV1BGDQ
04E6Az4gIm7uaEaB7rMUBMU2ezG+64fG0dFV6d2boYUO2cFunWkH2SjpaKygxnbbUpbc7AU2d17L
qBrLtgQ2sevf6Wt1SO7VfVpaBozULECho4Iu+0V+uw07/63cYb1A5Q6rEZcwmASodbofutf8ryUe
5i+KvAmsH4JVMt+jSEDCnaMdJ7elyi1kFIji/yHtupbkxpXsFzGC3rzSlOtq76R+YahbEr0n6L5+
D7R3JRYaS4R0Y2ZiHjqikgkkEok056Cd5EnpzuDpU6P9LBpO5MVKFwKZ26oGIE5f11Tglbnvz8rZ
ulqunED60fmzjwk4+ao7bC8h54wjU0MzUEh8UfyES9tET6Ex9jJs06qmE3GmPap/run81Kx3vDPd
ULH2AFASMKdx9w3QyxYq0jLeZMy+jUPZjBmepQjh+4MVjTeFpPvbenEtEmopwNfA/unsw08nWlwZ
+AckDOhI11/y5JjI1z2yGMRrh2cVEEPLnYoHYfItJ/sBwZUo8uVpuf4CZjMzA7SdTanjTISLdNIs
ot7qjfGxrednn6mi9w8OGrQJqBhp9CNWPqyQjDCauq7GkMujXKIYfeoB46TfSvJJ139sy6K2cHnc
LmUx24aWBakqqH+eyTdL3wNDM53OSnLtpILNoz90KQhdGqu9YzxZq2UKrAN7Bwi3QML/u6E/Wono
fqOXJyuG9oJgTBLdkwijLtdudgAFOjnUL+MV2de2p4CSQUlum6raba8cT6GVpF9ZzNUuGe2SJHGh
VEB3Xw6FDvwFJw2W0XzYFsNTCABJaBlAPR0FN2bd8kxpUoJyE5gQilvLid6nNrmWkXrByJ/g7uRF
aBSC2UD10MK8Cbt4aLIvci2CLDWtrwiJ7pbZ3FtAQkT6Ypdl/UHW7hRMp+eN6jrTjao8gmfyHHUG
8Jnf2ywTqM573K6/h13ivkGWuyP4nsUIX6tBCfRWOYGw+pRm8V2HQkKOhnwL6Qr0IsTuVP71OUQU
gcEhvOJVROWsHx0Hdc7GHl3yZee4BUi3FA/4TUBX9AoJj/qv2xvNsSfweCCljcZmBWN7TESxmFE7
FzVovsplAnvJfs6/LYPASYtkMO7LCKssd8K4BhVC6S7hvpwjvxFCJHFM9kITxmSjpp5kpYMmOrh2
+68SJrxzP06D7fUSSWG8ZFw7pNcJdDFnr4zQNXdE/lG1n7al8FcMb3QNMD2oRzD+xFaW1IIZ1mCj
BqiGfnAwQDs7AlfCV+W3EIPJzccTGeWlpVsvXZf6bWEd0tmbiKAJ4fO1AnNGAhsj5MDhQU/tpWts
SitMJwsLJnWAPRz7Y601Z6LXuTvkqjcq4V4dRVUH3vLRCgCm4xAmY5LsUmaeWlnrFGWNPnYwkM3O
GWxXe6dXnrd3ie414/VthHWYYbRpDzTbvg6GhxRkeQ1swVSv5wVTvOH7toTP9yRNcyGiAmgdMH/Y
YiIQ6onaanhXWHZS+OMQAzU+HotA6cq3cU4J/GJUCPzf5w27vJup2axuGFo0JXqFu7kHuoB9k4bP
Togx/4eqPE+qoBWfU3RDTxqQhVCgdZBW1+nHrIQ5Mkb8M4xWeHFiH6v4VdYMLy1mz7SAmVfCHU0f
cpQ/ho4oqvu8siroJpBrQ8MDOv7Y6v2CcKd3dMTHfeIPzlddC0JyGvU3Int/u4UQhDQ7HaKEW2dv
tyRUNNJViFBr8mUyv4btMSIvrXpaRCBUn63xQhB7bYE0zjLyEZGB0n4BdoI7TfttTT4H+CqSa2iZ
QoLNxGuXnrrVXnX6sFR9byKWmq6W/s4s91L82kaHZryq1auoEyQQeTu0FsfYYQWYWtISiMvr2Zvl
4zK3+zB5k6ZDn4p6bbmyAPWApn90DqMB5lK1YQGPDfwJrnz5pbfTg24s95XWBlJLXLSrCCKez+6J
YkPSvngbXJAA17qUZkh9GlX0PhzHwrWs3Wg/h3WwvVmfnTuVgekrB3U9UO0yN0iVDvZcjRmi+eqH
MT806Tme0QopSB3ybA4DUXj2oRUanRbMuilKU5SaRaUo92aYIO1/v60G1xnh6sDL7pf/Y5aKyE1d
1k1ae1Xpm/WzGn5E+q2WHgtA7meiXCvPCnBGfwtjnBFyuzEhOS5EGwTBSXY0rHvDqF1LPnai9znP
BDC8gMcJ2uGRcmW2px/tsTRiLFzTAB2j3TvAlDbA9ry9elwp4NUBigsiSdxVl4YWt5WBKm1ee450
Pzu1qzoPkiXiWuBZGgKV30KYVbObUYKnhZAFh7M6dsnHopxkMKps68LdHJT0ERUjZfwJU7Ws687K
EoixM+OqAELLAVmFztWj6c0CraQahYXgCHElGqhKwt3JGFtg9ig24tKQQ9xNYfGdBhKd5TXSURpr
v6/228px1/C3KLSfXG7UoJd9l1YVzGE+dNmxAc6lYyB4FYjh2sNKDHNczdBoCBkhJswDc/hK4oc6
ednWhLtoqJNYKGhZ1qc2bCeN9RZN9LWnqvdDuuuNk+yE6NX0TFHDN1cZOB8ZE0bwDuw8bgwsp1Er
oMzYJbt61rwUvfuTPgvub+7WrMTQv69uvbwYbTOlYjIC5PAU5FvBrJhuX/2DK6XDpf+nDl3YlRzg
9eWqkkFOa8RHjdgv5RL9y/avRDAnFcnjqETBBZTO0YMBVjrndpkEAR1/+/9owZyZTndIY1BD7pRs
F4NfKNs3EcAq9codhIkDaq6X8Tci1T/6sA8YQIuOXaNDGCljgNeNdERv2UvGm0lsv7eKYFh08A+Q
FGjPwyFbnP9uPdmowbQwQ91EkA/3StSnQd+HnSjjL7ByQ700CzUHDpVdQ0beOr4Vg2PQcS1RT67A
xtmJm8asRrCOQ4gS+U4fDPbOUE+WKHXFtQ3M+6LHDrke26R/X1m4Js9xrEyQMtYfYek2czDk9yAH
8CwAOG97IU7OFqaxksWYeqyMyWQNkKXulR05JTfVTfWMKtfBWlwAzSB4uCMH669f7VQohqOwWLig
WMDbWLc6PHJquFf5SQNAZvHDEnlw+t2fTH4lggZkqzVMo7zX7BB6meWLXb5PyrfM8Qb70R5VF73B
glXkHrCVNGqcK2lh3OdK3kChGvBUoLn/Wl61rnUt7RPf2Wvft6XxzePP6jGO1hrAxjfqeE234AbW
EuLH0wSQDXc03ivjZVvWZ3g5PP3WW8XYYtZPndHFECbPhyKQveRF98BUdjOc2kN2dJ4l1wmGoD9J
e23fPiQ+iAu2v0C0kYyBdlE0yE2FpY1b44CmgmF6BT/GXtG+qvX1oP7Di2OtLuOW0f6XtZEOaWqp
v4NkMXHR/LSbW+W4rRUnd3qxrr8az1YWg0GoGg2FWNc+CtrwySh9C51IS3qYiF+ZhyrBHRofQtkS
LCdVYONcsI2fizLFRg10Di9ss5fBSY/O9GSEVCbG7Z0UaGSp17T/8jj5czw0xjdX4dLFUQahZGx3
BcDUmtEDfoHafR0LkPmMgsQw9ypYiWMSnJjDajKZupeSYFAJQBdtXz/kkiXQSrSUjItRpd5YhgJi
5OrDSL26P1kkRPbxEI/eDNpb0ftBpBbjZKK8jqVJg7xwvrb6m6p6UpvHbbOkn7xlHYxrGZq8bhwq
Yhkfp/ldmwVRDzeNtTpfn7qC7TAy0wEC7Kl/WWbpQXFSt1bie+BnBrNpXCXlbZ1jFrEwRSfucwPl
5YljHElrq42cJhAN3tYXrSDnNI+uQPl9yvXk1Dqyt4AGp1LMwJhkwf3A92GI8i08jyjM2eX1UAK7
g2g9LqNU0r1c/pDTeB8Xy05ZQr9o02vAiQhyQlxbQQCBUSU8mgEZcilRwyjilKf0xBljYDZjUCo6
0M9E7fjcq2glhjnYOrFbJ52xpn0y7Arb9toxuR0S1S+0H7EjgsnhFMCwhavKK6OViZdfohfIuIZv
UuxS2grz2Fy3hwhoOUfcQKd0cpWv6VFUsefu30ouo6bZ9toAxAmEfT2Y64vMc8i+B92AvLhq9ZoN
Ah/NX9U/BWbGf+lGunSqhAJzWL1I6Oe1X7vKX7qdJrpbeeEszcgDBcC0AEHBXO6G2RlkQfOVB3qJ
4yQ5Vzj892lrXg9xLDIVnrdcy2KOH1gTykoucQYmNdvHkT9W92Q5IKsTOJILFltgANv/sI5rkfST
VnesXkR1kydQr8t/FvaVRH5O/TPAcr0YdGvbjpNnIfRxDRIQdKaiQngpqiVDP+XA1/KWbGeFwLx4
U+1zOFc7VfXtSAjJx/Nla3GMQRaVpdWkg7gGEZGlH/NYdSX73kaX0eKc7Sqoix/ENAVKcs1lpSRr
l3HeW7VGtxAdTdN+qPA6QMOKKYKE5DmvtXbMxapVmOHukcfyqvEtkz05vstEEN68i47m58HBh7Lh
J+53FIlIZDbwj5Vd3Qx1+IB4QXDhiEQwd2lZSbVd9S3Cgzo8o7ITNJ3oochdKDqJCvBniiHDGDiS
Sk1S2nAUGsaWlfhrJ09uKkJd5R7c30I+TSYhEZbY3QTnZ83z29I/JU58TJDwnd476TFNlHsb4J3b
p4m7dGgIRVHXcjDKwkQ6JVoq7LDD7mTzW+vc6X+PYoFi2ur3ma2Z5HIeJBogJqZ5sJ3kNs7QMRBV
UhDO/5L7AOqujR4F9CJqGrNHZjwkI3BQsEeAsnAjSyrchPSnJhbVz/jG8FuQzqRGiTXlamZAkFzj
SVG//u+8sMClcl3AH23YuEJG3GQleOmiAx+IALlrA3eHPCex4BnGaazEDgEUG9uExhrAOVz6U1S8
VXtAO7I33wPvI7z3p4/qBKj9cFccy9doP53K/exnx9DNT6IOYK4vX8lmnGspdf1sa9BxptM0UR57
cZFgsGxKvMUBm1SWH0a8lrZNnnPnA80Q09GA+Edb/qc+otJIY8y3oeM6Bxe9rw+A7nLbypecl21B
vJcnOtgBAIT2W4qRwRyuDEhgZmE66AQ0SKDPxV7Kl12YYZC9XQ69/gNNATcGEmjpbJ5TQ9TlwNMT
7VLoNaawEvj/5caaizyWY4qeIZ00YADP1TJQxsxxSVb1Hg5R6csxICO3deb4EwykYToAHQiYRmSb
H9WSlHOooDiWh+DkcZb3cQb0wrYMTiMpSCc0mpX+RW7EptmHxejMgqBSZc76XTGgLQvS+itbscuT
NM94Xk/SHfJS1pWC+MNTl/Qb0DXQwGUOmZtEIM9K/x7Aj34SmtmBDgRwBLYQXc+qXEwa9B6MD6N5
zKLMB9ETVn12Q9MROG2O/7kQxjhVgjKwXJsQNkUTWpckY/ZUszVcKZ7ft5eacyNBEiqpeNng8cGe
lbJBssLpENe185CBgRHhf54kkq/M0rGZE2PX5o7iAjDuRz9VT9uyeVoCywmEC6iuIXZgHFMZh3aP
lnU4QCs+lhGwgUok4IhoPlckRmWOiVLOS2VBRXTrtmrh6iRyR9GgJseZX6wjPTar+LgvZwJMR1QK
pcX0MAtsqX7da4FeBdtrxjvz6/2iyq7kzCkSlR0oo71o7m4sRI0N2K/q1pOAaz6KOG55xmEAEpjC
tWG6iXVvcb+0aj5BKdJ1g9doKkBAZXN6qUrMv8l6+T3JwQBStUP6LLekELy7eUuKbkYb43cYqgY6
96Wq/QQ4czJJaAdd6tZNl7a/M/qu8ROj7LxlmYhAHm9pAaBgUAgwkAiwgAbALhgiPYO2DcAoBvLi
dCcSHpToOukFx5uXusEE6m9RLKLBUhW6kejwb/pkhK5iDN5cxV+M3vQyNXzNSHtE2+vHXKvHWRY9
VH8V4JnElLI+dszTY8mcJYro08O4LW7y237nuElwV+4ASbqAc5GWKbr34RoAWoYIXZYTDlyIZk5J
OZiNmdDimTHfKaqnDvd996Bm5wIJcRFBsEgWYz750CjL1EFWNI3nkphuC/ZpfeiCIY3v0sEBB+sg
2FeeyPW2sg6tM5BgR24R3WTp3aAAMcVQbqWq9bIB84eLZbmDId1tOwTeKaE0V0ADU5CjYl/LdtrY
9UjbLQj+NWVPCp+VJPNnEe0wV7eVHMaLoorfDakGOXY4+telX5WYd2/upGxnqwIfxxWFWwFd4EDM
RSP95cG3JJIRzYDDrgB8HYGeEwCsTe/3rXIw9CtbNIrIFUfjYqwhbkK2WS406sL4VSIkcpQcmsVU
gJKHbq+5qOYbp3AUP0/C6zof/x7WAVPwGHoADjHerJ86ZbQGE5DJjOC4Lm4poiMI+uRmv20eXOVW
MujfV/dFmpVaKI+QMaXWez9kV2GSeHgRPiKAPmJI0dUkERA/T6QF3jXg7wKH+xNG0VCMjb3QbuVR
eZIkz4m+WsuxG58KlAuFySLeFbUWxniUiqhhbCEVjXpu6sXDdz0Fh9gv/uhvOfKa4XiVGH/dWQ7q
aGQJ0G2CvCIG1i6XtI6TQU6pSElZdpPSn5Y+2ZHR3G3vHGeWGXJUOtgnYyEBNX8pZ8FAWtfQIFAd
iWtqj1GCoivQ6TAO4avRB0pcyExJoMEsRLN4vEUFCQBtHMVxMNjZ3FROMXRS46zLqIZKdhIUybNs
vRDzFFkPpZagtUYQCvK82C9YPAz+UXod+kUrMwVSQZR2EtZUidVHArALUqhBjCHDthRhJXEv35Us
toPDnmK0PmVYVz37HoPDoQAXjocGvec2SoKkrI5qPzWuXDu3thy9bG8qL8agQNlokQSc+6dqPYpo
Q0dkXPxODqyL8MFBSIVmOdeRIq+sBd09ImHM2VgWTGmmCoQN2ocT7dU+9/P0tWmCCeOM23rRn2Jj
irVezGXbLh1AXWhP5qC8qPk3YBj9w++jTI9OYAyKYTbo0j4iuY/s2sHvd07xqMTDu1pI/r+IcNBG
BBI2gHAzImq51ZwKRTtg0Ps5ELflOhaEBxzoG5xo8Mz8RwQLOFnWciHnGYJ367ZKvPo8HbP9fNd8
0Xfmo+l+q3+CLTyogi6w99LoasdtBekefNojtBRTcm0L6DusPwn7YUyRC/YsufeM0p07MFeIpgZ5
zp/2Lf+fECZMAI65Zre0DKI5z411LHJfXWwMJWteMd0WH9saca1uJYyJZAGlOTdGCWHqJLkKMP10
URDJXTOASKNlGhhPn2afUWhJLLVFdnOO0H8HuB8wt+XPStoJ7JsvB4ALcAqAk2b3BuSKOKy0S862
43Ev44UTZBi88BWlE2XHuDvkgHABjhZBI/vMkeQ0Azsd3J8jt0FvnlLwXvU/jDpz5fJJCx/+foso
3BfGHdDw8QlbyFlAUVFaMPl6fu2R5JRESTDeyv0RgDHIS88wN4td5DYEmOM3C0o01ikWXRkiGczJ
iVHl7soUMmZz56T3mnGDQHt7nXgX4FoN5tzUMpFRhYKIcTjHKYBvjzXxhQRsIkWYA2OARUglGqS0
Wrcrmmw3o7Ov6NtgWxnexbN6YbIvd0tSnX6kToByoNtu7DxnaC7OzI/S+bktiavQnxSSRZd1FTek
DpkRWkNSDTYhE0wQhbnPO0HAx01HrvWh+q6kNBiOnOsRyzYky71hS+7Y4NqOFd/Us+dB6f3Y6bFx
M2q/QAVa+sEtq2SX5+lN20yijxEtLhPR53LelTp9vpOTdOs8zvfgcAaLratYrrOXj+Fh9ssgfbZf
Rdz23MBpvQzMDTnrRqfOKRZ7sp2XETO6yVLtcgCeWlV8mnTdhfPaAx/Cj4t/aEG8SBwwpzzGG5fo
tFk0Sq6n6b0BYOIYAIBtBsSJ8rhtU/+PnjbyXsC/BYUUo2fb9NXc0H5HTHCFx3zWih1yhl+sIjqm
zYRgLSeGlxnpY+U4J7mZ6932B3A8NB5PeD3hjsaMGvsgHeww1ir0WXlRFeN0foyVDevyjHGvD6dU
5Nx46kKcbqJtASl91DIurTtvxtQxU6QP7Fi60RXExUaPnFfi9WA3ywBDOcdmMMudK8/5YVtTzvG9
EM0c31xv+67NoWmhXKd1kDcvZSgQwTkuEIHuWI1mmDGUdKldadZhMtEGkLS5T4kv6UHq7MLhqtcE
/VhcXcDai9kaZCtBI3wpaJgzxUgsLONgHtT5FFcv6fi0vVxcXVYiaDy08kO5ZEZZmEBEmQQpuW4A
CQq83GU6OCLCBbrwTKyIwb4/yjCrtrSjM2U1NgbA60Vymuu3KcJoxfu2PvQgfZKCESs6Cg7qVvYl
nRfS0KnZgksvd5XBdbzymxaQswrC3G1BvLc0MMjwagcmL4Zzf+EmrVYuQ3E6r2Jq29fzKXqYbxIA
DkrH6FhAGhFVXDlx6Vrap4ZU8MDLsSSjRnaO9+m5Pse75No+y7tov+yNfSukF+UKxNi+Q3ks0X3E
eCwrK9t4saCeAwbVAfXHfhQcI551Y4P+I+FT50KmJs6kEEiQpbsBvNjdsQj9f9mklQwmzLLBLjKG
A2TM94s/3+TAA/neBvMufI3fpN0/vPdU4N4BQAnOjyIOXR4moP2pw0JL01EhT2iSBDY/wvDC3VaK
d5BWUthMv1UTTa5HPCCI/qXXvUK9KtPXftlvS+HdGGspzMrpYUGkOIEuqQMMdbBUTVd5upPSV0e7
KZf7bWE8U6AoHch0UyoD9izZBDAZgC5CF/ncqsi5mZ07LnUcWBhoFaweT5QNc1YoTTGQ8BiHV2vK
AuIxuKEqO6C8O6dvRNR5zNsg26FTY5im1zBwe2kG9TQOelcO6F+Jv7eab5e7pMOMsQishdcqALig
33JYQ4gwP6yOaGsDVmCg7KIALEtIqt0ZYZAH0rkWtf1wV24ljrGIOksKowV4pSd3aIWvAbpK28QF
J1YkhHm0OL0zqElL76PxsRkPefeQRse/N7b1sjG3qlTlkZ2gy9lTDCgA7jU1xpy+wMx47hOhHlq/
YNDoK2YWSyJ42CPqo+X20e+W/mqWRa1LvBOKIjvSVxZQ6OFHL83MsOOhUIEk7sUg26nDyavmaq8i
c5tWzr0ev9taIVg5XrAAyGg69wQ0ChA5XErs8dAbI5pSaCYg3Q+Nq0oPRh65xiy5iSEA3BAJYyyh
0dDaliv0xVcGFRAF5+nULeluVkC7s9u2CLpSbNCw1ouxCNoKaGd0QnaYbmTAbYP31w3ToCj8Luwx
2XIn4cm5LZJr56ulZNxQO2bDPPR4/6Hv9pSVzpce2BuaHov6XnhGAhtBEQpsZWhtZ4xkWPAUjyRc
FhN6o9XspbFeHLSaW0clOYSx4CHJX8ffwthkZNUXc2WpEFZH8WHMS8zqkwO4eY+JXrqStfxQzYm4
tiSLpgu5HvePliyCSSyno5nSCZbKsF3SPE+R6i7JNWhjBNv2mW4ewLar9VQZqyQhnO5AVRzV+lus
6K0rdwbukvls1VNQyJqfyvHtZH+VzdCv7GeEbPu0U93eHG/V+imadJRUE1cGJe4/GBQlNQCqMPJw
n5oyNSnXagtnczKjQ9chLkj6n83SCsIC7qlEneEXnQsl+L10AUqHRntNwk1tyk9d+Nhrt225X75H
8+s/qKMi5FUorP8nRIbRaQapWeA/s1T3ZqQ/HAuT66JWJa42q2CA0abJuyJudEiRzewe3+JlYMEN
gXlW5NWpV0SxB//GXsljrGeplgWuDLcbkjiq28rfl/itmgpPJvoOVc/rRZmfQvnZ6lrPzEXsRtxD
shLOeLlskoY8i3DvqXJ+ZRuPhRw+ZvGys7Cyf795oHDB2x9HRQY6yKWRREVGQq2CpKo5g62sbc6x
iLOMm2JAQyYskUJOA9D4UkZSo+xhTTJuP/uDzE9RbLlgMcOE9g2BwUypq6aPNvA2tzXjXetrqdSg
Vo8+PHBnBwSN8HCg3eplz8R0xLYEzi5BIaSI0B4O7nS2QapB+wI2CQdMn9TnTMPjK9GidzIZaFfq
RX1sHPtHw6WuoBih4N3CXujjbC5m38H+JeU7cBB8c86OUjn7ttG5WvqxrRnnyrsQxhi/NUWKGo8Q
VuQnMrW4hNxxFNQnuau3UoixcZA6LpoyIDWzoMlrUZ/V/CHDLHssfd/WhXPTXejCXN9jJ8ldjX+9
RJ2eARWws3r0GzmN39rO9Uy0ZxAqBWYqMj/REtK/r8zPXFRnGOmElYQir4mGkqICnPtxWzeOjV/o
xpws2yaRUrfQLQIMSmE37tiL+uJEejDHiKBha8oj6JFO2hVmczBd5ECRXOCHOMHPhSb076vlisG/
WYF6HNZg7c3+bPe7qVXpeXKNvvAqgU3w1w1otYCHRnzMPvv6QikMp4NzB1ytr3VXTSLKOf2avGcC
VSj0WwT74strCazKEkQYO+2AMdZA9ya3vJKeb+Tb8Wt0Rt/yE/pvrut9GGStm70XPzPRR/AusYuP
YC5No2ttOgKCzFDsktF1lPNkeMCcskC9AkQCongozZoisXxX9Ud1xnvEziD1SgWpeWO4nXZfFF/r
6TzEkxtNAici2EiLcSLalGRdQ9OuJgi3xnlvS6KnO999/FGGfsHKMCsJkA6dQyXgpWGP7hQFY7ov
MkqIBtqX/ShiShGtHuM4EpQxp6WAQBBdYKp1We6SMfNI4o/a27b34B/tP6ox3mMsnaItZEgC6ctM
kNVT3FIRZUNpbWbrHDD+o9HLricJAgx5Rne0byavbfnWY4Z2kN/K1J9VdxChxomMgvElGNPEBIMO
vTTlhYRvwlSlaN2YmElpBvAaTfj93om/SfN4ANbja18bu+3t4cVN69NrM2WvHoRxw0KNu450DCXu
gBLXRUDhBZh3fG2WfqmeDBGkH6/aeSGUcRlJa04FMeGIYej2MQnk2lUO5VVyhP/QVa+5lZ7gQ8re
31aWGw0Aqhzo+QaavT/nsBH5hCrE2mPkJ4V81JCosKQPC0ND25K41vFb0qdcdqskckEIJM0tJi7b
yq27fzlXKwnMElaWRYhM77IWmOvW8AHS1UiE5sa9L1cyWB9rN13aarANI/9qOo9LdIPWhCkHbr6G
DnLBknFdEiUssjDlYDhsjVCRRqvB6DvOsHqvKajW2P7UnUlyW0v77c3hHq2VJMYlyU5KSKZTb9E9
yIZvyIFTizwS3wD+aMN4JC1Sk2oZoc0oIWAaAknrg1INlLp3G8Wr2hHMjWAGQbvlS1Z8rQZvJIKT
LfoCxkEBwBWxdQ8tu+q7qX1g7mV7Fbl31moVGQe15M4SFhPVsHyJxgdHAaHfXUhwcP2iA3tcLRpp
EBiIw3gqYylDvQRHuhcByNKSvXDxxgi4ibE3iEpRIlHM4TLHVl2IQm0RiSOJ7teXZP4yZCdDhFMt
ksQcMQ1zdKPVUUmjhEbpq0SKPaVzzeljEjVXcL0f4P7RLw0EYSQAL4OMZpkBAU7LA7L9KvWgszPf
e+OuE7WDc0/XSgx7utQk7yKaqVmsb5haG8azGQryilzTXolgDldvDwqx6MtxtB/j/uesH7dNW6QC
c3SMtDEB3I6VUksQSGWRL5O9Fv7874Qw52fWG3sc6DqpgwnizwKgHHst+vJfCWFv96Jt0x55ArxL
cQ+larBIhmslIgxLwXqxaYN20FK9o2ksxXqO9bck2uciAL5fidRPId6fPbeZgwLOyibPqCaW4joH
AMwat2/qHXid7pSbxk9fAWbq572r+935OepB8Ow2V5LApXIP6+obmIdAY6MD2aYxH8A3PGN4SYbG
a6tzlpwVTBpv7xzXva5k0TOwehJIiRpnVgNZUf0tBIvp0uQvcqr5ZJSD3nH8pil2hll83ZYqXGbG
ScRhVSq4HhF27pSzgkFjd9mBm+tn4aWjbx6XfXUOr9qgfJF399F7d3rZls+NOFZaM86j7xUzX+ib
ORrf9PpZAhnE0Jq7XFFQYDJtt8yyRLDQ9Ce3DItxJlU8hKNNg5y+BoFS7DphAGxCVxJNbokOCeNU
LLNslYmqps5HG8SU46uQ0kUkgnEpfbvoMu582Kezs6aHMn8Xjjb8ApnZWC72Fp4BBFg5C9RIz51X
7ZWHxEWb3B2C0Hbxo2tjXype/aruwof01XyV3fGg3hDP8Z+1feEXoiyAQGO2/NCUtjST6NfmPeXk
zuke9ERw2fBFYGKEljnxdmDso8+1sZHpiZgX4sbpIQufMeG7bfZ8x/JHBmMbxFTDSbEhI8nn56To
3WTSd9kUunVdfS11UV8K95ShIQVwjoD5R37q0rc0LZjxCg1Bh4UxJqBkug7ZDW3iN/UpTo+yqIbP
zxCh8K2jPRtDX+yYUWGWXTEVMzK9D90LOrRhIskZg32GW9zpN52oKMc90StxzFXRhpg/nS2ol8hf
9flkN8e48gr7uL1nPHgr8Ij90Yq5DYCHUdpjBa2kg30/B/J1ctIqP3+t31pXOab79JTdGV4YbIvl
muNKKnMvGFmOLpMSUnvtjH5GeXqNJYFm1E18OuKYGlRQAAB4PPsSG9tcNYsIRY0c48nyQcmCDhjB
6uR30V63JnfJXv9Bp5VAxuu3RJUyTYJOuT2rZxMhsRcSA8048iwC6+Iu30oUc5oXu87SaUE/IHGy
+6WMvSSyrvJJMOfNtcCVFOY8qzi6XUQgxcz3tgb+hbtCvjFEgzA8NFg08P7ZKNbfm2CgmRza3LhE
PibWc7l1zfimqYOpegE1pJ1cYawuCa+G7mFOATu0c/7pLW3RGUxgklFs7EtXMuoAxh5NWgBDZUqb
zsb8Zoq8I9ceVzKY1dTQqqAbqEHQ93qs+UXxbvXf+iVQwu+NHjQiSALu5q3EMavaSVEvtyFU0vUv
xvyhqE+mcyVMvHHfMODmA/qYjpIbixpsz7lRlXTvunnyhuY9DgU2yLX0lQBm1UY91pPagoC232fF
CRB/QlJD3j2C9BAwj+nVhcr85eYDfUCK7QiOVpur8qGO+5NjoB9nIalx6jFGdxPJIC1S9a44bDsM
3hYBK8VGjyCwPYxPCDFTORlOOcFhmA+WdY8uxEm9ykQZFN4KauAG0QDHgn5etlcGLJRS3cQaPV6q
HwJzLzIW0MNr+21lOJaAPkcMZ6OQg7QXW17owAwgJbaRezKm3wGfFsoucD3/gRjmQgpzbwxOY03E
hBQgvdzVNbDLm3wH+p3HDqUaE7WabaU4awdSQQ1wUBS1DXQQl6YBhOVctycr9ywSB1XbfWj95JmS
LCjNcMVoSLRrFN3lEwuTBZIDYObYuTek9ZdywNiM0t45Qnwr3haB+RFDjTA22Bz9jNVjzErMwtBj
KfdCuzQCu8nSB9mMvyxZlAaJRs5FWN9kqflaodnXHRbzOowKzZX7pXGnsHGOWWeIcN6oY2UuaTrc
q+GbLMPE7PDlJxVGrSRLExeYvI3dERQb2XJj9J6SnQrnaXsvOacNSGhoQKBIiTJILy5FlRhEj7ss
LTxMyGCIgkShF5a4o5U5C3FTd1Ivqofx1hvduP9LiwGqOMYFK2EhtZrSFR4ZpsGVU7Pb93XVCcYp
eDAlpoFBaRw9IAlgYy8Vk5cubKsZpd863qvyaWiD2LkuJa9o9lHuI+Gwb+WTWbdup3+EdhDrX+P2
GJK7RIQVzANQu/gSZomzNEqidCKFl7109CHVvjd+A1LYH2SfIQN5jM/GXRzYATmYNyJwRZ4lqQY6
xNDDCaI8Fp9pGFTgblBLop39o1MtbtmbimvhveqB+zR26fJvWxRXJMVyBOoPTu6vB8PqPMWTFTWl
UhTeNO0ccgJTN/57mw3Vq0VjXbwCl/kLN/I/spjXgJ6YQ2rqkDUDkr+ID+WQul3iyctNv/iadj8D
4aiVgm0FVd6ZWUtl/J8ZRmnVTTkQk4qMYu9NVnqtKlX3Fob2fG33iXb7P6R92ZKkONPsE2HGDroV
Sy6VtWatc4N19SJWsSPg6X+nzM7XmSSWWNexuZue6UiJUCgU4eGuBKbxOxC9XfisaWtOU1MOdkxW
ukcxpBxNWVWBlrbUyzuidFXn1FUN9EWhtQp3UokoP8OamZ6IGK6oBhNWPU1VrdgGScReQq4PqVtK
DeZCgs5YaT4trQ4eMzEkWwbmx2YPSKMEqsaw4a5SPMGmt5DajtgrGVfMTF4/j3HQngaPnAGmCPAz
nZ9PItJyUMCtDil1ZVP1im/XoTcE2srHWnQRCFdhEk6FJg4exOd2mGF2tahwJ4oBpAleJkLjj9RV
bUKHQI0Dn0Rt4IHhsnlKEQItp+OYY6EsycK1DuUXnGu+ZE3GrQk8NYg/5qCRcYg7Q2shLaL5IJ8O
dooL7j3aez8VlwHU3z4yT9tbA5VSqto03sc7aKx72Racarv+ZvD4pqWtd1QP5ZE735jrxuz4/37c
HG6iKbmQpEn3ZDQgNq4dW7LDjwz1jbBuebeC9176+KfGZj4mGAKWNO0ECERUlQqpkn8r4H15aqUo
/bh+XC/uG+ASkYQjBkKyCoNiM0dTIFgQZSyHA8jamzXUjzUyl383oRoKYJAyaIdQCDn3MbkXbU+S
AXlX0ZoOiHkaR2L1Sta11Fg/+0KzYFdko2Vm0xcyH6vQU25Uz3Y74Dooxhp8fhd4svvn+rrWPtMs
0A2RlORlMjkse2r0XaFsgmRl65ZILc5WNbundSM3i1rAhnV8j7xx17nJfxgLuj8ozsO4fQhoFlL9
EPmax/zrq1vd0FloMEZS1aUK0+0f63l87+4/wVm+Acv3/iHb9E5SrHzB5e2c5p4waIfAOvN6tdAw
Ht3iMk6NPz1/UNubVVHnRRMoG8gYPgav0VdWdHL5tiSPI1EhmZWNYZMImQItgXbtGrx4aSASzEWE
gFNlmo61Z56hpm2itl+eEeV0GPRPxn9mbXpQa4SoIf1VKZaj6LFjZMl2hG4qS6KHla83mbiIpidJ
8uzrJancKJU2OSeU6Tyop77JRBK+QTDrXKaxtAkM/ShXdkplObrpjUj6sOL0KVNa0wM9pbTiyEvX
Jvg9sSW41Uy8jGYxwOYi0aZEOtZ+N4onADwsx625hqRYMzMLAkEbl0IpYCbJ74LYLYLbNsYXWCOp
Wv7AUAYHEMlEGje/nluRJlFdJpnDEiv2O4jpxCQ+xMPwTNq3kKe3Vdo6pRy9tabk83TcGer7ygde
qECY2slPmP78xJcVJQ5ZpuMnWMwNn+2CxiFN/wxe6d2rEn0TLjsqA613ZNcJGq/cUEtZ7CQaOpHI
WTZG+86Nd6zOOt1AZtnoENJ7hbPRPt9U0a9sDca8uMwTS7MAqKnQgiumHLZqDJck72HY0qSXaYji
V9SKXRGIla7HxY0IWnw8+SCHCuU2DKzN1iaxoau0KX9FZaSnWdIPbtXq32jfoLSCWAe8PphhLw7E
EOmNLHPsIFq4yUuP3oA8uis+sgAOhFKoPI3o22A7mE/CYGrE0ksJ2Z3MwF+674fX1var8WCDfh0C
forlWmuUNEtjQWc2pyN64pcsCiBRSWBThWJtnrgKQk3xo9PutMAvVXc078PSGRCJpPdSdVKwr+Wy
22Q7M9+RfK0Ws3h/gopn4t/FOx4c7ee/hvB6qt5O+W1+wwg19N9B/wjpJymgQj2aAUg5PQVCpNW9
kdyghxGAUKXct61XiI808vJ45VZdClA6hkFMAnlDAk7g2e/pc9RRUjwfDPn3WL8XpgXybhvUSqtT
l4uWMNurYxxSMy/4fy0SsLAyYan2Ujff6hukDz7YFg8dIKFbw38XVPGt+4iSO4nWmxa0KjR3PkIP
ZFKOTfsbxUt2/M6G/gXdNu8DkozuddwE9LFwg9vQe73uq0tXswFP1YmOrtxFktgmdd0bukD6hjcf
PGeMHuw1GqBlG+A4UzS8i/HiOd/8OrLzFnPcmcMHY2sZ5a2VK1tJqVeC40LR3kQMmQorqKEimJyb
EUmas5SgtiJqTiI6CkW+78Alvq/kMnO1qpEfu1Zt99nQyKYzZCF/u76Xy686y8IaMXQEJ5t5GS5a
qUKZDI/ULQRoWtp/9qZrVD7m/DnVVlKNpV2FYDAEg8BmDI2K2Z2rxE1rBUmHp5HwifYfz6gsrU3n
LN0CpzZmW5oARV2G43RsmDtaNFG3agoa8twHP465NvWxhARBa+LvimZ3DhrHPIwZVhRVeGHCXElB
Lvvxnm8yykCbkG8sCMemDirKh9HZG7+G7Zrs2tIlZIG2FFSQoFhClfPch1oQz6NGiJ9QjTgMrRrT
uI1X3GTxw53YmCLIaaTOpB6XOGwENoYjIXmu7NQ6/LSyeq3odWHJnmhB4JAyuj44d7MNDWVJN7uo
484YWJtIYY5qZW5Sj/51v78wg1MHhhg4PEB+Gv45XxCEq6PRbHHwpHLHug852GRrYXXJEU9NzLKu
stAGFMlhosTDSwoOo+lFAH90MuZ3bMggeN9Y0UmZdhaxtDLRaruazHWqo2fkNuwNb4jGp+tmFld1
YmZ2hNsS8OOmxPEC1T8UnKyqolx6M+tnIu2K1XnF6W+bP01Oa8+zw6yySB11AWuoNDTp+8gsGmYv
yJ3D4q2xvTyXqf1bLnfQd6DX1zk5wNzy6amaOQh6xpbEOC6Z9LnO78zmvh9v5fg+Ol43s7Sdp2Zm
TpLZosRIHBYYJEdW6zTNnVp3oW896htkzSuLWrpuQH6gTTw/BshdZ8dY73qusg6js9V7hsZ3CFHP
eB88DYx+A4ABclAZxU8VeQX4a8/PV2U0JuRDYUk2bux4k6qP5jeY/k9NfN1sJzFJHbSqFOX0hcTb
KH6ptatUTrY2ur0YXf8u5KLUEKmJ1gospJFzR21rCqaz6y6wFIowBwP+G3MSL7kQLEsK9BYMBamG
djBAEZFhNGete7r04b+apzKK0aiZzs4R6RFoa+BV0EdHA2EzgkIhw+tILRjti03DEzcWK/FoMbM4
tTmL5CZPFBNFY4RYBtldfmhYBfqLGznzxeDU7A7SDwD4X9/LhVM73R+YAdZk6LbPS+5Sw+IKA4x4
UWBErJv4fLPf8QAwTvWprRGafXX0ZiECxvCmxxVigNBs5uPQXGBtVAXomTi60x2FTrOMDhhkeI1u
mp3mZ/vR4U8kpaCqKx/IjmxaTolr0tjTa2ftnb1UhDv9OeYM+W/mAdinJKydH+yN6fBn5iW3wZZK
t+GNto+O8tP1vV41OLtxmABleh5j/ZFJMZ9EbZc9NlsLpvrXwEl3xebXisXJTa/suKmeR5VRZIHW
JbAogAOnEk2cfh/7DyOq/Rxiz8nKyVx6Ep5t6ezYhK0QmIaHPZDeH7TD2DmEJjSn/F535B/5HaNv
ZuXe4RNjkL5GOF3JUla3eHaGeFjlZp1//YD6tlZ9+Jjp/2T7N7Q1Agu9cwoJnpWpnAW/BjsbalVg
4icISfMngcHSllsdeEFaA+hAMHKYdkeHxOss02+MXzaY3YXxXqBkRFiI96iPgj1NyB8tHm8zVDHb
eqv3B2IdG3ln2k+s5Z5Upa4FptO12avL8z79VGKDpMVC8juPnXJEhmLM8FPT2ovEk5J9oHzRyXil
97+v+96002euB2EeE+ptyLBlMDTOizA1gZ5MHZqp0+Y53hKj3tAkHYuVoHlxF0xWiDE1j3BzXsQv
cHwVJo+A1AC117iv8/qlJypU7bn58u/LsVRThcyeBjDNvOzcaU0A+RE0DeWQ/chQ0R1V5lw3cZHa
YC0TgzIa1wDsKHNIMG8kLUXdD62p4mPQjs0IKSy0BRijPHo1zG/sHIr+KJdgkFy15mRoGi+GZDQq
dI6i6tVQ2MEOq1fC1qjcpwzp3A3wTp9arYBUwdScUTCpe2lMrKxx+tSPJZcHD0ntCrJyBNeszCKr
bfR62Ke8Qc14awx/GvIQc5eRceW2XDMzC6d2YfFBUdLGgQJLs5Pr6KfU8fINnPy/FQBmVr7QmrVZ
MM3SxiaI3Q1S3T/m4JHo2az36Vov6vKc4gMhX0MKAKgKHsXnV4Rh1TYJh7hxUhZC9qkwmasP0Zq3
La7lxMr05ye5Z9QTjNilSQMSOdvNWnujTvIF0tSl8f/1FE3rQYphwrUhBTF7h+RpFoGbA5ZQmkSZ
2ZFaJ8h+NHANcg+qwZUb7/LMnlubPUdGvQ1BWA6P6KvmRgu6mpZFHdGiUxofMJWBmgI8TBkha1Wb
5Q39u8xZLoVJU0sjDMushmORKZCTJJSPeDdoK1HpIhOGngbgWQRPf+hWgpjv/MvpVtc2PMLR4nZA
zcbCGzKigyp5Ce4zYJ3czCaO0NYIdpc2FsiJSbbuKyrOnL+MdJYoFZy/6SFlA3a0I1N2LPsMiwF6
SNbKIi9z769V/jU3yxugC6Z2cgdzoN3xEuPOwoheLm8D7cEQL1HkZ62DnP/fPfV0ibOT1xXoXqQp
bLLmS7+XV8h8wdDOPNl6tNfeZZfjEl9LBLAPyFrFREQ+/5B9DzZb24DAIoleDBm9y00t7RLOaKwd
FBW3DgAhtmvhurm+zEsU2szw/OyLMjClAoa7gB/k6r/Y/pEXL6VUOxCdBB4O50OTdkMDUg+z2BAk
iLnRbrpM29QhhkgwRRIUsStzzTeBC7n+46ZFz68nwMv/tykz727KmnFNgneDOJiqwRM33+N+xcZF
zjWtX1EmoJiBkuO8T1JVlRlUA2yAnLOiA8H0VB2KjnZm2npDy+/w/Fxr7V22imZGZ4Gpy6xR7hmm
pQcrf4l7sbHC1i24oFEEPWrgRju03eLyo0CHOjb+aMl4qysvqYxxYatzuTG4ujYeqoBvrm/4shue
7MYscMkma3sknI2jgZyplt7Udtt1m3T4CWE5yoXHilsr23ft7rrdxQ8NzCdUuYCBQtvq3Ps5+M/D
GHPyIO3iW8NqtqoNAjterC3voi34te+APyC6Q2bJmMUtzLBlaH/iUHfV4ARdClBT5zWoaRsQLFB0
9VkPc7ezksdhDFdsL93kEzXf/zM9i2G6AJqeTDGsNbt9VJY7zVi7DJZ38a+JWQzhQk3aIsHHI00P
liMdIQRiTrryrZBxspRZyBAml9V4wFJKlEDcZIse2p9oCwjtodryLbedB/VoUyIonhfb4ek7rvJ3
kTNXKXjDRAooshMlGE4isZeatSeGbCVnXbxYT9Y4O6FWULdWPV2sdrQzRt/OnwiunuQArvdK3rbJ
4//fqubnriEaUMnY0lRxa3Frmgez/3XdxIoDzgsqcRwIUkzpsZQ/99r9ahK5+PfjOYleJsAZiKXn
Z1irdSSroBp1Un7fVMeSbK///sWcQwfqBOVXUOPNUx0z63IrrREjGjk5iMSkmhIfjeLZ1IttZaY3
XV9/Xrc4udLF9XNiceYDZWbKJVFh0RzQpHcG6aGUtkb+K2hWnG3x4J4Ymn19QWSWYKgQNLP2fQsq
Ub3FMOgaTnBxNXjvg5AYjeYL5E4iRinWtRIBSOB6y9J+B+GFnIbyuzyUTjPKK99rKQcGAGyCPaH5
BY78c3/Q2zwI8qyaFrWt9TcbsibEb9YUBRa9AgSQSH2hAqTMaSYlVJOYbWLrmJm6VQPAT1ri7q4d
hW1Rb6JS7n/DKf4anM9Ch00O2KiAwTLf2OpdBbGj/LdsPyvmyp24+L1ODM1ezUyyS9aX08rAJmM2
7gAut+RTVRwyruB+vjQk5o6Oui/QB+hSon4y87/MGhgbwgYpH6ehg/GHven0vjnQaBvRjiY741b4
d/H+4yFwidO+H+ub1k1vjE3pc4otd1B/XzkSl61oXNUnv0mf1X8LWVSVZtaQ5L1/lzy217bNTf6Y
voHY7ma8i9+i3eg9JjI1HsobBl1SJOcrmeFluXL6CdOYDUQSoa0315FIqgIUHaStnQF1wb226d3Q
heBQ5zQeRm8eNKpuwhUExWWNdmZTPT81QxqA+8CGzU82OmDVe5Mfhgf5vXQ/oIfjDg4U591wr99g
17fGisddTjfPjM/SI0G0mBDeYcH7CTeTe8HgJBvJEb54MDZ4xh7SO7CFre3z5F4X7neyz7PUiOF5
GxQJzKJP6JaeQcGGnUC2o/55KJ/1e5tKrnlrubKrbsqVIPU17nPN9ixKNUMp5EHDfmM2wx/pq3Xf
+59PJm1901X28oN8Txxto7sDTd6OrY8MfY0od/ExcOpms3Sq400lzAA/AeTfClys8Z5G2vuS83X0
uJ+9Fxtrr3mrI/qL+26BzgktVAx5zbNhYCCGmnXYd4uCLw9wKeAtaPeu+SD78iEkeBMPgEbFpZP5
AVpcK2nkUr6gnViff/U6xXiiDeuBqlO981QyfMOCDsIDDa0zSG/Ph5wKKY3gzj1mpNPYAdrYiVc7
GktbqANUBYAH5HkuGLcVnoo4kmGixvy/W24RpJtPeM7NT/5a0N9sx54HGu5aJ3211zZw6YI9tT3z
G71WtFEJYJskHbhTHMbdEKUDSDxev/EWSwTA4Sm4xMFoeiFBZHZVlZQQvXa0lo4/Ca0nie8fDP0q
4zGlRuVAQdbJP1AgEXTYrEalpezo1PzMUSCKFmVmP+3xQI2f/XtyG4PfFHQxmBKktpP80PDQyO5/
rax66a1oYQ4X0jcaUPPz+ZC46eKgFBq2V3m1Umonv03r0CXPifoaG26Y7Dt9ZaMX77xTk7OE04o0
EWIeuHaqiCaP3RYDefdgY7wpdslWGNSElvOdkeACAiE0upKxh+nu8AW9m+tLX3BqA29jjMegRov3
6izzCKo6C/sSTfXefMlzh2T3hb5BTRE6bCDWv7fXMtOFD4zK9jRPDtAXdNFm9lR1sLmplJUDlGC3
6QkAbnoQd3gIQW3m+tIWgg4E2KbxcRTaDGMOlEqjIup0GdTqaLr7djH8AHvOSja1uJoTE7OPyKMO
qTYIckHpVtImH91G3HfD5vo6Fs4+NEWmltokFo0JzvM0wSzbWIsKGBk1lEJZ4rVYDjS1go/rdpZK
r5MaD2ak8GZQUHo6N8SUTKultqmgur3vkR6C77fTQYxGmQRKl52d3hbh8brNpW9kgzBe14BEACBh
tjamxUWcdG3l1Hbm86DYpVa14gZLdS4s668N9XxZoxGaPE1gIymAsgEZpFY5OS9oo/lV444DZaMb
Nn7IVsaPl5xj0p6HkwO7Qi6uJMKLiNjAimjDXRD8jvpj3v65vn2LrgHefUi04FABHHW+NLnPBz50
XQVuq+eSYGRRA9dpjBv29bqd5aX8tTMLyyGP0A5tYAd6E4l2p7d3yhr74+W0Cb6RDWwjKsCY6IFm
+PlaJCtK+0CevC/LH8c4mAZd89dq1FrAyHW2Hdg4Yl674IdcCXcV0T4IxmhdPrLs6fpq9cVtxUAq
SCEIZiTm26roULxXkr5yurRnKa2JVb+KPGQPVtoXPwed9yro0goro9CkS9yu5vZdmIQY+2ulpHQQ
0PgWf3m+4ZAsAIIGecmht2th0YqYLKcR+JgZwXRgJBX9Jsqb8lCErHkxTNmsaCoKDG3JzIgeSsHq
x1Ayk6NNxsZrBhXNzn6wXiOCCSAXDCDtYxQkCry4or3aQw+hUeP7vJ3qVkEx2FQtu8iHXEn+R4QS
Xk62rcoeA5j+QeElns+l0qp7tW3tNdq1L5z5LNsmGBLWMZQBQTkwpJ9/TyE142BXQ+VwUwJd+Av2
2YP2hT+ScVvbCtUGEOfE0Scz/shlcwQzEA3V+A23hpsZgKUAesqr/xKVUb0WmEBW0FLr/pVeAoLj
U09NRY14GiOb+VwKFIlcGvjQahPdCEBU8rzf99bbdX9auGPPrEzudtpyHW3eGjKskLoQd+BtqUIa
2gC9UtmMxp3M6+QpgVwUswCXgZrYw3Xzi4cXmirgzwCC7iKlwzRCzmQbhxfokEOqAAQt8UPA2Dfu
QnxqTItN+uqYKTpfpdGzzCzisXLC1rov5M7FrHWIWZRVso6FZI1gKAvFCxl4BrzVzw2NpSI6K5uC
HhlMj7QpWlSDCT4FIH+OFUPmOLJcddRUEdS0a+6pLWfP1/d0IUJMknLTtYKLC7o157+h7IYYYl9T
sELS1LV/KpAM6IbXr5GIrtmZ3V1VzrNCA1LZUdTUJ2Z5kI3gNU7tvYAs9srbfKEIhcXg4rehvzMl
4edrCoO+SOPJTascNUPtGEMKG0KnnYC80uD/+/6d2pqtSw9CPEgH2JLInlQbI2xuZXZIrTWqs6X9
U9BkQlaPmiGQSedrijuol4+QV4E0nwoSNxX5syHVyh9itpi+MQ3+cn1dC/kMlNnQYUQcRbSeMw3w
PolGDNPhqGcYRtPEUybWqmULx/nMxLTkk2jSNXpJBoK4Ksocg6aKT5TBbbr6G6ERE/OYfUTqgpnW
2c6xyFbyYTrOevVZZdzpg2Ms/b6+W8p0VC/uiBMjMzfIWGjUALlWTml9NV/khPbJO5d3ivKipRvD
7gHgcERz15INUPrXrS+Uk7GRePjIoC9SMUJ2vpEj+H44gHDIq82aWvoWyp0gnL5LUBEN3bpbU2Zb
ugUUJNeAyE2wmDnnTdaBrGOoJpcvxC6I9Y3S9/8BWHGTs+6g6xyMJfrO0MTr9VUueeRE1IQ5TED/
EC7PV1kETErMGquMe5DsqPkdxm3/PfJP02b/MzHLDtMuzjRzchVDjh47OXuKwwnlujboueT4+Fpg
HUMFSzfmEosoYCUQMuCIhRVxIa3lq8W4I9ngXt8wa8kv8AxCNjBJ6GGe+3zHSgtlWVXPK6cNlTKn
KcEHoxWYclw5SyrD70LD9O2u7I9g9OzuijRN3FQtA/xHEn4kjeSoGaglh7VK474pLdr0Ve7KRiUN
ThXGYI2EdtuthCqol45qsZm4DwoayHJ/CDpr3OtAJr/1oxpjfJwE5VsTkMyzQwW8oZhNiA6irsZH
ooviuY7JuO8AeHPBNgd8FWbP87d8bPB/akURgxLQ1DKDMhQ4fmpQbuy8XM3zrcQV4rI+DB5soZa4
KlVL+Knec8co9G6jlT2BnhZmctBWCR9A/xz5slIGkIoKdkkuqTtLMkB1P2o+L6zBH0VBAFUjwz1R
5RHDH5J+MEq8uGiYtnnmaTyRH7Xe5GDp7HVtO4z1+DpUppJRYcXFgzaiR07TPmwCCnH41LONsHvu
017ZtGWWfEgsUpyhjUzgjqQA4KfrH3zp3QtMFXIKxDmMq84foSqByk5q4XEoW7p1iIKyuGtF1ewg
BK2/At4WxLTibe8WUm/fgcY15rSPh27lFC1dVWBZRC0GmQXIqmaxECSCscwl/Iomlmk+dI4ujprt
DfVKOrh0zZ/ambk3NlAb+gwVGLtiENz1c5KAisgtxbHr7JWtXVvTLDJAEzftmgTpi5xFtAWBUQi8
c+aV9UoHadEOZOGgvWviMTgP5S0jjabWWJPWhG7O3cq4LXSbWsr2uqssBdNTT5l9oxR9tUIY+EZI
vw59Yj0lvN1cN7F0TUwzNagqgScbFFPn0UfgFVfrqMIC5ac4YwvitxyjLiFIpKQ0/8wxyhPE9q4w
11q4S24BThJUy+B6mF+c/vwkrSBESJ02bSFXDmrk5BKjKkqOcbpFe+4bbnFqa1Y2y9q4z6wO21iA
AZ1C9jXzJVN+btKyegJcXfvOyTpJ1mcez7JyqFMLBTSDBJ8mHr+UAf5VV6lNRW49Xf9+y67492Uw
c/kBjCklyKamzBaykoxWZuIV6nMQrm3i5QfD0POEvUAbd+rpzNKXKoL4J3R7M0dJURoXzxoALMx4
knQNhcIVrtHLRQHlgTWpKAyiSj53jijIOjKkOvIjG3QCfyTFzcaHtn/9160D14gy0WCAb1bHMMG5
Cw6GAA1GbkxEDv1jrH1CNO624LZbmmvw8YXEcxJwmpgpprrqxRuy1JmZcQumwP7j9u2+01Bt2hJc
jfqNYjj96JmgTYjFR2zd4Nr993WiMIinowEOMFw45+skLXrQRYecWsaNGFoby95hyh7FoDXdhstw
hXcIEBlA/es6zvbMRWwtSgsywBCozZ0hbu96pj9eX8uyCaRKIBbEi3zOA6rmchXqBudOObAdEhl0
K7ri53UbS943aZqAig7V6QvgMwvbyNYD6JuPxqcNYgvroyqh2yFWzFzml/L0SWR4Hjwd3Hfnn4W1
cSKAecVu6Td5SW4z3XKhf7vy8deszGIfmImEpkSwAsTBZoyqQ2zovzKerdzyi3uGyXrsG6hrwNJ0
vpgmMmKSdzDDzPeIf/ZpQMvaXRXUXSiuY9P+ZwdDOed2CrPJjVjATsprVyo3Y/+flu/HEMU8M6EG
ucsxZV066b9jgc7tzlxbLQmy2WCyqzceBPsc3hFcVrbX9egwa09IpZx/9kIiIwCaGAuehIpnp5b3
QdT0TYIcmegO61HFBQIp0F6DfuXlvfDpzgzNbhATEkGKNsBQraXZEY1CdQc2wfxmqIr/EitcG0a+
fO7IaFBAt56goIZR0Nm6WgnqvYqGIFEXyatcopbA2pZCjY4iH73VQC4Q6Oo39hJvYTA+AIhkX/BL
JpYi2VHcckCPTUd0QGCHLuEDDcp/7sFgphb13S8OWNxcs8VFnahK20LoAFvP3s54SE0FrECatfa6
X/pop+QPM0NkkItOJFjRACaLSH3uyKOWelG1hvtdurnOWCZml2QfhADhZTAUjNxNktHRhF9bnjk4
hblXUD8pQqeU3Braku14E2krzrkQvogKbT98Okz6GfMqBif5xA0KkgsCtSFFSjx10D1FzVeyqIXk
5tTMXNco0FsllVKYYSHwWMF/QiuPupy7japs82LNSxatTTfkRHUKnq9ZsIz6speEPWJR+F5ykd/I
+mcU/WZd7YYYz7weRxZuTNTHUYYHgRRmr78+8EmirUi1DD5eLE2L+IOUaQer/HHdwuI3OrEwCyCl
PFQsI7BgxZ3DAZ0YleZJT1L/upnFhRgGhgo1Ao/QZ7vWRHzIOlkgcNjsUbb6oxatPOuWnR0DT6C5
xwApmZf68wj/OssNOHsfPAUTc3H+bIFlQC+ofeSo7HePln5r/ZbxruRZs7m+wKUzjU4k6p9T7oHK
+PndxvW6DIxh4E5s38cmXkbiZ9R6gTyuRMOlCKyBU2hapq1iVOHcTmVkQlEjkP7GmnULBQu3z00a
DIDFkXTToVUWZWt3zAL8DxgpTEijLQSRGNQczm2mo+BcTFVHTIu+6azfmVHW/mel2k3RGLe8rU1n
1MNns7KeItELaiShsqt0Ie+DrNwZeqX5RVOCKUjRXq7v+mT5vCaMJhXCyzQcBVKnefmtKgxFRAM6
YZVAk7B2UJxlpV9kvwOMpQzkuQ1X/HjpM0/PbaBx8CTAVzjfCsyMG5FZMe6AYYQG7adloaw1YuZg
5TMvLuzEzizzs0srlOxcAmFK99L0Dx3fyUaPXue2ILdK4RfiG3cfgA+oJk2nB4Xn83VFcF4pECFS
cztGMQlsFoCL1ZWysqylaHNqZtrek3imN01cKza2zyQPwsppA60Smzxfd4qlI4KKAT7T5K/AVJwb
saM6Azo34o7S3wXhbVbp1La2wPU03AuH72zcibHZhwrlKq+zNEbU0WValjdqtKnTYmXbLsnpwc8A
xBWeZROTkz4vZ4M/DQw6GmJbWdbUCDUqTFAkoPJDRR/v1DzwDaED1I4KiREnjgJyVYPfJpD+6qCk
05WClsYfo1yTd1zyUqSTGEMHBghTuzOvQZgPRBziQccbywUpP074n6SoN7nywkfMk9wWmXv92y45
EMqeOiil0GnCuT//toUlNeBwTPFtyyzelnKqA2MS9re5lprfMYV9R/ZOZHS3ZlFPhx8FnGBxeTXe
kgH0iL38bFrieH1FC2hyDBfCCsRFQDh+OR8DirAMoHa8WLmxsZLwpWui27r7PQS/NCF2dtigM97K
DrgAj0rUe4ZaFa6kyrQz2rURrqXk5vTozNac1KyGggOOzgBqPAvTs5DaC/NDE72o3Xci6d+DM8fx
dwDYiZTBFFM+CnvbJ4+V+lwWu+u7uxivT6zMrmWTiKSvDVgh9o4Ub0NxD12QTqxc/kvnYJo0mfBw
MqhLZ16pM7S1ogyvMKYxl7S/ZRRFYc2qofUsRT5awI49rCWiS0eBoPxAAH9CGWx+FKI4V7PKQuRB
Fu8RwHNi1Oht6/H6Bn7Nrcyv2FMzU2Z3ErIbpYxbicCMhGblS5sYHcBWddTEXmdYw1GHWF3gYwqd
GxTohzZzC4V0PxCrBEAdCoOunN2lkoOUQMmfbFVqXvtWiSa+UUClIEoA1I8/hCAjJVVufWbDSJ46
s0oLVAIU+xgHMXnsTczHd1lQf5T4W0D8Bwzde1ra/aYJgXH0maR3DVieILNNwwZEU4+VQKXLxaGt
eyeOy9x2VE1OfBH2GvcEwDu1b9WpScU4am5dWcVDEZRjBhB/CrRyWzSWY/VG4ZcgmstYAyXIWs85
Br3DtiAgPxLlHakaZaSm2fNfUmtF74OcgKwnssBxTCGfjldVr4NJh9clax09LlRzn3SW5qoWk4+i
7Pr4ttUH80EJM9J70GYW6LD0anqfqFHrgvubmTTUoRmmpyAHhRqlHLyGBemt2zADWSAwZZp1j5Zw
tQtZZfl93CE7GPQiljc6J43pkCG2XkRcQgC1bbt0o1RN7me6XXA/Jk0Nmq9IFzcgLu5/BHIYt47o
pcILDbVIVyLp0iE8daHZNVGNYqy6GMcjA11VHdy1wZOFoo+dPF/31YXmHPphIBgnk0wEWMZmhupY
1kNlKjAO/T3Pt6HlxbI/lC82FCmL+Cawdpq0vW5z8RSemJxlND0GFSwuoSJSgae9UEvAYMPikRXj
x3U7i3sItg9wzYEmA2f+/BiSuhw7nsIO+sNbAZmFvIxfYs18Klqx8rmWt/Gvra8/Pzny/cBFpEyl
4NHcKvanPDw2euQM9g+98MbRq5PHuFqTk1h4ZEzYOrB/gG4GmYQ9i9QgNGUVGMRRpCO3rHzIxW3V
/2ThjwHAFcMfcGCjZ5xzCgVCjF7S/P9I+5LtunEl21+5K+e8xQbsalXWgM3p1Bx1VjfhsmSZAHsS
JEjw69+m362b51B84nPWIAdO2QoCCAQCgR176wFLn9vs7etp/hzJz79CP59mKEY5UUvxFSJFF0F0
38g0KNTBj6YOryfKfLb2HPnZgWBxwp1PN3yU32fjLkxoEDLaFn6K9v6qVjaEOfs+WjOzUHyFHWRq
oLuyQLs0Zw6KemFV2VjiJOyte+KKWyZos2upe7AMVnq5nvY+NXDJa1mzZ2Vdhw4gdSuu9Tm/0ED9
h7YioCih4zInshqd1K3YVIllnF8hl6XbKHe6oJVK67mjRDXWpPrvR4Vp5BYmV0PmjA84X9NIA3W5
lsJoXgML+5FS6RkNVlJ5UfLvQl5DZlKOa+82i8t6YpScG1XzKIsbAkcazHGXaNZzS7tNid77r/11
Ya9icNMTBGiNoUk2r3qoEA+JSsJRDwA9W55fN+5DjmwjRzcG0Fhhzq/yaI1D/HMsmmxOwBpMKc7e
mcvmgGu4XQOX5flHw1M/gbRAhJawNcjX4hye2Jltxgj8OxJvsYit/FBmb20eav1KejMtw3l2cz6U
mW80iduBkxJDaZvbUS29Qa6JeKxN1swRHJ3bJi0wiBQk6zgp9ilzbu3swoEehve1MywGr5P5mubz
JG7nlZPgiQWDKZyjYv9QuOWNw97A1SXSLnst8nirr5hcGh121ETaDxwj+KjOTbpG3Q29gwqz3pKA
5kfJrguAyI01yfclVzixM1cb6ik3pEphh2rFhaUVYYu27jGLg69ncM3M3LOHTJBOhZkOkt8uZEJo
3gRVvio2t2gHDDZgoQfRFNKH82nr675igFkXfsX6MUgGUT9UQqJzhitqH9Qizoy92TkamCyahIXQ
TkEJzamVa+DFRGiAl+bV6XNxoXMwPHt9A+7P358IUA2ib95AmMbRdP6BlXArl6mg6Y0tNCU0ecb9
uO6jsKu0j9+3hKD876mYbXLbaAhuDZgKJxL3ZaT94DYJ7HLllr20NU6tzPa5VvCxkhEW1u6f3Lby
tBJ6dvUtwA9UHZGJPuMV/2+My0H9CYWRKZeaWYwrllZUR8WbMSfaJLVqHkqweuKpMzNXFmspiE0t
eejQx7mK3Pd8sVqetQCxw1TXGSD/KW9YYflfj2bxnMHjGG5WyK7RgD8bDo3SBFQQePaoh86Lpz6l
na7uWrEx2lBzb3SLem3321gcNOlqBtjLUf1CRjizqSiuKqsBtW70CwCfBQaRUe5zQkKraFdW63PN
EKZQtQeiDq/6AH+fT6GdunUzMr3AA2PujUowitjTrJdGvyr6Q9F8+3o2l6LmqbVZ0dDO+3bMc1ij
qCI7xdZQW5RZuFeylRlcaJSa+pzxH1iwgemdN9YoY5PxYhqXNNXAMduN4eYBA79zyxU/sbWgl0+Q
1vNlPVxFmb2JErniOUtjxQegqgySzMl7zmc2zwFJG6D7AGk4vony986hQQ4uc9VlK2u4tMcnOlH0
YrlTw4V5bkkBCM5yFTB+u4khQF4y9o0X9ZqN1hlOwF5mSX40WdyD6QavlbgdImX8G5+ABjskRnis
nnz3/BNAtu8UoBmdEC5H4fSbiZq5vTGdSyPZ9wPzbLtZ2ftLjovXICjPo6N9eqQ5t+hY8aDxjJX+
4HwfNSS1Nzn41blGPXsIYv77fR+IoiquKZNP4TVvtpp6XVYQ6UAzgd459UUtiXOAsgbwagPBOWWg
KLJtW4evwm6nA3Gep6E/FwoUgKNCvWZ2YJpMYKCpjWJsEXmG0UMz4b52vaF4NeWRpWhEPlrWdqzb
zdc7dZq+z3ZRXLMcxJ9PekGaY3ckBrGV3yrfFaJfFCiWFPHa0+VSAEf+jpIF4OoG+qHOF9ECu7Zu
glPYt3XqNXJbljdDcmvlKLFtqbVT+aWub0ZG/B6plfaSq7+d9hAXJQW8o6G3TTOM2RkcVVESR1kN
wgc8PIFXZnTCBi95HhXmCo/JwjUUplDmnvAPuLPMS6W51isMZz7389a6YvEPN+sOutptVZqGSfrT
NhNfAejS1rt9qa4BgT7PM4zjjARXFPTpzU8vQ1oC16lhvJLJhiXmXSrGlbX87DDnJmahXU+GRC1H
0NN0VrqxI22nZhAbomsMygvn8bmd2UY0CqxS1sFOkl0a9FtPqTdYt1wP0hotKYmfqc/Qrl8JNp9j
+WQUjNmAdVrwmNkuLGo3dzkHH5DVMeiwRpsi6bZ2CVFih66cXGumZi7ZmZaUMYEp6ljhMEgvkeiZ
EO4RZfgV+NvnEDqNykaiAaJoxNJZCE2zwRWxiamEDGKePLbFBlQ34B3/1uRv5t9g5zi3Ng385JLW
xCknWYKBRdqV5TSoS+5dCloHc+Vh8nOp5dzOLKMBLki1M4lRyRjilIjQrPrpqvww0CehrL3rLq/W
X1M48/qSlrWelRNRVBsyFPBS+62FDB1fc/vPR/z5oGZerxesncrj3BeSuUEdR6kHquXb1u6fY72/
7mTP/FiS8SKzErLGq7JoHCe7jbdHgjLlzLjQ8Yag5TBuokCvAHkxvCtQE0S3Qsnvs+pnvEZK8asD
8Pz0wXD/sjgPlqOpAfnb9RxcJkh6D3pInNC8q0LIt97VlUcRobfqhblyGiyUYs/NTmH0xEXjHvA/
p5rMPpZhRgNoZoXkqn8kH/m22Elki53f/EzwEr2yExeDJ0ILwgtQY58KS3hYYyCHg2FHv3K1FhC/
QNrN2vCm0PFpVk+szEKLgv5tQ+OwkqCZFClhLP3c9nuQIqu47MdlGMttnbgeoqgrHr7OJxY3yont
2UlfoJWBVQpsxy25kBmMqOjnVxiUIq3d16YWA8CJqdkq5lmhJlUMU4XSb5V83OoS8tC545dWhhZG
89vX5tbWbhZFhyqquqyAOc19qbTbEpCkfm0Hrs3eLHaaGVpZqZxmD0Q4rLrN211sH5w1xP/iUFBL
RdqHTNeaM0ryFp1BTqoidBYXmRI01TslK00Sy+c3KCwgmQmSfTInPK/x4Jc7OlIRs31Cm9ih76sm
6MeXUeFXpquHYqyeC+0hLdYqIYun3YnhWahmvMDvnE47Zmy4W/vliECCZro+gpBbUoWJZa7AQBcd
8cTiLG7mpsMkeutxOKiVCeYJe5M4L0MkbrUa3LBEXZnaya8/be+/zM35TGmhUpAl4SxKWsWvuhgl
/nHttWrNxjwRaprMzRMMiWDVkM5GnipBG//1jlr09pOBzOKUzFqTdBxGuq4KmFBNMKI54WhryBlQ
vvra2AJ8EkEf/Bs29Arh+vMsqOa1JnWJaauTXTmCaOQmiV4ifknih9YggBg+6ea+S24quuf0ZcX4
5+vdufHZxu77tixYB+MkA4/7BdGvYuvJTHaoa2bZPa0vNdNzxMpps3ieoz4H/mbcZUHUdn7MjXUF
gAaDUVTlnwYKJe+EBb2uh5WJGzSK55WdoBlR2fydwZ7YnQ124NQZrClZGtnlKFkKEAGwhI4Mh/LR
Rl+5Jh8L2vml82imaze95fvXifFZWtjxzLDHKYVv8cCpkKuyuLbNd5kkAbMPnb2toyBudtEajGTR
l0/MzqIOtLFiaEnArKKHPHFu687yzKjeaPbj17O7GLtPDM2CDQqx6MadKEupTfcSNyBHKTYkdf/O
3vzLzK/wfpIiJa2ZDJU5mRlcdMv0wxM1RmBaak/r1iS819bs189PjNGUxFVaw1ii/9SqcDD8KN5H
MU5zxZ2Eg9VuA1ZggT3y9VwuJ4JA/aJ/fkJVk1mYK3NgX+wYGS+YKD200PjpAJ0RSKU7Ro431BKa
o2DEEs2eqBD7wkQro32fDSn64B+l8VHla3zw/4+p+OuLZjGxanIF9EUghxTVLeAdvTiCrL2o6cHE
w51tbBUUv6w2dOOVZOqX4s2nU+VkKmaJGzCd6Fyb+FfH+qWJjW1r6d4wWEdLEr/M7bBCD6yW3La5
PAhn8NVE3Zs03xvqvZHRg2tGD7X11jsvBdd9tdPhJvQAQnloTOl025baB8+aMI5Try41QPs4lCzw
duT39VrP6eJpfDKQWVqIHsPUlCYGkokbyOHEyXutax5R0eMv91/7z3KA/WuxZgG2ifCMFE0Xplq/
aPV7Hg1btbrV2iPBnUKxPd1++Nrg8ub/y+AsssaNmlmkh3dUJPKw6Xdc1XxQRIZfm1n1wnkQLQie
csS0L/DOboe148cl4O2q3zf7NPXzrgvE6PXaGs5w4ZAGwFAFCSNwqSBxm6uBVC6eenQVCXDFLnnE
thE5WPB4XF+65C1FLQasXqK4HPKg6QSK3yvBdeFCCvvougUfNDBIKMSeH5mKhbZvY7oZxjUAGxxF
mU2qXhCmB1E9UXFJ3y5vGtVvgNAd+Z2pGEFGj6osNl+vwGcnPv+O2XECFGHT0RrfQdux2qAiANrj
gaoBKZpjVCaQpNDBNfG1zc/OBZsTCbY9PYyiD/h87P2op3FqGkjH3OuM7OL6IS1Xosz02edBBiYm
FjTQsGOJ5w95YgQ4fpAWakNW5UsRb1WzDNEBjPdKqgdudMkpNOh+f1ho44c4MHgE0NA626TKxEDT
EwxrkNdoaPVyuYl/X1UOJ8iJjdm+HCw31uOY/CLMdhS4TZL9L0cxc0wm6ywapsXJqS9QWJbXdfb8
9URNHzlfnNNBzHyuQ2XAVRSYsAugKzovi0Irvmz5bxc+z+dqlsD0WA9t2mb+UF8Zw4+yf4ryW8dY
qcN/vsBMVtBbhioL6LvmuI1cWn2MJn04s957bbxJ24+/M1v/NjAHbERQDAMiFgYqed80kJ1+pNG9
LtYehj4fMRiHPtEAgOzH+fzKbjMLWDbMViRio/TwlozAO1aR+cNCy+hTbCrpj5FU7cMYJdT0eJZG
K7eIBaZwfALIoaZXMYK285nrjQkIOuQYQ9NrU17X22gfv5qxB7WGfB9mj6aPZpfri/GHcW8H/bPj
oZLtN5eDsrIBFtoIps9AJx8qkzgf5jhCozZGC6CDFleoQD8MAXu1XroNsNpefon+ziJ0H5Q1bNOi
F53YnGVjjiIIrV0KZT12aYkHfa31dynkno5pFnKbVkm0JMLvp8A1VDvL/eYmwdd+umZiGuJJbp2D
HFMh6LHwLedaMfcxkMJkDXu5GDmAmph6iqeCz2xLC4eNqpXAxsSkExffcb0cysTjzsoJtWRHn6SP
HXB/TpvifCxq2g3wcqjLdRCp2jpjKu6zyAG/Vud0+tuQ0nJNz27pHEapFqJJQIYYuCGcW0Q5ITXa
BppgLhRDtO5nbKleUsLrbQE2x+Hp67VacjeC5jS8PalTO/hsHvGIA97tDjGFDOU2dyzcetagjYsD
0nEETzQFOIhnJiC/lRi5hRNY04egsEIJWu1GA8PhO2nvvx7Nr2WfHyhgMZ4Y4oFu+bxcvEqyjEPj
kO7dXfsMln80c3rDc3+dAm/s6e/AAW/Ga8v7VlxZR3kjjy+NL3fuzvYMr/XL8OvvWZrd08+Zbea6
B7yHVpPkIhZxiEqUtB6/trBA8wr8+smIZ/uZlbmhRy1MGBvzOroqt+oNJAV29nV+6F6UQByqK8tD
GytGmV8C47emZb20QU7tz9y11XmNNxzYJ6DgzLJLh11HpRKUuGh9PdIlQ2D/h7NiWwC1MHOjIkHz
a0ngqTqkg7t6n6set1MvJ/uv7SxGLzD6qJDtQR15Tlk52HUu+WijikxfHVAjOFHmSev2ayNLewKP
5f82MnMMi9pK3U5GCIIKuxn7+0w84iaCtpI1xvclHzw1NXOQMo60bIReFMCAl5abhUWXr6zMNPPz
TXdqYeYCkT5YlSJgoSfPOdsN7IhcUau+cWtHkueyX4EDLGX0CMgTyBNpFjTszgNkO/CmTEwXt+3y
oTBST9ENr6E/aPVO7FdWrLjD4vSdWJsPLnKzHjUhvM/LXZ29KWuywIuTBzgegiMeR9ADfT6a1Ejj
PhYI96Z4auNLQ71OK9Rb3BebPAM4Vv8+y855ajW5/8nhXAhV5s6UWiWChDUK3wiZYW6s3SYXd9FJ
Bjft5hMzjZ27UG6CmczcExd0iAYyxbV71tLanB7Os1001kasxDkUe4v+SVQH1f329S5dCjmnv3/m
aWOqVbnQ8fs1vqvEzx64YFdCj3Pt6WMpGui4/sMW+imAOj2fLDlRD1oqfEAdAq1Ha6q+E+re6Tku
RLuvh7S0LqemZu6s0CIjEfrX/MpAeXNMA4M+1Q4L/ndWZk6mCKsF5yWsOOoh1wD7Tp8sZS1RWh4K
+kMtDWyhAD+dz9rY6a7VutNQ9B9R7UPw0m9B1/f1SBZdYOp6/5eR2Q21iYGsisEN77M280aDBZYO
YEmqebR7+BuWbMCN0boEJvC5OKpeodqdaMg0bZAkk+iYDLtIDQHi/trMwisprnS41xm43020dTNn
G1LJdIb3Cl/YxK9N+zEhNhibxgZk+twbUWWSubnF0+XG4srz18aXNuyp7Zn3ObI1yj7CK7COXvbO
bG5GV1u5hS/FU+DrwSQG8gocEtPPTwJPTEdawF8mjE6MkNMVIiA81oOkcwGDK0173zZRGuhO81SQ
vlt5KF3ySdwW4TCg8SWf+I6ErUf2yHBagPrFc+LS7yvnMnLalQvyklcaqDCQiScNOKvZILtMcQlO
XRxKUahnGd4LQM0T+5Vbb75esMXx/GVozgNUy7Kn1ZS7GyoHnbvWRO09KNF7FUWOHDvia2vLvnli
bnbbQokewpwlMgmLDV7KVA+E6DtnwCGf2WjGRs9569LAHo5dNa7lSUtpBQqRE5MeSBZQlDx3HKPQ
0NXG0OIVoQ5L3Luqohujqy9pqgdE+9FGa/0gS1H/9KI3M2i73UDaYor6JlDVaktj8EeyYqfX+k0i
8Hpar+y+BeT6dFeY+LbxHD3dkM6HmGTAH/JetD4i0DPYt/1UFoE1kAOzom2WI13rWhAPMzWssw9g
QgK17NbwjotrPDFh21OVbGrWOf+ILNLGmqDZ3U/S7gBOmX2OVmw0v246XXpDFntC3iQ0DzT642vv
WvLlU8OzUI7H+BolHhgewKvasV0Brcd22H9tZGln2nCiqYcP+ghz+g61cpvUspAyKPZ2jLZqsnWs
N3NcW8nJN+YpN1AFUGwBfRval2crmXbgDurUKTOJbyyQkJVSBWFOthMa34u03TFT3lvVC4Tj/RHU
MFqtHfSCrsAhF8fq4mAExBN9xvOCp6LougLEbAuC+MwHpDQpYy9vQvTkfT2nSzsT4kT/Y2de9xwK
lTtA2MBjiuTOYElYa9XrGKmBQKtHVf+QbA2ut3SIONgEKlHR4YHOh3MfJWOeCW2AHmjEjGTS/853
TYl7YDJEN4ZRXg29oL5eKpEPosJyZVqX4gJQ3JAKxLsQANWzuAByaJ40EirxhvmW9Dci/xh7f+Ab
sED9/ryiuxWdOZBmwCV9NkqmDUqc6ri6W85TxfdJ8sLZe1q9dOp7dPe1qYXnPQDhCdSYTCBaJ+3x
8xlN+qKTCHOYUZSUO7GReNPqNxo9aubG0TaOTpHGPelrV9PFEu6p3VnGMaSpoaiCI+SRzY/Bv1V2
vNk4r3fKo9OEjIfN40qUWVw98PLBYdFXgQe984FaY4bXGL1D6puNvmNegsLI0L6ryTe61r+5tP3A
CvxvS7N4lpl96bDJEvI8z9W9Sv3epyDrW0moFh9IT+3M3CQebGNAZy1uWS2QstpOeJlXHIzbFhX5
oL6pI998+NpbVkb26wg5yeFAgPSvOWSoiLTRsQGpPuRn3TWhqQUOKHglrlzgwpzaCucF/pHbpQDL
MYpXW8vXdtrDpvSJ4TlH7TW+H/1kW9+A2K731pgnlo6iU7v6uZO0WaS0oJ+CV/K3WOxFfBW7m6/n
cEHg8Hxssx0n1MwoUwU2xCbTPf2xPkTBsHf2PIjuywetD8CA6EPTN4i/Z/4FQPP+37nWno5ytvey
xFYMJcPsjrp+k44qSORG3wKgY3RuRN3sfw34P96H/4w/ypv/e/rx//4v/Pm9rGTDYkCOzv/438fq
o/jHTfb9/YP/1/QP//0XZ39v+1Fef88//6Wzf4Nf/i/jwff2+9kfwqKFhsRt99HIuw/eZe2v34/P
nP7m/+8P//Hx67c8yOrjzz/eyw7as/htMSuLP/71o/2PP//4dYf4j9Pf/68fTgP484/X7/kb+/7p
H3x85+2ffxjGP/FwgZcr4uAMQ9MiVqD/mH6i6//8dc/E/wfnpoN05Y9/FCVQXH/+oTj/1G30S+Hn
0/MDev4QWDgSvelnmvNPtBX/kuzSUB61TOuP//m0sxX6a8X+gXriTcmKlv/5h2bOqJAg94yrNSgO
Ieo69dqhrDfbCZVUOoWgbb9Jo9ZFu3tesIOr59Cj0DkDPZBGHXMEDqix4p8gzxue6jbKXeKBTiXu
lYD1dv9jMBLZbhOniOuDm0PHQ/NbwZwPs+gIs9BqHef0OqN5CsVWyy5LUFZEDs+CNHaH/Zgklvaq
u0Oa3eQmUBAbLdEU8D0wqd6OUWrEe1cpgOyLIlwtr2KmGE1A6nTswrzrn0lVFJDgUDoJteY4y+vR
k3maQ2lET7RGeEU7GFYQV67aXOjIsQnInHo+5F4eS6W+jXKAh2NwjytKHqq1FTthV5adtbOpXaRb
a1TBAWXU8Ws5ovBQIgm7Yq2gD6OiiQtqqvx+aBzEr4oNzzUQVQfpFg4+jHf3DfqzNywqX0gFCnVQ
1v7IbEil6FLrL3pMrtdK0gadAv5TW8UU4x123EPqJNuxugeMH+9pV6raHRVGCqxGB02VHEKlmkt5
mNKB7ArRdxecp0XAVONFtkz4UaU6F0XO7Rs9V6MwIepbYWVdEKl1tysG2wwlNZ5cexQXhmmJAyVq
8ZMOZnuA6oexTRuh4hbbG0HNQX1XEhxrtLbbZzOH7EjVShNPYVFfg9CatJWBB7G+JO2xzawU/bhJ
W4FcCo1TiZF+Q01aAEljQ7Sm85pKLZtbhY+j+9IDh84v3JTjn3hFkeh4WW462x1cD4NH5zx4Fww0
YflGE4tjgt4CT0niC/B26P2uSfM6uzaRvRS1GoEbzOqqKCysFFqFZZcSMG6bKZBo4NkbPb2odeub
XuHhiQ/tA+4FoE1NVJDgOI3iDxCrQUdpM4ZJDs7iqKnDwhW4eyYx5Lk8UhABGdhGOO4dY3pmbSzF
7a54oohgiPT+diRFYQPR4tTGPaWN7nid2YkX0UQO2RlVy6LDmFAjueJxXbIDFjy1L7XMfqMqVcle
MaIuPZgVqFu93mheeQaXKa3CtDexHPp4m8WOjqfufKx2mVPc6mNTo8xetR+j2Zr7FBJmjynBLTyp
pHZTmJAp7WSxA+lpVfluoeUXuaOAI0xtbB6YpVHUQQZe0U0XK3i1GY2h4O8crZPMM1LK0Vw3RFsN
cjTgOIQGT+31mWzSQA6p5e6dSFb6jUUrp/WYpotpH4yXRMR3hl5d190IRq+k/TB4pfsC/ZieXtbG
k4JfVz5zZ6zLi4qniR0ompoeFCmj4i2uE9p4XUaqPrAlAdPhkBZmfZHZFm+A282UwYtas0/eRZam
LvCF9rVSlkoKWlRhgnOr60AOQApBa98yyatMTMqCUtrvrNT3qeDVJQKUZnv5yLGm1Kkt16/imvE9
upzNJzLkB4JxFhuwVqtvQhaG1Xm9aJiCfQmQCmJBZXvNaGdO4ODkiMGujtLxJs4HBlyc0Ps8VEZD
8ANzWZ3AJzhkVPuCNm8iExEDNTouuKEQUQKYkzKm0DRGW1QZ4MSI3J1SC5qETYM7sKg64sXoZL1s
C027xeYFISLKMFe2ZXfbKmbJtoiz8UWSRjKANHvFtwVXA9WIfxDUFPzOAD6X10TdU6WD5Ibox29S
zY5K2UCNyQB5pZ5q40Z22cekV3SB013Z6JFiXzhJa1y0OSUHUjPl3elwb/WbuGTAelg1ZMhIJ+tN
o43E2Ng1NzcomnwAMuYGWsrka90WT1wR5obltjxkdVluajDgXWhF48kRdFbAZSJtNcwf4GFjV6KF
4giId+sQrkGeerVpvUKy8WAx2oTg/hgaT5RTdcAgIr1Ew+sYmBCL36Ht58NlJb1DvI0uXWes/Boc
feDmlBZ4ch0VJJNWbu3NvIREVGWNryh+lxtFtcdX3N5ZFiRRlFwmWZHtiWmlt05DigNEWHD70X9C
/jltPduJnIPlROVlDjrOQz907aaMTP0uHZ3uubbKfotI6+xZKuKDI6rom4FiSWgiDEJFlJJ+r0ne
HxmOGFzBe00a4NM1v6fCdF8MWbihqzNcJuskuZWk3hInyje2Vhu7IUPNKVVrBT1TKTjdaOF6Rm9h
EgXSU3yJbV0Oor1gLLOv7Z4/FFGumIFRu5yEZDR/OnS4M82C7JNKFdsmiS6pFEEXgT+whdhVWenf
K63zNYuDbnvCqOO8zOtCvdebIoyK5DYf6ovYMXzb5gPkSWV/oTNj3CRVBXkOo92hOFRvTIn7RjFl
kyozNxBSi1HDoc2mIfJOn7pRZGoFYIfqfKrae6KNPMT8k0fodOFX9S3Afz1xt5TZ8dUQOeoGpz6i
Bc2igzXkeKEnSvxGgDQ/jOOob02ZpgEVdnmlZdrOLnNgj9yeeZkp32MR97dOP+4bRh8aDoqtQtGP
ZgWN3KrsHzom9AwnutVL0KeP28jofpaivE0riIxxtYPw8StvmiBO6IGXlZfSbkBlwQmGkT6BESYQ
nXpkjXawdaAuW8vZGIzFV0lmaF7dJHfUri/dpD9QZ0xCtYnB0tyVj3oP+gWr9E2ukNEz6+Rg2elF
Aq3C/ZBWOuRNeCG3ejl+S1ileQ4KrRsIEtxYvYOxDBu3NNTAlBZO3qZ5sQw81oFDxwrMVvZQ9JQm
DZlFU8Qlot7RNHIfwO9h+qNg8jlT6vjRqQum+AbhctxoVay7XiESwoNqsEFWDY6ylu5HJpQ68zJq
ZH7Drey7bozHqjCr0KL5EBhWYwRg/4MGV4eylVckDX3X+zjb161Wqu2VlhqdV6N3R/eEkWU+zWW6
YSjoIlgDNEtHCLc5vSMDVx2hZdaMeKobaztn1hY7qNqAgc/Y4xWC4Ejv8iOHvhMYQkiFfnm3HF+a
Qlc3ZgPh1AC8efaGAJ14qxSILmB/6EdAutskt7ZAmQ7ogJJOrgBqriCRxMONXvuJLOrYG1NmXMWG
LuwnEVu1G2pQty9CJnh8o6Lachy5bu3amBnHrjET6tWx1GKvl3UKdspKgNXCJfjfJLPLPTe08cZN
JLmuaD0EAs/F4ThA41jEaecNHRZdzzUIKhWWDHiUkbDtmXrEw6t6pVNcZbM8QQ8cEd0jcvTstpfg
hK105ZjGoFGXBnx3RLa/FXolL0xhNlfAsd8xZXipgYe7dZCCT8COI1LA4ZJ0tZP5BhC7wZChpTur
8vuYJ3DoVqt8J2keVWtoAjBiX0KHjm4HQvOQl8DBF70dH5G1oBZiF9c9V/tjjA3tl6W6U5mB2Y/G
j9hSvme2Rg/UFnFIbbaTjbLnVtJ/N52kDkyeumGvju1+KCGTEek4OEEg3BcPWFbxktOOXyqx+w6O
0Hoj6irdldx8qhTeXOMKZOz7ziw9xSruNRWOaktb0jCteBOSEtEVspBtxryRsDycHpEuHRPniS/M
KtllgzBumjob73tzTA8GNYxA6s5Vpklza1pDvBcGzhKTSfmQD7R40kD/sO0tUIqSBDrRAkLkYBOV
ZugKBYer2/7oO+OWlUP1nKtp5tu5+mq0muNbvZrfRhFIQ7V8iN8h8uBels6oPkOhdUvjErmfVZfP
ELBWgXqLnbtxKO5VVuTPLet+KIO6z5yEQkchkS8qF5tE9GyXxTl5K1NeHkyl6u7aTmvCooniN3Cy
2m+lYXZHiAiRb27acMfTIrRoVXFk3hc9tliMtqr7Th2zC2UYwDFLhNv9NKUiN6aSi22qqXyrtDbO
NJ0rW0uv7VcJ8Pgxq/vCA+ypRxrPaiU0SPYgTXy2k5XDvSr6fcY6Hc0LRHvPwNvlg91QeSEZ6Ed4
WtOwlI4WpkOXHEWluj7XSX7MgH99YWD52ahW1uANr3gSBlQKB3QOIO0vt3itsj3BYhkmmdXsO+J2
fmXrmc+iMfJLexwPmWqXW4DC2RbK3KCPQeOIjYjkNtHFEGliW7Vdfut2beA0TgcR4yZvPKtUx5vU
KqUnSccOCpSivo0pFT6LLRNksvYdrVJ+kKrJPVlFt1SqBggqWi0YEuADe5uaFwMS+aAUYyiYAqYe
G9QcXVI9s0bVbtumfDDUvL4YDFSCcqv30kkf18Fdc2e0TnosFcMMq6YafMWI3e8mh96C43QvDhno
zf9h70ua7OTRNf9KR++pYJTQFjhzzpPT3hCZaafEICQECIlf389x1x3qLm7E3fWiN7X5yk7nOSC9
7zPKiJOL3qL4OZoScZPi6ig7MIcVabjZqdq/1oqdu7Vfj60SyVOLEQn5viH6ehDjWJHBaPAuBt0s
PGNN5Yfav1jbinSHYprJFsvg032UYuHzuGh+t4PqdhhtmwclR/GENR3bZU3ZdEe68avtXAzjRKKR
mp4LfhlVwG6GOgjPzThNBVYYlLZDPYzzLtA4QdLtobHeXoJsbW6WaHyyyBop5zXC7sMzwACBzO66
see3eYv+CY4lC/djJJANj25QnzTsiHY5fBqr4VUTz9O+7XT2NFznH8StqCKN9VdIa7yhY4R4U5YU
Y428Fhg5CD2t6IJCyPEY7hMzvbVu9AURcCJ186qxe2sFZ37a4CJqHENiVvpn5MN7G4r4dROIax3G
dCm6yLtPfF/ZOZj/LsrN+4Sl/x2P86lWvCnp1ot9K1NyCKzVI359Ik8IFe53EkCBqVrmucM6WLdV
b1jYXLlWhUR61+9Y7ZJz2rUZxmieF1C83nCb54c6q2/hwHyK0VFatmHQ3C0if1WNraJQsZNm+W3i
7QK9e+7LtYNWGRPgI6szVkaLrXfb2HwAJ5G49fv5QHyH1jUrjsvQbkU7ohKd97+sTNEmBovcdG9D
9hb0TVxukaD3HmPspWaoty+jLe/X/kvEAz+KbF5u84kSONji5Rd48LVs+kBVDj75wLOLXox+Dggq
5+31dp4Tt1sC3T1P3N/0hOqbGn02e55S+TLS7gXA0fQ2LWy9X3APVH6xyW/sBx+5Du4U0viHSQwf
K8RgN73vVF8k7RoeFdcAckMEZwdBN1VJvOVnqvUuQIrVDxQLNAewauSjjUj27tY0PATxeNNb4Uoc
MmlfxFvCMdsnyAOebXTEEo46rQgdien8TlL3G49IjdciUfd6ioODq9fwphnUDXp/+U4lqt1nc59+
p3W6vqBIKigYKrDhbrEUlaLcFNtSo06j6dxxDpIvK/vRFbmcmipGmF01IJvi1YG/w7ktzEM76fmE
lY1UuHiDSi8tUFodZ2Ua8fzcA0XZBQxZvizr5z2RWVSGKgyqLB0z3GNIJtAsGl9HC2gkcFtaIEpg
e0QwYX/WXYwNOPzeHBXorw75XoV4HyrdBtOz9tvvto5Nkfscpt0hNLdw8+KuzNE34lQ87EyQOTgD
E7QShKOpcm/dJd5YeODjdodk7ZvV0x8YjzCUp3K60wi4Os29SW/6PFGIm+qRO0Pnmv4aGizATItv
53GX9zkdq8mS4WaGE3RHa0ZvFH65Mtd+F4rsrRcwgy5mEwWQ5LZgC6O4dBN56CaESPUzyimmUfXH
TEWyGuX2vmzjtk/8glbZDdW8pYrTPwGvg6sFOX3slxFR5mFSVxGf5a0SE6kSrL9n4LbxczOEaj/F
IQD08LrXJdvqoPrGTjjqwBxGdOJhr8YZT7FnIEWEPo56RfupCeMC/Ls8+nobT6McglM0s6g0TfwN
BCrHCtE+T3G3Ff0K1XqIsNmCisE92s5EFdDN79i27DLYhByRSj4fY6jDMPiPfCeZeSBxS4G0xDDG
EfCecT7J84r56Y7lM3wnfmrjQhLAHacVQGOFMmBsTOs8QsCeZOXkhuUxIJ3a95KhYEMb9jeJsupd
jumoXlldbYmnlZ2cLWnWv+KCVmgu8dtuqGcIhWoNZToZ4EcTwS/ceMEuhhzkklOuTsiLSfayze79
IE9a5O0l4k4fjEI8cF1TzI44H7Dbz3lb+XQddnmXN8fWAVlK0T94SMbJVV2sI8iUx2kns+lVcffm
OZBFwIvxL96bz16R+1jWBhWY2fo2z2y6PlvTKY6a5QAQ/N5tJqw6kv5BgnFXzgopWCtaQPc6oIht
770rDVnHM1TTzU2dEFysQ0sfur4F8srtYUK03mmDc7O0sweCmIoPZ+s6OWNnn+tL7AV3hUXOsjp0
RHb2Jp6Jex7FkGX7bumW7aHmQOIL2dbhUFFw1EkxodfO308QeN00SYhPltRJ6FEXPU41cDNmxdtI
k7bo6lpwlOy07fDupo5ggw5dghJ2IvP3dZvUWGqAuD/6aNUvKHqEVnAcUIt8WqA7GivDtVqKljns
hOirDuFgnhI0qZd1H3Dslfnq7Z5KjSNvAj10y1ffPutw4tGfYAZc90jJugbn1qg4wKWXJHIr8OPn
+HG2IRbudkyWrYpYvejbZDVxfIamgmFtZHMkLtpnid1lkelUhUMz2s4BfDy2urqizDld8S4VmyDo
UpIkXBJEQtbx/dxS/23hjewBfoXjULlpBvqJ4rjlAcg/hPlT449k4C9yW1pUrxCMafK2XuhrH9Vb
OfUA4Pjam6eBZ+cxjT7rGEV2XR/NOys75BQ6+tuiVuAND8L6Cvy2PZDQ+RhDXe9/RJPvi64F1CED
5vYTWr/TXdyhsxvFp/qWtVMI+YRqtuE6lufjXKEVrX1z9WjmxxjqMjwPxqEJRwJILsPaDk8NAKR2
x6/J8s+DWfUlBCBUdhNgywm9YD+6JedrAXHscrvqDbSEiI5xEI3lJDpb9vEWoBV6VW/O2h+9ki8S
hegfJu/Sp6UJkFQUeSQDC3/jYoyIZCTDzzltMVvM2bPjGmsBDklopIJYHsZFDw9yFvrUsYAC7gRk
/rZN18x+nWf7sW3Me7wJ/53Uw3igcdMixlsjmS9T9TsCtfyOz04UieXRCQBAdkLgcfvNzIIidYET
Aw3PmZqi29wZjeQit0a/XUxiHCGbzvyHJF7GR9nYPt5hFB+zI5wmgh/w0LP2rWkmhnaIWbnp1AgZ
maTgejTJxcVt1uzgVYGoM21GgwUiBvGDFZkogLgDxAWI37as3bEGB0IxODupfaeoRFfzAp7tpUsz
44CpdQ1uVb/znVwcehVHv23jkQs5TBiLOF3Xm3xcP0AF1bKI8d3s542JstnqbbctGxRY6gHQ9Jlf
c0hikdCCemWO0QakVoZogR5AKWFlHzRQRQ+la143aSGaHFMnujoOZCDZPuGAsTOcdkW8Qqiz8PyW
2bC9A99RrFhXfnJj7nuaQYtpnTzEawrnYA/pfKhccG+yRVUaoGRp2zwEj9DiJClJZMdTrXU+FXqS
SFAMNwhipKDvCBSgN2OUNrtoS9ZfYszF2QEiVYAIgcoihAsor9zUni8sP+aj4+dFJHLZr3qGGyxZ
mmkrIO0TOy14F1Q9HpmyM2kid1SEcQvhZhghZaJ7gvLy1wZvwTOIgRsZRafVC73sM8SifW/GOHRj
YCwP6x6ShFgPO4se9xLWnImWsvFxiftT39sMr26x5UEKHQ/ze2rnBHh86htg+IB8fmwTy3TBA8C4
DuPtTzJOfyYFjLk3M7nRie5KPE1thSmFAzCM1e3stvnT6vx+RuQWVJ/NvMeEzk5t6Nw5b4SGWlLG
j0Ild4SZ4GBmf8htczd209Fowi4RqReD+6gd71kOZj4FO1CuE1tL0zH4lnquo1LZCbTP7Bu4D+j8
EtD6DmwHLkUs048jxVMZAgR8StL2lozN3m7ZuQGdZ6IEz3wkhp9joEaAz/Qj08Cp0xQsk2Atf4o8
wimBAojHnrZqx2waH4iLgd4K/KOR3r7zMes+9daeJnTCDJpf7wsglAlJoFNwuKT5o9Sh+8J5K39Y
Q1e8jWO9J6G/T4MJdD+dc3SRASGoTNIBRYIPbT0u2mTPCUFPBioaJPqv1ig5Jq1D48zWxS9AZf+s
hL/KLAT9hffuJpPeHSlH1LbPNxjXJbsjNeUPXOM7LJrrrNBnizlZIfMTAo67s5lwafewvRS1lb5Q
cxLcLVFmqijS8uKCcd2JFOczXug8eO5zNT5b2z01EkMs8vjtPge3WYioi5AUF28n3memiKhUp2Gh
P4Y2CWGvynUZrKu8lUGMJbA2hz5OobEwM3bWhd/R64dqIkN3WODaKpSJrxpMc1oG7waSvqOtF4xv
rXoTnURYW/63Gmf9WNsIap4Ak3vlRZsXBEfIZUgGectnTSrUWX+hzhokDfTdL0OOuyDp7C3JBHat
SG6nhNd7/IKAo5EHdYXK7oawA3Y8+B1xa/CLpkNQaBxaZ2czaB+XTQ7V2AnxYlPcYpdutdbc+Qlj
Ei+yqSYXmJTW+pcxts52c+/cchlrJIdYG6W4d6/u3XXl7hC45BLCiAF1t8a0O6YrORNEozavID6Q
xtahbowcO7+qGRHCoRg/axqSi6lJTYC0xpP+v+q2/5FM47b5QoWb+p7/W5HGVczxPJs/f+bbD/1f
/5//Tyo1IK/4b5Qajfz8+Fz//KtWA3/k37UaMDsnKYXyAuVaKPT4d61G9g9oSVNUUiHklSLZHmqi
f9NqRNk/CEJmGUzhLCYUHfH/odWAxgOdbhGa4xEUjXJVaO7+B1qNPPlXGSZSdCE1p+huw8l+7RqJ
/ovebMwHvIB2DRH0TrLl6NVSz8Mz10j2rG/dtrXBQZimjW7beiL7MUrUhbDIvLhBMVQUoTIckvZo
D7JSlbJuVnViDqKIRi/YfGftlrIJoydP8x8g0S90it1hQpb/YcyzgtEawFGejy0GNbNdBsHtEeNT
gXss+8KaDl5TTy9Urfl+WdxbGK60NOhgCh7zliMGfKGjs4VO/fCVhEt/8qg1ORqy6DIV23Bq8c8/
4gWxzzrN+bJbE5VfIPAkh7jGkTjUKkaTKzYkwsO16MMIi16q39No/lwycUkI8gQQ9V7YBfGjfd7V
mES0PKI23V7wQx+WNtozPzxSk9+NSduifFYsF+o5BhqPrmkUd4u4br4Th2APSENw+RYTkvsPUKeF
SO3dpvlswo7cNDgxP0YLaxAYIyRUh+kzSr0C3L7depgzHmMYztlukEO/F314bGgbyasygIJGRWaI
WUHHr3/x0rhp9m6zXzKf10cdo8cNHfLX5ukWRznOiSq/alzCHMBgN9Wv0C/5EuR+q0HrZaQIlMCF
LiZ4OGZ9ApzhTlEopvsIHHfhJqsuQZCRcrmyFVEy81MbzEs1Djx6sXk9oMbNDvOXWcEMr80UvW/S
Ir6RiOQXULDgAN5CHgU+v1MORBZfYDOHO9LECZb/edDVnOKAYqjGrmCqu1kA2BU4sjeH0D2DG180
YxGuq0e5Z6iRo9/q1OCwwzafabu9rI00ZT4rgLYtzR5lLoIj1aapXLJgIQSce8n9hAsFeXEHNJTi
MySxg0lv6umXyp16z1spj13uZblpF59SaJBeWkvdHtPVCPzWtpgzOnUWPDYXVpPohKsfYxh+67u8
wejcIE0VEYF6ZnLnoi7YLyJKb1YgOBfSsmiqJJ9WWHd9Fh1q06sPv6724LMgxFy/YSqON5zcyZiH
tkxaXLcrMymanmqYCM28nWKEueC5zruLmnyGVMwGF29qMc4HNvkSNvjEWHSgg8cG2k5r8Mb6aKjU
zNyhXhT7UKhZew1SkT7jwdnwpNCumrLOPaaRymATV2Eh6Dx98S0NzmHL7ZPptqDMTPNjkCk9ZEO2
FCqEoSIElIlaOCtu1jFyJaZtNG8EW7SD+9zsMx4GOwfIZi7CcBKyQPkk/UYd3HhgbEgvtPWPXGLM
iYeheRwyd7DXwXgR7GCkOk5BJu+cIWc9S3OD5NfjvI7DM91iDXJCIImNPLds+MAOATHCCGCPzG1l
IETAB2bBVbDgdlP8KbXp55bBMrS0qTmI0aOogyXdcxQwlKomTXSXm+idupS8IYy73SdDuBxjkx4t
lR8dqK19PKjozvV9UrbB9pWYwH6uFt1zoEqVUgfIZGSVQ/+V1/xebNsrcp8PNYq/5OI/1pi/e0tf
a+DBE9C2fT4Dw6TK7CYy7QgNQTOZb3SK8IsKs/eot1+wGoEQvxaIQAeArXe8z0G6/WrQsluoracg
9pz4g9SbJyboHYZmiFtc8EM10X6bQlUOSKGdSHOBnuRERPAe2BWqrTTwu6YZQV2CjMI2A5ugKJUW
D2Cdzwm6QvfDEJ6DZdD7NI5ukL5+sJNF90Gi90HDoc33CY4LSjGX6/SZwB9+6FuPo5FGW/Pixiz7
1unYowqTPycpLPEr8Ze8x+cnVqx1emB3yHENAFg7NItskFF5uma7NHIEiARq/bYl3+Xyd5p0ep+M
Dez7RNzmfgF6FbD+7ImKzzKN7xgHF6QD6MasZtvR9NkNBQyKftz+CxDJn2YLDlkAzwlJBRb98dwA
dUHmPhI90C70xef2vI38BY0yRxJiORWp26F25DZRgDxRrojf2dA/dQ2Qph/Io1jXF9mzi8ObUQD1
id+XAO/T0rT3Et7oI8IQ4xIVfY9rnOxCtj6ggpB9d1xgnepmshcz6wplgru2we3Zko6XFH/Bfhul
K0miDrRhYcG3GeBYinzRFPn9xWiHsIo3egFVb4HIba+hpLowLbDiAtMpLq15QtajWcD1br+WKbK7
us37P3k/9U8swJeWGPxZeBkGh+Vyng8RtJdfuWGuaIxDRmXfmd/bZLdK4Tc9sDgYD4oGOa24XUV7
Wek4s8eFEjzg2zaHpUhntu5jCkRS+Q3oQW0bINMjeILPBarMZz3ifysTDv1S5mKx2D08cPORksdF
1GoXLAwb3ywywOYAssUWDue4n+oSfX12J21bNmncQSXTAI3c6qDqGJr0SAYkGV92dtfm4yGGVOsQ
DONWgpfv9sRj4I9m5z7GUJKmguoohHLCACLn06iHgkBf5s7TzCgSE5rJuhdJcA2eG1RhjrtYkrlu
C+JAV6BEoIH4oNt2gNF0ua6R3LdDsuyaujlydNE0i/rIFrEbwUdBVFDhZimp7n6idL5B+H/IS7At
P1y7zCd8MA8hQm3ouFRMhVCuZONubbpdjU2lTruK9UD8RYMboNQOysi0iS5h7z+19TfI0p6r2oWP
ugUFAJPeQxQ1a6lC3KxzzVcoM0b8jiNEo3Unv/PQRwgSuyZjRoOr8BWGCBPemKsQ8O2qse8/WuTu
FUtNcjD+PfZxtwMy24D+i1/McH03SYKAuU31KEYOPr1y7T1RE3KIWPKuIJAplonxMs4GDpZylYVX
5LUZ/S0kNvORjfB9KMp52QfAnOtQ6l3d4ylNIcIt1s5vFbre7QmAcALIKLQUtrjaV8hpXG+7gItL
lK/dETxtd4D0Av91Gn6iQwsQIF1JEBa1ahronub6RkHbdJcadATkWdC+rSACLtay+dnS7BcV47gf
hzy48Xb+hvJqP474p4R4JAO52hPGMPKrnSK6Yy2i8ovNrGA5BNtHRh0mMC7RnFcpcT86j6jNfu34
zvARoJGfLywg7xkIj13IffsiJV54o8Iaj4DKC+glcQlmY/O5jHVz9nL0XUkoMJIRqtePETKNGYJr
DDdYVXGx6etqCGINkjXbxJoVGZZtZMFvEh+AuiqEO47vY9f+VQ7HK5wuuA7+aoqjEdM0wiT/qo3T
VG/mouarCjnxkYMk+ZrsBfAZ6AXEykmnXL5fHaQ0+5gv79w3ftkFIoDKWYo8kLdI+4T62UK9zU/0
KooO/+qjQWjCSiPDrekfAu6T6NcEaPs0ZiyBIsY0UBC+iXZqwzKZIXBFIEQYQoztUk//6IGvEGlD
SFHrM+vpOh+Av6y/1cypDeCx7lsGaoQN7kd4FX67iCdQKLvGBLLHW9RCHs7jvjkn4NMYgvmueyq2
YoyEwXV9Hf5usnrOUeTpAlihj9vfbRds9Na86usSrMniyi7AeQaIexTNsb4uzVs4pWdzXaSXvzv1
9He/Hv7u2uS6dqNizGEF7//u4+vf3dxc1/Sp0ROi8uZmN4HYWC7eQ11wXpo+ggwpyc0xFkEGhgSx
CPiNIUvHta8GlOBu+BEfOfXdCAzaLxAQAdPt1pto0y3gPVT0xncZ8RabSRwYi/TLWr5A15h9slYi
HtGTKNeV3pDNtUugIRIFGp2m4UpZblDMkRRqNthJWy5OIPWvYiB3xQ1n9Of9GnxAskqRHHoYMG4R
GP6l0fH7yqcALJghBOfRADVHlUDRDDB9hTNNH7kzLnjqhAHDC+1ePj0NDYROPyI64cBOqG9CtPSA
GzvgHQvR4EuWdemB+Ck4hqG27+ZCx9A2VIM1Y3AYlBoGjAAzJ7c0kpADuSgW/Q4Sgxm5WwF007D/
cm5+J3ZecfuIYKW4mFx20yU1+oBNzfgbrLTRx5zj+C3QZ2Ne86b3ssLVINdjbeqncI5QX7x52rhb
qHimY+PUFv3OE5tPBxACoeXlHEVYWYrRL/6yWVQworcbSCZeMbKeFQhLsAl50B5SYXL7FkxzqKu2
dW54CNE+h8tWeqzHSdtgJJg1kE4AbldKLsp2YN3fFfKVnpqwkyeoNLNyvt45ZmoktlnblMa6DmKM
lu3aFtDalFzXuxidLfmWhA90DLsHiKnBEKwM36vRNVRpcxiPP9laRw/MpenPWohX7E14PqMlhHRC
DDVsinj5yiVi8h11pe191NhFlOEcINVmMLOtcgCeECh7F34wRH36CmZPMFaazpBWYBb/gY1vRmL7
6Oh01uBow0psHnCTG0jBEf+zh0phjksyRrUqu9rM7GxZPvSVJrZ7gTrqAwUTyA9UzOzHOoJeOE/v
ttguux5fwMCXW1CaCJsU7ePE0xK0oW7Pki4O4qM16u8Nb7/92E4VKMaO7T2Q6XJFMdZuHFMwcQjo
UAXQjAVlQuk/c4L/P1r1v+Fr/e/Qquer4ed/PS+/P/7VjXT9U/8ErLJ/IM2LMXiF4HcGFfcf5qLk
HylyvlCaR3Nk/WcAnv4NsIpiYFkkQc0NqmHgLiL46/7pLcIfQiNdwnI0msH+irqK/wlc9a82TGgP
AIdd+3/RWA2yFZbTf/UVcQFVMjX9z6yNwpcMV+VuwGp2VoOfqxjQASw3dkzL//QR/dPf9J/9TPQK
0v0nX/b1xyLmDFVp+ZWvpogN/NcfmzGZJh5RTsookIBLlwOCVT6rYRNqNOgI6N6uB4LsHyEJgTcP
okX6Eut2/kzI5g+gTpPslEGg2B8DAiztoJc5i98caSkWYDK539DbNmdKICTeJ22Kv6JFm3y2m5bZ
8b1eFqy9sFWQWyil7DssVSk8T96b7LZLtoTsprzz95zjYyhj1BJAu0eXv6dpl38N+La7W7i9aV42
uesA0xn8WxCbHmidBQWxWdB/zw1E8D/pUifdNZIB3vBrx5Vwsd7BFOWM2mFPp81pw1c89SdwgxiL
BOuWpog4gxGoME5A+FrpPF7YF4OLeq3gbtLDY9yo8BMjdftTiUYPByfASjzljUpu0zVf+Rv+kyNN
4XK2BXvMtokr1wUzTZFGbfYMoY57C7BLinJFhJcGN2ex4TCRGjIBzLY0DADK8IUfpDDuSffwykD5
MuWgV2g4VUIs4XHEQ4Wzhm1YrzGlZM1hQYl7hPR+Gdw2revAo8Yu0dj6ALdV0GqRe7WaVe6jzejo
6HggWJmrABR3ZOHL20n6VzqRXQWr5TQtKeC2Jp/Fi6DyMwZFvBZszfK1QnAi7li5kV+6U6bDXckD
C1XeomAUwlKBWDvo55Yq2tAHV3SBA7kGg45XwEyiEZSZlt07Cu7tz5mC5SsWH/m8ClkNi9YwR6ga
D4PFiMLHCcCg2bVaFxLcdngJ5z7cE1xir42xBBdJjuZUS/C5HdQApqYIlhnCbXjgBfx0bJLj0eHv
ODGe8gu0RvjZgrZ/FlAvf+TSbbRgEOvwUkyZ+DOF3qYVh2yupHwArwG1S19uMAYctUo4NA1S9bKo
45QvwI8kqjDjWq43Vw73KrnMBPI/cuIgdMeW9TuUDhrDMakN9D0iS4pkWvVvPoFIrUjY6DOu4fE1
1TEmfbvBeIjFJQMWFcp1heRvWIeDTLE9IZ03qQ+0HvG8bHkLaZHwOuQ75JnKtEoXnj2xVk+/JWPN
08rr+ComkOaugVLmLQ0thqMN9/vNlUqD3bvrzJPK4O0r+26dz7QZURJlZ93tW4HUDYAojoIUvaYi
Oem2Gya7rcbyPvQwVCMWx5U5hR+5ZBt+HpDNZIVIEVpqgh7xBotl5w0S9mS3TjDzIZAbVFjiumUP
hyBGYwg/zEtuGv3YdpAJw35gttvRQRftsin7pTjbfiTQ7OUF6PXlIYvy5hkBHMPdhvR3Xnmzsm+7
KYbWcudoco5Ql4sSV6Bw72mNXGX4sQi9i3rnXzxGhRGHwcye4Jvyb5C89B+QBUNnU9dzBFBYAQkq
cttjxYQPyD+oVMa+zBkmph3UKl2AGTVqSZG7Ke0g7QUmXGFiB5bKIEOMAVGgpQFimhzGtQrdrl1e
9nXWhggsC2N0bqV4WZ67jFPzp0k8zGKcbvMtIx59phib4rlKMjmoUreDtlguOewPZsHjXkIPaMIC
UmWsq4FIh2a/ed9EutAZqPY9LGB5eMuNzrLfkoJvOcM8h8W9yjQ8clW/bbWDFA0KIThlYsPAq5Wh
42nD9zk0DysM/+MVA0aOefCGLxkg9AYHX1p2JBFkp4Ee5wXep6sqps2iDjmNyg/TvA+ArLlujxYj
xIWQJYB6nhDZ0G5fo/R2hT1W5wOOophn8N5sYsMkfqtQrzpUk0HzKQAcRH8cxQDRfw9DFuDRIoWc
dYjxVyfJHN91ad41eOQtAeqrpcyhoYXWhHQaKkkBfjhWITRljHb+CHe6U6ZkQpH0fL2ionLqQA7T
49guiuy2XDKccQJmotDc0LnZ1ls/MTgyihANLuSFywipuiA5TIRpER3T9KAJuXZN+j6W9qW2nYh/
mlBLBw8a7JpVNI+m/gEEY/r22Vi/rfAeRwUqo8M/KnY6PoHgX8eC9uHSlb5dATvWIsVdl4nwHadd
/b1Nq4BwMJTfbVfnJ2BZUOvwIEiHazvGOMA5Cr9LgVKlBXBhl7aVMAmYdb4O6ok0IwZdzudzEIr5
Y0GT4oxVshs/Uw+Avmwh62elhVWD7+pNR03B27XVFVFXaScsaGCFRrhMX3F4GFH62Ko7nFhBB3Dv
qtvwgZhOhkbtusMlFMN0ZzEKg9BKkssQCVSL9i7JYdKhA/0YETkLVJDqFO++gwMEgIvaviYgab6Y
0gUx9E0nw99JLszLMkAVXCa46OCq7Dv6xJ3qlx3xMUJZ4kTjH7+xPvwySQr9NNM9f2aQIn66Dc80
gi0Bh+Oe0A7MyBhYg0sXfatir6FLgtBk6DxOG9G6x2zN87etG+cZNmWsL5VuBkt3GBa8OTiVSOxh
0yhF1bcoyNr1w2R/rgnFkaVaL6B6nNIIBx3Qlhp7lqCvEHZ3ds/kRPSOBV00V6yB+gMOPNr3e56r
Fr61NcvKBEnn/4e9M2mO3Niy9F951nuXYXA4HMsKxMTgPDO5gZHJTMwz4Bh+fX0h6b2S1NVVrWW1
9U6mJBkDAPfr957znS+GXQ7mXww7HzFNZQP3swocUD55M2+sYhyzbRBkxCY26cqvS5RCNxJLZ761
HNr7oaNzupmzYCwPmxt3/4aGlHUZnLNGwrFLqUFYkM24rYK0Udel6Qp2oSYbo40jWL4ocVZFvSbO
r90pNF0XmZHiNZ9cXLjeiudhu3akIdImlHa7w99Zt0cdJ8w+EWywoquO9KEQMQWGW7dQCJKQ47XL
YU1ZmOChUP/My0o0m8RSXVz0E2iKHWgTPJjL6o1rOLhxinqv8tWJyPL2iK8eL7BxIvrCaTQq1iXN
ittNitNkguPwiimgH2zyQdg2YUORcUMlEu5U4/mRd0TtD6isX+fslaSslMXXSUuzmUu7/xoH4dv7
2V4NLfEpWYhzq4qB8VU5y7vMNvreMIVBCmXZ/SaYPdaPuIVBZCnh3eBCqN6DMpmu5aBYu7MiR+eW
+/M7Cb+Js5ezIQhVDoXAyGj8W2tWhDWjnkh/NMM6300rotX93OTilU+ufEzTsXkSdCzHTb/4aIHs
HiQfXVstP2q/rtiiAvcHKIOGp1NGdkY3YyhZ7ZIS21GViXed6e770mVxFib1GHTIJrv4baZauCMc
L7me+iV/5WqNF405N9YJbUX1Da+x+VlhtsloQ6S0QdvVdkG2zmgt52LuaEbQEjygVWWEPXooCENT
6+wb3Q586MVY2gyrJs2YbxHCrGEcYXhiemzyMqzbCqGHhXXmscjoe9FkVBFc836OuUPzucDIVk3e
pshZYjZJTNsEv0aLFHhO8f5vsNxjEmNtzCLiGc1ZtdK4Me0Xr4WvjLVIXU1jvD54RYIhKLIlIdzu
Gjg9mv80vwN0Jn56TixOq6FgpLNj+28VN/xdX2TyPiBx+ILJFoYWneXSDpMkJuIOqUrfX7QBExm6
LrELer1bFY1pN0puGGMEP6oydt9L1hqDnlEosbcqyaLgUYLnG18sEr03Hnobh6abX9E7OW89eqB5
X9Zjlm+CdNUmRAbEhxiYbqQ0OO2yRc8IOxA3Qh21TH9U92DTQ4F5FcVYW6fBO/84csc0RCnQDofR
Hkcs+qJECBcX3INpUHe3vcoz6PmKmLZsxcay8SuvuvUnO3grm8FI0qNWFxkiPr6Lepgyuc/iXmEq
Lm3xo/KjuIQKEY/lVRblPdMzXm/d5LrIpi3PX6IetYXreqcpE4mRzMr1VlmqZASCd9ZQCbQxzOLM
9N5VqroE+XXWwqPusvauoHHbhYUbkxqH7jdXYe7kGKjc1Qu+7KhI30oegmc6lQxHONwAK2j8RQNN
ElH5GWt//obBkK9b27X7qVccsRukY0O/5fm23qskoG5tHD/asALI586xoyiMBLn2ZuUNhXld837y
LCXyRFq8CWIFgge7ziPBO270U9FCdNtOXeEfZI8pjlpoIvI0aSxDCWKPLcp9Z+3U0feqTjGQDqog
LBqLufTQivUqpkYud4E7nm3rLKvIi0UfqDB1Rhf5K+mArK04sjaTmyDK4En0n+uphTzYzudlCpMF
u2EihYVicWQ73gTB4pRbNmPm51YZi7ex1Mt9FlGF7HiicrMbyArmS54aH6HsiMMIwuVCvErG8Cul
Wec2SJqnhO6Xj6P/4NoIqjezb8/kNVO64BW3DIADXyTzW89R5Hcw+v9vLv0vgC5/6JycoTh/gtYw
OvzH08eUFn/UQv36O7+3liSUmUDzcGgQ3Ofe0j+1UBBtbPCaCpUU9Lsz+P9fraXfkDbkNVjEfcPQ
df5DCuXYv/B3LHg22gZ074OK/RtKqL+wzHwHhhmCKshbFv0q2jx/6S1JDeJDr5x5i8D0CM75Gc7t
K+rQn1HjJi3aHJ43Pw7tLB9wxnqxnNEv0FEG+xqixs3RqtJa8X6DrP2t++l/mmjOd1CSoXjDHwPh
z0GtxrX+P4vo/u1z+ZH+8a75T3//t7voHA7wO+3I/0W7DqA0xwITbMHF+tddY1u/3VB07LjRbMuj
Y/d7QzL4xZUu7WxQjqTkkuLo/K275tz6+w1adcY40RqU0rYtx6NbqtHR+n8hHc2xF014jN8RNjRq
J02hSK7AEWBxzp5zxHeMXVXV0KAQ+gmzomSNysum0w89R90iIhzOFE33jrASFiH8o7zzt6zH1hJv
WyuR/vdfv9j/p+8mx/ov153HDzhU/7hLf3Tdj398VF//uE7b8UfxF+DW+W/8dgcx7PnlTC2kVe2A
hpVILf95S53/CeQPa5RL0fpratjvmkzp/2JLftqiOe6xHHn0iH+/o6T65RxmI3260nQ/LfW37ijn
V0Djf9xSHsxrQucsdV7zSOvRwV8wcpIWY8IpLDkkq9sf/Sl95TVBoJRXfjrgqXJXokNWjqy4YRLE
Jw/UlZdrRdNTm+yQFPzL2C3J0csoUgbbfceEqzaMjnaSXD5AsOWlLNdT1MV7nIWPY128UwH8lI0M
F8+/HJU4xdA5t/hD0bPN2deYOWd6wQsTb4ORfB52zli/Bcn6EthNQENhfcliDx1ZhoGZRfGz7DGA
QaPGESU1wxzX/1zt/keJX2UXKbzyrdFil+NH3drSvucD37iyek8t51ifkzw55cSo0lAcJm6H9qSn
6KjWmkNfvl6v+D2OHD6uEbIkm8CdeAdp9lPPaPNkfvabeO0bEIP3oC53iMVPw+jSf82iE1Is2JS8
fDnkn5bXBYcywuBp7ArVwvltpT2Ij671DoWpmrCmNAvE7dy4dyuCu53R9fu0qBucYhR8Q/qVRPop
lryT1ZprMlDQsSNnfCkT09zJNtKkhooinCe6uo4/bkc/+4pmzip1/kk7tAxLdNsbHEM3srZfy15s
/Xx6p5Pz0vdcuTRXM9Cx5HNa/Qs6mQ2hth2J5kXaILZTN/1a7qAdDTvOcHeCRiDdowChBtdIo631
xvF+HJq7HInKmWHRoJNcg3DSnntwVnhY2qYVOw6nQocLurx96eu3gbkCfQbYgkYJ7pQR9dVqhbP8
5gO48icm23aBctSt08+on5F4iaLZxaMjdsEi81NStzihfQCu6yLvadtuMoVhObUFRrt+Li5SMooe
ZOYO+2p2OX577nwqouV66LGX+X0nt3mi5t2y4s+viH5yoBEA/emdMK+CJcRoDq3SGvunaOHbqVoX
1ufQZSEPcxoWVkJ8k4xOWYcyLZ4lTt4+26TSPeDvcjeqHG4Wf+BQmnBrFpM465C42dE9c8yykQcj
XsiCC5uLJe3qfW0MPEUPFVdrn2yZPyDcufMtrn7SDhj0bxD67lEivf9h7/tP5k0sTH/YUnj+z0ps
MOO4dhwcy/b53//AyVQ4VGmZ+/FBFw29sdo7LJk6emlOv14W/03ktH3eoP602pxfjX3QkwQIsOb8
5dVw3dtC0NTHQo0dVsXoL+lNCI7fTrYDlHczeVM4DHiN0rx/+68/6V9qrt8/KouqYpM+F19/Weqq
Ejl5zXn1UOf5p+tZ9VZhQnMIM87WibXm1wuBYyOIiKCpyitSU/f/9Vv480Txt3dgWxQP55XW0s5f
9m/perJsPTs+5MZgvi+v4kRd0M4K8QdBWcj/m6/b//Mo8dfXo7hhvyAWggGrw3j1jxe3cq0e8QkX
NwqkRGuowmR56fLboeGRp+eL/7kPnmTe0ojFCJtJdT00nw4K18KLUfdgLI9S7OjVpSfxnZDJUzK0
z8yLrtHIO/nRbdqbMkB5/iUGWOBtQW7QAnhkZT2qRve+WlApr4xMmjr9yKb+QsT9Jd7CHasRsvDk
h2qBFkHHfJ8LoVGK2ldLS9uYN44Lzgy7DOICWVlI2JLpo3WDpxLNzia33O7S6ZAKm0l++W33loF3
RsqHnbwZ7XtIJORe0KOEQAdKGhHhi9OyfGrnJV/0E3rAlwUpCWcMfeN4GPlqPG4kXe/rRhwbRaT3
36+DnvBZ1uVfPSh/Aoz+33la/geBRyks/vCA/G9nuH+rho/u+5B+/xN89Ndf+q14Yoj/r2Lp1//+
p2dFWb94FPwBxzr1a8gfr/N7gSS098s5CPR8uuLWRyfw9/iiZ2T3n1YtZXu4Vs6Fm6scxAA8uX9+
jBoSE+lq6bNzbFyKvnPKE/EdQart8hS7XeTYs+Z+baayLFEENviNB+sukp4t7pVos9xvN3XZld1E
MECOsHhXoyboxbWbxA0m8UIHI+Jhf8lWGd1Y6Sxnto04SjCn9Quj00NXmFXOj730iHlmZNiOszmB
+6uAktKxXXADk7G66E0HYCkJuwmOyC2CPXu+bhgEQGgKLDzC7OBL92X1gyl3SymD5fsgjcYBEw8L
+7th+LyDvtc5h2Yu1rJGv0UISxMOUS+ifMPoT1vHhUUMWNZCwzSH8gNbCRHrnLgDRdxS2vkeO816
VcSmzW8g4fTpqU8LRk9wk9K2/t7Pbjm8rvUcPXDx4NlMxegn28wmcfk66utges17HLe2jgm1Tqag
2Jh4CVpoTkgI0Dx4zTOvUH0EQdvczCLBLcP4JylDXMOqPnoRHL8e6ypSxkCR4oyayHwVhNQNlxQ4
6q5fI69GWoo3JruSq0gPzKW0eRuCor1A62Dv1l7Jj3zo0AilKMOdMyNGhaKEi3JgNE9wBbiwF4Od
DqE7riukpF2ORR0iFzj9fEbIHlZWMSVhbjoBEcHI/jQkXf06lQkm4nEROV2n0r+cCXDwQjaatd9P
fRltGdpX+6juiW2xOe0tx8zrh/XA0AEg+mOHLzt/AUEqsp89HnCYI0g3XZqqZMzciiIhB7y1oLFi
ImVjuED+MWZcaYA/l52mePi0Rlke9GAjOgCCBJoGN4BxJP73WQWPUOMKkD7Jgv04QYGxRUYobiGE
pXTmcHzSOaeTvgicIMGU360LmoWNlSflu4YFuQfskUniBBJM+hKMSmgJj8HVnDsYhty5A1dBvxCg
6uJezMXYvaL8qkkkRlsN/ocD6HOp++mOkzTQOq9B6792MxWdaLph/lnZTUM9xpjbYOEAy7A69dRj
OHK5nDtU+G0d7VxUxsmuSvrl2C+xo7eDO5dhgXnIvrJJKd8lFHtgHMsC6qKimWJdVjl/4jLt/E6h
lhWxAASX9AGi2VwUemh2JYLACvaGqV9UXVbmo7QLdw8BdT1GE5720ygSrJ2VM0XOD55g4F/VHJ2A
WPTiCjm67I9yoUXOPdGzLzI8715Kv1TJ3Zzk6Ka7yN31vtvvSZFeUcA00vyYwJ2+BmtaHh1vEG9m
HHOCAqKVU7sxdXE9OGvxGIA+CiPc6uyRwZjsa6Sn3JwjPvSz+KS/ZUIqufIJKTWhM0agheKxYVcX
rY94ZpqQMOwChJX0xqMqXsl5yCjoq7R3d+O46uPKUGdn5pS+ezS6ub6WjR0j3rVGMIaDh6Lyu3Ld
7rVws6K5xG2r5yNykz7fL8IX+W5MUjdB6pesx+lsbQnnSDjR1SzT4hoGUfpgg1d6bU1cPw+LM70u
+RJs85JRKBAVwmjczqGNXcV1wjxmQZTNGav2up2dW5BpDTX3isnhzhSE8x7isVeQjEjMKTaigTA6
ZkJfIZnIrh2afTBYsqC77k1gGIvgpsE20gw5BUti8q3vlu4ZLL7Ap8RTxXwuUvMe/ZN/3Se9brey
1FV9MI7bIotd/Cg0GKjajR47HVZREd8wNyvBQdfS2Q+NqJz3Tq4mgILanklsNWtHaHqBX92sgwz7
6kzeYbyvNoS3oWY9H9KZXprMv55a471EFMgzfqXV9NtsWRx7M7dOD0XHZpQzz6Qqf3PIsLtbmziA
jZwrewG5MNtMb4rBRFcimktYvEt/lXXR/Fj7Qb4veqy8W6vw7IcE3OdtBcfmBRRnK36u5aDzLTZL
RrlLW8aqYr0F2JI4SxFBMMWdFKISgkzETpbOY4zwtl6jl750UxALS2BB8VcsMRtU6KAUpskZpnvf
Q6JxdCpMZ32aeu8rwluOumog/MfC2hbssUi0xyqZm61dxVw+InQSNPeGkTsAMuEGm9Qx3bxseOLT
BzXM4nJ1mypHXgTkm8FFh9olqv0zfCmq75XXnBUgLlBqQuqs+5ooVIQfo8c4ih68swEDFH9jvjA9
Q2hyAMlUIPl+9L3tvSWsSy2YlfmMMiyKA04ySBh5oMt9z+MJbE0nEJK9gZtkkw19dtt4TCd20Zwl
1/EoGakLZaYATIE/NFsEwpWLZ6GAT9jX/jBtdNqhQuI3h/qTqcT5JQZy9DZOnsVHJz8Lv3pjwZOr
3ZEiN+DfGnsjKo/RdwvBh+2999DD2eCdAfgGT0E7SkgAsEQ3XedLsl6dQXUhvnJwTby1LioPk2vV
68n3vekWEZyutnBcMF7N6PZ4RyNrPA3DIQGzVCFuYuVzk4TcnMHdUyete6SDwQ5iuM3UWLblGPpW
Vtt7mdvmpPt+dviuhIov4vF8HB6coUR9V8NIbrcVBwPaCGi4lj17vH03l9ZZMdxDzbilZlpY/rLi
MK0D31ZcpNQ8med6H6bEP3tgxLrAxLDLgNA35q/20a06SJImyM8HADbCioHOLIrnAAwRTR7BQT0c
piiDl4jXYe9xyW7EVBZoC5ulVXyoCsNmF6V5dWEnGXM0ysd+OrDlTheCUX4Z2sh/d+xJXKagiJm5
gm9GQs28ve9OrYqC4aLxoORtWkBu3yvEevEx9oMOyCyzKfMw5uVUXFtWkN9VNKpoXThVMx8ry629
TY2q8J7JfeOF3hiwctuVzF4dnnOkMZKd9jnKF+vJalbeGg7C4NliMKpDpAzVQ5Kk+h0roPiWwatr
riMDaPM2Yak6Y8wRhDZlBlNgWEGH7hzHMXfttJZsxogL6L74uZ++YhSjW5ZGUoXRMFa43vIollej
cGDQ6FXgnjRdB0UELjl4kiAW7hd/Kdis3pxWD7r22vkw+zFVCVG9klROOh+Gw9gAO7qxpqrYeUA7
Z1jT7oKb1/JAlvYrHpWEICm1QZqI25rmUYbejl3uvaFJhb8FWpLYT5aYS8h9Q1zQOtHz9Lgia/xa
U9iwi12xQlZmHpBX2e2ZM3/WkG+6JlD3BiaCd+gTu5mfl2yIml3vrQG3L3yLYE/LTRWwe7vgiks8
gMfGC3DseKjuVwgQHyDega9D27WtMB9JNwjROCGDdMWYF1tvwuWD7AuyNDe+zxKeSmnUTidMlqhz
M785daB/q11e6qC+7KzWxdzmgv9VSDxR1deHonEmtKCZmp6WUeZfvd/32Lk47277vjeCZiMU3lBD
OKEEnwb9aBzUFqdqlnm6zS3MWHtTZVBKbAfH/82yRpQmRZ9gywp63V3XBYYXal0T9dcINOuPsQMq
tYv5+KiIbCf+hAoWD3delST0J8G1H1CRRA8dd493qD3cfh8w71MkfOWoqx2cO6t9mBXgs/tiVSuL
JLhYBrXG0S1SQuIMvOeW/t/ZqNUllz0iOh0Sbb2UB8yVNKyirkS1lvh6+owq4dmnOXDcKmxaSNmb
sTbB8wCGROzphTpXHiUXIKcMVedGraLOdvZkkn4rsla1xEJNQAsVWxJYv9iT+Q7lIFRXUwT08tJx
Ao3sNb7c+FGZ04CYzfowzP0MAUSs+qKtIFhtKOrBsnp0CK19K1nxuRzGu4qKzPa4LZwJBxeM/p9p
keNOo+vqPdGMUTbz4Sa+ycbRTb8pzMYoVGXlzDvtNYlzlzerLxEZTW1y8itHfxJmh20bIUt08mHm
StRcA2oSdmXahVJkybtbVZO4ZNtF+pvHnd/faTQYPzqOiBU6jGxEbsk54QJDpD9eWquIP2aMsxhJ
OnVf4iFJ98ywk3PPdUqvOXaie+WvD5u6ZnIOxQXyeHpRkB4or5xJV/blkpWNux37Wnw1TjK6Jz3G
Vv4pYXWaLyuO4OtlTeeeAUnpRMU5qfITadyCe9kUl6Zz05NCxkWhFseffu7RcR0QPr4S5zPIHdjI
5EX4K+KPrKnLe1RD/guf2YJ32rAebBCsw8Nsyt4wSihzomLbqB6ejTU40XXhYZbcsSqlYxiLrnSv
7UB4EHzSuWhfsGf06ROcRJNg5tJ2/gDXoOxOpaVSeEZ1zJkvrGiVFxdzPFnW9QSFfNw1cw+AoIwA
78LhdJM3N6v7+CBxpTzJarWsXWOTaIOUSmfmhgDE6B0pdk2Zi2qUhlg5MuxAUOV481bUfjb/mKyh
8ciCyLEhAwewsX565oABLn4YV996sbV2nkujRuKk07V5kWgVtoBghm8u+5O+z7pqHTdGexP3NFOd
LRqVlYLa1pAo4AekHcxZaIwXse+2YgMzTCKjAlU7qzg/+l2lDykqLVRJiQ9qKI+u7TlKwSLl9ouw
ypK7so88HMdV27PojDipM0MJt/X8MhhRLUzenVqxbO46pCnDRnsMdWAPphhQ6fpDTcM3h2YZf0Bw
Ta07fqMMTUCjq6I+Wu2yXGEnZDhTVaWHOdMbHX9P9ZxiyNWd8sMIF0gLLrjhia4Cry5eE+6F6rqh
0bkSOsaRF7bZSnFBXxhPI3Elyx5qq8NBeFKAB6TMDlHVzxel0Pn3mpp/y0imfJytKrJuUOv3O4zL
6hY2WHsNLqPiADGXPgfyBZeR8q0y+tB2wckFFXB/W6sJUcmo0+rk1XK+mex6Hr/V7hKfPEScGIEX
P7nUujeXY9GvX6tb+P5uwFp/U8TSHOaAnmFY4Hcj77qi77MFW7A+VA4oJ1RUKZMBFczDY47mDmEe
TiPMvAyMztGxSf+1ekn3HLm+UaceaqEMG4YigJ9SP3hWkRM/nmFZZ7QPWsJ1lVbM1KPDTjDKavnw
xGI/iknaL+kiyHKkxbnuCjDAh1o7KFvQ0U2Utq1DUeZk6w0sRq7oqsFqgIPsoTAMCvicAtfMFVET
A7h2zgw+5mS6hYasDwHxEMGW2Z7Y84K9vhiS2d0F8GXnq9EZvShMO4n1T2M1QPM1l3aYZh2yvxG1
VGg1PUSLPolE/uZlggtnacbL2zyl9r+3W6rYOw7VOvoBuD1+iyePM+fMXXoKlKwfMifCTTmw+Vdb
6sChuq1t5LBwSIrA2TmDZZ3W0rU6kENl891WKBffBpKAFRAurSRo7qI5H1Wda9ILx/mBHc17h4VC
0PFiSFaWQ1q+VUGtlxOApjR0Ui+4147sqnDMu/wRUVOrdvky10gXeyyAqLXIn/EWkIkYxZAqX0R+
Vb8xsfJaWEppdBev4+xv0qLnxBOwkVAhs+Mf18Do5zng4dr1k1yKyzzxB3MBjUv428wR5sObPffa
VYJIEpJEbmQ6me+rlE2BmUclUPECpiCpiV/jBiczfpAJohn+2Bk8r+0d4TnXK4kmi/dYTs45TiSe
kUmOeERvKIn9Pft9YB9qFa8I+n3Ac2lUYjdpPTl39xbQm3a7jp1IkQZW3Dn2IJitcLZLJvbmlinU
RQJj+DZhIns9Kkx6j6kdEM3DLeZ+kJsFVYf8I2fjZZ7vn2w6+Y8uhoUdT0t2IPAmv5CxH917Qus7
y8VYvJ3rkfxPJJb5dvDs4BR4aOdpHDj1fl7q/BlFenksyxGWyhpz6N2Pk+8u7Mt++15GurBfBuVP
zmVDhCvkWG4YJNLuNFyMLFUlIOBzOwJBfkDMQd0F0YG9MnhMslWASsuKGuT1WKz3EQnO7yLyWG/P
7YZrrLgc/gMM6WjkhyDjh5UwRwGtk69r0uIbJRWwUYQ11VfDZrYtqhFZl2EAemuE6EgYcmaBi4Qu
JJVDUEcnoid8h5DjxL5GJWu8XevVDRg6ycCye/aHohlvIZnM688aV8adZldabhij0w1TFe25ibT0
G8ADiXlF/w4FuUkmuV3Qdbe7zivSPNuupZq6HYjoor/xmWEWpCrQNmkGbAnPzOwl/gl3Hqt0wyKl
CFYq+kWHTSoUPV9HdRikIcIjItIosTsML3tG22cWN1k0TnC/9nAYN4LBkH9XN3IA3bVEwz7OOeQy
SIGUu6S4NVxYge6m84zVbIARV1UI06a6UmWDcNCexoiEyWj5yuiy5Fvtc/7dT+NqMXPJQPhT5DdH
5WAV26d0qW95lJfnErXsA3gBOgFdOiWSM7lviH9KlmJvN7U8LJUGHE5QBCE1kYDjDxxBvs2+yq/y
dDyvgqrHeG0v3CC7Cc+IPjYNQlUI5NDmLmASTfy9ZCre2hjn6sYIPdy5zjI8J8Vk5bhjtMwvtLsg
J2hllD4xQ+/gDYGHxge+wuLedl2pzFWaVNiMjWW9F32ekotA1BPQqn4x0/Ni6/HdNBpLbI3uvUzc
Pt5IKPRUFu6CBWD26Ce10/icLANrJooIa9mB2tHHVEnMVDWu8+XAclrV91Eugh7NaAIDXxYB7TdC
CFi856DVH1lCu2VTIziHTu4Xza2TN9OhVA0zY1BIV0KVyzYjNmcHRAnSokoC+ktG4f2hB+Id0wTw
ZbjQCz9bQPz8a2yh39NMS6Cq4J3W7iCuqnGYj6YavQvV2d6tqQPrPe8mc8Xnam4T1xFHk6zeZVZX
jn+oEluMML+F96PSdUG0F5xbGByqOeCHin+kvZbPebtWyXU11zPU0mmJXrOyqO7jSmTHaBgqDtdB
15/gzUd5GDsCyL8F1b3c1P0EZ7QSKQ0Ft3AAKGD209/dYpWfbS76C4TCCIgJYWvBEKRgdPIFFGgr
18oJg8kM2d5Wa/3u0IznMfJr+76LSFZC87nW5BS72oOSC+9v3gVVauttOWT9cdDGbrcBrg4LNGqw
uvvBaZziUEgDpiWCQeNuC3SvbP51vVDb2zIJLqPFVa+VioREtrBOtP6cTFzBrm/9HzQaGSZHsw7S
UDhwXfclBsZr9l+4zUk9BYdppuZ1xdzcxG3hyQ3t2Hjat4sa6CcId2V0IBmQovxueeRGFd8bmB/o
HRSxaTvMQooc+XhwaLdrp7irl3F8ixYnfsKJolKWrYRBhNdNmggWe3HGO5ngcdCGom8O10aWdNeK
JE3vDDFX9+gURmIu8PV4m65fEusn6170hm9A1SflZ/oaZoJzR4edS+CW4tjFtWy3ju0qROSRdE5e
is/7m58U+mP0/OI6Kmp/5+V5+xY0hBtgItFUqKsw+mi75QRCicKz3KPkp22Jv22qjiw0YDXyvqzQ
fkRY9/ohyW8VjPj7Yk6W6iRaXcpNqhr9QaSdY+8KYsPYZcBVbtMmyvdID/SWQROWroYcGz80aYXB
YB1aNBx5nmv2FlhvmrzjqYeQxo/Pj4Mf54fS0d4JrkX/sSL7QU2UuyPudCX0NkiEe/QCEeB1VyKF
ghTVJfr9sX9PgHnUcCchisR704OZBTgyZBf4S8+E4Klb9o12xY/RXWinmIqFdE07mjIcs0f4neUA
0ot6f/nUFDlXqdULer2imW9tU8jvMeqn49qK8YF1Zd5OsiijfWREdOU5Av6/z/AmOfRZCxpkrWgU
7DzAPWFeLE32QFBV5u+MO/XOvu0s2gRrMWfhrK3iuQN7sS17N/hpZYP1ENde/VrEKzEDmQma13Sw
DT2rUpT5Di26d99rQWQZTUrrZycVIpp8cOuTa3CNcT8uw8xqWMj62AYx1gQOOisZbgudN8hoAfZa
YmriO79JIFEWS9DPlwlU6YRcxHq4dQPh6KfKcd0WW2GDdjzmf6k7HOLBgXaHqw9L6rcc7WtvuhyQ
dmBp1WdhgwaSHGYSq+JmHsGFbTvGLkCBBqwFh0HzsLAIR4y7FLiLvWVG7X5Lgrn1d5jIsGBlQASa
bY1kSJ6Bz5m9peOJhiukVQHCMrWIG6XDByKaxCFo3xu5NJ68nqiRv0erbtObojNgCGUDtRNvNgki
W7/iRmTJy5PXQLY9Axhhxke3yQwUwEKoLQdKTl2pFKSBsJnIEMhB9pjkyQS8HRsTNW+mzVah1txx
JiSrkcCr1lq3uqw9etLCzTxng2oiktDm0KNDdhEkS0E4L+juhgps22Hi6X9cATEAZuD1ETaZqutC
fxAxd3LufAYAyTLi+Fr/jd8dCWRym4tZ03tltjR+rM7gvFpBvzzp7DymkphcwSFjLyDSpHFXSYUE
tuKUqXYtXiBKTOJK+1XS3nsyZuqJnstRDOpU/STyRt2rrjbVKc8kVNKV1FzgOS2sBWrIurmvAi38
Y4M/VhyisjFnbWrjj9+iPnLqdxkjP/uxQtZeWIh8jv/STrNq3+ZNXty7waRBFSWBnbLr58P01VVB
Y8I1GqXeEYKWqXBmgsc0kzAQES7kTnynT0W7jIJl+mgGlJjHmq9zY0t/uo4woSQ3C0QgEBGMGThB
JyM7vNtX9k4T11N8U32rPpxh4XAWwN074j/vPknDGvRGZmPTn/GGOXjdjjZ5fME53D0haxzT8N85
OrMlOZEsiH4RZhAQBLxmkmvtm1SlF0xdkti3gGCJr5+T8zJm063uriUJ4vp1P44LlCVHK+DGEkxW
D3XYrqQWNiMJKURz98S+wQVi36OKvPOiURqVJ4R6zxeJQXFF1TAfOA9Se3XnrjmBO1pDYGd9zJqS
GkoYg76d+vlBiILSQw+FcTzSVXnT1tE9PopK8Cm12Wz+EYi04jrObZdf+aUGdywbyAQNjXZMQlTB
Uk1Qy8Z7X0PY0dcFs93trbx1XymbeXTS/wvut6/UYgIQVM2ty2KWt7ZrxAHPxvZJkpzBCA7zmF9r
Tov5sg7F4l3ok80v4eBsIds6dAo/apbqP8R15wC3S6yArHpBm7LpMDtKv1gZjqhYrMwE99kfmeU1
ou2dU8fe6xbWDrnpnKc6UnKmNwRjkXGBCBXcOrvdSObyLe0HNb4TWNtoRq2pGHvQjrfUFw8b5l6u
M2a82nPv2Mj2P7epUjy967zFGw2Bg/fgLdp7rQKA2TeyYck9eNtkmJDoGBNXB/Rlu2tbf0yr67gW
tlUqk5rtEGlrPNefa1cNd1zFWZytASnvmutuWH+IaLO/XZNbnh8cCz9474Gsj9lQNMX9St+V9c5c
btzFBb+DFv2Z1U1eHJvaH8Iny3TFZK/GjiBKp03xxqSqyC0qrn7nFMcoUfgwbmb7axytL7eEdVFf
3GdmbcyBe0QZQ3FIc6a4+8aIaCkPge5nZzxaag/D+FR2YQyfQc1Lm0hKUKbgP6AMjr/jwoIGM6F2
zi9uznvCJpkZm4x+uK7IFWrl1NtroL0AKBXBfmnu8rmeou7QZV4g2kvOk7l8VrLIxHPXzar4DIuU
Npi9JR2Mh4MnA3Y8KAfXeRSCyRq+4DBDAepktgEaKCv3ZD13QPBmTxN/idHE1NxjdGDkJTPr9suN
/jbiYKF9jWKKFGH6uAQGc2NXrnp8G1jAEODk0czLdwJkGexK8Mho9tcu751q3XdSBtNG49bSAUea
bV04eSI09z1wkojSOTorIf0zDVbc8B6hRqvuv5ZPDbf8bbUdJXdOMXEpVgItiY9LIJf7OuW2wIKJ
ZRkjAhr28NysFPQ8E2Mum2E/DDU25HzBlqOSNXCD2QAlqLOyJG6MzHZ2mF27nUcY3lSnDCgUl2SA
mshwUbNN5pwjWVMuQutkcVeJbsifODkm7tOsdlkH4kKmRow0wNgRvOPHOEqY6N7Q0eu9LPUI46Kd
lq66AkXqO2dfFNOs/naB0uqDoL+f3TPIDg0sJ9qNEppQVUB1lVYWZrSpeT26aeRNPH/oyz86p2ym
QzT6dXtg2c/h1kqsI5d+yLzqESHNpyxw0gslGXk0paeuTuP4Lx2dVKdATWCY7s5QCzo/CTa5xXJP
ve/NDtRlOWP9geXVoqhcJOFHKHVx0ARZE2cxF4kcuNLGKFeXpX+m/y0f7zCQTTTRhAzFXJ3xjxR/
dMlu7HZZb0dIi5YeS4ENe6UfZiEp0WeefaNr2ZcnrDTs4rkp4VXG7A7tgds4FhNN2engy3anLG6X
fafact5PUTCZG4ScVlQ8rmmuLmwvpu6sYqpAaD3tXP+gq3oGOK+zCjkKmNUWnVxNlC89cTYsLgB5
7N1TMjoD6+C62pzlLyuYGvs8eCInO/L9SX2BN+yOL8tSrO6/MkodtG2eiv6/IXNYrPyTxTCxAabd
N2CJxWUZLzZ1gkVXNniP3Yw3kSt5g94ahB3t/NXrMIIZJIdc4UafO3106B9bkISRglnKoevt+myr
zaNPeSXLWaHz9TpHWwhrktgrlCnrVfFz7Mctr1HQt47EN94vZfc2QEKP/zljSAdHrilRvq+Lhhuq
TMnpsjEucgE2kAo7MA2oWd5dVo2OYJUqtfo3UsoKAKJw2+YgEJfHKqmsEBQ41nArHuYuaN9dwbAM
Jc+L6//K1Z264zZt5KvGHbp7jZa0w2aTed3FrjgR3g0ouXSifdqRJUSDwRHHeWBRcDB0PFLm1HV9
fMAbZrLPruYSdAkw8Tu/bjuC8DLywlZfHI89tI6l7qsfVNBu+nEcgC/Qxz162Uw7XZ/Zu7hZR9KX
ohWURpqCs463hQGUeRsmIgHsISv67pCKKLfHeMzcIKl1vTm8Km2+/o7CMRNfE2KovEeI4vK8i11e
AW91EDr1qWV4cChI8PrRkrG3Y2lrTizFIvnm6Y3Zorr4fWq6xYzbE8gIm4ZGAad1ocIelSXROhwM
1974ipbTTRfKfaX9BKsK+31wUuO4eKn0ECf9vPXrBZ+OGB5mE8joH/+7MWi5wdJNjxFZx4FqJhrM
2+va3egEgDr4RDL6pBENQiXtRUdAqWt6xJxY1a/EQLI9VeJMCZyJTgh5i/fwzFTh1wtuYbIlNnts
WV/FP8O2GzZoX+G8jVcKIP3mOmJdSE/C46x+XkP+z1m5LiUJu9IdN3B3dLpF3LHiHAfBM8AZf9jb
QGcaUWcTOr2ES9Y1xxoqWPNG7Ubrv3J+YKo4sWe3zWtZNXmdQN6bOM7Humm2+8yJZpe791w01JVB
4jE/gnpyur9zk7vZ37AfTPXKidyxieqDMU00Z4241840BEeEymr6wQgWZWeboTD9VhCDFD0/Am3q
iQ/5MnzYtY/hFdAuC1LI5PlEzZW3gEngisn+bAtt4d2om2prPreiY4u6QUTI7NUSH5bHYBKV9y9Q
a0/U3p2iF+j+nHfsWJ5UNgvqOEQp+SKfyq1JAwzuqwd57dKo2azHcJpcSnSRA4f599x7xKOZ5qVJ
+TwZr69YnG70Fdwhg+TzgIMLaujTZiN+T4AHI57fb4Cbdp6fZtOt9TctQgyFyFBFN4V7oh268++9
qJJgraFJ9vtiGAxchMotl50H9ZVszpwZdlGCWgaH3G0TTK9BXttenJbbev5NVF3Un3PDmxQvDgwu
ke/aWLflVzhbOkwOUbHg1tzh05jteqxc9jzrDVo3+A+Z9EzwyBRFTxpeGYwbzx2+PqhYFdat6oz9
hDqPhnd49pkKsS3VoZ+aLWOlP48hl1XoAhGtPoHhPxpjqHspgd+FOwW1ih0LkHMa8obmQwbe5u20
Hf0/+ZLrLxCwwUvj5OGy83NnujdDD7dZwoVq96124aM7oCsx7EL7IiflxJNtTmkkI3vQUeMzatMV
TP4EbrDb0bxVzflrKnwNAz6dqubvNCP7PeHlEsuXMLR38f4ZsgDE16iY82gITMPmhGXS8KG1FWBX
Rlo32O5BXQWPkCWKo04HStRKMA0sOCoMc66XzsyVdFOiDHuBfm5p2Tmn0cAOXU9Dfrat1Y8rvrBm
13oT3DAqSJIJOA40y3KxZG2y4CmHomRZxQzll65oFSpmP7xK/0aCXmPt013uOF9hGPCPA4nhnICS
9aOnhy0pwtz9zXUzoKZaencev429O/f0eQMvi4+mY+lHu3xw1a6sE8cSwN/jL/af27mZn/LccQRU
IEMrpVOlBMi5PDwCmmwTAbfsgYpEIh89GvSli+bmjTIXiINrq14FYM3dbCky3CPVioGhe8Pgxwnx
o2UyPtAobz4VNmJanIr2pJo+S/ohKvZLuoxXJ/bASbiZ7t8YmkBuM1zkLGXjNqXUZnDobBe92iM4
1p/goVkrq3b956os3J5Y7WTc0HQdnOlDzv+M4wLgQ/IZv52WufiuA6u3PcA7Ko/CbdJH/jzmTrjU
PBWyeIyMX/4CR4azhbIc+YFhFl9GsIXcDmbjX3TYRjQl5Om9gGBFZ3GGMUWAruc3rGEycL72mC07
g4WG2heNaVIDMevL5mBkLc7l/725yOrgyLa1FjteCu6jvzJ2AkVK1XNOJbgiZLbod3eS+Hb5gvMH
v1oXAYiBD2Km6+YBsBWFMLQeYXSheclnKapsv6MdQQA80tpSg7dtjyFY5z27NzqMQH0dvHbCisNL
RfDRGFb42VR97zH6RMG5XYbwRJgjY9tGtTYvPfREtsJI3WXNXn6f+1XBpL5ih5f5HOC7RTQ56TAP
vpCyqqM/luvJjyxBFu0gFprAQydYyuKy4sl42lTbXrc457ZezqFFn8TFOt0Ly2PKcNe81Q5LexSD
yMpEDbK+g4XLtAsX+JZVoT91YbmLUJk3eLzCinr7zlYsZ0GerhgJIOLaYyrQjch2i/HAplDeao0r
/24RAVuKahuixBE9rY0M8/RD06V2KfxqPM9uBR9oQJy9pJw9FzMBVFW2mi75gCpZt4R0Cv7iJ+bZ
9q0wDKeRDfxknlCFmRmi/Fw0/vI0LBXtdVEeP9CluWD7At336M0LGrQbhhTSNjGWMl86wZnuceea
qjX4z0XhAV8XU7YZXDbRlbfe09Z+dKlTv7vV1H2IdouvYtXiUI8ei1HI/9mZWytbjXTOJYAlE/1Q
9cIlkwLGIKNY7b5HOrk3Szl2rG88736hZOmhwM7yGQ2DEgfdVNAXmzAi4UzAIToHUwzcLofrdSU+
wFPomaZ50vWEoSjiJQPBzpeQj7z8XmNnKY5TTR3COkeUswc4XvZc/Ip2F+l1eqzY6H22Pmb+VUna
ANB8jnqjgiGBdTJQ8D61X3yeq7sipWd0T9tjcNAOmMO+TpWzY30QPk68nPB2sufkLcFO6hxGZDUQ
Rqf0HSna3hsm9M/JpTiTrTaVuphJM5KNqIMZSI19ntbzc9xHFvbRrWMRmfYo/RuAiCvqfVzbKQls
bQGXe1ycn0faGDURgqF861S0PCt+D3ve2iI7epw5fze8rP1BWGarAavcb+5f8XZuad5KCJo6ry3B
jjPwTYbbXROO5d4Oa/Gz5D37BfO2APZaOT33JpjWJCzjhaEa3FCRzMs0s8oP5Xev0/Qt73WAVsLF
BaVlHGJx9tl61PutH2co+ywFaC9kt/XM4LQwD8jmY8QrfOf3JLlMJCZ5GdGyTubWVvdksbl4O7K/
60eWtu5jRsyFBUUfv3hoSBcXWM6lY5HQ71DuI++4pS7FGujNfzFgSvm8ruP0hgI5OseM0HacGO6u
C89ohnxpN7oyknSs50RTqAnpx86XPJTOlfd/qd912fgx4HZ36C7liFH30CuYJQofpth19eoxRhT0
7B23WYKCY50XPt56oXx8W9743xzE3sfNERERjLH5pUvz5lBkVduc3CHOt1MmUtd+NlOvSjTJlX/+
zA++9hP0s8D8ydZcsFarC/aAbPZx+7grLa1OqdziMm14pQ9OENfjwr6jC7gM5vFYtk8w5ecFgTIu
q5fUZfdwm/C9FN6RhIgP3N3NYv+O190ScBpTEc5GdTNwAqHbCywj6MVF4sI5xIbcWLg0Yt/F2N+5
Ma4Tmpm/yeIeAGmOFYE94cLCmD/9EyN5w22lMoO54wYWp7vehP6zXGn9eKFBIXDpZoh0dIFInwcM
kJyFV96CVBRLgwMkVcQIkiGLaERbnWXFvwwqEcpoJnX9I3e8NMdYh33+CDCZvoVqMqA/FfMfXkRQ
Ll9BoRgUo86XR6cs+ukPZQmG4pJ2mK6cXc5vl6vGkGzS8N07HZcf2kkqHq6BQ2QHJ7symDizTR2D
MlD5OV0XCxGrKagJuQVGbOlOwVc/DcPwM8oLHA2gasCg5doRiKNOxEKW9xRXYIVIW9xRw12Vu7QM
bs7DVaTDcFeAMFPvecCP4SSFjYd/zTxXDtYBfv7cVQeO/XM8jYP6hVa7HBEzML02SsU5r5K+rn6M
G9W+p3hhS5tMWSuPGR7f4ZtMTT/xtt5C77WHkV7cs3wxLSrDOiovaVZwVpdtygk1HVwzkc/dS+Ct
8oIKqd8ZSkVO6KNqr8RzqxxvOvyt53xtKZjd9enSYakaeP//mMpG+Um/kVT4lp5GrqwU9YapZYO+
oaBlwURNhKA9mzuI03ODGjmhEnehq11TX5vS0O0o9MiWfAWgp7Gni91f0ie2ow6hUl0BlMtq7Oqu
2/zO7MzMags0FEp4ZErTztq+qrld99tU1iEV1O0Yn3Ov6I7GuNV67yC+puwvqrqgKnMYl29IB0BB
0zJt7vo1KNULOfv0LwbkpbyEUzOsbOx4Qd/icYQvuiz7bsZg5JuzFTLe6obnQIbl3xIi55XlWhie
p9jd7nH//nVHFXFQlarw2y8ItWTokL9ksxxDfKrAhgKr+JohvPUcfAOItEcsVl0O3Whrs+/BBnI8
GUeNvkkWetEJvBG5G8/+lqchXPNOOvjPGeli92wCRlnqXRvtHpsmSB1sMGJemYOJUGHNqqK4Lp4p
Yl7EqYnt1Hw6U7+xhRt0bKvjvKpiA2/gBmpXcW3v900jZtJawEz53Klu+mtVDGFGNC19JBwgGHLQ
zi2GnRxkazxT4ZiEMD9Hpj2t2++erqr1Dl+0It8RZ5N0Psh6xKLhMrPM8Z+e5aN96Cs6lXZ6KfCw
bFjAqoe8BS2RuHNWlUiWdhq7kxugwhyAYtww+9lYx+yhcd6v50LDSJ322yjb/wao8/F0XVY8mWmy
hKIZr9JpbkUNY+l2ysUYYKugkW8wr8y23YXKobiE9hdtrEiGFOUbc8pSt+tjPpLW6vYsCINBYeGZ
goAADzp4CyfWww2M0unSYF/Y7Wc4jv345puMHt9biJyPMbeXkF7F1gHmd6mqKfi2/KToxcJxmq0H
OUSO/mo1toOdpNOTyzUYEExNWkUbxqVc+b0+wpZtp0M+0w7BI9EEW/vkdcHCf9YI4NIPk+lX58Xt
8jIMPhCrSjh8kc7jUxEgrjMhBZPGHb3JTg/0nRAou89wKU9pUpMgbf5NVe6Jbw/WJvNzO2D4dWnF
THz87C9wFjP/yuBL56dQCDsv9BzgR+2E7y53a8GP500jhq+HAOcrCIa0Ci6ywgK1c7ubPjUsq3v0
NAIp7ngqITiV+u7ikLm640zK9tHMbuqKTx8XYZ/N3xVbxaTCi+QnggsTmaalvKo8XdyjjtuAvh3l
3cMJJUen+4kz6DD6JX1bMjeLFx/XIBh5iZJKkzfhY8uXS9/n0tkLvr6KXIQT/rFlRxzHSl3+Ug59
M/NiN7imfqMofAkRMviQUoNAwWce3pKqsAvh20UA78rFHPt6Asivan4BBxmY6UHXxB45FLr2BQts
ehW97N42rLEp06Re6fj0h89pZDWQdKILdrPJSPKyqO2XJ9+hVuu86dDD/oQD1lzwW9i7yvcJleDF
rXOCYrwmkYhRCKjAaOKuPA0Ux/CXKjtdNGy9pyoeGcKmVRTPqPthdxd06cwn312KFyljaI8SRs+D
GPCkMESzNvVZic57xL/RfWoNi9Tb6hPHOj0SzmvvzRFh11r7EJJNI3ZZHdFLBGmqci9+3ono0BCM
GY5tyH5+r9Kc9geqe3/6XklPaWwijxmmYpNWYzZ3HkNb08BkcLEdgiLt3ARaI2fGgOK6L8AiUvsT
jVl/bAMvNw92DJjiiLqNFrtCxSqKIBHNfAirffy15k7/rij0zPaGdA7n4JCO9tL4cvZOvEyW31tH
1oAMDi6dvp7zDxFvVE3RNtDiKiODpO9mHFwEQW1MveVczElfr8EFsdfPj+lItbHv5LeWCNbgP8KF
tg3CxWb7m0sSu3eDiudXuJJyvChp53dvCRUii2PKk+zTvDu6MfMkfJIpOI9FKVbGZ68JnkaUlOeW
NuDrECyDfBzUpK9lTVJQ5tyqKQ5bL66t48syjeFFQhz+VjAO0Sdy5PEgqPpnpmN+XfAGTaMPIcmO
b2Wy8gyzTp15VHIq3PKFC9iI6HYtNma7i0cshKBmpW380GtMgufBwRFzdP2N+1uTO+xJHZyt2GXS
hcU6TF15UkOuD27BPZWX5jz8nbKV0ZYZPkT5s7StUq/X35Xo8jzN9DJ8xTlrmzevweuUpPOI4BEQ
aSO/kbM25j0tGBra6dRPqlgSsNGseqes59Y0V2A7hMRCgFoQm0tnPMg8MdeBN00T7Y/eH1L0L4oY
uF72zcDNXbgxqHOab3s2SFgICj982TzqwvfrurUwXzOKkjvjmOfUKcujrZwGlE6qD0sw4zsy0/bS
EH7cO1CvCHnMGsoKwNzrxGM3MHFSBJN4Mx0lEIBvldy+Go6bFM3TwGcOxm3vJXA5iuqqa0qmPXy9
Dj5/B+9miGhOO/I6+R+GgwlS96SCUx452JuKYgb/vg6ZQQH2a1xFCD2de9HRVNI14wDQ2FKT9ifL
+uvqYM3h7m0IAB9xw2BwtjTQPYgCROK+IZJIdKkUmAJzl1LBnTCh3M4FBnHy1ouJuGWIIE6o21jP
k7t4x8qv0MlyL3X+EBTPT3Rs5L+kxpO7s6nrX4S5NYO3kL/VTqAmorH46a+AXNEPKJjG2WtcU1cS
Zt0xl4ZKJ7i35dfkev6bFLKwOATYUvwYHG+9jEPg+ceWbRGTYSFiannZ9vQHWeT1H8eY8HlIrVOf
GyLA7r71qTIRfbV8NwO5wYDQI8yPvkoa3Mwt6PYVX0PvNDQUsaG9DCxzn0so5M/T5Nfpa8FW9Kk3
7F+wM4TMUhWGI4T8loZGMY+ZPLSMf3A6POyzFM4xAC4wF7/DhcrB323bpfdsE3jK2tZXPkNIFhLG
RuI6TyWutWY3YTt9Mk03lYTesUI428rKkNOgfM8Hty3PJnXDg8dOiMuPEQnL5BW5DHN06ar0LZAe
A/BENAsjGCV3/xY9Ti7Ub7R+gOsZhyrhFSeJDCHDfPA3GvzwDbxtkHJL+kon96RHulQ4Nm+F05qg
xXfkWOJg7hztB28YnyhCKsJD1nFs7IfSaVFBuHI8kDDudYKCmT7CatU/lgFk4S6cZM4PKKWiKqpR
uETLfUNPtdwvYTW/MvTm0QPMoezSdNq/j4Reyyttjk18HDp29xDXe9JJLjDi4SdrkpILKls6fVl9
vbZHgkMNNl7WqxFka7ZoNZ9N6T6kfD6GM84D8xsfQX03qk3e8iCgjnMbS5WIdO5m2P+FQicog0e8
HnW2ywPa4S/Z2o1nUDPUJ/qQ53fI5tuFvw2Fi3pIIA0tIuBVIUB7D/Qbiscl9vKr44/NGbBt/8ns
2k5QYeJ1uyz9TIUVlly08V2kgoW0lhoyVHL4DtfpNqyCTCbr1Y3uTLv1CkRf+m71rxhbpot+lfof
0MU02OGUGQi9Uk3C+wlek7imHteK90VNLheFIM5glDd9WpALqNhsNfOAFwLrZHmuI109OwHYpFPT
3NKWi7cQo/JI1g0fY77Zwt0BKg1xlzWbJ/s/hKaGOwgfI4VZCt92Mo5uCAsBy2p9wMPNbcQV8zSc
SLBRKQlyoOIy2JjxzP4uJlMDLCThrb08cXnV+pPMCMlzDGp+d4m4O0VnG8zZ1W7O+os+rQ35xW1w
CcXpZ72R+Hm5icjLJ+14wNrA3vvd3qSi+io39AsK1Qr74eGo4RPNjhf3Yso89ijyBu56RZzhhtXy
i7NulIiAYk/zHd8i9AUmBP2PBpf0Q8BbQ08ecPyVdSECFj0eTAJMmLTVB5WY1EmxE0lr0AJ9Rk4D
60xGDBF/0XzjFaOX2i8Ox4IdDlO5n7GaID3Lwp2N5zlbSUyfYtCHeeK3M+a7yLrQJsY68McgoZMj
jU9WFPo/EZr+hUZFS+FjHSA68lFg819jMn2hhjt8bW8dgAQFTTK1mwdEdu4PnC9lsokIry6tg9H6
LmfsGNKW0wkvXTy8RmDj87tc5Xl/8nkBlKiudM1dFgnC45BtZH4T1kvifmzYUkG3ci6dn7sE3lQH
WcgubG9i5F9/5BuDLmGeUqx2V8qo6m8HhMynzgER8NKaU4LKES6bhqzR0Z3d27GZw3Jg4Ag6Nj6F
cwxHOYbntQyoMSR5Me4XR+iG/l9LnAQEDPmY0S0Mvl/Dz64jLrHx7+W5l3zTHeuFxGQmogAtjVbV
IFXA2HHIznNjOuHX2H6rdFzOepiBCnCdhW8T3HJQNAwsf3kQW4o8w2x6ZKwU/s5EAQ2Q+CL/LN4q
+TwhtO40ZRQn283TA44WlrtUjNsDiYD+Cbq+c5Fw7U/DSrkoF+MOgS8TLC8P/Fyct2mSZKZzAGzH
MmLjj7QzdYd5Cvm51kwCB5d0wqeb8Wz+29x+dH85G5ZJMVmM3t5WcCsnl9wks5qHJ0JH0WX0XESk
ip4JpqjMlSy6MkjAVW1XNJsW1hhe7jfNTHMeh3xmmsnb8lSgCGPmlxum0F5rxznXyuNeMUjy+keg
89Qm2gFNnHh1yG9WjpHk+lRZPmX8ZdIt48KPr46bRz2340PKL/we3xABszqlyAueCYFiuioIpw0Z
URMVTc2VcTM4EAmJ/oxGkkjVY+DvceHo9LCM9NtWADdiUoDjgoGTpMG7bKTf/yj7PGClFKllV6Gs
1GepeoK4VT7WnAsRQXmWxW2oy53y6ZigoQ2AAGMNhRCKBUD97ulJRixU+e2ximfLcAahSJ+Np1qP
HojJz+Nzg5TcHWrwLFhfFFt1srBzGA8edu4lJx8kIKmwbJZ1duqdwfWeyZma+cGQJ3lq8oq5N1oQ
+Z9dNeLgxyQZ4Gpgr3bynKxA7OM37+wi4qsD/I9p3ZdlaZ/oyBj5V4QEeQhU/1xZlr1zz8TMGAR5
2Nxhay6We9dsFQa9xYjy1PRTRB1PJJ3xvgAXCXXQumHAthKYIy5+ePoS8eYnZtXy1xpXc4+3MMIc
y7uo/9AOc5TLuxskt8WXN54W6vUgH3jyREYW8VGyISX72q8YE0V5V5m0+iqWWv3xoyB8qbNYigfr
NUtxxzyAkZG3+9okOVoCwiva82MLa+Y78uviaeTX+YKFfSLkreoyYicmqNbYhybw0gvoF+G/KLzI
/sEXk4bPgCZOSUdLiGEfLnheWF7QT2ldJjK6ILh6C7Vj3TDjMMy4mq6aXlPUmfWY8i/8Wzfwa9ia
O3F2UFlhmAW0R5SxzKc4Om4FNz5SL1hMfqgVu/opSjG8HOhyjy+bKaOTH+T9U2cGKI20tKdrwlcz
ESnCnHcZ22XT+2Wz5udS2f5fGA0gKustJMrchtzQdqoyVEbR9g6h0rXgEijAze5v7Sjz45pZmj5T
v8NxqjrNRjnKFUJ2mmJhf7BRVr84qq/Vg2N9nCySD606OUs+XoWlabjbvPBa+1H6TYvKfDuFw1Hd
yQ7L2gPMq8Ymm+sOKsG+W1OlXU/uU120OmFlmb503Tq+V1iKx52kA0Hf0e+RRRCTbMCKrsLqF1pN
XmofN/QVw2du0M0yNO3llzH8gOpbkDPF4i5phT2zhV+eMniihiRQ0x02miXO0rTUrKyCUmkW2uKT
ZX2Er7ri5kAnBlWDGDCG6dVhog/2TP1RdNlKac9stTZScMMcvG2BSeMnzBFMdH1HzPchJn9hkfod
P2lm8gjA3NmFCw9n3XVxXKDzjsBUtXfSSIRftbf65btuxxYsOcVJoiSOFQvux/AQMUmy6/cJcg25
906ah4MBi4MQd56Jo8cqnddkLEbToNGHbEGI5YVvWPxj84I7XzGk0z3CF4qKx6YC/tnwAmvSDnfk
RasZip9LOIDfiq7+uVztgg+/6R3aE1giLfFumt3oblky+D5d3uGoIJIPcX6QUcqIWABg+OMF83hU
Ue3KB2eYcKmQhRolGQHTWNZYOzQiFwQpJCmB3Sr24YAOymwPPCjDQcoRRlG9xkktYuzvhWvMyToo
ijsQhFCE6IOu0iNuDXktN+7jglK4+4ZgB6GKzc9eyO32+As8Lgkhc+dDnYrw9xKVQxtwXyCn8iwc
QiVngFEkBkAfEATudgZbf02YklKq+aFScSsOihyUTmZ0dpAP3rYU94YJIj81/oTkXc7IX7uu8ov5
5HcOeeByGtR9pTt3+UVMRvofA/mr34PkC81105YUtXEIEoIeIawNi3d74ajwgNvdqCM6rmsvAXrR
bvOmerp6IfXq9NoH8t74GfZKQDsBe4523eQvsy6hd84mxcCN14kNRz6GvDfcsjXbny2q+jfNggt4
PTsNzIT0flcI91tbVepfPbVd+ZMFhJudcTaUzf8X33hFhnClAsuTpT5GVIC7u0r2QZCMdFpErNfV
cAm4UbCRFv3Y2KPG0MWjH5Bsidylie8Ygu3M9xrZ3yGj7H1nCv0zZStVPNMdoR4Rh2yV6FlHGh4P
269+Tx7D+dssWnv4c5S+ssTkJGM36NzXyq4HLJ41gVGFw9krp7OmJiEBJtTB/sDAXuIi7QLx4ZgG
79ccNOo3gILb4LbQolZ+jbG3spTc8LaZdeVCHfJo0MfBHge+DEeIEOSYf+CpxfkFpouj+Qj3CZfo
gHxLG7C7WHNebz0Bc42w/NOvWmQVhMUKgUguKRanxt7TCryC9RpwUSV88x053DRGlzEly2+tefiI
XLxWcVmcxjlregBsC7JE7y1Od5kpE1l3csjmGA4OkdQn025ienE8lWKSDMMC1+jIHwkL72Z8mcYX
HuX1BRaTdy3npn6Wy6Lsjs5h+Y3CHz3gFZ+SegVWTwqFmyXoNuzdN5TXGH6KwdwUkeK2B4Vu69sr
unDx5fexkjsi9f5jT+eWj3SyNpX8jwU/JqmU3RpNSsH/KDqvJUl1LIp+EREChHvNhHTlvXkhqrpv
440wEvD1d+XrxMx0ViZIx+y9dvXgNl2AacWRyzcUkuguq9BPJht2E4FLU6zHRVI1HJfGSiWQll55
Sb2W4n1ET89AUUqIfRk64OnEixYAh+vzokGbhGiiuWyeGW9VWevXIUQ+jKMkM/URBo6pYmjVMH8h
N7XPG/3y3jN5fT+w+F52kR16e3j8G7gItGkBosHjhFgnsWj1/+P1xxVljQ7Vl40bFGDVHKbnfpmX
8DQDUl1PGL+2t37TZjn6jbTkczWU7O4yxKv13o9guOxQc/mM40MwCl/Yy+HMIpryoyeicc0GjNTv
P0I++ALsQnDCNZQUF9/PU7yxucUAVC6ksO91OG5fiOqnH5qEaifUtEKHSxcIUoHHCDFDrnbYaABf
7LzamBewWBCHCYNZmTSsUa9kI+Tk6cG1BeK40kZUymIlRzPOxekdJg6o/qnPggLlGQlRhzZs1d1i
c/09YWHSzl1k1/IiG9mQhxawKzsjdR/cG8v24S1d4xe+STmxQxu/dttjSbC8pj/kgQrz+xqddPkZ
uR0AXA/hJwSreQwgMBS2edaT3byFHTVfHWVzwl6n6m+qtiNEJ/Dh2KzApaT4MHm3/KZNZ52Wsbsm
8Jl1fa4tL5hYNo/dP+8qu92behicR4wFbn2gKLXQBNYBhCeZF/maZKnV39bUMneQE9gZRK4cFXNC
JJLnsJnTJEgZWNUHelBKrik0TX8cJppJBPmbZFprReKptrerO3d16x4dlVnkycbqeWlQ2cfwy/qC
5mPZzjr1ffeQokhEJtXwrKPRjWYSndslOrldVDx6HtojsFx2+9ohyf4TuWm4d9A+3Rb9OPy3eJVr
o7XVMDYyIe64SDXrS3KTBVZL8mIUciSeLmnuNML1S8fEcg9yZMTA2TFxfmRXg0PQNuzkLlHOfPKV
NJ0CdZMD96T5XjdLHNIFRyQleir4pwVIpSR3etYb9EMIOinau/52yQTc0sLg71HMOJwk9GGC19Xc
/K1WY11EK1hwKCU9FGZkDuyia7w3mxgTvRQsJ277rq/eiBFGQMyXD+XM44XQfiqGuIHFFLyWo8US
tDe+i1/RQ8p49V8gHJim4NyyjVZPCrU8OtlgqP/CRsAukcuFYagrgutBubIdg1bX/27R0D1txbr9
5jqQb1ZkWcEtrMbWumNsUvCysA10GXu0rkk8gcbmzRQy5HJitnLFounlhsV9QDZaxaV4JlFPnzMm
gP5hLdVmxTWOjCMXa55xwpfzA1cxMZdbFjWHsG7sdVf1dnkMZpLqDyXhS7eerrgfLOogkI48URaI
xaj9ZUQMcTTCeIEQYrzOwPJpPG1bxChRaOgR+C3rMy/mhG7MVecBtafc1dGaknbYIkgCXTVwFcI3
wyqTEbXlxyOkjZy9jFv+EcLkCZL74MZFB0AdLSO0vYOToYcbJj/uGoU5joeBFIksjTB1h4BSL30b
BeBsgB21GG4x1VC4sUtjTWTjlDrgFln2rQyZXpql0C9lq3JcbD3unKc6nyjN03UtD2LG5e7PYnYe
wDBsDiGWzZifNxtzBhwtP3/tmUaDxrEHld9Ra2R3OsfUAo6UIoLjnhQC2UdRS7RUtA0P8BVRXkHE
G8PbhUw8hIxro9xLx1adZxf0IhIuK1NrIoGJqxsSGolxKjKrxdvmRhjmU3Zd6z7zXZzUkwJ8i58K
ZWGMdnhy9yAzUEhGInPaf2oL23uf6+vbLcfwebGkPknLcC5VOUJmWzhLy/KXwMqdRNh/X3a16g+I
ZcKHybPb980rK5P0WpkX5okkKER4WYKCNLRC6K9ss6MOuFgYsXvwbcVkY5qxrGvJ3OEfUVGN/Ja0
Gv9MvWJLHcol+Ao6p9hnCEhCLOkDeZ+yhrXttt7g8VebZXulTiao18qZ2NRx5o9bcCIfdOvffJ12
w99ah1nxS4dRYG8Yt6y6hNuA6ZzFEDdvwL5vQyhbh/JQh1kLLiRown+98aJ3L8sBaLDp5tpHbcFz
wZZ11K8MA3kzkwkXxL1naTt9QHKIEHHXiJWl8Urg6Ycf1vJpseyqO2lVr2dSGBBAOGv3IguNsErI
CPviaKBHKWJGp50ohvVS9l743SsAVH9anBi/LURzn2Wm3w5/jNdE/X2KzsI9wzL0WpRl1ziCETMo
U44WjXn/TVun1r9YqLoqxpbs/Kdsx2segyvlQ7ALIALxRLhuexxQC2ERD2kod26QhpeSk/fOIyrL
hwMSOD/a0f7JjVxEJkHfhomb+jzlRHi1exEExka54Q4JgAEasG6JMM0AwdjOJaqo5VPN0ldf8Dac
kjpnzfT36ChjuJUL/wOtgRmfeVLs4R2IoIIdsUTTFO4XpoAYuLvqkTMCAMxgcqQfIyN75Q9ZMgZR
dKOow8mfSm2AWNjdZnlqqqXJz3npZP+QtAdtzEntPFK4zpeo24Lr3DuafivV9J99SWQEQMlMnXB4
TM8joIBjHw79jwb6dK/QTYxkkmVEGCOvju78yVnUjk8hWDajhwRWRdVT/jKLN3Z6mEuEKhhp3bDl
/6ZYvYTtqJeCbUXyx6/mNp75m26FC7S4QyY4x1EJXvuLk5t/cqNgSpn9pPJe5XROpO15zmWQLFUQ
P22CrYsRdiFiD970ewXjo2L4VoKuwGwSBKRMKPuLYi+AxJLXipyuAEsxT/RizXkcgBQ2xLGhU/nE
xFAiArS01E+iGXj6dw7Omv6WnOS+j9txhUnjTfl4jMpAMzDr0AzF2A+LAlrXiBFLhrq1H71C1xTk
ExPBbvBoG7aiDi08tuPgAW4de6c7k87Temhf++Xv1FKO35Z5yABYEyV4u+CD+Ckidu1ZkrG6Q6Mm
HHaoLjjTBfhECjhtrLf8iT4dJdQ4VGzDxmV5Sl3g2WaPr0mcGKCyQWmxAvx04ZBtLwWBeXBf0XUc
XTj3qKNzDh5IbqmIjaNWRcorsluP5EfdTN9t1fp3JVaUlqVhV3j/aVU2gguViDqxQ1TKM3OFQqr0
CRNWV781BRTHZKBKKw+rUxEO48AnPmRpv5ZJOxDcBoKCCOQ/AvOe/UEuuY2EQUIofJvxLVQfIRoE
1qJoZtP8ArPSeWHpRxYhZlBUYiIgoa7j6EqkTNlL2H3eHVuXw7anpyeZxixYrAuUrk8ETQZkh5Ou
8cj0Oy2SyoZh+2dy8pkHBJKoPx0pbfCbQFyk6dXOOaWwcWLWTij2wmXIrdiNZmwKqI0wXnpFsBO4
PI9tTZASVaW1nTYntKzXdgLjfQznPCuuO3s7u91cC8SeS56luhkN8/27iadHHatxjKgDJePZOMuK
6Zbnd3sHtDXW3EE9YmQ1oTjpfGGzErEL9Zsvw1ztlNuWFTaOvOS1CKWrj8IDXpWss00cKvUB5gqX
Th1yUbueu0WUC5wyp04ihN8MzzB1nG3Xg5gehDO7lMbBQrmr7bRLBrfLblmKlC+N16MIKV3ZvEc1
EBM6nC7/YZuV/UL1FFBIjEaajYaT3xYWyR5VpAtkyvKypkHDtnn1+F31q69P5UK3X5F7JZMA3M4h
Y2eBB5Y8KQo+D7zf+xVzVlI78zYnA7VOtHNddqE8U50zJMhCdYznCwoZPgu4SwyYrst4iJFAvrp2
I/ycJNkHBvEY/Iu6ZRwdovxCF+QJElhsB3dWy6zAw/gJW3PnVpvC4zBqJiqpv4ox2RzmljxXw2qn
cVhuJvzqOZDAtvbMMl4gClrFs18wvHhhkUhFENng2U9UHWv+tnEOZomT5RijaJrODftE6DOpPnp5
xy69kusFKT7gNyijpxXPb79TsmSpUds6wDhzfZOFgFZ/5DIsPGJi0B8oBu8DTBaEI4v5DfkO11uG
sBvINtvG0Ybavh3Zsk48DS8bj211ntAj4IKbcMuil/XDt7AuzA98FLf/sDBUYGZo+RgZQ51L6wfB
bcmE5h+dZYpKcRhr9vFT676XqZO6J6bb5W1Oq0x/WrlD9og4xUEpsRqW05nJ7pgXsS8jZCmIPXxg
O8bXkgGflvJpai1QkZ694DaSzMUTTizvE8WM9dxVDspQOUpIu2BH7pYZ8kkOzpUduem7nw5E183Y
DuOBtgu3khSNc9LoG17zHDT+XYi/OQYdYQnoZLKQezQu9UOuBmfDg41/eF/ZhtU/uy83Ycu7dgl/
oH5ZaW5fEcL74uhjeeRrMuRRb2KpQP97QXUZPRVYh65PgwdfTwFLzTVDg4i8wJne86jp/hibCTQe
46FDnif89KYICGQh08c4by6L9Pa8NJsZrhSfsThBPEjvspHLDzfcdX62myJcRNe3bbQ/uwCy4Q9V
qIweJiSjw8uSzVVwE8Kr3F5DMknGrwFk6KHtI6C0EfmYkgR36qqHjYlvHNrD+uk4eDuvy69/MA4R
JgkFmLb1kVil89B/y2alzujbefT2RV9Wt1CS/fnJXVwmJmQcNyCvPIGmktipE8bazDkPA6XGHHrs
zVXHf3FXW+vw3Vvb8mlZGM9BWincSJM+AhXxfJ4G1Z615bSM8zw+Ilu4NVT3QajR22yqLu/sEArN
MyQMJ0UJ5jsn7oytyRC8omFJGDj4XwKkxRN+zQrYSRcxStpGh34RiXXcUC/AzbGK+QiugL4e3HP1
Xx5ZCytlwg3vzdQ2y48qQ0R2i++vAaSbeTxKe671Qdcggfczonx3T73bfCnfgbHadzjGTe2F7o5Z
nXzghghearpXhCdujuejDatfALXqDqD3MuLeHt1HKMZl3BSc02R8T9uLDKKKLPvAao8ubv6EiCdM
pam9VnhMILFwMImjoNh+yw129V3ma/k1rfi/aYT5mRb6+ti26PfoHa3inaju9QVnQ/+IG+YHTar5
hWafnxZoMwzvq/pSI5U5ucAEGcFL4mrm0XjnIAgA/RRXC/MuFJMYiAXezI09FpGbTFZFDKtuMvEk
Zej/jIrDGuVPTnAPec3AL2bnw2GYwJBoVg7Hw5T6JxLoWGzLK8YHmQKfklFx/m8rZPWKS3X9BTNp
QbfwUpcdH+YVRyCnRjNZRA+LEe3LyMf+gl07PFKhUopJcEG40kTxVGvj/ZSl02MQCHR0FwntrzcZ
efXBEaMttpXFWvwjaZ4TzgIXTlaAK+ee2CuaLyqFROZo6fdCgd+FuYpyVK/bnYPknkoT4jOrdCRm
Osob1lYi22IpXO3HaIqKjy5X+XtN188hP0b3eV+PL31fgM2inqk+5mD6LIba4+uqEDSMo9veEVwr
vzpALm+5u+CADKayOPkkZ583uf7t89Acy2zznohKLKtTyIuXuNx6027wnOCB2GdkNz6mu9tZ0Ign
ZvJnnFu+Oq/K5VsN+umT+mNNBpwxB6fLouXXGxpi9SyYK4cOZkC5y1TBehTZNypZC5HcyK9FkEmk
05O1EEseW5N4CSNp7sW1yUI3wvObGzCUCIyjG6cp02fBJGHHJVXHkq0Xuw0STC5j7xZnpvQJEWnm
0OQBdRYWc2LLCMwLL1qrGaSJfNJLDgBOrt3FmovsfdX+C1Yr6+DA57sTqJ5PbWuHjwFm8uNWd6s+
28RGxpxFPf0CUuk2tl3XuRT8PhCM2B7YO+kaySZmtikzZN2+rxzDF3B3/LZsmnJ2PEMRfnTsMbeT
RKbxJLmsTmWeig/kD0RXIHpmqRqA/fCHba5i48pQ0j1OP0gzx1fS2ZEC1X75gRDTObceDOJ6drSL
Ch80JBLv/A+bojwp2mnYFWAyd/7I52oXWFblbKObpqmKO9eFglUFhtT70DAOJvi1esDYMMc6D6Pn
nGUTLb0uMmRhls/GvpR1Tk4P9C4EFY04ockyf/XSLz9uaTeUs9M3esMlcWqzoFVt0ujdClPUapn1
tF3/UkSQ3UoUBu/IlQCD7aIJfBYLILgB9dLBzugBpkGfKiJ29uDqnBvkFDSiYbDM150nod310hWX
AKMNH3WDltsUyDiEQ6kD9nQ/aibaEjD1ziZB45EFFbBo5j7lQsE0OJXLcZgNJCKM/Rn0wUjOyzyN
j1G2nfiuo6RXG3LAwGL9h6X2x0EaEA+2ti5LYS5YqplW9v5E9KGdjztrcrj8Rr7VDbpy9bKtURjG
s2/IPYF4MGJlUnvaz5oLDSDXZ0a/ey3Y5oFsetujPEQl9UiORvhljd5d7il9Ay4gcy5RZnOo2iCs
78WMjH+C+rTHHQ/BFFXNHcVSfectV/O5j9TiN+1tvm+PaNM+qkL/QFLIYEPf4Im2CNwuFXgwp1gB
LeIzODB3IRj9ajSplRu0ewCiXMRh0LxUXVDBuaxq5xwybf4KA9XdLMGMBZ1y+JfKvf3TNN1DfXVY
8uqmAf9jwo52wrbsb9PXD92oss8QjvluYiP6kIZ+c4CMbuc7k4F13ZdepAUGm45LvZC/rWXXT1xY
y8Wj0iKQGyzPbh7I9jkpl/qZ4haSnBuACyF253qF1txY724mAOgyy+UbjKYTUwrBAJKPuSlmF2ot
1gvKHtTWeYl7AVGIivM6YHpAbbujpI8+1JJhJZi74IQMCABHWWOxLWv1OtYjzSaBQCPiI++KTN1M
kXQ+WYA7+HvXN6LRNaGSW9Qmcs3se6W3zMHQwMxoyiZo88qFzWWK9hfiClHrPH5Xwaua8rcqTZ17
clzKZ8naPK7HJYQ8Tv2/7BXqkCBxxy0v47qZc1rWrGc9C7Nhx4Z/uFYW+Z8ldaYXev2vPnXT41iC
PcZRT4XAipQIgkZ9s4g3BYVfr270WIZyn7PFhg3AgO57hbKT732vb/WNGGn51Tz8ZTqcxmPoGmBW
y9w/F74IoU6R74nwvEEBFJRXtOgM8h13uPPquYaQHW/o629V2vlxQ32/LwfJYBu2WXdcIZk9ZoPu
n+lSOEt83eu/JHroXT9vSAl02zBq6T0v33MuBMTtAPhJxs3Pp8NVrrCnqzR7bQEL6laVxlZjoe9Y
MqyITkXvg5a1ZZvhi4uTMtsdMGvFiInHpNOFwtDQYFUVpR72/jKTCFF2oZqSYuspZTvUVSRy9fEM
sJLjZH0HNof+0TXWtB9NhLXVfPR55rHHv4I6UDvBvsk+tcFXCkUvwuSLUjlfFg3PnD27z3GGp8K2
Xp2VtY3r6upWBK7zyYwm/9KB6M/RFPn6aNfVEULkVX5U8ftgD3fyx7RlGHYIHPiLg8K5sydtDGlM
OpDDYzBgl4U6g3WzzgWLx+5oTYwHpQ78lxpX9kvgenkc4X8jlyuCgRaMzketRvFpgWuzjnUhyt9Z
SyQ33FrNn8obzV2BGisC7k5M195h3n/1i1Psk8DRcHLMxX07+fWNNOGwVzpk1A/3AUMH8J108mmX
O+xCBdp4edWxQyot5v5UlCFGgYJVVxNkEqXf8l+2IIzCLXkpBcbyjuoYRVX5yeCFf2yOnpqJzWlU
NRdMAtGuD834UUKjx6OyrIzWtyob33S1vmbptUYoedOOBi03QmDpxStMocSfwvqM8Sx7VKwcvq5Z
9aRuNAFj7euuwVlyjk88TpRcQNePLBmYaoSiIV9H9PdDCPmzXCv1auBT7KtKE3mLMMG+6hTz16vW
7x3Lw9pcUoYeVFNZTk7nCuL1dgOjnhCEMv5iwI40y6ys5YCLCpRgXuCu9G6O5Sb9tCx/OlWyu5z5
K/54puDJKpp0b/U2oH8br853rytz0zCdcY+UQCF4bjbheNF4wBHcFo3FRBddCVzuP9Anlg/mJ+IY
1pGnCLoa3ac57Ib8XNmssw/jJiVGHoxwRHhi0/rn2JKraEFMGs+5mP7y+NrtsWFj/+aUhWm/hdbt
wzZs/WMA8+HRIDuht1ORjbM/NNUV0w/C5oyaTZIqFQlgvSUsThOP0Nix8vjO4DfPNI5yYNrRc4Mj
ci2dU+C2V4pe2pgbvZgl+p7p8wKEUiPuDVRL1suG7Hb9qwpegS0IIM0ybUImMm85YEOy3dubYg25
efkBy7J5CsysgXBsfXUpnCCHmUcS7urkNrcq2mrvAJDGqx/xADgmMeDEPkijo9bSGOAOud+2J7pD
NNLl3AYPtgG9F06ypLGtt/AlzyoPoJxG7PciGP0WHBvwbKgmZlfPCbKHNkkn24puUcA4/n6qGy8p
Sk8kRtF3oxeEX1gVRP4daFxzRnVIZNyoh7Lp+USoSa5DVPhddLvlbSuOk17kf+xNu0vlTgUdIMEe
Ngpqx9zyFl6Rx4QQHKCWjH8K5JoPTHHI8mkiKdELpy7aTIgOLCBDjEU61oNmAiRgFTDWwea/nyVD
9YMXBtsXmhuP/GC5+W96rNc2zkTrqwczYR4lpG5AjTvt6skDF+gNRXklwxECu+UxVldFWuGKB/XO
BYzXvrLIslbUOVf377egie0+c4m6AIlBzzIFXwV9P//13sF26i1WQ8lFgtO4d0amUgolbzauZ3oF
PibmqPIFmgnzqD27DptPxz4Ul1cuKx+OFKjVPX6fNn1ysyrPyhhxVb4oSlsG0MWJo8HKbCakbuY+
R2gqsAyjj8zf4CiW6XvazDr6Mpjkp4s2yPnxr3SWRqhNuHLRGW4jcgqdI+qAyZxy3tWyYceTaws4
R5eK4s5JU1cAp4brBM0tJAOiOldZESwkWm2bmMhYUsPSEJk1FTUlHP9Rierct7GzU25kKTYw2hBd
/GMbKfz/TA0HxQBaKErZo+eofaOe8zpVKfoK+uPKA4cH+2U4MFoGA87Fsz0jC4mu/hWSMJ+jUljj
SaWggwhR4TrZ0YTZWO56EcWNr0hFIgi82GGUZS6WLxkDZETS41eVLde9VO3oOzrcFKQ65AsqMBwm
1xRcT1WnuTHbdNCRbL4I0xDN2apIKrDxA82xU4qqPNFNk53or2Yr7+HclcFxVYEbnhc4aymSzpaa
E6CMc9HuTI8CpYfFk0f3+gKaB/LjzpL9NN00U8oEB21+18LYCovlGV8TyuFW+7TQDjf7fE/QbuCd
mqGNzCG0ik1hsOv0l+PM8Hl3FEyLvKV7MacRdyRy/HoIhpfhSuvo7GtUI5pXm8b5qgQmeDEtMMmj
ahj3+Dyy6WDD8vruihlxiARvzV3TeM5jkHvrlZk1IW8afZJTzojDwvU89K6fH2zH1M0t/6SviBRV
CHI5DnwiTa3pfbDW4AkBlDavZBSND36gJX8UMTSASlxXHduxcYHaRUxkbEfR8HvIyyhoa2E42/Pu
jWKhnf/MMH/+EFCHG8phOR5iJ8PAf4dEYfjo67wHbcuw/am15ulfJPGHnPC8ImmtkZTeM0d0ywep
HAofN1wSHrv8B3dFMJ4tpqs7v8/Kh5LjoD5qU+fVoSX67tf3ycmJCzyIxFwwusxOFVy3HBtoweeE
P9zcAAzziaqynELGW9U76z/m8fPzkKluPkbrEP5CjBN4qklQZMzoTtTQPnANEeeZ3507WXZ/R+Ai
zJWERTbduBlxI9iyfeMnXZ7XpbfeeW1Jf0ItRMJZOJdzcB691L43dC3y0Nq6uskn2L9UZz1HPb98
KQ9SVWyIBwYGWDaw/bPAUGV0V0Nis+IMWwatIieQfWPqrXvHoeMz9KdRQlVtOwWOliWw6dsc36VJ
IqFtuCcJoQyIcOoRjtS+o35SQjhuPc9PL7OHlZwL21Rwb+wOO6E/sreMg9byX7cMWwf/H7hAiArN
OvBKsx3ckqeAV8on3puBQ69zzQiv9psYdZtXvTdw0c2pmefm16oXxGkzs1me2WKxsQ8BKPqVJR5V
fPR2GrzCMK9e+EVbdgJDPV6I/Qg+bY8e7sQQ0EGDNGrEx0Ubzoeh7T3rENIDd8fNZcge40yh+3SF
lMthQAKn8bkKDH4jnu+vYjNpf1N70IEviGDz7O8w5E2ZWJOZssQyStXnFDhjASmWEDasFov9Augc
9rbPru+a50mhNmMCfAqGWTEQsVO72tc1JeHO8GWCCu3BjHPLmempRL91IyBuFkdC45cfIhTpmdnf
+s9UJQBNdX39xNMsmFe0VkscjlfWuOLNHLG9CAWVg1uXC9rixubc1lvvBEd8LpCbOSlxF4+cvE84
CZpPu/PIvOXpxVCQaRhJMUlhkNi4EomHUBxEZ50VRfY6rIyekxl81rxnfOA+FoDDuljxN7xmGjpX
vLgy24OOte+sqRB4U7Ktuu2mltJrZOjafA2eNQxvjFPbW2vaTIZ/y/TFhbZPJgqnxnRkssazxzqs
XUCAwomUyPFvmciJi51xath5qn/sJqwx0tQbs08bDx3boBX+5fWZy9qzYl+IeoZ4MxsJJe7eMm6N
M7wBDPPXv07aEAiya2xGeD+lq5EpUHq6/omCUPu7cRA2mmlYzPnzVLV8G9VqG9KPpL9E0HgiJknL
0kVjshoc/Tsb6qnZ11aj16MwVloedRGG7nGyGIc5imdn1xs1/YY2++2DX/fm1kaU0//0zJMrBA3Z
MJ2ZjlvZbU+gqH90den7VFA1EBnDcOG5XtwQddNAyY21tITK5+MaItiErRusE2ayNl+1rzMjTqwF
puKbDe+s7qSP3/zkOLLznkuGzWInhrnfTnU3kjHmdqb1TqsYyvDMbWEYiBdXqOmU0Q/DonHYl7oC
pPpe9H3w2mKLJG8KKFT2M+m57S8Zt/8/glrY0/BjDy/WgHozHqGEbPcya8U/lMnLw5wZoNJ9AdkF
44MtHlcFzSBeDNSYy9A5wT90DGzpfCmKYB8gewwvpI1swbeCHhrPIRKoCYoh1UNTF/fBILVINDex
RV+EGc5G1rtf6zy4bGFEFjKlFfOGcsiB+sF8jxviJTkMiEi2D6Vg3/niAlw71yBxKB9M+2cJEEXv
9DChIdEePOfEzlpGA5OcASS2tZoeBrghVJSNpiQuVOG98jelL4snwMJxZ0cCzFxKmFMZht38VCAV
PJcbW/4rRE3cY3/PbztlfwrFqjee4Dc+bGaBu0IWntp5QFwS1YkNO77lXkIggxkHtY/SvQ1T+wM/
6lQ+rbPwAFQxB987nLusQSznIYAuJHA+Nz6DsM56tNGg35bMU6t9w6Dv0FslgYTX3IehRbSV1IzJ
z8glckgjSxMdkY2x13ejsvncGo2/tXGJjDoavVjV7bC6CJW0DTFsUhHfhU7TzU6gpamePVe61RXK
2A07Ulc6/1UKT1TeLNxIXddeq6nw68qKueczqHsQbexSXTatPVKnunJ2helgmbXN+u27zQB4d8Op
IjCnXKTjvmaMupO0Ca/UKm1fUE5Bbeia6BN+zF9YRxIMqzaP6A15/8t54yVgbus9LDRRz2CDFw48
JqoHRI/Z+2RN8liFPIaVWXNyLprChqGf0wZ4vVvfQTFA67RG03+9N1WXthc+a9cKqWYSFVVzGzlp
dRrr0n/vwpo7kEU2vqMBUvDOKBzjqAXDvNxxJwRJ4SFLBjyURjs1RQ7QNAxEx3wmkRolOL65aRuI
Aa9MF9wVNh5nkBqI1zRmGTYpUEpcuSVeKrlJgRncF1XuP+QI325Dm6ghptPQiwJGpmgte/U7U23M
MXXb+qo3FwwSlXgkfzrGqy4lL3/YfnEdRlMdlwWDsv5Y8wiIA8r1tOPbU9wd66gg8LR9tQzJ5MzF
cmadK9JY180EeJbKAh8M78YLrzVxi4yWq/6gg3wWcSBVX/1Uq2aP4FkLR24JeAugQENE4WuBMgq9
Ta9hk6GN9nPgHQS+gSBAPXYG0usxpF5EJ9XBtnn9YpqPZv0cRZ+3e3sbw+FhsbLJ3DJrwdjh49iT
PPsRyoZdlmJJPWbWlXPJSQC1qmeQ4u5rx6AIYOgTIaMUMjrKXtdXhi0pP1wvmXcPneK6Rpvy/6IM
RxnsgH69BgBxgpCCiGge7IeTkkZyYH1O0C16iQZQWUQOGj33zJHstkKTlsfQjDS7sUEjo1c/4I+3
6T6vc2TkSvsib9TKbdTYM+MriGcozBFMx62TBS/QtNik8c+XH6rtOM7WMOq/3ZQ13x7uUcQNgoe3
fx7x2fLzLkRzJgvaXfxe2JGxpeKXBR0SBuN8QG4pX6CRRazmUG5k6PzKvjjmFSVPwpnNirKc8iiE
mJuirA+4j3jNyWOG6plrA4sxBx0Uy9aR6wlvkNH7oV0m94hH1YmOLoijcxcBeEHYkWvN6ESp8hZ3
hFLHqWLHkthjTxpF5I89mJTQGh/kfM3HCEmff2+sHiXfhG3kWckKtixIQWTBpQ6LlZOkF+JIjAyT
RJ4kMmcLEondm4FsRQcrVzvkf0B1gGFuwzX9FmDMkJtMqlBxGdU12yc3HV4FoYR/tnUEoE2uE/c9
gt2OBj+Q9vWz6TB437IJ7w9VZ42jboCCe1HrWJAiSACfe+jWjbwgWhFJx+RQufG6kkd3ADQ5bTGK
WFpE5MmUgaT76i2G2+3A53NLs5x6wBb/HH7Y75axb3jXrqW13HBoYo8mFU5iuKPBeuL1xs8aLEPI
zioi7oWKICosgmr8Kx8A5cJThNYZ+lzKXofnSVRno8Bh7fW4Rl9W6ljOPiivniGUrK0H23QdHFYN
Y/+FvBRQGxWCOMy0FAThOKgRiLYeoukg0Tgh+HTDtUOBMY8h8yb6mWTqJLwmpwYVtZvDGoaGVk5e
3YwMRzwG351XnNi4WeLsOT4KPp32DVBDrcMwWfqJRwgeiT/vWXF1LnubZnz2SiTyV/eoEcDyOPw4
U1xExW3Z0t7a1PhhzDqLE6e2bUJ0/ufoTJZjNaIg+kVEUAwFbHse1FKrNWtDSHoS81RAMXy9D17Z
4Qjbeq2GupU382REzlHCn6YPd8vnUGWQacLaOWJesaMnx8da98CqvaVgw63c8cMVdtXsgH1a/T7L
fStYYx6RLntZ7FiUb/ntV8xB0m5ABXiL5ErR3jrGd/w0JjnFkGT4OncfSWNwtwzhyn5JwPObz4Ir
lwEh2ksCwgt8PzcYUfLsrscGCA6JQfiUSUP9jHa3oMyLsdwzCEZPvUdgZFtXglw5ZJrRvzOlSPwC
JrXO4TS4upy2cqzgzXr4AVnOd4tLlYlU/sEcZpnH5OD6p6mwwr/R7VM6qXI7+ZliUd8VlFcjpUB5
4fc+O3lIfyh2SixBAV4gxVaVJQucsQ9seFWLjGvBPCLqil0tjgwDUoaXfKEZaI1SW+NTCht5KiKs
WQQq6umJf+Y9Bhhv6+1s46TbxQjR1ppQffvNInY0NowqjbvpjbjtH5Bts5hNelcCYRWDy22yxZV0
sSK/cN+NkBDPccpSBB5HaQreoUH22XoM0/5ODyT8NxO2k3KLxFQ364ik3w1PBLffVEHoM2LXec0n
dzorPPotGNnau0JqppqG7o2mO07MprxoFcsWUFrYCqFO9vGBtoL2z+yr9NtoE2bhocVGebQIGIuD
y2n9PIGu/ANTFDbX0iIou6qtYr7vGWIeVJu692VUs44IeZkCsxkq4zGa6sq4K9om/4pphv91uogC
sKbGHIswUFPLQP+ns4HfL7Hk6ZZCyUAZUNW0aX8v5kEeVyNJ7yULxX9wjcQPHvXy6kcT5rSUsN/e
8hZqrRnZNIixsIIEp+gaIfuXLGCtwJM9azQ7Y15zhGCYJQVqv1Hc0qVrRmfnMW8AnG+zUuJYqw2H
1aaqQXw9wc606o3CbPhdm9zLKaIw61dB6Zi3phwjaXfKb1nmpAoVaPGcBTdy2LR1uSKNiIqTV4VC
kuCtIyysTW/jTXHMWpU0QlcXwVfYJAoNBa7SbE+MdA0/YcOqZpfUUt5Lo3VeYGTesmp6BsR4zZN0
vBrjRHmDGsUd3jJYPyqOHsjLTveKr1QC2nrMjjlG3KO0NJYL3MrxsdWt3HHKZAfM2M0TDT/TjW3+
vOWGR03l6BmfGBjNMyW9vJ+tXm7rls6uFPDUTvjt9BbJ7nkonQHfQpqu7dj2ziPRoYssW3zPmW+c
Sn80N2brfsx8Ubah2z01AGs2JeA9vAk02+HkKVnOojyyj20I0QRerN8JKryxsPd/cqJOj0YHqYD5
PjnEOCnpfc6Dz1qCSoqEZnFWI96uwirPeav27W4KHPnpAlV6M+JyoVf1VnEthWde7CEO19i5PkOf
chpwkV6NZbWGAIEU0twRd3qeOfFXHekA6FqG2hDWSGk1HJOfyoQuN029ccqoS3ksUggNZq6mK+ZB
2jGUQaOQ76szPuzinGV9+l3XEfCPtEgPik7AB0P385vkodxwjfVICLnzJ1f26cj5SbQhBjv6NiYk
F9H13V+vNrszTKUFdqnCn5RJfhP5szoHjd/cWaSRCMy35QETV//aYxFjsds2D0HjcbtW0CIN0+ue
FVVxYDRInIDWmfhzld9p7AXrThXWi4lpcu270jrC4LYPju7s1zCN5G9Pxm2vLNqBsCCIqyXa7MV1
0+bddn3u91ZF+thiiV0rI3+iJ6zZz41JoIGU9NYAiSLrJt2Lov6lfKXcgpFAxMuRJM5awwUPK5zR
rrYd1F4sXPsQbgLxF6elnod6o/2UY45lVMEbZmND2+gsE5e80ckrTKAcszSDI56SftcL2R1cWQ4X
kK4wfXuJAEAXEUJigLpIuo/dBbLJEfrBhPElHXxWPKO/YlwOrpwssoBrPXn3g+M/9SRLLlk8N5K3
cjscLdPIv/Dj3siP1B92Tw4niHtsstV4pJ8pfK2yYGcgon24XIfOU1tY+wpDBAFT1Fryc+2BL9CV
tPB70nI4i9zo/4gBklnlzpg7Y3vlHffhlXPylrnOsAFOixRlwYAqqViE0tyirqNxvY4J5Pq4JP3D
9O/uLafhvQBhkLSq3Xr2OqQ96ZaDkdKANIqtqIL8ADq4udI9RhK0GLzjTDZol4vuSNjOxDVSB+mG
1m8ubV3rvkx4Qj74VQw0LhhPNdG8DyPjyoB5oryjGI6WGgdPDRC/njBRSdXzobZi5+CCYqPeG1Ih
S+YS2SYa5p9CxBPW/07vZtEQoxr6N2GYuMZpk5VsYyPICOHQo1NyEeB4G5LpSVINTgWuEb1J1YTr
icq+50zHFILObuN9Q0EZHjKbLeSqVDMRBTJxKPL4RK3vqG3djYTnJFZu3aXQ/iO7/pzr4jGuXbAC
rbxrgI1itSloyOC/kZEZa8w1Ba3dWxqX+onfiVxxXnt7QeodgdnV/0zHDN69ASNkPEK7bxq3cLZz
hJk/giIG9xfTzKacI/FsTw0hDtci5GmV1J5ShH0TaYULO4UhN2Pk9NIX7iD13reKcZPPOWw8jOb1
UUYAy/Mat4JTocBKXAwNcMyH3DVZh7bV/GGO9ICMIYZ8loXWmfVst3UGWgmFheHCg7Z+bMLgfXCB
+nfcnm5J5Cd/iJ74J+qE+7+ZVenOS6S3IWFA1oOZMERzrbtvy0O0ZuKl3wZlngafxgP1V9lYjVoG
VcIBgqAo/UKYIOoZfm/TnPwY300mA+5+KN9rFQbNIRqK/y+kZDK4E70lvanfifkxu7Owqk68jePP
PJLWWSn9a2rcCfDRPhNH2OfGohp7oBhgFwKdW4vO0hA+yuieFRZRUJud+Qa3Frn+3Jx2ZteV92RV
wE9kikVKG5MXrVJZNkSlWc2B12u+ujR1LqmvwwfhjikWQSNem737Cgo2ekWAYQWN4+3BMPLkY0Ba
eByFIklYwIhvYFFeqB14oLXAvubaE3s1jcnVNoR+s3LMuF0mugVLuqBejdo/N36q9kEAtJdB0Cbv
BVLinmAJyV/Z6zUaT/VcOSZu2GxotlUQWmu4TnqH3iavCc8E03JMDSKWbdJzs9f+ZSEQMGw+g31j
OxMSJNfi0CAMbqy8C29z7oNqiGjHw6cYXrRHvTDXadqRMHrZX2TAiNWMY8uY6PS8rUhnnqGsQL3B
pTG+glKroo0MuHGuXJNVWxfZzt00JfWF9CK7fBFZmxnR/d6IanEHZbI9j6PfnMhSNG+e4gIphdds
UYKnTxXFj0AicdJG/hU87qfpuDU+VMS6VWER0ZFxad1CsBe7zp3as23VnD4cgzspe/sopvy2hIO3
FFlBqM8sg91JN+yngA9k8PK+WddDxM3Md9tgpXGAPSTEKU8af8OT53bipeuUhBpvgjjchqQ9u1Up
uQCfZerKg9+W5pHRXRzGSTX0ZHC9P3JnMhk7KutDznZ4zEj6n5qZq0/AmmGjQqm3PYYOgU1Zqcep
KrpDmYzjG4n98uB3JVA3PlgPwiAL0aexqedLoFipm6MRn1VQ2c+p5fPT+m0aICvxC16AGv2DoTJj
nRnx85jAOqQ2ADCohJfkrAeTggitYcyOBLawvfoRS30HKRI0qxN/NW1YbcQQhu/a7O7Bh7mPVrJw
zAovDM92K+OHvOqLF1Jr2GBzYKZBT/8sK9u++ixTRBq2jeZPZlGuUnZVv1Fek0OErui5MPrwRqUH
G0Wox9/UbjtfEF32AxdXUjzwNu6EKKZ9CaeEiyIW6RLtsbc37USN2ylt2VMtyP1NEiZ2vGF/RHUj
Vk0MjEY1YcMOLSdhC13MWzPvon04IoTyzUnXZSrsCd8lp0rYMBfYs6x+4lh3e3fsvNdu1MkP9mD8
FSC9Ni5B8r+pFNgAeGeoVUdd8D7x7LduINy6CiZ3GDakzfMbMkkGL9w1jSeLJMpHX2qNQ8I1wp2s
3PA+GWSMz5trwpZy49e4azoqM6Rzxd8EeYw3eMbEN5a0BDhkMVIqNojlsKF5DylSeOZKihfO7qIN
7kR/pwrX2EeFEH9BOoD5WIDrNAHEzOah++xQ704IyGqesC8r6ILhBNCCRu6kGDvagOnoYW2Y90yu
g7oRlpkfgakZ3O4nD2Uvz/UxgTzERDd5dDnU/oZmwRAHZ9R/uXZh7iq7Lm9VIoOEE8SMN5EQLH4j
n7qDKqwYD1QSQ2UO5JGa6+C+STv11XEU3Q25570Qweo3U9SxFODi7dLwZPNFaNScBSvE5Godol5/
ZTXt8ayixjuBmHxIyJfc0piOxI1tm+VHylr1h1RlvKMAkzVbZnbXtgbDYGVx8lNbNi4oo1/Ks0Ln
jF0vvZ+DkdLKyXBeS7yvm6or+l0UCG+x/9X+G4YO9cJqMjzadhG+Tk1/X1Vzd+pSIP4lpTffERfn
LUkPXhtTa61ioBkLKEWA2vFpgRaZ0Z2wRra/Xqv7Hf9e+Gz4JtfhxqV2roetf4Kx7O4s7vqku7zp
ToZiPJYR5/ZQsLZBgrS6+4S5qKY8dqFx6eLfMJX9fQnB7+K6pMcwe0JVN0cihnmR/rDx5+2exMbC
0dXNVz9SIougdxqBZa1APke/KFnZA9eA+mMaNc00jRbly6ytV8J0qBct3YPrumPYDmqvfwigHWdL
MrxEHHLcN23gsyOU7w1ULbjypGa0TR1yzpZ9Ed2sWjf3adNpAPVjU6zoXxseQSjqHY+oSfGC4Z9Q
1oNu76E0YWb4P8/WWHN7G/1InzqQI+2JlsT+QL9McVFwQFdy4Jq1AozbQSHLS4P3bhJ9ZG5PITJB
NLnKozHfJUPEDRNJ+NVtVUmANmVPC6X1loHu3FM55kOGMukfJRQyYj6Fe6SJW5AZWVmg5/7vniDJ
YWt6cLG2kidjcuBSjn+oiMPwgMswGG/0nfTyDgtRtqFVInyCsiGY9CEmVWD4l14ytc6BSu+UtBW1
EP5SyOKn9EELq/0HhDN5oCfLTT715PN1G7kn8Py/tFbCj6Ts7p11SLbJ+bDytTP7cpu6HIsRMvOb
D9iUgtAxqlaDIRl1O2zdyEqDU6MpCPswyrLej4Fov2MO9f93J/4nHkGHAnXgkbxC+u1MyKU4zkaj
EtTagKUV+xnqH5lv6myr2Dc+hiSNfkIFCzVrQgkTr3D+IrdXCDJI4ne8dQJj5fLkkFhpm6NHxl7u
1Oh9gi2FNF9NNmVDIGUONvV6fKNixjZ2DYTj6sk0ZtCqkCYlMORf4Cm1uKQ14Yk1ACB1nunKeRo6
sBDkzeJzkIzNb6xUewuDMiOS26iPhLfSiTSt3kQUtT5R/5EeA0K9d6xQu70hmYeSwsWIOTlGufWt
LjnkplLFNnBqdROGnF+NIpLnKTNcH2MezkHMDQXuPKQUya+kNXdw4uNNN7rJybYK/GXj2N1whZrH
ACX6PWtSa0uYLkPZLlv3Pk+NDmMnk5m81rbRvCcsKnlpIaHUoTMRJ5nr5DBivfxoo2j6llY+Xxu/
yx6menZ5J9Br4TemeBCtpCdaF+WbQ53qpgudf/CtWnopQJq2RWt8GQPlN6Otk4MHS2wx7Zcf7Wih
3y8dFWERS6QrN/7OMH6wCSits6TQcTVoOyGLT+IMXkfkgTQDX3ENYxxTK7CR8hhpaYPzKdPHBcC1
0jG1UnLgm52KGrwGMauWWdPK/Sv56e6ZuLK6lNzx6PPMdvWAjbe3D2Bh7P2M1wHRyJkuNFDqr7lN
DdgRM2p/GmgiF/hNy7JllEJkjAiaj355NDnMyPsHYWxf+hpLlIn4j40zl6+aW1OwAqf2RiiCNLVB
2uQjDGt9T155eJzjqDuWHG0laVhKQxxJqtyGpYHDF6wDS5fB39LPMO/6Qub7JAiHFyAq3ZnS6+Im
lv4RUBwOlleWu2wSAUmhqbUiuBku7g64zVgTU1ICN7cgrUzFDDdv4tY67XZUnrqfDFLDuCv7jq5A
/MjiLPF7i51lsG6Hb8AorVjk7fsaSjJntvOOVJsSgE70ABLUnyidcCz/bhpGD5DGmLio723S/wDQ
EBbWMBnzuePF26oqwcUTjJICjCVDsnNwSb2VC+3+EcFZyC14OOuE34wdEDJ04VL757pmsE0YkZ7Z
NaI8dYXH9i9JKWv7JrQ4PKKAR2IXV0NTrwfcJ+PZjls8vVTWRekV541FgxL3mx9bCtNeFzmLlAue
/7YCPBynHyiReJ4oI43nFXEfDM0iG91iXdR8GAhuMr/qRBG5mNLCJrSWDfAQEcax4PMc40umYgif
csDlsJtH46LzBS+DSxaDmeJko4fJy56ywOlQs0RSsJvJdBrTyRPjYygCFT0OuJFuMJQwSMSZQRQa
PssWciBDv2fb5aHG2sGEkpd+iz9PKNZ7AZikY2GIhZ/pBfMvwQVyQ/7cDSelZzGfYFnWz4CYAcIp
ltXAE6plEks9EfpXIK9sfklRcVo6MawhIGWZwW/bHchPBtyu0L5Ksoxni6ArD0PSFVQY+VGXHzRQ
MPD3I1AwEqA12DcI7eZ+kC0BlbTM3gdMqoyFhObk4kmmE05XdXCeE8VvJTGtGUgf3N81JD4L6Yzt
PQ5arsBeEbDz1E4M6aMxYFtsx8k3f7PWoAqFrJR5TkACcNesauCU/CFJ2rTJJODjFa57Gobe8+5J
6tQ897WgSNk0POM8CV2EW0uKstgo0Cj1uRCBd6CSzWyOQ5ZDwfPGRHwtdFOmX62qP9sdvF0hqcJY
pewXnlm9tjNVNFATdg0VasM5EabzZ+qeq0se+/UFCITzQEeL9xbxMucKiw763IZckrYC6zG1vsDK
9m5RAbMJOF0hdxofwE7NI3xajdBqFZW/w3Qp/K1XsFDdIHvhyKDnaD80+fBkobf+GF32Qk0w+JYo
QEsly06iwYGcoqcv0MInTLd4ssPMmrDVNuMTpBX/zJWGwSPiav6GeZ4CB+pRUdXAzIeZ3gbAOFe5
Zb9xc0Rg0IWxZ9IOXhM1/k12muzoTuGyJ3u0dacIDg02e0YJYg6o3138iO+C6lUcCPGv3ePr4GEA
XC2/J17Xb0CdTi4x0tVI1XZlD1caHdalS0IcONyVkOTNX+KKAUMkuds32bp4F8dB0WkOF3db4LPa
iF4S24N5SN1iZO1wUBFylXV6sNo2xxLi93uLUkSwlLK5J9PiXesOCX4d0soFumAaduRM3jE4Dhd0
a/OcRrV3NF1fvDtdF57g5NFw5RtB9THXTXDJ9OKVCp3nvMfY3ptB8m/iYr83yViTqwU1UmGwyQMW
0o5eWZl/54/WeBEQB9d5ZUrIoSTY8DTEzw0LM3fldPhDYSDekJfFK4Kgf0Gvq36iUOirXy1DSngB
OwTAEgeHf/ZyUT8wAfhqGaXmQ7c49TOm0tES/mMM/RVMFNyEQnhYV1RdEKufHWgVObArINFvha/+
AvbqO8A24ecERuk3pIubm7F2ri5Qw10W1uPK9o0D2zBk78LnwDYJ59z1UhA5ky0HT1JWL5HhPvaM
mEcBW2Wn6Im8B+qQsU7lFcWe6xBlpEraIDR2pRXXqxTBWm1GoPKXUrvFmcssGpx/Y0eY4K1o5BlK
cEgYNjZj5sLhScz55Kx8Bb84HygyLXnjbFGU2Tng1NtjMOG6yO4KvaPHkTi5H4pUxKrr7Vef3dKW
tU6xIr7+4NVBeG+M1iUlNLfqyVzvACXxUbV5t5lmT++mMag3KMHldjbgiPZuW3+D8Ot22Fm7Xes4
b/FEHJJS9jVzPGBJ8MVMsCwWAtPz7/CWypOrsR8rQYWWCvHbaUXq2dLBcx7BjKNGGCKM/J6JPwJ1
1KV99jBSH8s4lm+sxM/ujFFcqCShIdlFU+3FxzTpf1aTXVoYCG2jLRsJ1WzOdlike9uTR9yqzkb6
boWmE8YHrMn5NlIxKmLlTruqU9YVyd8/u8l0BqqH1hwOzwB1HGaheatjZzrjs/yMRe8Ru1HAsXEr
7/A8fQGBZMEW0SeJjRNcBCVfi70wIhg6W9Fw7U20lJzKd94S5ok2Dlw9Y+1t1OgIMnb25DQrLy6b
D4HneDc0FXTgZsA1fKam05Nr7XE28GQAZRViNfpYeFnwuHuYSNZjs3gbGF8ZZ6fc2bYa8MSwcPJ4
PeGiVpW8b/B+4kcX8cakDxdZjZ5yptWNIAWNG97qDoTFsKYNQq9inf8WNl+fzp+Nm2IKPPmmag/A
XIa18pPqLrS7l4Dd41OkbKSmFIujpne0De197dnjtzBdrhOOf+ehgHEHAxkE4kLtYK4B1SKsd4B6
lN23UGP2dWd8a+DFK2q1OkzCZC18KVuaMngVHbxEed/UC+ISyfKhooqe2Kup2T/lgdD3GMguBJbp
GXdNtjj+VFZb25nCY+4Z3HaZnJNTXPbIGwAC9oNnClYYhBgKSgAgR6YN/bU0FTjkbKnOTgV1h4b8
INXddRjTcheehid6LuPYMVewvToCpCK5byAO7QBLNZsmqJOXWBjfwNr74eQnBuhM0tF/2I1NcDJw
q/d4/it80wkl30Y5urtZUV6LcDqMR+ZqzsHK7s/QbIxD6vX1lS6W9IMLPf6opHH4LNHbknqqrlRB
eHeWrXfB9ONUiYNGpMjHLoAxQBQz2cOKmKKUljzqAN0iNfvs6ue2uwp8y7hx3GBcGb4ajDfpfkQg
/HDsTv7TvY93RkTTtNZp1FpH1r9c65OPvnXCB8mpdEZX3GEm8C+kHO5c26NrNS2dqN+wM3grNUZ8
TljwVB3XhITOn2LMsWFXPRFSvvssyf4lrYejPGiyDX8TnMx4rqezmMvoLTHorfZDy1sj0Pn0Asmv
yZ5+m0HrxyamxtwBRoJkkH+bfojvI57vfBoMHpoar5cZFXdN0Si2olaGeTkztwV1PesZ50e+cl2/
3k1D77+wFibNkfdcKXsaTPappTiVGi+485cle5+gPtKuBJQjikxxrkfFAVi7xTP7FTpneaxHx6zg
dsTZC9crXkhs3Iiy8fp3KuSA1GXHBHZUFt4DO/yHaBkbwcPll2zum5NddtYOU371RDV3SNE1tUwb
y6S8XUYELAvGtU/8VLSV992LMjDFFaUv6far4CXVHrOUyZa5CRbaCNvn2yj0yezHN7+JdkGHxaok
XDOP9gh3vazZQlvFv8ie6ppuDwPiisdIiIp96ZLUe81milvGKX0wXcmR1Sj3VA7hLlfZd2vkIG6g
/AegBOXEL5OUGcGm6F9rzP2ZRA/cpYH3NVwXfe8EgY1Mn6j9FHfLz9BGD9KKl8NP2u6d4UftPhJJ
+8xROm3NoQIE4hRd/u5JKX/MUaQ/+MsgqsRJtaWjrvoLvfCaJIRhtn3fvbf2/KBlirgwssVadxQD
xLNsb9Kq930Ht8RT3xFe5DWrqpTA1GgeBrfUdyzHlgLpBeiSsa4ZYr11sTKuOUK+meBOIEnHYzXz
onGIZR8tNZEZGbsoWbWKErZe18UWCbbcu73pkyPrl31H/cIW6EmqLCQRErXnzCyzl3ZmD9N7mgJP
VFLN5rDKXiqb96pnRERdIf8eej/Yg2P/ReueQVm32xzm2DnJ8FcmwL2PPCbOpTLi/TiR/hrsMkw3
LSL4RpUWROukHwzWwOw13PpF4cVZsTcHqyIYekezANLp0tuTOUuXej679yTsBpNrM1TosP0Ian0A
w1GwXSkqUDPBNUuJY3khDgzCPPRyeVNypDkvPTN+RfsR08SdLt+x8mDD7p8NqsokdJGa1BEWBVT0
GbbJPvIqn8G7bDVNbRBGDYh7+37AblgO2cFsG7FrPKd41OQFt1WyaIVpQQNUmzMMF/IhctKDIMBH
tHRsv/DvN3vbMaYdbX8M35YHq6/v64ue45sPnYaRBKJzAc+5XmRwS7jVNxnl5KfN2iceIEFrZz4+
lw6Gd7as7g/XdBoabGLVt6zO1cUii0jLKNKx5fefynUJu6y0SG7xYOGilkG0qJsMURnATejaCDUy
qe+CTj/gIXysBabnidbCFcyS70CX1RkMTbXtpphpUS+t4xmL47My6ubYySTYjBEJRK9kbkui76lQ
HI7O6OwwajzHonyoa8VRijQ6AuGIvMPAOHTr2WaSExpxIbOHyofE37faM56IOy7iLXtqC4Pu8uyL
V3vB06UBYw4WzfxguPHjzHoHJ05WbSK8049G2F3zDMouQ4W5Rasxt7XfpP9MfAS8ZnhwOzfI9iMC
1pY3iILYhEVpS82lSwO90T8mfa+p+SG1scL0m0Y4iZbSvkQm77VLZoUKr6XUuzlHE6tMMAA7zc9Z
1463I1DCTS8Cw8sFGPj2RiVOeVBpDMEphDEj/b+wje8cvNSQT9nPZP4X1wF5nKGP7K3Bdi8er/a9
kZIAHvlelCGHIwQTscWzy5UWsbQbdnXoD8++G1WbxPXTZ7oPTg3bnIvtNfYvuRpWdX0avttEdRfU
Hgy4uve37NReI9/sSdlyKfLJ3kwjbp1qRlEPhmlg/YUbeGMuQ8fGCJlaCeZTpR0F0QkE8X1gOAMq
OyyYzKYq4TSTi77k8PNP3gw6kW9u7X0GhdfelGHf19AMWHEhzR9x/ONPjIMuOcc+RH6LgWOFpz19
mDP2Jn1Pq0DK0/ESqiJZj7Vo32dWdMgfFHBDpUlOSR9F8li4uFQr9BBmeTQx8NGA+mD3cN208tje
k6zKNzxr1R7QgSLRAtfPoWoOPLOHWZm5k8YkIKR8KONoPMCw45Nxc+OdKRQYPtGxNTbJ+4UaySbW
Kk41nkjSJRNH49nyxuLJGaPuRTduc19lkblr43l4FrQBoN8hF51aiU7hFtM51xTqVFbBbEg/8B8Q
64BxclgyVR7FThtsgQCwiijp8x09S/V9U7f2rm/FVxaUJ9fvhh/NHe5MAFDw7iX8MrLtstu/mA86
32eFI/EVNg1cgCSdw25Pu8PAdjUMr9i3+3OkI5necsQaZze4qEFHKVpe+zVXZgKeqBCruG5bwWqm
8l4b0hNbh7roq5cgSBtzh9Mbw2PpcAZk7aPn+T+iT2K0KmXvc3ha21FOeJIzK3DhMstx63D12s0M
EvvK57kpeg+C0kiIKKL7B/96s+zrzBEYDqlbDOtONv/TXdJ8TYX3bypbuc+1yrbsv+MMH2HBs4za
dphBxzymbmF8+nUVUiG15NexDxMx9S36eKEdN1xM834FXPYf7F7ylRanzUJXW2c0cO65OHXrpqNM
hh8eGka83Ou5y1entopqsvUEy52IjjYs1J21noP06JYJZrlGaSyxU3PHKxMWAW5xrNhmP721vVUB
GCJFxcuSmsv8ubdZVZ68YUixbaiSryl0K8yKXcxOEIGBfpiET2SHYUd6e8gB7TEvsQitJQayPc41
xVozKdQrrTBEe2HKOO6pgHxQDfce9ix2vkav42UewzihibxWCUY8s7+bsS8DXpGeu52L8INpe745
5KjNFSF164BEpY89eIVnQssecBFMga+Np+H0Y0UsbqYehn0WB1guO/5102yjP/iT/TagCvNEJP6T
5EZ5mDGwL2Y6GmGLpZfdmKCJ7iCoNOXW9irnxvTenbMR8hjmKwS8QIvoIZRKbpOA7yVWdwwa9YBW
a6Xv9MS0p1izwOeCq8CWeqzDCNn3JxPeKMt0dEgW/6wX2JTH2BCp46MtgxX2NxkysrJ27FsrUFPU
ZdHd6JNiQVxDMVmhOWR7Fg92us0Fxg3M/LF4sTL9mk4lMuQ0wbgh9m9j2nObvzYuwHwCKUV1t7aD
Nz1k9Oyu+hibEc/PZix7/x6vjbwonLpAjIE0Ng6L38mlU4nz4F9i92IXFlPMBmx4jSwblCucOUgy
3OGOzTz3WEDqLESV095wopt+XiWzzhfajxDn3oy9S8sgfCAaYtPNA5kUXD1VOg0AMMxrw2kUCTkt
lkHbnGL22a5mVISD2bAFKIM4PnR+Q9o6gfDt5G2wUegw2Ex5834yXWFmDzvnJYytNz7VRQHHm7uK
jPRuDr35rXTgF1btgKVNWdRpzkl5FZmpt76e8FOnzY0eUpb2IVjnpfFC/EXoH7AAl3UO+p4gGA+J
gv/JsmBANOekAuoJk8Xj7cu3Z1IbX2Hhqc2KSSmlr4zGt4B2vqY800LSU0oZ+iyW2mybLpNoCK2Q
aozRR2nBZr8hGbuq7JQpMhhojYIU/lCn3t80+78dQX4CNZBJOoPOKxxKOW7LzsEEOlPPvu1cz+Lu
5OL9hE8IizNJq53ll4tzZi75D87uCxk0atylJ5MPDpJHQp70KwhC7MDKGfgp9ZrZY9A+Hd4mmCAk
FqZuvOf8bR5HkpnTkci5TZSKv0x4DCbeGmiAHZUxzjW1xKnD+XpAVC0OadpREWJR0scGL9iwH6hY
cwqsulaUnkfsGTc/GDcxXOG9Z9qsv3Pze46MvW4ULZY5lMVmyNG3Yit4nAZ6FbyR0pF8qo9+TRcV
JjDjPaLMF+SjMkOeJjlDDmzEZ9n2cb2jXRRsyAAptJRut2cIVadixupFNWb94KvJOqhkWCgOlMUF
liZGYAfseNL0zHYquKaBcRtsq9o4UHDxxxpouPlgjRQANdjc1dCCj+lo1PQX3Or0WdO7BnKfAvtz
V0BbWSIR/mdla3fajuk0F2cT5vmTh1RbnTALoFdo1R51UQ3ATJUf3uuOx/aBhW6Vb8cqg/QQT0U/
7Fw5E4vdsPcrW2I3hXUe1fLybnTzNGbjLbVMd2M1+ptQ0VivJ43bEn2Iya+e6YEEek4oVkUwd/BI
RRjZXNADm5Gb4aFIAn6Bo+n+G7ugPoXodNgakf6Un78YBsnDaEJHN7GDxaDTV4rAe0Qkd/yPsjNp
khtHk+hfaevz0IYgAYIcm5lD7BEZuUWu0oUmpVLcSXBffv28uLVUbSqbS1VbV5ViI0HAP/fnTLSn
KUKbzDH3ZHaG3cLOYROFxIFRaxqR3/gL/a5qzsdzJnOob0JH9To3fsHTNh1tZ41ZgTLueXReWdar
T3YBy5vhcDltm0VPT2itw5NcoI+nxLAPAkXylFv265WQvaVeot1GthM8Y3/uiPrEI+Zwt2sZUdrm
5Nm1f2QzAfIim/QWuzmCnUNJywNEhTknk1yn5KGj8Kx4KmX3ljuI8YYZ8HyCrOJh3fJNd8BmMQaM
OjAwpZxTD3oYw1shFqjSnc7e5yL3vhnKhC5yyd1Xml2ZCtTF4K8c0NDcRQPVQWuGVREZkZAe7AJJ
IABwAGzSyOYl5Q9+q/PK7PpBblEraEtcCOrueIsO27JBEYJmFQ+Xk6fD5JIAY7sdfSBmaGKQtEBE
ptMumScCK8WosvWsh/aHXzGVb3WN/MRKtfM9DtkV165VJHO8BTcB+L0mj3YAYVdzDXLEo7cWRzO1
smmyAR6FFTrx541NTOSQFIG+q5bsC3TxaLsQJyYap+tT7DV3Rbs8V6CqnIGREVAm6mmspfnsItTD
QFd4sb0R2rcnNfPFIrdWnlfUICFi1V9f6zksk/yjwAqyDeq+xoeVBAshVivb9U0oDzZ8ZzybefW2
eOleJsWDFyc/M49FgAA+aewuJZzAGILnlxnray2G0lSEJ1a6jmKYSWkPdjeCB7otWwQ0An5t8Tp0
XsasDPw2OiwLbIOXaWdx7D/ag5vdLgNp+xb1GeWGQZEJg0OLheyQcUrQJNzmp5629wdqkysumhkV
uK+HXRJ06gb5hqOzLvp9RZr5HAEY+kxgCgATBvqEnBxw/Mid6l7Pc3BgKu3gwCKEvky13rXa/9QU
ft9QAsSWA8L6niUHQqtK+RK4jXd6Yo+Ao3UhBeZV74ZJgk8N6UL9TDeotWp6cah850UEU16Racnr
LxP2HPK7kKTiXZ5o5xFn+SMlDu6pveISQse/842l7vAIMs1ksExPrciA1sfhY8yUckOxpaM3OOk7
mkB6N9jCgpxf6r4T3yMPE7Djk4/q00rcm16wv6mhOtuHMmi8jWqq4r4I0mnjkmy6ADRUwW7mH5er
1nUHONmYnG4YcppXV+m62Q1DPD5lQ+7cLWnI5eom6YFkZH5iL8iExHMIiAOvvM7V2dwyOqLfebTw
JHh13g2XUSvzrWsi+YV9THfKotnam0GkN0HcdR56hyX3QLbEByJ+/GnPAsM7Ink+t+WtnvLbUQ73
FYMkovQBkfExT/LLUvbZjj6Pa9cKoad1MHouLF6L8mrKqo4FJ17+Ikuw0zRJM1WgmKOqP5MEHJDT
sKwjxPLAIy7PlLBEzlktZQkkdhSXpp74Q7hnaW/P30Xa1ruR00q6tm267pXU4W6cSmrEaPCAzRHQ
bMjk8xjXsEBRr6plhmXEQPpQTiIKiXR0rnW0WM3JgFX1eGmd2prQYER4ruvS6Q9px2/xtAAuAsuZ
eZyMJcBpCnsozRxgbWzoHsWhEmom7hKazF4Bj9yLNsS2uyjWhXqEX6YoJUMVH0iG0hrsiY+YqeU9
gATKvg1fxc9YL/mxz0dtMdthuStt+kG2I0m4ex8X2Q20qmDHFZg/zIX6MZD624YCFnKswBiSKmhW
I3dbOhKenr2BRnXwE/lnoAiTkRlhDN+hIf1MTYQg3ol83LfKOjiqyInvlY8uZwuc8EQaEHQobIhM
jOcFVBgjAcEQRHiWs3dNzZdCcuoJ1DqZXTqDUEfNBIqKweYOyx4gjanE4e0N3nS7kNdFC6pViICL
5IcpEcXU9QNIWaVXHaKK8QG+aTdYnlXXxt62aXT7dTB2kdPVUMzJJpwwwa5JxHHTYY7oh1dgSpht
ZNXbZ02L9ilIMyt4oo3N22pRg2Mtwads6Yt2fgrCwI+ejMJhNWFd2gwYC97jFubeKoule1uHc0fz
GqbvXRokS7jH4V42aEDFcO0cZEqfTR36yeS0XfLEAXByt2AxkbPL2i82rTWl7yp2sp3LKcL7ynl8
7I/WYMZ0J+2WKlJ4WjjUPFbtG2dO6seqAU8F/TjUX+Hf6+IhRsCUT62SzJWAPFTx48DDoNoGYWDK
e2DbimMfPdK9OQ2EP6fdoFJLXUW0+NwmVDmaMUndJ+aaRFtcO/LbFSQUOgjXnEOiXRISWEamoUga
YcyhINos+ZmcqEuZdWn57PEnNQ8jYgYFv0yqEDCOhdQZigeuSOy91QBFK6GT2TdyIJKdcwZbabNM
zc3sOSJ/mkC3WPsu0aMdrsRQV+ghuLToyVq+NQXtdDcSeNE3IqrOLi9VtNzju0ybbRO20fzCVo0A
Pzp7Un74slWPbPoKvc+lHxJt7BGQ2kK1d1ZuZ4Km92z03sk1V+beNUIte8YBuFtWi0AbXM8xrBWz
QmzqIR9moD9DKyQMljiSJ15FC5hZW5PMJ26/Dqma45bN3gvDbkC7eeUeiSqqb1Km1JpjY1MbHhH0
voap6O8SBon5OQJXi5MGY9hxSZtC3okKHO8tXQnlhcNfpg4cgEaW3WwiNxwKMKOrOOa9rzIfbhXk
mB7248jjYkZO4GkZBEXO3SodagZ6XRmxYdVJ3tkeulQq2qZ4mZusr98A3OmUXxB7PFiCYd+EKYP3
mvLZ8ESHmC2ORdxF05lB+6zo++W4tQauH79VRVPpzRj2RFgGvvhzkSg5nvCclS0kOdc/YAFrnVfi
vXSaSqpD9x5744+Uho5XhiG1+kgmmZxH1bFDVcxQt8BbshMMm+4+H0V5sK9hksqmjWplGSR2BA3v
au0HkvOKopZRRFnqKPxasWMdHz3cx6xhtEu7hSWpcqna8nrcLXoyTF4bJuPPicBztSlVrOsdBpyp
+55bQxB9T2k5H0+2MzrZOe90fxw8FFOahJr8mkUfGzzJVhSeDI4j+4I1e7oQSAQG2LQD/dhesQC1
pwgn5vRzh3nJwf6WsFxMboL9a1GyT84lGbj0zi4c+huj2UlPLpZxA50mlkzJOCsPOQIiHQ6H0k4x
+oo6ynDJuNElGgKaCVTekLfvi5yWyC6dzxYm7o6Bs0rerKVEaZcl7cj3tRtaGGBdIFoebd/6Np0W
/63v8Q6vrInS+BAJ/rU2Rm3KKbQvfmXKo0q87lvkBJ6Gb+IogbmSXNhNsECZTRL4tlDv5qHsaXRF
8UAvTqtkjyhGPd84RHa8d1wCDizsxA1YcWh26ZoQzzZ+5uqr60W9y04hHQj9Tczqjyayxw8Kovr3
JUPRjIm85f20hRyOHtpEcG+utgsRmmPY1g6WrrxdcITbtV2dUrAcAFazqEdso+ilmBi7wJQGGURU
3l2c5bvoVTe+0j4Rtbt0qtKrzSNO6PCop8RP981oy9uGo/hycQU2uAzCkS5X5G4UuX96eag2Gkz9
EM90MeAjo7RvJXqL5p+yRATaDsxq0WDR9rub1up6iaAZaf/OhsofApZInC8VhxlIi/DsxD6mWetU
o2lPeEwd6wWoGiwCyjp6H97rlaccrxvBuJpjXOsAkT35GSb9GgkppVA7TyNsBXZYXcutRQkHz4UZ
jE2BR/fUNfVzVsNXUFeD76vpGzf4ORAO7u/Jm1bw5NVA2MViuIkV5k7MrY2cWdk6VyefLtddFeKa
XDc99KpzMvbOQKeCW8ZH47NDOPTM+bc4FrsXt0kAo5mo4vB6NdoctYTYgGMXwA9FVvqD7X+7pfsN
U1EEXPMhcBhd3hiBde/SeVeHYTdXDlzShtEm3j6agO56kftkrhMS4LRlUTVFh8BUOG5F+m4IcC/n
ZX0cxNUYaF+dNLvUBPFPGjKEf4dc6RV32C0lLtBA+DVhYIHyjhSZKk2YKx159OjY7sTOZeap790g
ipmsMK7YuAus1Q2b1Gw+Tx0P2Ae7alC9MBrVN7oYq1fyHRNbpdJq33LbqbdZUhjxzr6tOCbsTpg8
q8gD+oJZu30xRMtjBi+ut7EbJpJ7JwqhcHmxf0yLJvyhQfWjoffmBkx2eKK0eTzrRBSQcngHkkbj
1m2wd3bEPlLme5BCFXaCloMYwy7+BhTPjXN4AXrAHs/RMd5hpm+njYwVYEA8VBL7mCsZwJJWjLeR
ICh8UxZBfG286PrFv/GkA4Nr7MmudFwLhN8q1ef7FvoAQ6JS2y9+eQU3A8FCWnSWpNhmTCmLdVDP
4PJJXHKOy1lV1ulQ65y2usZdx+ydX5NeB/d8TOZ6OHf7q810ju81wy1n5fRuF+/ZeLeYiCndUPcN
Pt2j5TOYJWg+4TkEeYrXLaqVzcjCnV9dIb1XJx7EY9ZnjM3HayPBrd+4TXdr03VS3nZIMOFHwYSP
lcPRrKfw6Ci2OnDERHFEa6KlKdJJbiWbgBhllPOY4Po9WGPi8sjBlPIcTYU+a92NVrqivMbKb2eb
Mw90qhgw/MS6b1ZtYel3dqbCerRtxqTvNkTRPVan/LUnUDd+YMqFfMbz3I3fdcf2ZI+P3YyXMp1j
6l8mjZfHm828aQxlILTeaklGR1ePLqDamWQ1Z9eNR4MOP1tFvOJmKdIB/9eV2frWW0265VBsLlwT
4XAmqec80z1CA7nNoeGYMF3VzLRV9E5sqps3OOQCbi1+8vAmhCNJktPUWzAgPcVIo6XXbjuVkimT
o2LvTg0ckE5gGAu1rMCpzPih6ii5AiRcsv8vCBsRdm0XPX4OAwKwdlz88ITPH+tggtwyzxpdPF9s
oQ/h7ARH0PcdI35uk60993V0406cp9cZPvviPq092A9IWex987H2wB12DmM8x87gfFTaay0cXkpp
MnW+QwZXt3hyoV8G3pYeB2/6GoAnvbMEv56zQTkeX/uys9xyQ/NV+w4rm87w2rARcclUtDdRV+sT
AkGcrnFCXMUCT3LByVQ2JBIFzEl/JXzpJEclPREcyzTR2dqxeGKs0GCxI8baG7fEu5YzEvDyHrXC
bvb9XHtIL81MGVC/UGVFNm1cY96T5xJgHpw/FZfpJqM3dCHAG7bWK27P8OjrRrMYgq1yL5VT1tNj
Qt6zStc5dCJyYlkd+WonOmGaxyKeR0YXkFAJESgsqFwE9QCGxB2O6LHDGUOWQ2XyDFvEUuqs4b8E
G6zKCkJFWrXiaw1a3tv0DbvmdQqbZMauIpIgB0Gly/EkguuMqoodZepNBV0k4BitRzX3m3TkmmT6
Re90Tgs3twPnrx2hwGgTTb36npK6v/W5Sg8Uc+uOYr+lmi7SstGD6zEEhN6RQAEonKeSeH2DIO+5
wdRs1AxXLm9qPLW4qsfvDIni+MM39A3fkpLOCZ46tAPuHITMEBdm2mbdYyx7hulu55f5HvaPUBc0
cuj1o3bLfVyHFppAHRZE46iwMwNh+YNnky7dplVa3WAgyLdDbetDNGE73RQV+lM/KZhTuoz1lTkZ
8TUvzS1FxOylIzW27RZjnbtDSh/xXDEJrOHipH3x3E1+lp0z2x8rDO6L/SOIa/EDoQaib2W5geA/
Bz74teaGUZulAWQTTR248FXiFYyWu1y+kOSUGyITPTix0rqxCTyzqUMbrKyNyX1RwoTLc0ggIcgF
fDxOGX5bpnbcDlA6egmOLFogd3al5ZzqSNrXnCLz7Z442ouXW8b7Zrdxc4shfAG6ZKo99gTaTxgj
pS6+n7nfQRmbGPZXPboNtEAZ832kTr8FMdhwqjFtt1M1FnVUS3+8sINLqxfYbbgOeMoOmuxgx67G
qJmnQD34nr8uJd7NuZrwlUP8j9YV7Zl4mI01Z48URy/+fujZqh3bTobq4FeRMM/5NVmE9A5C5ts0
zBNMwBLSVHp1ThtzWkCUEQfXttNzJlii5BFXeCMfAWiN5MHk4HMYD2ILVg2F1mYcT3AV44Z2vpJt
zzPsOM5RG8e7gjCrwFJb5SU9s9aFp2PLscak8YPfUUK46ge8hBkW66wiN2czgqIqhErKdmv02H3K
/DoHT5FnTo324dxwJKX2yunqlyqJgn2ihFvvIkfEPkYuJZ+LqQ2euj7rnkUTxJ8TUAX7qwLOcEW9
++IHtsMRl3mmhgc27TFIknjCkJCpeuRBHoP3afhT2qBCOLW6KH62+tn6gkg0X4IolSFFEz58W7B9
kL/OITy5x5DD+mdtB4hFrAXeMzhs2pDybOzn+xww+q0JOj480ASXxlU5FNFWmlo6dKHW9D/1Xlw1
20IQDF1Lkc83Vsp4kRZSMTxPcRN/C3BgiR0e97h48I1NoCQMSGVt0Y5Z1eyJfUSE+/gZPKWlTrP0
+4l9Tw6YG66VqkpQ3xkFKUw+mNXZfRDcknUxhmLXmtKgwkMquymw4OZUq1KzSeoklmLb09tx4xgG
0ADc6Nhmlsdzb4sdMJweCAUF7yRB8hdG0uOwbZheH3XhwfgHCHRZHEYvJ46kXnGKmHx+j+1mePXt
wb8l0WDNSBj+TBe2AyQ0iMTYfaXVsh7NzVKjCVWYqHhW3SUDkz/agi0zfKHkBoMKJp6FkRmYwZDI
ZWBjHgNzuyCQsaxDOPcxxMjKqm8m2nOrNYN5RkFx347MBSmqos5X+V4DbRh/3nQ3iGC4H+pO3zlJ
VTx5sAzDe2vK6Kd1wmGiNdnoLhCbUpiWfV9ogmrrQL2MQe3XySHpjXqNJV11R4b0un1u2b0QOs+d
WGwCOmQ0R2kDPXdFDnIEMWOB6hdUCx7CRibfVSzqFyUbADfpYH/kaR6csMHUP7vE7s5p4ssbk0dR
vneCgYKkgHAEct1YJD+Kub1iW90lGijcsbw7HTLcumvjMA44G7IlvpmV3ThnPM9tfXAHPjGOLchG
QVwS0qomP6mhITue+1UOnXUkZN+Or2TSAhvZnQMpEPeG1PFn5fPwvy9kgdbLVGKpgh9KtjK9zcc+
RWFywHtRJMAjBaNd6E48XwTP/k1JfbBYBYDHDsOwJMMtxw7c1OTjOSJMaQrCkCJTs1AcvLDTPHpe
iid2nE1Az/k8RJeGoFm/7WeRgRJfYte9x+xi9VhS2fKfJiozeI05JSwTuv54N/B4eHT0Mt9TH+yZ
B/qG8i9lGSGpjkHkQXxITEIA7frbAajFqVSSZN60xF+si3QAXpQHEVEcAtp9bgLzaMkADLKVKsB5
q4E1x6mutcAp+HkVByA9dKgqXKl65JSwYnA6WtA7jJpge/F+TyGkU+oblOmL4c1iIhi7a9UZ4mHI
UckUHdCawUU77nKd/EpKTs92zeqDhRFBDhlpjl8joHKGdHm1NBvm6mTAkVIm/SKpRIMIjnUkPcug
1V0CLxDojFnxyAqas2Lk9OaFEyiPDkZEjlJSRRzyi5ma1BSmA9iISVZknAHAc7JUKqMtpCOOKd6K
ounAtsxDHNm3HCM7rHs5aU2G6G4lMzISBEewyvlysVDjScYyt0IbOrLfnfjy2so7FKIkqRE1k0Uh
nq+OrqezFnwIuxJosIBPvKdr7Nh8gsot9tGozN6tOXJ/anW9SHoKOo46cJhMDiYpPqbUdVIO92LZ
DFSd6w093lyNY18jtMY99Wvfl5EE6yGvOH7cJZY21b3jWH29a7CGRWsxlDI/Wu1ke8SvZalusyjD
MEkbH8ETOnsOE9c/WEx39OxPiSU/35NkY9lMOdrfeGMERTfJ8voebDWP8jAz023FxMAOVk0X1d5z
TuBSPpFeKPJohfnJ2mJtw0ZoIFlh+AvGNyaBsBiSwMYmj2IU4eUwlnObs/V+EexBisclLZMnD8WW
sxu68QdFHWztfBk1j6Jt0mpDt4J/U3JffyHuuMBMJr+75UCGWMQsU0zZSnH0mCCpV4V3k1QR/wDK
PWxBWhd8QJ2t1Zg7xmsJ7NN4cWvv1RN6PoAmkKRlS0oKEfPcVa9TCL9lVh9b12TWfcsZCAuHcNV0
X7GeMhFlpFAsm6nVkYfrJXCfE1CAOKKSoMxPCbPzdYAxuTebsUid5hY3bVJ8KWPcs1+l5w09JYaY
3tde2HbjOktsK3yILQJCTNYlOwTysJXjvVcgPbS1iuCPOW+EgBiSYeoKsiPmI3PrTBKoDbMG9S2g
IS4kkkTzMSU/rEbe3loQLwpOOYj3t5YIs/AzqNCtYJWxKIPV/Wr4Rb0Dt1XT0VxQ2KK+dVuakF8H
hQC+S3vHCEKYttZbxlEk56JuXLakEOge1syhwL10ctFnf4Z8AJ5i0bclHSuaMdCM9BFsc/Qc5jeA
LZ/Ru2L8a8xB2YT4RPJJQrkcoipCEDrrT6mPZejIgrZ4F+q86wg4ihW27JkNc8Sc2j73Pl/ccm1C
gaWRDWNc+i8tKhUndVPo6QfyOTZWTp4zrgXkRpMhQ1KJNQ2fbsAnXAuZoFEEU98+Z3lcynWBGvQ+
sxYzDrW8uGAHNk/PLZvrh3wZLO6suH6DoyMPtRH9cq7VwLE0Afe688AuRC9S2BNixiIy7wdnDEl4
jfGW85THtf+2UBERRTvHWYB4TKz+YD+0yOBiyTB9LqsqCu97Mvo7KjMAprfZ8tQL6HvXjuYh6l/k
lIt4Gwwz7FQqy+qye+Sxk2J4LoqyenPqiNuTFEz8hSXGf2/nUSO45AtVtPSQywdhqcAmjFAPA4pa
vmCYKKR8nDkf2MeOaoyvld/7yRsGIwhmk2oyGqT90L0MVeiQE6ozjkTxKN8diupP5JDJ1LJfVdFz
B6/Lf6SclNMWd07wbR6mYR+4gpDyZIqbRlwt94ik+Rsb2PmA/EuK0ne9bktZM6hEwP4dJDBsA/Nt
oebmjaBEMj1lfj7OzaoaHP7Nq0KK6MjW9qNjln117nu0XsGogZzUG4J1ZdHo7cKJmcBLxFlwvXSB
m3yGACfP00xT40mkQcWsLus8s3f6hQ0oVD6zj5M+ZSjT1PBdHDatxGiZetHjO3lyXY6tf0c9NFtu
EiBMdrOq8L8wcjaPvXQGCBsUlbXDlq/fss9loMfmi4DvY72MhMSt9ULia21YpOVRaNHA/6q0NdDH
4A7xD83+ND82A7wIhz4MfUbMHpqDS0B52ACZK/BGBW1m7v3AH0nDcdKy1E/0J0Ww24K0YC45nulq
K7QmjwgWE0I28eKR8aqy8ujBtaC72clE18PWWtrav0RpQ6SUPUy4ZsQJ+AN0F9iqhMycteX9aXNr
RrvCf+yzMtOnAJ2wCjnWb8JF+R8LIyWqmrkLXiKwG/gsMrjL5CksijPZFTr5ul2KMdhwJnLc70FJ
gHcNO5kpMdwfe2YzjDefWRMEA+BCJAGRCxiRPbmdRU1FzRQU7qPHmHJ0iq0C09UzU9KcA4Bx4Tlx
4iujVtsdURSU3Wg3uoS0BwCm7tplGveMR97Odim7k+uE3J79byXAWbBWsVOXO4bSIQFWqmBP01iV
L0XXNAw80n6OcFZesZ2cbnH07WI2qCR8e6AqIPWi/GvPCjbd+1ngZDci7ZOu3dmz0dabAbulv5g+
gMvYRTx3TlC3cOfVgv+NiId8+gzhIGdjzOb53pl6O1tW0sXG9WnbXsr3xsISACSGy7YcsPN3PiAW
fuJ3AwB7eSMt4EWQdNIi7p8qWgOfmN1OERUKfvQTwHafPda1L8F741TY5xbfIbtijd+JMk8VfKXv
SdBB4Cbzt7mj3zjOI6asxELdlT9HeLC1HXGEYEBx5SZFUXpr+qj6zEM/QAAQir8SN/B2nj+gNV3H
3/MJe7dq3ppkCj8Z4fnVt5EHBaWR+LrZHllh0zyXoBkgx6MBXkJVIw1kAIJ4fjj+8i2zYkMojo0d
wT46yemsMSw6qseWeutN9njIF9vcNPEYds+YfSb3coUENPvO6UAWbExfz7SJ9CHriIxJzD9RV1TE
T4yYHF7TzsicuhZtNXvKKrxPmok4iKZ+FzNaSvtdHfj6vpZDdnR0Vm9rkdrfNbE+svQ487Gj0WtT
n73FoacKWQyD1sItuSOnYNuYqJJlL6qSQ1DPveFProW8I0MkFQQngBq2Wh4bC5vVRhZqfC+jYgr2
GcWVM+ymMKAzwU1RI9Yg2UuqCFk8wDNA8Q+daXkvGYJhFBXlks7EIHi2r5lJeVf4JTuM1eAo3zwz
oPOXY0QANOPQM/sg11gX60OshobR0WxuGUeWDZEcVboffeyZF9/qhQTcM49qwXhj8R925Tw8eGXT
nzHx6AONORbZnczBcFGOoAjmQAdXyb8E8RqUw/LmdiYBYmVP45tNHlqhMBEPtYeCSzjhe5UHNksR
pYRl8MSAie+4sPzUYiELFPFOerkUmdwiFdVTFJiCwj2WOKySfcX+OoSNcsKBiroYQcjOt2y3FnwY
gTTuOsOFW+6rnilohAdZwkfHX3govEll3PdDo77grqzSDrUhrdEFlgXjpHuQxA14hXS2Y/8RB2xy
u7RFXgE28AfrYVj8kUKzOvDs+6kWnX1iLSNEyCms+drQffOQ2ZYJX7XpLXVFTjjNMQ4dZ1cTxDhR
sTvfSTkzk7US73bmaNW+Dx4z2DVKnPMDlaVKXmhjWF5qS7Nr4yyo15XP1/pIO2Ly0jLFWeODNeoH
s4fFnOjODG6Knl6dNczTgDlUShERUWKaDW5A7mcPPBeIJnEkcK1touuA6XVakGvctYVeiLCMCbfo
dKpB5gEBlii/NN/RiUqTtPAodwCFGozpWuTsHhyMLgMJykPW2Z5ONxH3J1vdQvX6KR05WW7afhk5
3buz9WD82SJnXFwF7fOCnTzajylJHWqUAjV8FWAXs+e5nbIIBJ3dIkuoMSAmQ9AKNTmCNTXtrIGu
TXvtUmdQWKteGuYwtU8XCDB744TzcCEMEC31T203/UBscTAzMUpiUd2EblnhWyvnzVDHZWc/wctN
6f8OLUb77XPigsp77fxqmG4x6lgm+hGw2U7DHfMzbjA83xN2+b3f4zemYa0g0nvHWW+hhkNqO4hy
QBaAIA70iRB9UDOnzzs0fX/Z9JVTfU0aUQ37VFo1AyRRu7LfpzzIeuJ6EwGhcq0LLJzugXFRHH+J
B8mKdZjpDp3NTpT441T385//+M///e+P6b+iz+qhymeqjP4B/uoBE0jX/s8/hfjnP1jWr//38cf/
/JNjCJRKpSG6sGsLFAoX//zj2yWh441/+z/cLCo60lfmW+h1db3h5DPuczsXb57DeYK0HzltgvOU
crd2MHN6aXwm91PGXCvBnvTnd6N/fTOORuSmKyIg0+kF1wnqr2+G6d3sjTz3v2QCu8dGSBO8CzIt
3dYZirnYU6RCHLjOYrYU/89XJpSvlGNr13Oh9rvy11d2JDMgK7bGN/aK2b4pZmpZPMxxWnvRmXDk
hwgBXP35NUXw68d1Ac65vpBo5jDgNOXuv74otimkJI3fmwKQsb313d4DHNlJVayYxzJ6Wo3cNizN
plXiQTnkTgHhqyDn6exqZCHDNHVD62tlHzxk2hQRq+nZFFCwefUnWtRdZ1NqhqdR9KF/igoONuc/
f4jffjLXDlyQwr4KpCNxWgX+r5/B4QtaVDTYl1mLAXuSmb5Czxu2rWOD6nLZ1LzPjhMd//yq1z/1
X65aVzi2oGAFFZMLRQl5var/5aqtljaLVehVT6AeKbEwpV+ch4xkITHipVsjB2vmyzTOHmOfdo6/
uUzVv3l1V2rJ1erwN9v59dV7vLJN29rVU1iN3SUrXPUUtVebLnzEv3mp6xX/+wd1feW4GPO8QMrr
JfQvH7R1XIuBgKye2o6TZYnxY02YqNn1WTDtGm37L3/+Yn//OYUjuSDxG/qK69Kxf/s5FcCeeiL+
cKF1ktxCHFzHLOgYgOWS8oDgz9zIY3v851f96xfKqyoEfCkcNuHK/vVTonHwQRm+XaqMLfpqsbzv
cYuCzdTMWj7+36/FZYoy5isB9/T3NYZrs7aR2MILo3P3hY0i3BLiaMlVjSJN9+cX+zdfp3Sl0L4j
JINW/duVIgmBe0jX12Kga5wfet23+ZrGAQXkkF/jsE6tZJ6Iefvn1xV/vW4kL+x7/Iqso4F7fWP/
ct0oC/OoE+ThBffVyVhuk+8aFxZvhNZCxXYLoj4Zl+Zb4Yk3ee3oWWdtR89ACLGiYbX1CD6MnOcC
+C8PIEueg2CQf3MT/5v36HHgRIX2EB1t+7f3WMcmGlvgFZdZ0kyyigsPWY68tLwpW3ofk7yq3/78
tfy+4HJ1a4d1iuuMr4Ql5NdvJea0vPixJS8O9zbGQPIDHaIA/mgPgrMLReogPYvpPfGTbpdQkLv+
8xv4Nxc666XgfaBuCc/97ULPBkFMpI/0xesn55jLFiXJ5CFm3KH/m5f6/cnOGimvliDWWQxt4DLc
Xz9slE5h7xfGuwC0CzaGXO0O+z1nQsb5+zI1N4ad34r8q7sRIoSyUVWYA5qlOPz5M/91rVaBCBRv
xuaT2+q3p1xHmQs+/kldrDFw4N1OvjiaPH8nTc9OvwLFOuT2vCEjm/zNK//15+ax5POivs8jna/h
128gWMYmUEbKC5YPJqCWmvRmQn/a+Uumzgyl7nO8Rruw967mEN/c/PmD//XHVjyeeDQKwZYCt8Wv
L88Tyicz0IqLk7KTFelYTUCf4mXjJu3w/c+v9dd7ydPapqhOOtz2jNp+fS0Kp+ndaP3wYmNn3Nlt
cD3QxWqPRbpbl/aU7v/8euIvv6rGW+lqFhkSyTYoqV9fsMBxMfh2wZQvsoS5odwwdQ8DE0+k4SRU
zc7rRvtYUHMDRGqOqLnTi+ceZ0rtlocW5OT3CrO9uypl657Vko3vieIpDtKoIXhuTJzeBbEK7v/8
tn/7mjwPUzs3hPbs/+PsTJrjxrEt/IsYwRnkNuekLHmS7LI3DJft4jzP/PXvg95GycxIhrrb0b1w
VyMBAnc89xz+09DcxV3sm6mDNVbLH/Q5n0+QhtWnQsm0HR259EsQqmuP8Ho9Q9VtvgvcvS5l28V6
KrgjNNGTihali0xtPjC9DpOoD9k/XQsoxp3D/Q2+mrA3AQM7BLSkOgJKLwcT4C6Mag9oogDFVD3Q
TG5fXFPJjqap51s7VMdzZMzGP8pgJojBjWBCyqxNjjPt651KErO3dH1c8exLK/T/v0cQNnArITd0
F29QSyFV6XQ4lQDN5FmIsGdt/Bni0g//80v6cOc6HCXRj5rGxxzUDEzD0KN+NVEpcjwDydOXlQNa
JDyvPwgckmMY2ERaK4tXSb9OAzPZ8kmCLO23sEKDVDARa+KGWrH6EQ1JkMRUZ2E0Qq5xMg5Wp6j/
paUehbs+M2k33v9FN+6IJlzXtRxVd+R1uXxJrqoMRP5jCyLATg9urE1fIZiajhQfjL+qRtXo/nqL
lysPAKegubYN3FlX9cWdTDo0cDpqHQ8VtNFwB0PlNDzqiU2HuzIA5p+cqrbHp5ry9jMSm329ckV1
aRoWV5RgFtfP+WsEYovgvelSZGOasHkIx3Q6t+jUwQ6qjt/cqH4i4jfh0go/SvHaP5ls2JADGzin
ipq5jXrqCb0kGMZp7owbARAKZmDN+S/oYVkK7CHe+KEdfZ0MIU6RkQIHySgzgpv9df8Qlx/NIW/m
g8EIaeJjqK9efrTGhNCQ1D09l/x0JG9sCwYbEX3EB4qthmbBl/vrLXyJ7Ti26VrMR6s6HXFXWzzr
UK9DASG4cnYct1eZ9KQCPdJsrAIG3jZpNuHBV+6l/L98+5kch5QUv22wT03V7MXLtRlQoODvtJ7Z
quVJUPZG92OCtKg1m61tVeMewsVi5XIsXDb7dIRFMqDZuiXpHBeXE8m8KQPziSiBIxzahxkjatZH
O6VncqrUsp4OsH4pynlstLKlaw+4YRt3tH9WNm9c/xBXhXdEx6FaDqHD4gPnKviemsEvD3kfdfhA
sy1sv2RgyjPct901/5idZjPb21H12xkBTD0ZZGvtOD2LPrKaDy1dV/Ub5V2LKglUwmr0YzCkZA6I
Xmg3n2KQfsmXCloOf6fSXHN/Nybsm3sN3D6GJ+xq9UsJc2tIGluBl4PVAiZ7sNFtSJhWThFq0dFQ
auq5gR8IdZ/MHGmcTnGhyEQ0UiNv6LKuR8QxAmK/ZVhKCZ6NAXbmlxiAffqJ+BpOwnEYx07fICIB
N/f9O3v1RkjQXcsw4Kshp9NtecRvchAdzB6aCOCU7CanQ5r4g72hxQgljj6XfyisOCsfTV6OyxvL
grwQjT8OX04anjcLJg3z2+iRZZ46jO1nCHPLrwijBiurXLk0nhjLkFvrPAo87WJfJRQuMaDzzAOw
gZYzlcNzbRqotZi9geRzqZ+VDKJFRMBDZp/QLEnLrNmKcEpWAsylJeeHkFdaYGQ0SjCuuTAKY2JA
eolEgBe45vBiVml0yNGm9nLU+HpY5iUPZFSUHilvtXIIN56HTmnKplwgSC6WR63BzleUkYZuCOOF
WzvPo48ZXEb7Qd7CkcGOM5gfgVgkIsQpJZlP96/WjS9NUmNwrwjrTePVxbz50mHW6POUgaYMcg3Y
K5jQ7I8SZdH7b7AOsE3FTYLjVe1FrNAPRSdQI+dLz4wnQm862o+G40/WIYiH4DtwfhQA7u/sxqPh
iwq4EomZII9ZXK64CccyzMLQa0xkccy+eWCCEFh9B7rM0tHEuL/crcsMB7OmggLnD9f58s3UajK1
tMRCb7BT3OiY1Ng3H+MxjskBqgekUtISno0pLj8EPi2CyWm1j2pd/b7/Q66iAi4zJXLqTsKWZeBl
WNKbIwiCOsg8aFR19NVHMToewzpj8o+JYOm8qdCtMn6ODci9LRmUHu3sgorxZnYsJfiTiFEtP/qd
DuUqdC31bCsb2huWsas1N9CNTUEsGXtxNA/l0wwsqf9YaYJxf1eF6KjZZn7nGqciN2tQOMBqIei8
v8ErD44zNSi1E3oSChvmIvWHKRIRaZ1qjANi/a9kjD22fQ/FK+AhBADvL7as/+BHOU3+WOCIqaws
Ew+QDbkT4SRgzkuN/BDCLfSbOU+oshNnsk8YNUFKigjnfNDBDlRSnat/LpHkST/wj+ZfdQAx/lY4
TfSIarZWHhDy1X/HxLDayhW8cePJyai7C16YTRlwcQOnQmWwt4k8+DBnA7A2erVmIJoXa9ad4rGl
s/Hf/dO5YTdtToVjIQU09OWdH+1Yp96uJN4wuf0ObSELWKyIvBgzdigNvfnQGAFah2UQv9xf+eoS
IApuwKWK2cZB0Xm53GuTaigzVRH30EZqllEePchAf3bRQwbU+/H+YjeMJAG+RfLFmJ9BefVyMcNi
IkArK6T0DGc8twxZbrUp+R+cEHaK9pEwdZvEahHND6g89BFTz14zJ5Q0QTkDIFU1BSFPiJVgU+hQ
HZoAw/lptr+/wVvfkdBMtVXspaxYX25wBpzjtmYReygKpdTw9OLYwju8Cx2WzxomV5mRMreBPg/H
+ytfx8b0HaSd5sLiH7TFYwbIbgydmyRe65iF+Bgq1ID2KKOEX/VAp7M7IteIvkUx+u+/ujKWkv6e
LJ/hncst16VpTLXix16Jxss+GUplMwFp/zCOsf13RIcOOYygYLCFgmu54vOvLq+sllOhV+kWUlUz
5Od443TBjweR0826ZzNJty34X32edR8+wFjNVtKrq/Mlw6ElqdELZJM80culLIAdOUUi3UPTWWcM
D2EnAe58E9jNuJ/g36Pvq2bvNUQcqlwVLwTIn7j1ctE6BbM/qYbwUgg8HkizoLJCGGiTz210bGmA
rJznte/FJZDo2A5FNNXGNVwuqIsMAZ0ks3B5zA8wHomCeBz/V9loESBhMm3yKGP3ZQ6De8i4B+OO
+qEYIa55522WrkkT1B7oFHCtFpfKtOPE9APf9Jq2co9NC7wTbop8Z9bC2ADXVZ9zhtRWdn/1eOWi
+Cn5fljSXZx25MOLOaq+4aVNbIcgeLsZxMxAvL5xCd09WA6hpBZWJk41+NX3RnasTr+SSEMn/MEW
Xx69qWo11j22oF2iG/+9FigIQAFSFE8AsxKIMoKGgYP3HzNNIBsbSSeP+tzlmrOCjmMW9ARzSIcx
lVLFe18p3I8OiifHQPK9gYrN4pVbfePVujKSpN1l6hpfd7GqRpdjCFrTm9TMUKGkahrYnQKfiqwW
Aqa9v0d5VS5SMHmucELyhHDmuJ/L1bJUdLGi5KZnlliGNhT5ls69dojC6ZcBo6F3f7lbmyMPIFwk
8MChL25uxzhbBAOUAWvElG1bPUIsTwXUkkNRsJJy3LqvsrZq6ITLRMqLwLzSqmE26bJ4aYdUhGp0
7kmBsvuQi9w4t+DeX9pI03aUL2FHvL9L7eY2HawTORcJ57KRUcN/AIls6HoG7OuZA8R5Lost9Dhj
vamYLfH3bgQWbY/ehorALgK+JlIRgTu51L9aw4ao32dsf8M/G0OUCdfepB7mHOKJFyAWvr6CCbh1
CQRkClg3aqyY8ctL4Le+H9QRE8GzAxKxBwEKXYbITnlMSjOFibJyPleBDpdOwie4cKRNrljkMDNI
/LKaAhjGs7b9g6hjfWQqNXu6/xVufQTHVjXHBqvITVhcbbN1xkpVa9Nri6r9ispS9tC2UDxFzWyu
2MbrpaheaAZFSkJ4ApzFhpAnsBSoKQQBaq9u/bDV911lQvgc9caKIZTX9vLBykKJyuixo9nXwJck
sJqakUABft8BcxXAhSz0qP0GSrw/+ETge+D0/m4ySoZkVJhZ7h/qtaNneUGDHOwR0OTXm/8mpjBg
XIJ4Ine9KXTmD2lpPiYlbLeU2Hzk6MEe6iE0AvfXvH7JrAm8SHBHiYydRdgIIyOigJMkraBU90Wd
R7jMxGAg0ijyJ6tAa7kZeqawC+X3/YWv76mMnbg5siMpwUaX76JxhrKqgAR5dpzZ5mNpNrCkw5lc
Jd/uL3Tr/shsXiZVlBGWeIpesfpqMrAXISQRHvrd5YfIDl9qlaO9v9Kt68MxmrJqywdc5plJ2KrR
pAeOV4a1AozNbpGkjOr4QRsGeOOSvOo/J6nIfgydGv+18I2f7/+AW2cqgwgKNLZOErDwAOSupaJk
k+1BHzV/9OEIRM2IfP/9NoZ8jfDQ4aXQrVkijvpYmIqAOMGzwjjuoTdtK+eYUF58t5VhHfwnmDyK
zjRJLu8I5dvZmUuBuiVY05/CnPMH5olqcjj1z/2Tu/EMCHYdWwf9J/8lL9GbpyfM0ARE7VreWE7K
3le17ECNe9z2fYXCNgA0Ymykly1apSvf7NbKhH6YHFsYfDz5929Wps8jMeLYHObGsx/wJsU7N28Z
9cCfwlsbi+wIt1+3A1i21ny68TKoTdL+oiEJAmP5MoqoZ6g07IQXujmzWArdralNk103ONHx/vle
e0HCLZdJT4yNSkFl4S/CWOlfhy89BohpY/lTNJwyk6IKdWIIVxTkAu8veMOWsi2HBhF+l38vj1WB
maosY8yLFkCo3FvnznIhOIkMZBSHot4JuD/uL3lrjwIjo3FVuUWWcfklyRuGCnI2w3N7iLYDULQP
ps4AgyoKE6KZxF0xN7c+HzgHypQ2OSgYmsv1oMWe1cmoDM8wdSAG/CKYyGZUSQbn/baarizJrkFF
6rqsEbXTWJVqb3hzYbnftT7sd441Fiuv/dZLgO/DoiiESRHLHpveaDABQsHilRUUypWbKd8QBMh3
QV+AcLcavdlCx/gzEv47cZsYFuoQhnAcwH4mcL9FjAaHfYJKH4G6Bvg33zALa39rCve7rgG0NkeG
I2qZlr37uuiEg3BmyiTBsKUxf/vwi1aEZZ9QA6VgdWyDJNiZbuE/dzCT7CoGNKOVyPDG/dShRKRy
7/IhAR9dLghFAVPcA0lm3zYmItdRf9Zz3T+jTkSr3Wpe7u/vCn0hTxW2VxJK2ICB/C3egxrXkxW5
neHB7NNurSCG5wa84S4aBmYTRmKDTR8ZsG70piBV6OvHQk76DPR+4XcIm2HlwG+4Z50CA00inBfP
c/GVR9QWp8IeDA9d24auuYPA+wZMCnOqNuKQp3pwy0PDMMOpAo71xbHj9HD/SG68WHJOiUSBPAdU
nfxCbz656c+OH3W1jh7O4B8juuneWNXNPqyKYGWzN+yfoYFepeXoAHzRF64TDkEDltJO9+LMUR+Y
NIEWtevsb0U8R38nEU+PrdGrK1b+xgmDHAcAQEYgre7C6LauJXoxWqaXq7D5QivudjPiEBC5bNIK
WdlND6/gU9DCfbOFoF08CHMIu5Wdy3ezCOLxp+B4LPphvOXFZ4Z/Moa5jwRoQnLxR9QM/ue5D/X5
/a8J3IxFuVW26WGaufyWRTpAw1dohqf5gr5LB6lpUTY64/mM5Rk5nd733x0X6wtSha+JqbpcD5ni
AQVZul+1omV/RsW0PUTklaeC+YMV33njmspGvy6ze0LJJTIUCr9Aqc3U9FQqt1sYX0fUK1tIlAM9
hMD8/r5uWCWCDyA4MgUBQS8/55s34Sbx3BslXjMDrf7s9mR1G4YAkVoyEHJA69V1/JUlb+yPy0mO
xSPEpy2vKWMxMe7M0T0GuNQPdWGVFPsaKPxsOE7v7+7Gi6CUaVGd/v/Ww+KWNBHKbn7so/WkSYyO
Bf3GsAmQBt8xPsect9GPPxRjsA8DxAakmJP15f4PuGEHGJRzaLbxGoBgLozwFKUij/yS+cpwmBVm
5A0JfYP5Bu4NfdQgKQK5k2yZznKqlRdyo6SLtWXOCeQ1SREZ7eWnZZC5aqoiTAmDLDExK+jDNqfa
SDDNCGij4KU4kPRFYfI06Fq87R30vJ05dP6arbD398/hhlWglUqKC9SZi/06fvLmmiWjopJVq8nD
rCTaX25Gti3T2Hp/MP92lWUltYeOqIMiP3mw1Njf6e5oov0BNXTrZMU3Yblf5qisvS7K18Dctz4z
jkXwkuhwMQtyedRmDpDTZXL9YWAuzHyYargcnt3A0r7StEx/tqMKF6DQUjGuBG033pJs/lAuIZGH
cGvhZ+JW0W3YKeMHeCDqk5M3+jGONYQrgmjNf782khaW3XFeI11HMCO0DGDagb8zkLt4EHVqoqgC
qhXpnijLELnoyq4tz0j4df4hQCsScd8xB+t9qiqmjmf0oxkrWnHn16YL3CTdH1mz1zGTC3dO0JPM
/pRlDzFxf4VOaD1FW5WY7/NUWsPHrs3XRn2uT1tCtzGWTGtIPPvCnDAaFViqEqNLG47ZMU/VaF9Z
WbMTurkWq1zfKMNyKc/IYSxw1O7iw6LT2iI1xGxbbFfNr1CLcug8eaLQ+uQtg+ehnu3UyYU68f5D
vbFFCSTEg4PnYXxmYTR6u+xixGR9b4SVrsaT1tljF4V5sS2ThJb9/dWucw4qNbSDubsa07XL1QwG
V9EeAV0Lu63zlMKHtvfLDsEYlL6h0J26rt3qpQSrU+72f99f/Pr+0M6TEwnsV1BdWNjmgvEOMSBC
6VlRRoUv7aZNbZU9g/a2u0mDqFoJIa5toMxu6PRTYsQbXI03GhkcdijzeK1fUUS1Uv04gGLZ39/V
9QfEtdoUhmUcyATT4lUMQofHFyFzbyKo/lQ0zvykMEjupW3urqU0t9bCramUbSh1E9lfmj0RibQE
7zR5EA1JYEcGFzUU4AwrJ2vF2RtLkThJyDyPCazXIv6KkbNvB0jFvakT0S8Et9JPeaykO2We45VL
eXspKPXoBII7Xdo5ZDlKFcarnjmMYvwErUh+0gsz38MtvoZ/vnEFmZOQkBOCWNn0vDxAp+kR7HOz
weuh/Do6NRTaWTSA+ShgCZyHtlvZ2usoxKUNt2ibS0COoGkP9ePlgowTq+Fg+72HqGCG4qZjRecp
HP2vhVlZP9Ta145BOPXxps4ondgBfmxXZvpw0lMUZzDlJXq0KO/ev7PXxs7C4JC5AEaiBreshGU1
AnF6jOwVhAdQa+hTsBedn3ghhDKwcYxHCELfOfFF0YEBQtDLFIqlOV8G9F1mDnkKO6dnwOL7jwKi
+dtYhdBnQglx0BoU6+7v8catkqEBAAJmvWzMzuLk3RF+nSzqvAayaC+HFPlMjX8+CdFox/9hKQZi
AC6Qa9Olu1wq0rqxD1Ot9SDrSkm3A/9sKIF5CEnMVtprt3aFmTFlGUXWFhf3CRnuDvaruPXGPmo+
OYrmHgl4tWcKHc7KAd64JIJCNIUTciJhLZueEUwbpVqJ1lOrEdp5pXZPg0BWVYTx8FhXE4RVc/H+
lJqCG1+LGBqUCxnn5VEGblM7IlNrrxhm4CY7OE98oGgp2o0ZGtUhjMuooI3hkdY9hFiFa6T+H9hZ
ymal5XvDUhB74Zc1QIlUJhbxQNelaB3XBRhwWH6nzy2aB+E5rysY6UhyFIhQO9NPt+++SI6BYZKg
JtZdumfRTBQaZrPxhJGNxwntrUMEE8zJVGBPur/Urf3JIyYNdYku3YXbQpprTBCPIjqXrDu+6v7J
58jfg7ub4DFQ+sP95a4DD4uuF96RphQd9CWaVu960sbQqj2Xlw8lP2PuE6IZpzIvPiMyFJ0aqdcF
x0+z8jZv7pMwgASYIsIV8ALGwnxSUOj1xsaKnqH3SP8ZbCvYQcEguRXLen9/ozeyQCrU8tUQ+QIJ
WLqYmDCjrNqy9yymsACgxQlq5SmSYttpaOGaaWpkSoIpcuCXzOaRhCkL/k1qJfk5aklzvv9rrs0F
b4nRIllvBam2NBfhBKs5nDQzdbdqCHYosc1Pbp9U01FttGLtTl1/ZPlyYXGQ47Xybl0+3j6s48lM
K9XTqgI9sziBDH6HXJ3xMkEk/uza8G4jPRUnu7pLyhXE47W5oi3w2s3GLuJvFw8WqJE2wa+kevRI
qq1o4vKnNtTR3yJXoJZxpV6w1cbOr3cfMFB0AmpKK8xTLXGWMYStpjUgzRtoMMuZcet8zDO92TlB
k63c5BvfkgInwCVKVUSASwiR01hVaFoUp4YiMX7mYpzOMKfAQKjCwHd/V/KsLqMW5tXljJZJ/Vzl
Y15+yAAfKYn1Jy8AMX2grWrB35xbpxT03wnhW4ABjQIGJi5HqCbKfOUN3dipAP7O58QXkC0snIAD
J28mJ0s9Qqbi2JCKbAbESTZQy60FaDeWAj1ENwSAFGN4y6ZSoyoGsWdSeSVg+L3mTunXDI0kZFDr
aMUE3rigFIXoC1KcImVY9stqyj/IQ4/sCnpU4P2j0nhg3jMk7KGK/p6VPOSHmudSvNuV0W+FWkEj
v2S43ZFn8KYWBD42msIQBUgDjRDgS4GYBMG1mOddC2He79Kth/Sdw7ZgncHL2IZJSC8HqRZrtggT
qshi517mDmV2nCvVzQ5VmEDtmNkdSigFVd8VY3frgMFnyaar5HdYYjipC5Y9Q92ZNydopvqV9SuC
M3rjdMwD6nb5J1fcNQjEtXdhm7BJAH+QnnTZSdNGKUHk+plXV0bzaM9NeWhHPWMIq8qOg9KscQgs
1wNuLKt6cqqKop6zjEq0Dk5de3TM86SlRQBFvYGUJSK3YdA9xa2advlGtqjUlRu0tAdyWVoLsm0u
CYOWOa5aFHnIvLRxRuyq6U/lBFvtNjNqG0bsDu7YPNAYhMssZxfSwN8Pzjjs71ukK7fK5YfskQIU
WBNMwhIVXFdI8c5ZoJ8REGop5lZjPjzXFvilgztHlfppRLbTPviK6/uHEu4Q9LPSMgkeh5Ia+z6E
oT5aicWvCnT8Jgo2hoTPMgvFuOTlwwoDOwDEWk7ntKysTREE9cNIZ3VrMTYDlCJE7YYJ162DrhQ1
vCQ4luisvTellT8CVytDOCaVwKhc/ggND69ETJOcB2A6e+GwIIrioydE+1tF0XglRF36eLkchXVS
DzlPT5h6uVxoTogcZXp/Du1hrD8lmZsynRROyIEfGq5JLDYw2CaoNyP9Fk20PJFGWLmOcktv3RO/
AdgYpQkeuQryb+GeoK2PUNIw+zM6efp/9jyl39I6TJ/qJuxXtrusIbEUBUhuHigHCpzLmdQZuT+1
GawOprxcoDhRNXubBGzFNVw/a0ot9A9lHIEBW8aMbmbldOKH/tz35fRYp4z1wleBNE06qhsHirvN
/dd04yNK7hWcrEzFqXtefkQ3Zj4z1+bubPD1huc+KYjHu8yYxgzJw8xOPUbcdB+ZRNSLN0HamupK
52Bpq2nJEy0RyjDYDBhOXVwju0wE1ONBc+aSxQgVxGY+pQfG6xgmSSoB/VWuRB06lJmBkPcas9LV
wJlcnq3joijPEOjIA3rjErvc7QXK7PMZNa5Ad099TWKfbBxEoNIDnNq18+DQ+1NfchO+PMrpTlu6
w7ae1d750SG3oj0Ns+MYx9TWI+WHAsteeTB6OND3igp9wbFhwCyot8FIueB36Ndx+knrYoFARyEH
oX46LnLMXxr0yyHTjEKoON/7hUGV4CY0+jM8k2UIZUZuBN43oPcVVc952KEH3aJs0ygp0xR9nz90
Qm8PhhYpK1Hq9YMxwONKOB4WQmbxlyebGChXj/bkn1UVJGlM7rUN7Sn79u7tsQqdYZOkjtuz+H41
0sGFbnb+GeE6Pd4ETScJo8x+oGrYWaVzdGzA4XsxJroJljQLvr53fQAlzG8QZoCbRQPlcpehKPKR
ESv3PAuf2VAsVb3penpOc5j4v9AIDHZJkHYuhF12uzaffm0toLUhnaF0xygh4eTl4tDyldDbzO55
7DVEglQr+xBXTvap12B9rBxWvb/ZG+tRiIGUT879ML0g//7NY3Fhuu3DeBTnJqkQNi4Mo0fxtGa4
rCkVEoAmqFaixxueFdIcAg7SEIlpWDo12/YJwKtcnIO5laMgSJ7PBemHOtEjF5VvQGFZhQWNDMA0
UUTwPEVMqw5amD0mjZvmK8/p1hGALadAzeuU3EqXR1Cn8AHQpOcI0KHwlGB8hjK82vu9mjxmpRKt
RDs3lqNDYjM4BrBVjhxcLjfksWiRgLLOwRhDi9MyGFIEk73XAm3cTCrdhftf+Dq+A+hG0YL0XZfV
xYU/GE3OEmmawOsK9Aw2c6mjScoYvPbLLvz8Q9VbNkJfk9m/QAOPNJGLZkl+uv8brj0C3oD1GViE
5eLKcGQ2jWTfaMBnjVpx6hok25MoTFFqoEiSB9Acppi7d7ZzqaHSzoX9kf+W6aa0Zm+udkaTiyLB
EHhQ6rm7jJ7p0S1EfmCwf43d4jpoYSmZnsj8hB7Y4psaKnVnhGMCD0VxRT/ARBkUe0tlTnPfp437
XrArO6NuKRN4GEdkH+dyZ1qZlAga6Qg0C6U5I3ipbPLMTn6gbbxWmLj1WgEFUV6i3sWNtRavo/QN
RES1Dt02y5oPRoKKZ26jV1ZqcIjXw2Bu4xF6VDjlEDVnEgkZXjc83L8+N44Xj0NaTYIgYbCL/fqp
Eqhl77rntuuKwzBYn51pjj/4IFDebwuIGAheMPyc7rLkE6WuNVvQ2Jx7zuPoZLlabmoDgYRt3qf1
Ng2y6J2kk1gdeHtwqlR/SeLJNi8/ZjSbEPQPCtxpo6Y/gniwmMzXqhMTZe0Kr8SNjykLeJSZ6IHL
x7i4p3owZFqAmMJ5LhvqBFXVqH/9stL+sfsEfZSKuWnPnNoRoeepUx9nU4m/IwdorpikaxP4OkLG
JQaaRXojTdabl1kWc2swtlydx1JxKNS28GbVSfLoFHV91sjwj/fvzyvL62VSwcgaIQuJFK1isuzL
BYsWpUN0TMqzi3wNlCV2mimFBzG5sJ9nNCnYsOFnsJRLbppj65qV8mVEFaX6YA1qUv3nV8pkeXY0
KfaXAYVUBGzqJjN+ibizA+R5BiOMtqbfRdl51KeyO7jakMPSHNWIGW1iXUfME/VB1H03I+1cNdpM
QeAa30NXoOBz1OqqCQ+WmfTg9Zml0H+oyMb9hmMLnUUHrnCxT4c4SD45eZF1m8ivc2V//4iuLTQ0
xtwKXAUDF4SXlyeUG4XOQfD7o6b0j+44f6FjOp5ojGSHZgLPq47+uBJ7XD9rQnXJ4UfNU3ahFmsq
ionatZ3A5Yqa4y6q0XBWc8tG44oi5Hu3B1yKsIrBCzI9mt+L7cVTlodKlp7HatK/mUhYBLs2cZpx
6wu9G49lP4JRnmvs6crK1+kYPX0GduhU8rbBr16unLlBVtcoZ5xtGIBGZtYDFfSJEqDiQjEkOThm
hHhk1SPgOmPjVizn9WclA2RUgcIOhTOqoJerM/VV1bit8Wz1mQE9N7OEVBLGfU9l5zFPnflzLgex
7x/2je/q0pKgs0bxlYnRhcvogErTc0eMWuhjWJ36nLHBk6oXIQzZzft9IRRrwoB9U3a96Xdd7jAK
kICYtKY/q5Vq7e0G0XACHHczx8ZanerqMF9BYTrcAIK0gGbX5VIC5uZpLML2XIK1RE4zrfaI/Q1P
Y6BqXh6nCZKqyRqm9OowJfaE2g/dLVBitPUXi5JXmkMRNefWD+C+pxxmPYlqckv408rg5f6Xk9fh
wk7CsEREDloJQCmfb7HDaIrR3USd5dw1g7sf6W89ZUPpbgIoyvYTk4u7KSF6dLpcKnVX5or3vfZP
MvGSSApZskc9YOGfkghYFJpH1bkwGFiHFt89mvmQwjo91+FHWI3T7UTfyeQXoCq+Q5C40tEWeTe4
neAc/B/VfPoH3OQlZ03iFsgoO1p9zmYDFoq2s5A/QA18k0Jp+3z/zK+coVxLsocYdIapuS2sYGfp
cGzCxHu2JgMka45yZrzJW5hMD1gU62CGla+tvNBba4IpJ9KhqQb59NIsmDBs1LZfnavGKsNTmWnh
+GLXCqrWBWWhL4Kx+fc2fuSZmrQqsUSyVbxkTfVFOipJZ1UU9rrir80M1daeA/tl6uD4uH+k1wVl
1iK44CITWxF5L860jCPftrKuPit84bijO1vmabBN67ahZKv4k3YiIHCzvVOW7guBemntwyTSmy8K
KqZ+vGmMqmhXbPGNQyewBHIF6l1WWRc/ClaRtkXaOjvHiLt9B5LY/yS/D5UNsL3+SF0qaN7/mSli
k2hKXiL5ri9tR5nPllAKIzt3aVY1dKdHLdqFKLTNP30zMb8ZLdKRKzGmLt/opQ1h2oXyI0MTBld6
mZyoyWBEFmWy8wywIxObmYcTlVsL1cIJEhNZJtPDtJxCzzDQK/ps23k8HCpU2qynqdIhs2mtaSh+
ayjtGNvS0trgVW0xRuGns6mCuFGgut1+CF0Xzjl0wAZrE5bIlj2rYhzrUzXbZXu8f6NufDtJiEsM
4diAjpYdirAwGpGPVQoqt4hOuWLpp0Spx71eWi+lE8Yr3QeZmi7OkHIxKavk+iahXNjBMssKrYzi
5qzS3/OSsW0ecjGt1RFfKVEXyzDeB3gCl4anXtba69CFYWuuhjPSK704k+HmULGoSIwcKkfQ5PYV
sPz2blRQSniu4EvVvIBYDTppI82TH8mM3MgnlKIH/xvlGTf8GJtowE07y80NfY+gYIDeX0KkLHVb
xxJhNsQz7bM1jNh05kEdmOGnKjX2VpT47RGUfaScGBml4pbXecUkIJAD/RSVZq8hBl0Ka5PM6SQ+
Q2urwpDjp+78sy1QqkUJE2mvf3NFU8N95utm+RS6WhTtUwg7hm3UoAy0S51qHr+lpgnlS6Tr/X9o
UGTT05xrbfeQTqFiQFNrhLNGfB7mueLVbgXd0EbTodVINuA6LPcJykPfoR45IUV0/5Jdu3oaH8SK
knuZgekloAMsC7+BJODcQqY7nppSH1HqDsIo3TIy0/y9v9pVYApIGMgBsTDscFyDRWDBBHkwuTSt
z6OdiircwSluVp/QqxfimE9jlPxtqyDutJ2DcJnYRyMCK1/u/4QbGwaWzcAnk8pUFpb2SRnqFDjy
VFFbGPPvBiMV32uEZ5A+RV7lf1hKviQ6PkxyLD2em2disqO8PrfQQmvfZwYmhh9KQoT63whPl/n5
/nLXoSJHy2wiJcVXfsFFDXvoqrgECGCfkYRrHrMaRTgmXM+pVnePCK+mG9CD1orlvbGmLByT1mN3
GeZaGA0zBqOKMhXSsPWUdzu9a/V6aytm9tIHjbKFnKb7GrpI39zf6tVHlKNjYB/kSA7SMctknrDG
pnEsbIBsufkoEL32IrrViFq2a379ygq/LgWPIIO1cjZvcWXrOPQbCDTsUxMq1S+zced6j9Zm8kmH
DOWcGXO/8iJvLojRl0TvFOOXMEmjCBvq9Ip9ss35Xx+268cBya6d5sx/Ml2NXu6f5HX4C4UgBp+J
EL4hUADpFt7URVCnmdGYFOapUJXks9ZZ6g+zI5jYx0luh9An5wViyfHQ+mddEa22UX1Io3boz+r7
+z/lKhEwaO9QagMeyhAOrvzyl6iO3wROI/TT0KO2+1eZwqkR+8xxhrj9UI5WHEg+slR9mmNALlu7
AvR3iBMjG77f/yHXt8slaYZVQ/a6BHM/lz/E7RoamBGaq8PcBJvACNWjbjX5sQdLc373UqSPUrmH
66yCjr1cCv1btOxL5EBRvXUKyjZhathf9Tqwx++EaY77fH+9KwMMi5Kk/gGhSf+FO3a5XkzPeBpV
pTvasT3sm8wO/51aFKUo/dTH0CwZ13ba4ME0y2h3f+XrFilPCD0BoBYwiWhXLY80n50aipv2GIoG
8TZIRb5ESP4+KIZf7jmicseMKww/mmgBOmsCysRi/tA0anS2uwI1ORP+UIAJ2Q5+Osi8srI4pzA7
k5i5FZKnfWd9tsohOKsDSoepX+tPphaLFYN39TrlLpC3YgCcaXdaoZcHGAFXCUxED4+ck/0QVlV1
Tgs13sbIQByQNVtjjb0C/BMAgQmBVJVcHGjC0tQRDNj5UMaAukwzLA+wuYe00A2/S6GbnOdKD76O
MI12Xi38JPjYgbRPiRSA83xwkOlQn90xdJQj4pqU2jYKZErmWmb3GolexHT8RswHVAqkWUCNFzZS
gSPYaseuPjZoNHhaM+mbug7rTVNFxTYclOhfO9ONvToPxuNY+CSZ8Dzs2ipG37aM46PWqc5OMwMU
qcIw/owMt3loLKvaNXORnGHzTz6gQYgUKFzJL25b6ge3jqxtinE8l2FjbyzEVQ9ARpQTosHTys29
sktyd7hvB8wShGv/R9l5LceNZen6VSrqHj3wZmK6L4C0TCZFUV43CJUMvPd4+vNtqmaKiWQQh31R
1QqWuABst/Zav1nKkCH0h4BQIdX7LLDyDfSq9PbRNbwoa3XjJ117HtGM2sht197SDAtfu0WI8JSb
EN8RDfjlAZTUCrLEY9jss2ICclpF9j6sq9nrTW3tHnW9OwAupSugkbJwFVgSThU4fmNpavGxymSn
7jdKElv+bjDqMd5pc+EXd7ZqxtpXPwjz+dtcU/6TVz72VUIBC4nVpdH7IZEBo7VYX0YyyGmd8whJ
Op7CoGg83EObszFk1U1jstCldp4PL+9NzwblhSF1iQ1/KS4+IOBa22aQHJ1abfvIq1uUxlEWNwvr
IOMxMn9PVDWLEy9P9LpZUxq/Om4QAmJ2ifYIqF9yxctXnoa6VAtF9g/SgBZYZ1jgu3sr2VJnSla+
7nUoKon08CjimGwoS4mQkMuMGWWTcygaMz1QQlTfoqBheTN2vCun+dVGySFD4ZuLnqjvU4u+fKtg
wgVZtnznMCZRsJMzROLsXjVP8AE+1omavLa9QzhqzfTQSI5EP/QyXDIWmC3hw3tIIcpvZdTUvRQx
tYMUYpUllQgUvzxltMWnpIcOooCM97F9wf1kkW1Tx5R9XRukWx2YSAY6tKiG2wzDmWQXdr1dUT7M
LAR5KacFtVtbcpl/xvN3kPcJLpHmyR50GXVZ/EkQmoWxKO/Io7v5S8ml9BdXSqxa49kAszxzfY23
upmY094AGjA3G4ynkttxSGRzp4xlEroOyv+V57fjOOF6NfujdOfAXr5HlUTvDvEEX9FDiJuOh+6D
bDhYcWmMm7ms/GAftb6VcQXPlFlbQ3osNhQYtuA7hOWBQO6I6/7lqPQG1vNUfoJbOdX8fV3XH/vW
MN9r/mh5lt6Zm7i3wPNM/Vrda7GiCcwFk/wNWiqZhq4vAivcYh/rykiVBQhpyMo3ODbStkpa9aiE
+nAQYh67l6fEMzER5GSP1sTER7zl8mUxTI5KY7ar2zGwzUMQoVeQd6V9qmN9QmQ8SDbA79Zoxo9Z
8ZOzFwlwhFYJKQCbiFcuL/BBz/Fu1MZ8ooCjy9u+t2cVW542LeihKVP4o6j94XOVSBqmykWT6p6N
HvlDgMUxAg4xPHuvqsymcSf0Qu/0qsrrnZ+FlnUOysD+aMy1Gnwq4kxKW3ZiwHzIe6ehhk15Fk4V
dm58itJ1AuyV79DJauNNP7WW/V6uFDvfVHLRlm81u5yVj/VQ9NmthW1YQknFn5LCy1Mw1BmiuE7H
TBSC8QHygDWuFRg7DKBOH6jsodfhyZVZAtGxSmesNkrQ5PWmw2/o1DRw13acI8mnvkSmzqVvPhyR
oZ/lbcSx+WaESvcjwdzupwNB0XYbLLFft9MxAvRmHmXcaLmx1S2OrMIJB2dG0vqUOUqNzpjybZr8
6E6HnXOYolhbyUCvphnhSApJBlAi4kq6CFeDg/NHII0IRhrxqfF7neYsvuA+Zavd3Bk/cid4JddS
vCJwDJYSmHdAA0tlPod+UDPCtT2VXT09GOVcfG7Vrj6ZGv1aR4j1vbyUrjZXNACFUQI4cfxbuI1d
LiUD4dEoIDW8q0Jj2iOsFt/Oc1jsAT3P+1eG4rxno8DcEFMcwYa5DDUnfpVDDvZvK+7b7+R6nFzs
i9ov6TiuETYe9YmerlXgLIwaaiKPAj+A7S5jJZldKVwtmxN7ZcEdTNPb7MZQB+mrJsV66QLxBAc/
xJrzAL5q6DwJMR5nX+PJ+mBj/CvYe/igHFqbSjYMKEQ/qqlTPrVTq6zhshfnt9hXhMoSm7fAQ5Kc
XD7rHBQUtqteO1WFPn3JoeZ8J7HQHiY1/ybFdblSKxOv/vTTUD+CSkKia0Byoza82DzzpDGzIdfn
E3Cc/jTgU3weWrNa2aKvX0pcU1g1wssSJpBYW0+KHUVX4lOZlMMJaEWCNcMkR3dKabT3YzRhBs6R
sjKRnw1IYkKTmOIR59FlwHjqQYfMan/Sh3lCQaRUHK9PbGOPYG6wy+vCXNP3vd4e+JKQ5riIsUUA
dbmMOE75XEg5ubMVVrLslRpK55GvRZk3Zu30Rg4wHeonJ1n5slcrFptjkUCzKYk29XJXkhSk6qGo
KafGmPuNlJimy5XqVzs7a6rQz0SiHSKWKi14SHKLRdRCu0zytGtPho/0kTv1kHAMnTuiq5hhvbI7
PEIlFvNS7H60KxlEWuKLzylDsDLbNGhPfiz5m07lfPekGnTa506z2tpV8bhsXXuYwi99q/eF2zqd
7iDKqvqaKzIF5X1AI6w/VF3bVxu9MxJMO1TpE+egU2yz1uhuZqfFtsxUogBBtbpW9FsL63RaVjQE
4q2V9d1fem7KiYcET/EWAVQ12cn6NJUoIXc1HROrGdfW4/VXhsXPnQRfRgD9MHwupxEcvtFQqlo+
GXi37TOERN3e8vs7ehfDSip9vUbYzKiQo9+DZgOCMJeh6qZXjInq/6mw+l95xWXfHzjBBLk+do1S
Lr6/csfnMg9CBA0joTvD1nYZzwfWN5jhgKZkquq/RryHtn2rVuNusoJpTep1UTwQc4cDTNiGAsBk
k1vsONak+VFdOPrJQOl5U+Y6qgEs+5NRBBYa/P0U7/D2rMEaq+m818pwTbTk+utSsqDj/Ki6wSEn
BvrJlpfRlS4mTHtPemCPN3XX6aXnJOr8wzZr442e15G/Mp7XU4dzg8YKYFGUC+FDXEZ0kixOsXc3
T37VzdsQM5xj0A32NhijeWXXud7s8KtC3lYl77ZklHsvQwVGb+uBwm1K8xNlK6MZeuj0kVOxRPZC
xgznqy1hSfvy/Hn0x3u6J4hjnDoqpEAWB+mD+ORPPmlcF35gO355ImNOYxCM1pB5PTrP87bWpLm8
RfHN+gxDzJdB//rVvC/lQNU9pL6zYhNNepm49VzY2l0cDtaulGHju5TzLHUXV3kk71Nfrfvty0+9
nAfioaGWYVcKFkLAPy8fWs1QIDAnGGUR+WH8Nu8SW9k00Mf+KsOwLO+HYDBe2TsRlq4UBOH3cSkX
+PPFJjLbo9H35lSdoqRP/yLnsbONVLfl2Ynjrtk5fj99fe1bcgYJAAa1dNgcSzCRBQc2nUa/OdV9
VZzVZpYPFMHrT3Egdwg4amvyGcsLLm8I7IM9C6lckPxLxWjGs1eLDL/NAJx7wA1cidpNYGuZfyxq
nLBcE4XQD+ZcSt6gdvOnV78tAENUCFBppOSxFIOxjZzq1KBUp3QYTX3b66Vhe05XOuF5HAp5G6cG
D/LqmILhBOyNVg21lMWGJkyvM98ysBKb0uJjNKoVmtytLbuG0mRvI1tqHl4OuNxOOCNFD0aUYEmI
r67VjW5yLKrSdBKU2ENK931XO0Apu7RZuwtcrxEuAsCh2EmoGVzh+krfURu0QsbTUCrattL1wism
R94HefB9piq5cpN77s1IYYgGyE7Qfi+XpMB3DBrc9FOO6GXo1VDiu80Q6u1Xo4xeK7iJK7pINwQQ
W3TYcOK8jNY7U6TbAK/36TgPW0vNPg0wyzY9knq3Sd/pK23MR/W2p7sk8eA0keDQNxW0m0XmZJMu
DEBOq32hDCE0Ym412V3b2U7rgr5KoVGpUbkfSxwl3SDPtUcYWhABbG7NX10oo72OCgU4raEZi3tb
SexPlVQ3qusjevpObhwp9/JMGuk3w2q0Peyi020QI+8JTlrqtkEOX5wCU52H3hSgqeeFVpl9eHly
Lo/3x5cUlXIBnoD9t9jhSOnwbO2rej90Un0XNHEIfFmudjTAcnpC2O6MJpVdJdfTveX408pRexke
NRmhC4liNqU1GjBs7Jdjmitpq9r0n3bTaCYHX83Um0ka4q1GraXdDJJUosEW5WArjPJLkMhrKuEL
0NvvBwA0AlmDrR7642IKW0blBAl4v53WYKeaq5CVY2WWH0IQvxtskOfzqNrGm1bN+mOtNMG2AuW5
iU2pXDmULzfi3w+C+Q51MEGh42kuv0RWhZ3kzLaMVbgPBoCCFdKRAcK5XdV0Nz5E6fuqs4IdrA59
//IcEL/6n4nOViGKm6QfgmcrNNQW32DGfRugRajuE8sM3if+7N825O8rQ325WTxGoRHI4UbdnuLP
srqYRsUsd/qs7W2dSzlGlcqDMqn1xon9tTrF5Tb4dyga8CTl9Im5al1+Sx8gVWGFuraPrE59E0kt
h1etjF/8YLR38+yvJVRXr0bFnosGalc019DYWnxAW+pbp6YAtY/yHgKMDN0F/1FpN1Ay8F4eq8Wu
xLuh8slhSXrAaMGwX6wYI+AUxyBQ3ddG297PXedvFMm2XRimyl5u4x9JFpZH7sfjB3wPZzcwQvss
21Hy3swxWiK7a/bMQ4ARWmFvJtKtm8nE7ly14uguCjPpYTYTkEsDKs417MJ9H9gZ7GfhLYmMwTY3
u+rty++0aBH//U5CGYONSFyKF++kGM1EjblT9xU6qe84nWMkAqz5oCVaTfUZ8LSs5/1B7WvJC9PZ
OqS5WdODleqtrU1oGdiIqr78TFdTiM8swIt0tMQdYPmZ5TJUtJ720t7WEuMNwstv26mZDnWOomtR
zL9ejrZc/GJQyQ841KiI8hEWi78w55HOqabtYeM47xMH/TLmAIVquZH35awrbgVp7EtcsjW+OjJ9
JxJAhOioAS+vyUlIfgafRNuXLM2bUAErE2uh71pWOb2TtUg6hc2sHn2pWWtAXb8zXAcKIVAc2e/o
dlwuUs3wa2qkU3BIKRNvlLbrd1qMg1+hp1ws7brYpmmGXW+nrWkyX48tuTWvK1S0DS4Vi6/dl0Ze
A2xLDrMDraksrGJbGFp4TmzyMzS51mhCi3h00oRtgshbuEaw+y3ipaOO2ExQQgzSSmjzuyGRyMky
Lna2g97xOKNySmW1P7w8tNdhKWhBXONcZ1JBArz8wLUVIaps1soh8zUJ80eMuvBM/6FXw7iL5mAN
9rU4ynlLUem2GVQDvirVwstwcBy6QEdR+oALWb1pHKvbJkWvfdLyKPxqSE57SEbb3PClZTdjtFfS
+sV0egyPVJz926ec/3MZ3sQbqpvQaDiknOc3HSBFt42kYV+V8Zsoa+VtGiVfYC9qu5e/8uUNnmoP
RQKwLWSmnADszou4QS5HThPoyiGt/OiTjSukpydDcI/kmbqfNbI7ur7ZSm76bFBKo2CuhMvPcndS
I4TwbCdTD2NtaDspM22UGNgw9SaEfM9FblO1yprB6DMDjOIMy4X7KSSIKw0soL7mnOnqIQRVtseV
0HdjRan2Wowchcm1ynP8rjn4RWFsIOaov17+0NfTmcK6onE1hhKGQtXikBiQelWj2TIOaD+P27Qz
Mk+1hnhvh0bsznL4OqtAMbA8JLRBEn+qh1fo9SlStWSoEvMQ07nwzMK270IwHLA8K/QmV471514O
8SJOdbwCxUX8cvYie5FLc9+Zh4Q5fMDOub5TBwGaHPThY8bCWUn5FoSD328Hsw9uBTsvBe/Faq2K
eUQKJbIOM6QCt4q1+bYchuydWviiJqxo+zo0872a6hi7gZXcT5yBbsyddd9n7Xwb+2r/0MSYqnNH
KO61Ms/uWwuKSKkooQcUKAOFIpMSDX4wZK9LJcXQcDPjSsa/wWYs8Y0UV3ut8GOcm5Uhuze6zPA0
BT3equ7W5G6utxW2bWFeIqN1QJauXg7M3PtK3li9eagKOz44KoQYBRTK/dCYIA9gxHpFGtm7qEKs
8eX5vkgqH18SDhtHFEBH4VB7GdlsOCFDGwAPxinG59nhAdxKq9DcyRXl/cuxnpl++tNYi7VVItaK
23hrHaxAwSncgqU+WZ15Y0Ih8Gq9tw4vx1tYwzD9BDMdKBjIMNYXpYrLl4vmsjN9Ou8HjqbuQSr7
+1zpko3ahO37oXbCH5UTn9SuNI49oiEuymzjjkRF8E+lavPyw1x9aPDmYMDJ2zktUSRYrD2rxxBa
hlN9GC3J9BB2Nm6gaZ5Dp9HevTYSSa5QjgWGjR/dUoEX5JluSWS3pOfIG0jxLG2H0lKPUaKar9xQ
aJwRAmoFH5fWz/KlOrudiyp3lKNqVtkpb8Nvkl3+iNIxe1Ayedq+7sVEm44UVpAQqZZeaSvg71NZ
QarpcI5M3asbJ751cswa0z5bMxJbHn2E4pLAkSdAYHQJF+dtX081FjNMjEhuJrecWlPMidnLWl/Z
hpP2V53p1soFZbk8HmNyExLmgRDC5MUMMaaYjqTeGMcQ/f2d2hTKBk/R3IvMOtq2M1W2lz/nctMR
8QSTiZoIACA2y8vV0aRI/OfcSo7AyatNp5SaJ49gBzcTZdLvvYQavTxmzgw3r2epvhxc/PIn1QC0
DkRwYoN15ghYtphlP7e6fjQMMJSV/EUrS3nT+TWuWC+HeW4cqTpw6YDcx/8WW06RlUbn2INxxKhN
2pnT9EGTYO7EFrLUaKoE5yqwqpVT77lxpO9BsQcVqGvqjInybdkmkXmMNTs4IR7fv41NJ2ELnwpP
zQb5r5ffcbmziE/5JN6yDqHnpWomVJKOxVh8kOuhv0WlcPrZR5a9hnZ4LhTXDF5O7GBMm8spQ00J
ol09wGOpqFSlbZHdWRxUG0HGWNnFnvuKUNXBiYFWFAoul6Fiech9GwjA0fb7JHZ9M7C9KkoT8gbE
rdzezPOVdPe5l+Osh2xHoUqIo11GzIJG11I5NI+YQdR7Nhrp3Km+cUzApb46FHpOou9is0kr3Iov
Q02T1hlxHVpHJcp+pKk23ckx1lmlX44rn/H6pegJiLyCRhzXpUdey5MmXNcPdlNYnXWkexC+gSav
YVUyCGHG6nWQCu64EGfp7YApFJVObtyXL5V0cTH5gWYdNbW7MVPhlmwPLQA1G7CaBS1fC835w8tz
/3qW0NeBIgkNRuA4ln47UzdjSmjP/rENatU1obPeyLUiyP+Nvge8+TqZtcd3FCI0FOAgN2B4tjgX
Mr8fx4YM4Yaz1NxMeR3cW3qirZSFHlVzLndHR/SOSJ3pnlKyWYTRlCA1Jn0McAp0sr2Vpo3XzGn/
EEnT5A5x1t+VFS0DK/bDh0qPYo8UdQg91Mujbcw/3Kbp1QNEnI7epdpbK7vqI1bv6vnIHelXosZz
ZRCj9yPKXKkiHWOzD9wGgMAP7J/627obPqYFwkdSamo7SNXaRmtLyzOy3NkbRt5sJj9Ub/phbA/5
mOgHNW40IStzX40ziNAqDRDXtzWP3mT92cCt0MNEj407RURPksxgaxqx+SOJB/OMWFayLXV9OEv6
YB3zMRsPfdk4G6MGRD3EVrByXj6zlGjWA0QWFSWW7WLRFmbWkKh30hGk6HiThoglTnFu3LTcElc+
8POhBMqdpgCtr8XRXCR1oxvFJB0NDug7+OfITYPluQn6vF4JdXVCmgL1QJOSjgDAcGcx1VKE3hI0
UKIbq2/CTRRL6tEJG9m1wkY6ajY0Pl1HP+rlZXv1fgQFlESzjYDCauhyq4AXyDaijfENymPNPuqM
Zq/ZUb/P9XjtNH4uFCVPoRVMU4+S9mUoS4LvEpp+fCO1BUY0ozmeB3VsvbHJ8hVq+NVmxFs9DbU4
Hbu0NyZjtGNUzezOrUMl306hFm74/n8FAQ3Mlz/iAifJZiTi2QJxxTFCvriYkM4EXdaq0APsu8Lw
cqkoNkESllt1nLH4sfLgdjBAeRi5Ze0mSesA/UszuGHkE9RYyd84aO28n4K+RAeGi0lRpsFrU1qe
0ML6DtgJs4tBuPz4vpWXSqyhvsL2n72JO+PTqCrBl5SYO0dPi9fpF/7+InQrgEfSVGWCaZfxMHgJ
BqTwEwxW+nwX53N9F+cdGiW5JbnoF1SSO6hh5c2kbrk76k18MnGCW0kAF2TRx8eAnANIC6oKeL8l
yk+1KznPGzm5cbQZ4UZJRh93LMdZv5vVJMJ0Ka2db2bTRy0Vn2z+3qg+DRYH7n312j1LwAwfhcCp
fkMxWUxJ4PTovJZ2ctPJ4A3nAHkryPvZzmB1r4RaFu6YjTSaSSOgdHD7XKIs6rbo4wIbvpsySdW7
IEst1wB2vg0VaziPfmV6Nm4I96EZyic/wOfr5dXwzOJ7JGMZwPAeLa4vh35EULBokRC7yZV+3NmN
HN4Usdxsy6mY3hk0NVfiPTvIFIg4EkCaCxX7RcBh9ucy69Ob3hw1JngygF2Z28odHDOkHe+EhjfD
AQi8Oe1UrxiRzWFRrtkfPvfZwUGLHgcpkLFMyf2ydnq0CNMba7TGdyMgsF2Aa9qNnnYf+cnwSZOc
1DOnJvLMFmOelePjme1VZJVgF7gwc98Rw/Ikv2znKpj8ck5v9C71KRo19l1jltEN4Ik1Y77rEWYK
c/OnUgqKljrKZaiyh7jfj052I1Xh5BaDNVAedqRvaHW+V7soWVNrviofCfw5IGtwiSRjcDYXuxdk
M1CzitPcjIVle3KMyGKDiDCUpbBwpTxHQCWDBSh3TrrtNa3bI01jv6X9aHyyen2tJ3s14Ug9qEcy
5YRMHsDlxaeu8tZMJ2kcD4mVto5bARE5pDTVPaZaiTbInN1FfIfjVPb6F9r81T6KpO+vW2WUQkWd
Ek0IPgd8JfVyDOw6NoqhgDDWac4IJrxPXcMqwhNSHONptKq18vgyO6E0zuFBhYDDg2vZMlHAyJhk
KzeUG0fPjY0O+n2jqXXn4kukosWhpl4S5ObK/i1SnifZLRAVIfkICJTsi4NkKYekV35bAHyXbu2p
0G7y0QrvpVbukfjvaMu2vXEYC0w6sjxfK9A/G1noYAieMEp/i+16HAPKQxNsOSUx5JsicOw9DoHN
sS+Qjq6RSXRbWQm52ODc9/LALuoxvDOCTBTwqOKJHXRZ7I7REwl7ujnnBlzUJukVfxcP9St7lCIK
iwocINdRrolLWXejsZrWyefsPI5KdwjlVnODdgzPdSPPXqLM0vHlt1rsTo/xqFdoXA8FAHaZ3Gbg
fYbAmLJzalvxxjTq4FCPLTbgs7rW7n0mFGpk1ETg8gHEW2KM4J9HfZba2ZlbLuNUFr5ludmAXqlT
xfbaBVFkrZdT1LmItliHAKRnqcnwrKQRolleVMOB7QYzpY1fvCOR1+45oav3pV47ZwTFNBcnZ2Ul
/1zsx+LjiroChwsbE7imxfY4YNiSpKGVnYtaz4JNhmCVB09Te1dr+kmXMuQwXx7N5Yb8O6IAclCb
FeWMxV1lanlla+IbG8E8nRJjOuMz5fzKO6m66fDPe2srZLll7HxqHcuXvcCg0oEQbs7DlWvcyQW+
mZ1JvD9XdO6D6J1wRFzuhV3YNA2Wx/k5mQ2Jzm+dml5fNTr86wRAWxszGpka7NXByjzJT9vAVaCY
noEUN1sj1BGX1qgSBqVtfuwKRCYtxAG0jZ9Nynblwz03XRTqTKw6FgODdvmo7aDQNpfk/Nz3GFgm
EGlR/g9Mz/J1+TaSyFRa8HFfK7vRPzRFrG0Du7f7leFb7OWP30tcMVFlFyUveZEwpSJbtmMzP+OX
NYOIGIye5rlZ7o2qT1w/biXXUpNX9pN/R4XFbQkpLa5Ki1nqS5nV2xmjFCSadQdw9XM+qgUgl2ne
9iBJvUIPfxaVbH+Y635eWafPbQoclf8XfHFkD341oi7R5OeSRt5di4DfBmqeeROp5ZeXh/i5xUj6
pbI4IIghWXI5wnYp+WFRTvl5qvz8K4DkZGsl3UANiIPazbgJ7V4OeH1UIQIA0o6eFhIfV92K2ozL
jsJPfq6jqnxTh9ic+ZHZ7YepvUenPELM1B7f94z0yp7+3DQC60JPT+ZyRYfm8k1lbZgaOXbys4S1
zD6Sq2hjDJBklcwKT7KFUv4cgAp5+W2fDQoA2UKYkV72kryKAjI9kCkozmHUze9i0ypvtQAfQqvO
jJ2vB/XbqDTXtJGXsNHHucv9QsgkAg7j3Lx81SKV/SAZS6ZPmOrfJnT4D5xc07ap4uahUYxfuKqa
d3YjfaqgsJ8x7qgpIpvaGnv6ubdH1wOCAomR6MFdPoc/KjEyLlV+zlJH2emT2f2QQ4fO9JBGX0fH
8G+nrhtWxvlxIBdnnChJAeWkSIQS8WKgASXYyTRR5ldr5NvxU5feVZ0Br9+Oxw/aJMutF1Ty/C3T
U2MH8CjcW5EzMSRFcfT9otzR7A1vGbi1Os8znwOtasq/HPTcRJaJeGnSWO3MLDzTy0FgqbOnjWXU
2taqUUWcFNvfT1M67F85A8UhQzrKcgMpctX89KUyyBIceM5NHwYYXQGpduWuwKSBZCC764cO+Rij
NldG4epdCUvazT9AHpHzLwahDHTJgBAentNWUX6lOEgfgaskN2k+fI7EpqaN01ouuogJDAHyL9UT
JhutFaQqLqdbOTaJNqRV/qbE2iXa17492KkLqrYwCo92ntXey37bpTtHbSfzdSUrgovaLgoj4J5g
6i7d1uM5zChYWd2bopqLE/e4j1S4YC+NjeKibTKuHIqLfRsoJJdLmkDgPgQXTFuUJ7uyN41CN1qY
zO2+7uBHDkaC3DsGNwewi9r9y7PI4dM9WVOEA4oPEFPwcEj0ncVpWBeWnjvaoD/I2KV5o8oNJosR
ATBRaCNRnMbtINc4rodpfpsUg/Tu5fCLQ+Pv8EwpbvLimFrMJjAEcLm1SH9otDneOv3YH6WsloFD
Ts4mHtX3xmCbHhTuevNyYPGLr9/7n8CL99aaQGvDoNQf7DgpNg3SV29jVbXfvxxlOXF/f104MSwU
xBuX5ccAkwe9Khv9IXYS6XPdQ2WUuGnuJtsKDkWVOqes1vqVV7ueQQwpukdUKBA/AmV7uVpqp0kC
OZj1h7kthh12cebGbEE0Y4FmuJnjr2E+lqfS4yA+6nqjo8FKXWrIpJEV5eZs6g9VX3ZerpiVh/sZ
MvRaMW2gCwU7M67jXYqox/sCRVtPDeX6bYVuy0oJbpFdiQd5dGbQyCiFbYIY9Ce1p6SxJyWJYuMh
NIN8a3RVdKM28LjnolhTaHnmI2OcBX8F1hPQ8aW4lRmkFWiwwXgY++6+snrlRgsM42vaJyClrLFa
I/s+M5No/FBG5dYK4nWJW8jVxvHnujMeJljVhzzrnF8cANJmQJhj6+uTgw2gvsadeGZ1akjQQH8U
Hm/sfZffE9M6LU7UznzAPg9AqRO3R2fsIBwVrX6effgUSVE86PI4rfk5Ls96MZRU60kjRVFJoO0u
Q/sD1l9drhgP5QQFNjUrWrg6muo+iMnd5MsYVyZBtDUs7IZolXe7AgyQGyJN+8ZvY3Mb5qV8aIJ6
Dbh+OQ7gRjjoSb0EZJ0bHheTy+dS4iQMqdWYPwRRwjlR7EzVkx/JdeVsfE0D8Nvnbdx/zLoiMF4n
1v8YnLCwosE9QTNZwtfCQaO6invZj7G0ol2CC8MNHzHcJKa1Rn++PBd+h6JPAfkUT0ULzNzle+ox
GYutjfaPCZjaPrWUejeo6XRwzA7pBcmC2e8ksvzBxgHMjfEtfdWpS0mU4MDVRLENbAkMqcv4RqqM
HeXt+GcxQhg5OKgryvdNFfbmp6QKlcF3JVQD5pWtc1FQEGEpLqJMR9WWUx8R6cuwalTlU6tX6s+5
ySQYck5oJluEqMzqaKV12TcbAERy906DbmjfAwOV47upycLG1VUfyDsCEv629blBr6Rdl/sNTyR8
jVHpptxNhw99qMsHI+MCsmdG8k9QktBr9CRRdrGft/3GaLLqs52X/RoF/3I3pY4N9x3yKNV8gbu+
AkvaEup9vWWEvyh3NDhlj8MH3AhHV8my8Mdrzsm/Q4lERFjekMwuNu6w7VhwONn/gqwXabex04F1
g95kp+8VNbbupz7EgpC1ZhkrI778rsx0QPSQJCjQIcKx1Bmgto3XlDPGgZv0VneK7FzbT6j6a25k
mdIByYF8Ten96rsC60ULiLoH1o/srIuh7H3coDInxDZWsmizS0FreGXArt7JRbB/+cNe7uB8WMRo
xNZNrYOuH4vqctpI7GGW1FZ14MaG6R+KPKOvnxaDO5VK9GaYLf0NkmmJG1pzdng59NVrArEVZTkm
rVDCWIau5546IbqQOI3r9nQXOJO/zbizvFErmoCvjCXg+Q5ELthTIHGWje8mkjpALbnPa3Z+/BW5
w9J0QYt1t9ncOM1Kin71ZugeUS2FGEW5j38u9sZEiSmaz8kQ0jAGZgjKKMncJk4dxx04pFaiXQ0h
tx96O7hOsTWhMLmIJs96MAdqaoauHOjyQDTUQt3aCH2d/kdqJALMCyvBMabirE26/fnlb7toMzGH
+LK/lRuoFtLTXSzOgcptqvWaH7p0QVQZMWEtnjblkNnpTTE6+HrVRRBj2i3X9o/QRuTfTVpH/ty2
Tfs6zy+eRfj8Cm1/WozCCXnxLCHZ8mw5gxW6naVF+05N21NblD1DbuU4Es1rUgxXX5/uItUsjNsg
brE/LBaQ2nfBSGESskI+tM0DndRuh7iU5Opp6h/DpOjeBqY2bAySkJUFtEw10DcWxjysXl6b+qg4
op9ks9iaWLWd9YQetTj7MmXlA+bL2ocil+keW+p0TJCbX9kwHmWA/rkY0Wki5yLbQ0aU8ii4vcUJ
2PsRh1ChyaGrk8M37+QKHvmmHrMp9/iz/l4zw7E4jOmofjHbLHqrZWqXfzNTpb9t0GMcXKNIpg+G
nEeKO1rZVN5Gca5/BrRnnBWrGe/rLoS0HgXGIO0bCJfjV3bD4baVoRx7LclbfW+pQdL9vhz81/fx
v4Ofxf3vd2j+8z/8+TuFzToKwnbxx/+co+910RS/2v8Rf+3//rPLv/SfN/3Puu3qn3+cv5XNH7su
//GtjYp8+XcufgWR/n6Szbf228UftnkbtdPb7icSbz+bLm0fw/HM4r/8//3hHz8ff8v7qfz57z+/
F13eit8W8Fh//v2j449//ynuev/19Nf//bO7bxl/bffzx8/6W/vzxx/vWv7V/FH8+uPxi+Q/m+jb
8vf8/Na0//4Tfui/mPXMAyFiJxSq/vxj+Pn4E836F9klJUC2QnwiRes3L+o25C/J/yJjRDSFw4e6
AnjAP/9oiu7xR/xEyFBxOeNsNSma/fm/z3sxhP8M6R95l90XUd42//7zconQgWdbJPug8/UI0l3e
PCMtLjKnzJOzDJpBsdttkMAjkXM3zVQ3WBMBv8wV/o6GdA1VbmpupCuXC1IelKSStCY5F2ghhmXi
KXW9yf3PY7GCBha72D9r8H8DCWMJmq/sOovkd44QgZ3inkBSf6g7bUtT5snA//0hn364qwjUkMkK
AMaQ5nKhWOwtY19VZZdn+lnjQuWFGUI8TgRe4+UoV8MjULFMHrqt7GVXdbvMtqTesNP2XBppidkk
vuhVndES6MpwSzWt9BD201cU8ZblCA5LMUAkjIDguEUstWzaKI/Kwnaac2N1NM79/FdpTekmKRz7
WOcDBqpIZh8f+20TNLTaLUMbZ9PeXGtPPk6Ii3EUT8I859wADcMpcjlhyB0GCKhafW5zyFrFXCgY
KNbKZ7wsggNX3GDr/D/qvqy5dR1p8hexg/vyOCQlWZIlerevXxhnJcEd3EDi10/Cp6ePBWnE8Ncx
DxNxu/vhRrsEolBAVWVlAim7tlrWrkrodPmQPI1X3diNAVVHbTtNeb6aCyPfO1bsQMIdZODVTJub
ZBrfQF5eh0PNurCig7vRSmskPsHo1N7W2vghVtIMMTyt+4DGrn2rxvVSZfTDS87XB1wEQI44gXI+
yoEp0aEB0kEMsg+NuGUBooQDiVyMq2RTY9yXmB/Z1EPGVhacIVBHivQ8M6xQ08kMLpX5KR7c+q2l
5nwH1ZY+tCc7DWg99hDjcJdgHGfnF7NWGMBGMQEvRdQ8pe0Aw/k8lAhluIYse8MAgl9PwFwErQEB
NdTrl5BY54cM2DeUxBADxSyd3GS1Cq/KeW6Sg0pIwCuCinUfXj9hH3NHp1twakOKSUZvQ5TSMtAF
WJVH0PpZaxB/h8lKCeAXvhYYK/223dWh6i959/nXBKoB/i0Qu/hHnhYC+5adTNwiB9KvHZ7eEsCf
oJKwn80lRPIHx5a8SOBEBEEj2CcxnHh6jvQ+zdt81smhX9sb8pA9eVF1a+/g79pbdlv66qa6nSJ9
A06wdfec/PIO3v2xOdZbPepn3xwC6zcb/Tha0mYQDnPtd0kOlVOzIjTn5AAoLyqPq6ayV+Dp2sSM
rzPi+GkJWpf0q5cDJimAQ0PPEXFFzPSdfgzgPCjQoWQ69LT6beYgt47rdCHnONvbDxugH0OFC2dG
hh1pQ9eoFRgwDzbIgzW3DawB4ce8m/JfC/4r2tAnn1CyhJfC50dulqVZbLewZPg8rHfWTRb+sII2
6KJm4TI62yxYEoUsQasEpPlZLX4u1cKOYSkDw4URszWjc6DN30b+SrpxVSDlp84C/lg4prw6B8Ax
nBNIlSANPl2dWXAjHqtmOkAJHdKyADU47spJD6732BXQnKUL1/qSPfnhAG4Hb9RgL41BXlLUh5FX
60T7DXKfbeI1Bz1fMHgW4sRHBc0n5lLwLML/nC5QRdY9UbueDuCqmrYMTZ7AgVLpgjuevSM+rIjx
uT8YJ+FEnzIh1oAjNe2xrAK4adSFA88uMbIHaYeUAiX9et0nzxwFAo+YiRe1Z1RqgFQ/tZYU9VAw
q6NHZ6R+mnYhpCNCTzGCOi39ZICMXZ1up3GpLHS2dx9mRZ4PnCGyW+kk8KIyQMFI6VHxyD00hdYo
Iwbc6VZUr9+9IgcwTl/4rhdW+tFEFuQKQG7I4E3qKJoZi5XSSlvV6ORahhAQcdZcbQOwYt0PVrXr
vO317yuc/uRQoJwAomJ0N4Gl1UGEcvp99SJtLNQz5qOd6n7ZmfdWX670uXi5bkaehsBRR30JShh4
6aJac3b9unXRmqnBjYN5UCJzx475zrYC/SnGvZgG2qZZVSvT8Qc1MKyFWCM77B/Twii4STAFJz78
J4edamPWvc4yDnyCciaenFbmQZLO9LvS9FtYvL7Ui+bwzgBBpeihyi9eb2TEmKAffEhAtpKxO6Ce
NgWb98RY5TpF5vefnPHuz0ZdSx0+1vbJmLR9NoEmFgExKoztXeVdix+++vdBRCQal0C2ouckv5p0
p0FDWLWVA2XxsBpqEPrOMxjor1uRnRAYEogJCrINDDqhpSPtkKm1GtHLOjlW1BvXFe3e6yIvIPlA
lpha5BAJS7CCt74geUavULqvazSHS55ycuw7gDVSs3LDMYXM4fX1yDc2Lhg0mAX4BHOGKuYRTz0u
0WZOLGWuIggj2psidY0nPjbad5JOEOdVi/fr5uRgBXNgz0NVDK9odCPlx5/ZjlnKC6+NsskLtTSN
WGn46qyFc6c/skbzh/HHdYsXFgiem4/tQq0Bj8HTBTY05TSjYxcZRgG2aI1tgfkEpU/i7OnoLPjg
mXdgeXjSQs0MoxxAKEo+3tV1lUxx20Xg07+HWskMdKSzK70lGcAz3xAjMqinAX2Bf/BKOF1UnEPq
lhhdFw1FvSfDHvJBm+ufbcmC5BdznwOiEsMCxcQCVyO3yhc878K3+oBk4WpGowhf63QNDXpE+pj0
XeTgnaio6LhvFbJEUyhztYmi0Wcrcs291DoeezmsmM9N5Kg+fwXCT+l87578AIV58YvFYb2Evj+L
q5JR6d3hQAylLmsYJS2Aqb6ircDhB30ua+m+uHCccHZB5AR0E/5LvhLByUk7TDZ0UT01yIHrOxNq
rj56zT6r2pXSaxgiGn9e9wyxL5+vYfFFUUkHkg6Xsagyn+5bmmhFLFQZI3cOdOo7RyO76Qy/Sfwh
Dbphfd3aWa1AmHMB3EPTB9kwpkZOzdkcwiXAPbXYQOumuUu4762NPd/nh2TDN/nW2Hk7/q78ZK7f
/Kpfr1u/dAo+G5eCh9mWDP0oGFdLPTDqu9xZwhNd2kEAxCBRAUY7QVJwurwyrtk4lrCA+yRMrWqV
l2YISAhB5ODHeK7e64osBOELhwKTEwBggqgc3cSzNA21Q1cfDYVFk6aFBR/vbE+/7bQu1GozGHWG
cqi5bvP3CYPRdo3uFLP8uNpe/7bn5x8wAcwk497BPYoXyOnKlbYaZ6clPNKgpQHEY9hPW8tbcNZL
S8WNA4glaMdAG3v2VG3dieDTz5EGItvC97TAhLzmD/dtOjKffh9f2udqqQF+fuUI6q+/NiWv6VDu
rUCpj5VVSdBW67IsAZxGjcW6u/4JJdiBi+gmmMlQycFLFc4jEzFSTlA8bTQelQg0o29Tv3RD/afz
jnGqqgy7W+OZO6vrRs/PxKlNsa+f3qgxgDdgtp15lBpaqE6voChZeGN9pNSnIebUhHS9GRoBw5Op
8shAVQqKKIfJV1ZjgNR0r2yVkGwhsbGBLgKpfbKFTuDvdOM9Qf3ov1uodAV2XZMgSZh45KXAg003
jt0sZMEfD+yzhYpqDMaY8GKVZ3040PWDMXU8mndq4dub+iX9ObZbTAW6rc82xaP7eNRWyr36Iwad
+r1ynx3bl/wJyesKfer9sDCIc1YC//AnjMiBYBN8M+iNn+4tR8HXoVapRvkLChyoAjYrrfABW8FE
xT9L+dzFswn6uP9Yk7Y5x1BL76jC2u/xp2VsLbpBzx1ipSb68blvQfz7pibreCERkUkx/pyaT3al
jTVS1xwMQHCi8jd5sNbp2gzzrX3n7NNHcpvuwZ+ivk4LR/U8zsOloTiIjcZ2n9WQVcwUzIkCm+pv
0wH/9025LYxHXNZLwFx5muhjdUI7E58VaAOQjJzu4UCtGreWPUfTW78m35wn/sPb1w954pO9+jyD
67IMWjjbELhvw83Xj8yHFg5m84BRMaUdtZTY88gczxHXbUyKBTpfejVeeA8gKRJyO/82IW2eYxaN
o3IEdHVnhWMIFZHfzW11q2+6XbXNtuYmv6HmyjhC0pI0/r+bwSe94KtJrKigfrIuXdczS0u9bFMe
FbxQ/GZS1hQyDwsv40sRFkgQ9NRRRhKIkdMddAsAGKp24JFi4jiwPOjo6/V9unT3frYgLUMBhbrS
gM8/6toXTvJ9MTs30CBd8IYL9yDKRKDOxusGlTiZ9pNgwqWfRRgfvKM3rwcG5feV1izcFuJrSDEU
Y8xQlkHzBQhLeaIGAkFZDcVFfkwS8zgn6yF7rtL+fua3nmIu3H3nb1/xWgI0Gm1JEB/LeZfLsxkg
nso66pkXaGP6PHlbley9GGT30HRseyjqjkslhwtxElIM4E3FIwZdUbBKnfoDnfO+zegwHOkAwkrO
wcfnrGNX+Q0KmdnpIWpkr4qqWo/t91F3Q+BxkemM6+suc76ZgqcLTIhozANQJMOy7BRkwG2uTkcS
o1mjz84abQYaENo9da6y1CE5f9lApBUIAfDXYYAZ96OUQjVp3ils0pMoRiqKGUgT7BfJti+qrVvE
mxT1qhmALRXqv27yMLbDqvGSBcc6OyToU4HqQlB4oZmOcbjTzx6DhYLXiekdCXVxBs0GTRqLJmsT
AOKF3vNFU8CgY6ICo/CA6Z6aMio6gTDW8I6xxS0QSWfMV7vY9bO6y7/qwsi0Bf8v9MpQn0Cf8dRU
MfUqGRJ1BoiP+yqaTlP6i0zP3Mpu1RJVci1K+4VuxtmpESZRrsJ4L2AhZ411k2LSHpiFOeootCis
6mbytJCYxh0qKMGs99sZyiKcLQ1Si492EhhEgwEMA5qobEEPTtq/mjROMXmsjUYgB4NZGce9V4A6
fkpRP84y9UgmW9tCL6deOCoXnFcomKGAjCMLiKiMw0BzjSZuQTtYzjdQtr+xKgtVAKTloLf/jh4S
dDPU9YhJB0vfjLGr+fZoL3jvhdXjm+L6wJQBMktV3ucOyoqpQ9so54o6Athi5qui85oArevuJxBc
CcJVo92NWrtUlZDZekGQhKlKlMAA08T4FbLMUx+zxlQd8mJoo9ZSCNRyoRSyqZ3ci0DxUB20QZ/3
jpfy/dzOZdAMbeaznmsh1oGiheNNAeTdXmclM0LezgZGnkcTjLk2X5M6AwtKO0zbvLUnH/oiSyxP
Z3ev+OkixAG5LHhQxL//nN3wiqctxOwjwrxhxcqMhJNiewsnQsJG4pTDDAp3QuRTCAea0hfCcA+f
Kg8Voizz8EzqtQaEZMNbnmfafnQZCU3O75OqaIU6pbvK3JZ+sR388Qswby/wr2jWylcZJ1UMqTC1
i2wM32x5W1TrCdNxm+u3xvnRR0FUHAIAsEWhUl6nB3SEC26uqOvAd6K6vPzG4soDjczMHvMCYD0n
HciNOxbsWFOzeLhu/tIhwDmEJC7CjmgKnO5mazLaD6XdRSwzzY1dUSPMQPK+adCJ06BOsLZHBfU5
U5mD64bPHiU4dCjcA3wP09htyY1cJZ7SOGf2ESPynj94Bt3oHQRGY/h9oGSqcdPm3o8v2hRk/fjI
kMq20KyWv3WJrpaWQtEUp+67ohwIiwNNVUOteIHW2EJ0ObuwJFvS+iYGJaChifXIg9Bl7pp7j3fQ
E1zCE5x9xg8zos0oOOtBCnW6fzVPXPAsm3pkWr79K0G1cfa1w/B6/cNdXsxfK5KX2N7Y92qGV9NI
p5u6BgvGuEsTvpBcn/ki1gJiKUy/IraIEurpWpAb5bHKcz1i7drmN7OxA9m+3q+0+q6fFtzv7LGG
oiXmEpByAvAMqmzJltLPhVo4E1b0VtqBVayml8RYqN+dHW1hAywB6MYClQmY5+l6tJx5XY8PF6Wm
N/txlz/nPfddwFe42QWxVqt+N+tbMFuG17fr/Ho9tSwjWVAcGkBnSVXkRwOqzjW5wTspUPiPtiQP
tepsOsx267YCruN3b1DDOVvi1RTf7+RpIX4B5ooBLtIA05Mbp7jd3Rz4bi2CUvPaUZJV6r3OEDsZ
yvs+MRbO2vn7X1gTURqoRLz/5XywxePUSQnVomLSQubYmyYrVl2qh6zPXszpLS70t7R+tFgDCarc
50O7neul0f1LLoUHHEa40XbSgNA93e6q1Oo8S3UtsrgSdt27gWECp/sJ0ccF373kV4CE4AWFgAUZ
EP3UEAfnYda2eIcaj9m4Htp3Svb1zyIGP2kENNF1X7q0KnCeibEx3MJoTZ4aI6o2dxiJMqJqdB8c
ru7ZlB/6tnxrc2fhvFyIMgBo/DUlnckpIxPxJt1Ar0Z/SGx9PfRgupqWyM0uuaZIWgC8xksG3/B0
RbRsBxOSYIjMmZkHSea9xeNA/N4cXiAQcUNtsoSyOS/JIDfFK09IcwpyCTk/bcoKpGka7SOVlO5b
MWu9P7Yl3xl6OgdJWbZbhMNfhQqdJic36xWrhtWYjrdWY9UYzMRVFUMkmdeEHuaCp4cm737UWgFO
DqsbX69v+HnxDwokAHeoCPcfCEhpx62c6RoUy3rckqMRmG71D/X6ZiXYuIKkRUg28RTdj7qn+KCV
AhuP04yrmfLBB2dqGgwYpvTLoYTwT+Hp6+s/7nzvMK6H7AyUNhh+AkbydO9aXA+sKQu8lkZI7eh9
dgtuZzMcrYmvDFvZu3HWrK6b/MDanoYy1LPQywOwFZhVpEmnNr1U7xkR+FoWz8574g7pT5b3xePM
BgU8Q2Rk71NpeOBg5mX5Tz0Qw/b7TMlRFkb/5nGiLjm6ill1fg3gauvPaZw950WmvDdU1UqkPQ4g
yMrskXeDaLzxGZzE85NY1++ztFeBwkx1vmNZb92b0J3sgjYpoN4E7Yo0C1Qvj59cM1fwhyedVwAK
W92xUhqUMzUNEjmons+Zn7uK825mOrvPMZWW+30zsO9zZ6OzO5Zg9VNR1gY+uLDHF4BHyu+MDe3o
g78yiSaGdsZXo4qHy0HMPUA9AVxJcuHLdBWtr7RsjIoyOyZpuR2Jl/lem9lBmaNWtLCF2KGTHQST
BzDi8GjoRAn519MdzCqgsZpiHCOSok4xqw04nl0A5a9bOQvLKEeiXCBmugBMBi3BqZXRtqdRUwgg
BymosDoMsY2989BTtq4dA6rgmKDyQBM/k3xz3bD4+afLE4bBfaSLYbazRNZl9gQp5xKpkmn7dVv5
DiX+6C4s76IV9JqRrONz4jI4XR6yE0CyjAopuzKG+hC5GvFr4FGur0X8lbO1fLIifsWn7DIjcT9r
do2kKyuqFTgVXlHmZgtRRJ6BR+MRX0wkPLCEhECuiILahqmpmyHr6eOwyJwI8jl+3/9CVzLIebPK
bPOm8RhOIheD8bNvQLkT/4bdNEq98Fg7dxvc5OiFopmE34Xmx+mK57IY6smM07tJKYLKs3d53YQ8
B+BH74PYMte0v+/0JZaFs0CKqREwfGL8EDB6sNZKbwjQGpgzGiHkzkYbyVuTaWfxABrn5cJtcr6f
CNRI5QWcWpQrpf00Yigbuq1C7oYK2kEqt0sMW8TKwjc8qxYgX8BjHpRcQvhFwPVOP2JiFw4pEh33
guDgMnNdA2aFzetRM32VOWqAKGyiWNF962a8v0ndLMHE5IXiF3yU8fF+UVHPMaWFVozQoaq0PhqB
WYZIb8l8DjHmhSfSkhUpxmhKDmAwmIiiyUsiqwQy3sEoyxfDpVgKuE8/vikqoLKw58TKAuIFehsZ
iY1LIFer5lnhmrpwCsVv/XzUP8yATxtVcLAQ4MlxumcOrnC3Jh+H0KnWlEFkrkyVNtQnl6xpB16K
r4UWwIAw6C8ucAOBCj2KU3tGY2bgeNdolNgjQvNvaj1fNyC2+GRBHwYAvIUjIB7LJxkvTbtWR4tG
hQPaKIJbGQ2P9OW/MyJ5+tRiRnXUYIRULMjoK+OP1Gm/6gHSSqStqXLQd6rEppFWvzOAAglYzq8v
Q456fzbj77cyTjcD6rh2M6UGBfdTMG1LsDzgoGboufpxv2JLrZmlnRHH6tOtUseTWwAyRKPSeNLy
BozGe6TjCx9NDqnyksSP+GREa4y5ysT2Nz+wHr6lJqZ0kW8umDkLAdLeSCEAc8tDj1keGs3jdwPw
ObL04F36WGKdn9ZhEEyYKpNJIxeVaaUEvemT5v6+vv1LNqSzWBRKSbICNpIZ6Fb3m1G+WMNC/XbJ
hnDBT+sgEGF1+AgXy0rMaGkAGhWvxWJzdWE7ZPgk413WNR5WMroQijQhvWeShR0/C5SnOy7PDBUd
FtFQnUaOlt1QhwFkHzG9WRnN9+u7ctGDcXtCUAYEeKiLnX4xtY9TQPlw7HtlXLnoPFjs3ZnBtuc9
xNZCgf/i7nyyJf79p91xQW/nVDVsDa0XDM6tNj6D5y+8vqAlI9JZaRWVFEwXcWxs/MK4UV0Fo/Zf
TWY+Dv6npUgHpgfzMFTghRU9DRqLBp2i+zAdDF/UTRI4d8ABUaxHWQ2tX0Naj63o4CBTVAR/uwnM
ZvCR/fnVtHBwLsRmlEaAjQHpB4TLZVw9HboMXPcdjQwP/U+kin5T+rrmM1AuKpAWWLgKLmwSzOFF
DoQXUuyzhhI1YnSXGdyb/sNRiMmNHBwU6+uecFYi/Ph0n6zI/jZZBRg9YIWWK5G5HJu7/D6bfbXx
u9GnP/ghvdeXEs+LSwMXtnidoj4vj/HmPdEVPR2wX14RxjH7ZQ9jaBbV17hv/7gFsHGwAVga2kin
Z8lxUe9FXR0Pj+zbBORSoRzz4ef1D3ghCOH3/7UhXdi6qeW9pcBGFhdr1bxvteeuJxteLvGCLBmS
g1CTdBgqgSFUdcNkWs164htpH2hLNJ8XN+fTiiSPYIrKoCIAQ4Orhoh4gVtEXrzk3eLnSo/Ck+8m
HdnKUDF0XcGKpWKSl6YrsGgsRLnLvv1pJVIAMrqMjX2HC4KBrEFHO8/n7nRomf5WF0kIli908YYN
GtIPltMEhZftRsfYjHry9YvqZK3Sre7U4JXXmfiiGXg1XR2KVBiUV6G53ixpkJyl8B/n+dOapdtd
c3NQPENRMOrSwBJkEX7/1D04N/kzuIKNMkQfrC6Deg3OnOsHYWFDZQ1AcOMWkIOGYQ38PH0R++N8
f93CeTYrwvzftXnyG3+oBCUTviN4Fby3gfva95yC+gczZyE4H8slDayFIyfLmCaaVs8eoBCRMUGQ
YD7oBMxzebXulaXTsHDmZOglsXLcNwSWiE5XJtnRfFxr+cv177dkRIogYMNP2u5jh6rpxhr2Rtpt
1Wx93ciFt9LJHknRI1Y63awN7JFaQhxlbH0OyTR9YL6SH1ttiW3s4pX8ySOkKKI1LVEs8d1GDflS
HgMDLPQHQs98dnqceQwlD9ZSFrjkFlJYGfn/MQocO8JKlLJnd3rl3cKwhdz2/XOS0TPDDLkY5pbW
5mFwrxp6JDR9Va8hxuGjFO3bADk7XrNGZfM48Nfre3fZIggfUXnAf2R/r9Gno2XB8eJowC2ZZbdN
NQdVxYE2ch9yzwtovwQ2OgOO/1nlX5vS/dknxGN2iupDZSoBM96m1gldYww4I+u6BseDvtW8ldHt
jMUh1rN9xLQnkIm2jn4sOL4+SCA+PbXT2rGLTlesY9/8YxQ07DGVC37nUDDXf/HDSpakRXpe5pqs
TOxjq97FVN0a4FvhGZL7njz3jROivbC+bvGjGHVyv0ompcNuzDaztRgmzU2o77oXnQfomUGXkXQ+
gCS+c5OsygAdmRdrN4NvFWNDexIupQBnHT5oj4HXUjAtm4LBSNa+owoI0kaOn0Feum/sdxu22+6h
fUzunYdmVXwbtsNjfQfjaKGFi+3vixv8ybh0X4A/kse2DuP2gaHJAKoSzTeywOiCcQ9ezTvQjILb
zJ9+LTGVnHu1WLbA3gJYg0e6DMvMjdJwwZNrH6c2HEffS8O5D6FlQ/pV3PtWqB/sBRc7i7uSRene
VwsouuY1LNLZu9erJ42T1ZSMYRu/8HRpW89uklNjcrtR9aqUpp3wZ0yBue3KdWg4eermug8vWZG2
r1B4Fbc5llR36yRrcYMkfq39uG7kLOZJS5FyBAZkslHawkHTcqP3YHevvBujnVZtCXIg2vpgAl9I
8S+6JRDncAzwy6B3epqWuJS3ePzG1rFwYx96uIGVh0qxS5eGvC5/v792pBBAikIfOXetIwGHKjGO
jbrRl1h7l9YifsOnGMrqgmtd7SGG1k9FOYQGVA5dDFhV1kJAO3/YfmzU39WIX/LJEo9B7t2hw3iE
/rJ67/3oHyvVJ7f6tvg+/GBvYM5wS39YetUufUPprod65aS26IMfq26VQgM152OgK8/XfXDJiJQf
GFRLssbCRWQq3solZJ2Vv7pMX1238n8JSn+/oBQiFBUwHA9y0seuWo2gYW0C75v7E5mP/apA+5ys
IYRz3eR17wDT4+me1R0Q3EgFrCOtN4a3L5ynDgMHYBP+78xIgYLPjZkWCTbJSppAh+oumyGxE+pe
u/AJz56bJz541h1UMYaVGTM2qiEhAYFv4ovB8A0IS1QlSOvgv1uWFCd6VVHr3MXX680fsW3uGvod
9ZKAtUZ43dB5ogwUEzhHdQ9CUqAfkAucpVk5VddN1nHC/F42BuXDBE40n/z0xtD2H4vN0iSdCD3S
6wSydpjfxzwIoAHyuJc5A0beopt+9IzV3Cgodf8PDi4siM4qbmDQSErO7gErbigKLKgpjVHjLLr1
XIP/z8mtpav3wvH9bEp+4yilPZophoyOpZ0FFV1lehsY5Pf1PVoyIvm46xYqocCwHFW99vOuDe2u
CUpnycOXzEjXoZ4B12SAg/voOCww0apRybd6XBqQuexwSOXRBBeDhnIB0PZ4WfVUtY7aY3mMX+gE
pghk82ZozWjc+C319d4HVc7/5Bv+tSrF2ZrPam1MsFoLaNJTb73Z/fa6iUvvbjjDXxuS34kBKO7U
3DoCqXZr6b65qh6dYxq2j8XaDbtw/J19szZGUK7172rve//U3+ub67/h8h7+5yfIKFczBiBFo7N1
nLUB+akXIjUt6ufrRi6f4L9GJH+sNRrnVYx1MuVlTr/x/p+v/X1ISwOJCPAq0ChADtlikZ+u+5xC
X4ckdLjrMl6EGBb8pUzq0pzh2W6J4CBwh6CdAwzxDLzjAjCoFZ023uVKpU6hO8XgFyJselPGtn4y
9QpyoqY9tK9ZUaKAXJpDhxxxSthLOgxCxDlnpU+YBoA5ZBnYu2Y31hQAupIUPvTQvFejITQLJhT5
Z78Ex1bll0oHmbl+pP3CS1bOAMRagPeFpDkgCqBylrzbG4ymT8yiv0v1gj+NFR0hk0BL1DOdFBop
5Vbwhi6cKPE3P8fxD5tCmxbYLqGaIF3wRjGUNfWM/g4RffylsQwKxFNOQF0NlkurMfg/uTo+T4a1
cMxkF4ddkHELak3gSoDTkZ62MGlpVFXZXe1p+b6ueRM0fUEDMJilC2+YC59VfFH4IGggkc9Jjj4X
QFQybrG72AW9aRqPvxQcKfDtP/UGP8SQXP/itS/W9tmgFIIzC9TC1HDYHfpN6YoVypNX2szXZwxj
Qe7xi8kIrGFRIFOF6AL4YGShcM1t7CxRJ3bnxake5HObPdgxe6kLJ/7ZteMSa4n8IhTmwHAEfDbs
AXUiOSmuF90ukordWQ54gYx56MMEHHBBWedxqNR0UQhdbM+Jh4rpQeAOASMTMqwyPA8SOV2TKq5x
Vzi/iZE8WCALzRvzBlIiPo/1cLLcvc7KQ0abWzNbKsefnQ+gDtEoBIcIoENgs5aimNe6lpJhzu7O
mLN3iL0n21lN+oBV/YvXGNQHLbHjZ80SB9PZoANGB0/sSskSi21WzJOBVWfa6zSb69Qy9kzRMZHa
QJyo9zuAcdsu3mZMAwh2MjCKsyQjIN8QlmBNwQw6EHyCrFXGFbWFqyqEO/adlasuhEatymfdvNRK
vGgFToOCpYnH68eX+HRPaNjdVgyp3RVKTDcVlNPwxMMEx/Xb6IzaTzD4okuKWVAwiQudltPryHFr
Y6gHhdxPkz0866XrZkHMYjXyeFzVPi0r+1uVCZ2EgtTp5BdF72pB41TNUwI6znu1JdMmm/tt0tX5
micq3fFMyf5cAf8vGOebX9Vj3/761YNy/v8DnnnkPv+hDBQs9ic08//rd5J+q0jXfzvhpsf/5w+l
vGP+C5cFgNWAtyHqfLDd/KGUt9V/gRACJGLgPYe3YuDvP5TyhvsvIOrhV4Di/WGh/zehvO79C2cL
PXkXI+Z//tUXCOVhX1ySf0MU5v0QduHBUJoEVFlU3k99a2gStbMUJV5pFctuFcP9NaeJEaqc3Zok
tYPCYjvaZ+kO6jhQoRzTf3ITU8Au5g5UfdZXWtvWh9qe0HLuYttaK1CdHPwhGaAMVsdCH2RwW+9u
sIY4WXUjxNMwNZuw4i7PMCaxoqlpURV/haLw3frZlNf6D0RNs/0J9qxpz6cB8p6Np9fJa5P15Rvg
2+OhN53vzqAN90VVIpRiNBiEs+4Hr7sN8qdksL0ttb1wNPs4D1Ulce9Tc1Zsza8nACcPDNLiceez
uvV8nBXW33oucfkNMctgqJsiBD3RsGtcKPR2baHtRkj2BBZlU9ADNevwSQ2tGAgFZEXHEnohvkKN
fRoP73Nrg6W8NPXG1ybS7syxvO2sihQ+TzSU2qc6Cyu9tTHUyXOMAlSrtDP2WjpkmyJXabfGywxD
154aD+B78/BwWo2xVb9gNMyvIDvWdRqUXpMsAe+/OUMBkxvlrWYTsJ7XpSgbemFHk8KOyt51fbXU
QLYwH7KyY48JLY8QWOySY1OyufQRZ9qXtjV9y+yzQ4c/OfiQtcu1LZRkYHdWwXOo5zrwZmaRoiY0
j6YVUJo3bN3qqQe5i7THNJcQ/h6CtLNelLZ1u4AlCU8DQ2U8mLI4qHSdgQx+sGb2Ms9a+jjgxbaH
Xu4LJazJAS40y7XWoBU4qGazt/DZ7tSs2Q6Uh8nY3NVoQ61mjephAZbjENpUa23svuX1mPmW1qkb
CxB+DLTn3TrF7PZm9DBe5hea56PzokWVMwwWWrQ1s/0GLjPuWG+ld4mbpND1gs4m20Jcdn52OtDx
hjNpjiCEvYGmGtTnGU/XDug5oJHMiwYaCC0v0PEdoMs2EPAnZ5nLDnFcbNseVH1+atasuS/KlKe7
JtUwGwQpWUxNWgUD/5qFgWhM6SgqiIpbNF+ywvKpzSE9rXcO2XSgiRgmFkO6eEwCkqJHM7bDaIfc
mlZ4POEZD0qSx6mwwJmlTAwls2J40mLuRNkwAj2FoFFDKM0mayA1dDBGVmYELTN/iCsomTT2nvFk
CPvGVdeVOVG/JfM7FNt/V9CVabR6lzT9LecZlMK973ZuTOu8cXo/br1bRyPxC0vTJPAYOJ0zK7ZC
kvcYkrGqPu9wmAgqUpldx/2mHiel/KXjRK3h2PO0G/KsQX7NBRktuD7SvKoeMSQ+YwpvGgYQxjYe
91PEn3xXY471zlGNDKPN2egC359VIw9IUg/+lJhqOKFrtVN0tXyoWsd5TEb11tYbvfLjRpl3GI3Z
xwnL9jXmIaiPzAAY2RQ6tSg/26NlrFltOsEMdEmxhkJit3FJP1YBcSD2uZky3n5TqdKbG4yMgmqI
dwBboxk+Wbs48bDtGGDRj9mYNoekronud+pc3ekDHWrw6eCRt+nx7vw+JkCyrZ2WTaVfOLVjQVNt
DszEdNeZUia/wcRiI9ihH1OWBpQaWW7fK3OSgoxbKX57zMzeCm8Y4s1I0hHMhINW+UqbMcd343xa
KVVKHphTHDPM3t+Cpig90DzNAyUxjCeI0bMdJCi6jdrpxqYkSRtmmgusa01Jla+UuW+3/H+z9yW7
letasv9Sc12oo5qput14b/dO2zkR7GxEUqREkZQo6esrdtW9QL0LPBTwxm92BifTToniWisiVoQY
c/+YWvNTq9Ge820K71K1dVuB5GjringV/GBVSyDY11PkmgnrUbj6rF6LUFKFZ629Ujj3ZYWCuaBB
9gGeKY4ZE/U4gnLf9nVc7jylZ90gtHhA45V0ei+QcbefxzmV9zyN1Qf8rF1QQjl36GeqK9cxfUzG
7BXU1UzRGL8ij+2Wems6ZHW0q37rsE8tFOGFt2THhE9oGemaHRBo9IH7VZ8NS5dLTgAc+Utvjt2m
rqmEXm8qBKTupKDKX70N7hFdm1Vy4rbRa7JNhSFhZRMyX+ie6jsP9oIkpzfqBVO3Kbc4RJqBhFdA
clSMJU+9J9U5Mmz4XIBov+0zjG+KKQw/o3x6mj3M6QNVrpBaveGAZ8WypE8IpQdeG8RPiQ42dP50
urY5+cO3/neYIu+2TJFcVnHa+veC8yQp8m5YcVHI22gJ46aZlG6KhiOI3GeUqOzMBpFWuovX6+Qr
+TrIcNBFnMk6gg7xooIcMlE4bKPqtBrb7XwO969RgQ20shpNMFdE7bywekDJZdKc3ZgPBdIAtxo9
rix0vyyV0jqaSi/uYAGovD2pYEISY/kHXFhr3GUMo6u/qufWBrttnIkH3LAsadv3aYCFS8W4xGUx
JHnTesNB7AQEfuh1R8EYtN4eC+afe7AMr5Zl3onZcHjYp3D0Su5F81YkmmlWItBb7GWih9c2ZRwv
Eia8KI5Db8YnL9jXAo4EfVS23WT4maKMfW1WSVlKG1F9iFm6vYSc4aJiPIH6OwznX3BvnacmnnIy
lFky+T/2OWPnaEiGekPQ87tagmg6W8vu4d6JwrKb1mFhWADZz/3LyjpeIwzxsiLrBZQupRZVgMCK
MUmN/ewRHxiUGAiCrEGAqXxMtjmK6xZb7Vfby8Te+YFZ18Ks6pJP4fKZdr0OL6sJ7wPd80cjxgNH
MEqFNatfA/crtiwYKVraT30JOMi+wvXKXwvs21yQVijhLIgWsa+RQb0XieTdoecphyVtlL9G87qS
MuugO0tCuGRwlEqkJq7sMtHombVhNhc4JnSqOyPzR+rj5TSsRbsKw0knvrvA9nORJQEPsWmgtC1Z
bFpE2KiWjhXLJf4dfRjrvgIVHamDxWgylxYYEVSBPh26185uWJ8dlqeW+1aWYWTT7RQrdFYV3qAN
i33b1PgjVqnqSr6aUTc5YlO+Qub8q5oRplXEaErbe4rIMl2yhLO5UMJilyibvQhmsSHSfY8cghhY
As3Mc82qEzMdlthzf3mAGR93p/eDyTGrNhylo2f8sEnQoMCY0Q4LbBrJmMDtBh9tFvUVRS7iBTh9
djZcwYRuXN41pbpRAZTDcKDjdC6DfGqrnA1YI8BJq/oVq1qCK44PJeEwyqCjel975NaXYBmw9w5/
oUcTtJdhDLdGjaS9a2W4NB58sGg1ZHO/HnY1gwHDviWCnFYJUSVt2aaqZSXA8SYN46wEKzlYNaUh
hL7tdLRz6BokjmnsuYo/gsUJhGERxmtfp9d2W9xUomvK8tJHAf2GSZWuo12Yqy+nrESeXsVTxZ/o
KonBN4BseVji3UFFwQ5y1i9Ti1qmCLluEYFB5ey96NVnXbWkzJyZN6415/oNwgZdooelv3a6Hf1e
DjDVNOZH6oYVO5Y8i77nsHVH5N0Ef/FaEeIjeHLInfeEgWPNC8QWDRk68PYdGpS17r0o/zlNAQzA
6GrYuVtc5t5wb2fz2dI2PG+IDaphEZi9wbjBiGLBwmhS8b5z3wtk3W9RK+RPt7ulTMYImSSLgFVQ
pyLvlI+R+KJR35fW3zQtQhOoX/uITdcazNRfpMkoVg98OvfeHI/F1mmmDvtKNnGZoxT3JJ+6ZK9y
x8XHvi7yt4jSZTsvO4/FYXDznp8yT3l10HrBVCmopS1Qjrl/hfXPAh/8VOL/y0IkHpXOBUYW8HdK
umsW7njIlMAMoh77gcFbhSPGecmj1ZXbgLCV+1h3ICf4hsuqoMmIrXOXGUg5eLdELwlXuDLSQA5/
IHMhARrv3EXhDQqe9iLKbbgdkL2gSiunvBw8FGdYEjlehdmafPNFLo8C5o5AZxzaPXg74QMbtqJD
zu7+ki+GqJ9apGiu40mfcA04ORT5pOavfbBBcJxZt/UXs8PMdJbcK/3Zs0WqST89gSxaf/cpDYFH
TDl60K2NyauNCUNXOadE1WoSqLrbul3lFMfmFUVEzqjTnW5rbxQvMKsX49l2dF+aJFwDix+yMaSz
t9qa3xP187lxTj3kTh3SiMo3X2/mA0PuKOCSTbN3EmLz48y1QDI1941+UNDB3rUtI99yGCOku+Q2
/lyg+rY1dUtHml5Og22kQTcltX7UI5jcLaL5FxOYjUp0w0/rPgUFGjhra9PhPqmWmXR5EQ39am5t
MbgxmiMCrJbi5mWtRsW8xkflokXg49UffNd3ZYuSSgsGp3Jkou9tlMBu0iYpdu04/NOGOU/KznNw
MrYYGZOfSN6AMWQvJqEqX9n4R3uj/IpJwAECMuxBbgVcdciTRDbj1NBuZfOF0a4vk8V2iIjW7Pah
wsv3r25JIpox5xCJs0HDvTwZvh1QiOdWduP3uqXZVGBX2n9nWm/+n+nWyKHH73l4SKSXVLCkH3Cy
fNm7uuVk5FeC4Sw/ccsD1HqjEv+DjXEkKhQ4dBBw/xjfho5urFmTbA9AtC479jxlvGCwUihAO5w7
4hJJw9GD8N2igB7EXDZsCzfcq87tYz11TuYQjpFReE+5GdovzYJlvQykZ58xIq6eUsnyvwHdltfY
qL3GBD7mH1OPTu5sUtxmzU2gryoamhjU6JCdkX9lXngg76i1NCs24/9QC2IYnihBwUb8gujXKwGx
AnECDfI/fLerPOcL8/qTgTfRW+e1fjNuwgtee5+0P8EVYDJxer25i0D5lm1wAGP0JYOh+latE3xD
HqKYbYDqApe4k7f46XoEpqHsle6YnB4NHC945eVgb88zRqBf3aAdhJfUbxt0oHgYxin7mcctEv/s
7CV3K5x/ao6jhCYatgVPGxUG9QMxxqhR23OiMfFAQ8+qNsbqBucsvg9TnpyQfWcetYB0OfOAHQoc
go80mrsLmgMImzFJvOggoj9Ft8Yo5wIubxHGZ1S5qOXYE6bL1BUIQFtYmYWwAelDGV4QvQCFqJRj
nYSDOfs5fJZZ7DCSrwiCoIgvzz29VC2+1Wod2o3epxGP7TEMEMf7IpSI/9Jo5QhYnxYhjzmMGo4d
m0Adje2yIF6BDjnk5FBKDY+ZZXvel2JMiO0Km65D/u3dfHF7XHpT/3NxUl002OoESlKPyKNjXp5j
K2eYj3Gb1X4E73zgSy9cjS9+xt55Tn57c+u/O5Higwmm13VUgFY8/TgQ/FW+eHJ+d5QZsn1hZbE9
zOjEXhSaYCQak2ur5BEMgDehD/1he9SkgZynRX6jnfzy+IRDq551GPyRAb+Es5+WPZdYOFi/QgoD
yjgFLNvuzwiWzQtrxBfQ3K0CaPfuRVB5LGR81Nn4lAXyk+j4hfnegxMxuYxdS0vYD6DPoOODXM0D
MJU7l+OQ6WD/IuP4OVLhV0gvIY1UyhQr7lFkdJFfU9KHv0Ug0K/bHDG3uvtaw74eh/7i5QrgCRR2
mF4hDZs7WLDkBgFSfng7MIgX6zHnFoFBeKKEg75U7NWXGg3Hjn4Qp/2PQ3hrESzhM+XjD20wqxCz
F1uCvSjjt7zoGPQDJ09hAjn63B9hGY/oGkfe8kHtUz2obcavkCY67t76PZpqf9cXFE+YysNEIY82
0Nb7+kCm/Ej35Blwy3UMhpNDFhm8AyC1JKzZAnT7yAeu2r0/ws/DnJy3RFUb8ib11zvPDHD/96u2
51jKgJcahFXIrRH04hJPXgfFfVTt8cFfBHqGxH5i8Xpves3mpp9Yfgr5it9kVQ9ohmDghEEdDvgO
kYZZUvvWvuVb+qiDfHxQUXfBnsmrv+AmXuEQOL1NlvxFGlB0CRBdfHYLBtDOuenO66f9PkjWe/RB
YTGm6THTIEeIRcJN0v7pBliJsXb/woLgZ5D0N2quP43MYxczdo/LOh7cGt4vMK59jgQIO5/ckh79
OT8POM0nM3rDMR5QOBIF7Cids6jARKLuQjOxU8y3j5x6jVL4BVGaC7SUZ1yormx3z5XBlB5WIaC3
JOspofx5JCatMN61OHwTu4weMVEd3d45UpSKXS7fLaxPizDGiLYxPE0I9VQlOfYyQjh5ntJ4eAg8
/oI9JWA7i9oe8n7Zvk2cnZKu/TFH+082zmcJLu8Q9dsD5vypiMboGZri0t8VO24LR7c6YBhTAULU
IDm40CA2xSZJVPrmZnvDlv2BrKE6ulQd2CiXIpocjhNu8FKE0rzgx6g6Q45Mcxt1j6kOviY4bxZw
p4TUTqm0GCC5OiYm0ECBw+sQOhhsAOYCcda/6kQ+E95+zhlVVY7yilYAI7vf/hEASPrcvyYSXWPL
kBeoFNMln/Mnk+nhPNJ4QKsgqIaeis2mdunWVYZG5KPb/LUBNvGAuvQzaqe7MSA/x3RxNYxw8lvT
MmNTCLZ40Ml8Gk/qsmP7fZYaHNjAXLqktz9zuvR1HLPTJOKzb6esoHDizR+wl+Mw4fEkbGs2xdQ7
GggFyBEIPCDMgSTd8Csawkn81jnWuqDbzS8MJv0viIfxi0nR8EnfcnaSne+XZejCUiv/PccAVFMi
IF3lo1d1sL+kJZg2d3RCmPeV4O3fEhPqlOm0mUO7PZuWwmRJtRKfJ5yo5w2wvB/q9Hu+pQ0gHrde
FHoWyhUqzbJOL7wNZKPjFVFkkt6lzvWnbpiCJuV8KKxizy1n57EfXzO5P0Fq/9rdNhaneUrvYOi0
IeVoPgp0i7DOPKDVug4R/JJ8fFYVZQwdTr4lTcKpQ4lLsYlupxII0FAMLAzuJt9mx0yqGjDhHT7c
pOiBmRXRPr3D94ifesPkUVrke4TQilSLSm+bjPsxkvaaRsANZM+weeW/bVNy9I1SVQxg666navrj
IQz62M0rXE4w2FSZjrFxYAi8iNbTkM8nl65nI2X70ql5u3QdD3SV9tGpu+1htFFvPhQZ/OO083t4
rR05lf01Es7WOlz6C1ts8skm8SvOduRgYNWzSDP7tiO67hUkjV/RSfWNy/R55as+dNS86lQOJdXh
WQN2VLBXAoIth/eQpWuxzuN353XfygyVQ1wLFp4Q75kL97fHRzL2IL8KT4xo3mLctDsmOox6EZAH
jIv4W/twwac0m64RHUhw59K4wLz6mzsP28z2UejgABGqObFYQPgHHwDh3RTD8mgz+rFmbUmC7a2T
E3Qv3fyWwNb4E0HxEbhlgV8+M91Q5ogQhgf295458tuR/UDX9GfLhvcZDzQLAvzO0xQe1k2d4j45
YWPnurT7n9BfaCknBLxXCBZLB3hdzN0JVJUszZyD5AGSHTdIvhybad1YRcZh7CrwXu15xjX1I/Ln
D26JrbMp+5G2/BOjw99onx/6le3NFNp79IVbuUQEWMsclQFgi2qgwFLwd75kicU0gjTYq9b7Vxzj
Apr5lD5Oad9MY3xdosxi0A/i8Etw7OnA+SZa26bL7BID5O7Q9C0Lg7JnTk0Va8ye8Ae2uFgQAHxD
wtIHRy3eZga+JDSUXCAIyOrVegdgI2nd0Xz8ENmYXHO85d/Eb81X4JEPfzfO5IVOtwxftYAhCAFD
5IEKJC2rwLrl9+i4hui4L20bntoYkem1cngEJQwj9Y916gAxcI42uXPnBTQ0wf5jur9BdgXnKydc
ACVC5yVsLlehconCJ5YRC/sk6/CMyS5hJB2Po+XPyz6tpJ4DPfMGY46jz9ILiSiJBZGykSU7a1wd
f3vg6ld/dvxPmNhuLqwL4BBNerH4uBHS4ZhN2OTp9Y51jDlwK+mv+Nel9IHCHYCcBbDTRgJ16gra
2+gAPGvDKeyHSnWMlC3Lfm5SXvt4BQiaxCikAh7BKtzKkSMFQ5OxCYc+axzzgYcvk1H3Xkaush28
Xwxn7TEwG2AmwC863JYmdy1AYIuytvtnwKtHb2Go0zb1yjkcH7bQGKCMgbuPtsQ8r736sXo6Oncj
UHQxIYIS26TsKCmkOiMFKbjN7mFqOTI4xm7Mij3PDiqSCq03DpdVDdyXOmLgnkw8ID9/aeLvHr9Y
jLRhAqA8Gh3aiahreqwSp32hlt2gERhM1C/4rkO/JGm/NzOwyq5R8dJ+qL3vvzkGtqUAGbwGBYVz
QD0noszitvovRv3/Swv+42ZC/X/XFhR/RMdm+T+z6m9/4L+FBck/oLPJsHIKs14fFo3/SqoP/wGt
AQxb85tlBLLII8hF/plUT4J/QGYIeBjr79BCQW39H/9Kqo9zKA7gw3MLfAcsBIj+/z2pHgt1OSQr
8JJDJBPS69J/l8j5MV/FBPal6Mnm160bKjnO77OI79pF2ybczf8ilPs38+5//kSM1mEMiNmHffn/
qWNgOPUO/Agp5il8w178F6OIsfP4q2nnlzCfn4A7g71y0Xs+k19+pJ85U9+bnEyhvagBx/KHEnLp
7VAmk/lApKWAXAHro7HJ/hfbfMg/8Mv8D9GFjysejhEQhEAhjpf479ao89a1iY97s9AgmbEYLcAJ
JFN/T1mOvDW806FJYspR+2z4quN+f+phUKexA3Lg+/62jUNSQMimiyVCamq84B6MVlg/QkBk7kVE
PwkbVMGjdivBd0Y/M/SeGnU5SvaxiGYanvfsoWOZraceKLhbEdNp06he5m55GwYXVSSVWzW27Bj6
OV/qttu+11slW6CL9uSO3QMP3UgUDLABhxF6Z7z1OdQqLmewRoe5xQwHT93u4hRPK39GP6fT8afc
s7mC514AXQUNBCZ6kyE+jAdPk12ADGNlsEHGOmswDEbHec+6YtpTIESzX+eevU+x9Ibl8Yku1cC3
6A/QkP6PGWOIBzpvrWyIgYPMXg1LkanE5PuChls0FD0MtXF+QkDrxx6rF2I0bkkUILOK/ozIcg7a
xe8P6bTvFx9oDpRp7Y8AG2yFv4JumFY8ID8HnwoFoXeYARA3/jiZuls84ELTW4e05WcEUGII3BeE
hXiLd+2dCL/zGMqOdosOeH/5cRrH+QHqK1qKZSBXAGEnSflvABTyUeQtu6Cdm4NqyCN6YIxDai9p
f+CKHZbNgaC4idYRNtZiZdHLW2D2mwCcBu/RlykcwnpsjS4nymsYXaK7CgEQWMR64AuM31gvoQDr
81O+h18AUyRC04IdODNs63egiAhMih7JznQ9232oBqPnglE93hMPEXlLP041QJEd/0VsBaGFuopt
Wcsha//yhHa/u5V8mQ19xwIAh4OsofaoEjk+7a2EqKALVsCNOKFoYcZqSnVUdkHMK73QriFZ+mtI
d/YVZh6EBiJ6AL/aX3YamEOI6NU7GnRf6T6Kjykx/gtkomtJ/TRARjBUOBWm7Piq58irwzSHqoag
lS+HVA1n3ap7SGnUz2lt0R8HoEIHMGKIEkr7W2rjUHm3HHN0TQ7DTPJAeRCBkEw5Hg6RJ6mHtFTT
yO/bFhW0Fzn5Ttkuag/6dgDeq27ilT7CQNTWKQF2zmWeH3H3dW+Tv8LSGdzBEnWi0XY7irE9Mury
ArONq3RgTdVqJequo0etod3JEAD7LOKwvyezIodwiMd7z8/3zw0c8ee8t/ETPGp17TQFyrgttD2E
DB4wKcbKwcx3yE7ShYTM5gpj6xiWXTS7SWbag51hLFtE3vwtVvKQBHooldBAKtArtOEGx/X0Ld6i
33Fk4ks+OBhRj9lcQzgJ0VHIrX1aZBuVkaeaSGfxwU8QWogGfsIYFISmNizG7u68Tr8h/sjhRhsn
n21rfsjNYlCnA6s6pvIChAIDtO1aUH4DWIRQqvsAHuwYvJN3HoX8DTSLeTLR3GLnMuiuuIJYOS4m
qPsuG2oDcdvDYGHpqsctfMz2FQ2ZN/ADw1l9UpNSFwVe/DHk/VKmIwUel5Cthm1CX6JBxrJ8q77A
YpjDyEf7t6UA89mWwrEvVn4BsnguHVYwPzDpotFb8Sxn+2w3PzhA2xTfSbIgPNnzHyBee/XCGKOt
/4P08PUoXau6KxB6euxjHQLP50vwbCIf9o0iDE4EuFQlcEH+CdYhvQvwAR9V0MKVIFWBBsqgJNj3
hXfBSaYTTiKMj+9SkF5bBepOHKNU4bs2colZYSb4JUXDdpi4B1YSaxCMFOM2qQc1wcsEVWBS1QiW
5jO1iPxtRDvHezFROvfl0Fr/ddzQOpJUD3/hVCSPuw2j2g/alF/SLoCGpa0yKDl+Y04PKwTIjHex
ciOST+JeFjkscb9J0I1N5LG2WnK48BarCBiifCJ97rBUVQ4isVU7duSaRVw9tUCaH2IhtiPgZA9A
J0w2ECoe/toZm9Ya7F77aiDLAg5CF9hDbsrdt9NKz3Y3w1PH56DGsT4B/OB92RsFXzKitwa7aXuF
qS5suiRaxlqSlFQy3+GdTkn+OOp2uj0xcZ65qwaVk0IC2wc+DNeVhYb82qu8/YvxannUUCvnzdD6
RU7E0oDG2hecegfNe7zddn4hT1FFiPTfy9zSv84z+Y9Rm7z2UOO/7JKOd+EcOwUBzz7fhZT26l7N
WGZ0gsPwBH4oogIiJh8Ub+NvD2QDRne3H9d4eQlhbQqcLZ3vbjL0WjG+1yqf/1DZiXuz3uD01AWN
Ee6sU9A9POrtIywuchDX8h3CS0QMJaPaUA1GetzY4JedAE80rBm/QvXSVduwJLgmNjdAf5P7T6MH
6/5+9VboUbLMVhGChvEOvfWTjF0hiL+Xs8jBw08PFNzefe+cPS19e8lQga7oDDjUTgRMoFhQJGfO
+0po4V4Ae4C8scz1FTgec4/w2mcr47XEB9FePJtH7xH6jlLtw/BAsik+0jx5SzMGy2Ru3UZr6/n0
OLo0uwSKxScvFXj4c7oC60LJuIMzcIzCq+LDGPK/+GPRicHZ8W4KRP6DIeXI4c6GLo5WnVyJw3Ku
r8VN/+DbcxbF2XGzmOrLNqKiFIOJm32nHLtJyXqNJw8bXwlgWR1jihn3vBFyfdyIGSA5CQB1Wr+7
agqXukyEEFgmCwh8yTdYms6oaIrEKEdYjnOaTJWYPfWxs7UFLjOORxO79o4iXPnSLSt/7yBKb4zK
prJH6bvTy4qYqCmf1yabNAdW66nvWLD2DsIwg6WjFk458G4Ya4R3u6vrtuQAVl4/x4l7sg5CqWHo
XpwBAI4ILVfu2Ec45NGwgDfBHEsc8SuwN/aY4eqp585OVYrYMcCKXvSQuSwpMxvFF0iYEEOXb/aw
k/SRtUFeQqlaYl+i/0PiqW0ILE6PKR2OfRaxZoYUvegsdGGD3vDxBUDa58htpVum4QhkNrgPVvHe
LwS5hHH7vEOu9+ok1Aa4WgZoYsPfw+jGs4ltkRAZgX1b7FO37EdB8WNHwEK6s9W466BoF9cXvQ/J
UEv5E9Rtcc3UMj/N2YwpO9qz7B5VlP9YZhROE3UjbsZpurMpaHvfgdXKefIHSS7qalYd/mCsy98z
C2cWAlodUJLL1krxIcHeEvZCXLRhf2jpVlrtWDqi8KScAUkyDmEqKL4CzqgfyHxF4xi6m0gYls5h
JPR9sHVoBj3BcW+Pj4ArQUXCEjwMsCW+ThwrdzM5h97GXnqVXCcBXJCEusawLy5RtH1wQ2GGkeTi
xIN5aUZwmGUOKQRR6QtuOQjQUpbX2FoJyoXyvwopexUmvN/9nHzJ1r5uo3raMYddRZ/9Ukn0tcHW
5HXMaVsEXXjtM/mq0GCfJaMfIl4tOMIB6iKsL1W+g0Vi7gl0khKHzxlAdGDh3AmuzwBCAwVvKkHm
IzygwSNtGwRkPIRibQL/scv9RY9D1nT0prk1a1L6XYDnFUNasApw5fqqhK+eVQgTvk2iesYzqLV4
bH8D+WGFMut+07kWW6bxYzdqauJ3HFYvePUccSBVF7VwtB+Mek3inl76BOoUkvQNqPGCdNNy8o2R
V0GEPHVqhMPnPA1FZCQCgZcsfITVYIxIYho3zi4Qce32CB22azigKiCRkjy7Vf2OECRcILENLH6U
QiXCl2IlOfCpJDovwvr32CQGNS93uC526U/Qiua4YqfiIZYQGThh4RCR7XeDimEBMHiaXjZBqsFB
TRIZ5FT14oaMp8GTGHE/jklcpbEXX5SO5CNlAnyZhZ8a58KezQpuBrpJMb5b4/nlwPZLv67Z79yO
75D0ffvT7iqkE0FHH6XQtjrAl99df+t700i8hEC+wC1kIQ7qSvRxUDqbT9uMhORxCOdqE3bZEKsQ
zXBJ6ObjDB4NGp/jNqgxwkL5PMyF5E7h6GG83Fv7F6m5pMYaHG5iuHeycrcE9XDxtkob/3Myf123
rqcFSynYOmTrp3NL/rDSMP/l9fteWT26ckR3VEC1A6l+0K0NRP4SKQnxs4EmDpaJ0ZOG6njQ/ouw
FHIkOIlAc2agUNzSF0Y5iGISBR/rkLADksPvV5m82TwbC0fYTymm7d6/3XRpLkRBebse8jydaymh
iCzjHJMs2JF+vOQyOGWbEiUPgfKCfv9t5l2+9N1NvDAQ/xB3/YPAx4fwIaiSR4hZTk7OLbTS+M0m
cGn4nT6T7YeAXrYZgvEBg3r4rNP14BIBaYRct2cyprLJoG79HMMeE3LWJRiHe3rw4aEO2fdtzAQr
AloVdLLeMSvh90Pf4W6PKcMHq5SGRodZiQ/vJunUHT8r2csGB6gG+9YfEMfxmPnrxYWCNwYzeJm2
zzkCBK5uaFGycqh5kzB5G1NxjDuLl94m+4XtmFp3H5BjhntxX7z4JRqp9wP99nxZomQ7yUG2v9IV
s3qSifkc+aTasaP6rvv5jOWMFYoWJGOk0FNVI2bzyiNOnTl0SGEZR8qHqmRRB4gdvet+w4TtEhhI
oUdSCMyxf/Zog+wq0rxBKuQ/nYv/k70z25EbybLtv/Q7E6SRxuHhNtDuTh9ijlDML0SEFOI8Gmkc
vr4XI/NWSeq6mZ391sAFqlDISknhcqebnbPP2vv8LYHwvi75z692InakfqUE6lLOoH+/TL92RPl9
7//0Vx0+6qs3DA2//qL11fzjz1L//vmv4496dQT99A9h1af9fDt8dPPdhxqK/v86dNZf+d/9l394
jO7n5uP//NvXeqj69U+L0/onlxGi3/9bPfyP5aN7f0uzn41J/Jbf9UNpYkwykQN9B7Mcwy/EwN+N
SY7zm+faUnqAf2wo/bSd/qEgOtZvq+F23dvgcgNiSv2Hgohnie1hzGQ/A+yx3f0tBfFna51Hbjxb
FwnPFD7h8cL8Nbd7ScyEuV1ihjT+6dGA43kBzyv/Qor7Ze3w549xMEH5bO5h1yvDwZ9lwyrQFpZ5
SY8ZVR5rSR022lVwJa6Yx6fZdr6NYmyOuhNMN1Q13+BXbY5Tjr7oTkV/CeEXZ7u+St2jljk7pDhe
MU1Ef5V087OV8/NlEmHP67DxpROY/osDMHVMqUSOxkOfoA5TzY24KZcgPmcbz0ecFNFl6kNc9RLQ
/YdH5uZ3UfLH1cG/pCX88aNRhAlKWNfkrGryj174KrPGdPZzETIRLu7GQvVPfTmaYWoD+C+Dx0Cu
7iPKkJgSIDH7pzpL1BO6l7os3Q5dSc9/4b/+F4+GRKPmUeNFud5n7NcPrssssVhQOFRWOHdikHQv
Zr4vvLL8+ud/83/1Y8gkYWkUz9/6zP/8F2+VRQej+imsE3YB0aVQDkn8PP+Dn+Kx2RRZEV3Y5uv5
49tbuw2op08vjI5H2Z00xt43o/c//yHrZ/SD3rx+mVwM1iYLY4icZQDw8w+J2nz0gzydQ1oL+xL1
f97NuqrvhHJJPuOWhypwivDPf+gvIjdr3OSa62Jjj3WZA/ya6yJsFVW9jgSoyvja5HV6s/gCM0JQ
xa+iJhvUm7nVVGkTBaRr+fjnP/2/fHrrT+cECZiB0In/GvKyLIy5VBuI0NXFjQxq78Zlo9Tdn/8Q
+9My/tM76zioing7cXEy8vjVPhk3DBLrRGVhW1MRjTIZLzOXGxt0qQB7Ymj/EnE1h6Q5dIS/2vEB
4cvhjCFXohjUB3VV/9qYXN7b1sT1sXG0Pb7GA1QL0UXjeYKMfIZFIdujIGuqVP5GHuN1fGj+nN1W
1gIkES0DkhtFO7pwbuJsKpVkDpzpNNTSBeYC1NcufY05PAzdnIZdb4tzKtPidgKK2WZJ577keb0c
2OvpbSOnyL57rWPcA3myrmMY9W7mY563OYdymLWuPnMKr7os1tVANtlvVIsMAXBWfdAINR+DzAAR
JubjcOBzOJoRDay0oqtyYjMwIlXmnZtjEZyR9FtYxFHYy7fFoeQo+d1nCZDyAyqHDRplpLPaNrFL
v8k7VW78prFeBjcbuWarJ43ItWX/VsGvmdhPn5VpvU3cHv+pF6+QPRt6N00sGJcr1ex8yOV9gG79
RKs0rw6VYGcshXNlwg90SHR6eYut2dg4nVIjK5hAWbeNk8KUjkN9NwPuPyu78MOiJSZGZOxX2aXu
dPRd9vmVdQEjOTftCRAEmqhnkztVPlObWhrtmc1HuHXTiY13nQ5du3MOspli9mKzAJpb2jp1Ru2e
cP9Yu2X09WmgUyId2CaqcDZfEz6cG9+zkS3sYFe7Rn+TARTBjrFEuzdrfayd3NwJZKtIR1/mwbiL
h34+taYJuObN0DD1fklVdTFI683RQDqRSQK/G5FG0BlaAC/mw0U/kZOfyFYDHMtjP+fTWZbhDTba
Wr16Q3+03Qhj+cAT1JAeV2GasslPGMaUEP9up3LzfEgFIA+kYezIG1i/OwrEJVyQgAHx4+DG7fzy
VBsOKxbr4jyp8yurymToebY+ol68+tkRffZrbxcXyhgeqxj6IZ77s8isnsn00CzO5h0rXAlwjya7
E1DvmxGxlB1bAuI8tzSusU4OYdrNS6gnhX8SeFGyw6vup2xTO+JLzejyiK/OpPcJ4l3uLMPeTYy1
B7z1ZxltnMpRuzyxr00/u0qXUezw+Zdh5lUIYDn+jg1TL3XlRIiwygpOyk/t3VCJ5Q6dV5ySVkc3
xAe+T76rDuk86EuUQR1WrF88WxxUo9UpttOVF6ZlOV+CwNEtx5ope6P0UdX2+dyy9c6ZXpRp1kc/
rZ4rbaJGouBnS3VrVLb/EID034jCDF40btkTFMI1DHtwUzEF2KZjW+0so1tC0elvsjU2s+3xsmVz
48bTocrTbxFDhY0yum4HjEI4kEFYLdD5Qy2ci1pOxXnE2qVNYL1CJuiNJ+Y3aIh5Z1Q+iE1ztJSl
gerILPDxjon+S48tld5+6UJ2AfPVcpzyayznA1jVedw2JlRc/WzhaXsyMAgYvo/xYUyWHYsnjs7o
LUiexlcjsSMUuiAp8H/a8/VM0bdpRvYp81RlG/T4ftP3UN2Tq96jmSaqdJPDGCSvWIKu67p7YkNG
e+l6dOVGqfiCrofgLE9CAsUH+ZQd5hRnV+sFh9yKcAWT1+BM8621FCerXeQejZQx1vz5dSpuJrP2
UfRJZ9V0ZH4ScIArRiRdfza22XuW4Tz1BvuMZnpxNuX8pokdZZcoLV7DR1w3AyaimNgPNb8MgXc1
gKqE7RikO7OTUcjyLufdLU3F6wisU2omD5XKnufR+KsId2rFX6sAJyD1nnLXpgJg99ovtS6qkwm/
6jWMUo1l3hfD2FR7k5EuAl/hGR9wYuyw24zd7A6nwNVdGjbYIqDaaoEIOEHL36VpybMQTbYV74qy
rhGMhuAtKqih95YyK9bE9OP9MNbqe+wgsG8twzDMo6JJxwCohvl1Zsb9jgxqxluVzytsV8VRuY8H
2VwGOPzfSHU1hpBmX36tZkrutCnQMsfSsKbd4vnld68w8rcBAizGZ+MjS1nZ0rTENLFPlSvXU8Ze
p1P5ziMn2JphdjesDUd2Egwb5X6Gur5hEFsv2zJumdBF5pBtrFKo8ixVepTbeUnApX1/UuUOMDy/
wmjp35lNv2QHXwndnCY0j7fEGMF3vMFd3sahQFHH2pIut4lpR0NottCRu5oYOp886LH1IIpHTHQx
pZjaqLLyPNi7qP4aMfNp9oE2hLEbu4rDzIn68tqHoMiA3Ev5IBlk4PkWfX4DWWNzo0iteDMNf/I3
MYr0hZEnyqNlmZhaNbAhgGuRKcdd2yPxbthyr+9sF11ih0/WaZGMPIz39F1Q0qWZAGLmeVdepsyt
6o3hdljrGAtNPQqANwZhZ7PLbluaKTRX01Q2ht4qy58mjy0Ku3TQAQGifY3nwRPZupktLuGs/QFn
ynngTQHopuyjo+fGeJQE2zThEAcHqZC854C56DAULGYSBROcQMpm3rpeFH9D69QJltO4xfuq5zrY
QQemH44qON5LXUDpNXBjKPJFRXGQlI630oImGQgmyyi5tslHYOMj/scj/9WvwFzCPU/LiRVWg+Cq
uHIXo8wvPNn57BcghVBZZ4WvqyrdksbVRSceC+Q6raZZ74xYpKdME2n6GPjaWP0MbfRkKJApPH9E
74QEWziIIa3T7RiJ2RM8bGBRHQUUMmFfTsMDS6I4kmsvmr4glOf4DddlvJtWMnbceDwHt61ITCTP
PC7tzZQnfb9tZI7BdZkZgjbdwm4AYcbmhJfS7TjQ2xhJaS79uOHpyrsvbp32z4llGbcu7thn/sh4
2OZIRl8HmrW3di4wHcytvOGRh9lniTjCLuPlqd6huurr2W4rsUETG8utxQqYlkPJ8V7iVkiMzFnQ
5Rs9egTycXCmgOk9gQF8GPha02FEMy9yNX5VqeRwM6IBh6eykzFhOmcxGWxxRt2lMdNeTCdEBmxS
DWqx5wj3XPzIcfZkGD62Apl2AypjvegLHzv/m6G0inaTK7jCHNIh2M3aKuPRipDAtnNjTTosrBbO
ocY7CYMa1+IMX1+fs5lnENspNgQ+WUrriyr3GCACN0f1th37BMHOD1S/Mew4uuwCc4YEH3tG50Ws
/NfRrpCS+a6oFpdJrq/rOB+7DUJ8Lg+qL/GgONFAskeX28HzYnpZcY7jTwxn+EQdbvjFTQAEfeRy
MiPM6URh4r9JQMmHuasFMRZWYSru6cru9xwTkoF5huav67LJD3DUCwfY0LPkpSeWAxJv9r4V2KJC
OMC5PZ+W2rgaZzN6WoJCuGdwHXEaEvSAUi0YBRdnk5OhYi5TPNAspBMH0cxzOB4rqwvkTi4dpHBT
OfO6S1SpLZR4dNt6PZsaelPDZuiK7wzwtreU27krOhNZ2liWTcWH943z1RFolbSNu95qTX+jghRF
Ueo4CWfI55tlJAX6mkgcqz0QexldAQk6/tYu8pQV2yIjt8WsqD+xF63pBA3Kxn0gU+e+GBkvbzVx
XOku8SEfUbbb8dpt5+49ICcAT0HstsXGnPvlli4je47ipCk2tZb2teNEottZixW/k0Dun0rsVbDg
PnkBxFeMyCa4RyEg1HpYYUz0ie63RNc9EtbAgrhWOlNFln+ad6DfI8vPTFIV3pO6MUq8dIYjd14j
1C5wq7jauMYU3FX1Ytvbxm2R8BdgvYuxaNpbPzCSr41jNF/0TOOyjfxKvUWOYZ5KmAc8hmal/O1U
Sd1vO/5mL8aULGLr9UyvdpYqmocZDTgJtVUUa6IdL+PEcNzDbpgNUh4s1UdfRTs5H+T31+PGtg19
0/u18RFIYyjo+HCG7zA0jwcf1GliCm7LV5NRIswXdq+nkpM/3yRmy/i863ySEWB5lvqitDr3dRni
5m4YezaZFQyG6RNmZrYblzCAZhND2cAuzBZXk1fBH/BJUzkWc8Q5Ntpq0QdY/fwBSlWNIPZTE588
xLFrRNPstiMSlXsA4zW2xMoE9G7ywcIybA2YqmPKl+WUO7p4s2M17eOR5cwbEaP1GyCH5Cp4afIA
bB1TWrk54A1nSF3wHbHJGEyUQWJKPuAxZy+oD420NMhHG5SVJWznZLwXqRF7m1ot9R2uz/XBWnsZ
0gXvMSuPd7072NMu88vyZuyDkXqDi9UjC9RgNjS6tE27lGTr90QHpELUBPIOTEE69ZgTunJtZ5lj
r5wbiQN+lWhci8FIbMqik+JWdLmnCDtbjTEB7ix6mDjqOEqnZH5vtADpL70lf+p1Ty8zeT03usG4
MybvQheEi2HDSu7dssC2OmTJi1HiFtrEmaHPS28o5Plo+u1Vjlhx102VyEIhIhyWNecZuNngFNG+
1J7EDjwVrPcj/8j/wnWBJTL3Y2VvDZagsnLUHXvM8cagmAV5jEkt0bC+aBpxXFcDC46faIxS0CV/
gkNUkS2qk0xVfAanEL1oUYNp2FxIAFpckHOIWolVLpMYLgb2z7hPvj84DKrzpVpGDFvMotRijkgQ
k9epfW+J6Fn2Djd1aRfjbTHI3A89Cgh4prLvWY8AKMgjTRF3sHXQEmoP/fKCITsN9nM2z8FlM6qF
GHDDMqE+DLEaEyNPXCr2y8od0URsISh9ZRZ7m/+DVUloO/tKYDPBVh3RF6Rj8uGl8HSUnOSnb+ok
wT9BGHuDvd/ocGsHyik+yGTgABE50NJavZA/EYNZXzsk4gwb7NzdHww0MwVmCP9KiP0vGjDlu+2x
jN0k/UuwMvlnEU+4weSJOMZ87MjqXjhxQLCFTHOiW4is2tetY903srQuMpKhtlbTw/KVDUGhotJ8
XYpA+ac20NOpa7CrbyS0OnCFMi07zIzJ+palzMI/9bG/NZb5781crpv/XZFwvPl/Mnjpyo8qffsR
2+bX/z51cdzfXNu2Td+xTNdxmFv+Y+pi/+Y4aEbEh7ouQ5Y1DfOfUxfbtJiFkM7pSMv6gdtm6kIT
AfQM9syjSibc3+G2LfNzw+sPiqaJWmshtDAXXRdzMxz6+THrXNXPhjdkIV61FOGsSQihtXTYLInH
LkU3Jg3IZkKSev0Dtlv/IEr3lUHSLkvzy8TIXQ6vR67dEwk8T5gXzlQSn3v4oPPOOvYY7eqmPY5j
6iBITM5+cpivxlX5mGPcPyctCktVTIMURFu7W0exQVq82mXQo9IxTiyW28htop2obHHGHIYMmvjN
ylMmIx13hDUNqxkzw205vcdRDWtAQbg11suZnIAvra+PacaW+mVQj/AYMdNnIsBamYmbpLMUV8Vy
1/fyEDPXuUydyr9zs3K4HbOFre5tX4T48S2G/y1lI9MNFRn19VB/UVH9sGbd2dzwt4IkpQ3hvZxZ
wwRKENHUYRM7Yfmv91lEA1V1bvCgzOY6jhoJbZWDjNk9rsaYEe1kF+9Km3tyVbKT9tg0lZSDgtiI
KBuM9DRm8wuBQ3JrkSu+XcrpQgsu0IFpa2blwEvp2B9wTGWUoDFcaA5zGvkPyjFwGpY9SkT2MM2i
O5a2tm6FGtwwsMkx0GRNiNnAn/dS61lvuomrF5png1kAhhs1sV+8J9iHD1sMmkQJVirTsTm7FpB2
9MYNK5APki06VcnVaiXLa7Qmu7C3OCEspekADiDx2ZC7Ie89Zh1M3T0QiwyZZmB99r3efDZcu98g
IzwEPspbcjX3RMDn6hmE765zKXItIkU6N75wewLIHQz9m5hbdJNV2RZUk3w1Nj5v8Kz2jxTbwZVC
kdhjGH1FkBzfnVqoY2UUD7rz7mDSErbSZMsNJBczHh+CAiWJqAbscOvFcSHo/FgpIXgfsTz3S+Rd
FKVB+hHLnsO4Mm6sKPuoguKQz2x7bkr3zK7pqH3aImJb8qvIBDghDoWQkuE9M6EGs8fOJ4RZkNj2
nlSoBxE5apupG11CNsboWnABURmWxj43RnX0pkQ/auT1M7Ii57Dlkdx3eX4Hu2JsW7+Ib+yK7ZwZ
1zrDg1xuB3eMPtKCJyaNpgcSk+0wzTr7ykaM3zK9YFSH33/nV4s4xnDEYeNE850vkUdjs6TaQt+z
wGZjvLvo1edBO7VfKSnyS20Rhrak5HzpbKujk4ecc1kocBC7Kx4WjA5bzq9tQX5a4sX9LbGNDVsQ
/AmGwSwePE0eRlJbPJxWlm3nwudBkeW2sqGxqVfvdOe3lzKOq93steWtFDPofD5e+k5dnqHhki5j
ZWloNH3bbOGtEfc6d8HBju2JgO7Kay9TCVVQRkI9DKmDBzUWyRmhbdVTLkVwoz7LzplBBzlwEJOZ
ksNXpKkSQnliEV6XyeKSvIvllhMz26VWjzGNWjR7sIzIus6r1tO78rPELZdBrA+MO93RW0/XfeWO
52T8VXfeZ32MqYxaOQ9asmZS+pXtELm4OqZsWA56ETJEDRqxuyecVcqLnFdK//RsaKgwNjmS8Eh6
5oLeUXWl4JvZ2W8pcYVPndcU9h7beB0qv19Ca87oywgaOQoj56l3/Kk8wTPiWKxqMwitSSWP5cBf
Bt+dtdGmaVy4LOoBg41469MslZeZ3443E6rGV2Xj90+LaTgtMu3fs7ZGSq/6aNzP7KQ5EazCCWO0
+bszeNa29zrc6pMxJBt3DYzZNItLC22XyX6RQwCQKlz9WFl8U5XEN7+NF3I4PYf0D7tcnL3V1FhA
qhE+yLY767wbkNrw6ooT5ojp1l4m925qze7cSeT40QZoUtDHSAlz17g4MSoCG9PGOI2fvRXMHd8q
Pxs8RIbq26yS9mgyrbjobOIzSmuETzGQGowka88ry8C7zlF8JaThP5OiAM9f9eOBRjyOUZoljZ2R
lfVWFGX01qKxCNShQr9mIzW+EHF/bHNL3aK8jbhPNfspOOK2oo3jLXO7Zp+4SfFg8qeHw2INJ1eO
aP5NHsG3GR7i3WeHOVu0B3PZyw8S1ayLgWDE1/6zJy2tNN2VhWwfDGr+LUM/5HX0PP7wYJMk2AzM
pnIveuTJy0gZ6ORlMJOi4FbCP814zrcBEvwmEYM6yKTHBUuDiPSOh5HpDjMfVNlkN6Bokde3qIs6
RwhpdOKem7U3PPkJGmYszfw2jeI3lg9b+3hmUa/FqqUtWQLVfhoyZ6caw8JFWnskrSTqfTbS7D62
/ZlNaUKcr361sEb2zDfswWr2gyubU2INoH0zxtRja8oGDLYpbowY3A2tZ7wiXvVBkmRKLoqUhBdH
GKFdp7ylJILABcg+TJ4DFVpy2hWNbi/ygaFJxO7CXTIu3tGsFpqx0jeOfuIBhue1/TqTw7Qlj7Td
G3bvg62TTufH83entMqLAQdCaHfBrTGV+kEaLrKEUvvJHkOr7l8ig2u7mdmeVRb7SFcwbpF56mz9
JU7ZG2K3yZ5gMwIV/PeOFCFUmF0eeTsSD9/ryTubyiwnR6HYOb1iEUNk7UgUgOosMQM48WrYbQW5
sZ1gD2gsD4l2n2NNJGTt6uiSF7/15fCs1gwLZxp2wbDOGRtRfGi15HeViLLHfiLrY6Abe45cfCqe
UV2Xs0t4Fy6Wy3weTaAIJ33yJx3czVkvCSdAp6zB3bck+44bAnzMM2qIOwcpKx+pt1JpH1xAYQvO
Fu3Auy6dZF92/pZ5s7nLx5RkisTdF65x55ZdBNrq3CWG8zKbRv8sGXWX9BEXkvHoERzl2AxHm5Bz
X6q9A5Z4YuPUrrH9ZVvNY7HvwfJ8lPYTgTLfjbbcJTRa27bCfGoOsU2MYkRKpsKO52RHp9egAi7z
pdrBAu62Mg39sr0HeWiOnuFRRORRmM9EbJUNeYxz++HzvYXZuJvKL4M3Hn1cKeS2hQwsrwj2IL0W
b5/HGKRs5WEIvk31fNd1ebnOZujoOPR3mkiZthuvEr+5Gii6hhQcbzT1jeImzTNd7GP0JO7WQ9+S
PmLbU+gOwtulju+dg3Xuc5M4IaGCB2QzNA9v/m4q9Bftwim22mFJECk7VKgZhmd0Vl/Ig6/dsKKK
PkNI25Eh+72NBf9y/NJo5jcM4Zr2yrHFnk0P34mvfBhMuewIHFyojdCS4/iwuugvwKoj0gOBdyut
hqNw3Y4WVgQHmYJgcPcZz2ZvpRCPTIxx5R+Wyj3UM8BfwO53OMjlaJiLZDOfd96oYdwqJ7qtBUbx
TW+b5qEf5bwZHLL9UjDIWPrVmVS8XVVDHlg6O+dth3pdJhzoPgv/vHEnZjD+0GqL+8WoGTBE9fxl
FtBStTtQvCXxReERHozseQjM9Hs/5XTrQrsnBulI3QVTOG+siLqbrJGrw12e4mBC02MAc0l6MJnT
C32I7frngZH5xz6IvXOpS+JHc9+on8aOeLJ4KscTej9EhQNtPjK3O9Vd1x26Dh8jz270YEZ4qXUR
eNcD4Y7bjI22Z52YE3DRCVUhJSymaW2DOW3tHOKCYLK2Tq49sybdoOjFjUUA2KXtBfqjY0fHXVTJ
5NnhetuL3lzOGWRhnfRdvyQ0BSdMUE3zPTGnbRMKTdBpExDVhpK/oCd6ejvZkUMhTYaSM+JyV3Pu
YKigGFUWGVVkTmb6YyREcA2NnDZRu9y0S8vcElXGuqqDHumkabIz5kwWqbhRhJmtIqNxNMUTiaD5
hSjc7KaixtpZVd9fNYTy4MMgsaORKHVenXkr3m48cwT4r0Oey3OyE4gB9pzh3O95e0ZhD9t5zt8i
mxKYkDBCZrzWOMYt1L7sv5Uxrns3GrZDYz2yb/iQJWnoicO8pE916p75y/cIrAo077sw05EwD0xZ
gyBtYygvOqZGIosvI8FBnBOKl9XRwSeQLjf8+77UH1Tb6lRbibXxnPGlc6IUtLS/TvKb2VqOlks9
pev5gF10/ZrOOXbDKNOHbiT2N/IX/xQFDNZwj9H7jAj87lBS/i/sWOvbG0C+3g7jALufi0v3uNIa
bG5OGftifw11VsOBTPKmSwnI9hxUGJPAbDIia+NeR0UWcTG48TeTtNNwUP2yy11d11TheUMHU3qh
jZPwFtuTe50a+l5CQ9irE9nCiivs9mUQxElvyn5qtlHRtu9McFQYVCbrk1PVPisjIAjUrqPqAESf
Hgo14CewyvFDlAb9c9VEPAfzqC5gUEhtamR0aTTZtCcxsX5scq+4EG39kJtZ/wURa9q1Fur+poon
dcGdyGVBisDZoEb6P8u1M4KSooDGfHa8GdkRVgn90jHfUjWYEP8JkYut1RCs65v13m1H//vkO6Bs
g0PuSAfsf8w9rHfdOlCUBBceuqjoLqoUCWqSzXBIyrE6YXqrHw36242V1d6XqWFdJXKyPua614c+
wISJKwFnDfG3WKn6+DyuzO5O1APCs3Csc4TSpDvTsiwO7grgWCuKk69QTju6zyQUHUhE420zbVw9
EqF+xR/8sA2y8VnXbo0AXC+oZiv4Y3crBDRawBr5SgYtn5AQKq59lazkEKTkzMmc6yfFSbE3Ogij
PtPRPvrEjkpdaeRUhEujp5gsmtS/qKm/6NjHptt6SfE0uIFev6HWi0GUWoklmVGFQfin2na/408r
CUXAfXM2r3RU4pfmNy+Cg9iYPTS6WDmqcpEgVSjJxpVeOSvgU2cOAbOis3IqLt3Zaz4I9flwVkJr
6UiFyz+prZXfSleSi2lIFhJ2Dd61FIS0kbQH3C46457ZDlarlQgzvXg5VJEvX5hIcxkYfXFbFYM4
F6yLwVcEV5Z9ImbDJ26WrOQZHzcQWrTyaMEnmhaslFr5Caz5TJBv3U+MLQBoQzkCbSPbE71p5d3y
lXyrp14e7ZWGaz7BuPoTkuON6l8T0Xzk5iBu2hWoc5ygvQxWyG5acbvsk7zDi5HyIIDjub6cd8E8
v4l4edEyumGCxGFp1Od9oXYzuSm/E7P/X/T8NxTLP5M9j3X1jTGy+lH3/Pwtvyuf7Ln5zSI9HeEd
x13wGTHxB3BO9/WbLVc+1TJtaUFqgcH+oX1a3m+O5ZGTy/pDR9CqIpj+sQzDEr/hclpRdBMSGOnz
bxHnv6xZkVIKC3Ydr8/6+lxezs/Kp+PbQ5Hkrruf5pHRBesVENrlOX6gW9tQzqZwpx29vLmRGPCr
9omryz1bwB1OGJ8hnaN4t7ADho4z/QvOdN0E8gPAy0uDpnVQK0D1we6BTX9+aamngAQcTZ22zlmK
CL/qFnqB0KPGhghh5hFPoQcpcmL9m1lcNBMp2RtXpsnJjIz5y0Ki8Dr3U/fE1RExpdiOSRKVVeNE
Hpcb0ffWxdjESXqT1UvPscgpwpbouhTvxMKa/W6oo+hDwEp3IbQoydOk/FgXIF7dX8Ddn2OMf+rP
n39V10V+ZgUb5K7j/wJEq2SVEWIijhLTcO8nEkZHjtQJYLG1vCN5QemX1DIWMndz49AZQ/pSysYg
UGJOmHcB1qSXRi+y6zSS1sGPAv8bApe1ZaL5F3yztb6SX14pODXZcnww/M+q5P+Ibid+S6hVwM6v
bFymm6z0ygdfwsskPBbStcdr3c3+w5SQE7B07DxdgsY/ZSzo2+U1/dA2Qkc6UQin5+4yj3/BlVs/
L3bhfeQFgQ0EJhoq4V7mL++jW09u4U8ZTEPDDK7uuePZGO1zo5GwWXLiPnKg4s1uozMFUH8hyeO/
+OHr/y9GVuyR+fUtYiIB4WLawO0gnP4vX6mK7bwO5ZO995RrFJcVJzQZRsRBE12aP8eZ00AWF6SU
FBkUolTOlvqBZRYxwfodqQJdZZEJuohQeaN5YcjhYLZMC21NjomKNVNcKh0c8MZ8dAFw924lxQ19
LGKBY6XbJnudFexJV5vZYy3RC1RT5Y8KuxCWSn0oqBq2nTHeo9k0l0SA5RtnFgtNvTWk94k9woS6
dCHVQdfeWyZja4VcBHoAAVT11tW62lHeJlzSbXEwO/MiFQyeN6N2FjJMiC+n7ow1TUZAcQXGCjSj
pP/EtgR6mizqWcXoSXz9hW5wXWtSTqzs3vPyaacMW1iUus7XkaHvq2/l7TFtIyIArN4lyCU22eGx
TGsz0BYjjL1kgtwkY/lhGAW0jYUejPmx2Y09nTqB33h2GZimj1R8M5CWOx6XqWxf0dacK1bYzOdx
48+HXgxR2ERdekrkVB8NpwVbYKsLaHV14ftE/bezLlnrQYJhZmPRI/2iO5WqvpqqnGSNqZUXUP/Z
oXYL986SeOAbbTTh7OrkkMxWdeE5IvkI+iIPhY9/0wKRsGVf7MpOP1fC7va+F40Hc5iXZ6+om7Cs
3eCaHOlul45sxdgsKghe+zF68f3xZplNDcg0SPu+XsOVfV/fs0GRDT6JPwf3pMv53+OiyZJzoilc
hPBy2gbKomMQFUW8wSbQzUwYADss0ukKyRhnLppM+cWdG6B3FMwDc6X0wNj+y1w2JPKSKMyEgpWL
0nUKWspguE+SLCAjzZrphXzN+q2yNsIg5UOcRJ3sW2tip86o0g9LkRsSmBWbMkb/BXEKx0w9vhSk
Rn8YCdVmiWb7n9ydWW/dSnaFfxEDkkWyyNczj5KOZumFkCyL81CcyV+fj24ksdWOjZvHAEEjje7b
1OFQtWvvtb51Y4vidQhx9TkFN3lK9H7tUM7Ndc43it618gdvP6R9dY1c+d1gFLQcvBKvu+RcWiDl
LlASr8F82WtgDGo9xTkyWF6krB7MYzdpl1DFF9wF9U1SuyurQu1JLLLA711CG2795gP19w16/Wnb
q/AqKwManWnkzsDCb1rXIM7paZIir7Gpx7Nk2XoRT8wEcmkWTYRT22ceZdbmcehAJgjY3FesNbq3
oGFsvvQT08PCSFBA+QjXOQYRXzSbvVehFYz7qq9sGv3ed7ZqlJI2iXW8k/11OcIfS+KouR9TYpsC
5t03StjrfJyMNfTcObHCzug+GKM42Qxg5nyaSF+zawyvWT547wLYOCK+0JnnTNYrUkZmkJ4Vnfys
BqTbYlPE4xp44Q5k7W1hetPVYLjZNrWFc+2q/NtYjk84CTjqCc8+1aUR7Exp+xuNZsBjJab6Lgz9
w4Qa9lDAbbwkg5xOTdaLZeE5O06W0TL2RwfJmGHGu2TGHONDdyMGdEXYfiZ8o684eTSXCAYzu6Y5
FOw8S5ebtOkDjBbxfiwYdxgBQlQmqR7q7Xgon9o8Fvs46/ncQH626dh+0hXqrwqrqtbovPIJNFAK
dS9wIMZ7da1xDDWf43I8VX4vkc2wjLngRoFrSHUInaxbZ4lIjmOtJVfuFDhPEYyeHNHckB8L37U2
rhW91F4MxUALb7US5YkVBCkwwJSRAEe5g4F/ZCWRgd/3+WTPcHDjtgavstJNeqyOE1JC6UxGwa0O
AFTtILoOwlZsCklngHlzhHa940SVde10iS2o+U2ARhZhvlHBwFJ0q2RTHTjIIaSO3ByIOLhDckIR
1mgEYOEeTy8qYqygZBbuM0PFz31sRA9AC/XPMpj6s2dm78nkwVqxPYiQvmbfD3EKlAqryZ400U/P
UXfQMPqF4bXP04+KKgyQTIdZps7BGOf7JHdQE4lSnhViQ8a6nX8dO9klm5rH2ALDx2CMnKIiPNAc
NED3tMM+9bwNMcrlAQ7QKXbqaznaYt2PglxvQrXQlGIYh8C+lyWR9oOljF1CkuHRCqaD3+kXZDig
mVyII7RyEetUVaNdMB+6i8Qh4FAM0YC0PJq70/57PtKSDmsgYRlWG0JxGFK0XflUqaB4M5QqH1D9
puvIwjTuCQI3k9ayt5E0O6yMVnzMHRgewgrFzkkwSoRU6GsmTOHeCpW8WLA5Zyp8uslS5hJmhv2d
MYF1TSKASpc4iJIFO1+30/KOoFQqvofRy+8AlcqPwdTOVRM9tDFoKGP0b1TXlesq4cg5Wll7ptVH
Lia5Lzt3IKsFXWI/02Aj+3teR+knytb+StE6XlUl7AHExgMSsly/GWKvrImT0LJZLKQDZpX0PSQ8
T3+Agx4Q7cLg3DXJNgmGzj11QTEHFbXI8Y5V1OXaGkSUk9OfBZuFK7TTwOJ0Q6Fn9EmHVNyNkUTQ
z4Q1zf3tpFS46rUItZDdAtJGLmcwEW5LkX3L2ZzSs+pIbzo6mVDm0mDyWn9kQsYlx2yl60sUkLLY
5V6JH6gcGEvdlbkk0c1PW9YnKGiLDsx5cwWcrUDIjPCVGSd2xWCv64NyNmYvqv7S5hCAyNQZ+G2l
rMVx8gzjbFh98Indy4PvEIb9nVlQX13xmrccYKpyWw9hfrK9eriCI8D9MEfm2AxUwdNQgMXdSbqO
ma0mc8TOaaQG1jGEqRZqtKsyB+dPYI62klHmvenwMnfo3gQxGsCIFyEIGMkHW4bJmqE/7ii8K2ic
k3le3IYWgzFSKhZdjURkWTF53ILMoNGl6d0gVpVZwP0PSaoDQFBItMhN08QPMrFS7SazWgvIgxPc
tGGUbKDSZGtWGf04tbo4C0cYp5RQkRdwwxxVGmbXJKlI2oDrMKTZtvCw7ZyRXVuMjprSP0B49g+M
uJlvOFad7xmt9Xeis9TBbNvKXkBXkIswMsxdZbXjO3eAOq3NgbeKLnZuC1VA8IGUyzaW9VRPg7Hx
J1JXytpkpjtpBuA7GNA3qPHEU1Hq4pVaW6z5r0zvGukia18GOSIzrZDfRd4gsSFmxbqTWX9X0XDj
3JU/ZqpiDORFTxH3jc4lAUBmfJVo9lM9hQxnLEHB2gGx1W0G0yaeq0514lTkI5Fu+GqWbaToreZ6
AgLWUfmtzyob72ITFw+HWKPIdyWusaVBcuAq1tKOQR+UV3vZFHZ8QFXtk5QiW6IMy3RqFrbvA3cz
UG1qZ2Y0tXkByB/SXIqq5KP30E8Tf+OAcNHUkcQH0n7IlEJ0ZqbPoZcvC6fWFsMkiXeynfIe15sG
wy5Qh7KDwmFJ3bvWUJ3sqVsl2SdlPy3iaWyHhVEN3dYRcK5g7lgkLxEjh2TUNPO3vu/rd7Tc43No
pc6eHnR9qpNq/CBO62VIuvoA7A6VAzreYgkvLHx1CKpYWVOVBERdNuYb1NNsP5oqODcODzvyu4dA
VfYD/I5p07fBuc6H8tnoKA7ygWph5ZRt8aY1IRRpS0v1h5yAZnwXTtiTlFTheWNGEWI3A4Ecf2Rl
dqOnWnzF95udy8FEBNHy5zNvpq+x0gxY+iRE2tQ2jvtJBJ+zyvrm0JXdNsNtdtCH2XjpETBxTiiR
AW6r5loZGY600rKZMdKswAaagwJcDLWLPNvx5KLMLNK+BMJSUZBWRchu/+qlmb7S3eYi/IB/BGBt
tyImyH9KLKsgxSh30fBYfDRyaLNruDI7TG2UI5ItNZQKbuJMccdrroEe97IT2CKqTxjBSgTGEmU5
Iv1S+5527XCN0AhHVcwqhxH4MxqMoSGDkUTrXetYjVwxknEyNNBNsWtIJ47Xadp7xhJbsNoGBgSw
fWmV9Zl7/pnrEbM95tw7UdRQUYD9IcYuFm6WLntcBnsNXsvF07MLomUGsYn7FCg1IRFSFJOieiNH
rmesz/dld6V/7w/pJYmRjw2ZzB+I4lGETdnJ+BxEfJUgNFCltQrvCqO64Z0VBelGnaxapqp0s3uu
l5IOAkWGODKHM2oNBn5PYxH2WUj9tRKBS+PIYuSQY+mn8NLYX72QHhLVDtoLGT+mfRgjpaPkpPju
TgX2hR0lXXK0KgTXqhn6e8e29vDyTxVjszsw6bzsaTaufSxrEfHqRf5QTsVAbpXEiIfrHsRZamkC
I14SPUEuAcafW8QzIDEyq2NozdNIxWruod2+GmLLBBc2iHVtiuCFHYchFxaXbVUOzabAnbGyCke+
YRV5LFNHXjmJH78DIqmPWe/1a5vBPyVrvYcOfYe+InnxyQaxt3oaB3uvIsOkoVZ+Cge3n2XFwSOF
rXYsvNY4lVnXv7UTsTzTqOqVLiI2XP6yJNyXTQQJrc5pwMPPMr/BcOoYyoylyyB6nokRsNDscR8b
JweSLcwX4GBRbMbf/7lyFZoI//eVAvIzBOT/H1DERHT6vwtbF295kL59fK/Dn3u88z/zrxavZ/4H
3UnH0U0JpgJuiPlf4lbX/Q8d+aqwbYmMddZ//HeD15wVsQY2UYv+L11OhybSf6Udk5AsZ9eiSz/L
A0XyT7Stv/aiEE576KdNvhlpoGplFf+1XZcFJlEpmhftpriwNoj7YqD38J6cKU+3gSBx6adb85vu
19yT/Z/2oGSn0oVuWzY6WrZ01/tyvVwYzI3gs+1wmQDCM2r/nuAjdpmpi8+jG+rMX1lL/3zRX3uS
/7ooPXfDQCqMhviHB/QnNoZZu33bFVawa5Stneo0CZntOoJjBd2xP1/qC99h/n3ohGFLAImZWRxz
z/qnS+V0N6fSMWF8Uu6fvMnSVjjhLAD1SbKpDBsEbSMZ+c3/X+jq/cM/urzLj3RRUWGNB93/7zpl
G9M2TS+32iVN2wKUp/HeFJN2Qw+HIlkVRI4yo7aukLWrd+zSfyNOf2n/Sv4AU+BesrjpEhuc9aW3
mfQMk1rHUDu/nR9yMpgPbc0JPiE5YBWOuMYZy4XWsTQV3SHVbkn2sXGADiZlcNfUxp102mHrGm3/
zPEvDf4lvv9fDQNf3vcff59p6rDJTJte4ddxRlTYYIpSXe2UG+JpI1xjVduDs3PTblg3s4D1zw9k
HsT8/MLPF3Rt3TVsyQcLgvvLC69V4Kq7pq13QBXoTlrY74wFv8whdMkvkAoVKr6NSYwEI+GvM9ds
fJxxcjwNRZI06z//NeaXz8+l/60LvnPJR0B3/uvnx1yvYDrgJzu8NTBQyyrwikUnzfqgmAMxBK7C
+ETbtXiO2vLDifJmW/fOtK7T0ULy67vhLWQU/RXVcAVrbagCymIRWY8Qtcp9NctGyReUBjKNxphZ
ZC4fHHVWdMpypQF2dntUgagEEY8V/lkamf76558ofm3xyx8/ke46a+eP7/DrF1gytSnIUSR/Ckmw
sZhyVYtV05TDQ1o5ybKQ5fBYeFRgnOoM70pPCfxQaFBOVQtFiClrsydEtH7vDFu7IeQsvYP0p78O
BKKgRY/TOyqk8sUtbAS/dRt/CCOdO3WUy5xsoDBQuvX6kimIeLSQWqOl4Hx77rOOXPfAS+/+/HO/
EF3+9Wsl3gj0BoYuZ/LUz+uN1vU+Up6QLtPstHdaXHT0U7Xln6/y9auZxyb6bIswoP4xbftC/XEx
qrUDr/0OGU7wrM3aSM44+66a7O/uHL7658t9Wa/nHzXPQ415IaMZ9ANr/9MiKmHUhFPF5URWBGcg
OQf+MHrUYuj+shz85ntgYwA6T9IDX8U8Yf359nHEzwNR1+kO41twJuNreIgdPb2bNFUfWhGld5kR
/m1w+WWP+PHzZuCQxTLEEmR+uZuAtzw9bXJSXFAAvqPidNEkJYovEbSMAXAwdMTjSJbWS9LM4rLK
1v72QH93hxnPUZcA9YAHND/wn+6w1s8yKQCiu6qQGm0X5kvLus3xEZuI5M5/fpy/eXt4kuCncM5Q
0fwYMf90sU7EuLaToNqVAGzvLEYRa6C4cltQbSzCtGm+/fl6xq+D4R9LgKB4AhyFC4gb/OWjKGw9
jjinFDud4w7nHbwAJFrKAr+i1RQdMdBQGG8MmgyrUIuZUPuFG51wfyCM68LIjfcF8vhz7kf1e+tU
7XtmlgTLhL1PYHrkaCffasqXP//Rv30ijuMgBeDlxwn16xPBL5Q4JqLKHf4bEiI0KhNfpvnRgxhx
/+dL/e6lR2c1l47gwYll+fVSuRupWvGTKIcq/2yYtXGmi9eTIq/cA8GI+TEUnbP780V/8/sARc1c
KNAKjrTnP+qnl2DqLZWYOVq4AbjHRorcPyPEcnY0VbS/TFh/830J5j62w8UEpfLXxx+OKp1IUd75
TR/mm8yJ41MGFXdNB6u+tI0x7sldbvBstYV96t0s+MsL/7vfytW92ZtIJfaVKdLqk+w1YEe7zCJy
JwPMQrJd6V2TjOT9hdX3u1edM67lekir5l3919tKge7Mi2W2s9izDkMu6kPtTOzNrj6JxwAqSwxc
daoPmvrrI/3NfTYkX5kjuThv7pf3SLkJCea9UzKC1butQGp4Gyo04HjdYO/F08jaFfXmkC5IGObb
I5zj/7J+SwpORCDIDf7tUU+1SxSma5c7K9RpBSPppUXm62vkgJcs0AwwmyYN0n/8KrNi2iYVBiIb
OfsOf36VXYCJuqpZPBnVe/SOcZoxOlW4joh6jzd/vth8E386MP3YLJB70eFzXUdySvv1YiUnJBdQ
HfYAarWrKKseuvqvVepvLoIYgneVAh7i41euZIahxp6ykBUBjQncl5LQVSZGaOj+/GN+82GYOvuO
yRuLLObrnUvRLeKyhR05wAR5TCKsBeASQFZ0icjL1Z8v9ptPw2Qv5SQlPY8jyZejCIjdpGNEXe2o
0M1tFnqRuWLODM8bqfERK7Z247cF48dec97+fOnf3U8L6ZU9/9g5hfDXh6bFVDjNkFe7NHG0FTKX
dy1m1/vzRX6zjDMc8nj5DVz+/7aHe5qu5KDLbKfo8135oK4fJ5Sqh6Dpo02dKMB3kRf8rXj5zWbO
t45AhV/GVvX1ADVZId781M92hMVbjzn2nTl1Qt27oqB7zpT0L09x7pt8/QAEJ1nhWeweHuXgr/cy
AEaZpZNT7GKECs4O8Awz2TjSwk8+BvnAwkB7tfW8/mEqXf+GrA6PYQs59R1JKLH6LBnT3PWxySmg
yke5xS4noH704TsaE2p/sluYRVMWoL93lUdmJ6CyXaHM+p7CpXz680P7zRcAlhRwybz36sbXvUk4
et1YOfQyswRksKCHKFaoJ7QnDCrd9T++1rwwsjGYPCvOnr/eOWm6iFfMhOLW0QKAJP2E5EpDeTr3
Iv75pWjKsz5hPKJy/7INjbiA89Ec092Pjket45vTfRrgFoD6vxQSX7Rwc3WHPNqkzcCK7yB0/LK9
ZxFJ4EzJ+biGWe/TICqjX+CUW3JB9NecvCMb/YZdTNdNOrL5tKPrfMD1SO9qrc9Jr+M9u0GTggqB
afIDeawYuXkkQP6YOL3/+caY82bw6/ptsQZRaesmXnSyrX59CMoaa3sMaYggAAiOZS/KN+YG2gmB
egg+I4qC91YPq/vGVjTjYQghV6lM3GYyVFDtrGAZGnpzqYoGozPh4bdF2nYreI71wYk699K7+bDF
JoDNy3eyY48W8C+LNmKKfz9TSzY106UT6RpSd78Ub25OBkkUzMJIyeFvaUx4lK5i0i9dUmOn8jmx
xYRK22yyO2xK4V2uj3BcqiJWhEB4zV07aBHvXtzAcSrwbI1VvMxbJ0IZ1p5jqRtEeOIcKJxL3WuP
eehtEgf2Ptj6XZWJ70P52pXZd/BZK2vA7WRX9doFbomTgSLOqxZzMmlQGXhDPmymAEl7KjJimWAc
xeOzy9Rd78RiEm+miNZF3FzoRazrcnxAf7eW0a03acvJRkxUvXd5tFejc84ZCe09rHVKL140zXzW
g2eGFrWPCr24Uw1ZUnIUzzHOFWJGbPhDKiM+VdzrvXEkIuUptUOURvl9hkKgy5Hi025xjEvF6UMm
AJx9uWVVv0HUQKLjNA8TUaSlgUHMlD2wHmXprFY6DZqzySDaD4OxqgikRunmrprAXTiTu51SZtOA
Vq+0Kj+TT77oSk5wmgqW6Ltv7ZFIFKIhmVtPFwsSZQDoxPDDd7cm3V5DX2J7zzQQVq3u74GYXzdJ
uooybgWzGx2me6KWGImBSoV7L9GXbgUTJM7uJPPv2gEn6qf9giSAvZ6ES4gEy1gjSgcDD4A6BlFD
svKw/9oOLlJ1WxkMe6zJIkZG2td5po5WoVESeoSc1MSbhMOtU5oHp9R5zJ+TKbBZYIUjcMdv1fXk
2nsJEBMnEBoqC0Nl7TyWBkgZj2bqHNq1KDhVpF77OeKFqVp362TmbuRRTWj+1unoMmTLt6Z4Ju8d
2at5I/N8ZXdhgWxpWqKIlYfY1XeTrl+arES/mEBJIpUkz6+8zLvxHPy8Q44QDo/furfkGQb8Byzu
AcojWjtf3UhizFdtGS6EE69Ho+WtiTdDaeAm1PZThKkX9lsSqqsuYrzqjfDrCasiODkd9K1PgoNV
XtXVscf8PTQoSCBHa7G2H5s5hss8TbXAj4bykuF2XBAcNukvBIYMS4AIh8kgsIYkg4OZ68+96S+D
0j+Hnr9OGYCD52RJOaGYJCbaOQ1mfeuX5iJ02pNZmhc9xpIto2gtRPViJcU3hgSwN0OSG+oVeSa4
mc3sCMntbKOdWrqlwv/ng6gZwgc0R3daF+CK1b/VDZx7uLLLxv+OIWQpy+Ym8NGy6P7FsSVip3AZ
MdWP4gHYZPfo1flO8+r32ta/eQnnJBftECUHsRckp1lvTCJ3VYOUNMTzOn4AslroXbUu8dp7JssH
wB7Q2u6xHQGutthhuBsLMzROLo1npXJnD5loY9U2RB0pcAJ3zbqwvROxD0tLr9fC3Rn6cf42kmY8
toTbRHa1cpv+VBsO0FgAm7xbQoyfsCdXEyrVUiXHNGFZmsVpwLN6ZoFUkcQF1pJ4iSIUzLoH+oHL
LK9ltSHO5ehXza1QsNUK3S1IIIjdFcQ5Gq/2E/bNt0GrRbRoUSeF8eQuQwC+tynykaUai6usKt8H
UqTvQJYdfR2I04+g93SsV3Z6qmT45pLBMlvwBBalXYy2ZNV1cpuNuIt1fKluD2symhLm+4Rtb3XS
CyNAVJ3pocnOHyabpAvVLTqFm8Vp9SU168Ib9du0v0Lbs+CM86Rr6aFuh8vYEFDZok9xpziEhpkk
T4ac0DaK0H6yJ2mgE7D8Eq7Wsayq9BoXWL7xVCOXzEaJkxQZXE89rev7oKvI+rPtwLyOA06uy7Em
YnBZwSHut6pvinc7TGONnEUnWjUSpZk7Anxqp1geSFCSDwY3bqYlwrSwCg8M77DzTaNeD8qA2Y2H
Jb1DOqF9uKUvKA8QQX6XSBenJP/UjcJcwYyb1iHZrBHRf+0SYibMNrCvbwAOtT3Z3BYp8IW8Sk0N
jSA273vkgh8eqquzKD2wnbWO8s5iAvQQChsJgEhDZ296dXdWrja125T9ce/ncYp6T6WQCIjXAA/p
a/eqGKNnBBUm6mwdPD5yYu3TNmsi1z2cDAsdHHlzsqPUu4+U8K9z7K3UDFYOKtqt3HJZNqBRmrK2
p7U24TiP2xIeiS+75gyMwMPw3vrdm6dEom86nD7LoexfawC57+PExReNnY0vFZb3fR0rgKJ0ghKS
OAiAWriVg260r+NbOhcpZJm0e6F+zb6hUBj2zDkEpI+0fPSCjmgau4Xzn3s+rC4zKXlGffiWWf5d
Lfmys5QBfm5NnrXBy1CgO4RBc133mVwQgcp+PY0TEUJA58CxpVFaYGuA+jdgg1+ZE+pzt9CLG03l
9SniFPUUOcmIfM+PDqQUFXtN5PomJ8jkPHoZYpe8aNwXx9KqPTJoXNuaQ1px3z3L0sHukWnhAVLt
R1x19sZvBrHLsO5hwHbvrKF4k02TIecotbumS6p7m7ViVxPIheOyGAR5J1l3lbW6Ra6iLkIC95wO
jbky32kb1ZdQJIrYQSsht2ky94FyZjaGoa0nuokn3Q/XThbfT34Xr1oINAdmZnD2HA3Bao7UiIoA
4ldBEsM6qv0pJBNmgIoaOxgoNiQ7jxvfUKSruzGhn0hBM+SqTde260YfWIc9mdLFcke98ZcIfVAH
sI0Yjea+DypKaDdZ+OhzCrZk8KEH5CGY6smFbDqlwamdkHdJGXbnEPs3wqEItXAw83anyRhBs8Iv
PArL1IjbQb5kdLb72vUxBTPmWsh5Lfgd3nHy+ap4Jmd1QnsEQXaGCTM9VXhi0YdHxvcIo+mnH9jB
g6Y7xfukLj5UNc5aVK9bNKTBBtp2fD1MfnkCnBcCRM6aSC7pOhVL21H8e9ljBcfCvnWjvrxC3KC/
l1U07HIcMYd+0vRb2GPBK9Irc92lWCbHcpgOVocM1atsjiJ9aXS3qunM77hZcRswAVvVOoIOOzef
0C2xYWi5crCaDs2E7zXU2amxz4ZAFUtuVwGweOmUSj74vdY+WQmttgAUL4Ly0c4zzCR6txsac/zm
SooEyACcKJMe+wNORozthAch9wOaIa5H3ExosEmBu+S+Nz1BBjd2dj6YKzKOuvImErB4KHwH7d2I
RyysuhliBeyyxzJksxtQ6i5Vxbu2wqwNwFAA1F7CihP1ssuTZkuyZLz2Kbd3FgfKA7GKuJvs0K6g
OOKn4iU2yxs7F6G2HAkXhMqW+dYm0JvEWBs1geDko6ku2nAm9U5DhthHb0FIREEp7m3yAWmQCy3Z
8/BMtSlatFhBkmUfDg2juw7fy3udfw59wpgXdv135kOkQ2GXT/pTwwKJlsaySbNk8R2ogJchtneS
tHR5p4zMOzZN61KtOri07L5jMQ/ZOt8cwL7XDXlkh77o1KEpLQ3vhk3AvNNnw9nISO6ikjvaVZDu
sgFpFfKiZCMqNuIRQAoSvkpt+WzbDXTedj1NFr/VJvdpSDttY2SORcnfzDsI57jXHiUHuQOMSO7w
8XrJMxI1ggYkgXGIR0k8aVsCRlUzfre1sj1rQ2rtRxj3L7aDZpOpcnwxS7va1q4s71LTJv6WQ9PH
aOXTY9mjK6Y2QRNpppdWWo/I7vKFrvU9gPuBs01oDgjgwsI36mWL9h1PGS3OFyu1rHPr2sEhE61D
RFuC1HnAgr+3R6GD5GCOhlBtEs2xJLn1Ps9ykmArpOqnrLP6a440VXFoG+x+UDrIMDLR+fIQwjS4
TFY8E4sgXmVawc6GcQrCJ2Dhe7OX+sYPxHBfFZq7JTy1W7s2g3xpkuNudYAAgVkxbcyjxr3Dw+WM
KwZLhJOlTuneh3LILsSglGpZmloYbfvGoENQS/E91Ik2s1JR6ytkuhFoXhsTUQYFE7sOanV/RH1u
20mx4u6nJ0snjIuR7zsWSmweWUfsXGrZKB/9Hg9M2FXpqRuREYc+sZ4ALu0AgrqlSubQPS2yVSCB
oQ2YbcFbp/lnqrXGVUll+dB5mKMWjdEFpy6NRLqIkGSymBZINOvWKZ01sdLtBQaZuZvcotib0Aqg
dEXmcfRciX3JCa/KUcyvdjsdq4yfiVqdFtVQOsaidgzYWJZ4Q3/oLl0tzZejVkNUdIWerAjIwjyu
7OxWh3C4tuywRBNTqunIgvU9FF6+nqhWjnUeKAIAuvytGwJeeBmsykLr9k2DVYCclO4URAx+QcMD
u29ksGYWNy7doYhXpSXe466vnvTKHtCMtsYzOZHarvHlo1ESduwmiqIuSfUG7qkkQHLOdh4LDCw5
MYE7srFDEp17NHy5re2ifvRWhpGLk0+JYPZ9AQ2N9t0yYPVb4DFHT8j0HKCNCold88lXDqrwPDU4
7PmPu3wDMkpcJ6QI3Iqkn660cuxZv8iVs9uZ0ln69V2FJqJZJiaYOGiiyFjoJux594unUFTaqukr
/3GIVX3R+iKullEhi00236JaJuPOhiSGAtupdrLqg7VIntn9WMVzMzDuyUCfaL3Acl8whKM5ZAR5
dA5qB1d8Hhz0enpzQ7NaiBoyjkl0w87Ii26JqRXUk1bp1S0FzqeDjv61I8Hx2IUVvrWhepGV905H
oVuC+X2vDdbfPrFBFlXGK9Tx4kawLqzzIJtuZdJg5/f9TWxq0SVscfosyjgYt4HinJ+ZOf2V1uFU
DuqBIoTmZuU12Vl3iFe1HKxLvsqqo+tBbQ8LYkkDH4tUHVcIfKOI3OIWTLKkUeCL0YDjMgVPgGwD
IEjhrSWy+3TEWdJxWDtwmoSpavn5yRNZO38DdDuIY23hr1HbDRDwTP6FYnOdZ2X0EuXA5kKKx5VR
Of4udidCq9Far7UYuDzAthR8TEb+ZTTUazPL50KzOo9xC+Suah4Brg+LRNjtQfd0YGME7LpLw4gg
AhlO5OkbyKpQYjTnIR6zKV+UmuKkIY3S4nMjfLNOAm6A5xPQo7pnYyo4yGSatgXABv2sy+Q5Dya5
jCJhH+PBLxrupcvzsIAUE33ortqAtLYoFfqTcDGG1AG9kizrtSc/M4ttAtqFNSUIL7i3xhXMCeO+
U0jLbVXGmAEgQxkcJnccl6etP9T9Y6QZ5ioIIvg0dXixx8hH9Fs9FENlYMky1XUfCX0TBVW5SnJZ
fVgWtH+eRcnR2AqRL5f5ougg/pIDIvZlbyrSN5ppZ/rS24hmvCmdvn9h9e2uvb4p10lFfgft1+AW
vAkWl3LiQNu6aiNDM9j2fAQWDe07XB/Vos98Oh6KeBWypT0S7tSjH7gSZfT02GPM3hZUA69xXRnX
+cRJnLq8UZh23GmR9LM42UBaja9Hw+elZ1swcztjyK5Rc5vPQWifGTGA4rOLDwTkI4RBs/lE1Nz9
gCuuaRXWvBkYIazQtVcF+ZjXxCRP7znCdSDNw7d6cPVFo+eIWp2gAZcUgjvxi9WInWBr+5Z1sBuX
A8IwhJzTWSSTtjvVTGp3dpG+msTEh7X1lM3vjio8/qekWkFEwUNcqU9DjGBbcYmpwjlQ/7WUArBO
0jg8JzENQKaTt16i5N4AWMzZu+w2HrvoBnsOzgOXDz3JadoVVXI7Nr6gxuNwDYha+cuMAIBVmHst
8I0u3TW6nx1Af2AhaAdLe7BG/g72omeG68Se8VUfs86DQq6IjHFqkjoqOHhzhy+JoEDRS+O0rbbI
TGAA+vpdrAeHsaR+laV/HebToU4axM6cxlgD4asUw7Qj3CPvmM1lAC4Je60mjquO8dBYw33gkz9o
tXOQw5jPTpP4oIHRW/a984atTyOwWQdQFM97E1vXWLSHSgbhmxnF/UIRzA6gnuJD9JDNcH+xVxbp
S5Z2iz7AypcqNt0ODiXzsmqJfy9xFnVYOLQ/pmszDsAn912yKGuOKnL0+xPfjMVX3n6rwd0BaeOb
5gmqlZOCzMeXYy1AXHYrEMTpGnrMApmmttBc46U2MOeBlRevvKXIfiwwOWG9wXEu1qlvXMFQfjLS
Qt8nDkH1QdtoK6MzI5oHyp8dlyEr0pBgm4ItiCuF0MuadFHhNOQw0LvfdklT3Dc64WwLpfjTcE+E
4LXowStDbJEHEjkSsKOXUjWHCqrWqnF9bZW3hbeN9M5eCpWhy4+gVlFJ889KIj7bpQtMe601rnnu
Bf2gQMvHJcf14HHUpxcM0ufANZgpWXKTu3JasLzdZKLH9iojj7aD9TyGjbvEkQKWqgrle5vOBSwJ
ohe9yOMr0lMHGtwp32U7s7HilFpt8uDLB2OefdTpf5J3JsttK+2WfZea449EDwxqQoKNSFF9Z00Q
li2hRyaQaPPpa/HcGtR/oypu3HFNHI5zbEsiwcyv2Xtt7wLyhW9jBhsCEnZ5akoX5Gg1MnAPZ3mY
9TLc1eQ9EZ5RcQjRcb7aHLgXhwPorW9WsYm8rLsVRJwna0Ww1eDO+46RwPVqibe+rZlLjZRsOk3n
L2BBwR2mcY8XsVAHNvwhoT4wrVmt1CdpHPuBAgufZu4t9iknhfjPWjHMHBs64e1cLxFjsKWozgEg
v03gFoS9GuqfIQTcZteB2JqrqVo0khThOBrvp1Ytey4oINV5w9g4VBfTWR6JVin0tL5+zUas8nU5
ViSjeuZHglx7Cxtz7+r4e/K85RNyT9JZa/8Q86K8rZXWdyH+15vAVP0u5qxqsGPN0UPXLfawIeg9
Y/q4WKfWnh9YK3FEVLq/NU4/PVhB8EHJcRlUXx1bhMvJ7JPBLkws6AFEdOswUv4cy+x7dWDH1X7x
ZaHabbeQd6dXeK/1sfJksbNFQdBKOYriVqzli5sOzrls88+eZco2X/iQ4OktklUW4300DfHtdScG
lT6CN5k6FxWIFgZNyXNTpDxTjGtBEWbeoTHstjaRnz9PhbPugzCCcOblbaK72TpqWDS3fRfC4nSy
4Caq1/aMYeUpW3xzMUFN2Rw17iWtdHEBM1FtS5KTYDDF6ztZAnLbexCvOgcksA1wbIsd6WIryK6A
71mnE7l7W2fxX1fwSFldRCjxIj6rtcSCGEdv2M9G8NvpG77zRA/cqSRNTX8hv5NuFIbdQfXdcmcP
mg8T2Tp5fEUfkLHugR+mT8H0sHQUBTwiNbdx+Gca1WsvuYXmtn0Evs4EyLhXmqln/N04rwDx1nmJ
bl1Fc76ZJmd6Whc/yzdZ06X46KKKssFb+2raBTjXxM73Vo+wI5GHhL6qCg6ZdrBkbGqkJTrpV3t5
u14H2PyBiN67dcu0XlnpwW4L99hxvdhXmD6R9raJ37NMWifJQQb/My7JLXFqcnKDoa9wrPHrRJ5v
ZHZCFHc2ki+oqCe7zJ2HbtbNQ0r/cALadhuMY3TO0pDY57GNeFZRc+PRDDE2tfDaodcfndx4Oyf3
kFVBE4wmMrsr8shcb2KsXhQlL2IcX/ruaoe97jBsTmFIl8gA1VFD/blgumaN0gN2owtVr2LySAQR
iwPkaiysXeX78mO1yb9ufGYSUgTdz4xs4zeEvPKxtKZ1G3PjQeJS+QFxf3+iInzRq1Jv+Dkrw8sd
QjBsCML59kTvHJEYPMRKQQ+MrwErcBhvbFHVN6FlnzPpv2M+hX7V4HcuuvFV2jbTd1x9xxjCWeJ3
ntk1cQSS0iwEroh4KSj20mt8h0cgDqpbPLszwMxnRtG0WpwqBFT002WmoocxadJ+HxQW6Y9i8a75
TjmTeT2pi1OnehfGuvi5DjkeioksJRrJmJ2alZ1GOcgzDbQ8ShXGJNln1rYfAu/UNEbQGAzuK3Oa
+HcYSefc5wE40mK1HyXuwG8143LuZURzMxItvQ90GV7/abicGJoeTVoED8vq8rbwdD36WT9eK1z/
rEmj4pKp3PE3KFyI3kNMaMhm4aV8FoNbWKR+4C0skCvBJdNF/wC6nwVMv9Iiehlj8zHTF9gLMKui
NDx3Q6Bg9cB8PYbSb08BYRHLJuwYmnVsOD9MmMubMpzEzTUl481mcLcnS3uKcTHkI/XqZJg7IOH8
7FOk82Whhr3NG0DcD1QvXBWzxzouLN9F5PbPdu91dxnBOUwFYMJk2wVLJcYvYxF6E2cVC6asBByf
yZV/uw+mJktYAS0XNm0hOZz18mfIoR0GXX6lSl+Xfqk0872xrJ7XtXLOkH/US2mTU20X3LmrNYGX
6/JgOlcBaSXbrBxGQLsmJrXCVLb9dy7ArJEC0nyJJpAx6YhL+TCteduyIVNFcNsM0KA3USfLWx0N
yNiqDi8b9r/Cefcwtv7osSK3Cl5te3bKCLkd1DGqF93P5j6t/OnFcjDUdYwybgXZZt2lD1sLr/Ps
B+ymRPh3LbCHmDnvfrJVZtF5WpCXA4piRr9Ydp6Cj7CvyXfAXs4KgAsjOG11L1aWe2/YFYc/olWK
MSwBs4T8DAiA5qwX3HBiSkwz8S1bbinO1yyP54r0s7eakvcHWL745I1mG+cUWIFnhz32mJdKkccV
ZZAjgwEjvXYtNK4o56O9pldmMVI5xzR3nWdV9/puJc0L43eD+5BsEulRjIN6oUQdNPwCwGNuko9X
z0ucLa+tiXADdLLBhOJdv6/RTSmhtCpFuYct0/3SnMasBauJX3G6FbQ3XBejHcb3LtrJiz/mpENG
cZ4e1yVcXmVKvN9hbtb4RC9mOuy7YwV7oA3ZPY9w//QzHkTUgKmA/BlS1v8UGIH181Sqyt57TelR
61uc2pN062dXtFl1xbDmxXaYWHInoupB4UBBccnCiT1GRg6f/HQsXdIcYeXQz1k5joBmRawdR2lz
DokCeSZPZzgoFok+tcnIC6Jxa9PioqWluPWVzYKarZC9Rw2CMLHR6JIqjZyDNE7GRts0NPUzs6Ls
g/0Go4nYUt5+tGfxKXWoTywmSqj4Zf0mlpJCO/ahEBAaNRxSPM1/9DwOd/a6rKfAL8fiHKNlumPS
zT9PdgAg0KscJxpinlXqlhSsNw8m5nsPlXk8ql+Er6aXuAQtGWI82ROcWh6jNECj1IZr9mVbWXkL
ABPB3oThZdr1ARM9QlIFv684KKetQukByoJcMpzaiqC2gii7JoEZzruepT4iHB3x295NC9jOrktV
75AY0xcY/Tey1stvGfsdfJp2+AMz0AmZfbrWb8vBc+BLt3thXGwli7vKICmiCksq9p35tRdu/w6t
kNAWu43ewL0GlHXZQjtfxReS622KeLDsoPZbK9iEmjMLTVDIBU1CYxLXKhv3ZV4ihda+sxWLJTli
OUzv+BwMeHGZelMBAb2QG9cmyzXhs81WZnQjQHsjDKYPRX4TUpgBeTujQZ6sfiq9t4jVRwuB1OWN
6EqfbU8vat5M8hzOU4H3xF17nT4hH4zHM1P25r640gO6KcovcR3XD/HQpjVAGAbWG3jMwx9I9ZLJ
MlyHHfK8NT+hfvbfaEd4CHSgftXOEPwNXDw8OZt45rvrzPEgBiT9KFZCQBRdTA1k1qJcWd4IPjy1
vIowmQt4I1tlPwbcY/HIhzFPoKU63oR2ZCW31zDOib8qUfqgNIjQFk+x3RwZ/s2vFlz8o0C9R6nt
1aCgxbitZx5crgZ0CGGAUZeT6IXqL9enwtfhXzq0uUnkNPDZKAb8NdQGxrrUsSXh6gxoxQ+WG8P2
l2RXya1hQPtRr4DiYbkpR984oZs/cR11kPt7PLg3wTqWxz4Ks/424/PRbGd2R595zaNdsRa8ays+
nasvqz25MJy61Zp9sPbj5cSbubb3s45W6o88oxZjFVfu/1Fljairf0AtSsjd6cSRHyiXR5gYCz7f
gwrH7i66epjaVVf7q1LTZ2veEkluVzPnPV+EfzQmNb12CVXfzLHTPw8QSNnxpeWwL68nc8sFsI/N
stwKPwUk20r11BYtvnBjE7SdEzGIbz/gfzPKFwenbNdLIKKe1wBTywO0fOl/VnVfEwVQ5gHTaRYW
19Efb9LS1MNBQtXnZm2aINquThnU9/kANaAbOnkjwPSQQWuJ02By3gsuOhVseYPZHhA+RIjxwq/w
TGgFOOGL9L72A87Iwricc34qOUREZ7lvFmvxQ10SOeln4G96nu/7bqnSy4z3cjfkPsCTzGYLudh4
xhppeJFI82qGMyAKTU5i2zLCbi067dPaiHrdSMkD55Bf5hE8CqLWcVhmJy2TGx9+Hz9Xzh7slk20
iaBuVZwkbRihW8ZihndnGLsX1Dd8Fq+5IvdQA6aE1yE4pl1sbStK4I5oSYY8G1/7J8mihslHhGbW
sZX/Qq9BEqq2mozaTPq/ay6UbmPD6TwCfrqUTa+nW3bMXFlDgIOm9ZC2U0CUx3iBrjqWCxSozOdR
AZVCgxSxUgLUzH0h8nV+9cQQUDv2XFJgFxHvu2v9TLFlkeUaZTy8Qxmz/M1V5DC+CWsuTCpE5+xN
1Xi/dhPzIEVbvcm1xqNWLja5usP9aJM+F7WgZ4OWu4HZD/4eRf86jrM+OSrgp/FzN9Vbdg7WcYGw
TOxTOHHGTxz/jxAxaEdWCcrhXMa8d3cmta+CspmB5W5Z7MK6IOmQ0MBihYSBeZn/X9gZ7P+L0tAP
cBNgnnCRvP9n64StWOcS9dQyxoeTXzNygSjgMSDwa1rkBqnzHTc3bskhZ2+Q2V9rXZqbfzSb/y1W
6f+XNndknf9vm/tl/d02v/t/87jzF/7D44478F9oWwNcGP9BK0WlPX/r4X/+D9zvNtJR/gC1JVfA
1Tv4vyGmTvQvtPlXixZlhsB1gGpYM6PK+Vv/ilmE+zFiX1yACCGD/47J/R+N+P8pwhU8UrhD4n98
IjEW6X8X4eb+2AJTBRbUQp8yCdx5miZc4E74X4plkcT+Z8VvyCLdj/zQYQkdYBT59y/m4XrHltA6
hyUzrOY0ihazt5wJ0ERjekbhIyr3PVoqYqCwcQ/ZruajivQsN/N5dgrhbUOWOgNUf+U8rUwh3j1C
UlcwaZMP+8HrP7jXFQkzhN2TqcRUpkE5prjGe9CbLFKapnETZiR1kZhpXHGneHnIzIXR+7SxKbfa
w7g6AMjcSuV20gV5RgQ7004mGryH+Hon1id549mHRk6knXQr+pfeZ6RMcBM2rmPNJguBWCsJQaKZ
lADlqzq99fhmfje5iybJ6hX9i5xX65vveLZI/am7Z2yP8zf9ohcgoAP8uWL/Sw98VfsWjFTQk3zq
EV011Ms+WqugIV/ZH9yDNms+JobFNGQxMgTRw1a5QBhZU94nEvzRH8I6YhKg/FFsKm92iF5E2EmR
5mT+fb8ozzkYYsYoGXnPrypGlf3KMzfymXVYMD+8rAfqrUvI/duya6d3VaRQXFonD156gU4LhpfX
4KhIs/5VC0e/ORBZfvKlpqDujRsCbK+XVqLr8vmWcs82T3k6BWQNsGCAtxUiiEukUMuXhbubjGE3
dZkTOR5pGPPYyHtZzL2zscO+Ifhouk5n6qa32q3DkPsMIL2inPMrVna5Es3fzvWWflP0obE3ItLq
I6D4ffFlN7pg4aN/JMBlySwPO+H9FKIlYvCfWlfAl/D/krVKQNRahuOX7jvx4QvVPayrATw+M2XN
QY9q5BIUaeNPiOzZJlJ5jlmp67W4IS5Zz6cI6K9/s6autXz7nY2KgU7P+Vmm0r6piwBGjnbs2toO
fjigTZ+d9dvMK8uEaewqb+MPyxXGPfXBOb2CS5HhlS30LHb0LHlYxnGPRyOxC8W0RAp9Hpx7XB2B
uFnXQf/RQMzrTWCnghssjRGMD9yF+LA9mjy2I+A1tzhV2CFlQPvuu4ztVKIsMT4F0Vh+DH3pNKde
WOV7sARIz9Op8FxkOToiblTlJTnleVOioyWYhXx4G+INw6VqzA9O5glk28FUaUQqqkQR7Nsjo2h4
YfLoZ4TVtl43BVS1kY+gv1DL06o7hQzbhru15aFuH1HFBXzY4jr8E5a4rncsxfngjoLyB0esIHYL
rUtEQPrSs41TJZl5qDkMq3p/lsgCyqVZWEu4zfzlTjXRZ0tjsTy2B3BL7P+iqyFNzKzOi7lABYWT
7a90nfwSRnRZa92wxA1qWTBFtVAoJXLMEP/VPVnIm1jYRtHGO4N1ZwV6vAvykFQDE4lJMfmXCB7n
wOPYULYfT1tWtciYkcn+yhjCQgnqwpSFoCU0vUVMiJcMWJanWs43UoNl2qy2CM+MWaL3iq0yCZoh
Ixbmb759m4FOPilSaV7iBoxegkm0MNvU6yxWU8gPXof5qnvpsnJhjIQ+Dbf9YKY7ESFk2a2Do/9q
qJ/qZuV4A0RQCfORVhXYqXClok7iZbZeO4jV6QH4G9uELHD6HEU/gPs9J+cyHHueSJjAaOHe+bK8
pmRvSJVYJHYcRt5MRrdM2eqtdEayyaNo7h8zjhvrFSk5+aCyg6m0UYgJrgS2OryP7bhE3Co7MyJF
bKJ5mwOrf0Q1tnZIPZAJbohrZjvdpEXD/jQfQ8RNLbSpDRRXtGR+MIYEfa0qiBNClovXiLEvdbpW
w1ecsx3ZCGUFaMV77THGHpWW20X7ClVfqL7QLfJcD0CPp13eyKs0udNIKtY5hvw1DpprJiuVXd8E
OVzYbU69/WmqNLV3gzuWlyZkIAkBMyjhOStP7LtiiusbakmkNWFkmz/RpOVDuzah2lm5a9WcyYRf
JxNnmtlHLurafXFtS/boLwndI2s31zcIEJldB+AQIBZ3jnI37kDCEq0Je5HGmZd3rAK9v7FBEfwK
STV0khINJxEA9Brgw9KFg1tHxmcnQeUBBo2sihnZ1CTbhNe0eYoCCK1Jw7GL0l2XTHxVZpfkvi9+
/lktsf4owJ+2ZKwEfrdxJUt24JVVuq1E6vw2BRMZTnx/CA7xENMEl2U+/YC10YifYS9Oe2sYmxu4
OrV7KrJCxeeW9y5O5MKWbOdjTbodpFvafPaygc6fTGiGhH3N9i/wfUSrmcxQB5JorVDK2WRSR2OE
Atgz2gOOYQKFJNtS7FpS6YIF05bx0NSVDSOiKreLHRV07G5JXPENGsiY79yMjniSVjXwpEkGrgRT
iep2UZyciRoX8o9ZnKbl1uPYh4tBQtujK2OH2Gdkbb+y0Bt+y7ZzpnM7Z8TjzKqLRuqkumt3xHxw
rGHcpAFeOHN3KKHKN7GmAqsdieBkU5AcZN17RJuvJ0JMWgScNcjbLSni1lcGEyNHt5M2DElmZDK7
gDH2uONq6Ekvc6IvwwFd7Qyl/b1PZSRuXLSgAvMu1LgdzoqAV0aX6U8QFK7D6MvMR6/qAecxruye
aV6yaUuWK5zfzgLkxbNR+ISSzCQZH4ycJwTohgEzQ+B5uKp7nJH9yULvwIrMj3Y6QyrCXNyOviaU
WdzLcQ1RVbvNKW298FTTXp5RkpQWI9yyhOmBMuTbap31VVYcx0Kqr2DwMJX2F9h/7Hompg+sQmXU
/0I8Y/3S2O92Ydig8+1PuUdehPLL/AbdlYBE2O9bcj/3HqtgLmBUhHEfHyNV3xCLPZwwSnXXBTV4
wM3Q2OLbD0juJCsICCOVyDVIK5PhppKB5yVgy6of4ysAhySksJWcq63D3CiBzOlXQCbB0TLCs/nR
XWv0b+m4/PqY95JLGai9wP5DouWWwz54ddfw2IzxQzUxP2DzHu5GId2EedO9pUKxtbNhX2eB+9AI
H36hGCmBNiMJ6YZlSZ7tVY8ZPMoHiy5zCGLaUhYLTb6kLB9szrmudYInD4fOmwqrdUOx0jMjD2am
BD1aHXoHBvbwqHdLOfMMR43aOnFhs3qG483QGkwbASwgEwhRY4UcBr+ipuVQt3Zp43FROKrtGCOs
ex6uK5u6s3l58AmhhQ/9zRzaXeIu6AWz2HlvLMTSuq2I7i6MSHHREK24hOHNmCJcOjaCAnFT+cL7
ZlTT3HXElR2h8U7XPcs/by33bdIsC1CbueqvRM9rvqlHol9quePF5BnspXjR9e8gy2B1r8OpCy13
U05cqEjbUTVMoPsw7dz5Jkq3gpkezOxwS56aR+QQnf8R/o51qHLZJ/Fs8SIVg9mHDKQfTTVYR5lh
++1Jj2vMZ0xk+nM3ZtV5nFyWgIZQ1KLonkozuD2VYDUxdg+rBPwH8Zl93SV52gJFotEHkegb+S49
NiDsDBKJDB81lm6cN7CPA3i8Au0/HhjrIqquenGNe9up0fAHw4ZRg0UvcM1csUc0R3N9M0J+ejR0
e+y+2kDerKK0DsqrkiVFpDlKq0/cwcIC7ge7VZs77LE8UIbaZJk4eF2jmWKQv7Ixjf/D3I0M1nFY
n2Ztf1LAoxoQzO+O9CbTQVspSZZZy0vfjs2Q+AZeH+X2+LqIpn4Ea0R1VwE2H90yPQ4Wh8Bod+rH
H6z14vVOtpciBQg1j5KwREQ8nNgpp2kX9btJTkRxZw2KQqt9ERzBFRP7FsQn7cF8lE23K6OG1DvN
+ZJZKEOVexAGdUjRU4wK+Fvb0hQkArUcD2WOdtbxA6KRzH2EBmmbIzg/4xt+Yi/zaKP33zYDKG7t
kloVrI11mFL7wMH97sbFqc36vwB/d2a+Rg6xS9wVduAdQITu4RnWpzVfXyo+Vhha9NnGbroRwbqD
p/kr7pwb6Zrfvud8rbYO5CavLEWtwYfS7RCrYpYFeaiQTeed/+POMzPDJVp2jU8Cz8ATeCHWsN5F
3jzvnTRIn5A+03yEtUZcYzN0HyKjEhnOoIev4cjgKwmynWAJX4MxnBsVrO1+rqW9cWZQtV7zhqlk
vpmCnOn0uEJOMi5RPf3ANH5C6ZARatAMKMs3hYuuoZiC62TLfHkMVQs3J2UTJtE9R9JnHk4vwcjI
dJvl7CmStWhd0oaZqV7I/SDGV6M9bChHkUnUarsaz5DhM790bfU8qvBhKOzHtsdNJWhT9G7smvSu
CIMHQmWtPeEZlFqcBTxvrvNt/BUg+xCJ+BDG7aeG/xgKzWtd8fGKCySGbLV2i4MyJVy8+mzZ8/DJ
IORvEcb9YcTQU9OykxSVFbd8dtLN7Ge/IouQsHh6kAHyvkwPty09n/b9vVXL6dw7hJ+CdLs2Y1P2
TtyYefbC7IMVKt1Tl7rHyCmhStpW/Ht0K8RBoihHpEAo1W5qHdI0Nzbs/LEKQn6udnhvdHyLJoUW
2I32jBa/DZcJfsG810kgrZtReacJgR/5jNEDBV+WIGPc9kqO2zAEad/YJHcyzU9617sEcXWN7kWu
hjT55AucH6EqWevxn/wmEKQvRXLXj/LDVBBZMO3UAvuon9q/HDsPX/0oOnWzvFncMNjVo7VQO1An
nfELD3vDYiJx3ZRUUpwK6JFTmq+23jL7Dg5Dz1vux/lhzgPEzTO2GBJNVQBWs/mVLgvq6DD4M1jW
qRPz3zgI13OnhvvIIfKMMMQ4PluW/ZgFprwQ45DjhFv29Av73sMhCIB0S3xFCL9sLe6czD30MAI2
nWkyRFpRdE+9renuKW3LwfrAfzlvgrnud1GBnacS9dMaZh5XUeV9AJxlt+/Vx3QVL1FYPJqVHL0e
w3IDboD4pb7zthKXBCD8n8zMt4DGsoODuweMuCJy3J9X2nHUiMWK9bYuepo9WOTsjYGiaw9+buSo
+RaRmJu0xn5fhzHfUa/Z1K9WSvIbzix9RD5xRllva+Cr8fzphJ4C0Yt5dcnod3w5Tje5W+J0nvoM
VzfTpChBwhjfN7Vob5t8bj5KlWWfWT6tSYNI+hdP0/gx6rBjS1U8RC2xAa0mVDtr4jtCdraTp+wE
mC0ZIoYR2N2KK5tEvWbar4MsHyt6F6w2USce63z6azd+0sSocWXlDrs+pcgP5jyBpUtUxfClTDAe
ZjDLini+hM2s/FC5/zgiSHzjAb6FmEVKV0vKrgpQQci4Mh+FrM03Ai4eCQIlSHQoH73c2sR65Wgi
J5kI0grv0r5cXPFdAeK9mWuSXJ3h3l1oQyMzs9G2o19GVGgmHIxbeUkMbRp2e7swwwfLssWniwi6
EwPrX74tD9EQlOdOTtgKhktlsuehRB9r0uZzHtW8wY9x0FnzlfbtwwKKoKzwFbW2fEC84n8EyzWN
VjTIHLsXVywz3a4hc5UepMPhf/FzJmWpQ0plQF5qU4zfeSqGk8W8BRMUYdXqNNveR2UNh8nx/IPv
roxJpN7Wts/TquXVdUmiYFkt1f08RtZrjKHfYkOURIyYiPbtEb3MDm/LNERYCRrpPsHupDVesoGb
yyKA2hcZy236jNwh5CQv0l/U3NVmyItH9xpy64z5O/LPmrJWRJt+qC4dUbh9NB4tG0MknarCOJ3x
F8rhLh3nT6b730xpQWXrnljJmXKtZSufWM208oJFBbfc1H5ledftWflf6hyddmy19M6KaQNwh2Hn
1bAUdIQxIRmCmcxqOqnNlEY/1cwWMW7ZJCiruC5O0cOv4cyaiekMIzxiuPGcdLf0ob+5NnH5auuT
+67d+povzU/jObeCr00+pQp30hb3g0fCcNpOzdVHUwAYUAx1sJLftXGHjBk7iIkbmy49RrKyiiOb
PblPc+d6HPRZfsZpxK1m6R1p0AkF1ksVogRO5iycsvNcGvOU1e4NKeH5tFmIE9n67vIdBt28tyJ+
NAhfd2kvMUR4w43jLy/YX1PnOngNE9uf8NHJY2N41YzrM0deDYE9LcGo2CKGTZF3D7MzutZm6lHg
9CEBlSErYmD1dbq9QmOrhDQiZw81jTt2yK7fPrLcHJ49eggvmezUf1GGA2rJB3vrxWjfcqVNEhWZ
QK1PkMtFqOK286dncncTUDwHaY8JgQfrd0yTstUD44sN6MtolzHq3vTNIq4/FN++z3wZh5jr7DgQ
iCnOfCqsmUlXMjNeZxzYroy/pkmWn2tnt+AGGsN1tfCclXOPjn5klZk6IF08R48wHPya+WQjToGb
nVRG8jc59z+iZTmLzFKO3mGNh3fNmO7iV5n1amaiMuf+bfKmP1hRd3HKSXptGzmV1oaxnmODV414
TzDopC+9Hz2x3YiQTdgde1sJTBB364zqWY2fU7QyVbMqZhBL7jF6z+JzNMe0SoPH/APuPLyGckQ/
qOlNhJVuYXcTOegEvwlzNWfZzj+yUvtWRvXWA5p3M8YRxqh6+G5thW12rl5QcB3IY3iHOf+Fscts
MAwcU1rG36tDOdUgjuiVXWE56/UeP7I5RSJ8bbrypi/XU6WMy0axdbaTtpMZv/jGyjvkwEQyvxBJ
T5AI9aCnPCbz1QeHA/O6zP7gnVx3TmjfE8i5rVcazcUlAkcqwA5MujxGAOXBGfSZ3Pth25Wl0pvB
ZT6V1VecBAHXNGatOcdO7p6qsaEAaPufNB7YdjrC+YB/fz30sqm/LSaPYehafNKlid20EsVRrOtt
M+sPYKJEGU456lFwAI9NpeZLy63Sz2zZOwYzANIRnSibGHZsXJSdwb1hbPAse2z/rOzvIGyRUVrb
4z0+oWcsh3yKO2JJCwJ7spG7vI3XJ8GZitrggTHhfaFzukSsyYcrfuotDcXPWLbHEoH2uop74nNQ
Dhn11klHbDmAnS15D++uIhsmi5v3MJrCmx52yYYjVLCikIey1yU6yOpj9ThrBjqmeCYVdsqGmyzg
7XBjOb+Gk2JUZaNyMhVs8CzWx5X7Iehqhy4b1xLG4+op7rB80kh0eHSNfbSzVe/7zn0kWzk6R+Pc
3YdAKcaurF8b35N/de82euMgkyKxtNoXcSfpDSufEWnwm+sZuwLCUHIU5NqgnSCPuNPlvTfO8NA7
mP94CilglBzaDUZORrl+43f3FmkHZu9U8d8IIzldqnX0lyi7mwWRRkCa413D/mTb1AWiJsw8BLIT
ntHZ7ClSdAI7M0jc0uWCGtiu38K0Ic3LdCaJ/bhI4mj+y5o6vg2I6PAZaWYY3evhs1Gdwu4ZR82+
H8aJBX46HRgTEN23pqcwrL/doEZvMR/juP9aKubcXaD1W4dHsNpCaw+BriiHOGNPRx06l9QVuxwz
PUoYE6RbHsiq2eRDtb7TQgCYChpesS6j1vStxTJkOltRsy3ITUNbBmms40r/WoXAV1gS7bzI2Wzn
sVufEWsBprR93zszYGE0hwqp/fACeu5Uie6PCeaM9FBBbcjoXODZpPybaa3QTZr5pqfZ5SlaFZlr
wlwr/Yq1HWkw8xP334ggu68Ohd08y6iNt+jJf68VmWuJCBdyYZDCzwj+WBUV2wCZdVBXLXqwLsYP
Qfw8dS2x7UZkBc9Za249bs1k1RSbvd/XPwRkfJS2TXxT6kYbsLN/h6ngYwW0xs11tTXB0Lw4E01g
Qw7qMS9De5cZPZy8/IrCCVcSkE3pYxhgzAdManjKcDIREtlCnfDQI9JujrtlaNAihGm27/2sfW/p
QrRdfMVZ1Cc96amZbe+kIoLagZBz55e9fexGHtrJSpE7N5He2BHBrru1tTUTVpwI+ymQ6TPYFu+X
3dff+Vz8XtvssQICDI6015tWZ8depMuWqEqF1MKxz0tY/JgGZZRK5z9BKr9wl5R7kUXPiJUkBpGl
ecl0mn2S7fXCevCevPfHuqyD14p0DlLxsGjBIHtjScgbST5jK937aak5B6YOnMOYOu+ydd8ZvOmE
+eYfgw2et1gfgo62cYMT43deot7rMEFzgSF79xeE56hFuR99VLFNGFQXe2brZyMaTvJu/MS61+3A
oxJLYI/fQikfjo+X+zftbP+OipR8wxHYlV+s/PFZHYKgpXWK89sscuEYNGXxLiEq6rJ86tkCJjiU
gcuggcRql3eUvx6efJcP6IaUvxXRZGDdXeEqdSja84qbnMTDfTUyCW3E3hurh3Ed3AeiMxgmAiPZ
h4t7EsFY7xYxg6Vkfqf/F2Vnths5kmXbX2n0OwukkcYBuH0ffJTc5a55ihdCQ4gzaZyN/Pq7mF1o
ZCirI2+9FFDIiHCJbjQ7ds7ea/OMLin8LofWvcbdmK07YjDgzFSJfhq7PllJbwz2ZQDGtaiRg5U+
RuFqctx11ijCJzjSdzJsjjXouhU22C+dksBlCYYBtUMcm0PVFvl33OTlipiOgqPcxSjBOjlalbHX
AZHnXn+siYEO10boqAP6bxhVvRoe+gxHmNkll/AX+mwFi46BvXZukyI+evF8kaq0vvCTZVSDJuqA
rM3eMtfxtllPBqkTMssLEEjd1don+XAYx+lHzkD67CQd/+wSCR419pmo8PeCkprpwviUMU/ZASSz
P0dpM+QCcoQYrFf+wfRq+7INyhv0VJcuoe74yirxonMrxaBrllDEyfBGzkd8CXYNGgooLxrc6278
akcqPtFGHO9K1XD7C6nRaOYKIffI15o7ftb+02WaicmzlphsPIE402/Ld79LiF8D508h4zIrLLcR
ykmm6FMXcE1RlCW1R8SLG6JNWk35TL5WPZvNT9PKypF75HKHTwz6k3EWMklXPhdv0pT3vKH6ME1V
fjZIfzlxGtOWax2kw5XT4lCCF4tHoXW+pGL3ounwhvSSoh7Y4xlFGlQ7lRkevi1lGmwWuLcyHXm3
uq3wO4Ru67zbTQI8xpu84iNoCdZjzEYHp+AFJEsLi33lGevaj7wN/Kgr5Wjj2CXlRzfLJUFlWCd9
5XL1kNScflLU97NInwMpGMLnXrwVgbxgEMjpaUcUrGZR3PdFkFG+knGTp1z+w7RUj3Af9KuBmOyl
cfTrvJDAErtI4lXQC3koi5kiDjUXe/+QTkgI3FTGp2ZWlaLuQnawcoiYZDKVG4O5E7kXviLRGp7a
CRADaXHNC8ZhJGF1pRZuhhHVjDwc586oBE0awWAa50OMApqRTur/8LIEwFWbq/mBp8J2owe66VPc
UNZaCkA/cYlu+VrXJEtxc0pd7qnxtHadqvnwls2nn/U+SXHNtyb/nFkTCIZODOtJVF3MOqLz6LB+
Ntw1jHxj5kHyGZs68dnWMHZFoT7Ltje2HQLWdWG36iCy0Hlm5oQwuZ2ey6Ytruco4vxox4Qd0bav
hjTKifatfL6lvLNXosvliyS6ScKsaJm46PlBRZpUSc+sN2gNmXyHnGSveB7a2zDtCcZym6cwLNlK
GobAMJvcLDk5YNtNsqFGbL1W3O9RBbIwa2wArhgs+M9BtLD6W93QZDVJDWbTp5In90a7Y3i0J4MK
ZpybjeAeRlLqvMPayMUGcdul47P6yNajlzFl2ZWBRZUGbBY+ICOB+p9N8XyZunV9shCnHNyM6U/r
BBfYTcoVm3VyQWYqKzey+kcvVxbzd3AtktNtSzbUe9pbF81ofqVRSK6OEd3Gg9nQ0NM9IyEwDRuE
xOpHozGRs3yX3kThcdfM++jeb3mDqFDyFTAI8z6zghDTvjG0r5mB+yAv2yMUOXEWvKE/sfZHL9T6
Pgp5UbY8gbjYm60gRaMcYH+MPtWoLBK0n6E7Vo846bpNaZBZA+sZLMZobCJBBqvX+XifMYXTSZqi
czOjLBIMzGRXXBkGYzGHvXjc+v1c/bS73lgzQh9wShBGb+V0J7Fo9keu5wPOwADNQMisGz/nrhXZ
9JhhBUtXbKzNhgijaaPmZNw1womvfcIWP1LBGEvGTIaagKhYYqJDzJmqf68dHPYzgbbPfuraX0bd
6jVi4/glGnL9TFc+/eyFKfurtCYvrI0tTW6jkoeUhFCs+YCwngh8xhvs/eFD1v6+Z4E8+omDlVYC
3yBFF5SJ1wVmveYHqIP1GCY4oci5T276rDTorGZMplOui/QcDKikwQ8uyA2cLgsOF0SrDF1C8lVm
Dt9XCRh+m9r4/EC1WWtbA84lXomoUcPOv0pl9W/DlMcXGbXeCo6mfU5HqCDhhHrJ6R6MovNOkAG6
7UA3AkRCSk3hz7YKkSvpiYH6hOo3abt0O1uyD5AfS+Pco054CFDuPBpOwsDVmDR4EIg1nAWzhW4p
dLqz7nVMpi3lzFMcJikSLGG2BDMNIrs2kJDy3iOAOFLczCalnWb8mcwzx1VRlSE3ztgYD6Yzyld3
DpZxVZPb3B3i7KDDmUi0mO1jTVgLeq4hHjASudPMfJDM4fjYFZ26b9qKK5evA9TPEZ5AIqWQr8Ai
KWdgiTXyeUsjo2YQWsY7yT3ddQ2y1VyU6mu7tale3fY9V3q8jitLP074W1dlFwVXBlRbgmbRTWX2
6H9Y6TAcgQ3PejX2OSNWADSr2BE/0MPSiK5LesUiejbHqTs1Id2IqPdv0FAEPXt4ga2gMSa4LFZf
Ovw+c7CNoABcZcTQwJvqlhFqWtXr1BUV6hE9XhLcidS9aF+4sjWrjuvDanISju7GPaieVCuC3mZc
MNN1HGZ3aZKR0EdnCMmYW9K0c64REW1wNka0pQw80Blanol1VN2ZJt07QXoVF1lX19QYsz9eGHU1
cf5g01jR+7NX4cB1yqKXu27KPthK2eGjpsexJnHiRwtWDrmWQN7Cle2JEUS7D83Z/wr9QCEBqhDn
rXwDsiorPIveYm4+NFH83MFUFT+kToclI2Ciss6wZcul3wMjLg/pdk9TwHxkUJKAT5I8elpmIPgm
T2+SuDd31J7UgMhMcI3MwPIkts1nuCXUV6O2IV7aKNAejLDFdl80SAe6RSlUp8mNiXJp35DN80bc
QvLsurXxbKGQcNZuMAevzHvTs+mQe8JeYQZP9HC5DolmOMddZNGzyBdIl9U5VkyPDF1HEo72ofVz
6znWIr6TZYWr3TFHQJv0Dz9pcTbHiFRfeHjBZ2m2j0mC+MGKrZ8ZAv8Lokpd/B5lvupM3HCp1T4R
Vb/FpiU2LqoytbOYaCH7sLP3kTFmzbCJnq9Nuux87Pr0akL08dQuZjvAfS0XVRd2hfRbAIrBvaJt
fjlD5BhIPj2TeXik1fSJ/Wb4Abzr07a64CYhGAUd4QDuxkS7x5Cs3A6wH5wwnTDPdy8UZ97dPNTG
jyC2eg6+AsIBZHufiBqjnM2dn4YP5IfXW0eE0UXZztxR7NaHkwT0DMQ/i9TGzIad3PHIGpXpexaa
+WEcjNe5sL8KDq5LWFkK8s60lHwPkx301ypLIQmO8uBrRG8hfEH8sCD74A0ilMXI38szZr/6maDY
I1a3TdLrQzVMNDEmzGl4YBDJITsOSbJSzJIbhpHcAwFeXnEZnex1k010TGgl0wjQDqSskRhzIuPb
CxkwmAhUdjWlLpodXWAXBmkbg9vqIAAQ3eHJNWx0XuSQMAt7TZlQvmlnnKG59mek/tec6eVn1lrh
KxsL+hlgY+ndSMv0Mo2UupUq4ycWheVW9NsBwgU+yAVh2R2NpMxOvBsUHWmxp6cujqS/cuzQVzPG
+ZCVockVhLdiZXqyfOqlDY6oyY34kWohP4RV80VWbrxzw8IwV0SZkKG4hFnEq9oT03XiVe0GOH78
gminvHZ1bMFoGJvG3/a0P2dwGGDvgChy6eUlN+WpI2R8K6j0zqNdZg+1SFrKI1ey/xZ1gUy41rbe
orrs6CgQbpnE5GqjTzWqF1stVhmpDGiL3EwUdwgc/jedGs+g27Zz3WMD7JEEKltPJ2UW8hCNXqNO
iJs1bJnAasa10FVMI2JM7HYX+ct5FkOp6GgApDg+MC4D3WJTZXwV5eHwkRiaC5df5XbyrujPz5we
g2KHn3Pmjl/KyJPikphLJhvmMJvDjYy9joTf0FaPdVDr25TNU/6wVVHdB2PSPXZaJe2GvL0/7P+C
72GYPAJbcDU29Xas8vK2HZweBIUKy/ITVE+cL1uumxxJCwS0KLLEHC6TDB3EzuysObwsWyUIta8m
bhXcwTBOO6mG+0jkDR6hJtVesMU23RUbF21nuTMSV9j4UIKgOpXtQvJtu8wVl4MucCTFM3lqJ1uX
NMHyoaNnCYAm9p8Qhrmf9PoNjvraqfhK6mZ6QDLISCPuZmiwQZy13U/QOAXnpcHYjXYYLF9v5w2z
RZMT7uvOnSrhb5pkkP4RuhNEHmPwveHHjMG9BIKb5/ed8Pv7JGsY8/sNxyxnDUP+jcOt2zq6eRJO
W+Ttwn6IGy0nUiAN/Om6zrpgPUVMjC6GKLWCW1oUHXcKuvTuxo47pHMYYngtDDTj8Mp8q5K7UpQq
uUj8KBOfiW3IJ6SYOYdguWgks9Ayq7UXou/cNPQATcLYs2liqOdwa7EjctPWOuqDV4JiISVlEVca
fmKn+LTHuD55rRWbiF0NZ9z1UUXjvSeH54uw1NFAVeFnN5VJc5TXdLbdi4xITZbcPGEnUPSL8kPQ
NH90DKBNIemcJDferOeyCSEQAMOUoFG6SEwVdSsX0Z95UcSNN+18mkmEhVqZWV/rurCepVkmTIl1
SjYb8ZcIDJCy5NCBczXlaxYRDid2itYHDdgV3pr6DVGpncBf2BTjJFrMSAkYyXUAaANFUuJG7gZA
Q5d8qaahReR1NrKtIm5H9yGF0E2b1LKTq1z1AlADy0BctpUCFcikaUYPbk8lRJxsLvpjMi8hqIqb
m3tdMkAwrvNkntqLQOSz2o7MS8nfRoPug2JxMnmB4FVDPKtju00vRlv4AJ4YQ9JcLBeKRVrXwXNn
Dx7+cNDjRFbWUc3JjPrQAbuGN+CIcHTESIuthLKbghcAAdSIdZFa2Ddz5lqCjkCeOTB0kqYDU+3K
aO94sOhXs8R69RkU0vN7rj9N6pzgHUXNs03U4PTawWwMUR410VWYRTq5RN4463sKgIpqPA39frGu
DgWVm4cefBM5hSuxXppS7wzOTLEfeGTpGZZoz+I1rA7gcOh26qqC8fOuxt6ydh1iJ2czJg207axC
EveM5JW4GZcEWvTEJUK0NdUpFhCVTk2+oU0dvcYBSmYEkEzFH1lm420Y5irfDEpl81rE6HrPaZo6
05XLBRUwicqiHzROSnzEVZBUUHwr72vwLe08+03jKYqsOq9u4zrOCGc3G3PpaSPJxAXo8C1I15T2
Cc0saj7GghEW1xXJFqh8q9SpnfsFDWfs8WzaWEZr1SLbrExyZ7GIwNDAkehEW+Z5RXydx+wNNIkr
2T+rnCiaDc0WoQ8NpI7pTtko+ThhmT5SHBLIO9PaYQzxMrlEOjwqpG/jRaqHNj85pYNaReILT3Y9
KkzJd4D+da8LojxWaKwDbNV+1H5KNxhgiJg1E3ICaAfg/onf2pcwt5xxQ7t6vEUcrZttGifBeYgc
cr1pUvcRimGCqvA2o7T6OYyRro4WGLMHpNwMz3iWFDCG6ZLeFkdJGNyOwDbzvTdL1JaupBRZD0nc
xHvaSdm07cAiwLyza65SSPC7N937XBGku4hQE1h+SH7QT/mHJgoRleGhk0+KIim60KbREWtsemaw
jdvGc7YDjo3hQirFMQYyikNaoOEf12Fe9SwQjlx3nXbN9Bqjca3Xc2xmwK1J81oiinPd72TVxM4h
JZrP2cHQzKk+DBkS7IXngBYHw+Kf3E9RQZW97tS6C5RVbG0y4T9chLsx5zSI3o3Taf8xMIL+VAkL
KWWe11Z9nnoSTi9Zx1my69rKfXNkYedbCxZRR62XW8OF4ir9wWPSNfPRzH+vJjv5cOAPIRd2DHmD
7MfhXeaz5usgads9sbn2uAWQk+TXCUyjaUvru+9PiJxyD5Gg5g6CWlLYd1Tk7Kr/uXjY/i2v3yn5
aKq2+up+m2p7rX6W913z82d3elPf/+TyeR/MG5okirv2fz5/89a9/fJ/tmWXdNNt/7OZ7n62fd79
3//z39GVy5/8//2P//Hzj3/lYVI//+s/Pyqq8OVfi3BZ/dmcF+BL+9/dfPufTfFWTt//wj/dfPIf
ps2SC3zbF5j67P9x88l/+Lj82G492zQdEkz4kH+6+SR/ybVsgi5sMsww/GH0+6ebz/H+gRcOta6N
M87i78t/x823hE38ycxnEujm+rgJCZLzsNn94b/7c5IYw0Bld/QFULNHWCFal+Yhs/TQ5BbgaNmg
RZP6w4LE+9/G0P81PPRbotDyyTwV4ZtSkrhoO0vWx58+2Rux7kPgoOxsiwKbRmya77ULSnMbARzq
UeW6QXfZ+132sy3wdP1NEMd3cyyfbwvXkbaN44D4NvubjbFzWi6UbopayfPgs88pPJy177bVvsL3
8thNVv7TwcwuNuTb4XHsFEKkrjWd/Z+WCm/gFFXlf1BW3MAq6Nr/+s9vITbLz+EJy3cFr6rN8viW
wDKYoLVqrAvrNJ3l0bSz+MWx+/HQA8tK/uaXZql9+7ZtlzOElilmCnzB3565GqldBqNNkbOEzvDg
h5O/kRj+jVNnC575UEl98/tf768LjF9PSAf3vGktAXK/fs2tHnXXmylTqDkfgXO2+O4u825AxsMg
RO8pck041HNrvv/+g//Vc3Vcl+fLwUWczjfnaAsnCd+SxSi6pMNzhkoTpgdbGzmjfS6cf/Nk/7qa
HZOjXSzBYqQD/eVbBEHTa8p2Bgs5kKGCPAsH2/xuhhBhD3QeDbpsqxSgdvk379G/eMDsILy5eHL5
ReW39aP6jlESzXa45K48DgusLxosc5NH6SfE1OASy5Y8/v7ZfnPlLms28AKceg7OXMfxvr07ejZ7
N0cmvFamNN9R6LFSabT93cf89St0TI+9U3ouf9n1ljjgP20RFD2EjXGCrkfJ9rCiE063DoLGJ51H
Mud//ztZy+L/dSvk8fEx6ATYe3Gm/PppnsF8rRYMRMGNpE/eULjIxi2z38NV7eFZKxedfZfHMY0X
tF4TsqAOxiCNNCYgVcm4sYhLCuzf/1h/fQaeKdglhcVD94X17f3JuNNAfZ6qdY92YjoCyaRy7IJs
PCVJHPzbexEHjsWOaHIieM73D5snE58njAbgY6M8drWZ7GVk0yHC1aRef/+L/XUNLYcbw0WfnWHJ
d/v1cbvsQBTe5IeMSR/sbS6Gi/JFRWr9+8/565sJKIT08ICLFGZ1+e0BdqG1UGQiOHtjOZzSycj3
8zjKTU7LhPasDKIPEx7MQxGi+P+bz/7rfosPlY/08d6z88pve1CHCoKWB78j419Ot54LHjNEN0Gj
JlKRnXolOHp+//v+i+eKasCBVwKH8K8vTU0tz12GjgQiIH1DUHb+xM7rb37/KX/ZdVzTIQyOk4Rt
j2p3+e9/ejXB18zpzG+MY94ybnwH4E9Y+86Bph3kXsdX9xYv799ksFlL8tkvryh7q+dxfV1e1KXG
/vVTidseDHtY8KCwGQPMzpF/gf9W4eCMZ//CIKk0gkjq5+O2rHoW1JS70WcCwP2ipUMVXKZok+yL
rE+Bdf/+gfzxbvzys/FFu4HnAioSXPW+1zM23rVuGjCm4BdDsUyXb9in3KBjbkeDjw3VS4/EGMY3
YRHRrEnnktiQIeI1njPk/QHjOKlpvm99G5/d73+4Pw6Bbz8cgelUPGLZ41zn24MbdDL7qV3M6447
2nPTDcWPGbmdu3WnHOl8WhrmKckNFiZ1ImWgxUgIpMyMZwihjP2MZKS8EL03MP2OBoH8C3nU1mlw
zzL9bvQyJ1RsyZkUrsad0A8YYoORmHO+RlpIgHizz6phMSHhy4Z5hy6pG3djiS9orQyHAtBRE9AF
M9LmaXQ1F8nCKvVFGxI4u0NPlY87JXz+nJhE4NFEzfJDNAV9souWd6sxUzKeVEwXDyVAd0fbjgGF
HZY7USQZ/clR5x+elU/w0ccCKL0u4ohWoc2/mBiDvqmymcFUrG3/iCu9pjOpgExsurnws9fUTfU5
MQEWb3//xXzfnNjVqeMDepwmaUz8768LWucZsz7UbWvjjLAPbSgXQGdTQVT//ecsp8Wv747j2Pz7
wqPch4iBQ+zbPpgu4+sAl8VKONxMAYEZZMdYekLILswEu9y8GAeGEjvsbC4d6BShUZg0aH/xcbWr
tmtsNIKRPLtlpMol3SS+oXO5y7P4ytYCnZ9wyYgZxxTmhilCQoIKWmQ2L168jYsZ23tZ5HvCoPDR
gJltdrT9fswoBFFeMc1cI1EgIUBB8U20Mt/GdrqoGDS9mMzcGhqh2XifOEO5oIWIIPN5mkg9UBjS
97UYEjP/v122xGTHBMu5CENP3dSz8IerJMnSNf1zbAIpmGm0wiRLgFEjq+fAfuBBoXZowYceI06a
HgxQtuHoe7ejauQJxdJawFBwd31smEzFA6NWeyNT7j6OJ5QGnoQiafXW/GxHyaVyFI4wvnRk3K0r
xaYGa9HuDdtGidNy8jQ4kIrhAR9JsApncl9atcRgdVN6a9FcJ8yFn2LaWrVruBcMEo2DWQCHT2WO
+gLr+l3N6OdeiLj46bQ9zqQgrluPyb5sLaLKUr2HUHndM9/HXpP7GFXMtg2+0Ow2WJsMQ76EAwPn
NTlvDPISG1sHOmLMXQ2qshugVPUtgnc87KyTq7IO5cHo7J1LE3jX2No+8vDNczk5zZrskHSf+H1r
rwkHxn0clagAUH9IHBTTD4zqE1fJfgxeGlYUYHJ64lUPsWIFnoOMr9GyXzuzti7GgP5VmYdPshzF
TWOipxpm8WmliKPSBC4Ak3VMX2vyo6ZdQG/cXEWOJ04T3qdjUUh5pwIU5qi6IkwDAwO+FR/WfOnJ
I1SxMihN94PfW9k5D9UHg//7JG39Vd+IcdrT+Eew7TDSWIIkLGJFsjLah5EQO0Vr+VakKEdSOpUb
SBj2Kkrmj2YcqMckfNZ2SOYVA6j+Dl0Jqr0sqPdhUMzZhutbtXcqYMIuC5GGjghauc56nmBqGC59
JKM7oK7tim2J8CHEUdp4D1aUPsQi7KIDlxYcy43JiK4ok3YvAjzOKHmn/Bn0NGLbKpM5O0YUcYwY
IHbB1vZYPQ3AYcR0bHrLmU9R7+oD12yXlzt5HZjjrQh5uA9tIOgdridUq7vYnJ+aVD6l3BxpDYKi
QmhxOdEr2o6c46uRjYsoOESuJDVku7zuLbmdh0B+CqLU0OxUBJFssFbqa4XfahGBRHA3mbytcRrM
2ySnezXD3tgOTuTcDtoyrgFF3FQ5DbMQExhm1fixlNK69ILoXkFSu+2JMfmMB7dA45lfpV37ECQS
fnQhWKbyjUSit8xrcF3jMR5+UO18Bg6HmzaG90bXzks6zR7r2XEuEYJla0SKdzqIro2pKo9orIzn
NJyvpUaHn0XJqzV/NmXy6ENZjkcAY6CADpMJuzHEUOMBXPO6dl/PGJwDl/mjRvSK6xiPvBTXltEi
2pRql5bzo+2h3S9MfYxcTYBCmHOaVo+RgZROTtlXP0l81+I1kOrdjJPHQI5y5br0IIu+9tdtpN/M
wEO0nanpg/ruTtvzAxNQc2e09D8EgvQVvcxyXRH5uEpbTFmssTwOsZ1YdzWZBOuYg5e4TlD2luqQ
jGgXXEYaEXFqXefOxDc0D3qNCvaK8jNf0QelzaNcsRmryThjDcUFVZA9AUSDkUJryoN2Y5OB0bjA
hpnHx+hs6siuziUsDjC3aDs6Gz7/2NnEPmXGqrTTh2hEv6ExuDiNrPGbR7jyc0YMKroXNu8QEajX
Ge7UoBsLKuHkJ0No55LqTTIdq4UDQtGSnxBNGDWmsFg+kah1L7KzykPIe3aF1EytnRJIoII5OWoj
uDDUcM2M2FgPhtD3xJd1a6soH81pOM5e02ybYLlk4LZeCxAVWs2XVBOnuV3YnzXwrdlSG6g8zjYn
nxEw/0uZhQcM4OEeZwLjYqffdg7NIpo5wNultjcROoCtGvz2jK7w0aOjWKwdy+SLKbyHep4ZHbX9
Y9pZO0NGtzn114ouBYJNOd5mqf8R0amnj5xEV0aNFFcZ8UcrIow4gh2xhBO68pqoAOLXShr9WXTC
o/8h4ubA6ME/BJ1drZgHffkGZho+O/niehivHaIPtv5UxZ8dzNljk8tih1s8v3dkB+QqJJXBETFG
PQUJwAS/ygbNrD6Lst2cmXuq5r0agVazJn6KApKGQN+97kEVnWB8+JeNmu4Yc2PoGe6LUl11PXzF
VqcvWte3GHAlg26P/rhC3zPlpCzEuK7moRH0sybUPyimV1bdbMMcpUTcJeeZ3fmuqYc7MNCIOEeN
hJoZbqVPdo3CRSoHKgSXCz9Ad1NHN2kWH2pDXs16uBUxMr6+H87Cyc6Zpx5CplErSdeCkeLwhSAR
hJSaruLIYt8oS1IeelAFUUx6qgFgug0gmwe2sI8khVWUqiMO2RYhTCEEfpvxym+jPUMCHPsCl0nY
6lu7ZPXvGDwvsE++8KJ79aKhhWaMY5wNB+ccxo+zCQ95ZZsgUjB6PTLH/uBmg4GqaUdYaaJCCE7j
j7U4kwYXedO5bqdD1wTzFnnHKxv4AiSYf0BSQqAE41GtCEKlTjGiKysR5snRiPlELteMVvtbsgAD
CPKiWE0ZrEeUDtWqHELM/TPCrbiCUg7WfkdCx5aZ9D72SQhx0CbRGb/LRMBJLkdz3ajibTRIr8zm
8tNMDBTVuAx2fo+Dx2FsWTgxrA4Ch0rqaHIwwge3rK/cPKUpA/RnVQTqLSKwd4Bif53BdwLg5Fib
1G7rjTEZz0AwklNeoF/rVXhmHBsuwH64DNmlmT+EXnQRjtOGiMjtMutOTABLaGdMv+E0LsseuR8i
DNgTmBEJEhny+jMZ4g/XQ0y+PFtgnQ/SbErMQo53OUqE723R8DcK2nCNyK1NFisfs7G7V0uu1Jin
O9mIG58hvzTva+mEsPAxCxC9F3JrG9N+bYEEpdJANojbdhnX0tH4FPlwaJPqOJvGvjFJ3zN6DMut
NHZwUHeDh707rR5JxPhMsaDJTm7pHG2JEtkC4bzHAXY9t+g05iIj6GjGijs+Vj552T0nbFtZW2dw
HCzyDalrfn5D/zQnhWAgtJKAi3VtQ7gIyySk4uTrCKSFjDdtGWKOFOwuvoaY/d0OceUQ27PCtb9H
3Q6fZWzu67rdIoxUO59+2koOS8FjMErqCBXwtHmVE/4nIu/sFLSbXNTbVoV8MTez7uBOuG7KhZxe
5dER8WK5RxLBA+qMEgSAG/xI6PZskQjgqu9sudHBBAMtPc5+eZW5ejgPZfWBvMhYezBfriqfipxq
+tkv6ht0peV1j63kQoqEtwZ/K0kTSMUIfrKn0HhMuJU8RH7w7vaKdpF3OZg1UCLjQRLwjWCZ4sd1
vhJMPFxDba5unvfDhGGMGo/chtHD39Db8ynx4fOgLscT5g2vtNff+g4oSshYF4aO/+COlljFltgh
jEaVjGzgQHDDQ4ZDBY6vR1ujvmV+c+sx4TwjgADeXs0/nNE4NJ0SgM97Ytds744kPOoGcj0wd6ob
I4Nw1aKlpUPqXVKk7adUtrtAg2TyYplvaJpfJyHsE2aAeHEDeVvV6LqaHrG8EV9D2KXe6jBFr3z4
uY6V30K7ZvOnjwSJQj0B0FsibtVnZY+3FmykS+VP9iND9AJ/3uL/C6Np3VsI+AaI6giuuo0hYBDh
rynI/AE3BSqlfksLMoxzdUo4wA71bDDQ59az4bwCHkQvMDux7uYj0QCvZJrCtS0m9jnKEWSm4spj
Wh5uUGGVwM2rD6PL9IFItQ4CQnJdd8Svtgk6NZyeqkiDPRY3Tp3JM7ZIRLK11WDjtvDdEdppEUAg
ZsbMthtucLTiL02Lp3omI8nXbGfsLCuz9rZwPMqrXAIko++xmfvyES46MInavzGjNj6ZZMgcADGK
XZHwNeuKJNEcK9jJHuqdmYWX8Sj2DIaM16Hkg110IUHh8Qb5Y7gvc+Mm9cud307AmbsnxADtepwi
TFYNEiljY3bkA7Tavqq69rbqcY4LDM/2HG4DORG4NpWSw4siJ8Mb3QfeQ4V0BldLc4OB9mUqA9CV
sG0L07psyKvFMOfrTd6P2zRqH53ZIE2mNo+1XxFKH93VVnVX4A9aZXPyag7EHJW8dyC7cMQjMata
cWhkcJhnvfXx3WoTPo7iBsNRDQBas0dVHvahZk8u4pY+xmU+d+h4o7Y8+5Kh9Nr1y+lKNPDH6yG4
RFhyazlltB48FNHmGF4GqtgByIMvAsAgWvz8FpdavdD+RusL3ePy7ioLwTzECS/3VLDKLQZr0HiE
yZ21GvC3WbkghLBOx9HdGejk+nUmx+CRC2N3H5DvSuaqaWB/h7ULwATwcohQG4/mfAamPWV35IZz
TOOTAbwgsyE+1WQy3uqoIkMAn0WLXXvRH9d2Yp9F3pBnbyWdYxxCTc9nHSHd+6STI5+ModAXBqSZ
c2cTmbW3IOE/4YVR1yrxTXBBwHnzXSJ7cRMqA1NAY6FGAfWS51gtROZveKX8emO2Y48003qoBogG
V73svAdXdfGNoKu86aPpehbhQ+BPtxYdfqSRkAIxobHfweGdsNPM10j0sBLUIj240QT2haiwNN8h
KO5eNQ+IFdaCxQ8xzkROPNxKURC8ST/LAD1oEsKFWPhBO6haS35urTHJcHnO5/5GRAEYjpKIxGYk
fCqQ1/jqaX1MVXrC5gfiLArbkHjoNLuOU7WtUlybaWWuwXUjc66d9xoA+LYQ4XiZMyRmb69wIROL
JdcmUgZwaQ2nTDNGh9lOo23parCbS4pfPzxnCTaFtjb7h8YTr6WvnjwPi46Zl7TCVey9g3Q2uHOE
1oox1XxMAsROqRc/x5lEPm01JuYi9pJV3son8ubzewB0L6LghWVtIG/O+J0cA3wWob04eAfoydic
ys6ncWBx8YyQSS1Jlmi2ovLCawdyjuu7pLevu7lKNuiLwyPj9fcKZew+ImnpntCZYrjqdV++cS+L
3nFP+zc5gTU79PI5tkp8SnOi12RKQ4tqxvGOBuVmivxDPLrzDVKbam000bSvepf9LLW4ScHB/3/s
nUlz40i2pf9LrxtpDse86A1JcCZFTZRCG5ikiMA8z/j170Nklr2QMl+EZW+7N2VVGVkBgnQ4/N57
zneOBCIY9zzgr3VFKDqn+ZvMqSK0ck4eu1E2KI8UwnRcPQY792NTTTtei2RW8WJ9KFJqvGSaootl
tePeIgEHoaCyt1Xr4mvRk87vcMjnQOvAcqarYiLqnTi01W5d2+Ixyano2yAO3D5oUqgUNBDMMDXu
Vd/nFlBOTwsmmTvS6pzVYJj9pcDy/m7bEF4M8iWvbWJoi6TRr6Uq7EMQpgkp4wrncGOIToQ8dBwl
mKKTQi/Qnw0Dsml5sKuuJSnbwBzY1y5sJ4b4pNRFVn3iZ2GC1levTLaTVWUUt32Z969FQPeJJ2ad
Dk5Jr00PDoxH4BCURbrrsqYlOiVJcfN4xTYvjO4RhSvovcoxn6XaSLfkEL3kKEUcBYgIpATk0saY
QVwLZzQ0QXWhl6PcaplpLzF7mh2JMfZKjNO9ifAI+iROzUnUAFQS5sIhIM6FBZJogV3vuR/775GW
rUdbQ07PWXGZtFK6YaARtg3tItqMXWnm934lUgWAi4lTk1joHldJJx51AyO9lAWWXt+JvtAkGWmo
mFhNGNCrBxkOYuPYkv6ZMrYISdvLqHGShgqfgKrwMvzgAodOWQ3dmmghLOqFgYwn7TEwEK2q7PLR
jM5Vip0+9HWlh+c75uscMAPBYb5/b+HqOmVRe1RSiQCWgPUvSRMGX7Iae/1CrXvoJLDnXmUQV+sZ
IP7NhljKkEAbwGf6YfXqOFGgHwHY6C5zdMybmOvV92LuNFMvwYHNvZaDCs+Ory9R7UcsyBEUNWEf
8chxkehqU1sXU9vRQLIteOdsabpi3aL/JBN10eosyO0Ioc5cKnSteb57oyUBNXJeURRDdiFlO3A4
cdt+4e3VIKxypIENivRJ0Nvdqw2xa9+apu94epu28lDtEyb6ggSw6p81Ijo0sqCQab45kjDNo5ga
M9z1aVv7rmCscIWt82MqAY4b2TaP1yKSdoFDjuwcwFac+hvO2kLdlGChjB3vCjOnBMLuci9S3XyD
YgbWioLf31o/xglVGdfRjuPpqHOgyOoteWSFfZt0HPL2utNZGsnpdQyEA7vNU24mLKosNvkHQzdo
QKjh9v5ohFg4UgM5EMYVjK2mARKWg05IN2TZ9KyV+nBJyGmo1lorwIV0nYkrzAhIgm7pO9LPnlPo
3tCVi2WaCjv/1kil1m/GztRTNzJSUDaYFYW/Kv1eGdbVkLfllrZ8SmBZYArFZXiZgqexIfsurK5w
4r0Weo3tRnRVV2SqrSi3N+qk3I76QEfWLt9AhG402W+cvriDpNE/5xHtZ0d9V/qIRmF9U4He6Cpy
KhcI1y88muW2o8V8O9FuXZH8qR74tb8EnGqDrv1mN4LsQqufvtTQt3WbbuRYI4OPJ3p3VFz0G1xC
OfpVM/TmaoxouMxFfAAkp7AoNV+qoK/8pTAVxkZ+ra6p4r05Y3eKl0DfQsfedkr/glbTPOdmh9PK
AWPb+eUN/xf9npZ5/IB/wrgKbC3b1hgw78J3AjNnkYeJ0I4SKmgXCcEe+5zPuohiy+Ynpk3pQoLA
urcg6MlJNrpocvO2TxLbWkUOOmx/qMxxU+ukkyyyYhx4RMwy1Y4ttu83GLgEQMYRnI59WWOBptcw
j1vXKhxFZJ11SEGvk2ZkE8IA3XuRWxrlCXUjYfa6TBy0zvaoH8MyGnO3LGyDVKaqCDMXlJBpHTIw
OQmhUpK0dRaMXa+1rhvEgXgwxbjx2s4ytzIPFcvVFSQGXjYZ2OI7X5iHvhAaERc9zYmt2uGXwiTY
8LlJmkM2hmaEKSxqDr8HZ9HI+JYT8+A/NMmYaMd4EGwFZqfwnyO7kL0QInealVbUgOAgHx8rEmmb
9ZA5dbAODB0Rdu4RpESOWpxrx1RFIH6PdaxSD2BN6mQrwgR2qZ0acVEu/twmOjtq05cOL1J40Wst
Sk9EXMzM374lJWmhFX4N9sFMBekLZiHDLX+zN3vA0EerQKbpZlblja9XVFhk6417A2jZu63H9Q1r
eGrWVQdg0dUQKvTX1skcV8N/HmJkDYCBKZSBCSkp3iUWRbVFRwa3cuqvZVOrNi7a2gHezfTS59x5
nkhL3jGL++5Y0xOvVIosDuCHstLGGzbv5hDq5iHrbCC+gWNukCvMyo+eXo5mNDg+8TYFU5Ava6XS
iWV3OBtler8LagUE0Tx8x2mDNc4wW+1ra0fKmpm59+xlslbntlrwnNZh0K/rHlESVT6C+y0taM6W
XdWMx6wqAg51MPu2Rq2Vh8TSaAQFCZykFLviVqINpuhyIoMyJPNcL4/HCErKyMk9rbP6YR6rrFuH
l/RQzblkmWZn76WCwretjKMPSvpt8NXxVlEdedvV6HI3Pf6dJeJkfzcJcd/KDM2PIcI18gyTRk5i
4cBOYKmNpQN4x2/lPmSLKPcDBdlGtsm3xAduHTteeS8rSVVDQ07nTkak90NeYSz0+/uA8clLHGb9
bKeuVw1pIzjDDXIGRY4b2R3DgtPsSHtrqoS+nWoNRKTqDReITv3FYt0tHanBF5tw9DOplW8JXQQG
Z1YjV0w4sNAyaL0GsZbfxqr1rIEoW/U4cl2M5R76c9BKLoC0S4qpkZ0BeKGFE+M0y8tp1jf2DRFS
PbYH2tkzPTFmOlnH3Y7g6mRjm7HzhluSbKyuz49qn9VnDTTRwqJDSfWNkRzTBbtdGVxV4WkHC2tu
hbfTReq3s0JvOI4DMT+8MZqz01jAI3yI3Cm/9qsFXhDJdSlHFxvV3CONtA7GVuuTFGuUHjGplkai
tRL42JmcrFTdOk5ZYXFvjq+lFUc9Un9FUvZjDnQY3D0H+tg89/CyN6ombhX+ppOmTuZNqzEZ4oBB
Ki+ZiIqzIqQ6PvccRda1knVfdaOsb7MpqC9K1e7xJ9A3AmVrbWko0LUyKo1GkRoZOlTAfNK+BCWc
BqIfQXWQ1nuudQhblYUOYGEjrpwzwKN4k8IQcE2EOjALsF6/BJ5pr5UASilM78FnBFsU7Kt2i5Cr
wOXdB7JBcyYPJAiaG9UxyYMJ4Gkv+8IQdPd7/OxdZdtgcG1rTj6jHEBRuWEg6TDUCzy5CcApAf1T
MNz7fTatJ12UJ1/pqjdrjHAUx923VuAooFaa8O21/tLKvSZcafjNdlmaD7sSjO/CiB3jgC8G8tkk
jI1e9iRuNJOn3w7S6r8UWKCcldeV40k6wrjL/J6TR1WANJ0y+0wDx4Zn7G07YyLHbQJsK2BvFGK4
QxOiPIxm1txWTMU4voY55hoQFBwDo3UJh+2pVo25cvMMjAAGKxEPX27deSEKADuPkp1TdQ469dYj
p8eiQxc6q8gW+Z5Hdhfj8/uCmo6utk/vUURmdavoxH4GHPupaOsovm+1Xn3uDemfyXEm0ACwPn0c
U97IwbnG5txfVdM02rSGGq4ELgo8tBzaHQ741Ha13MakJ228IG4vU9ECg0kxvTKvdL5pvVd/TePs
WxLBzajKFkd3JK1zmetlvShaFKhW3XIdZnoMuwegTKiC7F4GHGyiZD9a9RozKvnQqrGGX78dwNPt
DBOPIPkTeyl7YiosaLOYz77UIDdchCSPaRq/Gw0yk5yodHWcITOZOOaGA9qhm9ALehJErACZECEM
Spu1AvTgC9PgZIWJsMC9VA/HmGq8xrcU3NEKJ00W+EXHybmzcSCt8ppyQmln3jKy232Oc51W00jJ
7KfKGBzqqgzXTgf2Dp1Hww/Bnuj0Di9g0AK42qb7SUD0i9lEXdwa6kwRR0qFacJv9QdLRG8perG1
Yas+NLze5eylPjZqvKXVHu1TZ3wpSIxwbb6bbwSMMbnW+hDPrzY+TnbRq4si7JEMpvUEVycc7GCv
4Jt98lIvnY2Wc7R7qEbslV1aA97zKAzanjcZ7sZMOSQKZTU5KcrDAJV/L9t+JKu14pUWkEXs0E2j
CT/UN3Vp01CykmrJmDg4gJvCiYdQ82wDeHB12s6jbosNPUWKEMouMDcayj+nE8uoTIuHUCjIldhU
3SxJjXXOW3ANpTlyRwXER0Hv5eSrJr1gAdArC9V6qdaWc2gyIBCB4Rt3wsO0C5iofCS4q3+FChc/
KyachpGI2rEVkny3PD/SxV6KpnoJWyO9tK3hHMwoDfdSNYAsVUr96Nm6eqhKYR9zvyy/0jwWh1Ap
/QNecXjXWtiiV47EjSVsxXPZz5g6MCZj6OODU2yidFuMiAgdez4z5jBGB1zb7phkzlpKxWiYWxjN
pTUz5WyHjC18Cv+HQinsCxY/dnaVXpj0yX0lGCzByy6LV1urs2Od8Dpc12OXb62CZPJQH6Nlg7Xy
zWmY8ieIqrHmmWzPqTyYA6XXaaTNfeeDP4qYbviluuxo9e4VfJQM9oqQCVDeuR4chpUHPGtDz0Td
Wz1klMDjDrIKAVaEMTZbx0ld782B+IlFNWL1yWPgKwy585eRnWbY8lQ791DWEx9yOcHHgVXXI5NM
Jd+OA67WNEwad0Sutk1BZLloE3jaQqOqnjywFQ29D6Dwq07MuSN07sQBYIS+9+mpyKXWltaj7kvx
PbBHZ9tUnMm6MdDFY2GY9W2v68pjFrbyVAHw3cN3f4pKOz0NlFi3WmRU+9Qz8zslHQk9IItS25lW
2Va00eVEjh7DMZI4Oip7MWDTTQwgaRSGYtHRxs93iZmxy5udr9K/9qtOXykNCW+m2ZACCEgqex+1
LGhdR07eY1A28XcoKA4zFYV3gW0zaWgawbKpHUzEpOXkghhQ+D0PEhMlEPCKRuQqzEuDM7BaH5q6
jjdsaDMu2pjQgFE39kh+LXVdA66nnzAh5DTpMMdjm1+UgGrhIe3Z/cwRZRzWZs2+KWnowUGb1Eq9
6mgqODxFpr+3s4zg1QaD/VZmNBpEkQJpGoKckYc+dGAE8RLjZFf11v8mGniusbSQaRWQKgDLq29a
3Zf7xpnYH2B1MsXQpmPhMAP0ky475b3iPclpesMObTORZ/YdG+xjfRge49gagEAJ8FiFgt8qMOcq
GTyfbve7RhDkXDrRCUjVl5BFTjdxCOUyJAsJYRIBBlimYgqbokihISR1dmOgmPJdRGjsepy2t6qn
lLjnQzpLwM/LpS+9nPDuFPSpOaY592QqxAko0IY603qnjReuqzLbgJ/uXTKn61MSdUAkZ3IjlQHt
QtAwM3qd9V8ZzjoYq3QnKRqWEHPfHctH5ICYcpOWavMUKapPyKBHdGbSlBU8B8JHAIXIFcWushjL
wb/wfaMjQo93iIeINOKMAJz1hBFnHQcjzeOJH0kJmmI1McVQDg7Yu4cup/ZcmWlvq/xhdiJIY7oA
n9Doyo++Mu3ZV5nRWkyPOUHR9GI+qjMMWqQsPtsdwiba1X7GGZ0/E27NJs0AOS0FHTMkKhQk/rYz
NWJfDdF3ro+wZE37T2mXWa/f9YwZ11gomA9ZOiKswXjpNMNQePnPq08a1pYKq3mesrDfqlqRcHCw
M8AitVI8a60xG99z3XquDAWtoFWN6anxjOjQi4HPwaHPY+ZFvey3ZPoqXX0baLQ06wRyECEL+bQL
acD+VnT5N8klKh1TCLxaNrWv/Un+nRPPpsPr+ktOP9nVOCz71ISvQ2MeUY/OEYE9a646G8vbjb1N
asiIXGxlNnWFQcahCt72WFZZsXjSweOP43BxmEhyGosGeDgTyTJyVSRNoHxLm5HhTNzmaf+nfvhf
Gfv+Xwzx05C1/8+2v0XVZt/Cn11/87//l+tPNf5A2KtrpkDqaWBf+U+Gn6rqf4CTYEHgn2F52GiC
/+P6+wMPmC4Q7js6G7Gu8kf/cf39gXobEyEiYQ3vFjLWf+P6+yykdyi30IJriE5x4Gl/EwNPpHcF
utqnO0YaQP78RwWEh+t7GUw6Z7wi/ENXGh0pOyFJxDsLq/x2morz6EQvP31liPg+298+WST+/CS0
liXdZ54W/ZPHp60DvGjENe2KuN/hrJ0b5nr4xcBJ+5vH8R9vmu9Qos23dI2vmsf1J88CpFVNBFgJ
eQV4T8CDXTnI4+DxgtKqQF0XHuOx2O+TMzsss/0why6DyHA9SfpEIGic34i/9XkRFD/J8ueb1/kZ
VKlJdPCsko+fiFMlye+Go2ybknFYOJIp4m1tR83uuzQmCjqYDnHbRKsK9TjJM/hCEYej8z84OPk3
Kr3zA+U8WlrCse/YLF79elym5a5L6jUwt3Udct5yolccvyodPzOov3pTqQMmT5l0oIzSmw0Wq2bb
lpKOAziaUjGf2ik13WmO/GjTPW1AcO2PLX5qImaU4eyRpDcxNDnp0c4hvuK7KnvrolM3v0kJ8U1E
59ZTKghsdIhbfzqKQQDAg7OXRg/tcAics0/kuQvBeKfY0f2U0XJC+EZ/LJnOeddyYGq8t5w6f+yS
7l5Vh+ag50p5sVOAPfgyzUtQVtFpNANm0x0i5mAiKVcE1fgWTFPylIcWhyqQ0hwKiAjIYeuU6ak0
JzSZvJ5seNDjmFJ0epzRe3R5QqNNZ5knk25nDkgqocw/S9ucvdjthf34sdcC3WUmBDUisshKjEZM
BctU8mLj6JmvsrQuGQoGlWsEg72E7+QdrIrAHPYBbCj0zif636W5tLtErLtkeok830DmXHrZtu+Z
KCp9T0SMrPdZK8ZbNLVPucyNZVuJfaUXykmppq8AqPyzBd/J9QMHHAk6W8VIiX8oi4jhC09yNKrD
Br1wTguec7OZBEycGYwu7Qq+Y+rHSETD1FwWzhxdMiMcc626qRPS6Mif3BAt9R45xVlLeTAm43Gc
1H0m9B3tFkqKNH3BrHetguYZ5Ju+pMAbF/ZoQrIz+3CbpeB7fAHklJe6esB4BDadgTqRYZnYjiIF
hUBTkFYEoDCa1+UpbuJs6bX1gx+UhN0ZSnD05BTd5ZovH5tEpdUV+MrFSUFTQ37DPFUrvb239Aqt
pCfrG0wNFmB0oJ/oaIX2UvuRc/ChMe/5L7QMbc8KdgEHh6/RpPhPaql7dxrYenKAc2N8g9Qpz1ok
ghtHVAZFiSQxhoMIYFJT4UuzEMfdO11AfZ0AiMJYogIyLJgbOyn5xG4xyGyXZEV3gWA77BwTiHVj
JMW+UWt711igu3tf6e/wGk/pimCyknZiGL9m6JO/w0f1tj1tFEz92btsVfMJl3j1SmRXdukcv9+1
U2De9YPfn9IaMXcoquSSxkp3alN/8hc9adMHznTOsS6sfDPSXNCWRSVt42yPVUNZKMbHogy1C7z1
7mREI4BCv3+Pa0YNNLfT/lsitZPZZsH9VKjgF0vS4chzpbNfQxkiYKnSlYVmFM17aYivnOWL10w0
r8ZQ3CjCDg924QYwgjdRiViwTLuwITOPhJL6JevZu0Cvu4XDgGRKh2uc6t62UtvhyRrUfdNJ6zJl
T+b87xcTIc0tzS8lORTJrEkq6kdNhdDEnHaL8MklT+qk4lzQfdRUizFEvkZAH6kIXV+ubP1ltEax
afTyK18Jc9kWSI7nt26io6sp7O3Yc7IO+5i866Zay4Fqp9l35bDGPTFlzY3XTVsN6CtpfNVSsCZR
jnIwe/BEcZDpxqCeZadlItDpb4nXtAxIHTQ34Uod1iqAKwbgcm8T2DTF6lNBnjcatDQkVkYJll7f
7dqeVEgflekwrQso1X1graZ83RdPZXeA+z4rztFB41qwJCkcIKuM9r3tM2vRxQ2Nf+WhZCsBgdLT
7rIgFiLfb7v2JIHGRBHVUrzyUYdWQbUsjdcAqHveBltfZMFWmgXh2AjgEEQsI2Y16KYzyZAAasfU
lsyWi62vtdtJuweNAJlOQeL5XYmVwB3JW/VLWqDssJ1oDz4Jdj1GAy/0Lq1ebbC9OFhgqjWRlqtu
QhduspM3KZ8kC02YsMUSgaYbOSn9dRwyszKHMRXTikUobn1ypRyNVo05v2mmaZOMDxYbWhvdRIV+
SATPXPeQBOGbZn8zcywMCRBV2t5hsfICht7DCXTVvTKgBIPdSxMdH2IgmUkwfj8N4P8GH7Zi7qXf
cGNny8IkM83otXOVqQc2kN/Y/37AGj6/y7HnGngvbZKKkYF/fJerlhp0hpHHu3BoF10ecnSC0K57
yapk68BJdKUgrpZGrrh+vCdxXLqNbj/LsYZ8Mmw4Ma5rRriuo+b+ruk3DOpHN02z+BzkA0INQASF
X65UvMCrXij5Hc1+9dJm9DJrRX8jAO+mnAhpyCP12UPWRocBKL5UtyReQNDWy3Vt1o+RgtQUQB3P
VFARjmMgVXBIG8EQ3N2StYMOw7KX2CPL1SDtM+A66faal18rJp8hqy77ImsFdkmU70cteBBjW62N
qHtSOn1JRhIGUDTgDF/u1QkZOV2p4ARc/uSgj4bzAEo2QHOAMQTrWbxXW2Vtq729jVQivAp6xkuo
LiN40PaRdxeNeWoZF6Wwes9agV+YxTc9oNpKa+z1ON+6NZWoqlErJAZJWJ1z15dtvSjxtS3KOmFP
6BYc7oBLKsGXJlGOhMgtAno/qcFZZRidM54m4oWKR0EST9DSlZaMW30BBOLdlIi1JyX0tvT28l2b
F8XKFySoDbWzrXO55aD63I3NTRjLb3E00mQ2TKyfI8MEAgWXfYm4W9BaXjCY3RYZr0LaW48+r+hK
1G+KR2pOXeZzuOALGZAALkt70TcQh+vJWaUtre8UE8miMv30aLT+M+FFYtPVxiwPoqFV1ThgdJtB
dUWHLQvLc+3baHrx5LtsHOgbau+CxJwcMp1/ITevlsoCcSA2uiJM7SvNmdqVY/QicyHJtDEx0mbj
xnIKDr2T1qz45olO7SyQ+rmUe4JCzWXZZ89G0b0WtYU0v0rfBqGWa4I8klnqvcy61rUdwqAKa2BX
0RDgyOMo5KZXIDOWYnCzchdZ5buuQIyOx9tEFS4jJfa+IFo0AbotOhN7JWW6wsvrEKgY/ixPrBDV
3DFdumV40RAAoOyJZDkL4iX0vGENEMooOiZwDgAe+Fx3U6SStRYy5RuSrZPIq5xCDDXmifIAbQcv
rCF6stGr1eo9Iv2dP3z1A3lM5LAsoBMlHcI+TOLMUpvsTejTyuiqne1VJ873buHHwEmBjwXBzkL8
Qy2BOI5x6bQw6CfZ6KEGJn9ttoJu5MqScOZWLHHrLc0UwahrDyC1VBwvwy1t+KtNbCX6V8fPUYit
6X1tdOObRWqQNpDJdLINGgbtRsPkwNngWCC6NIPzHHSAoHPsesoXvBwTklTeXsOLX28YZaGUb49t
eRMX3TpHDDKVL4Y9vurBa9F+VYifa4lPmIUd0ddGEbSBL776WDVI9eHvCnmBr7kaCshnSrEFZNT7
qNlpWQXfB6xVwMeL5mvY03klSTyF8y27tV0wa7j7QapyVLdnllOweADj62ZzTlP2H7VZEcE8z9SW
83tDaqarODx1L8mwsvCzAJHcN4yH+HadergbdB5Rjiphfy5y+JAJ3zAKvypHKuIEZ4U4RSkOOu9N
DHTYePR9KJyVwvkr4kAf+6zaLl2DVkK0x6Zj3mrlu5Ey4dXwW6Jenfh74DrZ0LZk15HsYLsjmWHS
XDYVYK7GwxGETA1Pl2x4FGHglTp8vHqroyN3sAjHEZpYeWfQTq1wrlm52zEONIti09P+HzQY2mW3
LvD51IkPZ/kZCQOhoe7kkE/CCkwI4myHfjs6CD9p4MUVJ3M5on577fwK1L6CiVocu8ne+zkP/aYU
1dXEVmZn+kki3BRq5w4o7QxxHNNZl1wdyB3nscpXdaVsp053p8g1dPNOz52FblRHqFR7MnRWpnkw
A1Bgtn7KiBwx9ZtIvjBZQyqkrkgVvMWHcnKqV5T5Pm22yX83cns9UyeGepUNDk08rEoMfyzv3CTt
RsJyQ+qApDfly1tWLaGqpYEUhR4KafdAJziaFmcSBlyIymKTxuEtCsvboIkfQpS3kP1mJmVLHSF8
H0dcAzlNC8Z13HWnnpwz+BecTUcOQUOaX9PK/46x44SXZ9qHSX8/6AQBeSpi0DyJ033RzeDFh5Gs
Kk12F2JSdCQUiu7T/VaqQw7hfmjsjQBpTD4vaHYl+YZfCqMnH7IJCcgwI1u/qnXJ5NxIN/8bK284
WbEV70qvqs5TYeenRJbOM+NldeNH0VyLpQo4TD1JuHSJmrEJnR00Yu2i2UP4EquefYhLI9pA2G5+
A2RR5dwq+O9WAj0c+Pim7oCM0nlXquan40dRDowcMunvioaWzQrTw3BHbdiAC1Zt/mFb7L25PsGQ
Me4KBLaXRCXdg7tCFzQjCt+8ubrBLAPs/0fJY8/VT/ajEIp+FEXKXB95c6WkzzUT6kd5HuY6Sv9R
UhVlrNwphDo/qcVQf7WVCGcOcrlZGlYlmOlq5xCmkf5SW5xUF5qqWycElc0N4QHBe2wb9l5TODMY
IUw4ND+VcjEIkX7zp0Y+to0S3RUpGVgg+Xl81fYhFpRoMdSBk42eB8MKteU0V5lToNdrTxoqiqRB
pcYfCgRGzYhSjRD19r2J8+4+05wnPZXKItfZXgv9mdxaZ5E2/iVu1ONgQMLMku51MmFn6kiHDkNO
bq/VefD0KXNSBoUTZm1JTIpAWrQKKsrdEP/uosGWxtiGEU9tPQ1JxXtJ655jEO8sTj9zoh0Ss/Y5
GGtcxNWQWO40gOFbgLZ39iBMVWthsWhj11YEM19dQgkMJGzPxegws71NWU739VzS5XNxl89lnjUX
fPmP2m/4UQdWc0kIkMQ5MlrNAXvPFWMyF4/BXEYmc0HZzaVlMxeZ7Vxu6nPhiXy4elXnYhT0b/be
UZ+CRPS26VyyjnPxqs1l7K97gJ8oCHMbjO44Z1Jh6mIGkn08OlukAIyOEMmOQSpTaMN57pl0u1Wh
70BWWoDN44DjrPn468v+Q/ftw2U/PTKKGWvqWI7JjjEEAd8G5yo1xswOR+H211f6hybnz1f6zEtq
VfCbcUUwfBD0b0R3bDzY50Dvra+wtX9zV+pHAMy8E0jLFuaP75I254yO+7nN+d87VVCixk3mHYdH
3T7o8y7UzPsRvj9n12GFWUfzbjUhW90p4byFjX6tbuJ5XxO9zKY/O7D/f4zwG3ogHd6f1stMJ/yL
Onh+TaEOPuSZ//rzGOHHv//nHEFRLe0PGFh0rNnTQW7N4wL8yM3/+V/8kfOH5ujzkzOjAn/80V+T
BCQpf0DVAzwkESaBtJJMJv4aJShS/wMirKHNrDIdaBgr5D/kxL8a9kAX/0eO36e2OiRCfaZZUPXS
xOb5nWcgP683IlCIWAkH43Gwc+eYKWx2rOrqjuCWbitjkT3oIXhOgAVOvqWMHXZjpbCVlk674rUN
YCRQOcD+9A3+9Sl/pup9fOL4UCa+IAYc0gFkqaKS//ihYAJxjMDD+ujRF15FsU0dyJz70vHSogNU
tr+53seH7q/rzWMMlaEK//MTyCXodKimo989Yqmi8dQXzEUjBHy/vqv5U//3S/7Pq8BStXVuyGas
+OmrDryCU0RGPS+AO1FmB0SY13gz77gjA1u/3RyxIFD6W3W3VMqqvfzL6+MsMW1pCiTDGpv2vKP+
NEEBo6LXHnmJtDL6cVs3o/9l3kAZJ9jtk6ITTJvlnncry1zcVrqn/QY69Ylhw/3jhXAYpsKDs3Gt
i0/XV3QDoz6hElcIaFBccwb0rRzsiwYL/JwbVreCyiEPWgmaFrvdcxtTbvz6K/jbD21LQ6gqYzoQ
nBK/78evIGtiZeI031zpcZDtSWTvqqks8zdXmW/kww89X4WHlm4S73rjx+Dopy96GKK+VIOhuZam
Vu3ovvcLsLjkvEUUpL++ob8/vwQEIjCQPLo6gyj70wRuQkmq5vo4XrGHTDt8DMpGIY5uJ2Lb2XfS
QECVF4H67BDJbPaVuUkypdmGShY+eSB4iejDk7z/9YeaF/LH+3eYnbLahDBNVRozCOyn+9ct0jTT
tuqvuLFfWkKiiC4mE3IwbodZLhQW2u/6d/9wQRu3tKEbbIqwFD9eUNqT3plFMl7zIWrc1jEdsnbI
vAzS0PrNKv7bb8tRRlVZvtLmTAtB7eOlmpLwd4MQ8mvSpgV9Yp1mMEMGd9Br+Zu7+niw4nnhUjD2
wNaotiEZLH+8VFaUURF4fXttsWmvBw5ae6/FUuNVhnGHd0i4qsVcT4EY4v76B/ynm4SERnfLtlTW
8acjXcTIodDjarimIA23KtKs2dxOfDEzud9c6m9bPTdJx9UyZhydxgj0400OfpCFziSHq6d7R6uO
n7EqkA5rESIc1Nrbr+/rbwuTi/HSNHlOeL/ypX68GDJri6xKr73GQ4EB2MBbgFPDqpm2pMVxCpX0
0GYEyv7rq6IHZFjP3svbRX76Hatpwk8MAvM6MSx/i/vsXQurEE67VLYK/KWVNSra919fc/7aPjyC
nCoMfkDLVrlZTf/0RMyN7q5zSnElf7dbOr1HGiV/wfZfX0VKNjnmw7plWc6n92bW9chmGm+6mnUA
tdsgm8/WBm/966uo/7BG+N4MwbZqGnyFn/Y4euZah3PQvEaFfUrnfrwvkGUWlyRsj13lziQqC1Fc
tA2S6yB8NxLjdmjGhemTFzlcf/1x/uHhmM8IBg8l5zcObh8XUalhNoUeYl5tzL/UVIspp9E3Zf83
dw0FjVel1CxVFZ/uepytU/SnzWsQMFUihn3BDOpk39Oq1G75EuSOcFTYEF+Zq6Mi/Pc3+fPFPz0p
OdpcJ8Xqdc2ck97iEDqT0v1vLwHPUOU1gdIGAO6PnshPb4kOqahIlKh5QutHyxbr2jqNrQ7MrhH/
Zp3+/blnkfLgc6JUrfm/ffzJWPll7Pn4OsZmXFkts60UoNeqwMxIyzdbeaPzO0L1XCR8egLlTIYW
8zLhDK9/egmqVlQBLiA5ybY7+p9Bkjff/ou9M1mOG8m27a9cqznS4OgcGLzBC0QfQZEUKZLSBEZR
FPq+x9e/BWXeTDJEMUw5fFY1uIOqKyIAOLw5Z++1kacgq/QikhWWXq7VNL7zqdxjLUs3RdME38uM
iAGS7oZIunlpGJ9VUhQBOnmoJWjMG9m31CT3A/aLIOvWM0gvcAc7Dhs4IaQhUieOk9619WY8GETE
XYGhyOjyW80yHCuD1hOCNXXrh+XcjSfzTV3oXeB8t/MwPTfr/TwDcf86O07N0DXWzJNnboq49Ce9
l3cZWuRVkXoEDRV1f2b5+GlPPfO/ecICthYba+fkI8l0Fa+QXfNmPSZSck9m1TWpD9pec0LsVCUe
lmPbq9NVhGepXIka9+X74/jn2cmYz2gosvgZHNlPDiuTYst6INLzzuw1ZzcMbb2EbxlvlT7PEAHF
yZmJ4ecHi8JMZSOvsjarlH9fD+bcmAhHoYV0p1Z+vJS4UuhLxPHy/bv6+cFyFf48tFEozo56MgFo
A6apSKvju4Blm/BFvTDX0Vh6M5vJvMr8jjQvWqI7vaQbMvp+cWZ2ePP688HUZvJDznxylxWC52SS
WXznEF30oWi6z0qZaYcwZ8djpZiO+mGQZKjlykMZCP/M9Cd+/nq5fdOeBYBcHb7764c84KFQApTH
d2hwFjRsN6y11UEikFkN+ljcRoRhIBf2omOrs4kgHybZlqMwzoytN9418Gjgw3NdyHCMk5+heYVh
FgpvQUgbqE3Y1AutzevN++/6zavoKvtnKZmvnJMR3E++U5aSEYXtM8UxMgx7UnO147+4CpMvlW7d
YRE/2SwkcK4y047jO6tRyBLtSQaHVVOfeXPaWzdD79xGuYtfiu/k9Ztrva7xuk6N7siEtTGJ5PUF
NEmxqH0Ijm2YXpF+Nou1RsO5z/sywGnspJ9QTqtPKlHHZHnDTtQz77uUQ/ddqi1q8aGnq4rwOhu/
i1jRNgZsP2h+hFGsAI6aX2ovFq7XibJYvP/M3vgK2KUSSjbfzXx2f30z2uATTOG10R0s1mTTSr71
waMyXisC9fqo0QwlijvNtOti5t2+f3Exj67Xm0imVroSCFYFb+30HJenmIcKDuF3WUJ+OM+O8rhS
gLxRRbOOCwE+AQDplqa9ui7BIaL/88aPg4fp04+94F98CyZVNIvllEiC02eBKVg4fZpFd06iyl2t
4nbr0YGe+RbmJ/rTPbNR+HEdimwnG+fOkQOA5Sm8o2Mdux6E33Xo+HSG0pTjdW4OZ673xkMG/0+3
hHhY5KSURV6/YuJFKoZrVd85ffe5kJSxc/oFgDutcTfR8n4QTffQGTWB8Xkf7YAZ0J5Wu/qgY6E5
s5r+VKKhKIPimdKigepdorR9/WNQF8qE4OXmzjc0UWIcbOo9p6Z05ePq3jDq63seXLa2yIDyATb7
dwGgozOD/qQGzkmQX8FablLN4ODEp/z6V5QK7xmwbzPXD2z0FWVzz17V3/Vq3q56tS0XkFPJAasI
sh3NOPnatPp4i7zgOXNI8hibj6NZOWeqZ3LesL0YGawFVLAo2DIGNVCQzumGLu/tLAWb8iBZ7Y9+
W0QPVl03/QJ3Jc7dStpoyeiTEb059qN5gZqjfLBK1BuYXeGjLbDRJx/KrPW+gFVRa46fiXlhyUBH
Sdp3tUGTO0HEMREAcZsaeLUWGALzy8aaEmKD4eY+gAVqEQM0fXZLaKfAYE3V56rua3FN7Y0o71AP
jVutLiBV6iY4JizJfvnFD5PgCbCHcZukeaRD0auzaDFwZpuNPRNtRs30yo/Y9rIvGakTd6PtoJo0
2zlv0NARbOGJiYJHTW2myLWD2Dnkg5VdVHnlP3Upmkz+gJZ/1acxv81FoH9DPamDII1T7ave2WHl
atZgfBWOX14bE0qHRZGZvrooCpXN7MRYOoaNHjwVjkxJY+pbh3JWO3U4fZzqVqlzEnbTqHAmsoMn
ZHl5UESf1Sz1/jwn/FaL4//PCCSDaeXXXgj3Mf2afwsfX7Yx5n/xlxtClX9QkGd/S8bQXKP53x4G
Nfo/KJjbfA7sHNirsRb/1cLAJjEnqdDLdrA28vb/bmA4f8z1SjZXmBigZtMb+a3+xTw9/vNV0ilg
UyQJQOKgYXHeOj1FOmWdTlSR2y0dwPowlAnZQ/hKgZAT2UiLofpAvxZWZ2BW65hVfgGPKrh78bCu
/rzay3bFyRz+40fo0uZ25iqWylHg9YQFIiukw02KLZGac0ygmrgKllKi+4JRtsBAExVpW9F9pSuX
kIDY9IQe4gemg9zALk6BQZ+ZQylInjwYqRrs6KhSgrlkF39aNHFMfwBQPYNqCgm+V4ls5HEFomc0
UUGZPgwY1hEg5jJEuQvGIG4Dm1TZiSA9GjtaVexGZ8Ak3VEg7NexMqOSxz4zjcceytd3yiNoA7Qo
ReJGPrQsNtKq+DSNZpgekjFv8c767RPG0YqYZaMg0LLR9czeNr6NlEvLtYTCYl6XFzqLLP2ORnce
xlqxj4msnjlSBt/JWwJ5PQ8k89pIe8+fadQQtSf4rMNqtG3F2mdxDkIeykcZbUNR2h9UvJMwQnoh
UjDW9oAT1++tdMPK3eHaypDNLgjcyzuiPJSi3MeJJr5J2zNjTAQBbHKtolG+0gwvrVdNWulwo1vI
E5j0FKGsuwF0gkvRC+IEQWqE6DRj3H8DIgPopJPlZ+jKbQ/oop28tQhSjNFBOuMSmgpFFybq/EEp
LOIWndrB6kpHhK4uf1SSK5mH5aKv4HJjGQ74Pabfds5GtAVEaCNVi52GC4KJkFwrXIGlPTziHyCn
PMqzek7JJmeQexgQTcKIoZDiI8FC+cQ3TahD3lZfASYbrC+iqSCnWDZ525EugMOhQEcMUZmVsUP0
OJVXdWkiNHUwbqczSVe7lF47Pnuh3hgb8CHqfUb6W4ZAH/PgkjaCumsqytBHgDHG576aOvbdXVcd
DaOKl6Gdsfh1liYoBXgBEBZPia4nr9OfKiM1PoxKEiWorvv0kwHuDPCrwwYT8omvxstxkMqH0IHV
5BIBpSF4NGBErrOEAIscIzrPf8AoqRm4gijl5Gly6Lx0AK3LiyYgBjmXsYiaVEP9Nojpa1v2PVuK
CYYZancuOqs1WvJfZX9bNHjkXVCGZDxa3VhttE5T7WVv1RnjmpiNW2YzhdBCEJngPAcJnLxh+PnR
CnZLY9xOReJrx3DMVOSdtOohBVWcEeHM17JFb49VcskebubqKwWsq6gcEAWmrLicTqbmpiCEuHed
xAJoGST2+B2h9nScYqskR9cm4nSlZnme7yyzIcpjojSkr9ESVx1KmdZktURCdmxG/O3XAxKUcWEM
uElcUYwchGzEPvd2IMvFqAZ3RYrOKeqf58gW37WHYNWaRfNIbOVN1GqzTWaH+eUrvuNup5NPf9Hn
2lMD6N6q9q1naBcQ3Hu8+QrmFOIR/XH4LgmSJzRbpRdipdUam/sCjc9yhAtMqZ1vKoytpe+k39Ri
uCjJT6CmgHAs3E9Nvc4qeTH7iUsmf2ysw7VsumMkyYz0xC3JMcBU0eBx/OF3LJrIAK/rawuRgwSv
1HURFGABw1sOcB/bGKwZSO4Ba9pRDtOeTAqLT4JA0gVdIn8p+hzmZWgMD7ZaHjTBHdhmsDXzfd7W
vLgupQCnIIEk+VEO/J3oiGFrX0nyS/VMx4qVspOyfcSrDnxuoovc1OmBRWUSW3QuecpqK1eZ4RSg
v3I3LquD6NRkaVbBNY6Lj2peQQUo4TNMznU+c/aycERwmY7OIhqGL1UqnsPILq5pltJeH837Oo0v
SjW5lKlHQbtv4g0k2tiFseCBk4+nQ2YYl5n2YPbJVRCK7ZSPa9Cr6rcJoZ1GdWRE5OUmub0viagm
BhXexSGQbX3RJgy+uE/DO+EUn7zC/ODUyVoBCrlEJN4uW8qIysKZmnipWRguyGhZ1U3a70w991w0
zBBS6/K6DtJPXqVfm3W292X12A3N3ieH5LvnZfFKeOH02VMHBLRGqJEmInS2yO20qFVOtbqZOqvK
10GkspnWLdAZ3XhT+wq2e8++VQYNfXKhA3o08xudQq1GJsRS7VejIN13jZIXrnvx3W/napgxfqSR
vXZGYn8L4THAsrJclIXe7pxhvKyVQV8oMl2CNroGg3XfR+AC2S7YTCtHysd3wkpvPGZsSMYBSt9J
573AWxR13DxOU/jBKqJLzcgUbN5PdvVNwNgu6+rCqRu3h5+0ocOeH21Pz4m0j8h1rp26fFAAa0c5
eacYB7ZO4V3WGhlMCz2cuq8j4XPwD0PdtWr1k5IGm7rLPrRgSb4MokDbW6j6kdi0apWpXXXnccgw
2gt6cq6fqIw3YYLQVQ2EcwkQDCdDHKko4h4O2mdn8I/SvqbxJhcE3B4LHSAlSaJo6w3CskFaq9U+
1pBqS+Ozrg7HOob2MmWRzaY8G4jkCNaRg9d8EbYRDm7lE+XlYy/9y7H1o/1kOA9i0MtNqJHOtTDo
NEHmrYu1gtTtWg1JEG0K1LaLKGyyY+Tla1Mgf2UK20Ch+eRpcXBBa/Co6TmYHbX4FOgRGUc6tp45
fYGsDmNThF24KWfNcBINH0uD+Hd+OQKUxq9vs6Ihwor3ijTP9pJbxCtuEfkPk+LsqJJ/xuG36zq7
XflWZ5HVy4lWq8x0YeItV8AytNr1oNZXNnZNBeG9UuhbJladNGIH38GdY3HuEaHApgCFsxLdpgS6
tqhChyCaFFiuv1MjB9a4d0czdty1Zb0lyWw8ENL4yclB3aU4AeoBMEaGBJlc8eKqkp6Jq2g6KPzP
ZujxDRTsTcFboNu2hovIU/OYVBQY1KVm3tJFSHB+hHu/MsC3RjL8Nkr/0FY5gPqp36iAk5f4fX0a
UNCSYyN04TmkG22SBN05ao1BP8y0C21MWZNMQAJulcIPKH0vXJNwI564wUurStMNGGiwCb75KdP9
lq2L/b1UiMYZcajDP9JJIsm9jTXF4Sa2ssNYqHuBROYwWMol2zF5r8Xjs9ZXh6psATB3ygWJpPYV
WMJhW/bTkek3uwrNonxy7Kgi/MC7tBOzWHRVtqY57Np1dYfndD0F9GRG33GOqs/cwD7UxVW6ZfGC
FeOYriY9nLGjzfE5+17XyRKpvmp0R9IO2RQlRe7mOrs0f6nHRBS0oGKyficiC5DKzEfQxsdIyeMr
00+vSLOPtCXsasaa6YGMV7+Nglws/8lqgqOMIK+m7d7Kq7uM5cvVjW4LpfDbaKbjphHGBiqPz0c/
7etUXBaVEzxkeshyxG5GFll9UAvoMSnH+Jq0qsfWAPaP43OnNuZ4KJvJ3NexfSCqBIg2qzklj0/g
GcwbgrQMtqF5XdwRvtLMOLCh9pizy+iZo7BORoWSEAjQpGF03VdjAHYoxY7ipn7UsEbHur4hW4it
bAKKHM9SJyWxAoVS3lp5an+OqF98xurk1+6o1vZl1fTK9wjGardVa754GicNDjW9RUDBfic23B/A
0V3KjpFtD7HSxSZWoZFBtqqThBZWPT3YkE8ebGvgGKAr/Wdfs6O1GuXJV9gnyTNE9uFT6WF4KaA8
4askJf2o9zqwSrSvBiZQilGz3bQg6QH1DFNjl2kBz5JiwxLSmfHoOwo7dzvxMPhZk6XvYki+I+eV
2mGLGWOLoRjZF0TOOBWWHSWAuJk0feQtSBMJVpJHW1xkMkv4XmSAvt2rImks2qIub+K0saq1NLLO
X5feUD4aw6Q+RerMCs5hYtwLH/YIlO3KIf0IK8Eui5QYFqdTXUZO5REnJJKEBBbHLpI1Rk5b20xt
M9xQ33A+dc2A5hhKjHQ1X4dIBuksHjCApl3gdrrCDZkTqQ+z5U3fsYOFUxz7DQwSieETb1Tsq3Jl
tzZmikG1GwgSY8EuGQq85taxYl+T2jewhUJ/i1nIc6hCK+rInMEWKVuC4WDc5QGKnD01luneyIE2
bVRPKM8iKypijWDSXI/RANmnZhOIMUZmYbSctNTXF6KAS+1OkdIivoe6f1Ml+lcv0NMj+Edn2fak
9NgpkUiFVNorSHPBN770tnV19gEeeTp0AV21sqOvbcq86Jap1W+QnqXPk41sZyF7qCEfOJNYzFQp
WcKrcDJjxXVEH0OZiski35ZNRiBHqMVwSGHeRCCnfGP8oFPrh62CmI3zaVwZAqdpXn0tHROrTlyN
kXJZRHpyl2leiGOt7MhaydLG01YAOiKCyAgkCBZ2Yznp1hOW9zntFWcx1X2YLUzitfxFbLDFdvtw
wiYXBmX4NQ4Ax4BO8zBrJlmsw33pDQ4NkC7Nh761ArnyIic3V7HWdhc4s7NsGfjwWHGGgRhe156w
w5Uete30YIL3vSGSqCPtlXJm6Ja0xHG9BHbabBUMruUyZbt0C382uCkjK/maDr35OSgE/kely9Nu
50MPxEpcteVzGdqhulTq1PtS6egk3REMwvdE4rFwzTDvvoRgtKylVKEIM0Mhk1I53jgk3oJ5WQQw
tZmLTbt8AknvPcOIZ66t9J55zwkCkpTK1BAZ3NjKyVYdgMJwmfa+Xy3IgC4f/TEebx3aISpm2tJh
hfVjM7uy/IhD8DRAK1DaKbyu7K7pSdOE8uPKukbliLyhvDMhy/VrW0bxo19By3Px3TgHKn0AV9QE
UiJaa0v9zPWniH1jwwb2/frN65YRVV0BuMOkfEMrGeunOK3shm3XKHxCW3VKwn3kDJyZQpDO/+Iq
6Dngus2CGeektl5Og6qVZQ0GuorEGuf9Zx8g2pmezRu3YvEfYhm5hEBb8boS5bOfaqMQbDF8Gbb4
lFzubUB9ZwR+ryUwPx4YB0O2w6jtNEp8JwV6QjvKkb5FvfUsg9NR2piXbRr1O6sNz0k3fqqt8XIk
NB+JTNlEtHV6R6GMCzUr4bMKdqv9ogxzTpBRPwpkDUVzoxiKZ+CHz61Pwaizwxs4s37TozFKFzn7
ErBqEh/JmREzNxFfVh3nH4XiCeG2JtnSnQoOKZk3eijDesun8dUe0Qx3mI4s+2m0/GcUWTjIlZJy
698l2beqjG9e1GbsUFY1BXqr1+9Wa1NRmK2stgXKwbXhF9OFAZUUlqEX7Ieo1q6r2o5XWt446A4o
3TtFMh2KINAudT2Re9tgqxDC+iXzis6nq6VYuZiK+3VpA517/9e+MUTQftGxtATkFDror3+srinw
2ZqWqIdE83Yz1By5inA2rPf+7495tNtYJpDa0EczT55LHzZ2q+UWY57/l6UpmhgmKwKp92/o5y8L
NYKFfvmHclizTq4S9QrAx2rCcF/pypqNKa5Hm1X7/avMf+X1wDIp13Iio5pMzKY9P9YXoihFj82i
snFtIrAFk+C0LajU3ASPaYTGp5Aj+S1ijeFMNO8b96bPTCOuiZpD105mDQC6Mm2w/W4ni1KJWjF9
M5Fnc8PgvRH81mUsBDKooRAnoip5fXM5baV2wFKwDRHmruDmRhetOcRndAZvPELYkAwH20BWap3q
DPCnBrbsMHq2NoBkOoLjreWJbjfCRrmqvEAsVMX7/RnRZL4FHGABC0MwczLcHRsTkmqP9VZT4FVX
HEeRrxqwIXrjN1NnWa2YCKWGuAHemoCM8vopmhFUgkKd6wuJkj9DIqWmaxg1cWu14SjXHUFGHA6z
oF6PWkoszfvvcL6RkwFqWijnabswn+FGf311QuvC0ay5Ok3Sbml5fnaZIiuPF3rjFRfows1zEvef
ZxJ8kchM8Ueqgp7Syagx2eloZogbJWsybZOVubPGMlLApIHj8ePm/tv/+8+sHPr7U/3Jw3RThf9z
fMzi1w1A/smfDUBb/DGvv/TYVD5dxCi8gj9dTHiYTE3/XyPSj9bgXw1A5w82OrQWmMn4V8jU+Ez/
sjCZf9Akm6dSnCgIaGfN94lj6T0H08nwmJ1L/Cp0/4jVGSenXLCCwq7mdSAxRNWZ11B8ykNjCWr/
dZT26xdP5Y0l+GTw/3kte5bfqQZNzdN9T0jicxbKbFhJcoVpWSiAFgFNbslSwXkaaeLMlvGte5OW
iZPCYEP309CXg+VQVYY4Xuez/qNnpw6hGBhRSfjp+7d2srn4cWtS/nBrcH8/qWuMEN6RBjNjBcXf
uRJKXX1tvbG9lb0m4M+AZb6oIjvHJ02GiFz9/sURVMsZqTfT1Obn8GLVoxnj1GOpQFY3s2yrSxp0
i4ywHGztYX5Bm7O+UrXI3kXUPZ7ev/TJmvTjvuHWYdcRAo/FTwo7X+gKs+2woimVXmgoKbd60YZn
Zs0TPaGcL0OfVEXZgpLL+JMl9+IOJRkK5pg3A6gGyCl517RHu8+jTZGW2k01Dyk/zAoaVskYX1k1
kAwM8uPVFHVtd2aL8cYd0xZmPM1aFpRdJ+uH1xhNBO92WJUKgT5KbiluH+T5xfvP9aT9/OOG5207
5kaB7eFU1uRr+UAPg1c6qsN0F0CSMCg46sQ1VqZXwCTo6aqtm8mqrAVrqn8r7KQRZx77yVbgx48w
+AnMN1h1bGce9C+eOvZEB6wVP8Jpa2tLnde/M5reOCjt4D+FfRcsMzZEH9+/87eeL0cWpiNe9oyI
fH1R2y5he9HmX6lexGt1OBCMjr/5/Yvw6vCB4kT6+SIkbsmY+mm3osHuLeIZpsdM9C+GCm5k64eR
S2MKOhkqFd2foI/noaI7wQFwGQxpz0rOnCbfeGCz9QeRFDIOBAvzW3zxljSr9yy0k7Ta4thb1jan
lIr02jNz9xtjAYk2Gm2UbQ6S4pM5psL5w7bU61dNbesrIfwO/mwb5p9GtqxLc2iUjSWN5swIfGMG
1zFQcXTAesAsc3Jv8J2bLqxqnmA/pmtjjlDzO2YbFYHbmRn8x0n4xdZsHu2MBAxjfG+8K0u8fo5J
WRiQDKcOpSYV5YWThfqjbecGmPapUinlgZHKNoPoqOErlKYSNyfI4HksW8qOpMBVqzRs05C8LhEH
Z8brG88B4RxyIBZ+BtTpRzFFox5S3mxWldmIfdo72VrkrbPvyTM+86J/TGCvnwMvklqOcFDAMAOd
vOkGMnidD/24QiPsKnqxYWW5he6/F6p/NHuqgGZENl4RHGKFJODf/DA575JMxi6JPA1Vnw3fLwdz
13piFLZSr3pp+i4Jgukqt41zR96fNiIWByiWEq6B6MietVqvrjI4lWxCMusnRY/cvCjHBZoJKv6T
3290W1m9f1PYzvmDr54p5wwVQTzuNQxYfKmvL9i3+TQpFPQBTkm9cZMhaUuSFjVUB3VAoq8LWFr7
lnbAt5eNNqt9BIEv4GAKiYnX6tVAJzGC0bjGnzz6e01tMw0+kNUek1RonHebLn8iuReATWvTE10n
CX3IRRrXMULCoDGMVWOiQnG9AdzLgmRlYB3kbYhwjadalhsjMiRZUnSYBmrPqQ4jukKtiCpTvZMR
OZkLMu+IzWkTQTx0yDK8bFM78NdNAhnOrYXeCoK17Fr7BLxkcAhzNO1oKbM81JdWp0XBVRYX+XiY
styyr8rBIsd4dBBILHojCp5QWeDUsUekJbRLx3ybGR3tIGg77U0N1v4mtr3BdzWAqA3Ff+mkN1kX
kemQ8oOwkraZYZLmZRO16xYcJ33X8EWTLBrytjK3pbV/aVdh3GA3iwsATzoVY7u1ysfESzRJYkWY
qW4huVAelHSDPFNGj+h3E4KkvXB8rv2UBHRSVOpnogM0UEZMuupWIZky2NE0CI9RC64dIHhL/VqZ
u4Fj2VGOXcR2bCBjQBhkfNDayc8PpanX+dGUxdRisgO0H/J2SwV5a06jklTvzsQbR0VB66AjAvmH
Is7CsZRmIXSkzYgXdqAna3WneWhOLb2ZMrBU5Ji7RVY5X/28FsFOFFosV/mUwl+n0N3sOYFDdkVy
ft80oATZSUiPjOmYgfIRs2MX7WWjKde2ElMHyj0A3gsdvnxHNlkqEGhU7DncGO1tvBjsuu3WDWEb
9EZs33ksLJBcm2poUOAqiU2lsbOaUNl3cWlIfv7YNuQ3Ce+CLtHoHcCqqRSqp0TZlzxkmpR9ZERr
B09VftA7hWA2jWkHRsLoGVcx4QTVXtFKGp46T/N2pCGWA9lvm3GFlaBqDrk02suU07Ox9FMR+vQ1
leI+joZRc+3ED9RV5g/aJTGK4XFIKCMDWmsJkGdbec9kF2Sb0Azqz/6YGTMW0kPn02itbq2D2Cv9
TZXaFET1IA+fyDsi6wdUXPNoJIUpaO6wrSacJqVfwAxAyzqB0B5aFE+pppYRig1C0yLg8U25NtFs
WDeDrii6W9p2NC6pN3rWqprFMlcEUUypsUgsEIqu1dfJNc0TtllswFt5FaAX9q89EnbzhWoTV7ZU
OwMKAMQBEJ+NoSb2LrdhxrgqM0MPFJe8jA/NmBTtkyQUNP1UD46DHMVqi0+FlVvDQ+Bn9fXQQVVG
U6UzYeiVX/j0hn0z3Comw50vMAgc1xuZvdzYMtVdTmrUk1AmMUD2qsf4CAi4ORpO493rtW5Ru/Wj
xF6D1dH+rLP9t77wH2b6F0vKTwWG/WP2PxeP43P2UmH849/8BUqR1ARwulCCZCeI/0Bj3fwLlOIA
XOdkyCFtVthS52Xt+avIIAUslLlKylFGqmSUs+X5q8gg1T9IsbR+kFXkb+HWpf5q7YMVgQvfwopA
UBVrKOCM12tfSKW9LhVlWqbWlFkEfRMkHXVkM9eWjLEcexL4Y0ePbUV7rP1Q+mYbHtRJXRJW6Ed+
slWUMMSo6+F0WwAQoBQeNFDRFooRoALEV024iqlY7MdC2X8hUTKUaxZVuKFDREreYhAqBLoIPS1+
TbOjOZ9PiOe1Qr+y1HD4Lg4E6BKdQmdd5wzJYUeGm0kTVjkrb7PHiJwTvikvam/QHiwb/OahS8qv
+qlnzUk3Xeikh15Rp2qpB8q4rqeSVAoli3t9lVZ1sO8tM3rS+mmHrb5O3Qhf0r4gzZIGnlW0dxwg
REqfsyw3NVjBNTADkWwyp7llD4rQ0GYtoZ0ZbA3PiteZgmxvFQnpIfZQxKNWCXwIaYuSdSxr7XEo
ouYLszZxsb0Bg7tJ0+2Psfffz/A/bK/f+wy3sIr+5zD/n5v/y6n2GVRUM+6+/Z8//91fan+k+3O1
Ccm4Ti/lhy/7zy9RCP0Ptpro/B1tLhzMn/xfH6Km/QGNjAIVxw7aB9pcRvnrQ+R/wsTDQRj+0Yx5
gFDyr6t9CrgJ+m6Gc3p6U9kYwmcnXMk36e1Pe4fTi6b81mHtnz8+H1BfHEDplqdZqfXqoSe+12rr
uyL0d52jndlFz3/mnz30P39+nl9e/nnZjDKOa7j/GFZRU+KPO3PomA8Vb/1lnvrLv2yrRaS1QUvS
vD+tgJ8uuqFeRBM48eFCI3Uv7J5fDJc3CqC/uoWToyWqVyIGJi5U2ReiOkq+y/f/MEPnzTs4Ocjk
rUYQI3CbQwvMb8DPSJ6gm9vTb5UY/n709smxJdTtTpntiYdygOz5SRZUwP8uk7/xPLT5Cb/x5E+P
edAR2VAUhTgIY1obur8H/4pSVFn3Mp/T7S9bJD7mwFFk8Lds/K5khW2gcZAMF0cSgi994a3YZx7s
srmIsDlo6t6y4AQMffHnbPdLxNfrwsc/936ybOWFaXcyJ25iMKOHEat/EeGdiL87RroXZnfmgP+L
kXHa5xVJJ9jy8oRF9kXnqDdEZ76aX4yM006onymoi2u+eKnejUD9rWGd2meKlL/4bmbf0svvxh9y
9vkqPzptgdzrKzlxMhJPMrhUK23r5WduQf5qlJx8+T7uAJknk0pa/bM11AcyGV18NOS7ERFqeukm
UcBm5nIp8mSfq+baFy1uoGw1ooLxbYoIo7okg2BZeR6qVJS1crosAfpyEFySY7dOfYVotwzZaL+0
7Zgee19tB04mHaGhXaGsNZDSk0HonO+4epcAurwbxvuibdbkIhzo2GW4ERSMDGYXfBipuAOIWNjl
tMafw5Fv+NAPpC3bJvuOfZ5r66REzu03NECqDRPPMtQsrLjE2Mb9B6X90jn0BKtvkH0XHQB0g+Ku
J78NE+doMt8nmS5s42OEqJqg3uv3P8VfjZOTOTDr4dfZU6QexuymrL6gRxG5cmZ2+tEAf+szP5n3
oqirKBjwDVklsRIgN4wmCTkiS3eqo+0w7samXvnGVUiWKcTvNbbGlU48fR8Gh2LAwqND30iUW04l
W7tp97GT7UfWsiWhgO7YdmcG2usqzT+f+sksmtV+2RYV47nrilWvPRAAsKjGL4iY3Lx6mCYSRCkI
nnne872/8UxOUfl8lsMklEY96LZ3PyJlqm06FmCpKDFODhGKybOIJJ+WiXUVnXSjiqVPcLUeNuiL
SSNofM7T6r2fsKkN8mDhM+ArYR4K9qu2jnUoKbYkfbvAt9wunNNqYNpHewflKzp1NpfoepWjgLdl
Ft8Ff6Tqegyq8NnjEhsVkWRpvtGIRGwsm0iTm17c0d7wsDhZ3q0dP+eiBhV7roH2iwnwlJXlKXbb
twDCD0j6F5E6oPQ8U9g9QRr8/VpPBT+5oEqQKgQcdjgQgiBx55oZ1fig4j7FalDI1a1Y9zMqcV/s
cYtOHdmfsdQok1WBs7Cme0Ba/Fcmy4s4RkCbLR+tqrXKZib2++PhV/c/lypf7G4sDMWlnFXvbDW3
vsFqpjy9/5d/sYBxinv1l52QtMgiAxIugiO+VGTS+Ju/peVWpOLM/uAXk4c8WQiK3o9CfPfqoVFY
se+6/lFXnt//9b96LidzP2hj8ilJEj04zqJEOW6eWXB/9VRO5rsiKbKogAIAATxdeiTuiXpYlNDt
G85X1c37P/5Xz+Vk3rOSrO5EzUV67yq3PkTlkxX9lubon0F9MlflVm9NuT+qB8ieGYYLc/n+T/6R
OfbGvHTK0C6dkl5AN6iHQqCFj6pN5jUrC75lRoymSfdYhp+rusACgo5qVwvPjXLjtm8a1Pq+Gyr1
UpCPQmAEgtp423XE8NbmPjTSpalVa07v624qNwT+umVMDEVl7cL2qg6H605+gLOIyv+xJkpAGXeN
6RZNsQv9FTq9wr83/OjMnu4Xg+q0jaJ0ckiJGGRTVKFBKzHZKf/yL8/D7eVnXIx1FYbpfEj5GI1H
ncDi99/LL8ardTI/QDBMkA5b0yGFDtf38VqFlhhY14Nn49dQz739txcl62SuwE4xKZoXM1UGG0Xb
VcaZD+FXv35+ES8eC+2wiC+ODUAcEvrgH6fofhq/j3Dl4vScqPRXL/VkpjCMvDHDyJsOif9E9JZX
Zu77j/5Xf/h0qgCH3xNSzaktWM2GonO66V/MDqeNxn4IUKeS9XWwMHtZol+OWXCp+Gfm5F/96pMJ
gu5TVes4o/4fZ+e13Liube0nYhVzuGWUREmW5ewbltttMwMgwPz0/1Cf/+zjZltWbV2sVStCJAhM
TABjfiMGgt9v+1Cj/x3c7j+hx1jsBtNShlNx6cwxTe4EfAN0eI2jJuq6gW6cNhtfhgpkH6nOJ45k
H/dAVnk/yocM9VgF1mx1+P3zFz3T88vr5HzS6g6AGvwGX7X6g1UKN28v4WvPdLyxmKk5rTiuOTBT
UbXbYI5e2uOfa3cxNzMYhLU2zk7j7g0O7/ql9Ohcs6d//qW/WWtLOWo95hgwhWwKktn/uY/PtbuY
jrhaTUde4XFbHbV9yp0wL6x85z7eYjpKKoN8+9Rwmt708i0YSpn2XzGS/m9kL9ZrXE9BzTKgLwhs
GXs/o8fr+mIxFwFJLCCLwiM72NfMK8O4LjItNZ0pCiPTlp2eN4usI6g+Vz2uvpiCUC4K3jRotsx3
KKjt5+i6dheLY9kgSeQC7dbp7ai9NsPHde0uZlyLircExCtEfuttLHcZqvWua3gx5WSAO3TU8cwx
9L8QH2TllR2xmHO4h5yTqtfnWDfv1PmuvbSBPbPMLmGZWT6AkAu38Lhgt2bZ3nYoNR+H1Efh2Hok
1pW9spiAaQuj7YLiVzIZNCZpQ2H1dV1/L+Yf60XTz4LJ8ZwFOHEHQO+6dhfzr85gVJqXGgZ0tYKf
aHHRxPb7dGmpxO8kVnSNjnYnbBrgiJhel0VqiwmozQpUACXixVBviB4mV24ali4FQ1srkB84Y1wP
vkFWk3RhRJw5OFnK9sGXoZBaoB9m523gnzBRiSYUD2qwsQJ4Sk+bMG8PV31KbTElS4UrSc+tGftk
HCV19wr59XPDpwa+2fcsmfZ1MzALdfYz6o1z7PPlCB5UBLTOn1s/sxpq2t+rLIjVwO2lyPWAWfGU
Ezfg9bqGF5MRbs4aIxa6HgBn01ol3ZUPvJiKLUFJZTLaSE5xLTtDMXHtAy/m4qSBZoxEBrGPHWC5
0nUXiKdnengpreIaSuesDN+PZHEFcVo2FRdG95mRcbpT/5ohcT0VmnOKHo7O3VPBdgdnuPRSNP0D
vP5m4C1hgbKlDimo/HOsFK9iyg6ZU3lZF06wD8RdeuAYDyfiQlMKL5XAxIN5c6ocKyWCEliTmKdM
8irP0wvvulD//ScFWuIhc0g5JY3jaURveQlsaHUUk8Ostmt1FMLlgMbkXmcdoRW5LuafbkO/9i4U
LviFupripMoO4Nbc8AtB/9xnWyyyY8+NjFV4E6uLCuiWaHKTgdH387Q71/hiPrcCV1fdabS1muI1
VRna8l0uXbIuUE+z7LsxsZjVFRQZXHB1jFWOs5R+dDt4qRHUdmf0NYHnrgRYeapKG3XqYhQjAKVT
+EzLwbAAFIlZrqGqIVXyPSWSX4HaUFrypoUF388vf26qLWLDbCoCCDhM4UyGsKBYj9Olzd+5lhfB
YZytpkKygqgzeQpdE+tCNDvzuf7oMr9scvSZJqIr0W6ubOAz5uomkI3ZdKE//kzVbz7XPyz7gk/E
PMU0SLVQ8VeF5QTtFZAADOJKFcThQvt0iie5d4Ki/0Wse12NDHAhDGL6pPldQUvf6+HEnvQZ4GBR
grBRRkw1/QIGN06lrZl4NKTjz1/vlBV/97CLLBxgDcB0hnqKT4ZwcCAUAww4FNi5QVP48y+c+YpL
6DSue8Bw0eQppjoFh/5zaq+L8coiVlSGwbJcJlMs424PG5Mrt9ZLyPqsAOMxMZzaQWZ3Qg66k8mv
S/X/qM2/jLy8YiMw9OjtCT7lJZxhL3zFc328iBAaeEWcdwoCkAWbaWA1bKD0rvt8i+ndVDXqthtI
dE1cenK3e7qu2cXcdnqY3ZrQWcYzyO4HyOSvanbJjYcKqoJSXJ/iAZCO/dXNLhZ9pyhbaFaTMe7v
57z/xSrx/vPznglFSxkcM1ja8hYXrT1fFdLLCJBFov13jiL/Wb3l05z/Mtq6gkG+OoxTDC9w3Bny
65LMZSlAPyE1pgTNjjn4Ie4l68MzY/gkuvr6tGPSpvh8aFbbGsdivG74youlGZT5nAHzhOw9O4C3
+lpJwDde+HansfpN7Fzi/Lmp/f9Zl8BQV+lfHCzNRus1NAnNeS2dfEREeiuDzCRxkH8pGEygCGT2
h0gIIIfwfU3uJImFlMaOfYuB60244FDvS/5kovJ4alEHUMCBkBIgeZr1iMonUrwPXFobyrSyk5XR
HdthY9or5qyTwm5dnDSiGA40Ra57U6OBfhXUwNuDNejWMgcGRfGk7IHLzz/3wLlPtogNLSrcgR8Z
phhqbmHCQ8n/ud0/8fC7nl1EB4g382ZK5TFOoasxrbs0S6Exl8N6eE4kUNB+V9WHVN81w5PRv6ZI
f37+3e/f5x9mfzbCTpyABxqj2AM1k/p0oYr+XLuL8FHmgwxyoYQTh7eeAlVy1WryD/wECA74kIJE
FJefAC1Cev9zL3yfEgAC8fdExIqnTCDEIAcvnkwkc9V8NM33ZLjuch+bmb/b1+o5BTIGj02TR8B+
cv3CUfApZfl30KAK+u92TahyTZXPI662idsDXdpDPKEXR4O89PWlZPzcp1zEE6dqNWTgOAQEuS6F
LQrzf+707xcCiEH/fvjGkkXP9dO3rCNUDbkFcVCrculy6dxTLyZqOdldbZZ4agoBB10D6fXzU/85
sfiuzxcTFdAEaMraDsldslVS7VadNimArMl0L2cPGcRYsw6/+d4IK1occhQ9S8pecSSAnzK3EM3K
yPjK0KcNwcWllpZBwzpfptatgjoGScIuhbmUfHRsxQEiVVBaqghvwAXQnAJkCRzlz6+B2sHvx85S
06j3Sg/YO3b1tTB91HsFHdN9G3fOQ/O7SBSP4nwJ9Sa4Hq69TLaD2mjcecz8clz3lQ2qu7Ueke0L
vu/ZAEka8W29CyE/X5VY2LkZqPIMMU8KlRqAp5BuMZVsTQJXZdirUwTssgoc5WHUf2tqAc3Ns8Wk
O13pIfuub2j5S24frU4NxEjdLDVcUzJDjYBeiYKdSX+HB3SWSVC0mGFLD1n2VBWhrTc7pZ/9cYQ+
zFgTGXNivu3BlhOoFKEOoKwGcD/2g8Zqn49vVdV5vfxSEfDP5BZX8TCpBuBXmnQYxwkPYGg3rR9m
42BRFRYOVmSUhUvsxB+qYJYfkskGK08PStnYm/ajrW1L+KtPk+M7kxNYQyQlNuw45YNdmB74hgEH
IpPWn8AQoBLmVWvLg9AAOGvEdTH3j3zwS/Iz60lKG+N0y6J5uCGDsfSFsXKaM98MeWsxl3CpbIMA
hlybsXtqb+3fdAvDVqCd8zlkyiot4dl8YXqdGZVLk+TcSMEQM7CTTKoNiiBRFRiZzcWbyTPxcqnt
6BWpo46NF5FhHWPyNwtpxvRZaVtW3Vd07XTrRLttq9RzrHeR3gH5u6nEnVSGJ5Jrk1leD99EAyRY
R99h07SCNcOd3HWrTMHRg5V5NmNuYh95Sh8zjtLDCjBWM6xVxVOhqJYcVIuWETRoA+R1XaACAa4C
k66rm6x4zK1bkkatFUnsku7wTAxcyjxa3RqTCfUYsYNStUTCLfjtzyPiXMOn/v0y0pKK5xwgI8QO
x8unA+/vf273zNdfyqHhQq7kzelgxRbbggNGtZLGC1rd74/o/6kOhzwclps1lsq+1CEV/N0ApohC
PJdkRdgjYk8mDNTsS8CGMwnFUs6caCWdhmQa4zI5GOKelzsdQOK2v/Ay55o/9d+X/reVnM09xRqU
5KPLpTxg06twTqVyl3BVZ2bKUtqMqka57E4Zi0xilIO7jr1OxAZD1ywvvMOZMWQv0gqVtFJXwfTx
tFXTurC6ZOl2rt1FWqFUeaWVDO2WRgjXnbq9EAXPtbsIggP47nDow4mnWa5HoGyN1c9j/ty3XOQT
hDGuEJ5OMQ5UfYsTyKdrT+iHDudoF5L8M2N/KbXlUtfr9um6dWgeq+ZVl/a8PJGp4beCIzB5OgmO
LyUWZ7ppqWOlZgmb2QJHVGNLPLWzIwjNros6Sx1rNzWU6JmYYnsC1TkuLt02nhnr1iL7V8pKm7LT
rSB80XbKMK0pqk6bTkHvVBsZ1gQ/f2jtNAK/W0YXs9akedtXMBmOLZC4JdSpaFsHYMFZPsy09aaK
Rsz5BVqLBC29na80kIhlcWMAMDGgMK+widtOYcIVV54bf5DyCAhpb2TzPWseYBwQzXnh2uSjrHcS
iuCknIcN92zTDn9+/jOnvCAI/h11RnMkms0xs0gLaw7hNijcKzrsses+INmvogZK3lRdikuGht0C
T16Zt5b9izPuNVjqihqq4xkA+LKJZ5yrSeC+9uAPAxInslulfKwnv7YuReAzS8mfaswvIXIcJWB2
W1w4giQwtH4facVVh7AARv3dDXamgGJ7WqRSsI1Qml0Aw/9zD5+ZO0v1YdKiLi5rTgPEfif0AADy
z+3CsuX7ofePc2kL4/DZwQaX47JEBY875cdyeAVwmhOck03pa4obgYq93hou7wzf0jcVe1TSV62Z
UJFQeA0OO6xZjnQ199Lpc4B1iFw8V8A/omoAMrUX2CH4VRWIJipg6aFLhTtYvae2RtBbOhx0FXCJ
UVgywv9D2lY8hh2CXB8VtjPqmJGdPO8qI26njxZcSj1UpBezvMvngyQEGA7tvZChPpelaWcr6dEC
B9i1ufJU6iX2dxtuvkzDTQrHBsN+bfmWwyCifyJVk3sJDIVnJoJ6/rTao95yuNbsZhM+LDo2KDoU
74bXaJaPimEXDlq7rAV7tr23pvucHdThvhmOcwf/gvQgk7uZbJtkLUv7kqzSesuam6m5K/TY1DZz
bvvZnPpWFhdNAeOYmxJw6Jk/lHrMtN8C1fSmssmnJMqLE0jgN6DSgaxbN3YjniYUPWXmUzb0npBu
8eh69/vnL3/uuy8W2T7VhobKSNRQWFK0+1y6cg4sFlm9BuyYwgglHlQUo+zmS6H4z53yNzFyqQlt
UAwC0PGIhuUkxLUoiL+OnyW3aQ3Hd+OhUgBkfy6eXpLQmLeS9SIZ70k5u7O9duwnM/8wxvrIeHVr
SCujR1W1dacUPDSwO6UpCuyuE0YBAPN3DABFAsAkBSqMhIFSbMVyemGqns7Hvnn/pba0mXOtKFAZ
E8+Vgbt2P2uifnwANh94Z5Cwrgs0S41p3mhlx0WL/L3B/bmP/clVw22pK7VNQnSLnZQCJVxX/Kr3
f27XOPXrd92yiLllZZL/EdgAeuTyggSO9Zb1oYolhUggsChHkLg0672ZNnDJAny78we6qQn8S/jK
GlEvKzrP0nA52ScAGP3i0x5HGpU9opBeRlWTr5O9JPYaABRK0MLbSk6qIFc/VZiBk/pDstm6I2R/
ctuplE05Sl5iz2Ga9+7MHgS/qZKg7XZwtDC0vWGEjmFc+aUWOYNjSpNSJ9jTN82xVLYgRF3Z8Cli
fFkfix6cdj3FCFbAMX/v8gtJwpmAs/T6BGxIk+rTGYQswTfBfE5wcvXzGDjX8iLkwG+NSZ2U4LLk
XUqV/WjxC6LXM5nC0uGMAOImD2KC4gNeGgQ75cy878dLDLQ/LOfvhu4iVGQkgwWMoWMrCAdYnlmx
PqCYqpJVnEq1Yap92LjATAhcbU6wm7qskK7IwNQ3xb5lJ09k6RUc/Q9Hkq+L3UvR7Azpeo0ihymu
zfa39pRp+u+rvtBSNpsOSQn/OJiSGI5rJTCb969rd3HakNpqzjSOdjuks5mffVzX7CKm5EBxTEUJ
fYxqPnF5c6UoGW7if88sqtVmI1E8bm2CDxR2F+8+zgRB/TQzvkxZmBHDaKDDA7fg7FgW7OnMBxum
boxsy5NPW/9JJmwsWr9oJE/PbnGQ6RVw9LHHI7Hfs8JAWe+Eel/1hhaoQqme2dTfDSijbKvExyqT
1KjoU6IR/n1yS1fihAl6ntX9TA9pE1XVqlOiucduvb0ZxLOWyuvrPsQiSSnUStYahg7TXzW2aS7R
Vs8EjBNL4mt3iWksZphA4IChvEn7SBYX5s+Z7eKfwrEvnyHrtUJpFQ33+PrNYEwAQsFFx8kKXOvY
J1PEK2fTIm6k8H/sUIyHsAT3jd5qQ2HdX9XfS9UufFYM8NRO82lcwWX+IgP2TIcvVbsSTdIZPmRY
UuRt9zxcqnc4099L0e6oaV06Wz3U7fwe7s0uobgjfejSgIq76zpkEQk0WGqZctrhbLCtd6DeRFJ3
IZ07s7Ys1bpGM4EgqeLZTe2lIbOraltuO9ct4UvFrmYQHZg5ND7DVRu4nUsGyuceejEfVaanbZMj
BzWKF9P5rHCdwq0suK6vF7MyT+CgOYABFDeoxk48WBRd1+7ieA5Qp6KwKFQPbaiPK8Ki65pdzMLR
mSpYYeBxreQtVbZ6et1dzVKtC+sx7jSg4MXYGGpy0DXXPe9Sq2vPI06CZFj5SYqvwtzqv4Os/q+w
Bkisv4PpZKGwU7MKnDhHyaF/uKpz/9XaGlyeTTTab3lwCfhxJgot9bQDGF9zpf/Pk+LY5+cn/XPu
/U0W9+dg5UvQTwTBHkAZx3gwmFeU8A2ba/PXoHQe1cWmqoVHkhMwPCwqzSsBoclr3H7CZc62Dwww
JFeYNKLYYRS3EsRqhOwa8liz50pPVzCj83Nj9vN0eIdYLmgAibAqoBeSzjNaMXuVpm4EkAdG/mDn
hwIVJ3xt9HtNxRHKDZxDo44Z8P57gnvIutZwPF3AE4Z4RJ7hb5UZkL+aleLJKI3xRtmCLSxbJ2W9
7qnYZBnoEuPEdqLdDyrZ2G3UJsdxxIFKnKUrUamRKjrhKiNQXgbIkji49FmSH+aBxrkUTOawgscY
/OemAe6y89qhw9pxSATqZHTyFyGDc+/kpgHPwtRcUa26bjuw1E7RdM6tZKC4Kir9hLqwZ/35S58J
fkv1VCNjlI8WdgN5uxXqM9BsIE9cKUpYyqectMsZ0TA7mfG7U++m+sKKfu6hF8FPsFIu2mpGdcUU
9rYS6N0zx6D6uUfOTCh5EQJFzWFDr6ZYZlDHWPi5fuHi4/uHBtjr75DC64mzXkFPZ32ETBxI+vCU
Rf380H+0tv9OWLAAF63nFW8BUMI6A5DqrCl+e3JjlB95RmFKCf/CbnSFkvp1rYIU+ymZzwy611Ik
kd73tzAcv/Ag3/eetbRrKmzQVwsTgV62nyX6WF+XswDY/Pf75XKuOCnUDrHKHuG+p3XXfW11sfgr
nRhhwYTwqYXpw/Tr56/xfSfYf/BXX6InBdBey5wcl0JhupsujJ/Tm/77hQHX/bsHdMGcpuuzKbZg
j6njTHtuoZCRTGj/LkT90+L23S8sRr4BIHEzNCjN0BIzJMAgycboV8j2c3FfTc9X9c1Smp9DVqqP
BTq8Wje7K+8oloL8UoGjVnnSgAL08NDgj/S6VHnpWCUJwOp1nMPHBQxpau3IUFzxcz98Hw5ggvP3
52y6gY8yKpDjlq87mHc20FLUxaUShTMjcKmch75PHZUOz00ERDl3MqrQrnvs0w9+GdqqNU9ZOiI6
FtZrI823dgUSsFrVF3rl3HMvpmOdNGKAiyKcPucbMe3hS/rzY5+C7DdD+49d2pfHliY6glqOu9TE
TuBwjLtODqwtqmjqpPQkWfa5msPt/fjzr51RtwKC+ncvpSCNmr3ArbCWRTNz/Ja+jjhpM+QxGioR
6XDwBEoyYLzBoSxuZboDEP4///a5HlxMYs2kA+wHEXvKI65sLkSGP5Wd3/TfUnXPYbBdOwzBh9hp
nHVBW8Je0DZuCE7Ukyr3m4mD3G0EDLnTVNNAhp8ykdZMh+qEkGiywSRXXtACnF+j0n6s5ZuZbsoU
9cr9Y2F36xRVKQkUhLCc+jX0b6W4K0/GgnAH7sPRsj3u/JasS2jJP4Ue373OYrUsam0imsHnWFNw
1rPRoRinrA4GINDkjsRQ4ejleipvUL1QixPl/DZXL4yNM0F2WQ9QZAZKngvsNuts16U5ANJroT5V
TjzYV96rLqsCJrj+tBgHkIQ8zscyvGpcLWsCOC/gWqvZY1yV+JZW0E+X5jxsJdRvp6e1FAzrAzQ3
FSXIbsGFh0e3Sn+ZwzaVn23xPkBdWGurtL8pmeMR663PUly6b6AhAROUe11puX2/ytKtzUawyp4G
68k2N4PyjBHrwj40shXqCwm1jMCtOfJBEVtLW2v4X7oDSaCoN7xO49FMu0iCwI+aK/BdVwIwtDbb
OPijMo+jnmyYw2KFv1tO7+ZwkjU1xU1GsFb0D2qItWrdS9ze0xYqSn2PI/bANuxolFmk5qBA0Nzv
6XScR9Uv2aZNDoMCUwnb9BOS+HBW87i0SixsrUyG+m8bRsJkR53GT08+9yL1UCrv8+JY42CinmFd
DHpZnw7HjMmhIT0S9sEsBRfa+DsHDstAr9tVoCZ3JN2Acx8nQx6O2mGetxA2e6TxgWt1LWlH6abX
FS8bNK/tPycJTG+4siorvUhDrtfozcGllAZN8iEPb8Nou3BxcCel+IT3+crs4abeDYEk7+EFKw9F
wBu6KhVYDEx8dOG25vaTvB5nEU0ykIbSx1CPhwlRtyGfjbwpWzh/26/DSXmbUxzhhgbu0gr1qWax
M3zk8lrkjyotPBmg/zbL/Enaj3YficJ4FMmxhIaf8/oIa/JswgSGdTO2lCF4CP5Qmr7RfQ6U+aRl
qFlUI9k4OEXn5tq+qcCQRlhyhylUUiesUhiZWPxkf+BKCTzSnRbP/V4WO50pEeyzPIbqB2Vkvp3P
vm7d4dQMJ0auGO0omVqvyyvPwT2dqsacl25fflhNvtdn4LNQzTloe8DdXVvAFNmBBNp5q8YI+mMf
9m/RDFs9q6sDLKRQgwjZb5xADwr9zlAPwrlPx/u+2PbVoZ/CEX/bnv7akE44Sbi9giz5wMo9/kzw
5/7eibpgbkLcnHIn8MrML3BuXg8tzs4joXJXxT677/c9dCgZ7u/Mfc3jRn1upwaqGgRiYPHVF1G+
a+LVtqM+eZmSF6X7rPDvLCUqgb7LLVgSVNKuKoKi2iXza6KuCgM64Rr2LIexumHVXq3WSKc9CR2q
OAlql6HG9JNhV9c7ngeDfHRyGeYH0MxI+wRaiiJjgTzd4BwnTKVm1cCUXdTPfUGwvqBSCtkFf62L
Nen4LqkmgArHUFZJ2DYQV6DoJZOclU3GVa3fQBDstdLe6HeD2XptCx9ylFTXb7ZxTybqW3A9n3h3
DyMJX8WZBCh5O+RJQavc1CkeWGz4DOPx8mmma6Mdwx6G8VT1zbSBzfyGk97VMUil0oGdNFTTSuI6
p4vZJlQRiCzU+hVwntRLSLLR5UNRup2AT7AKgck8erYqYFIRaQkcIjGnsqrbOfnB0G8s+VDb0GX7
EKTjTkzpMrAT3ix+q6jjNtXV41hBhaLprlQ+FjhXnaF0IrjbxT7dJndlm68cLvnARwQApBIJ98NQ
4VbdsWa/+QhPLNvYFBV1E62INO2Y2DWMsblLJUBCcEEyCg1K88FVawP70c53hnsHVHEm9MBqXkxe
orIV+nOW+m06PlQ4TOko9wvlDlxe19AHlzsPnYAGCnPPTnXfyUZYh+xL9IBTv+VwD0kby4OTxQp3
/J4E0gc8wiTN2JpQ+lP+oCvQ5Yl8NVZrA3XnVu+j3gBCq9Ln2qNj3iXqY5fzvQr0JLyVIUPOPFVj
IaT1AROvaY9zFyKeuTz+UqDosxxpNwosAmSuTuxMj5o1DMu71cnPINXaNceOqS9RgyCzFwoJPIzi
XRkiia4yfGaf2E0l3Lbup4aABp+E49T5fM5hZmKExbQWVRvDqPzkfSLhiNiMyHg39yhLLQLSxZV4
HvSbrnk0VRTw30rkCUeoEtsYSHjwX4ywd9akV5LdDhhBTQLHbIj0T+bkBST1pXajYMSo3V1KcSev
pqHZRxkPbHpTDDioeizyOx2TJSMtruo3ierEuBzziFP4Zvk6UrZBsHZQcybBv53qMvTXSsDkY6+o
UYGVr9ceNOs4C4gtK78aUHnWPNEEtZ5OiV9aD+mOEhrojY5jtSyAr9t9rr0SvlHgGaNlzK8lnMah
vAwqLRBopeFVsN+GutYEkj62psYtS9+VWWBGbAHRWRXNqq1+Ke2mwCPRdAOx1NoEgJ+ggsFQ3aS4
H6ZI6jt/Sh6hIFKo4ju6Cpf7ULagvcrfRxTZOcOtIfxU3DnNM7fDeryBF1Gn5uu2PeKwB0toNQ3v
s664PS8CVZKiasYoejHJm8BeKlM4DumsTY8QWzAAFYq1WqCqekeIAqoCRfLFVymc+WoaVtOewvm2
IYhemS+Ug1LSiIAG24g5TKzCVdI0yI0DigHXVbqfcYJdidUgfZhgGEK0I1PMfgUHn9zDMSF2RgYI
fXDecAmZPFY77inezFR4iWjvOyzy4rYuwym90TUfRq4ZyixhPSBrERZjaMdgMsDcvPJl5U2WV6Ma
G/rD3N0o+qNSHbSqw/XYbQPP9QwFzJ3uJupNb9uhgjsocDAKLIdD9tSmPocnYJcC6nDM+wcJax+3
QVJvGfjHM8fhLX4DpR8OSW/SFFrqQop5+5b2Eiam7g49X6td4hcQllE56B0kZP3Kot3Ohl8Cb2tP
t5EXzM2NyhNYpyT7qsY9BLKWuix94IW9tF0jPO8tFneITpTBRDlNvcwRkTQYnmoNSLWAVSV9oKI0
vmN3jpSGZb8rBhE5RAIhr3OdPEQd2SHD4VUmcDyLa988+5SnXanGNf0AKlJSDlW2abu7pO5co3lp
5yRIxSFvEIPHHcsf5xxIXFg0wL2sxbG1nr+I+qlQw3IAbq4LO9TX2CUiWIrlvStCC6wWOsB4vvjk
xQqFSl5OcgwiCw5rAKMgAoxPjnNfWau53TcG9ZvciKoupk69V9iwL1PotAAGgjnjtgFTrIXeXsqx
vsAXBjujD1QuRyMVR9Y0HksSP5+rKOvZezs2q7ELLLx04nCPJs22HgaQcW+RHCIU2CHUNmb1ptYU
Lk65P7WSD3vLUFHvof5xCTyAZnvbG79UZV0np37VDiJR3R5zSLRl3KILTOwwcvi1FT140hGRWUjK
9xnrW43sZUZOr9k4g8Ag1pBhN1oWDqXhq9MvCQucCRpwx/dT+kaRTMsgVFjZakYvk0Z4mTHfdAa8
dnT9NAGcrFulwtm1KHTSjN8WF2Fp2UEqoSosIet2gh8Hhw0Qxk3B6KpSXkfCfLNqkQh4yk5pNTcx
1IC3eajkZtCLFeeNP1YoJpROLIxN2e1Ks7srzE9TPyTmsawPSEBbISJOh2AuYyeFvERpPFqsAInx
zA62B3OH+I5qlHpXKYYP7ym3No2dTktfNMgNqbqq2eSKuY5ohYWtqSLRoBwMTj8mLHBUhGe4aUWk
U1FWpUe98XtwwPqbcPHQW+xJs/ba+MCmZ+QMq14eXmEGgZ/X4lSBr/aYILgN0G+9TyySUwM+Hqk/
m/uxt1zYeHljh8GItJw1/QHWHx5MyckgfNuAwRVrPQkJVWeOEGkP2BCMkWI9ZbUWzh3Z9sRwp2wE
3qm55aBVZlw56AaWnKFzRVPGqkawF7CCtIjzxk9wFuFUjid622tqQMJMHSfC8D6Zkd1w2xO55Vny
uuHIFks0UKNTuPCNMpytEVRpdpi6m4aRkJViB0tXD1ZgK8jIPQn0CxuNWtBnFAygaBNOWY290li5
7QH81tDNszRvHQL9mG68VAioHHgdBUnRrH62KPQzE5jv0XothrUxVl6DCqLRQYYPEI1qVIFWj8dy
HiKCyWnTHhCWzu2RyY9ldrCVcTe3gG9ohuy15Ldp0Rs1jzl9E1oSmLaKxWvwTfhMW7CyUrO9oKhx
smNWSi4g1AFIetjbos6NRkAbu8kn7KL8pH3sTGclNyQEvjzWnA3eo1KeMiOLsil0xkDT4H8K7FCv
RVNtfxQ9UDkOCUprhKuLz04V09tuaEM6ha11A98710ZVHxkgVO9geMOswByOqjpFLc6AqGy7IPGF
Yw5DelZvmxaCSA4Jq42NI/NVM8Pl2EOLLWJqPqYZ9RqI45E5FmkS2CkN8tlCueqw7u3m0wIb3B1g
oYgIJ3aM3YHe4prqbUfzX7WeHSZEGlRBkibK59yDfKGuwUUet0TpkdwBB64gaudiJOsaYJlWo3vH
jg3UiQGw4w4mQc0WrKgke5Wwo+C7ITURHZ9z5xfAfMxlAHmWeYYlDTugvIWEH1EcTGCtU/aDjXOe
macejCtDRaZ+ybXdAMaApWg+5lbE5geCaskUC68x3AGjGDAbqPKE3g/GeC+D391VpYdLHxQ2RkKJ
Kth4s1lyy3HaOtIQ9IMVwisCQgGvG5KgyTrXLO6VtPJhWepNE/YT2EgOxewNmIJjQoJufrQEUoJa
92rTXDmFggXdkSICEWSNUFm2YO/z8eBoWF0VpfUbI3mceenVRrafdcdX5bVclgen+bQb3dVRwCm0
0Z9RnjxDaz6OugcDNHeyxV6f7mfthgxJPLdqoDLMRyN2ktsZm/Isa6PEwS44bXy11T34zERw6IP9
RL9lVP/UQaUHpb+hh1YLLbJPlQ2Y0K6jvKj5/+PsPJYbR7Zu/UIXEfBmSgD0pERSfoJQqUrw3iSA
p78fe9SHf6sUoVFHd1VDEIDM3HvtZZ6G6DQ40cLp9uxbsNmb+FAnwBp1DxN6aWKtT3zggxQlbhCo
blpm94y5qB8IbbOrlTk5Jy2J1sHkbLo0POgkQBuh+julQjWHaC+sp2momVZRMTg5EMy8iBtt6eTk
9CGNLVI2D1NaEXa6laFitcNEQw7AgG8b5tDqQtNw4MnDRUUvwZB3aQbSLjCPGp1GazFMFg+9NZNP
Q9tvzdoq1A6DiQD36mVfjqSiNb7qlAvDrtyU3U7VlbtYig6CkbGQPR0pmESlk4dolFRPUgkamMy3
0f50smhXt+lCiX91RfzIVOYOVATzBmVbRJxwWW8dbb15aLtgBd2ObuHeLsu7Kjol4/namLo5xXDc
aW4iDlnBgNlSD6aYXFvvKM/Ijqp2odkcK9Iwp/kdW0TXKrSFWkj+bL8lYIqCVQRuBB83ixiRD/Mi
Y0JcvJUZsvUrkhOdu+Y9Aa4xdZ3KLPPq8JP0C3Ct0G1Zay1G9ZNGtpO6UJn6ms5HYEUXm2g4Cmij
t9dmT6tSa/so1bzKJNDmKqVp/Cg3VrnjN9yZJT5Ly1xIrbU2qiOIo6vw6rESX4X2OiosspMH15Hi
pQn0pg86DT5rgliAzkajPV43no0WtmvciozuOTAbNtnPmY2zQ/KZBOExl4Z1SNGakUHQKykM5ISg
yOxzrFoXajrhA6crLKJwjgm9uyTq2q6PDN1QwWBtVvyJ63enDXax3K2UmnNHme7JrPOt7FOaV0Zu
LNVgk9naaiSOLpqblcxXm2jUn6OxNqge6I0VbfajiTBEIWub2rLpa0svycN1ng33hfNWKP2xBI0y
DG3RD9TqoXycubUOeWtLFENsveTzVraeByg6ofSnnO6BNSb7YnipL+LfjWrvHVCh1DpOrbNMqakK
kaLyflON9zzYCpD2Zi26YtUSb4YWWUoPKZXc0L4kBSGx/ULvfUM+BHFH3l5Nff6rwEg5icxFxWJq
Yn05z58jBctMdzlixq21+1QRfg1AnGCqZCB3Al+Dti3uciE9Nxhb9mlxTNin64zwhDzbRKSZZs68
UBLoaNWpGEYvJWCypC+dRy+n04b7vQ8He29F2pokaw7pcOGMb3nX7+TgropjlPh3ZWh7Ut17nfOu
tzquWfEhYXQhc7+hbPL0h02np3eSUVMZf+b2QLbx4A811V/ZeukweEMYk+sTAFc+BnOwduyVzYzL
JNUntrJd3jwRPu86M7VVaex6G0mNDJLbXftI41BH09ZpXXQBbmPBTTdzV8qglpCfNsFTd1J9X41s
4k6zMKPWL8sRqElB/CDcnKpgrHUQO4ioBK7UAx9graB7QalM5dSUf9q+eLLCqzV9chdOli8TNhua
jmfUgZdXgr/ae1FSu5Eq9sLmQ8nTfTgdSVQ8J/V434wFSns2sURa6kq8GsoAHABtfyHWKVtVY71Z
Zrqo4b+Qi4iejjKEzLhIZd8wnzt0WYqknGrdeTJwdQGdeESl6+L1fqhn5zEtxEZvlUOnD4cpGFct
VFoZZFuVNnmG7T4A5PWvJ7pENV741pgsskHacByqUxPRY1KOhcOhm36NZ7vTdl3Xvapk0LEjUT4G
YhkSq7swSwM9sHSJeiA2UkcXpOS5RqTey41N9dvMHPB4MlhDvBZT8yE71Sq/BtHJSPZyfZsrkt+V
hrQS+dsc6DsDusFkEF2S+ipJpCigEP8T4zmVr2MLKbqejmqgeMWwLzHpGF81a1ykwYMRvoSNs+2r
dIe33Ws0s3M7YtXMk2skLBDz2R6Iu1E+6+G5Jp9DjyxCewnR6QI/Sis/V8Vd22TjwjKjM00J7ABv
KGjUnZeos7cEe76PAuquWR6m2tgoaYOjhCyli8TqGEkxh6IREmxEaQIPXvB9Tb7QJdeq95Ii9lrD
M54u4bS3pbsx4ZWt2yiPXDl8JAO5NCnznY6YAhuvCrU0Pd1oCHOZZbduTgYebr2UhBRRhjsHx3Md
z5+VvqqaiigVCfStpc9wmm4p6Psj51FuzlZSnqS69p1U3RbtBH5dL1tsfUINNtR4cShX29rZNpVK
b8YXZg8OhkHVwozfRHvJAS4CR93KnQWyWZeLrjGomebSk/Rjkm5CSNtXtG4ZNuVaVU/6fIzg4ttC
eCUhDb6W1Rl06rMRImMZinf7qmxM+2XkqAzB+uX13wmLWWrMqmr+2TEkuP77VSsalLM/UwwKxV5U
yNS6uLj2PbglceG8VygRMzwl9Ssfe0Nk5EKr9x0FQztHJ4v4UsmIwFKNzzEocRfCiqbNbdckwHc2
75EzeiljnXQnckCYhlJ61JpLW1qrUTQLwdQ5GOVl2IM/OXchgcMypJdert1u6i9EubxXDvqDhhzg
/C1g5Dp+Gs2DFXzMPcekZC2JPV7VOnAwXh9D9duqHmprmzsDZ27rN+IwRsWy7WNf6+9MW1pa/PVq
/kN37A9Gte3bftU6uofZKxoKZ0EBsOt6cqQOdZOswumtmDaRscvVfJEXe8d8quXWr4SyCAm5lEAN
Etm3ZbSaiurGpoU0/73l26+AeBVmbKpDHV4CGE9oKRRYX0q0iqXmJR7Up0oYGctRrIC+zrm9lap1
aoW+6DaTMb/LlJ1E8mI0hQAy3ARiHdT1upcw9izkZRSDUvX9MlCMpcxCmHjYffR7TIv3uM1ZYZkn
mYKj9rc9jW452k+xhs2kY6UXO1FcJYVML8E/mxP1gCHMMkwVauvtIHYcGxs+8FXXyJtGYR9Ih0+T
Xapsq/WsPIREl5jcf83Tn+IeiDGwvMnW37tugCkXn5zQXGgDZ7RR4KZVAiDNc7EuBjv3LFn3xvlE
UJDiOsB94zj5hRbvcW05kRmzF226t815HcXqJpDktVzYdHX6PoqLkwKRq+vaVUBPMOT6sk6HtT6Q
PMLYQskOofaYEgacfDjJRyLeQ44ABW+TdN9p76UAau/uQuMozNNAz1bgFRyCRAKYSFLmp/NH0j47
03Paf47IrYrpqA9rMHxogrK9BEHVIsM3U2QKh+v4ulFCJJj3DBSVpuAK96F6skFlHHkjddtRnNLm
EFZHPTso0SFWDvL0MapXP+8Ln6E3VOmyl6QTpqAFW9MsJ24WIExOxfQSIexsreNg3GXXE/ChjtLz
ZNKQ1rmf1YPLw/hdlh+Nsaw06I0tJ+7oj4Hjj7HLTmTj4BJdTOpdAxC+iPD4JFVbq9wZagoGgVtL
pwFDK6ttiau+tpeTc59Kd00PelQcpEA7z1qzNzjSQp1R4BpbckZvq9ZANkz1P98bYhPkn5iUQrfY
9zJJwuFaI2W+Eock8VvpaYwfm5Gg7y1QQYFrVCquPjXtTjVWleZ4eTltaf8z+/q+d72lHaX42HZ3
ho51CdNehmkh6OVOpNuit7XXZFZXqIt2Wfmmjs5e6896O+LFXMi40TjvfdnfGSQNes7wbshPXaQs
6bSWoROTeEjcVecX3S/2/NMcOmtd0g5Xe5ysP9nRc95DbO8fpfgpZ17UXezKSyp7q0dbm9J8rVu/
JXExXotkIzWt3076qpWPSn6HlJ+xhtuu7AG6aeiHAYY9rfYw5YqbsR+LoOa7PWrZcIrTo9VGPgbp
q0wNXs3oFLEjyAYGP9SIDAxo/Ox4UVirZkM7k5u629uXXso2kkb/I/ODKpKZHmBK+nIPKildqvB3
HuYfTl368+DsZS3cmeq8VytGz21LKrUFtxcD1ow63Ilt32D7juulyfCRJJQYFOCS0pLqRbIUBFo3
nd37TQRvKdI8dXgkFxCf4JaZ807uPtRGLOFNLVSgjwwgw8hlr1Oky1j9Rn5Vt2AZFX9SJI+9KC92
f1Fkyf8JT8G69QjTo7BtegFRMCPru2B+/4332H/zaiznhpmUjHnJ+cd17XZZO4fK+hEz3rq1BZPj
WC6NiesmDDL7tfxTwuQNBakgwkytbBhgU4OZNK/oGybVFwI/y7khGIV5rY1dLnEoaeYmid8GafAV
U+GMZSKr6qsxrd0wU5e588cOxksWtYsK/DV0Gi9E8l78MtP0m3v54p3cenqh8jey5Po71gajKS/9
2au+teUZUmHaackrkfPjxCiLAfiPvk37ygn6eD/HRdgSJvz/7Nl0hjjPUQwpXp/48XeEn/+mhlq3
9jux1thpoKJv5rApjHyl2Ufa9kWQzd+Qf74wqLbsK4vxX3cey2EnDbEkcDEFrqvdfu5WYUWNzXB8
UDZWIi9GiQxCTdvQMe5iw/B19TmYMsrQu8JhtjKwD4OMKEF5lJvhrsu/sf3+8tauH8e/bi0b0lmO
QhjHOag3cbFo1dd4D4RVtU/738ygN3W/LrpH2D66eaiwUDdxsZBqCxuHdJHRQ9AJkQq4D/IH1fiZ
fNe6tfvhdZSACQ42tbkH5kxS6s8+oSuD6l+/bW3nfdvKMF07RrOT+qf/mS/7NW/6fy4syqa0mpkL
6yupW5Dh87P7vdktLJEquuSYWDaqrqzRhno/uu6tx4/V6Gkt4obbnVQvhH1oAIP87NI35EAS8dRi
7lEiFt1Ozpbx+LOd/tbPJyJOoAiHadopH/Nz+fvvN6v9N5/Q+j9uPrEqWcZksR3rsLOgeQzG1Y0W
+GScYwbX2V2ca5SAwcmRrjNrjEEa5osi21f6KyMISdrryTammqgSYrFUfcMkYpmSlFvPv4sBW1kx
Hq/T+Vh2VoPyIgfvQ312VHllSg9ROECI2iqzif0wiylXzn//ta7P+v8SNC3rZr+x1CRSVBD/XSYu
E14lohnIYmjFq1bV73HFrxgF488+0Vufnyk1cjOr+ZSs5G5ulpb99Pff4YvT6daSRyv0vlD0mN0+
3JfJtVf4+3W/2O2tmy3A1PsKr02ezSCVbMSkMEoBwJJNAvh3BrH/fJP/9fxvdoMhkTW5NlgDiRq5
c3Eqyr2sP5TDW5c5oIwBA+TNoO3bcm9lb0V7x7FeFs+1JEF0SxegmEDXmVvWH/nw5kiXwHqO1Vfi
1c0JwJZEDZLQ2+vUUsJmJwTaKbNlWf/RmJOShG2qFcf5Y5w+GbEHl3lhM7JJnJWC+ZJVR25nHdR+
ZYl7GRxR/hUnJ0P5cOZX0Gd3iO6U8X42r1ls93njHKVmNybHuIR2UNYMGd8q8B2zbu7DQoMXCYMn
PGNnaDczGbvlZdRlr8qfhmBbw892tmH/jer7C064Zd3shCaisC7p8SS6enPQDEJ8YlSDt+Y0AvSb
kB8d1wgVEjdKr6IT1gHfnTD6kf0cybL/u723o1NKAqHXbqwPYbAW31Gpv/jIbz0X1TLUIwn+wK7/
tB+qb870rzY186ZQmmKptIcaun4xPBvEi0IFBR5zcd3SQ5S/LXBc3yzHUPGUyVzI8kzCNBOJ0PKq
dhOlG7p90a2MbAI05GEz1bAM9RCW84sct3eOXsA2ME92EXk4C64UwOUxNjfhvM5DzY3yeD+BJ6fa
PiebJda+U3Z/9ayuC/pfZ3enZ6KYU4WaYIsDgfiZC411a6M1tEyzm4jLxkemcfF3jin/LVCxbj20
rmEDaZ7zxQQGY7nfCCfWZvPDs9DU/vdRxK3omxrvuV0848Hg58k3hepXN32zNypSjuK64rpRmLvO
ANIBmUT8LDvRunVrkonryOUe03Llg+noz7qNW2+lVlKLNhvRilgvwYP56+9nxBef2q2vUmqGrTRA
07l6k7SJ1/6w47p1UjJFWwbi+gTml/n4ndPHFweacbPa8x6fdj3IqeWcetU48NHhIFkyNAm78372
PG6Wnp6woYhMG3flW+8Vf3520ZsiJcGNWY5tPrbmpbZ8UJyfXfb6Tv+1TeRNTNNdUifCYmTM5bz+
/bJfPeWbJacaYSMJVaWF0/q1BQE4DyvXarWVln1nwPvVj7hZfamKt6YNExdfeYYSfwbzlBBU76Tf
OBd9UereOhf1chJpktKxf05iP4bDwsnEzgbOnNR7xDw/K9P/8eT61+NPMl2YY4pzrppDM187Xbj8
+wv4Yk3eGhGptT70U6ugqX8KH6Sffdi3JkSmXjKwlRkRGEqwAdRH0/73u/1iJ9VvFqUZhFhvXruV
OF2nkJyor8qo8P9+8a8exc1yVB0ihXPUjle0VgybSfvh07hZkdWUGCDjPOK2XU5Xvvji7/f7xZd3
a0WEhUGt4h82EQkHKbjDuD6FM3eqp8QP9PmbH/LF6tFvF6iZ2mGX8EOARa+8DuYLOqwvrf3ZQXNr
EKQZ5IWELZ4OZt3GC1NXvBK64d8f0Fcv9KZfCA1bSXubF2oEuMHh/PBN1fzVdW+KZhs/8XyauGfV
8MSHlKz+frv/dMf/0d/cegLpnTCc1BHjTkYTNuEJmMBJG8N9gjurNP6ewwHGI7qiFq3GVHvSKCPh
2phwLmV1YTLOykrYXHemakMARuZRR6uk0hh65isxP+rFdJ307yJbdSFLXt1BtSp6dHLdtydzVc6g
stpKMQcPwMzVsdAIil9XdYSUylAV3maaLNIc9iaGfeOc7XS5g6p5aaF2xybzc9xkc+udEb2v0GWF
QH0mI5coK1ZzNm7UrvE7/P3swpNmc5+F08ZJ+OP+j8EwtXuclXAZoUwa8vsWP/9AP9sqzIRcRY/6
iIEd7IJvqhDDur7//3rON1gKUmFFoTYVOHd3aG2fgvHRgG8kQaAs7Us58XyCN5FIK9XRNpPTLbu0
2U6tyQxja3UTc3mxzq1DEeBcDj9Vx7l8dBiVV4vB/n1FJdJy21iIidRydbUgGTU/hQYQyluogqtQ
R7DDn07zXZ3+TtR3pA8oHB4KBoeFvp6ZPY/9ctThscwh9oaeqHMvhucdi48S3RcWRq7etosMsrA1
juiA1rqSLFOmGzOkpIxBvfGb1GhT7LT+dcicVW6LlREBksDQnn6V6q+EpJJRbBJ4Gcpdly0lB94N
M9tacZtqM6qfwPSuMPvHtC3uKqnbTSlDpYFJJSLlVivdBkpZAMck1fCAFU9TC1N6uJ+gzIc5TyI5
WszkEKjBkcIFLcZ2X+rPbVTDAdPXWaS74ySdyw7O57uiTIueZrOKymU6p08j+d9Z/FTOo182O81c
ljKzevwce6XxLP5Q5E8zUcjCECcJBXmt8z+r8QBDVpI9DcJ4P6kLlkFlHvHBWozV2qy6RdOeCNBw
i7j3Nf0jq/fGZHiJWbiaUJ6LtkamCCeduxpi7ZeJjTtRU+vYwXVdDP1Snkm2RpOSR+15rKsr+0sz
2vM0dJ6NkqJXJQ/exmqM7+FNW3nhZxiUW5LiinjYDLDwQytziZWcK2InonkjIbDSjwTseRl0dMdI
CcqwXYVbMPjRNUyWIYSKdR0w+qoeeHrQbJSgXQ7CxOnU2SpIPZ1gRFOV+5HVrXtmbV0c+RlkhbQZ
V7X52Q3BMo6ddYG3phppH0UIdRqBVsiA1s5l34xVr8guU6NdLWJcU8Lat8mOmfo7tu4npAyApC5w
CNRUh/y83LWtftNFhjtddYdzAJnoJXOqkz3jycQExVhI6BEk6eAk3aFi8FuPfq6/TMTvzvHewv6u
X9MI3YOX3dmz2CvOWYn+jCFqTQVKQgWz3SjdUX+Qhdg66QpEiblosDLgW/CjF2O4ZEqHB4frwEGH
FuS0RDgchCJDFysgYda+yOaH3kYQVEMblfVFwRvTi+dmfJb5EqFGjQwJgiFw86CEKpUv2lBymwkP
EmJfZsdaaOIZ3+M2jtx0RGKSw0yd86XQtjI0B7OLoLMxtaxg+2aIAN7LVENWuKkTbRFZGjmJ2Pzl
KBubfTyNS1ygsB70k/SS5jbEgT+DZi9IqFHarVQgTgcnGgde+GC6Gn5Bmnw2UF0j3ME+XMU+qzXe
2jJfRkwz7OQhn86tDME8dFxeBhyrnYpi2Cng2zt8x4CRXfos5Q3ORBpaDHWdCfsUGs5lsHbQt3Jo
z1W8FTiaV+PSbMxDzwZttS9ShiYwRSsat55cYdacUFrhuMXYBPZsFqV+1r2MBuuzh6ZD4sig/cGx
0VVlBFiT7lXGew27tRufurFYybHF7PWU2thm2mvIQUqXun1EduRV/Dik23K+UzjClPi57WHFJ++O
qa+ryoRu2KwdSwadGxYlUs7MGBaSzKJD8HNn5qcy5TMejYUNr1921pNzCCzi2loLx+jSHbpHW4G9
CcfeK9Poj5xk2zC65MzXWUvXA1EYEKCsZ10UbJGFP3fhc8C0q4MWnDv5wQzf7BAqPB9cB39OkA+z
mCANVSxR2X5KYHoUROiU6Xxv1vJjDid+ypEXjwX7cuK85RI7YjSmzSobTc/sRrcxwJ6NpnxtBnMz
yHtIqRFuMXg8IB3GgdQsllq864ZfSnOIs4Mqv9piXCYlp/LIULK9WuaKnapz7P+eunrTVtoqTc5w
Df0pKA50AK7OeyMNpkkvRoUnMzLAzoFf2zE8CvK1YjmHRj0Mza+aiXwo3A7zerPDxzCs/MneGM24
qK3Hzn4DW/KSePBq88nIPzXzMiSv5IZ5OlKSkKKjL35Z6BhmknfU1jo1yX3VEpcSXpLmKY+XrKiV
CLiakcWHMJ3uBZlgsbRNhQWXjh0YDi7eqi4TF4R4Rr1IkxZNsL1tC9kVOeSBvE38PjkHZbcbCnQa
cHFMaN413E2TyoRmynSc12A6y2kBDxcCSxg9hPOF2/BkSEeyPfzShmDfyCdJfxTxqgMTRko1xmKT
SVsrABN2DikjpAoS+9UuJZ+sj77kxBn+lGjz4ilb5v247yykbg7rt34JHGUzRkxZW5idEh9rJsvo
ZYKFwZDuGmkrxSOlsKBQOxv9dw56X3haWLcebxHhiQGCGLFzpmPXKl7M3tw2KMPrT10kq4LSqoPo
EjcFIVDI2dEPkP7rh6bkigjtW/w5q/k5DTjcgkuT515uhNR5qleyPJMS3NHedP0A6QrBe9y5TSSt
m76EFe6g1bw4GczQolyaHaQqiMF/r2x144uS+R9M9V/9a9lFfVpFA0jvAF8xQ/WOeU19itR+3Uq1
F7MZozReC21VV/PeVl4b+zcc2IWamZ5VDotoRnuJEKuC5TEmBorsOxJGFjOyCDEjIJX8Wu930Arj
8ZRUmV9hOW+m932BaDVRd+2VS1hRoDLq63RU8VblZsVDqpw6jA/mTnh2qflyMHn0qr9zRKhOOi/j
EFcqhgbTicD0ZYmQM94IdGJxd2/AYtImMojkxwFrRgsxSRIcsugDKq1RDVthnhPOqUQUfkgvaffW
IUlhpIHmB1RWCNiYM5QpMYkC6XS7xSlIWeR1jKR82SC5F0ynG0hBbAdz8zbXOzx/qISQK1vlsyxh
fQ2UeLWh7aW9UYfnjo1rQgkwtkunPjjGsWm8Lj6p5byWk83Ee29RcwUhrGKpXGtq6EJOoy7YBtUq
yDaqaF3TjLyZ7cyw4HMitrB1yNlK5ev2XcGmLNf9Qu1KdnEonwiJtHe9P4v8HKE/A4Utr1B1fKog
yuGY4TTOMk4pQO2VZKJT0+R9nB1n6Y0jA0am8DQqp2o4Twlz0nApB4eZw7OpL/Zse6G6ksaFOFvt
oR7nRXCdtci7cD6pxYOl3Btp49dJs9AZksf9obdeWnSZ2WZkWzMplw2FL/nKi8dPIOW9z/GbjdlE
iuy/vQTiSZZPUfhraHZx8hygrY75FnK+P804VuEvp0FLxYWTh7KJr4nX1BpsuDbSfUZa5CsEoX0f
ocIZLXjLBKH5PULEJpcfxuxUMle3SB6AaOvbubpxVGVpm8GZUG4/dXYEYdhps6wq6Pequu/KaFPQ
/QRQxMvMhDnF63EmxgX1U9m+5cGljR+V3NkiEsIQUHsIxv5FkqtdxpIurY/ZHE8D2Z8kLxDz5hUE
n7XgT335oHfsEDJChqjcBrA/tZgHgFo6lsILBC+3RSY6yBwC06nMA6LKxsUQHCfSOyuYbvV7oJwH
tVw0CDEcC/8C/dHAoDaPUcvK6V6vHods1Y8vSTp5Zb/FruwaFErZCgtLZ2NUtEPBUtSqE6nDCxYZ
Gnh0zEQ3sNjfleTcU17IvH3nEX0XuSOdeG+CncZUWL0HLqHc91WIxN18MPR9PIwr23Y8HEA6eTdx
fuT6W4LSYXSedPuPQqSfGZd+OJRnSw8fC8TaMTYjeKB02MB7fQA1PuIESuk/Q7y9V/xHJcPUYYpW
ufIRdJNvj5QBsMLdRl/r0WoSNUr2ncIQMzPpfdvnNCkRRKfw5npE7dgwDO2jLbU7uSQ0po46emYz
WM+U12XfvkQYZJtOjwYrWukORgZMiUw0iEMHzzPv/BDVQavXD2bvbPDUPwpU/dYEqzXzchP7NAXh
neK4goid5NqKC0oh1P+9eW8g/o+C41VFg3lKYC+70WE2xzYeolbGWCCfoyWCppoeQFyLOWL1HGlc
RtB9i3D0bEQTVruN5b1aPo0AaFo2IRSZ3TSgIkfLoZj2uZrJCbm+T2daFcO6HTbXQ0jN6s9Yz9ZJ
oLlIzl27QRChXyYghBy0SUKSNWehh+ADy4pN3EODNtfjuG0T+87Sc4S18UHTMMnNIBXWnR+FqwTT
FbvNz4GirzqUMGHTHwNd2+KbtpoiqFOCsLdmXM+6vbF6eddmfI/sSDZGzMJ4lZD9BAUbVHsOIfg3
zdvQBEsrh9/8QGZPNQX7qbAuWSrWig3zECOcb46zL/CDG6AQ5RIPA830bkJYiC46av78/cL/+M39
FzJxAxUKZTCFrtbjzu67RzazY4BNz2hSh2oYQ5ARNVH/2zmkT/sPdg3UIKaLuGw3S8pdOtobuZ2f
IvszccKjE3z+/aauP/u/7ul6pP/r6G5mp4Y/b2IblumLlCLoSlEWVen9/fL/uL/91/VvEEY9tYeh
zhjpVbLmdbP8KMJtoRJVJD5j6RL2CoP5jSJgGndbwZnYT8kxs471t/G7/xjy/dcdqP/7G2JQXpp8
g/yG4CgzCnt1ytGD1D5Msm0gHFQXpEyWdyM5CjFK55azKlc5ZYp9V+2guo64Ktiq/DOsX7uBLSOE
YHHKYHwXSStFPM7xN/gip+sXr/IGuLTMAv0G59UO8f2iJmMXNA5d4hpqxIXmGXFIsaMAIsojcwum
/kX8UWcY1SuePLeXkhNljnSvRqTGWeDrSKVHdAtZQft7GqpXLdSXhtkv9VnfRtXgR9KrDkO81Ow7
p3wR1eBOYezn+VM9W65IUcNVm7bdB9NT0dUe7kYOililu2uSxM0xFWkAmuvgXrO3Nrspe5pbmXuU
f3X9nMo98BreNh33gKCM3b0tEQSls2tVr1iFZAFqtm034Mgte7BA+tyieEQmL3XPERvliOJoLPMr
kuAGUru4ugzUfUVV8Z5GFIspRF0MNLIOZWhkHzpz3Eg6jP6rU4dvZ3tH9hGx6jNyxfoYlZt2ClwD
iFAFhxi1fJ1gxJXSFpQdYnplo1fpAkM3NKrl9Jh0pdf00QbDVJy2Xi2Nsj3epPW2AmIjaikO3+fx
syjDXYXQp47gT6NixKFF1VaG2DvYVZfkGjAi289zfGzimNOYup1TVSgJayX3whEFuEDOGK6CZWgo
uE1ZvGqkr+NroquHovzUynqd2ZOX9Vd1/7aKHuJmfk0FxY+JbtBUfFpOt4o5cZDptcXDkB7U9ABR
FHOnIFk60y8tV/xJTs5W98eJPnQ18iqBeVxuAXwk9FrpolFldyzWUnXurMqbtepTtMW6k2Z6tldL
30EkR+7a7XNN8/EzoZHXXVyVFoOZ38+IyQV6o2YYl6IMAJCyPYK3fxLGwyh7tSEWRFnp99VLCkDc
X+WVGClacwKMZO1y5RjNh47qsZnCR0N6npJm5xR/rAhVrZF7o1b7E7qCXjhHPdK2Xaj9ijUQCIgb
jvxHGjS0x8RqtQa2tRVB688Jui3cxfpq6eCvUeT6fWLJ38xBvhjmqDdnSp0mA59MIKg6BlDDyxhG
nmRDIYlQx83fMRy+2Mtvfblxay1UTITErksfc2KGjXbvIGv9+07+RY93a8/tzAVNCpXUrpTXSUhg
3jh91z/+976l3hwRVqjEOsiu2I3toR8unADfXPj/U3dmTXIbSbb+K216Rw+ACAQQY9P9UJmVWQs3
iZRI6gVGkWzs+45ffz8U1TOVyFTi1pjdhytTy6QuVnrG5uHhfvycv6hurTlxlRbFkLtkyjvoIXp/
hhkMEjnEjnNz63r7i2LDE0L42fXpuHnaJLPDwtLJUSYtGoKKdNlDDGVJFP8amscp9/Az0U5Lb3d9
Jf5qmVd+Pp8t052WYdXhF+EukSE9fVAAXP/0v5i0NVmul4RhNnesc+CYKJE/jnZLAyokdMO36wae
Nv2FC3nNnBv7LUhaR3ADqmnx1PdRHb1JSvmHFZCkR5o3wrO21le3H3nepm8y/5NX8yRZlPBouINl
ad+VEIcF011S8qI1iz+0yu5b+i0p3h3q3rqN4/QxJ5re+MZ/tcorJJuppsD0y5FSIx2GKqSsoIpX
Q/o+CT8P5adgbGFZCz7PUHJJSD90AqePa0Bp1t4YA6iuktbOhmYkrzApKX3Jja8xJPDXv9tfHctV
tavxYwt2OY9cIrhDLpGJ/OD1T3aW83dpnRZn9mxvV7yDrU6yE9o8fpc507HKglvdDve2mo4FbWmG
Vd40RbqHuB6WH9g48uI3TYOQRVI7yO+8eNjF6ncrBklZiAeqTTd+CCY13hXuH0GM507eVwtRCWlN
yyLMQBPUpEN4gAsqaKDTMqF085O7xmtvRfg58b8kTnlLf9xdOSW/FdN4lwA3TqN3gmJ+jsxqp3/3
fblr9DGPoH6Yxz/kKH9BNZosgdiYlb86HitPPiU6DCoo+R+ttCAJku5GCIMRe6OS+yd+/T++jv8Z
fC/e/Zji5p//xX9/LcqpjoKwXf3nP19HX+uiKf7V/tfya//9x05/6Z9vvvQ0vhfrP3PyK3zyn5b3
X9ovJ/9BX1nUTj933+vpF/rR0/bp4/mOy5/8v/3h374/fcqHqfz+j5++Fl3eLp8GiWb+058/uv/2
j580R+o/nn/8nz978yXj14719/zLty/rX/j+pWn/8ZOhrL8L10NX2gJwaAnl2j/9bfj+7x95pi0l
qhm2azrmoombF3Ub0uNi/92xXWlrxzOV58kFb9wU3dOPrL9rj8/SZDKFdBAw+enfX+1kdf5ntf6W
d9m7IspbmmdO3bHjaFsJpRVf0da27az7VSZteXlJfmgvoJBZMgAKpjCIpJyRHulns/Kn6eemVtqN
P2zxdW2HQZuCEZ8eTcuOI6QkungfhH1IyROyu8qBijDteuOGM6D2upl+t5Ow2dlJCsvgaB/o/yvf
pZFI9+BV6I6ZEGCTThDvkrY6Dt0cPtpJLm9VNgNkCYyOdvvikPVFvC+TGsdiGzCbegmKJ85sP4yz
Gx7MiXLZ9aGdou+fRiaVcoRta0t49hqx5ObkhRNYmaFusqh4CHITFtQat7ZDT6cw4CxJOw0BfQdL
x3XLpx7035Y911m2mHLXgBs1zn0LnyFZEisPbp0+yyHUkVtBzlOK/3+86ZMZB8lTuu5sqRxz3fRS
DNqKOk3P5+DEfb2vHbO8Tbqw25u4TmDqqqdcO7Sg8ARET78iRBZ8nsr5YwXFqUvv5yB/C8t7FTf+
wcjHrKcuU4h/hQir/zzqmdSgJYe620d9EVDZ7br4EbWx+HfohOjUd72CNHmhxKOokva+o93h49Ms
/j9wWm/773Xb1d//9vpL2fyNMtO3Ly3e4v8DJ2Yt5Op/7cXu829F/r2JTvzY0+/8cGSWtP5uWloI
2/OgdbaXEOuHH9MOP7BM0nBP3shaIvg/3Zjzd226HAoNYYEyifDYvn+6McPi80xX8ENpQmTtocTx
Aj+2BDP/s0FdRKcdYUplm55p4VzWG9SpPek7nXYOWUZgsVdWAAlVMkaeeNVDx+ze5uAtuzcDSZvs
rgpNOpK9Ng3mjejWOk1j/PgeUoA7RbnCdBnzqY8LXRP6Eb+Th16krn0ME4L5N6bqkxGOxsr815TT
LAwLZJt+nYUe3wzOFBV7M63C989W74K3Pb3q+SKuI3BI0gZ+wMx4XDvP4yC64XUDNZw82FXx1TBt
82vqJMNnI29hBtPxVg/Y2fxjzmU9NdeVZeGPTs35tme0kNPJQ9i6NmQhvKNDG9VaytYhHejm2AP+
Soz5Dze3nDslfe/n6+M9dYQ/xusKy7WkBHlz1t7V2GGqKjlIeGlTfdBpl/4igyZ7UcD6pxUuXscT
0tTWsp+fz6oraJmfBotZBdbysVDouwZpG2/0niyTdbKZXUctt6QnbGbTXOO8CzZvEAyQKhZDA6LE
bKClMVN4IsZ2qxP2fNqUxdXFWBzHtr0lOnk+oEbH01yADyOrkSaPTt0oalBm9OH64pxvRubKcywu
D8+zuP5OreSDVeq+NvrD4MbtrSpM96E1JOQmOQmfsS+8jfv4bFRawJemtSuE4u91qwDsXomROtTg
kokcG6yz2c4cyy3pnrNl0qyPUtoWWkrFxj8dlZj15DiF6x+apQ+HJv8qIRuJWixcIZFnfbs+h+dj
ciyOsbCUch2p16kMnh6e7pXlH+Iuh965r4JiACnWtr++3I6DS7axxZW/Lov3Y12orqNqUZKG+dkz
UzgHZWL+uHFPXgnPg8FLo3luZTV3tUuFWJaEA91ChlIkDgJVVbzVP75eIS4DlI+lp/BIJuHyykoV
xsLuoYuiAlNOr4M+6ekDlDm0kGAKr0/bBVMe/sB5ita5hpafP3t3xnmQJXHdDofGz2yQYUaKqq/Z
mZ9oec5femoZF76BvUDh27aoNJ4aa+EgDitDjgeh7WSHEoygYS/xNl6LT+De535oMSMtwj13if28
dWcTTU2ICZhQvOeziMShofQPg4/r+FAa9DCESVWbEGvzD/kQZ6FvP8qmRICuG9I6g4Cpg6vSa2aI
SCPfhJo4bubyowTdD8VQXObdb1FTFNX7xuN9euO2CZC6DFbNiQh/KOdb4aYlxWAj8va11GV731Zu
9NmiDWg4ylaCTuzqriYRm81W/hiVpfbvM7NZ1AIc3R2RMrWy+0EZbTfcJL1ZV3cTj4XfbLOv4VWv
yeanrYCf4fpGWMFkeOuZEp8tXctTNuI0Tz9/thOsSVYJjfbDoUYDpr8tIrszdkkWFzP8aB11yT7M
iuFYlk1W3BVTSVaGiLh6XZu1Yb8LigRxgMytNfA0CKHr/jFICvj+jNyH722kVEL2tXZkdtuZTgH0
MPPK8T7Ocme6E/k8khqm28Y+1sIp3yembN8Cbmkt6OEAoHxQVdW2lK8Kw4+ow/d5t5Q0k/5bAz+b
4VGLruqv7PESxJ7SZn9TBVMMmChIthohzw+MbVJcXcITbTrM1+ke7jrfjoPMHA6ZD1ixQs51L6vI
A0qTbmF8lo863ceYopHU9gjJHAyempoML8wDG16vpLJgVm/ZIn5fzTBM1sY7s/SKR0MK/cv1fXBh
fATFXODCFlC4rEMFIWBuLaCyOajEMG8jpI4ArEjfunO7Mvsz6/KX7vSSMUnIwF8ai+b6Gg+aPGSK
RxCAY7cb/WG8X+bhRnSxt3/xuGzPMTX5AhaOe/10MpvEtpB6oLt0MvQC5s+Sz2oYs7shbcTv102d
PquXk2ST4cAINzi1yvU1bvpBL/pyHA+GE5OhnFL9UA7ufBflmf2qMA0YxjsPoJg9xcaL3TmmPeV4
LDxY43UcH/dl6npZPh7qDFbHvShAcIG6qKZ5B3Z66G+vj/R8/TgKS4zEeEHwr81Vnq7toushPUXb
nbyh+rme4QvKkvxllZBlToXwiFYIknmxcV2dLp/yoghciJ4Pdud8a1raUFpjSjZ84KXheAyEC1Et
D7PVduRdpFo9FeahiODyq2pFexjZgh2cYe4L4/6n8TwztTrbRaPKIJoy81D2lqTGF5bHUVvqxduB
WSPWUxbLRKJllUAlSso8s/XmwzxlZHSctgOHTNuhH6piY+7WkREDkuZyhZjCEssePF0gSgnxbFWR
eUAhWiCYQbmhlJWzcYrXEflixcKBL4lHQqSncvyzSwotlNZs8JcHO45z5IfUIJBEKc3oj9qamlsx
zTDIv3iPS0trTTxh2yYn63Rg3LrKzCplwnFt/xoYUfuImO3vttvUL18sMgHE5O6yx3mtnRpysqmB
eK0zDyqPpg/9FHQP/dyCoVpaNV48JpKzJluDM2shVHVqSgr0a+bZng4ygMTmLgjd0j4iylGDxxXC
H++um1u++elFJnha2wqaKIfM8LrlkgZgo8gKZyZq1rDc18g4DIQA141c2BonRlYpjBivHAlvxkNY
4UD7XlFZcESAle6m+YOok3xjX6zE5Z5cEgYpJfLWFSzaahLzppyr2rXnQy2gKgU/lQ7DrY/8G2Bw
K1Qd0M/c8XZT2tmcvdJBsCaSIe0mrlul733LTB5l1CFoYLJQ/u+TrMvP16fkfN6JJhXvoeXR7+h1
dmMSQeSVBKWHJh4gl2zKT0qMYmPeLxnRS7LGNV3Lxt+c7qUa+WXYSpBtkp5ZAbV0/Q/8X1s8S/ps
C+FaCIeWhLFn6rX+LUI1xNyhMRwmN+W1mk+3fjod6zQ5Sno9RpgwR386uKG5cZefXwnSsgRBMS7A
c+QaTBAAUyxSVxI2eBKRgsCP0QOTekepYCuyPJ9IYhtyDbhPS/MCXN0+ZUWXUxVVw0HTMHWcpt7e
V07k3FzfE2epPiozJpUM5AhoW5A469P1sgvE38pOAOdx4z8yuKO/AVnODirQxi6a5vJV0E3Fq6Yt
QEjbo/02N/PNL3E+q8ricSaZUYtvYa72zOCKLgkQwzikYwRCKNbdx7B3IQRWfvQiZOFySsmukll1
yPUuw13lcBKlqyxr8h6+wq67MQsCSygfpw1ncGFA3A1cbdLFBhmj00mVEArnccWAeB3kaPTM9i/z
zPvAjiv7RQ3bfw4IJnNS1NyE2lm+yrMrEJLjpg3KBlNxn/4SpFEPqWqXfzYNQKfX98rFUSnb5kGo
uC6ePOAzUxQHB6OMyv5AQ3FzhBY5+1TajvNGBRYdOddtnT92WCflKO0pAj0tltPxzJY5AjjSDu0u
FRXqyIoOXeK9163/Fu7qAv146W8YvDS45Z1LCXGJKPRqHmfX7SatFoMFfNa4l/Q2N2kWy3mwvHge
yeiRpCSvjZt018CVKpLVlFt2D7Mykn1eCq4dcQkoJcpxi8HvwvH2bPKihH1kc6jeLo702Tzq2u3C
sqIEySuANvA4RrEIFrzZhb2RALC6MbuqMm5w5QVSLvYUvZmsmT5m25Pz9MKEsEfIRNmNs+5pSfS8
+i5zK6Vhe3wXUdGUTFfpPN94U9veh+7Qb8zxsj9OYwzq0Q5FYZdzTqS82j9qTIN2yE20M1pGkwnk
5EyDnrvru/R803g2YyF/xcscF73aNDC5pCiNljaQvfqD7tIaiQXuI8KE4Hjd0qXxaLk4FLKADsfv
dB0npw1LSJ7tw2gBK0wV+pJB6kWHF1vxbNwVWXRJMUquonYrF57hRDV094uQUFA69nFJUb/4saMF
aXpTaMviYfoEenm2JyO3ELMxAKCcPeEieVRlaLoGRjEUG5N2vjxaKAJNtpy9VP1WMaCTlToJnSA8
kqGPHlQtaYbjH8gq+lu63uf+ClOE65TtJHeZWO0E6AkpGRtzcBRVbtPtMXUECUaTkjQFAGL91g1W
Fx0ntFa2Bnm+M5bS43J5a5LdZE1Od4YxJr6WCqRqTKYuBmBXRUgillPx0r1BwEWoxQZkyUgIrUaY
hNx0yZzZh6Ixxttphp7Y9dGDeOEO5F4mSWtbOEeedWfsVjZaTG7Dwz4fFa1Bchh3A0/ZjdfpWfhI
SZhQ2BWuWAp969IUiUQdxrk5wi2WtPATWC189spszZy2ybhP7snjaeN7a8tc7crUBio/OnoOt9CR
S/H61E3xRcRTlCBsV1CTPl28vmxrv09SvojMXlmQpgawNlaT9zg46jUV3xuCi6Ofea+niSym0s0W
1PBs93AEcWGmktqTSwi2+gI8rFuIw82DGGmz7ycPvv9RBBuA+7ODuBz0JWTGqXALrblIFPIBeUoS
/jCojK6nEDWSvqXAoAL3xe8PhQHBq5KsAKdxQSM9v/BU3lu5MnN17LLK3OcuIpflMOQbh+FsQFhh
f3LgmTMH1NGplahg5TI9w1XeTSEt1h6we7v+lqfFFtPPJUsuj3KyNuRseBGcWhqgjshyGhCPbmZ/
U0RFHwu3KXbxHHgbh2KZmZMrkzFxtVjU3JXFG3Hl/CsjrG3dpOIYIimKWCoa1qODBLAJc8/7zHDU
ozCn6hWguxfnH54sMzZq/eyPdZCCinzcj0UhjnajUp5WSBWhN063RNxuEcgugzgbJBAjIspliM5q
kKNnz6IzMRUOVvJ60gOwdOpov4ZGlT6ouU++vtCfUWUgS2kxpdx4YOdOl6+dh1zGTgUVhDBaqDyQ
XBAjdAzXrTylq1fDwveTM6BeDHxhTTbbBGPv2zQj081o0AavysRduhCrBfCfZ5O4mYY8NNDQQK3t
YAaV82aGH+jjHEkk+JRlUNwq5krCNl9P7dcCYpQAOgqa8G5GO3Hgzk+bfgtscWFnL9ETnpgCE9fK
6pHkCL+XlJ7pSc1A8Zb+gpVDCevRaaC2vT4/Z16OVRC8/DitSyF9/WyfdMzWnwf76BtdCqxiau9Q
rjDvr1u5NCASgmSlcQoS/M7pWrt20lDmRJIoaoDUdhC23ORogkOZHcV3/wtTi3sjR2BbYMdOTTW8
ybPIQmZG93QV0bANhWok0LjRw0sfzEwdx2TJbBG7k9E5tRT2dT36diaPaaHmh0pGcpekVvbzy8cD
8oo8BLEnIfvKSpxkIV7WQHBgoieTWt6CLQ99FKZTY8PNPWU01meFdwGvAi5P01nXY6amawbdxJKm
fUW746D0bTtP1q0MLAQNrDGHl0kUrxD4iT/ERQ3fTUh3smvg9tCynhfYtdxfH/4Fr0Q6nhCAOSa6
Wt+PnqGnwCfCA9rdRG+lM6rPqVGNd1wzwS6fjXbjPr5sTzHRysbdmquYMbdTq0oCWm2sBJBnPedv
OtfYd5FFo08Ufbs+uEuHz3VJ1dnk6EHprFyg7nRn9EbgHEOqXAALQvFLG2t/Y0iXDh9d3yDxpGPi
TlYnIkogW4XvhsPn1Nmbfka0rSQPe2f0gbVh6sKAQJASZVgWAEKAgadHItB5X049pty0VcfMSNk7
SJhsPF7OXhTKozZJEQXHpR02xakVWcapYywCZ3ni1vvCHSDFCKMMScmsuC9CWT7Gqtiq4F2IAZbK
xpJTJfbmgXZqlF42zyzqRB2hRIwROum68o+Or9Ig+TQihx2nHmpO42T7X9Dunj9f3ykX1pDXoObC
dEnvuuv+l8KhuW3MJLGb3ZI7L8PyfaYMeQxdCK6um1rWaOUENKhz8EEOLgAE1OlAx4LuW9ro1JHV
9JzbppoztctJsJmPvcygnAEJDZ1FHdvdO/gaGpifyj7Z4oa8ON0eu5XHDk+rtfREiAx7W0yI2aDB
hjpBnPpduk/SOXxt0rEGT4Bbdb/wPCj37piLw/UpuDTbLOcC96Y2TY7tdApAb1ax4ZbusW/t5tjU
JSJGhlIHQ8zxxmxfOjHPTa32ctP3LdnCxj12ea125jzaUNXLrUbnS1Y8EmuCxAVh5PoNHg1zL3JK
LUfXjyeo21KNBjw0Lten7aIVYgj+cpadsxpLpIe88VLWDH6/6b4R8aclY7Zx+LeMLGv3LEUyiNmt
p3JUsMsJeaD57705e8HGqlzyMJ4mcUWhlphoTVEuaHlv5II0Sob2Ff4b1dqkekVCLrwJhggWEsTg
Xj53mpc3DL8W8NP1qbNj1ErrnMcZAOjoI9WF5NVATSrfCPcu7WwNyBvkMCW5syR/boSRiKMUM5E7
Pige8DfV7BuH0CzsjRGdm+L2BBa+ZJi0Kdd7DlZ5OLNN9lweEUwsUOZ9RsrsZp6zb9fn7qIl4hXK
QYRj5LNOt8QYtuOYJQjJRfZQ3arcMPaTVbn7toJ+8rqpxfmdOkcGJYH8EPoRoK9fE6mw5njkJoev
QzW/jpw19OEsf991ln3wVRu9OHDGHpZwhBZpujXsPS1qb+YqxRknZvvLAknbg+Af3vRAoTf2/PnB
eqqlAcnRgAbkujLj8qzMUrowjnQ3hqh9l8ZOp8VWT+pFK0tTEi8xRrY+We5cmnUzMyAIRqe7zsz6
19UwpBuln/M7jByHLXBCPJuJEFZRXBybolmSxUdrFgLVBEje2iHojzkdSod06MVuGOE7berBvhss
8lwv3yUUg35gIUjvLJPwzEe5rUGS2B3wUSnk9jngxhuz6Spkb/3q6E2JvxG4n1+WmkNme5aix4zm
nVWEV9RZUfAYco6OVwPKGZH4TWlHCJJvNVyc1h4Ag/czuDv/TUPZY8unnDvLxTqwNIADDrH6yrpF
x5tHAybHT6PfdZ9oVQ/30FjI7OjXCFPt206rb+7U8BS7Ps8XNtNSSHcJjCg482+n85ykjRJI0jlH
2869vValvzfHZKuifsG9WJx3F7+8BCPrAoOMEzpO0tBBZb1AMXIEmWHn0trZbZtvbJxLpgQ1KQGu
EDijs3r492FRm6mD0J8dD+T/3SLN7/Ws5/fhBFnl9cm7aGsJ8WhCXDAJK1tRkvEQrDN1DP1FXNVI
0lfRwJVXRuNW18xFU0D8ANKAoGaHnq5TbpQLHrxUx6o2x0VqlYdsRXjlkt/Y2BKXjgJNmGR7ACHR
qLds1mdHr3ahQLNFTaTTutNrOxjsve2jZdEPnvxVyry8qzIBJUa56XMubUby1EQD5CN5A63mczJR
lO8n4uZZQqBTF1V2jJVZbYzvkhWiYQCLZKYd7J2OLy3dLJooshytfkYWe2igmRzgGbu+Ny5a0SSG
NHkoYEirG5VXRRdWqYM0ax1Hb2sps9d0jYr3L7ficHjJnVBVA7ByOpbBg8cNVy2PgRHQm2LCt6MS
s95wjhc2n+I5ynageE1Qt3ISeVcKXZhOfLQTN9zRYBHtXLC0bAEIZV84IK40wg9FHOKQlRarLUAF
N6K+3cRHXaT+jR7C+CDycStRe7Y4WJGSC84i2MH1rqwQ4ttcaG54xClVd4M7xXs9e1vaAmfThpUl
EF2quKC21v1lQWObee3CV0bg1UNrmfrt16FCEz2NzObFNenFGC2CPDq5tM+yLv2QNPSXAb2Csav4
mnVLlr0Px82i0rLWJ+Eb2AxmjVKkTRRHbH+64wpf9TppE1h5l6zwr5UXu7AFTBH89b8ZQgf1PjPa
uPpXWQauc2NNEFjutNPC2lIVahzvnNk3jUM89ip6Ozm6rD5d30DnVS+yfISX+A/uGcpOq81qDlmb
Gg2btRphdM4EZI7fxeTWYq/dsbfg/aqc3vx15kgtpH7GFL+fcjMSkDGOcDr0lsrbcLfxpc433AKU
IFyi14HN9cSi9cynVnGsM+3F0REwbDTuu7ZKadIufMhRSRh66pfIa/qvtZ851sfUiPvqU+m4pdwF
duRGrwBpQk1ohJavHmA8QIjacotyC0p+FvG5BAB0My34iaV/eRXxGZXXhYVjRsegbpPiNvIDq995
Tl+OiJyPc/5OQIcOk6TRT2ofBcwWxN6Dqfcbc7XYOd1hbOAFlkM2HQj9OhiyaUCp6qxPjkVStPU+
j9jVN57w/fSzH3Sj+8Ea7WIQNzCoxXA+2blw0i9FYVZ/VDnYS+v2+vc5e6/w1iebiztQoHEIX043
fBKZhki8IjnazgRXcagtJBhn33prRcH0um39cmOznO8V6sbLzUtEQdV9nagCb9J5pcfdpw0neJu1
VvqVnf7ifMZSnaYrDygZp4Tq2GpYZkjpO0wR+ISpcU9H8oxon9luvGBX5GwgyCiDg7OSS8cxSb+1
dmURz9JtczM+EgOSVYQv051uqq7PJkiSotoO7hAcHLydk6Ih/kgqrEzvJQfla5eXc/52zGwx3yHg
pctdAPcKDVJ22GV7uxV9dRsbFsRfxRCbmYThunXrrVjh/ExQ7WWOlkL2UkBcXRST2/nKKevsGKmg
0DttBdA0BpnvmDvfK+keIYnq9reGnQbVLbhRG1VoMUrj5VuCzjlapSn84EbWGma+52VNn5gpdA62
98hZjB7MzNzyUuf3FcQMP+q05LmpGZxuiV76Y53HZUI2su0+pUkF16OKxZswy8Z31w/VhT2+QKgU
jx3JTl/nn1EDq0pU8pJjbIbhu3bynflWxdacvvzwkhJaivV0udJgtBoSZWcorWJkbB2QK7eTCVvu
AlObXo1xO//ep8lWMvJ8Dlkhh0NFwLS8mpeBP3P0JaTlcS/m4mgm2QiBRzgB2lHpXUqhc2NTXDIF
XBhUJsd3oZ04NTXYmr05x8URnqjwVk2eA1i5gJxT9XH+0ggQQAL4DZIOwqPjYt0SUwV1H3hZVICq
gul7Ul102zpgLFrejxv+/+KwnplajuSzGcwMY56cOimO1Zy7u9yG2c4d7JKTZjobM3ju2hkVDRAc
bOJ0dEZPTY0jr4RC1cUxcVJ0iJ30IbF6dCFbAxbABG7Xl276xRzUEPSSEDrp1WaUTUbqpiqLY9zG
qGE2QPV5mDYbNdVzVOayVs/MrN5v3UwoMcLfQ5NPHe6bIfa/eOPU72cZoJdBLW4nCNSGm0DF04Pu
8/b3IUu9jbFeWkXKH7yJSS7wdFiNdUqszqDUyIaZo+5tOtFtORlmf1dLmGCvT+slU0AGYd+g1gDq
VZyuIpSzQEP9JKPOMf48THThqi5Ekmb09OG6pUv7BZikrYFCECCtmyQhf0QYxdLpsXJKxDXpEEIQ
Dy6r3noEh7H1Dr80LmDePByoWmNxNYXW3ORGnmbZUQYGoh/ase7GOg6OyajDjYGdu2O5IMr/29Rq
yySoXfqqCJdrrovC/QTwNdv3TZ+qDT9yaQYBzjogfLlp1Dpj4lq1tjMvyI40HAcfyC/U/2qhIznY
RjMuVHtqY2BnuQwWyoEmYsFDU1Vdz+EMpTetxcxhmZrF3gCff+/mfv2u0Wbwnchufiu6vn8oo9bZ
yJ9enFIKEeA12H6gq0535SiieOwMdmWtO/eVGKMyO4wDhjZ2/yU7C6sM/Z+AvSm3n9qZc8MJHZhU
oF5uIJ12/YC8TTxtzOOyAU5jcjY8GNDl0UdLx/o412VB3jVzsUKsvBeNoz5MnPxfUGSyyDg01mNW
el10c/28XRobiCOCU0IfytWrk43KmENLsEqPlgFos6Z+eVvzcv5w3cqlc0Ydgvo+T3Vi1GXPPrtw
0kRCgZAwtjzumy/OkI7plzAAn4T0r0K7+rq1SycAsDAJLkmjD5n1U2ucALOKQo9QDjrqX53GSO8S
7dQH3y+aj3YW28fr9i6cAHqsqfIvuW0q/qsowcq6zKiDOD2CIDez91U2FeVHI9YxT5m0nuEe741Z
3jf9nIdf2jIuty7ZC4sI5IaMOr1APMnXsWsrcjJkU5ceC/TKHsy4Kd/IvNga5qkVKkkLTRK5Fuoh
y3ZZl8pgCVRxHnnZA9mecJ81InyUIaoY1yfzdKs8WaEat5hYksuch9PFm+s+tjr6nB+QPkEAyja5
y3sXKaO0rTZMXRgQiT2HI700IeNFTk11fVCkttGVD302ju+Q8Qzu/ASJ6+sDOt2NTwPCCfPpBHUk
xdcNp94UWIaMsvKhKQ+t1TNpeTzcyDEy9mJLyfPCiNTC+EQmcZlCb3XJjGFD9r/vy4fABjJbdaE+
hFM6vb8+olNP9eeIngiOLLIZ1hpkMog2qP1YMW8TEk2AwRMBY0ba3HYOpDPzaA4ltPk0qmzM5IWt
wf6myxlgDR1M6/bnBjBFrmarfKjTmvoRfCs3TmbofcO7ccMZX5hIQMGklJdqEbXKlQsRsRl0XuMX
D2E8zEg5ISIZV+hSX5/ICwPiCQiPGfhJHP46jzaHbpDPtb3orFjBLgsq731mz/oIX4LauCsvmCJ6
IVvHKeaNse506d3ICyxRVg8GUNDbNhn0LqtiuYgpbqGBL8wd/aMeCUIeTkuG5fRYEas6XdwX1YMw
cjiqMqUNfTuJCoqE69N3yRBAI+qneF8Gt8r/0+5l1iWEqQ9Ax4qdi1zu7TD49v/CCsEYCDgO7/Lw
PB0OsoGy160uH6K4N9+Gxmx7N8YE/cLt9dGc+wlyX5Tiid0Wn7TunCiaDLjvaHcPGtpC906M4IoO
kdkGwy0cF05+jCa3Cu6vGz2fQiAPNLzA2bE8adbNJ4M3Nr6LCM5D0+j0oYfZzLsPiiJKNuycbz9o
jyhtkOfj/QCTxukk1l5bN9lodg+O7qsDOQIkc6hB7CogJC9eL0wBDQdFrd3l+j81RX6oG/JBdQ/K
obLRC3s8FK6xpfp6cUC0cRFmwFxGYeDUikx8t53LoH9IIZV/bbgzPrAZHPFhlgbqSNdX6dzhSvaG
ksDcxAJCX3mjXjhxAzXz8NCrJk/2QzBo9yAaZDlv5zkog4cuVJNxnNIsePdyy650IbJbgN48J06H
OROpplM1G3f0R9FKkydRmB8lVG3TbpqsIH1Vt5Xy97Ya+60WjdOoarlluJOfyEg42YDMl637LGa0
ZBt6XpTUlOoHEga5mH+1QrgorNkM7uaqV+9qJeodnIsvK139sEyfC4UlUqrsotV016KCszBLmntY
wUAZlw03m73ZNH1+3plTPNdypXGZrnNL42iVsP13zX1iRujKZeUN//vkhcV35TT+3fV1PN+uQBQp
PlBqZjy8llaTGUnZRCaqj3EdoZk6Q5yTtFSucsMaN26aVT56mb7FFm94GioZ2hokFkR27ksZDvey
ChoX0gYnR3/CQyluP5aRTB7cYhL+vplnbwb0UZivBl303fvQDL1q56i0t1rY/UeBwEUMQTdgNgcV
usiAVPemDxBF3qFDRB1pjN3gy/V5WlHM/vjyCycRfMikpfn7dKKGAEyDVZXIb6TxHKJgW2finRQ9
ajqoI3olzNswQ4QALOARQI8nseIdnVCIYiD84VY7N+69YK9Ldyhv6fpGiM4rM6v54nZ1W3efspGH
0EcZNh1tE7UX/5HGWVI8gmWyrJs5jmPnDbM7o6dRxln6s101ab8PgO4GN0M8m3G064O0/HR90Jc2
BxE9hZcFUEum7nTMTZ+blYRX/n6UlX1rTulHQgO6A0uqYy+3BL8GSA5C/IUQ79RS3JWRGOYuve9d
Vd+0g+yPiR0NN2MfzLcvNgVhMKUtiDIY2xoPUzVac5H5+b3ZpeNtFE3Gbhay3qHY/bIu4qc9Q9mF
JCdPr4XwZeUvlEzperSK4j7Pgj+MzNKHYFDVPjH6rRfLhZVyAeE/Va14tKzbDTMj61sn7CoYq8P0
U23Zc7zvkwnlLrso0o3FOo8NIIICvcGAgOWDGTldrB46OzFZYXU/V96n0ReLWKctN5bp3AsCRFlu
Fh4SVJTXLb4dampOLoL6nkzngE5YRE950TdAFM0gkd98ZXTVRoLsfBKB+CxEFQujOYS/K19YBr4E
Es/FEiIU/WGs5eDBjq07GmNQGhk2kgMXBrjcJcBUJI73DPYphqoiYrSbeyOcl9YYR1X1ex2ouTgE
kwzlkRRxuYVUuDRECMAXEBOh0A9972d3p21MSFM1aXtf5mX5zkuRlEsLr3oVT8W8ESGc75L/w9l5
9baNhHv/ExFgL7eUZJtSnJ442Rtid5PlsPf66d/f+LzAiShChM9lYCCjGU55yr9AveJloUCGzhb3
x/UuycwcqShMKAOzjVQNv7/UnYOxaeb04f6Bvh0ICI7mQfdlRqAj5EL/MSdFiyfqLBPW6rB9ET9I
2wPGNHuV7tvPxSiSPkm3QqPasbr/3TwarNQyu6AQxd+RVT9qOfLIVYejWP9GmJS8OGQ0TOhNnYOA
dX1x1GobqpZQkJQ0uuwHGiodLZ9o/HJ/4W43A6PQ0qZJBzwCPdrrhVtMjLsTcosg5QUIMqHoFKQw
KNbHZM/lY+MbgZJiTkTfnOa1CIejiqGiOjAGY4UvOq50ug+HZ68rtzEKVDZudpiSyCyvK86TgqaH
Zg5ToGcdphaKmn5QtGXZCZluRuHQ0gemDkVaJG/c62VLlqRwBtGNQRlrxftOTYWvteUeafdmvwEC
4dAgZyOJ+QAPr0cxs9hDmXMcgxQphUPaaypiazG9MSWLH0cz2stmN8fzqMBS05BiA6vxVDXxYgPb
+yCcIu8zzu0jriBT9WvQRfqoaGG0J6xwE8YzQSSrgOXQISCTWD35jZIhZOUZY2DVs4kApXialvjH
NEKLd+YPWqi/W3JzL87YHpSTJY0C5ODXq1oURq1Wi823U9UfnrNgfpM1PiZPsy9EXNB+bD+M+bgT
PK5wUZxnOVcp5UD0Cyd/vTFrI6Hj2JRT0EToyw2aelwGnNNa4sNL2CnK56Sphq9TIS1WwrwxP9u1
af6aQuvb/RN/ky/yO8gVJWlP6kauiz1ZMtd66WHMFhXYWTgmCh2fUG5Ro0MXahjZOmOhfBJiJue4
P/DtmUGtRZYEQbBRGlwTwSnQharbeFNgj/WCAKgCfdm193A1Nxca04NsxZND0Ra2mfz7Hy9BnTf2
2BPRBSJvwg90ucKnUCj2jzC0ft2fz8ZIUuBBAg3khbMmJY5hZ9j60s/BVNjFeSwxD9WwAAymQbdP
94faWDqqtjD2gIbR+FxzNpakn7MqXebAMyfrxemd9O+0qfc6BRsTApNEBY67GS2f9c4QuJ+gXZSo
ger2yccCedFLnivhRx1i+05gcDsUvWKG4mWDj4hazPVXIs/MDHzPpgD44nhKwmbE7ChtfYH4wpvX
TlLgeD/JKHi510kb1WjNmXRrCsqhHr44WTi8EOPtuUPenipeUb4RpRjUKaivX0+oGtU4hnU7Bxr+
ewcdWOa3KJYGwYOhPKAOYz9V1hDtvEJbq0iHnxsUHgp121U8Yqs1ZjNmPgdxhGWC11XR94FV95Uy
Wr69dQfqrCHIE/SzEFxa13pgujStZk4MFXfpU9aVoHnMbjreH2VzQi5RAsGiVLVaraLWI+FFwDoH
2Jt+nedInGqvndCVNvaUPm9PlC7hoNwSwMMxoJC/5I9rItYzB6lNYw7SqVkOkeeFvtGNe2jq2weV
TwP4AkCnxLCthYgXUWaT7RVLEM7ul7Krgs5L8Aedgecqurlzv24OxtGVcA+mtcZtNplWuuHcLoFS
RKiBpcli/wavhq30lKOpe/DUut8TqNsck0dURinSPGG1jHCtWkRZRlQZXQcvvsrGbbRWDSWoPb09
o4+3Z/Nzu0PQhKUtgtqMJCisFfHCsHPnuR6swA2LJkCzyHzA9MfDBNmbd5jgm0PhkYI/CfLYFPev
twhCiSJxwUIFuWUgPzmn/9mNMZ24opqdL3e7GZkUXE3065E7omlxPVJbzmHo1oYV6I6Cj2mBc28X
UVF96+FiJq/lfPIjisWruCeeUc/pzdIltdWV05A3yt9m7oUnA6D4y/2hbrcFQ5H3oTImG89rzl+a
9a2VF4sboEiK82ifG6mfGUZ00kKhf0pKT/l2f8CNFQR0b/OYgCKgxbyKxxuMLnSDVloA4sR5jhYn
P3eLOe5UL7dGQcZJdqAB1fK9rr+T1Sg2yOzeCYzOxeRd8YriLzVNs51rfWMYiqNy08m1o/18PUzc
4BUZF7h3z1kM7LzPAAnQe377ppM3LREZnEuQtavYOym8zl5EGgZarDg+gFDv1BO87Wy6jbm88m9I
y6mqUG+7nksJZTulsOeS9M3il5Uv7gc1jdKdo7o9CpsbZTtoretrqE5Eo3VW6iKdMHfPTlZ6x6jQ
w53Pv3EhyBgC0DYpMwW21XOLOXDnlHGLX3hJsUZTa+25ijOUTKdU31m221IzaB/5DlJwgLwEpeB6
3WxwwEqUm16gkQNF7TuBElVXO37Yzanfu9r3zPkX5RZfLSJ/SMoj63IYTAMnyAQRk/mLcHBinr/P
7ld1bg+5eO6Umm5r/lUoL2GdPDkedse1Mf3VKL/uH8Xbs0/kKC9NBKClMphMv/54WXsnSvqsZl+V
Qp0ORlbF57HSo4NRQThMwiHaWarbb8947K3XOhrHf7VSJKgQIpKE8Qx3CqqxKI90orSdUeQ+/V8A
lszewMxREqSiIM3z1pnqXLud0hZLGPRtNQSEZHQY4gnL5hqPrI/02dKz0TX1O3Trixfyq/FN8pqv
4zMyh5WiK5WNdd/EawHK6l0enY2hFRieCveLWdolr1Gyp02+ArD+z1hAHl85nPRo1ho6ahvrDube
0Tl1xTz9p7lzaL+LinaYD9YES+UxleCEp4VHBpo6cK1flpVLDIswsz2bpI3dBPZMFn9JGXn2V09j
3MMx0MtMgLev1ONgjvpZSxTbH9tw+RrOe+QXuVlWn5nbECwrrXZ6zGvUQOMsNk0a0WBMngGx1hoz
mKZRv3h1Uj+l6EE8ufYyfn/ribFl0VIqzdH+oBZ8fWL0ucByyva6oMnzhhOPU5PAJsCJncBs5jk/
puXS7vWoyeBv5kr+ZUhiHNuax3N1neELoEIDXNQgahFtP8Rdlw2HpmlHhJKk3se7YSiXb3hl1dgj
jmqd/Fi8rrdPtpNFH7qBYrXv9irOEwWcHDXlKhKggLl8QLRQsarK7pDG/SgOmlXl1rd4qcIS4Sxi
nfeaPhiNb/eI8AR125vpp2ZGXe9HodCvOFnOZPUfPVyenGOfF0lzHC3E0//NcJZx6AAIFNGCsurz
8ijCPG2+YKFpidNkKxRhHcTM8pMKM7M/eTVo+QdrUYtvyti5zQ8rFml6ypzI8U523avuow1KWfit
nTS/GtUd44c6Qh3zkobDkPAzHTPy1cFzOn8OJ/1HhNn4C0WVELf3ceo/I0zU9wdtKdv5aYrLFNn3
JQ7HBcEVdUzPdp5VyRf0A/Phi26SH6Z+GGWeesJVKtVeEhhA03tRkz38KqksL5GfR/OU/jcasM7f
6ZKMc4mWHkP6TMua8aDHdous25BF35M0Edpjmi+5OBiDFw6/RmuMbYyxS5eu6JTMydT6Cyj6zDlN
LvakD07qOFXQD84kMN0pI3x1PUIN+5CaTtv4S03A5IOv08YPnpfpnAFvSuvDNGAM89hQu9UfvaRy
nCfmm6J436lx9TFculT/qkJHa1/6OlO8h8nSl+opS8bwd610S/5SUDf/bUvhGzptVRM9V5Xmwtoy
inDKOMhZqh6yvrSyQ0tZKvHLvmxrf4h7Sz2FNHzz41h2hnlUylZVv7UEtt1XICOR9mWmkhx/7kTd
DQFg1TZ9KsYoCw9sltrwRZI7/cmcRZF+5BqZR+SQm1q58HDh9CeKNoqOSVfZqJFZehQeRQYy+dhn
A1y/1kJn4VHPmym+ZINpYlijFHP1oAwJu6vCX885VvgTmccyLN302KSTLc6pk6Tjg8oncHzAzbnz
F11rL/pdTxqWstpoefVJa7MmPaSFmpcfkNoW5XFxUeR7gkzepu9Uoeo/Y5HY6ftGN0QUlN1US4cq
gUxUL5AZfV+LelIfxZBl3aEMFe0zQntu8y5OMh76bNQH673O16f315Ve+c7RE/vZtqM+8WvkFNp3
EZ1P7WHx7MH5PJt1Jb7FZZhnH2Ks6rQjMKC6+4F3Tv4+pvfVfdXKECeRqhnm8CyGxGyOSJHb2vfC
bdy/0kFrwR/ng1VioAgi4kHQDZkf08aeB6hibqjjzJ0Y+QgVh4dTC/q8H4xvTd+I+OtoKbP2wQqr
fPbToumL/lBpRhyjWB0as37igZ2aB8QK1MWnJFWH58lpsokjBknquVTG+iWmPhUafmjkyXOVau27
aSyH4pDlENceUdZpQFEOGHj9oGsfTuUBCUwPKrDZLVx5x96pRPSZ3CuCtl3EaeUdwfo77UNrdQVq
rJE1KMpZQO0OkVCNB/X9nHE7YwSc92EwUxB/mbTURZ0386zvxNiDLrGNcCM1MUBFi0tFSXz2p+sd
J2qV9XFSdArOQ57G9kkryGQOmeMhxNg6M4JUmtsqlg8foYhRfhmdAM+dxLvgT1n9NgS7HeODzpI0
TDsZnhTDzdMf1pwmv+DDedE/YTWmxVOrTcO/dV66WCsV3eD5o1rhQ6Zg9GUeFyua3ceBR185x1MC
+UX1psgIRM23/WwNsUWhP8FKxi+0qBYv0WRRlcOyq5mOTb4gKY7jeGcGauqGBqg6p8ifVR7MGU7S
iHweDZ54OeLC1o2HsYqq5ej0k2t+EEs8/gtccngZxq5V3w+5m7onUELOgLZhMQ//3X9Sb95xutLE
zrJUCtCEwOn6SR2HMacoU5q8bbrV+bhHhwd1qJZLDbX1xDvuBW5v7knd3ISir6NKOBQ8Y5pPqxc1
zjmnTdGagdAHPrylCaX3l263Nbg1O8kcpSZBQYyK3vXshj5SZ0MZraBSumY4ccX08edh1ErjoCPg
ioJc7KXeubUqFIvuL+xGcIiYJ+hNrhoKWrS+rseuE+4PUS5GgMiyeoL0MR3BrxfP+JqJwGgnpBBY
2YMaDc3zYNb9I1iavW7va0R0HaYhjyF9EVAYl+zC1QKARGxqVPKMoJ/MrgxEE2uYv2h6/nMcB6hk
cyps+1L3bZT7Y05W+tVATan6ruXK/HFMiqKG1rz0TuIbSzNavhJqKfZzte4UiTgZ2O4aDiJmStGf
XRfZG3EATdT+0tNIOTupyIfHYdAU99ghbOn5BEHWl1BtrSjInQQonD/1eGocqr6eo4dGSRW98CON
fmTj65M5Sne8aHD+zUctXBCELIw9IaSbqBn1UOw32YjkCkxv9ZEsqCIKUZQdRAtM3nx81zTDP17q
/CdEqO3UETY2oxQnJ1lFvgpWhfwtf+R7AiG/REFAOJjLzvktdBanFCkrVhkzW9NLD7Aahsf723Dj
pJk04GlRUteBD7YqXniaMlu6wgQLvcxPkdV7h6gx9kT0XnFAV/uMWjdtJOlnSvEbANT13MYmdsKy
0L2gtLVWnIYQWpVf6GCiDpZVqNUBGye7uVhquGRHt2wXHiS4dvgSilK51HGsi6c2tiKT4EJYse6n
nqHUJ2upIe+HTlPMF9Ou49CnajW4gUXNorcPepgvIoDN7MbfO4wJ7QeUE5dveqggOltpWTTiulgb
7TctiZXuWwUCPaYm0IufQlsIAqx4Uv+raHL2Ab4hURtYZRp3h6G0nfSYg4kkCiSLwQ1iQF/MV5vI
VQ+AhvKO35cp89kMcZXAIFRzi3OFNKz5qFZZ+FLZCqoJSH5ObyMakXGi1yWhDrS7gXCAvble50QI
EykB1QuGzEXcxMYUNeXStrQddM/ttmEccmhZ9gJUucajRJOm9zVyIYFmt0ng8ZZeMlN5m5j+/58N
7WzKdzzq0O6vZ4OnVgZw3vOClvjxKRPU3k2j73Zu4ptqlFwzRFpkPZJC0VqRqG4aQQLL3gRTU7zU
IrdOZhx2n0rDE8FbT5u86/EZpOTJ0q15lxNrhpT9Is6VUWTfdH2opwcnFl1/uj/O7bXFOGiOSQcV
KLTriruSOnq8DJDri1JNjYO8whqfSE64j3NXDcguY/2xJ+x8uycMpvZKhmRudOevv1YEpnqZzTk+
t+htnBalnk9lSQx7f2qbowCVRvKBE0uv8HqUupqLZXGM+Iyh3PjObWhopVZr7XwoeU6u7yuDfY28
Kixx7OvWAI7ZpN9TjkpyXmjXZAeCeaU4EkRWM1Abc5n9Rs8Rmhgcpbf9LM27He7z7QeE0MPpIizg
dNEwvJ6lYZWZXTTU/tDRxNtB6Yoj5JIn1+i/udmwt6a3JwBOG/WSV6NIC3rd9WhZNbQFmqNhENb1
35qajQ8F9CB/sYChv/XrEb4g0obNAX1kGk/XI9lRmM70dIn5s7g9mnn+2yrGNyOX+J9xDKLqTzkG
LNvq0XZQptGbWFGCOYpJcoaJcLreRYnebkTYsLKsjEaiTVltddX2iADXTjZHZwRksn8AFpTnycre
5m8mr0Cq/pSGsM4FtsC/rhcsAXFBFu9EZzXNKFgXZegForXrt1bkaZdJFKrkxoCuWQ8TzU3f4p8u
zkohzE8WSomB5aAK6g6xfry/BTY2GxgCwjmyiVeIxGpGXdYvaMOKc9ar40Gl2f7Qel3yHjnUame3
rQT/X1dPOr6Y8iDDiHqFEv0RUjVGG4dCq7LzmJTmcOw9sxr8pqh4s3D/UkDQgUWN/m4KLdFsf9Ar
C61EF87lwUJlz/kxDzG2bnO11OIi0jH8UCKT4xzspUAstVAQSg2MMR3ETo16Y2vxm6Wmm42kzU3P
AsAx41Racu5NyopP2hwNxlO/NGSi97/F7UAy9gPvgAIsEddaLNI286Vp0ig7N25b8ljk6UfLi9Wd
UW4vM/kN6L/xHnFe1g9DmppeQgqZnSHuRu/LSTFKP20H9ahomWH7cxPu6VZvzQuYCtpr4GVpnaxu
ALNwywThuvwc9YuSH/poiJGBSqg+vXn9wGBKvDE7Gfj76nQiiKd3RuwUZ4uSPQkNDc1J1Dtvwe2B
oUsCeYVMRIocrWF2jVc7Wmn25VmfSAsPjTslrZ/2ev9JBUfb7IQOty8fr42Mt0gIgFSvcdups8x9
3MEMdsvZfF9BT1goniM98FDFTZhxegp3+UdruLlOXOdJsXMTbXw6WWog78IGRGKbrq8HRwlb8jCq
905rR761ZMq7EVeQr2/+cDxEoAQATsmsRK75HxcDri11HtpWGNRRqj1DNul8Yw7znS8ns5o/owjZ
c0RpC59T3iPa3Pr1KAgrqXmImc+5FqSwjx58qvkJtmaDvs1QFMuTcJ2i8ksr3PVcW39GhpZ7huIC
2RZkhtWTruIZlGrCgVrrJG5ycCeNArymj1100B3R+IK3SvPHuFfPlUbfdWcXrb8iw1uQsKEGwsqG
uCdX5s/1dUesafK8PHd5qRw6tG8OujrvGSZtrC93F/qXbBcJ6JO/4o9RoGlEqdcu5TmbternYmRF
cSi6djhNFmnhnDXaYU5i++f9vXO7tOCeJYiQ0IxLZm1DMc3KTBe1aM5QzH8nCJB/1tCVOqmyGxwu
TvKoROZ46Frb/XJ/4NtFfTXHQVGdoJNsZbWoo2pEGYqjzRnlvDnoIQy+r7tS39m069taTouOHbJZ
mBtgarJa1EqZFqcwq/bceE4u8WP9S99p40OiZ+NhNo3k8f6s1tcbH47gRmpAE7VJ9ur1R0wIc+M8
0pVzGM2Kb1hVfCpx7zvOur5Hbb9ZQGJOUmMJMaVTRyXieqiCUrW2NFpzGabW/Gd2Zu/R1RKaafdn
JH/x1bEHmy8jXPTWkJe84cZWc40NYTGPF01Z8v7oAHIxnmuhY7BcWFH5E9UzkTwvWKwOj/3YhOJD
UxXNHsfiZrLIQfEEAlGGJwA5azXZxOqXdKny9pIlsaYdEKfBvY1rSt2DI998QEjhcgiA9eDdeaeu
V9UZFK+KMBK/qGk1Hns6Zl/afqkvYtGVl/sre7M3wfDwNiFt7tBKgg5zPZTJDar3mTFczNyOXhpa
EBEocz1Rj73Vjz/I6Nw98aKNZZS6Aci2wL0xMEa6HjK0nLIran24NHpSvY/TpfBTtZo+3J/YxihU
OQDkId5F0LeuM4buMtV2Yw6XwbbK6knNlvxzbI1m+XR/nI0FpPIAp0O2q8Fcr2YDsDbT1MUYL6bR
es+zMnT4hsAdifykc7v5kAln5zDc3JYQlvhYr3RYkCVrqNdYwVxqejli7fW/M60tnij5To+ZRacQ
Krz4WbTS5Fsn1t55hDY2JoUCatiIxlAtMFY3S+2UGnaT8Xixwlp5MskJv5PAQ+Nr6j2TiO2hkC6S
kDbgB6uh1MXp7FkM4wWZxaY6VHin5acly9R3WrzY/97/iFubhZWURVsDIum6aB/RRl7Suh0vaWkb
f+tFZ156COTH+6NsTYnckzgMfjFlJPn3Px5XF2vJyBuUEei6nhAwCL3QDqE5OtU7unFD9uPtw6Ez
46GSQOhIcfF6uEyfKjGZ4XiJaJkeJ6erH6pw/DEulD7uj7R1BmCsSig7aj6UO65HiowsyuMknS7q
Mi3/gIiq/h6iWRufOlDG8YNeJcXbpFcJMzkEkrLKPnSps6yhVdhHYe1oZdMlIrB4ygy1sf3CS6y/
umrOM78uo2HcOXdbn4+kC7ggO+Q2AqO9qiZAcKYLsOL8H5s6Ku6ZZuWPY9TuvQC3Dx7TA1ZEygCD
48YolFGcOouL6dLpfXJIFO5oX2kK8dR3XvlpguH1PuuK5uAmRvlYVtWeOOvWHQO/CaI/tU6EPVbp
nmYthILg1y7RWFN5LEJk2fIyDZr5H7PXdWApskkqy9h74J+bLt4rfJFPakHz4O1be6RWsOWdYmbb
TnU9dWdyM1EfSsOJcCQbovC/iP5d7JtRU3yM2nb4hEqRX9mJeJtbwOsOkzU8JLqJgyWB83pTzzVg
mXawRx7hpHqoh6VH9yj+d7DC/un+8dlYbM4OkY2NEjTXw+oJiYUeLrkTT5dGQJhQYtP4Keq2fKBE
r70vwqE/R5ain4j13ua7/D9zBHwsyV+U9W7uvdLDyiNR8+kS9xUxvtEl+J2HzU7xZePgEIXSkOUW
ovLmrOZHgy+vePSnS13Beyy0svjQOf14IqaLd179jd1D6UA2xtg5oCHX2sVKUkcmJIPp4jZIin/W
MVR3fOo0CUyDVBkP2MA1hQ9iYdFOxlRM6UEx8q54yCIUAA9v/a7cvtxOEGCA7VHWvN5BVbKkmisi
drLa/FN4/ffetYN2nF4aMwbyooY+bJ9v98e8fcmux5R//+ONmZc6rUASDRe1dZZThYnHE209860Z
BiIZ8HroUyG/QwlFPgh/jCLl6idE3sdL1bvxl6pujb/MNKHVl2DkLd587zIYDG3g+tJxcg0p0KKG
wGaoiQRSskDVxJBO0TvlMAqUSu+v3u1OlUPB4aAzJkURVtcehaesiHTmxQSVpxng0pOt5sUDarB7
m2PjQwGfxpOKEh6tsLVKAYH9POViJKUB+PfQdk1+zrIy2ukqygT2OnFiQtJoQHbhJCHw+kNBSGmN
TJ3GS+ck9UNWlL4nPlQgI/0JqMTBLKw9EcPtefF4cQpleXIVddhK3elqxxJ2I09TzH54B7st2Ump
Nz8U2h/SLZADtr6c2Qh6XjjLeGl67EBweZz8fKzcQ2EUewY8WxNio9P5kLRAe622F8EMFVR1mVDf
9P5sTeqpjrI9GuVtCAWGGDAQ0HqWjVTi+kPl5GdVUWrjpTaHc6gADAJ6lx7amXyMvtjepDaHo45G
CRk4NWnm9XBaMRq9nfO4xWPiPstqxMd20p3/QKWVTzPqDDsHa2sRpa4a3BE2+0132yntGMGYYbqE
dZqHfpUvdNFjt29P9w/wxrz4/1+p7za3/zp4MObGM6Rxw8WogAm9c1FTMY+ZW48to41LfBatlpbB
/UE3JidTMhvID34hhE3Xixn1iAj26aBe2nSaTktY/4jhCj7cH2Rjx8PrQMhNlpJ4UlYnuQ7bWe+d
Rr2YtDGCzBb2J538KzBrd1eK7Db6lF0rhD/gstFXX+e0S7zoUYqu9yVO8cWebDCNPljC5VSimnTM
mgbpm86iywjII/45N9aws122JvvnD1idhqzotbAQ/XBpES98cBIQa8agTB8VDZL6/XXd+nh/DrX6
eOWQR2BPuuFC2OkcR0+ATUzTvYbNbYgnV5RkhSiLp2XtebnMrjNqzTxcUtedQF/lVIqjiKMNmP9Q
CO3vpE88v+32RI63Z/e/464W0gq7BQLzOFw0KxmQ66jTZyVZip0AduOVIUuBjwH2nmBnLe9jKKEb
moKKDnZhaMzrtjiGWAF9rKIy+o20d+iDbnaP9z/c1pLyfr7uUKpla/UnAbllHlwqVx6uLj/mrC9Q
2h66j0loiwce+fYQ2230Ef/FcqehsrU7pegUPCJIkcQk1+dddYcybNBOuijjMgRRNPxwh6p5itGb
2YkgX3ECq/cbLCG8Qd5TekdreAudjqQwYwouiZlPj3rcTfQcmkw9G3jGHPNo0Q5DYbSXMTPbx7gs
vAfTFR72f9QXjKntTlrkuSelm5Hn0DrnIVyaPR+M1zD25jcC5IMeSowBSOp6OfIh8rJiFOMFoVNx
cCndP1cmtQY3rY9eZ0RH1J+tYwkR6SGDdHwZ51A/uwtwtUnplJNZK+3n+1tj8wNJtyMUUJAHW8sf
aC1eOU2vDpeksqJHxU3EN33R5vPSePnOF9rc+tKdj6ufMri1uj7mXHXzSmPyzkIN8wHeFWJviRkh
2+FibfSs2ko4HpL9HubWyeaJI3mD3I9t6Sq5qI0qMZ05JT0d7RbcXhMJYL2TtZg7u31zICotskJM
139dtbKVVkUIKh8vrtsMh4TOmN9QKtu5hjcebhJ+WJhoXPGWrkve3ujAlDBMRinqJPMzAXklB6ka
+9ybuDDX/TI0O99ua5twguVnYxURc7neuFZjwHKRVT84E963QR1mjlk8v9MIjHZe783pgc4hJQV/
Tcv5eqikyLWiR9/hUniF+h7jKav0c92GJDkI9VmfRL5zO25+NcDesstNlLxGmVeDDRSgTGT1AtrP
4zAvWeoPfVrqO3f/1swcsCDcwzxrpPnXM8tj3HnUsSPJrdRe961UIxbvjXn6USWGWT2USlvt1BM2
hyQukSgyGXWtUoxsmadKiUmdPKGJx2bsi69xrbqXQXjG55aG0M4J2ByPQFmlJUqFeM2BbwYsR8RE
BoD0zRGy2fxQ5WoUKDY8eNPdk73aHg2PK1qw3CvryiaIGVTWhDpejFx4n4xMX77VrdKecHqfnyDb
qV/uX5ZbO0XiQXlJbUCbaz1PR5nzGcAU6bUCLwqSqh1UU/hWEXZkWwh8eDWp7AE0XOvOAoZLFi+m
g9e0XfoZOsz0oSWi+798KbwOuEFok0N0uN6Ms7CHpRppjWhKF/2lCDs5pfrYvEyN0vwdLQDi/w9r
J7X4JC4UuNeqXqCFiPANXCOXdoTr8uAswiuP5WSoP+6Ps3VTybtDpvGojKz7Lqlk7QLTni48nS4e
zGn1MCIsf16Evqe0s7n9/neodbqLAIO1WAXlV8fo4wPdngp+QP9ODc2g7sxk5wreej5ZP5Im8ng2
x+r2WLxQb6raYwGL1H4aiwpmZAtIeKg8E+1tyXFsKZGf7i/n1hxJoehXMyZHenXx60Wf52nCEXMj
KzuNbRfhhdPAZheqW/pd0u5pAm8lVBwwODgSo4lIyPW+rCzYcMPC90MoTc8PSsHZRy5Sy166sM6+
jDiSn7J0Vj7lVm42fqUU7u/7U95aaPcVvUI3FHDlaqcK11KgbNK8cHF3C/0h91TloOWz9zPsu/nd
HCXvMyoQb/O8kgVmgBWAj6j+ApxBmuB64kphKb2bYOBiJqh7IbehRZ8JkZL3ZcZDubOZtm4y4FXo
NtGm4ZKRGcMfVck0zL0pVGlaqEOmfW04JspBVZxxL+bbHEeKdqBIRXy5fg/oTFKTR07mUmea4yeF
KE+9GJqdu2wrv4GDQoOdoBr4wyrLSMDQ19XAKE40Dx9ReykfIO3AbxjrZDlqnVEG41IQYeZ2uFNF
37huUAdHshv6Ch3RNZarSlVnkQicSwMWgvPhWQfLzCN/Udo99fjNoWioEcJS94Lrff3N8B+Bz0Sj
58IyRC+OkcNAyqCnnpJC7x7vn4GtsUBk0jeUKv8Ama/HsubOpRMQE+WFSxT7TjSm5YOSqbAHdG1o
9spCG7cMeElk/sEVSczpamrR6M511jfzpW3aOoRsNmo6hCyz/2UJz14ebTdzzJ266MbW5HBLfDtm
ogCPVzebCpHQ1SKOuYJm2VMNhPQ5KspsJ1jfHEUS7VAVA5e2VnwAZ98oS8f+AFmRB2mHhMYMae3h
zZ8LfqQE/IDN0iFxXX+uwsmXAurtdCkby36Z9aJ9bkEgvCB2wYD3x9r4VuSL0mKC80ZGtboeU0Rg
UdDx2PG9I7UBOtM6eKFlQgJHxUI/uhB+3n6+GY/eG4Uh/AXWO9+FqrSYBjkHXfo29OM6s5d3upHV
oGsBjfyENAmqscgrkR8ohsGcvz/ljdMgtRU4VyjHSCzs9fJqM6V6BQ2HS5xV+eexRNLqKOq+wsW5
hdm9c6VsvD8U0G3eeYJAdK1XdzO1h8SdFYMXsPGG6hSJVukPCKov5UlL9bkOKrxzPjhxpUU722hj
s8o0iMuaIj7uK6tTn1OQg2IzqxcKnfmxU53kA0BYa0fmZ2M1wQTI1+e1CrB+X5NkFLTmLfVSmE11
yVWzewDwnhxSdXB3hnotqKwKLmRbeF7JL0dtaLWWg9k2Ror1yiXGMRl1BEF5FBRJdGhskEjvUJ6e
p1M+JjkmwXA5flZFWCjHdMk6HC6hxWc7O2lrhblTX/muBniM1UWXzLMtKEepl8bC56tP1OGkK112
vL9fb0eRLp1Sqpkrh/t0NeumsaY8S3r1Mk5j8b5XOvdJc5Q96anbi8DA0YZdSmWPDGL9HT1RI0dC
efYye+AKJk/L/63LefoLgmH3XqVx++vNs5KyYBQfEHaxaQVen8KyFgA1jdy8zHM5/zcs5jzjsWeI
vbD+NprgxaO0Qu0Z1sANoCNudZnmFcUlLmPjebD7COtoRQRZEtWfkiy0Tomw9Eejsao3nz9gkySQ
lKnw+r1BPQ29o9WFWTSXPAmTk2Mt9N/NxfO+vnUhJTrTMWSc6VGnWoVLqWHNllnE7aW36+QBwOj4
vBhO+/3+KHIrXx89LFXRq2ETShjc2uVLs5vGU0ek3S301o555gDfn60vwLBMSh/FyWmGyW/r4hOf
4d/7Q29AGxibFElibemGr+3arAa2RTWr9cVVxrnzMeS2D7mL+MYs4h4eU9c/GBm6NBThvSNY9PKr
EWf5278mqFRCQ2J7HuU1XtQYqQItldLyKC/x5Dex2qewd9qkero/3duDKAMnGa1Jaieb9/pgxA7Y
sRa/eJpquvOC43A3H20UIrzDVJlzf8S9sV4+3h/z9hInv5bMM+TBpN+I/E1/JBBVak6KWVf9paBT
8v9IO68lt5Gl3T4RIuDNLUES3c1Wy400km4QGgfvPZ7+X9WafUYAEURQJ7buOmYnq1AmK/Mz70Ba
Fdb3eoqT8jhm9H13zvHraEKGjAwRnC+VlzXvkpZQnnEqvLYtCk9rZ/Vdx1FdHtgse0X6jViiKgJ/
QGbZ8gJcjsyoAkcPIhw77CEOH0wzTt0sz9IHXKGUnZtefJjlFgG3BqdG56zGe3VttxdxnA3McHHB
dr05GuXY/jZ36V6J/3p5EAW5B+SpeOqRxiwHJKtV7geVXFwSS8EIvjCl58Cw+4s9R9KHDEHYHSDF
RjwezRws3DwoW6wx/Ek4+xNmOuVFq1u9O0iRlk4HqQ+y2gUhkMRuYJR5f769HjeDYp+Eqh+QW0gK
y0GGkVYhT2mWXA6Wir7e3D21YCtOftk1z0lp+jvr//rTwSQVJwzlftQS1klamoQddWJaaoEsf4m1
VsLqoRpPtwd1fRPRBwPyQq2fEsxVt9zMRzgzGpAU/B4VN/Rn+0PpQMDNg+mrpYRpcCit3D7Rbv58
O/D1HiBz4DHLI48i7pWxeB7oqj9KlAf8LO/nF4eH0ae4Uqb+LUhZ7e5dwAHNrYfhg0BwrjfcaA0R
Gu48KCb4UBdtikK3ok6+86K9/mA0fiixsBfYBPAxlwsELUMwWnY4X/JhDMZjp7cwk3TTH/d8Ba9X
ItRP4A1C4JYi1hrhi3BY4s9Fp17iccyeMzvs3cYKq3cJajpHRMi0nffY9bcC6gCano4yTgbUBpcD
k4wgNis10y6ZKanOQUW6pESXva6cB73Qzff3rgzIP2wz8DDUIRBZWEYzaiDYMfv6YtWN6s5li8eJ
MYYvbSpLO1t64xYnFSJVBukpWFZr74x6aNXUmcL2kvd++mDHagH1MGz/bNXK94/pEPVHxEqko0Ci
vRX6pDlEE23SdnbhxsoBX4w6Ayc1VsTrvFNy4EHzlw7YQ1Ic0ddLpDdmUNr1zpFy/SFhP4EtJSFj
XnloLqc2UuEzVkbSX7TW0ulAqfQQwcBLj2E7KB9uf8brMQGeolhAGQnyDLWrZSzwFFjaqsF40ebA
OapyOZwS0pOd1871SxZqnKDi0cmQhf7pMkqfBDESSkCZqrGQvg0hBupvWyqBXtIMwSfwbrF0zEJj
kna+2PUWRGKTegiyu7wUsERbxtXMCmmhohwv81ApXlN2gzejzHdqigQfEZQN7t6CjiDHcYCRveLd
tBpnayV1Q4rHCYbhwnc5jdtz3jT6MYJFs5PaXn04KI1g6qEPsCuEMshyaH0+GgMcHo0p1ZVTrwzW
uemjuxmUIgrvD1hkpF1c4ssooZGZ0Isl7cI76R/FruyD2pd3324EocAh8Cji6FpXbamnVK0dReYl
HYqw+lRmVp0FSDSFWeQpU2H+nXWFM74ESYseWlJq6Z4xy8ZcIpgMCJjSgHjCrk7OqojrpEe38OLQ
MDy3smS7mhoqO3XGq8WI6Ss5Kyx3in28uVZfLGBrQDJ05EtPc+hNpI8w4RSpad7odYX8vonV473L
kaEAZSV7peZOc3S1uSO/L1s10pULlrPhVyQk7fcZUm8vWaEm3+48R0QoDhHoQDRLKNosF0pr8BAo
fVu5dLU/Hf2pBfYJTWfn7t6YQrT9ybdgwiE7uhYWinSIzFFhIejZmONvYSQr7lgU0jEdh+xkDVp6
vj2qq5OYHgzvftIEk6Scx/hyVH4bTs4wNcbF1gPTOaGCqlB1s0sw/8ps9fHj7XDX65DrW1BehSU8
3PNVOEeutLaNFePikDGghlqrpX2Aq1R9/YU4wo+BrJLcZH3ByNHYGB18q0unxP3bLKrJIsui2bnG
rj8WhTbwBrQpeWtwfKwmDxtIpSxT88LGe6zlrD1KRnmpFJQa47j6cntIG1+KGwajQZYH0G11ddLL
CO5HNqqrF9nPoqPmSOkBmmh+jPxqj2e0EUrI7TsoulPXoHayHFeAZ4HTm5N1SSXQRH9mmoV4vGJH
WnguSozjdxKtjWmkBwjOh8qJIPKvprHrQysxYt+6mNSzn+h7WfVBcdrUMwMZbHqL69LOMtwYIJNI
VseJwb/1k6Z0yKBMs7QvZtEN51aKu7OfJs156Os96YrNUIKfAP8agtgaTtSaqVHK00CoqB2Ko2N1
Wn8yS+QQDpgcyjsP0q1oYO4EJoXyNZfN8stlGNr2U2c6F9W3Rg/RtY+RFaUPjareP4PUKTDE5sNR
G10nrJFSC0nP3r+Mbdm/GQB7zidckevPehtI2vHupU/NhwMK73J285pPDrMszULMKi/haJb6IfLt
7pvUpGA5AG//cX8s2v/CCIKcH9j4cgaHMJBD0nH/EqvGeByLsnioLfCxUm3ujOoqZeQJQ8lME0Q6
VMrU1bIHyY+EbqX4F7Mu4i/JZCtP0DFTL6/G6djE7eyVgRM+3B7exgHMPOosEfY1WYnYiz8VsxDU
MWN5JGgmaeo5sWjdRjF6wLejXO9ozg+hdyMLYBSg2GUUNeJ06nuDW2zOvhXD/DtYapvaZG0dpqj6
83aw6zVPMHwnyO5Z96DplsHiwK6kLuIUDpTKPymVkT9SEC4ftDm+VzBIPI7oEov7UnB11+mGgXV6
Nw2SAck6moXYs2bHJ20UCfftMV1/Jkj3KLJC/hOP3TWVKps6nwsMPyvF10a3aKTey4Zwz83uegXS
R6VQJipzvFrW53xNc2oc7cwSlYgU2WHtKXfKP0ZVfjRa513mOL/fHpUiEsBFFVDY5kEFBhMIRhUq
1fJTZVJl4jo1WJdI6V86dNLjcnqSgKhW/bMjd+dIb05JRnm6mJ0XC21st7KwiLj9K8R6uPoR5KnY
FIqeztrhoykLxyghqV6iCjX2Q2o0ppcwOfkhNrv0bGuFdkxCFOha1eo+3I69sVYBiIt8AZdR2oKr
jREncz1UfmFdujhtDpi9SQ+Q6nO3hNrg3R+Kjyo0IwSy52oPFnUY4+RuXWKg8E+2mpiU0GgB5oOv
7Gz3jdXKjnrlNIJ3uzoz4zK3VGokFuX/pP4rg+zzT40Y5k6UrbnjNOHGASwlPLCWi6fwS71r/dC+
hINkXwpsbV5SqVCPk5HsvaqvB0QgYRIFWNDiZb26BFK/nFMjmeLnPLA0+FYMS3b1sBiCnTFtBCLr
FoclqxHQ8eo4Bv9b9UOtx89AahCVD6X0OMzBnk3m9cxRnoZzShBa7XizLmcuwkAXWSIjfm7HZjwh
qzC7Xa8rHm2NPWeorVDiLSHcODdYEFpYTGqqF8lzmFpK8jSalt+7dBZm7SGvkInd2cvXFw3nCDo6
pAWCsbaWPOsyy5+5mpNnxC0K8zA3WulKtaG9BE0KaI9zdI+St/XFuK3ZUyQcnGSrZyAqbzgyVAPK
96ZVn5vcmXADbPeu6a1p/DnKqoTrJyoEGaVNnoFBOIdKNaMjfMkWfcUoPd0+J5YDEpmpLnSxua5l
QUJaEzWCREogHs+Zh430d32esjMOgPdRyv8XhJYd+Q4YsvV30ujWOUahZp5U8sQEQGqrT4Zl+8XO
YJbz9r84ROHDcGSvc4FC6301nPTMS+QmdUd1Ui9JxAw2eFnsZMCb8ybAVDScgDGse56ypElW2AyZ
xxFRp8jMF2PnVoiN75kmbgZCi03IxIma22otjFNe2npspV5TkN9IQR68KUKp33mEbUURzrYAAXRB
NV1lURy56aQ6TeZhnDG5bYi6AeKke2Inm1E48ARDi67jGv0GGqDJNTnLvKjPwhcjAEmMw8owNHed
Cz/WAVeEaBUIWcp1j6yqKgnXHTn3aJU1R4A3VX+MkOUI3WAszfCAFaS0Z4G1NTZ0YmijctoKWvDy
lNWbyh6SMiq8RuIsH7uIQnOU6Of7t6t4lVNAJ7uGOLKMMho8XK2Bkcl9Wx8lNVMPQ65E7u0oKzTR
jwkUSCJs3kl4ryzdIOIWQxe0uVdb3fNkZZMr6Y5X5MNHNWh/k1oQFb3+VGjGwzxNiVtjULDzCTen
kyIzKx/+LMXT5UCBBzeYZMy5pyHFcOpnVPLbUNoDFGwdGGjBCHoRUHNtDUXG3q2TnTTNvZQBn8uu
bF7KaqhOhRnHD7fndGtAbC1xTQGh5dxYDshQx5juQZ178VCacB9N6zCGwX0CJT8+HBB2bnsw1mzl
1f1Uq90UT33Fym8S23BDzY/alyLgQXFBgj7/+xfGBGzW4Mgl3LpHNiVygg9JXnhxGXE79VH9XOaY
T96OsvmR/ouyVu3C+7dsFL0svEov+vOsqOMpNUZk17txDxElUqH/Hgf/Th8FRz6QEBpde04WUSQ3
TpEVXooKwlMWVe14KCzfx27btw9SaHRvYHIEO3eJyCfXUUGMA99xqGNf9cMQ5OhhLkl8NAgI+rHF
1Dw7a1ngv8GyEV+vpq70TzxUtK8DmejfTT5kzsfbc7y1OpH55rGOFiEv6dV2g96QSHw+vmSMxX1E
l6c/dAZyW7+wrYE+k84SBST7an06IRhF+uCFR0tgOqZJ0JxSFVrf7dFsnl8cHCSH7OlrZXYgNolk
aX2BOUymvMOwKz/5mVa52POav0m4VuGGN8iPaSkNX/VQUg7FDNoAbbY9su7Wgvr5h6zOay2UK/p+
c+FlU/8lCIYMF07pQyLVv7fJUB6wDPp8e+hbH/K1y0MPBlm2te4Ax0IfJxJbUi+r8Dg0cn8wmmrP
VmUzChAUMkZh3ntV+o6ARJYKK5aHJ9T1NPkqp86eR/XWvkex8v8FWa1J08KoPM6DwjPUyD8NOlYR
Sv1akFP2hLk3xyN0VAmH/e76IdY7rMaS/2+vhQFxMbVJ8pKgT3dKVas+/4/jRcBb/hdm9RIL9MrH
D4Nd1nfDd2U23dxWPzpy9M2Sm1MlBc+V5H/V2T2HJr2v1fNvbJEMCbgnt6qY7Z9Kf6Y0YX+oFOQn
00B50+mLR6VPyqeub80dFLtY1OvzDMAlvUZ0Rimlrq46GXM0CexS5qVa+4+MSMMB+O+jko+f4yrc
Y4ttBsPsEloFyNyruoBijnYe1kjoz1bVxAeHBnz1OFD6yN0e4ej+AY+z5FfyBvJLUYoA/UU5YjmZ
Vt3j6IaonBeZ8+xa9qi6TTYFp2C4E87z47uJ2xxclIAhrl+cYZuqpd7XmZeNZSMdBhA3tWtQHQvP
t0+Ore0GCEtkW4Jouh7TZBaFlhpx7o3kDO8bfdBO+KYXLq7jeyTrre1GdilgPNTauQuW0+dXlhrm
KmlX21oBtl+BhOthatzVDfkxc9xo6OXB6qNvoC6j1KHT9qPa5B4yLLnXj2PoRn1Xn0CQ7hUituYO
/Aee4qCuIMyurrW4mNq0mMvcM1JwzYeg8vXRDfpqCA84KBX3uRS/joxJEw0ziBpiIpcjk5MqDDW7
yz098TnpJ3Vy7UGfd9KSjUHxIqTiBuMGGNT6UFSGebDstI69mCJldED6tSgfm67QVFeuR+CNt9ef
+NGrU4OiEYAg4Y9E6rU6NcYeMAZ2KrE3I58qvbGb3g4OYZAg9GlWvpa+FKVjpg9VYpn1g0YlsLk/
zwTMxhYDZsY5uQbOBUY3hbGK8rJM4ehdW0/jI1bT9oPaycr9tzQPAZYkfQvgZWtESK5grCeVcepV
hpKFj1VuFL9zdoT3Caa+LhSh1wjM99/GxXKhDEZD9zZRUq/FCfBklbbvoYGnubii7UGgNvY0oXj9
stWEZvDqbsNCyEyjVE+9UTUYUT9mD4Ba7J1vtBWF9ShkwXlpg/VdDgh5hEIfa6LEEJTcHoS/W1v5
nlfRdhTyVOj97LO10qXejTW8ZBFFzfU/8xlzAyPxrX9uL/iN/UVZVsCHsdjhrb1a8HFndnIrmakH
RzX+KI0VxhP4mHaPeFoF72/HErO/2lwC6UTODQZb1EuX8waZX++GIUq93mjK5xAwOa5BfMlz5fT+
qVV4GsLlybuddH9jiICCBGWGJFhAx5ZhB4smpBMlqTdjsOpCCIhRYxtoeID1Pd4e4VZy9UrOEcVM
QAvr3maFylvTx37K00L5Q1LQ/pxL83uf11/sAePruTqkL4qr71wyG0vFhHiBDAqC8SaFiuUIna6K
4m4aKc/lvXWeQaaeTK227s+oQMGpVOYUxMlYmKsoYafIsFFTL7JmnIvnIj8MzvwYDRTQtMz/hb1M
gRsg42unmENxGc7qrJ7yt5p4+MEW7yy8KSOXvo6zB4zbmjzWJL1OYV2ChNkyzhBEva03RepNUtAd
TDUsHtOg2qP47kURz++fMl9J1sfAMcvUk8tCe7B9H+y1mQw7zI3NKNTKSAIwErnq7WVhgwq8kXPU
lrygkwaNhMjomuPtVb61oURF7n9RVjPWmyM/XUk5MzrRWYkKEx0hsGFqMOs7e/d6QBwV1EDga8ii
9Kwtp62HvStbqal5cTFSuQ8q63OujfbOm2grCmINOHCJPBDVnWWUsm/DYBoa1QsylgCNogZEAtSl
29O2cTigGg5MUIiGCvPy1WCgDA/JIEWKF0DKynHVNNP8PLV1i/Fx6SVq/AYk8kNjZt7Y74Fmxdm6
PHtNeKa8u+g5c0CsO85SEBZKP0ual0q21Z2TVks+axmSvq6c6fkTluDBXrN0Y1ZpJ9ItYKjY7a2B
dqre8fwCiePZndM+IGwB93MO250E8fUeXI6MmhXkEAYGHeVqzdtOHHSOGuG5UsVqfXZEVuamASZX
XhhkeXgE9pXW3ggwNfbauOvqo5Z00FMNoIzxAcddaTrI4YhqSZFi/vYQ9gUye3qrJvUDxqPkQzjM
y/bBx+G7vcSRXH2PMIz9p1emMjsG0sh/n+mK36CMqdeTi45vGB4yChaJm/kI/Z4d/NgFHlpL/iyN
xpZ2KB3Kde0OWQ74/IgcmsA21xXDjtStg3hLkcIHMeKWwIdrV0IVvD1JldEOj2PbYtydRD7o1woX
y7dyaU7fE6fo/nScofkAeNBpjyQIQX+0lCGNj/AakvbYVF2nHXQ9DZSL3xdW5EJ9aPWdpPv6PBE/
H9tV8gKazGsKE2aSWhT4DrXVSbYuTTjALu97tPIUKHy39+D1miQUC4VcQEhWrkt/RgsxGQ5d4Vlo
WByxJ+tcRKD3FDK2o9C1eCUKwm5bnicpdoIlyj6FZ+Jf66GD1b6Efrkn3bgZhRYwDz74X9xgyyhO
3/OsA4/pIXLvPE+g5M6dlPg7mlabH0cDNQgajZxmPRYtLmWnnhlLnlCxLIo8dPs5nw8ZNb7j7Y9z
/fji48Dl4ajn4UMjYjkg1FBz1NSK0ovatH6TaUb1d9lpw5MpJ90Z91rzXMjYAesIBu6kNpuRKWvQ
zOKauSKKl1k1qZmVll4/jOpHk7v6oWmK4CWzAucQyFJz7gpakg4OwQ+3x7xxKfCCFicyIA+wjOse
UwGTtMPVlioxJZH8QU/kIHQlq5tKtyHnt11hUNR6KILjoobMGU7raME1/rFFjb4/3f4117cEPwbU
Cb6Q5HgUyJdfoNWtcITMXHhKPWJ7lzk+5rVK3kJHC9PzUKbjDqJ9L+AqyZOV0FfjnNUlW8n7rs+N
t4E/9B9kkC8vAbSj28PbWssC6GJDIhQyMuLvPyVhpeobdd0xvDDJ2w+AZbv3sJyyL3467Ennb21O
lXQS3xWeHXTblqGUWQ/zHNEtT2hy/t60Hd7uSdTvJC5bAyI3AqMHc4tbdpVVyvGk2b7MGaPQLDxF
YyJ9TEateTONUvDl9txtfSkuD3C28GGuXcb8qNStVrIJVZfDX05t5w9SKDsHJtv27DHYM1TbGhot
PdB6AiLHtlxOIMXwCoZiVXhlZqZvSt9S3TwttJMix3sOsFtDAzJODYtgPNxW30qCwiEZNoX3EOJK
d5wRAQC4nFnOeIAAKgw5C2hpO5f21gKhLE3WAm0eEM8qGfQtyaqcMC08p0f25RAYUwBnmHM4/3T/
hyPX4DzVgFhiQrCcSCmbhqlLstKzJT9zEzMIfjNCOT1KCOae0GKcdwa2NZtCGQrmyGuHbfXh4nmu
/F5lk9WUVNEBUGl55YpZHLM+NZ+mqZ/incT6OiJXOetS4Bmp/qzpdVgmjJOTi6WJI9zBr5zpMOt4
uJvTp27Cdvze+eRjoYbO4hT65K8H+k+HSD1WYasNTeX1s5rHrlWPBkTTyfrLkBL70xhL5rvbAa93
AgFFtxKwCnbfa3+/0i9KZjKuPa2R9JPeyM2HphzqYzgE/d1rhaojGTvyjnSfsQBYrhVTa3SOY6P0
SkBSH/10bJOD78t6cVC5CR+tJK6znY93vQ9gvkEAQt2IJg2COMuQVT1bcoRUuGdKSXQyRj054tWz
5366NYeUtyjZCddqMsBlFBJ62QrjsfQCuAS9B9l6+p5Vkj0ffU2Ldz7Y1pDgdICAAL1Jj2m1tXMj
A3lO69MLcxxk/bAYj7WThDs5y16U1T6zTJTdYqmoEGhowyNizNoxHpM9CZ3rmh24MqFiDSsGEar1
3hr1OaqrcWS1a1X8iKOz8nunRPppMOri/SQp9QD2x7/PI02UjIkKjVW4DoCEWOPNwgGXIynNKy8o
iqo6KL1hdq4RVJzO9++tnwOtjv5CC7REb7PKy1o/fSoaQzp1UdF/dlp9z2ngOsdkTHBIyK4caoNr
mpvVJeBHe7P0jEkJs1ORlPDqFHiruSLRotHtzj53qZ54Vp/NO1nm5ldE34oaAP9opCyXv9m3ZApB
XHl5ZDxmmvx3UCLNNE6tV9XxOQqG77endXNt/hRvtQO6znLmqCKeiSLEUbej6ZCofrhzEm9GobyA
+JKQ2ljfbH1e8D+Lj9f3NW6gddUB5NOU8+2xbB0dQBj4YECmaPCu9xmeA1pa6qWX513wQNOQoypQ
+o815bGPt0NtDejnUKtTqsMtecoghZF8BLHhIrIRIjZd6f5vvxAH5DCZMBnWFelCMWoLOBM2tSmv
8q/gLBPTRWM33HM037qYST0wGALgS5Np9ZyQurFH64sjSi6q6U+pm1JKeKlNucWsLA+NN23vuNr6
WIL4iwAQeT5c6uVCDxRzSHuVJYG0e/ig5bWBLAPEe7VRjQ+3J3FjcDTekfvinBfF49XgrMjXZJ9n
vlfoZWscFLlvnkdEDqsjLvFFgNOb397fc4X5w7sM5Co6TyTjy+F1coSnowF+Dw1M83s+jbg52thK
7TkbbbxKyadA7omkkXfQ+iluyR1HkT7mnpR0zgelNKNTbUfVRZcr/xnMgf05aVCz0kfT9oDfOZ+R
FYj2/CQ3PiaFAB7F1Dd4SK1fN4GmTeBcgV+aKdDOsJOKM64zYXSQYBbu8MZ3Ylmrr5n7Jr7lkcLM
QiR0Jweqio/jrjvXxny6vXA2Q712UAT6GND58iOWsZo1QdSIGlSMyCBP7lNeS/mnQdKnnVFtHCgo
F4h2NgckOfkq988EykweJ0KlNkynfB7/DFMt+OP2gPairG6XMRnLrC+6wpuSJHgIzF760jRT8/4X
orAWaQmB3sd6cDltWBUnmp4wFsPCQbGyfe3UWeUem39r5aOdAaiGRQ/9Yc1Z0rOEJorKotP77rfJ
kOr3Kk1eehDhoTOHp6oezoMijQfFlNwZzaWdm3pjLoV0B8okaIzx8BN///l10WT11DasQ9iLEd5A
5eAc9bQr91y+Nk4vUjpIF+JRoQAhWsYZ2qk07QZcG+iv0HPsuTqlDUVuEOTaIyYi7c6i3xoXanuU
d+Ey8cpex+vhkyCMnIPfVpLvY+zIH+Rpto53rxE65f9FWbUoZb+16tr0cy/s/fLUDWXvtln9z/1B
hFATWwqCB59pOXVdOkpGEVi5hzCO+pzLvXliMaT3p/fkHIjM0bBGk2fdmK+yoY/TnKNeAZFy6ZHI
fDa60dzJODaS0lezLfH6opS8phr782zCIgWqXUOY+COJ4/6LggzQN+zWq/qDVWhS7eIWaF9IbQfH
uz2RW2vQBFYGg4AaFm+l5UT6em8ZiIFSwHa0Sz77gVvm44uqdl8K3Id2gm0tQGEmiWAfXT6KZstg
lpGjh12DSY2yBB3UwNSf8kaJ9wzBNw53atfkViQGlFHXTS/Ms/sy7GMqqHk4fRtqSXcrOU2OoRw5
O4WWrRHxdqbMQhJH1WOVDDgOrhmNzGLHwSb7Bg1IecwMc89bfGtACNQKAiej4umynDcpM9IsTjXW
YatKz/5QG8ch67WXrLOD+/N5clIk94FGU1pZS+dVpUIdUSOUXhXZMRuy+TgnuyniKxpi2TCk3kb1
V8htg+BZMytDvxjy0Hdyzy8iwx3yFjXVyO0169DoDkJX47FtsrcG/kCDbx7DMXPrWD7Q9zoYBjRh
SX6u7Ic5ld+NiophZ3IqeQSHrfMLJyZa4EyGIIcgbbmceKcNEJ0r+bxl09RurfTqN6kLsp0DYHMR
/RRF/P2n+yaYpXBOayYjHY04PFSRHiGJnwU7df7rDiVzTi4JtlOcZWvZtLyaQBOUCSXWvBzAJMhT
fRjSMjhHYTe+06UwfIGW3Txh806SqZudvTObGwedKPxTi2dGkTwXy/yncbZmp0xhCOtrRB3oTREo
8amXJfn9VA/mmzxKw5NtFZYnRKeCw+1jbmMHAWShDA7hXMjprlLLEO9ORKXBtLaOVb+oMM2+ZMpo
fCsis7v/kOMoFTqzWDqADF7df7VkVFUrRQBN0c8/RZ1avMixan66PaCNNbOIsjp4miAJNSUBOTuX
dYIkYxUYD6ZT1vcJZL9WgcjvRVObViqP1VU10umivkkqRpMN2E7iAdzUhwTRr73KzNYHorsJzI5P
BEJstdNKLNztkZaQ17XFKZ1K/YQY6e9lVdwPNaIjTH4iYEZgTdb62ApeXywGAqGRgpJIU731cSrd
wQBtjQb1Jg1BcUPoUa0uOpucIepmeK4airx6W3ZvzRnfu6yLp79ur4OtPUUyh4Y5JWNeiqvvU/RT
T/tMyTyOU7fJZyU89kmlHdFxSiosXLPQbSQn1R+cpN/pSm8tQaq5AgDpQCRYV42R/eg4T6LMi83R
PNhKmRx1lWbp7QFuRUGaljNLsPNofi0PjXR2kkxCJ80z4ix2K00dzpG1mzJsR8FPiUQIAMva1DLt
ALVoVZt5dmD5B6vqineDFiQ7JbmNE5gCDNVUYU6LdshqLIgAlSjeiihO2j9LUysbJwNW8Zcg6Qo3
CCv7E+KWiWuEgZQd7CpWdiZzY11SCkcBDhQwAN31CSzVrI8OiwRvniEpZB3kuURDrXCquj235I0Z
XYRaJZaF4cRaHMIchTRoHe3a+q6xRHeO9e0ggJuQYnvV9l4uji7TyxQpFjazmlaA4JvvvRyYD3ev
QA4KCllAnIQMy/poUho1GwLuzVwOQTgN3BgKz4LT7ShbnwbdNXSvaDOJq2o5FC3TMjuImS8EjYQT
c4SJdW+k7XNUS8On27G2pu0HYZ1NBcdv9XqKtEpvBoX3ddtWdCIdwUaTg/LjL0Sh7Y4sH8hfcB3L
EVXSVJfANlhs2AgjHKZXqZdM8vzH7TAbmwrEIM91sIOwftZ8WrnVxzKOepLjuJ3ezdh8ddWhTgaY
rnph1s0hk1EuPjpdU1WnJAy7S98hrjfubK2tOeUkpE+C7jmQ9PUqacoZYRA/8+Yx+GOKI+XFVqJs
50G6NVZ6rByDCjBjluNySrNGBhipcXk5nRYegKPYbmD1nw2jfR+q2rMW92/6Vm0PiTLvwJu3lie3
mTCrhzd2JUg4wL7ucf1hO5eGdeT9Jp+CtgA8XiV7ShSbg3xFitOlAVC9GiTKAHOpmBC5fKP9q0rH
Y9EgsWE5/pfZms9SNL7VOu1rpqc7u2LjKn3tYtBi4EFM8Xo5uUCAggpz38zz8waflcoI5q9apTYf
bQzirI9hK8fmOYLdU5+oPkzzzuWwOcNco8CnKdCAR1qGz9C9xezdyTxoKeYBzKbUu7KS9icDzMqe
FMzGs5+JFUozdMNIUFanTYQ0C5JK5MNKJBtHU861GrJSrx0CnVoAOnzGXjl7a3+I7SEqDbzN1wAP
NDLVOR1YumMhdB4myeiPmS/zort9HGzG4cGGuhDZKwyU5TTCXeukSbIzr1ec/GOG559rA228v6hr
gRbjFcSzXKdIuYyC14LGcEAJFxG8P+Qey2eMlZTT/WMRe46EmPuajHUVZW7CQm1ZEoUkJ8c0KgPP
1hPrw+0oWwvv5yhiRn96liVmQ2O+1zIPc734r6JEtcJxguBb6g/y/W8j4WcgrnxyrSsFPyOTupLC
Lx+na5zjUJXBcQbpe749oK0lAIpVZV3zogVmuhwQEplpkRtMGz3g5C+zxFPeLGzt79tRtrYQTyMk
AvgHXn31cSiThDOXa+YBtfkGM/OD0jeOm9ZSf4jHPeyEeDSu6iUWCRvMVpFUXcl9QCWQ7RQhDG/q
m5fQLlEEyMzpPRei+RGKAbAQrd+50LaWBbUPRFMQ46fkv1ri2VBaElp7uUcLrMKcLzUOZajMrgAo
H25P5dboqEqAn0OXigxrlY+EStJXgaRyuURd9zFS6jxFdc0ITo0/+7+3yBeekCG5e3exBEE4oD8v
kHsQhZbLZI77MRysJn+w7KZ8qyWZ5RapVZ9uj+1qMRKFlzOkUAqeAlK7jEJZqZanTs8eOlsb0xe1
HNr5nWX6aXHv9yIQoA22FS8YiGSrSZR6IONNlKYPsO9qCK56eGgjB7/ppNm7PTbGJFAhsChAzZLt
rJZ+E0nqEONQ9xD7nWMfZNKScz1q6r07jKrqK00dYy6L19KqkkL7qdUQL0geWDrhUz4Y/tcxbhvc
NHKjdhPFLI+3v9VyyXPCvu7n/0S9VisCwnhRR+GMqJdRts/2XKtvtapr3k3W1N1VOP43FKUobip6
QFz7y2WRWyVqxBqhxqADeRgPVD6xpd0Z0PKM+jcKd5RQnQVxv0ZBSazLuGjl5LmPZcj3keONrfWs
ROabrm7Luxbgv8EoA4idLNrWq5xCovAXN6WWPA+IzbpO1k8n3++iJzse9lLEzXGJJwUyS4xt3ZUu
RphIXFrJc6TNLylUCW3Mn7pQgQTa+3ttumVe+GNcNAEpt4HEEMXD5afq+imzcnT0n4vZCH+3mgZk
nNogn3iIlWbQDn0+ZSl6A303HmcOkL2zf2tVIkUhxoqCCWnHMn4JEFvRsjR5riuJdKk0WxY/hpGt
2yN3ftdx9TpY4SeDPCctf4E0XgZr66KH6Y2uHQIYyQvKs4B/o3xPlHJ5gPwbhcIR9k2G8EZebTQz
tM2xS1n90TA6x6jQo4ex7fdKfRsTRxYgIEM0GmBYrxakNskqIuMKIoRF2iGQbc1Psu7bMKCsPXmX
1873fxf0jxEJ6zSUqsSNucZBhYWepUE6pc913+j6SWqS+Dt6Qc18mHqnGN2uLNCOzC1wGmf0RpN/
8joIFUx2gXkcY1OZ3xSSMf/T1bnzUsS2I5GyQFG7q2T341fCT8BRTuA9ecktv+4Mgb2TUj95TtB6
/260dnVCb6j74/YxurE7Ka7yJMcCAE2odf4VjxJcWNlOnifJ/JRo0QPiWjptJOMpSNBsuh1saykJ
eTKWK3U1xOSXQ0IAIZsLEobnELzzmcJdRH9owvXs8AtxxGKFT0ROuSYOmixUJbGrVEizpMfQn/pD
aEV7ejpbSxaCopg2CjSY3q5HMyCg1ZXpc1RqL6MuSV5A0e7QT8H90sIobpD6gM/CdvqqBkR9jrpS
r6fP0pwMx8yxpvOUheP5/lkDhAtkWpTo1LXQX5qXALUNO33O0RQ8ZhNlz3HQ9O+/EIXrhcNR2ISs
Nzo3qBZ2tpk+4xhanAc7qU96hwHe/1eUK7AZd2ipBlL6TLckcoe+Qam1ne6rm/7YotSIFbJFCBcM
Z7kCrIAhhiVR2iry3aJPVE4CUJW3x7KxzoAcktiL3B6a0eogGIxc0rsimZ6mLKiLY1qjz/pGTrTs
t4n2b7ezCjajiUOH21rAblc3mBVGkW5G4fTUwPQsDnaum66vJNqxiXT56/0jEwxfyo4wO2hCLOcv
NFI/xg5kelIru/WwzwWOrTKfX5X/4+zMdtw2uq59RQQ4D6ek1JJa7bbjMckJ4ThJcWZxHq7+e+j8
wG+Rgoh+4UPDLlVx1649rL1WFvWnx2stv3vl9BnyJiEj5l6YwFe+R6rDVPTSmp+jBM1jtLXatH3p
3UGVx9QOQWinSlapgZt59GIeL711e/hVho0WKTYG1tZub87m0uwl9KlmOUzfOuKXwNaGYafeuF3F
pR+CwyOCJAhfAw/Seqw5zyx81oU9P+nhVF6gH5Bv6pYtJs8qxAKQhqDRtBmuULSinoXZhc9uPhsf
yjKSl06R2pJS7L3T2y9GRqwDPPjZBwaGcmsdwp2HaQQ2+lxlpHuGtPO/dKUy33emcA8aWPofdm/s
kURt30MWhQ+Ixg8UaYx13C6qa1BCjYw7PyPoE8++3XndQZ/4fEEfIyXt9Aza7tzvu/t0mLZgjpMQ
a71PCgTToDU9S0Jv54vRiZ5kXpaH2pXVE+IGEyTn9ue3miTAEaDtGCYdY4YvbreZd6Gl08lXnuPR
Hl6Uoe3e8xDHO4XoOya5wFNQ/QTEz9DdahVQucLJc5VVIoVhdjvW4QBSq9Pjvfx0E7dX22VUi74C
+0BXa91X9dy4UIWSimvW0Cv5RLc9K0BmlHXzOUdLMr5g1trg53HZ9n5YGwPDhXNi6pFvVapIfCLz
nIasNi3/rEFy6dWLrQnVlqhyBh+GlTo7mkbW0k3XGRt+kmGcw7coNWDgj7eydb7sBENYNJ9gcVo/
wfOCMDQddtJU9AeCKbRyzQfr6g5+w7z6XrbyU4BmdXJLqrTQAdDL0tb0YV7YFV5kFdF1tkYAEJBH
ltXZUxkcYRKh0bSXfij5Nb1mdt5XMVSFuPATc2jI5xidC1dLigJ1XkupAmMqUjP3rXCaxRNOfPis
d06nBO5khMW7uKv19rVNwyEJ6kYd1T9jO8/Diw10aajBZDva16EtvX7HArcHSg5IjE9KzdO50VW0
pnquKHmk15SxyHddO8VPhSey1wYswPHxt9t6Dl5NNByRfgBrTmRze6XsooA0L6mza+uZo58pc3as
a1dFTQvzCct5j4/tztag6aF9tVCAUohdXS5XeqkaUti+9mFd54fZCjP30DpT9lHXE2tvim9FG7E4
fiAytKFptlC2YiTsdnuhvUD1Q5bLzQSSYX/uKqODpWcUzmFoLaQ4/boIU/eQKl2kC39kwEGl/JNE
4r0RwfdwTbQu/m7UdinPEIo39lOaCM14icYKI7dy4RVfvTjRx4MUjv6PYthh/r7prUI+lcJQoqPd
olrwJdPJxp4UY0ahfIzI7V+tovf+gXS9Snyd3+Nd525Sm1PWj83evPfGoTlU65ZpCYAvVFnXDq3P
YaaYyiK59mNr+pOjJIfUy/Y0M5fE4eZWUqTGXCnL8KAjCLSypMTkjkEfPl6zTM7Hepiyq5mN9SnK
RhgFJimezUHzrjDad09zY/dv6pfwpcHCUINiHAQ5OKoLq+WjhiEhYQGGgRNTv2hD2HzSoqj59Pi6
bMzX4a5AiY1iD6kNtK+39tR5EFuyi/ra6qE8TC7z+wnsHydLjfbUQ7ZfjWeVzwWQg8GILe6mNJoc
4G59lZn+vbVS81DOxrTzim8/Gv8zrEi8d1SPqcHf7ifNI+mKea6vReyl5lHOXM5DaMaWcVCqZrAu
DEVb9nGgyvE3Mjfp5DeNoew9IJv6F6cK/pHlIVBkp+soV0uayrGn5ppXZflqxTDzjUk+nPqoshCu
7RxxKkY3+ycdbHUHsrj4m1urpZQIVHGZW1pABCuzGeYmNJU4bq9KWdtnuoWzPMqkzEI/LvOwCaah
6Elea3fe800bz7v0Dxf1JxrttLzXdERtV1sq41j9NdcLT7+ahkz1JyPHpoIZqUbnaExau1fW3J40
i9J8xhuAw8cT337vLq9k0ibheM2HtM+PdSO14VTrdm6Bg7U43pc+bKfyvZRR+rUsm3l6eusF4tEm
fyaKYkaAUtbtD0AUctKG0e6vidSsb2nmqRdTncWLbfCjHi+1vUCg1fB7oBmIGYEW3i6Fn9KlCNPh
munx8NkEGfd+QtFuJ7W48xmX0sOC3/9JObPaEKoqSq1mVn8dDUW33s+4iOldNvSD864mTet9lVrn
Hm3CdlEiH0a3MVsABYa3ekWlABHeavZ0LUBw/V3CnCKOqEJM6XOTOELC/iN319y6viXKJ7dggnvh
014VjrzYHYZKa+arSPvyILrB8z0VgUphya+PP9y9lfBHuAMqVCpgkNsPJ+aRkcJWU3FKln2eZtkc
jUoTJ02O5uXxUtvrz6TRQlJMjx0NwvVwwkI5VaRTpV2dzAoPiG7pDbLqkw5tiB5/NLS+eB0g+Ds+
XvXOBheuQqItqnDbxi56W8SbLfKlsDK5Zy8k7YWfu6p/i8p+T6hve+OZdcdCVA4T97Z2M04iiO4q
S7/OOZVsv7C0iDw7qmT7VFGKbwEFph3oUS0f/hBDqe3J2NzZK6nBz+kF3B2dm9uP6YR6utAriKs5
Vv3FnNCECvNkvBSxEe5cRQYI+M9uvfnPRH95TSDs3EyPaX07FbMY82tSlKX92lY2ZP6B3TIn+izq
fk4OAmGQ5oJvVJ1AbyJT+ZIVcSI+V4zl5lcTBavPfVNEmgwGe1bz0h/MImkOrRvO8dHxwM88xV7S
Z1/Ttv0GeWgA34XfFKSHESb0laSOURoizQCQlun4namkT0VU5s8MiobPmfFc24IHJR2r5hOiXApU
HVXs57340zUj+vptkXyXYQLNS+9kmu91uvrNamP70tfpWbRZ7pcZmD0Sqzovg5wR+kNjT3/ndvKp
mb3umEzpR02bw/QpNM1PjsjTPFBL8H7XsuiT16J1xrNnZealIfpNDvBVPTmKNzdH2VeR7lt9/M4c
w2A25dWZ28ZDO3KaGt+uQ6qrqjS0pGK7tfuhzmRfB7lXCcbau7h15yDrlOGlcyPCvdoZ5FNWKRak
3wr8MbDxB6rQDzJDX7x2jhE38nvWpAeri80vLUItn5zROyZO8c6T1ZGqUJAgWhYYWvZZt+q/jMk8
VMLxXXuwqyCxECefhCdzPy1GmT3l7t/IKeZBYno1VfNE2M2htMtvtarl8hDXFpJrCqCTPvZlMh+Z
hyj9sHA+wHYW+y3chn6tl3+7ZI9PXp3mPpNrQWnI4yD+1AumfI3C+i3LYxFkjowOipKHf8wTAlQ+
OmRRc3CKVKa+LsCynyy3R2u5SPQo/NG52fDdnCq5KHtNqelDYZcWAajVKDmmddd0z65d2EMwMfsn
/T6dPeec6S20dXYONu0UizlfiOyMSh7bohLamepS+LupjlF9wAQ6HEfRdePoT9E8537UWCWMUqaq
tJdOE8X0pE753Ow4zZ9R7s01A9UFd7G3gPYp7K9n45RhySfzjlqDkH1HraH3Ql9N825474XRWB6m
JPc+0nuO47NeQan/bM1u3j9b0Im1h3qoensZzmjmZ7ivyj1JmY1PXzBn5CKUaIlpGQW59ThuDZEz
DgmlYapERym06F1dq2MRWEpJIjg68l1eo2e+E0pv3uQlK6DztYh10eVfoyNGiupC12f7Oo2Rc4JM
MBt+F2OVOadOYmdHIv35rc02WO54R6gi0ftYGCdvd2okaeoMsVSufWva16YdkmeUD9+cspPmgI6A
C5RJVWiEVyFyZ8VurYUJUq9QTvCZrfar01Xh6+y1xeHxw7j9dJAIgEBCVXahx16P5Xp517QFjEmE
bGn2sescl1Gi1n1C8Ihb1qrhP3Zq/Xi85va70YheAg0I3BGZWEPguraN5URllQg8Ml4JcjINv6o5
2cFtJmU6RUqdezv73DzKFCWWeXcmS5enZj0iUlDkK0xr8K5gfeW3dh6dsxHXeUDbWlS+LcDYgHpN
/5JFq+1c3m1UDJbwZ/cdSg3KZ8t7/QsWr4Ieskk6WKimpk/Dp9R0lGeayO4eSfLmU/LU05ZjHgpZ
FFg3V7cwp7KaTG4yXQfAZE/OOFV+JWLnOapM45g3MoIK2hE7bbpNsIH6MQg2mjKIzcEuswrG584a
5aSYjBs0bkQzHCzzJz1pEtMf0L34/NhwNie5EOKTXwCbBBRFcHV7kl4kNX0wO/Oq0Ec5Wkn3LSvy
PT27Jaq+cbVQXcErR1eLxjDUMqvUWNhTovJauASocdMeDYrFgtd5btjSnLm/qZNbhoFr9jXac1JJ
iw9KIdU9DpbNHVl+BTefH7CY7Lr9WbqMCAOncK+j6YK5EWr20nt1886SCWRfXvQ2wh6KOQuxMYO1
jKwvtX5nMa5fjHQYujZW4s6lhsuo+sERY/wDmiVPHmj9Vb+99TuCr6RSyHUEwgGTye1iatVW4PcZ
1er1Ig2cxK4OY1HuSZ1vrAWSXJZYAKOss7l3dLcsIXIkX5oy8RzfrEQTHZ0hLPbYQzZ3YGHu5uwW
9S+kIddwQKPM+jDMS+uqZFptB3ANia99b9T/tChZfXh8dHfW4n3l9VlUUrnqK2cyWWUf9bFrXGu9
qYBBe25jX6Yk07WDExb620aHMYufbpPWD2Pq6Oqus7W8Gqi99qZ3DdNQP8bUMI9eOhpv9ZDLKnTR
KPPxGkDueGsP2uzEsK9Z3jWnVu0PSmj6jWe/2cRZBb+IlAxDUlTEV2/3qPZtqrSKdx31sAz6QXMP
UC7WL3ZJWfzxV9qaHjSYJDTg5nSqTWswpSNHr4cBwL02eaL9RVFRvisY2/v38Sr33rRFxACMqEY/
a10fcKKybGdvebspe8/fnSxs3xszCmLfswkFDdhOiX2fTCRRHL9UtHzH9d/bJCEUT/jiqwiLbr/a
JMtOLTvhYYphjETOMB7Vudubwdm4Y74a4RDC5qyxkOfcrsLY6DyMiuleM/JP82BHTgNeLp0jSKky
1Uv8WJjaX4Zsq5n+pKV5IAMQBTo+Puo7vwIkCkzpFpV2VEE3EdlYlgpp27Xpetc66t1YvO/UeVL9
yBy8F6PpIs/PEn2eD5FdRvo3M4+UPTTwnQNf9M5okFKEYux71VrRlJLIpmu8qzfFxdEMoeKgGdIG
j7f6UwDg5gEk5mQukyWII5jVWb2ykAANUq9dwrNoOIWJ8uqp0bGU4atth1+7rPMnpCHrYjzqcXSs
ivnL4/U3L9/P5RfhWsa/6G6szSqGuXaC4OcKEZ/6CvUm5GBT176ixBo/OWaY7DifrUelhwccgtSF
FrRnrjyqTEVE6S8Jr31BryYlT35JhtjzndqedzomP49ufbTLYwQtMW0tQK63xixGNTHaIo5emtGd
m0NKBiDhXQ7D0hdpYfw2OmmYPdlzpP/bl7aQ720vcuFlarTsWxbpfY/oo92IQ68Nsv9WFmlTfVXn
lNctGiIqFcjJTs5BFZ6w3kuOd3yvlXkhTrPpjN/J4ZjSyPuiSw499Qn1pctbtzykU0ifbtRT0R06
u6n6cw50f/SNoWHKU++53X5f1e3r0CrCDDRnTjQ/9TqRfDC7wgEdY9V2DJ9sJMcAaVanPfQgJ91D
locGjIbNWPzInATl3lnUBtKDmdmXgado1u99FduL2kVrVgcVYXYqCUqZVOfJsOfSrzxbdD73AHet
pZCRPg+F08WBIwmpd6x+EzwvA7w0ZvBnvKvAEG6/DPklgE2J0aMFOR1lC5cFXUI1fdd1cXdMXWP+
oNG13OMwuHOlwRRA/w3AH9jROjdIhwrQb9QqV7X24vqrag0dpjDoSr6TuN55K0gN4P9YqBroza7i
u6qSQ6TVvXiJ3LD6mFd9GB8s2Iqyc1uHboqU1VRrMHEUbuX81rvuUL21NwDjJBIuZAkAhDnslfOy
hef0TiXCq911yddyUs2jUfb2TkHyznkybsKLsXTWwDqvtjmmtl2bXKjrMJniGEcMQ5tm8+aWCntZ
+Pd4lVD2IWC+NRbPq8j3Gi28NhAkDnC4ZvO5VNVRBEpVxDtTBVvL5GllPxr0Bsvzs34A48Ic4G0R
L40Yu5c+d+1DP2KTWW5EF1Kv8vdMHcvzYye8PUcmUaGjpoNN/LIZDa3n0ctKNLpeNEo4gdfWgoBp
V2ly63rBlEAAQE4Hbpn27u05pjQb6j6yBfPQQruYudt88Whz+JE+UHB9vKM7x0ikRHfXZGcq4d/t
WlSiBagfQ7yY6RyUdvsDZr0mAOpzscnfDq6yc+Hu7o3+DUBMHjK0z27Xi90MDvYwjV68wVWFL5jg
CegRml899ON29rZ9MnlQaONC17xA4tdWzxy7Mld1JV6s1qGbMo+/J5X2d2irvT82495k109o5+0r
Rs63SJsxOU8et36hR0cktqxD5Tq4lZYEnduHydW2eqHismNF/SNElC99F8F8mQYC5FDsDwC8UMYM
R0/1myjTzJPGPGp7bGm//BGaNT2KdtDL4dCXrasEtjmV8u/HBnDngzAYS+rEUVEkWbdl7DxNHKOp
7KtjhMOVlvffCTimZ1gGduLiraulSIuzw5sbRIybFM3jkeohOry2YAhsBuzK/iNP9TgEkeIa72kr
dNcxr+wPlRk1Px5v8t7aFC8WGVB0+4jhbq2ur9Wup4dtX12hvgxOrwd2kxmln2tNFzixaj+3gD3f
A8gq3+x5mdNn7BjiBtrsVKlvV3Yh+LPHQbr0ubX4KWltlXq/t6ccfucjwlmPqdNvAlqzRhfNbdT3
FQRh1zh27Hf5pNIK8RTqvgydhN8en+UdH7hE/BBrkN4sqMvbHVUoNXCatkN5eSqOAgWyZ2m4e2/J
3VUoYDOXYwMRWPvAKhmLqhgj9yq7pAsk6IcgkeZeeHPHQ1AGAQDA3DEcXesXq1kmm5vWda5lPPyp
VPNvowyJPMkmfKOa9nztvT0tA+EMYlI2MNZFZYhvE2sWvXvVqWCduzIxjhIKpePj73PPFpAkZIYK
vMHCCX77fSR8tA1oLgp1ljN+mSx5UJ0uO5gRaPEdB7tir1zqIKS5lOQZs1lGK9YEUB5kIXap6O7V
DNtG+obKdMoBUYP2UlhOJw4G5BS/lz2pp0/kn5RA0domDlSbWuzOtu8eLpEcnCLLCOXajw2lW7QI
7LjXSFE0EkDUY0xGoc9vP1xCDkqggCKhzVwZf1NHDmM3Nhvuk95X7KE9ZSESgg7EHzsJ2D3bBCFO
Wgv819jweCWhMUppUA0EGVl/yV21veq92X1L+X2+W+reTvXxTiRAwYQHAG5EELTrQbVOnwYLxJx3
Je+Zh2USozqXs9YEZVS2n+gO50HUyT2hunvWit2Q0f6s6a7RcnGjldo4Du7VdpP86ISd8m5AjP7o
2pX4HxwXuQSVeebkSKBXocfAgGYYhVy/uR8GX2gInzezdA+PLeSeHVL4BDYLtfbSybm9flUsosGq
sUNtbIZnpUijYx0le4HoPeNggMBc7h3jU5tqfJZWQuYj7rHH2oci7j/EUVm8Gx21OAtRyH8e7+re
ZyIxpv2G7yLEWQpBv9TBpY5mZiW46Alx3XkSmvV5UluTYoRpPD1eyrhzggsdLtWApfDOFm/Xilw4
JsJZ9a6GNcKKyM/JPiDpZmj+PA9mGwDm1LXnQjo18Gg4zBtfr6pZ8UWpJB90VRpf294utGfogbPP
npVkX4VpTb9LOGZ+L8Jy+sDwivgjMdtEDcpG+dYlujzkrck1pphgBXPWtZqvdzKlT6zBUhjNsNY+
QRYKhKFLs9k5ci20383MbdVD4yate7RjuNN9Lc3NHVjgvajSXcBHNK7Q3sLV3p7GNNExLj2SKkLR
tq59eFI0QAS1AQJYiRJLi31aBqP47uoIF/4ZOYLxDqO0TMYqY6AVEOY1ZWSA7LDqjxQWoi+iay31
WxoPnX6y1cQcTkoUq+XOZ7wTcsHByNTVMiIBy8sqidEjsAjAH+jU6Dk6jZ0uNL/Xh/FcI2aX+jIe
3Es3Tv1R08vw7fUDWODJZhbCTUqD68koVTGdWVJtvrqQlvhe4lI9KLy3Rw9EDbSIgU4R1oK7u/00
aWoBDxmZAoeSeqYythAg+LbetTnc17EkkO2ytzdVeNkhDlxI8MCur2MIx8nruRgFU4YNJR+7KWK0
KivFH2WxB4bd+hjQ0/gWWn4gqhFqud2eqhQiVwc9f0loSIPDn5ojiM3u4pajcSjTXXGu7b0H/wpy
GvUZvh2UM7frCRGaXjMtx5mN/TGi2Hmo03IvTrj1ZKDBYSZfxoFJB0AsbNARUdeM1thVydmKovqj
p6jDj7Aaugt6kd6bct2fS0HqxHQeKp90I9YqMDmjgL2hNSwFCP1ku9NvtlNEx7kad9Kb2zL8fwtR
NV0GKSEFgxvx9uQs8NDObNbJuXTc/gJ7fXbsJ7X7oy4N96gqHaXxfmiuhWzTc2q9nQYUQIbOy0qS
jZQPuf3t8n1uNUza5OxzyNtntU3LpzhJtJ2H9TY+WTZJXLJkb/hpxobXHIx9NILZkW58rlVd8Wmw
ux8Hr58CEc/dX/WoTh/KYVbfLAu8rMqTh1gfNx12k9u9ueTCUDJO8VntpvpTZ6jjx5qZuw+P37xb
0/9vb6zDJBEyeFtqS2VIIPKxoAaoRAoSr2o7v4ILcucEby/0/1uFer69jIuy2ioAAiklNTFY8Tkd
nPxDbVDz9ClDmBmag9Xwj2Wi1fV4X6sJqf+WxP9CFYdtYhqraCjO+w6QhEzOs55q8VdPqdPet7Xa
MN4rkPLOZ3eWRg4QzcrnoHN69/toAvE7wGuthkdVpjVRL60X5WTwic2gztsu9eewHzO/g2xG73xv
Ssr8vdq5iVr5gz4VyiccSRu+aoM3gLmmi2A/a/Q442MSxn29E6Zv/QkgDxLV5TxpdK97moSa9awa
kXJS7Ggog7qK0+8ek15onzlJ88fj87x9VJfjJKrkggEVpte9mf6OBkOKWWrJuXYkWJa5lVdik/q9
Wzb9i5mF6t8TijzQ8Xp7879bC7UYy1risZ9ttjWWzR40mTS2Gp81JSPcaQqEOJJ6b9Rke8eXnBVk
B26TJ27NaGbBOmBrjc0dF97cXuHe00GtWvAZ+igsagCjHa9Lz5WdIWn0+Gg3G4Q5g/oJd5D7t9z5
24ueG1TivVARZ0+xQ9VPe0WHnBsOo+DxOht7oc6P2NlCbEUljObp7TrxqMQ2+UF8NvrU/cBApiwg
LyK+bPsWWPDjxTY3nsV4wBd9TRhdqDncLlaBoXek0cVnZdR+zEqLuO6kvQ6e8n5W6h3bvLcx7BOK
OAbcDFa7Xav25q5USjs6l3pYH9sstM+45uoaWla/E1tuzARGWQITkjj41IE9rRxZWBI/5G2GI5sS
LXnXDLFlfRxS3f2uTwLmVVdRkKtpnXyn53Bni+AbaTEzuwKYfb0uynF6PppRfO6bXgvsGjfdt24a
jO6Y7JjJHXMEO8ZN4NGx0NFemWM9DtFC0AGhSJJPQZMiRBsyS7Zj9Pc2hNnDi0iqyn6Wv/81reuk
6c4iTc5IhUfHjCngYDTU5Din5V6taLshDo3ZTioz0GnBI3C71KDMc+nRfTqTtvbHeXK1j5lX70lN
bTcE2m6BG+GlYHtdc2vnVA3m2o30U9am6V/MoItXz5DJF0EfcecLbY1wmT75CQ/FWxDf3W6oIIiE
ryjXeZmsz3ktnmUXfywK7c9qKl6bWr75epmLrs7i/JeRvzXkSI3hzEVdUoPnoXXPYTfOoM91+ZyF
ZbPjNe4cIgYBIJQ4ATO3l0/5i1XUmrTp0bCUWjifZzedL2j+pWQAbXR67J/urMTwEGTXC7caXnF1
hh3quMjEa9opm3IjmEzZBba01ZPrIHfzeKmtKwQvgwVSLqD2A/jodlNFPWWDTdnsVApmTTrESLUs
/eEmyqGGW3lnsTvGjrfVkDIkJIYwY7WYbQhdbdD1OTVkce9V5ghfWrWcjo+3dHcV+BaY3KcOS8fw
dksaemYSbVXt1DJ58QoPkX1Uo2SPO/DuN6IeCKEpJbrNYLZ0O69n6Ew7eQU6rsjSlxCoVl4Y/6gq
u9njOLq/GpEG2JOlGLk6OWDHiPBKRztV5uAEjLjWT7PlMcIh39hmJZiC2I+QjbhGp3my0f/QzHlg
SI6l5tAcj+Y0jYe4KpYkatf47n0ppgwXG4e5edNlbWLPTT1qNajvasMFyHX3FNKa3Mkith4JW2Oe
EWXxpXGyrnpEYTW6DFHpSMU6AxrXuZo3T7Nj5S96OBaUX/K0zf1QdZJpx963X41BThqtVAeZAsDH
31oiqDolTmpzOrUJwLdcATvejp77HM1yjzZqe5RL95gWPHkSVRdjuee/OCdlHEOnM8fpVNfIJ2hu
awWaSxnprVeLWJDUj4kwXC34yNtVkN9Sq97wplMussF34lb6WT69rcm1WCAVVZWKh84fELKrVSR8
XpPVRfPJaKMhILVnLql192g5N0kDReJl8I6yCtUV0r/bvShScb0mG8dT35vG1Q0L+1+z0+SxoDj2
Rz3P7qGJvOL3rGz1nVPcmgVug6ol9WKCJnKk25VVdcgjw+rtExiNGviUmIO6c6pjLpO9ss52kyzF
g4Wboj5GlnS7VBbWzhDBLnJq3FaeACtaro/0QHaZmqYK5rhznpYfkwftmGi/v9VYoBYjUl9Qn7xk
67za1MuZcfLY5hXTwr9jRGwDobfV329ehUYJIRRLLdD35WL8YviOmjg9rSbrlGRgQ/yIOaYvUDqY
e13KOx9tmZWgt7vo1hDf3K6TeXkSVbkwTkUTqUekyPtDPU35IUY6Zcc+VneZJ3IRRgK9s3iP5Xm5
XUrpygniv6i6DE4UQh9o9EIEhTr1O+7p7jr2AmJjRwvLze06aY3rLdGquRgTKArYGMxjhKLlzior
9/vfbhYAFO1HhoXXHUhZzvMYJaxSF0n3A5FdJz0loejrg5rr079AlFLjEk+ule8sfHd7vyy8uuCC
5wXJFVtepKIrnzLKIZ8B6r1RgOLn9kzseGG1Bt+ypjosmYNORquoLoVDQle0uXeOamX6/iYr36yy
2gsq9bJs8ry6WGY3v4tK1/uQRKF824wcszlYHhI81FHoA+KgVsvoA4wy7ZRWlyTqX+x2+FSws8Dq
uplK+hvhjP+ttpB+AXtn8Bl2sVv7c0UWzkmbtxcwUeZ4QO5HwtQ2MdbrPz69eyZIiIsnZC0qGau7
izxOazhl2l60okGjpoAAM4FRvRyn36Ku6ot3ahgJeTQK3ZzOj5de9vD/0U8/9wiSgp4kJUx84brS
B0VbalKJ65jnpfMS9CqqG095gphCUCl55f2wO73OnbdvGGOkEb8MWlIcXqXJpa1Vs8WTQtEbJipq
2+HJIUJgurYyVYj3quTqKibQhMebvXPjmDelKY8V0RBdawrMI6OdQzazrK4Mug/zUnzNo1n/+D8s
Y2OdC9cjvLir3XldIVMmveuLFTZh588NMcmXKJ5E8dv/sBA4VIr4TMlRc7g10BSaabOPbe5278AL
JEDbKP04Hd68yoKfXyr5i77uz8bvLy9YPUm9U5iJvRh6+TIqTne2GBA/PV5kFQhwswHKL36KW0DJ
fn2z087Rw2pqqstotenVkc1fXVVRcxZufnUzfZYfQhFa0SEr9DJ58x0AwUuWTnmDziDv9O0xlp7e
gAWf5SWRQ/NRyqwAdqgNTBxmjjMhdiSacg92uL3ypM28oAu+jOhunaxbdq46AwC+i1kSiAQVBf2P
MkeG9CizYbqYDoPO0Mq3fz0+5u11X/gLSTYWtOPCEnu71VppY+iJ9PoCq1Vfn1D9RZgrNwnDgkLL
Yp2mdGlOO/fhzl4Jr2AKxcGQxK/3ioq3xlgqD10fmnbyUe9n413hpEn2TvHAvvso9irxmYfYq789
3u72wi9lW/i7FvOlfLW6IIAVbOiw8vIi2jC/hkqe08WQb1StXWyXeu1CEgMPEeCOZf+/XBCjyGt7
Goby0lVjelL0qvowtNXeFNadT8cqBOUkHvBRrjFMwP3dIsky+C3hxLvaeeH9C7dffyCtLOBogKjg
zfEJ21payBTkyOnXZVPXzJA91PXyUoshDaIacoIoFvWOd1nFrf8dHsEJjmVBaK9zUERCLbOFEeZS
2lMZlMLufD1EDckow71a0l1rgAGSPjwJB7Qtt9+pVkPNQKSUExys7snthuJiZOMeiOHuhmjX/Byt
glJ4+RW/WAMPaqShS1FewoR4SMT1zABJP3wc6rh5emzed02C77MQiFOPW9erqsRyGtPF8PRoAPuV
h7X+1MvR7gJtsmDRD6X+tlL6f1+L0vaCPCZqWA+W6KIkTvWs8gJ+wvnT0uGOLFUn/gg7c7pjGPe+
Fv4Ru2CChQduFRSlonEnW4XPtdS1/oj+OSqraOX4j4/w3tcCiQXoi+gLx7jKZRr4H4zRFPLCKFX3
Jclq+2MvvOZZVKq14wbvLQWpDBeKq7qQdt0aRq+0dlVnLBWRcgeiSbvj1BbWYeqKaOdFu3d2vy61
tsGomivafuXFM5KqPFDutpODJBDceU7urYO4BleKF5RiyOobaYU2a6MmyoudG+NTGln2iYGVvZL9
vYMDJwGmmMbKUtG8PbiyQj6iqpKS8FjK8AV994LBrbRrGYwpXLEXjd9dDuQHzXaMHDro2+USdWjd
wpkxvKmTB1NA+ZnoVe5PcErsXOB750eM+J8S9NJfvF0KYcyqThp8Oqc2H0ojn/1attXhzTa+dEZ5
BpeyDmOnt6u0ZeuxTsWlbZkpDRi3ab8ymKn376joaHuKHndee4g+CLAp0zK85C5O6xf/lySWKGCk
w7eGjnqGyIWZVn3yJ+H6acaQSoru5465b/wgTVnmIHjfF1m7DY4+VhCjVAu7uDi5on6wk1cpA6nO
7YFZ273ix9216FHxjtCtopR5u73ehOW1djF5d46ImpSsq6HqLGq+WiMS40OtOMOO091YCUkEiSHh
KT2DBbNwu6TMrMgM6eJc1CmGG47KcJC1TbeTTGzMnkBh6enQU6QQwjq3qyjhuCAjM1YpLRHodWu+
wt1UnBOvmnbcxr2lwEYyE0sFH+T3yhPGQ6kWLhPkl3FcyNZFVD/JxbW3SSx2BvXuLbUAA4BHc595
I293pRaQMmRzIy5VnlnnEC6pV71zEMFgpOOtweZSwOfVXxo79H7XB2hAm1E6kyUuInGiw6RUX6GG
i58e3+WN+Vl0pwhloXxEOIza3e1+siILoRfonbNuza+5pj3H4eD6VZN87pXwjf0BfDodIrpU5MqM
4NAJuV0sBPNRwABdXhLC+6PdhlHmu5DXHyr+2eA/3tnGylmMksASQ4O7o1N/u5iptaKZ4LO4JFai
H4oIaOZsFHtT5z+L8zcFDzJMcK30qHiBCThXjwkzpUPJAIS8/B9n59Ujua2m4V8kQDncShW6NdGe
YHtuBPscW1micvj1+7C9wE5JhRJqDSfAcLNJMXzhDS46WaNfVEMnQMinpflSWG5Xh70BUvPdHCcF
ggq8bn41pcnHJtF664BAvfuWMtnlwkLtHaUbLq/bGcddwyFJPMI3NSqsYGw07VeBCO9HVL0NOPdN
XBys8X5ELmWqtjJi5I+ttodQHcjRTV+8pr3d/t45WvQee/UyD90hd8oTEJpUOxhy/1nl0aPzyz5C
+XHHNel712qFWby2XdeiRl5qgYsKzEGusjvmwF1hoYPogrYF2mmzeZKOTTxH1vg6LXRjiFTg9fdd
G2CIlB8M9dYXuN1BkhNG2QW9ctKi7YxchBE0vl3/mgzx/MHUlvKaNkkXM6KavUe2qzlDEEHWLNKT
q9Cr6j15m/PnFFuOn6KNe6Skv19hamkWAZIEIrK5Ny8SPpnGbDVl+1pVffsHlh2633p9frBZ740C
nBKaP2GEDgjqdrOqEITX2Yu71wE2S3KebUNBmy/HYuTxNbDfohICQjwJpFLC0DchESo98QC5tX+N
mtz4hA5NcTG0euFCaAD2T+7T1S0JKQZoRUmQ2dFXvp0XXKOpmJSxeq2zKo99e1WsXztdnb8+ntZ+
gxK+giygjyx9AbbqbkvRGER7K8P0thkQxnRnnASXU7pmR4qZuxWkPsBM0AdFSp9JyS/5UwC2rG6D
z3S9viKt2PjIEMR+nhn5iY5lG3pj/ceTMwM2BqyXx4/2CZC1zfbrzAY0l2cMr/maZX4heu2UTDbe
v251hCXeLSJnXO71t6sbAdvNHmyGWHUXaxlfEWpZTg4z/TiUWvMOOY+nK0cSFk0TmXI88jpkvLeL
mHSVPThepr8OZYFeyFIKXG7t8iA6kb/wzVVCcwucOY00SKAATjbZ52oL1Cq1Qicl7OMLFGPnZV3y
9M/RXJEbrIT+Hmatd3TE5BfZjUo1js4y5GFrm+AYs+Epizfrr+poRNCc2va89m568Zpi+qit/fjO
qczyY2sX0X8NozqqWuxuEqo8YOQInSUPSt32fM1aZJPTecur0trqaRjaGYeJ7uksjlHeVCh4ZJmr
tVlaoJlukWucgq6aq9My2v9YXaOfJoRqT48PwHY+xEhki/SHIOSDBN8SIKJeDEU+d2qYr3r0yc4i
LRSGedTH226Vt1EoL8JX4U/uyNsNORPbll7qrmGkukLiXL+25vSLDsbB7xPrB3Dmy+Npba8ROSAh
OhVbImce1c2Aetpki9NjHVSU9uzHTmKfpDKljyfIdxRuvzwe7c4iyov4TahOljc3OU7bWMJ28mYO
ByerT2arREGf9kck2/0isvFkN54qLZfxtklumsJovQ6Cn9G2iC1ZtYYq/ryO17mJipeo6YzfJ7ub
Dk653Go/nzciLe5FareQ7Czal5sbsjeiprScbAqRNEQbrkMrR2+67qSJZLm4pVN/7vAR8qOm9b49
XtXthSlHJjCSHAzJ5tqibtpiFqsxTWOY95V6Bo+vBGkMTLqK1mfvZrSK6atBNOTtIl/dhpYz2hO6
PlR9OIjV/loIUV3XRku+Cmc+ck9++1m3C0rNiQo4J86UGeTmcvb6Qk3SURvC2bAz1bfRxiMfr5w2
+q0CGJP4pWsVNjYdbRy/LKORrH43l5n7URs9LA1RgFKbkIgyVs4LciPxyTJLXuVn1x6u+BtOjQdr
z+6ZTHOa9HkeQghmAD/ScRCfRihtF28ojrBC++/M7lLppYKMI3DaBjEWMsRZpw9DmJZ2HQzU0t5P
5ZRwjsR8sKX2B5WhwKUjJsC7D4L29h5CX0qr0LpgS+Wi++K5vf5tKTL3+njx7owiVeKlaKRkoWxR
CyoChJ2LCnM4DvD/0sIugtiGRPp4lLfzvtlIpCQk0rz0ZOzbYRpv1aCfFz0XtrFc9EkVL5BMCQPB
TK7Xvs/6c56v5jvNLvoLbWn1nNdqcfGsdTq4/+58QRjBnBuyGOzHtc1zhVrzOmeu2oV5plYfrUhk
H/AOmqlolfOBZdqdoQhpCNhwfOZy3161i2hFbtWLF3pLXoR6BqKmsZTh2ommOljg/VD0NindUwek
HkLcdrtZFEXPqBqUIApTy/Yzr4JuiVSJMmfVwWu1jWkgZshHnrtO9qq57m5HAiPcCbuu3XAET/bS
eJ0LOgn+djYjUtshVfvNJOwJvRKF1awARvd4J90bHtIqxX0Z4RML3A6/lhWGA1bkhA3QwA/LYL9v
iLtfSXPWCzFDc8nlezOrQxxOkThSWN4/1XxF6aQOVl9avmw2j46KgwWb0A1Np/g9aWZx1eAWBqtR
4LcSq0ehyP5wcvYxcuBSk3CA7Stqz3abk406oZLmxnlA4yjseH8OlvSNNXR7OKkWsH2QqUDnaCc7
mTSRSiys6mEza8sPmCldEujG5K0AERNrDIlecaZFFUbnSvfm5O/ONmotUKbGrT9Vbm+0r2XZ1ikA
St4kuum9rn3Ky9ZJX0GwR79NKY0Ff3HnQXnp2jr6sBao1EFXzymA+iUsmKfjAJDEb4LnNICAvmw+
E1XKhaTI0kK6QNBPEGxQjUAt52L6pFGFmS6V0lmADhqFMpRrL0I7YLbu9wl5Ow0NNirIH1Le2106
RWvfWlash4WWprZve8juf4srd/nNnR1nDRIWZDi4bXabRcrBAZ+GIYbozE63ViFWwHuyz8J2LeZr
jnzSpQMY8fL4/N0bhWRX4izJeLnUbme2mFFt0RXKQ1MoSfRqRs0gglpHEe7gRrszEDxk6TEEI1m2
o24HghjWI9435WHhClh1atWfm7hNvj49HSp0FsAol5oZ/jC3o7Q1gge2kRRhFs948SGzGBB66wel
ud3t/MZIl2VkIB9gUeRcfyoUiDa1zHmK0rCekEa0M6F/qAFnBIZeTE/pKVHWfRuKYpnEfMFY2lR1
sBcsjMnOshCE0Yo1FBYRiiuOYGX3Ps4bBBYMBsXGrSw6vhJJTecmxSdjashUtKJugnxO6qMbcHeQ
mA7PtUT1UvTgO92uXOWOReWVVcpr07q/9IQI50JU6WcrsZev4+TZB+HQLm9hPBkXULeV6sxbxDkF
8WbO1ikNE7VX/oTasfxZuGPyPnHG7Etj2NPnzC7X09Ob8K2OxPeSCJBtTVW1xsXUchNPAAQcL1GT
IohODHqwCe98M7YDf1AIoPG0ZY54q0uN1kzz0MlS42zGZvou0swjrO2drc4Wp9wO3Ju27vaF9Bpz
tbTWycOoIbckIKjN9WLkXRIDc4zh1z9eunvDUeej1C5VfgGb3O4PJ05W11AmETZtHIXTrGUnGz0N
nFzm4vXxUPJmu3klqfpyv/IQg4glTZe/yk+HuF5G0fWNaMLIMyZx8sBlFJ/gR9hlAJRZd3w8K4V+
ieN1GK+xIdwj8u9+rkjngWOjekUMhnfF7S8wCt0acLdpQmO00AtOkv+qQjRBApvlYKvsTwEjsaBc
IXSyuUluR4rjttKQi2rCsfOiD0JRzGs+Os4vTe8aOOJY3ovlrEf+XHemh8yoKTt6vGA7NEAyAmy2
0r4mjVvnKyTILmikGcHY5EfuFfeGknoQ1G0tGmhb5Y4IZ0sUY+w6bLRhoYM462sWTPrUdWcN7wrl
6UtFNmAJlyFLce62mxTAQORSDalDXprpouHb9h68zfLZgQn52V4L7bNm1+N/Hm/X/c2JuLdkeRI6
EtntXra1s/QE8nRoGi3eQSrUC6DvZf89rsdV9UerwGfn8ZC72JyUmPcHNhDxpJT/3Gwbzx7zCtOK
0Cn77uMs0G9zxrl+hemnkemJZMi+rECd44+iUKzu2pel8/RVShaLXwbMcdlK3f4KC8R7Yxpd5bWa
xxR/J8f1eaqOepv7q1TngeV18KSTCpXC24k2i07bJ22j17WJk8+Q/L5Dp82+PF7Ne4PI3pcsxMP2
26nn6GtvNVhuY8BVFpdqKfrAyNPqYG/ujwJKQCCK4Jnw6GGueDuVnFss0c0qDhcNZY117vuwLuH3
JZZyZAe8H4p7mrqVrDeQq27B9x68nMoypjosIaXNgT3PjeF7lmKlQV1MxRGsbb8b2fmcNoR2kfnj
HrudGXbr42K3bhGKvNBPZWEYYZFjGmnE8/wB0674ojmJcxJdPGEfNR0lqvvZkiTzKkFC5/BRyrkd
vizkU68MOCfNa6GcatMAuGJSbsFo0POWI7/I/W5hOKpF0DRZXUBFt8MV0OzT3qnXsCwW8yURnnsy
lSo9P96T9ybFq0A3X9JpCJlvR+kJUyZMAtYwjmyaNa2BbqzXlzShokbER+XHu6NhdSxXkKLbrrPQ
z11dKM4SamrTXS17FNeqYZd21qJ9fzyx/fLxrKIhpnNzkdVsVcS8tJrW3J1HavBGg+yuk2UwlEww
6Y/H2U9JPt8mth9IdtI3lC/vT0EE/r4NOa8+hkY0qn7aLPVLgUzCpccV4CA0ujclEkLy4LfmwlYP
yOvWtFlBsISOMpQvqlcNl1hxng/Q5c8n3UQkFIDi9ikVs4KdZj1roaMC50e11qiU85CkWYpF+jSP
F1ID9UkSNI+MhGUTnoMtIXXbticRidLmyBVamIMVOWWK6wRxmzrB4GHd9viD3VlFdgSEDL6XpCht
dnxblqu6lqkWGrh20t0qykvSG0c+EftR5H0ouxdyTqDBb7eFpYvFSmJDDUdKtWdUrRO/F8uRk8nd
UQBBoggu48dtOSlJNQSDYlcNsQsYLktjrb7Rt0eKUG+v322gzFJJpR+JFKHpuZmMYeWJ09SmGpZU
y1ef/W2m/8wF7rnvqlnvjatD4cf83CvL2ARxP5TGxW40PT1TCUumT4U6NMmLqMTgvsS5BTI0saJE
UXy1bDoL5igeAd817ODLszp6Nv/DWK3OKesSguFnPz43OJ9DGltgq7YV9clmvW2JQxeq/dn8XYfo
/05yA47O0P5SgL1EpQ9cFs8FJePbrx8TERf9MiyhEynVRa082bHK3cCIm6PK2N2hZMgCABuC+DbV
dMiS0qpnRppZg2MXE8Q3VK98o2m7z08vHsVvdpnsIIEl3iQRptBTp+yyJVQJ/4JlaXTfQRr+9HiU
OxMCpEDtUichkjfQ7dqlxRIjNrPMYV+3GEC0KKakWErgY96XX54dCoUCA7syNNyQM9nCDlGM9NAk
jpqQS0H/WBSq9iPzZuMdPB/lAAO0nxXakBSZaRug9rcPlZZ09pzZaMOOHOHFmrI66EdruGrCPQCj
7tMEed9Ik2f2uPRlv12/nnazng1tE+o6sC6aBtqAohSiKeXFEu24+I2Upbk8vZKEKnA56V6CaHc3
Raq6r11r4Jjjtbpor6Ai+3OnaM6lTJ/UoJT1MBd8vvpW8IAguGUiYnSvmImw27CtlPKlcwrvpdeq
KiiHcgzGAWXzx1Pb37E0t3jjifikKdp2P1JLtvDiMMswmbzyFcS5eY6V8evjQfbbg0H4WjQ06c/y
8t5+NGyqSxMHnTKsFjX5w4sn54T1ifnKYkzn54ciCQHkxGgYY2xOMajrVCWfKkN6ZEPQRL3lD3mf
nKo6Sf4fQ4Esh2NJsizVsm9nlUsFuymaynCwrb+NtdVf4LLFp1j05kHSs9/0BGBAy6UmN63t7Ufy
Fr0uVjNtwon2618l1tJ1mOn2gAsrcpRJSJKrWQcX1b0x2fDkixLiAa74dnZrlJrIm1sijPGg+orG
W3fKSiO9xJlIf1SgvQ7Gu7NHZDZABkQHAv2bzRmLLZxFViwqwtkzC8UvdeGsvtmoTU62pYp/Hm+T
O7PDz0SqEsvsG3Do7ezGeaJFT/shJLMvr6Q+hd+42vdoVl7ndRaXx6PdmRucAHlvMbE98M5OJ/Al
yKnRDVOb6iKGSmvPpija+AXwZ68dDHfnTINZpOlHhkx1YdvHdQcMm0WRTmHsFvNXNSZtnURbHTwv
d5aQLjySKsjE8M9tCoLzDOIwfTSEiVN7F81OEwIfYV17kNOv+VDGT7/PoH+kXhYIUEdq7d1+MrNK
KUIN8RiCaHD92LCW0MKv/uAlu7N2AIVd8FrQRcBLbra9M1W1oUMNDedsBHhXet1rRjvsINeR2+s2
5ITgwE/ngpIR1Bb4k9GK0FMlH0MF7CzWVst4MtfcvvaRU5/Grus+KIuhPXvVsyckkZpl5ApBzup2
ASs1zTCkZmpTqxlfUt1IPreN88fjrb5bPwaBcI7qPIQswPSb+CZe3LSvEmUM42VyX5YsKwMk08XB
ZXFvFHJfIl2qB2BbZC3lp7S01I3FU4jHQzevi1NfmqNveutR2Wx3bOUhQqIN2AAKljT1bkdBwwdz
AATNAAcszqc4oZgVOU32aarK+PlvQw0EXDNVV/n6b4bKEmVoyrxFYH5SOj1UsYufT8mSLM+SKbh+
yHGoIvP9KcBsS4G9qUx8+WoKOWbmF0cZG99QhqexQFD1JWGIaIksgfLL7crBo2iSvmWrWXO89NTF
h+G1t20rfTbb5XbjXWTlZLNN3xIlhiEae56SOUzZ2ycSxvk99mztwX262weMwi33BpumsetuZgOD
2hsBDaihthRpsE5d4tcjmszYpx2pKt4dikNKuA6TgAN0u3BZbAzLohVqaC+tXgJXi0bbV/hAFpZ9
FF7Oj0/rruaIZyzEUxDTYCHgwm+23bzWiL+kzAxYZXZRu0H5MU6D+bUv0+SSEJSAI9Xmk2FEf7eI
8L4+Hv3OZIkvqH3jSMhm2VbnqMVUMxAYNUwTDeuB2vEQt6/SIDXS5uDx2F24TBRjeQ4X3j303TYX
RmbjouzASQhVqoHBUg2fJtc8K3o+nZFgf7+W9ZE48+6Kknp3iAYRGQJyJwK7/ZKpUZfGAt4ibNth
xnpb0f4DOdB7Fs1MhZqlI+uScovQK7d7czGyjGOghooh0lMyOpzsWkWFXzjdwaO1/1wIYkl6ENgw
2SndxEyZQKp3GAotVKsq+nvq5+mMaUMdGGJQDwAxd4aS+SRJF6snUQi3i+dV46qUbhuF0VynjZ+q
s3VWocn7Uewtz4q/sIQyF6f5QjOPVvrmXZyqhOvfyyJSciX9x66MMjT0Zrg+3uz7/cB7z5mW/r90
L7abvS2gUZZR7oQYNVTnQehS9rqtD0bZ73N4CUA2JGSQXb41NXWVDqlPNbdDpUnrS57Gee/bU+6e
obCkr9EwzQGlgqdLt9i9gAOAN0e4yb9v9noV0yjn2XFCQxiTz+6pr4oploO57QJO3hE6P3IA6qg7
cVt9nY2lRIiA0AIrD1fM+ZcsoV8SG4rznjPydEdEVtdBhUvsJcnCVkSHoiCoLEPt3hlN2ryDsYka
i6aLC5Ub69kXhkdSYqTB6vPQwB273e9RVE2KlSUMlcfRj34xK98r2+n9PKzTwSre7kMOFfcfQCgS
Lal2u8Po0WeMkHLShotw55JhAO0Z/qxNyhEh9fYM/zsQcTRyR4gD85f87z/FaFMVkSKs03hpPa26
xPMI7gC/kvdpTfXz8dm6PxSpCD0KyRHYnGAjzhKaGMt4mXrjPBtG96nW+vHXYT2Cbt9bPJ5JsOUS
wE1P5HZOcQezJO9c5tRTvp+8rPfLxTjSV5GP/P9lB/+uHPkBFFACQt7mzXQSYei5VzJK15vxu3g2
rYuSGl0g/UaDAojDL5h0ze96dThI6eQ22wxMUsxr9eZOs9uGDeXvTJ/p+ceaoVytfkyIDnuhXlV7
bk9Z1qgvQBO1S8xzfrILMz5Ivu58RxkFy9YZr9qurdB4Q5qtK+P3lVL56pTnQZdWS1hW4siNa0MV
eFtkyr2yTfLWrd4aZQrFbI20ENNlqRBHiSLduypVO14NM+5O2Liu/qCty7s5w8pxhkJwTjUMHBa3
d3xLw4h0KFFtqdbc+fp4L9/ZYtBVqTLKBrdMDm+3WJK3EDPGjDXoK+28xljdjGMVHZyYDcD93+lz
q/GwvelqbW8cLcnt3K2G6WK2fRVWQEw+mtDUg2ztolM+GTlWnp19na2uD5ROtDiw6dk5c9r+18fz
vb3V//cXgekG6586EzCI2/nOeNV3cVlNlzpb7WASyfQBq6Hy5LZTdxmF8hx1/d/xbA1FA8m8AOKy
ibBjJA7ziXr1xU4zUFExHbhBqwW9uOpIEWK/nSWhjQiQCrwL+mJzjrt11dDpN6aLY03rJ6PIvW9l
XeTnDF2x4SATuj8W3ThYNhTGt91T9DCXLJnd6ZKZDQlXh9iED/xCvI+dfvz2+JNtiM5yDZkYvUVi
M1mI3xZZJ7q/WlzAUbK7NRLvirGNh48LTODpkiROb/y25K79WV0jL/Vh5iKUVmkWvTPFW0VgJDFK
bb6Om2tnH6zC/vAAXCM6QADf5cneQjZMoCDCWJzpEllF/otbFPgOed5zshv/Th+0GcAC8I903zff
tTBLpe09RlmrcggNu9J9oXr9wRG9OxcqAfIVAD28lULMnXi0we7Pl3Xx/kFhugg8c84OooE3WNXt
lc+bSdtB6utJhtbm+LW8KULRmuXiTdkgEMuMkiYwkVzr/dnoPCVAcQ+WX91NrjibapSX10IYcXuN
kDPr3mnLopenQU1y8zMBabMEea+k7WtnU4f3F23sjgpMdzY6qkKS0PBGCdzGmuO66kkrEBXCLe+3
ZUX33UymP4CIHhl73Fl/ghYU4iQmjY+9uSgMOD+F6UYzoUut+AITzqCMcLd9fJb21x/FJbarVHyH
pbVFaU5aM9td3i6XSZ6TdgVOqJbvjBj5XKs3DmD+MjzZfGzCP6CgRLUSVruZUozZhViEvVxKpSgD
Z3D1yu/wfD9b1pK9y3UrvuTdmP7xeIpvyfXtsCRXJCWqbOOSmmxqgmPm5f1A+/7S9HX0TwSlubua
ZjZmfu01moePsjp9R6unePNtHWJ/6CcXWhVRTnZJ7dj8r+LpixkMxVJJ74zCiD5mreNmeGGZXX/W
uhUenaYlg/K3O+jre7pMxfd+bfI+NOssRqraqvDaaNQSr9ZSycB9tBgNXtNIt7+vWaR0/jxNif6p
FGLt6OuvkBHapFOm9xl8DetDGYnJDodZ4JR4NvAN/FtFuS26RqUhBKfDSpf24GTutx82gRLj9tZP
JaC6fRczfR1tyJgGLKG1eknAIQZkxM9BueVVRiIAMwm3HTJfe9vKT8w8mx19cS5aqeYfa7hKYa2K
IxLGPqAlaAZTiim5xBJtvd37ptUKp3ecS62I8rNZzsplUuLlY5KDZm3xRv8jgjB0MuHjHCRWd0aG
SU8tkpRb5lWb8kiNvkbtjrZ7MbXxxZ7N1F+E8Rf+Zq9ohX2cI1v4UfRkWdJlGemC0xWUpkAU+Lfe
FBr2knNlkyVORauf1mleLmmjqQeP3fYmZBRJtZSUPYp4yATc7pCYqyum2WldNJRYfSVO3b8Ap3h0
pa3kqfL024RwK7FNRpN/2/ptwwyss5EizEXNsfRAG3H8fcnc9cfji2J7FzIhKj7U2QlhEL3Zxkvx
gDGu5Dtcsq617GBY1/ZrVE/55Dfd7P3pWkI9UhK/s4bSeQj9EgomVLY2V9NUwDNd7MImYEAncUjb
7DJxzZzBtxxhpu4NBTMO2irVXWBgmyIJFqat5iwMNTrG4GerPgaZ6iL8nq1HUNJ7Cym3HmqMUhZg
G1Nb8Qp4Z+3tSzLPReDGuf4jFh0eDvYcfZ7W2nnyEePD0QjnBkG5AVXOLe5orQpLaBIQkZtTHMQN
Gva2li9XlGS7k0G2+P8Yj8CLzjRhNZVIOf+fSgs6vIkiAjN2abLUec8o1WUpV3G1nWE5l5pSfX28
Me98OtJxxGCknIlErd6OZ2Y2Ibscj7y1+q1uClSxtWr5o3Vxwns81C4vlWtJBU2K8AIH1rciGBpq
oGPfFNHFmcf2dzGIqK6QGx7K/vfBFYX7a2+6rYXaVlTrL4nWoUMl4OxOr5YWL+9qnowxEGqRqCe9
ysxWFk/bI7fi7dtEvRnkF1oThBFUXLYg7LqZ6kZVHKTIUXY81QnQ9XXFluHxUtwdRUo38cKSCm8v
naIw4nUs1eyal5YaOKsDpA4b4fOTo0izIubBneN6TEv+Fj/tJZMimGhMxbmk1oqr+rD0p3Lq/n5+
EPptGgdfKqRam8ccaUJ6fuiWXswM+wXYpIq/2P1R3Uj+lJ/jLGqUdFLkQwdSDoXUzShLLCBMjIZ3
KZape52KDuvJZFDPszWMnxdceV/N1VHPDt69X5xR655eSd536mxvLlMSpH+7knkmxFgg0XTNJvJp
lMq0iy3yvx6v5J3zwUmTUQTdHO7SbSwh1sKta/yRr6myyLhtKZ3YL2jfpqd2WL0/tahVzes49Z72
a2SuapSR2lv9coJEj3x3XLsKtZUp8/r3c6MPfzuDMT1n9iafS3wpJBAcMCkUmu39q6RJlA1mnFy7
ebKvRlZa16EtxVPqj/87CisB9Y97hxLr7Xo3kVkb6Vok16RPm0DtioTaflI//VWZC7Qjoif4rdS7
b0cBkbA4S10nV8OtDd+GoB9M1ECfPeusmNT1knJbyMJtEdIlKH2BmE5yLadI52+NG8xGXx20le7c
KOxLwguiJe7YbQ9mnL0oNuuWUTQvPXeAmIMMC6Vn58JPBhqLkTugN9mXu10x14gSkWVKclUKO0JA
z1N+NP1S//n4IGysWPn8b8PQ16BrQAapbh7BVTHseejwg1DH0v5n9WZr/aY7ibB8gqf4cxN5RRsq
o7Kq7zNhun/Dme/siajKcXhQ+nRKT/0MKPSvscZX8hJ7Wv5FZCb0wLF0xg9xPK99aCTVlPmrtVrJ
dQRIngaLQITNV40KQUBVjYdfOneAOP54chZLdHOTMTd8tSTNGUb8Tr9aVlntqNNS5tags2ia9bu8
ytZQqfMjmum9ocAQSOdoDLjBDd5+LTXPsMeD03NFGAabiRJnqJS+EJoU6RGZYpt+88WoaktEBG0C
4onNU1Nljj1NnYfuQFO+9NL0xxqtv7iOf10q+/NgWAd35Z2pvdWRpXcBzlTb5E5BmlK4Zpddrcxu
/HXq1w9dEeGjRB/68viD3TlZBM8SyUQcTUS9WcXMQ6o1y5vsKnK9uHpqO52s3HjO1uJty8sImp4I
ZqFSeur2W7WmSXav99lVgX4cIK9fnRytiw423925kLtRkoGYRx3xdhRj7pdRySi1pWSy52nSpiCz
kaN9vGLbzFTGUCwVUSXZNyU+uVl+ijsslBmbNNWy6+hwDTVmZb5ri1KDn2QqXe/rVjf+vWhW8Wri
IvDH47HvzZBxqaJRd0KncnN11OUU507L2GRyzcmb9OWkIKZ90M25MwqoQAwW2O+08LedjLwd+lFL
ivyqr0ry4pUDGXhXfHs8Ffmrbm4KLj8AZyCLpZPD5rKdUtNYxrUprn0zID+7Uo3pDatcfKBB6cUR
rfbfxwPuDxVVGVSlYRrTO6FbdfvdnHKMYIJQPLKSfvy0DotxEkrW/NfOi4Pju5sagQMFE5B0tBqB
bcn1/WmHTOgaTWqr59dY6FPyy+jo6zst7/r1Yuq0i9/P1Qi/5PHs7o1J/4CQgo4Motmb2cWDChMv
4Ry7TTyfFnWari5ulDCpoUD6PR/hP48H3C0nkwSRKB2iUU0gY72dpFEXThRBtL0Wsy68c5Q4oI/q
xHGvvVkZR/Cqe9MjZGQ7ct1z5jbTI/aLU0ddGA2FNR/7gP6b6CL3L24140Ok2E96c3BjMb23RjH3
FeHgtlXQ23BXYtTdrmU7Nx+USNN+UYCi/ylacnItLo8cje9NEFIESTg9AyRyNsehp4Ccr2CCrtWy
ZA2cVWU0Tn0fZy/l5ES/zM10JDOw/4BUhgjHCd44DyAKbz9gHBWFoo1ReY2qlaYwMsJh7qbpJ2VZ
6svjvbKfHEN5EFSRcaFSvu2LdzH0rWI2qqvDh4KGoYrvlpPStcjHOKpetEWIZ6uwUCMkI5FmF5Uv
mB/b2VF4Ss2yB/g5LDGlE+8bkLnuIJC/s4SSsGC68sVhXvK//3TQc7fV55Q20nXWyEF9RUTp55H3
4etqxus/j9dwdykzIXA6sI+4M/f2QlCCmmJJy/pKX8cM2py7+9Q2nnIkWfAml31zMcuBJFQbrDa7
cbtyppKMOrtPXGOvyL5Mdtp1QbS66fxCBIkK3TJ5uV+7adOFlZt28UduuvibcFJ3AfvSNJ8GOzeG
v0Y7ozwbFbGF17kKkcmvC8uKPomsgqVVJO38HWSOVQeQN+M1hIq3GuFCucr24zXrqvPUtdB9a3cY
ksonaZ494TvmVD9bSZc7hUQJ317iIOlLePsRPfQFl6Jzy6sy0zUb80j7ILJ0/fb48+2ihs0o8oj8
tFXAO+l6lRsln8/LELq13KAuB8xdyjI/u1lfsLCJ+Fo1ojjoR8ibY/s9ualBDUGSk6n37cgCKEUX
FxICXeHJBDl8Pkf60ATaLOxf3U5bXhotTr+6kIU/xKPGPn4887vjw5cjaMLEcqevJMx4UlDEraSN
ZYmWV5n9SJR8DkqhFB9FpyeBhWHdh14Zve8pz/6zqSNJPeQaXg7Y6pSmNy/HYCG0slY5ZzTK3Vfb
GNdPQ06Y8XiSbyyX21UGgCP594CLJLx98307r6ABhxPRFVs+0b+qawGBKU2Xznil0SoW3851ZfxP
MhhK7Ku1s5avZHINwrJ6Z6t+rU0u1FLFTkQQW7mSYaqhz2UgKhiwfuc4M5L2RaOmwVSYUJ47r1rs
VzT+quzdYOStfbBd5abfTIdnloed641ceNtDZYVwcwBlc9UGezgVqMP506J+0lrszB6v3P5tkMVu
eaFx4+goi91uzzafWvQcwVOikGxpvpcuyvu6MqtrIyLhG4NWPGcQJJ92mXoD5+QsUDfchmcoC7jr
jD7Cdanj4rxm6VevVbzA05MjvMX+zibE5Yml9gwP2nA2ydUMb2og4amvMWz88ziZyKOI8QiwvL9a
KLwQHAEAg8wJQeR2BfVVuOuQGOLae9EfPPVjYI7amYtUDdDP0gO9Vj4vjfn69HeTWx0NCJh0VF83
o+ZdLMSEGu11NZf0amb6ErTNWAfmWsZn/ODE98fj3VnLm/E21xgGzQkI4klcc6dTX1djxEabXDB4
PMqdfY8IOUERnASi6O1uHFwioGxapP5D46Wnri2cBVdJ1Tgh1OAc3Mx3tj4dXC4lFB6lLqr8ZX56
E6xU7Uy9qsXViHoT0I/5A9WlHyhnJ76uP13JBpsnCzPoLQFX5UzfDoYUqRLlFXFWJdQ2iPEiPZWm
dxQ97L8SdDkKChIH57K9N8kxpjmmm4HSvxae00mJ3l7xI3usn8ULsWDSLQXEKLgp4hV5Jn5aujEr
c9cRjDPqneY39qq92HFhnJ7dDZQR3pC9Uhxup3TYJZGNcdTaX1N90eMgmnk3z6OlZ+bVXkv3iBKw
3w90fmXJh80n1ak2+6Ef2mzozHm4OglMJd9t3a56IWgo0o8Y7+b1Z9Fp7XO8W3kbyu4+PTDmiZzj
tvivqE5hd5qKwbpmV4D3UiUoVkOjYDwcPZL7wyXBXVJnlFY0d/Amx6GBJtRGU9Rr1I9TkERpehKl
27320LKeUidkVkRzlInJ4UyUgHZs85zNXs2Ukq9x28ynPm6aiwRNHrz6b5ilm2eSH09CA0TiTahy
S6VstWjIMWfAN36q2t80mxv+qlVx2gVJPsXmeajM9vclMvUecoxn/A9n57Ejt9Gu4SsiwBy27Dgc
pVGwJW8KtuSfOWde/XlqFgdqNjFE2zDshUN1FSt84Q3L/C5PssK4GikA1nDn19ydPfJVSBDATyE9
yb7u7ZnAXWZUjD40L16P14DoHPUyurhEvH0mXq/A2zmDOmNzskdN7v216oYzR6Wtgt+6DLmVLqe2
c8LmQ2IucXEEmht5Ph8HeHU/JpPyHMn080Vt07mv/XTSeu2bGjeFrV6W2akHuCHdrPzZ9Sp0eZca
p/mlsMEnnBCUGb3nqCohyGQ10PqqLtuJPKAMu+WYOnqt/+XFi/NHA1A0i/2mzyrnEC1aPj9Tb0Zv
Occ75Y/cTSAID/ZYVX5V2K1zqqqq1q61CojxuVcTLT0NQ2X3H3KvAlRfl0OCfqBlpsNxqSO9+lXm
bfeHkbVm6w+hFTWXOmm1wXdrBcZ4VWnAAQ4efbMAI6+uPYb0RAuYSWblXl1nFtnLEkadTYQvZvsk
tEZ033rUeJwjWVQ8vm8BHXhnCDVYUiyW0zWnosgS7zg5o7JQxpnm8TqYOro6Iov0b4a3LCrnRfoD
1HhS/q8qQXN/z1XEZv9mecvpajStUl0b0Rfi19tf/n5/SW4bgTwxBpCwNfB6qrSpTeiaXVqvrY52
p4UHrHGq69ujyBdivb2QK2IPQ7GlE7N6p5q+FhF3hH2Zx6j6F/Xz4l3S2BVSP1X2bokM7ZQWdXJ6
e9C7m0kSoQELyquCGH6tVpJ40axUpUnLD+HD62iX2iWHoHoY5mJPXHFzFYmsiZpgtN214CPTHCAH
cHzQ3hneFaDakFlU1f8wIdnFArECNAcxkdu7YK6yqI5TYV+8IczPw2RnpxyQ/rlo5+Hz22u3NSFJ
HYINKF1q1piCKe1arSpc++Lge/ihRrIyEJZXPXqhuwQulFLp+FBXNdag2lptsl4pR+UyZJkOq0IR
Rwfsys6yrefC/gaeIpWAiTVRHV8F7Hk3U6Wd8WBr4t671mDFrhiiZjtlo81RKNHScmcuSK/cfhwF
08Q6kjRxlc77JW50iWvbi13WWcHrVCQPhQImOkzrLIfCjFPGSqQHoT3op7DVq2c0+NtDb3R268+p
7nzBljo7FWE77cS1m0ODTARxJg1b1l2K3ha5Igx6iyKds08AcPOfdppr35beHv5UjQE3EB39FQOL
r+Pbe3EdQb1OmgwbiIFFe32NkxWNRVINkgZehEk1I26j89B18Q+AydNhXOp6p1OyvjfkeFjmIkNL
XC316m6/JJ07TRtjhfFiR3vJlbo/qgu+phQ2W3snNdnaNXidEFrjDEZKvto1dReCrDAWPmiG/Q0B
cHQuI2vveX8NMn+/f+WUuOGJJYiuuX5XU2pnoJXpbOqBLcrnKauQQVaejEh5R8/4W65A5xycf2vD
/NRHYDYaF1/16dRbVPznQucJtq2d3bQ1b5JamlEyW6eIdLvGrTapblEkejDVXXHAfCB9zonBd56d
rS8pLcWlpwHWxGulFqVKon6pagORijz/0qdhGoRJbJ2WZnm0lyFXmPoqMTBcBGCRq7sZJZG+ThyG
Uuuo+UddUMbAz8T+JgCfPKXC6x7M1BmPO0a2ymkdcuXIQ/NbrpRhkWkubmoGLVpEH7NOSY9eZZqH
UlHFWcXL/cGrWo7HqZBNDArjlFRvx9OSRgsrZdIDiPDLUwZL+EhDdg+qs/HBuKNlAogiIH2TdZxg
90ScuWMErgOaqDcQZF70XBaPo3HnVtnYgfTxDHJn/pTn/XZClW6INk9sI8BDrP48OljQVHh07+zz
jbsLTQQpFsxlTQ9kdb4B/oEbRN4myMLO+WOwY+UlXJa68OPWiHwblZ2dfbE5LcpTUgsOB9J1yxBO
52hmoQotd+m8y1LNnq9m3fIfpvXaS6Cawm24zi+XBsFJcF9MayJ78fuStr+iWOoIrsHL4Bwn4vGL
UvoymdxhQDHv5J2m2Wi0MhVGUBN0H63E1Q9FRfP17adGntLVPSnN+GhFMobEHNxuisFpkB3WQzOw
rPGXXSlfa2xCprh7IXz44sbzy85wG48q+FXggQRBUgBpFZrgGqMbAAUtpMyygrhuMob4KYcSPh7p
8KLhky2JOvl4M1VPRpyGJH/YLnaHdGmq4qcVJbn9pLh981KFg2V+waMido8C8WLlAJHIcC+OMjof
u6SJXd+g26OdMczL9KBAbd/9ywMbXPjEmX38vp3j1LvGi+F9texlxpg5ysbhXevhUfkkFl1NL3PU
WrVPF8nNr+Dghs5PlyIevsMzMm0e/gGVRQX7yfIYTa35nUJi5p4mXe3co9EoZuYvA6ZySJsllnvU
G4qrfqLQSfBNVORsP58c8Qdfvvup5RlmT2mdJ9HJEIliHuhZKw10RFyGzlk2jZk/w3364jpC/zWH
5TweBt2c8yNda2GcLUS4v9skgPVHupIhdglR3gZ6SG3p0Ndm80c0CyGpb2qP2XUcGtm1diz1R6Wo
KTUSBGwi34ztyHjO1GFIL2M86T8HUdjTwUCTcHjXIUfEfzlZRh24itnvIbg3tgXMeUJWYMcoPKxr
KhR+E7sBcB0srToelDqz51M3uykUzLZIP9q18gXj3eY5QQbkz7e35Mb9YTMscRbFAJqfq4cZ81IF
SV66di58l6OR9MZhUu3w8dOMegW6R+i1AatYx7GIelmOoJYSVG1s+3DLqiMA5kchy7xZtDpo4SIK
RzS3vguHWghn6TUzaNo+OhrD5JwmMUT/YS4S/QTzkNrJnQfWyKPoUZkyg9BSh6+Lmo7f8yENT29/
lzukrZyM5KbBFuOz3F1NU51VTVToZkD5yekPM50e5X0pCS9BChUKYouZuOkRxQmi8KXv5/KYGHP5
CwWe1jhGfaGnzwBHnQ8D5YnkqFJZ2ku47ypn8jfSl4cFQJx5b+8SzWWqGkIxAzsK7T8Lq9E+z4ni
YL+eW8Y16ZJW9YGDaP/MzZiewaDMQWukjybj8lfQmqEYCXCGKovc4r+FRl1YWtwrXKomHn6f8HGK
/krKXdGrjVDF4WVnFHlAUZO7HWVBGlKJZyJY7rmfcyLCy8Blc8j6YU8WaONISnVXAljpXIWv7+1I
2QxDJauFHkQTHuKxVbiHXHEes/skpiNBcDmPnBb8Ujgyt6MMFsY83PB6EPdafFaw4fPHkvvx7W28
8cD+PsqadmM7CNUYzagHeTkO76s0t78UEB/9fMTGSavb6ms2lHtZ89YCEurpALNBBRj2Kgjrw3TJ
ozZnagAPfKX1pmuN0tJO7LCxIZAmkUUgQhQXGYPbBQyVqDP1cjKCRFgYmIbed1UFjhbDythZxI35
8DwwBNuOD7X+VIZLSiwhGEFDGn7KysI6RT3iEG9/qldO4yoYQkiQApCshAO4WUXItTInU+llJrFr
80lY2v+G3FUQZO7PrmL941HoT5Q/nVr5wL30ZUln/YAuzYubKimdLvvYuk3ph/34OW7nl66xl4O2
WDu/cWsleKtoVyKRT3NPv11z1CFQqZlZiVl36+cQp2EUMWtl7+6VG2S9ErK9hpYesCpmcTsMkSJK
tF5vBiIyeQsjs6yH6zQs5sd4rLr0rLRG2L/L7bHI3utL6um+ps+ZATKwWjRCoNTZS/+2Jk4ShvEx
1y3U1FX6F1YGLn0N4TA4TudQLxFy1om7Z7y4OYoEecjOA+DR1bwn6lkd8zOD2pq6M6ZT5jke6sc8
nF9vHt5nAGvAyHiv1qlzvACSAbdmBsR1w6lWgV7ZyrwnxX5/POFGGfT70MdkPuuEmcSI9mNZmYHZ
q+F5cK0SWILWnauye3zZ5FBAy6k+W2R+q6h+xno+M7AuCmw1BC5F9D1+d6J0r+SwNSNQFKBf4bTS
vVntgQF6T6wYXDjgD0GPOAl1HSTPvXOsiXInU9kaizQFlLQUYLor4JeOkTWmzX4LayeEqoP+jTm6
SjA35R4F7P6JIGQjlJKQGxDR1mrT9X2nx5NiWdidzdXVgiLysTDB/NEddP+JRQT/dOjUnbD3tX5x
e8SlTju3CLOUAkmrxYxBFWpgECyiOPKxj0vk5P8msVdUNoy6qsgPNelCRFamVy+6C6zlJLKm/T66
qNQc5lYfGl+tc+9FaJOLg2Q6jo0/pvmSPWUQQiD2W1jdna2q7D8JLyr/VnqlUg/53CbaISWMRUw/
98KXpizjFyuytG+UYpvG19tEfK16seQ+SKNkz1vo9eZaT1uSwdG2IepHyeH2ZovrtI6t1rODbs6F
X1u5cUWSBaCS4EYx6QYd08T+3A6JcUXVO/Wr1HaYXhzn7zwlLo9vPzn39w2/gmdaPm6Sm756QpV4
qu2+mOwgT5rwWCISeBDW7O4E7FsbTBJIoRNQabrzjNf7aLHSRrcDM1amH9Oot4e0jGnGtXEcLBB1
kfipvB029cbUgKdLlKcsE7Kxbxd60HQYJX3skNKFP7TcSF6aobC/v71+G082l7XFzUPLn0hxjXSB
pWC6SzuIABE4q/mhOoqu+8ILlTqBtaqmz8s02JTTYKfrF55sM8TkcqmEn4NzAxJa53oa+0iCixCu
91x+cstaT5+cRGSjL1AsSND2XPD7Sfoic/zGrHLj8vYcNm4angBqISjH8OTcNSSnseCP0AnaYiyP
sx5hZtEBtCprY09qcGMolovin0RnoDG8CnCWBcGoiY4rIS9EcCha7VFBevKSVn3nvz2rjc9Pi5VJ
oY4qYWqrnV0P2aC46sysXFM72XFjX6LS2QvZtkahjiQxTsyHsOB2k3Xq4OnhVLiBsljegdS48Ad9
EaeH5yJla2kKUvgjml49b3reZlUXxWYg213nzo6ni4GIxIO8H7jr5HEkujxs8uFZrdhceSY2MKYJ
Hrm3zs3k9deqnPZk8e4rLdLHgpeaz8Izuuauz2ZKiZiDS7EepECvpt9MfIkdY1mOeRQfY2GfokX5
39sLKC/V1aUrgUf0p2i5UymXF9RvCWrl2J2XeakVONzsHE8lekk5y99djPMukXTufnz3ER9gKUup
EfuONYhkGPKkjZNBCUyvjA+VaSTHuLXznZN7v/vQL0TkEoUP2DiEjLfTGkSYqA6ExsBwk/rshT3K
nRM1s7cXb2sUXFVQuJQFU+6I21Eaq3U6gmsvCCmZvohy0hGlsfY0DTZGkQpMBAOom5s0AW9HGZph
0mfReIEjq5K93rR/2ykt1ofnAnGOL0OxHrDWWqkhToRTtJbr4Wlmhi9T70znbEnTb/9hFCkuCdtR
zmh1K4yNNUeaJhVV2766Lq4V+RHFxIcbRHSIJHMf3qHUdlmNQkQQVrjBiWABoOtPC/6xY1gsO1//
/uhIQUKgqSQMFCzWJT177jqv7h0PM8TYjAN1bIxPVRga72e0r7WzOXvel4dXD/cKWeOh1EMevHok
itRcDPBtHjVzzX1CzXU42rWxt6vvnyKT+BNzJQmRkYJat/vNrYZ+iLNcBNFSKoSMc3IepK7qqCfi
Qew8O4EoixSIIhk8mvX1zTzr0jVT1HzduPxF0zL+UME53mmibxwg2rugVZgLtbg1QcETXrmMTi0C
Xa27Y6lF9VVtoz15xs1lo2AlS8g0ytf9wsSN4sitGMVtK3FS9TA6W5Dw34/6sNdD3xrqFSD1qtN6
x4mPdC8vja7DJhaltYOmD+6hEI4BdzvbAzxsrR3XAonjayVuXfCzunZE5pOWWuGV8wcXQ+Hzosfh
8e2NvTkhwlEJjQLwsO7hpbWGpL5CrBgJp7pCQubtiezymI04Rrw91NaEpN430Rbf6K5MM1g69Hh1
FkGatelRD2Pr7GRDv3M3bI5C95hKv6xfrst8aljgkx4bdCKjJf0jLaZvRZTrOyH21gVkQyySOTDh
/FpLf1BMGBR1LIK6QpSV7lz6QSuj2I8HNf/iqIiDPb50FF5e9QWo/K8FNiLVzKq24bR2dlJ+GZzI
eM818ahIgrwT8FwDxEsdWPJcb68fG3WQIcn4QJQzptNihHNgmov3+e25bO04nF2xQQbnTdy4yoEW
O6cb2Y4CbJwWH0M1U96HZqtcayjQ57eH2toLvKevrWK6Wet03mxKTcs8hqoJMf8uy2Z+jkFH7a3b
5ox+G2YV8jSqp2GKu3AplJ3+Xo2tj0rpRZcK/4idzb217zhAsicnlSF14/YLhZqYnbbVRdC33bfB
QO0nVPCcbxCJO9lWucfv2pqYJBYg/MscQHjfDjfP3ZJbuclrnprO17ZP6z9L3Juyo4inPQ3Y+xhc
vkigAMkmsI9Y4zS7FHzG0gzh8+JYzWmmovmztXrxD655henb9WhZh7lT6g9OqaR78PWNjYIOHWon
hCwgW9bgwGFc0CYdBhvX4b44Fdxgn7rJ2eNVb4xCKZ1TBhYVePUaUm4pXZ5poWEHUbRUPjpy3gmv
6j2ey+YosAJJaShTU4C8/Whj3QjKM8xFszN0MwZ1fB/CLns8fgDIAoyXcI+PtU5lnSms3BadzEAs
yXDIQXKd7MbpHj/A0k+VkgLYGakEdTsXa5bcCAoEgarn07MbaQnF96h+OMnkISf2RtkL8Dt3+u0o
CGyHcafVTpAv5uCXoytOndXtpeX3hwkWBMkEp5YFQ0vldhQvshVbS7ABKJGRPOZF6b2nU+qesqh7
HP7D/x81UZBGhKt8p9uhzLyCAK5WdlA5k3FU29igzWqWO8u2NSHUU7hePRQ50AC5HaWtdCvzDEbJ
VYAlUdwPB2+YITzua7zLtbnNlZmKjOwkP4GsYpVWKJMy6nD47GDu3T/7VAlQQf8VOv37fOYkUT/d
qdNtTg2oMEeI6v0ds1TpDJAVkGiDqFD1AxLOwxe31q13mdE5x7ffqL2h5HH+vQyguX2RpvIgKer8
ddLH8RTD0LwgHRXvzOr+9WBzI28iPevhz62R41pdL1CSHTsYY+vFcppfRth+RwGt9cER/Xp7Wve3
kByLjg4NM+qQ6/sht1FxbGQBL1a82gdM1JywQNtDkGwsHs0iGUoAgCSCXW3BvofXjQKzE8AdwUOm
jhXrMIxTiVd3O7g78evWYNzJhAqElZC5VoGLqmVu0oa2EyDDhCIAuCY/y5afQ8bxenjxQMRSk2QF
uV/XajfjmHsN0rduMFOXPqiZg7kBXeSdYGLjEwE4litHFYpDtbol8BmbGqj5biBVIg4oilH4bMp/
H54KXSnpb+GSy4BWut3evPhjnOkUBLQGvmBXdvk1K3VlZyp3wluvqR+NUNnbo5S7jvpHHV3iMc8I
KqnaNUGBWv/nprPbr2OJwpNf67OtX9ykMK9qadfzMV2yKTpUllkMx9qoUayO85x/RYNNP343x6XS
D40jlta3x053AnZg9aLBvlr+Drl3xc9Mgd3U+WqMc7XwxwQnsu9R2WjtAZC6+3izgsz2t+mt3kHU
eaFMei55NAF5HuAnXJ5iYxqe1Fg43xPsyc6iKBrPf/vjbex43MKoIsuyKLDm1d1kFq7oTatVAsuD
MdPUVXKOSnV8DjP75+Mjya4beDOpGLROQwdXGHMkszbVnNyjO6jKiZK1Q1k0epRLJ7eKLHowJ+qg
VMNud6RAkcFU40IJlBA6s3BhwrMGzc6O3Fo6QPa4Ocj1u7MHFQ0CS1URwwCqEBJ3+yo9aHX4w+zU
PVPQjWMs3yip/Ulbmwj2dj6DkedZPttKQKnVPQ5jnFpgdkbcyR7/RHwYFzAI6rV3FE/aMRHmalH4
7DhleVzytvjDQbXsuizOnh/OnROG/EbUuvlAkodI3f92TkatLBRkGyXQhuk9d+7nxii/zZWeHfJs
TnzbiVTfLorPStFdzEH5Fk3zXmFk+zcwT7pQHAByyNvfQKRRIw5c8wVh0f7PEl39o5/V5ehi13PO
hO35mmjFJc0bGH+u3ry4facdEm7u69sL/4pfWUU/dCol7YVKg3xOb3+J01kJKulJ/bwMlpdBw4eB
9i2lmxed50lNzL/VbBL/VOasLE8Yd3hDgMQcPpy+lhSQqQgGRX1ys1SvDwL3eeVrixKDeRoiSDzH
BfaJFgCSVL7BrPG6jxkchvjLaPdKDxPQLLpTWqtlfci63Glxd4bc2YP5ldZ7zpKVH8IcUbGTO7q1
/WM0q+lb0hhNcuhcN6x9rZtEfTRE3KbPNumrcVYm9bUhZTvLk9o3k/IV20Lyf79W6mZ5Z3VulH+N
86oYPlXjEr4UQxdagZYLOzrMeeF9jZJs0g5CD1Pv2Rg9r/ojm2e1OABhUkY/MyLonn5Lspl+s+BC
FZeBMKE8kqtE/ZHcqOoOoow8oKDaNPbn0sXY5r0xOll2cavWToPZsbrJn6xc03xL0UkETLevnUM6
F8bsj/RMnCtUjC50fWp/za9EmhGeaRl2HpGUNgl+3aRJUc7SzemSZmiczp+QmU7rF70pi+IPZWom
43PddM78MzUTpCoyTW+0jxO0KcdPwM1X2nFOHFGcgHZEJeqAsTNdWisPzexoV6GFNZ/h5dl7N/bi
6hjqi0XuutiZtvcEbNwu+LBR0CcWoai/DnrCIre6XGgimNkXz6g+hkAUwj1J+NctvNriAD0hd1G5
g2q45gA2y6xkUVspgPN07Vm4U/bFCrOB1psEdKPTNTx1g6K9xPPifVwqtf8aoqr16e2DtjVX16Cr
BGQH7MdaMLGajLrGGEEETupaB41y+CnR6z1m+dYodP6BA6MQQea0ygNNrba1xeNRtVEO+hLmIqI9
W5c7jZiN90dCj6SkFIkTadPtnWHoBU5YqDc950JAI/BK/Yvsar+PtFDdgyBtzAi0Br0Res0o+68J
VkXX5MsiFCUQKrfzQRfD17pLG2PnAXoNe1ebBMyzQTqByjgJzOqlS5wunV2DceJheV+iRg9RO/GT
InrHxfiEHP0V8Xb0BvN30xh/mI3wqXXnyW/78GNmZ8cG+EqnzSh65eciz//qsvqMPuYpzaE8hEp5
gJN9tNq59GNjzy38/nMQYhMD00MiYb6zdPFiT+uG2C6ec6gxpxEfCUJNb7pg7PB48gDTCIofmMBX
x53Vu1UkqYHqGkPVHnrkT7MWi+kydml+fPu0bOTkIE8lDQx8Bh999TW0uU2RqsUMDeTp954HzKcg
rhyNtnmfG/y9tB+nSXIHScwBBUmWcg1FzaG62eHShM8GOo++G/X1U2uF+U5ZY+vhZwAZduAxSz92
VWzw6hhJ/qkIn1XMinyRJ5coy2DTAXu07A+2GEafffZP0xaHObE/jb2z8+BvnSfWlOeevQLae7Wy
WRUaeL3O4TMkGe1XrKU9OigNqLS3P+DmMDQagURTKISyeHtFUOqvowo5u+docs1jkjaaX0KO3AmE
N0fhZiB/QZjzruuDbOuoLeicP2ejGVJdKwcgQ/oc7zH57rcjdSj+ePWpl46yt7MxQs5fXZrxs5YA
YH/nWo3Zn3VjqttTVdfmTEfLiz7XRpfZD9cFkPjR+FZwglH8WWv9gI3NcIsq02ckcp+IelKs+YgJ
hzH9/PYHu6/fSFq5REOBNL6vSiVp1qkuGLXnmIBGOgqg2eWbtRN/crRp7vxigCd1eXxMQN8cdODF
BP+rTbIItbWWOiyeKz7jy5xpTXzoza5sfRwXrI8yX355e8T7DYNsjc12oQHOaV9DfpwEYROnK2KC
Da3/IexafUq1IhM7r8n6RoZhyiOPQwa6lfIOWz2Qkbtg6DhqzqVzS+dPFMHFMa6BzU5mLXbWcGso
QneKE5JkSu3odmuqQyurtKWLYs0o/tFFziO5TFocpDSN4ofnxSljavBE0F9h490O5lZLPkyz4l0K
nCMvg624P3Odxy3qSmNP1Wj9qbgepdWNPHPUj4gybsdq7FCxoW55F9QwKszJWlQly9rb24Pbw0Cy
QZeG4uW6+ltVLiEyOc8lz0f8t2mB+m0o3NPb++7+KzEZiELscpnjri8Q6pTos2jCu4wk6QjqI5J0
TIauP1Zp3Qw7X2ljSkQDaKZyI8KSXD9lHbXzIWZRL5SyUn+eQixhDHMPrbA5CiET4sGAftD7u/0+
kZESHJahuAylKdJjWBbhT8eulz2o+/3SSdqFpFlhDM3DvBonm+y6n6FRXwRYPT/RsasErN1dJzU1
d+zSNoZCtwsnFnDh7Ls1ql5FXMkUqJtd2iYZTwAN5gMBjn3wyCUf/kY8vnCtAOxyIwEOvF29wRnb
YQ5b71K1HfzpwfQOobbr0yPPyO9BrRR2AhUhEcHE6QS2t6PUDsTd2inExW3dUHxP2tJVPwLOC1Vc
sEZe/ngZqvyIg1/6K0KFQhwXR1f2Qvj7ZcVpTAYB7EeUND25k37rQlhzqUCzn7yLOsmKQdybB4Hx
1KFPqubB4racMHRxiujk4BLgfztUYRGhKgj1XbS8VbtTNKZq/jQZpbGHd9yYE2BbyUKEiMH9JP/5
b3OCHhU2jlqKi9UjjpK5CE/mIJWPmO1Nx0fvDiRfpCAZUhbIza6zrZaL3exNVbno5VJf51r/Mapt
DZ8NvaeHR5KUCIT+2Jd8qdWHSrO0sTDHCa9tn3VnzaucU50WznlMlIfl47iWqL9xohlPqmfcrt8g
hrroNT28pmb7I3Wx/JraWTnJ/2rngZQ/enUGpCoPshkMx7O/OmmRUuAAF8/hNTSb9tBYS38wvXGP
PLsOn/g41BgkegbhGpmF3c4nmWKE2UYNhYeyPCv42Pj0ZH+VHfz2sqh2vtPGlKgjgKEBoShby6tj
bRlFRxLWR9dIQJ/EggtB3n7ydrrwd5IuUviRuwlpY+B1kqt9OydFh42vlI1yMRXDzEd/8KY4/Tir
djl8WnRTKH6fNAOZ8rgktV/aifo5aby+8NPWRcUW/4kiu5SRXVUHtRNd9XefFY6Gk1bkis8P7lxZ
1iFvp7aLSAoZ4+1P1cZQKQBp5lfDHf+sigRFtSL/UeQPY4NlAYc7lW4TxRxUHlffWZQDVrBpVVwn
L42OTtnaJ68z9lgqd7tJjgL+mLyJnQs84XY6zawtRWmB9DJGvZkOigGFDG2DSO18RSxDFiz8yEfp
a0DOCFalBhKHBC7eag17u8pQKo5dFNQSOz7Y3oh8qSbsaTnHZhfuXdV3qbAcj96CIU2yJIJztYu9
SfOiwl6ci2nmy/s4n2CKCC3/nzoPjnvCczfufa8bvOKalEXkXD0vLscDJZqoPRs1Pp/Xt/fQ3WPJ
4wSuhZtP8uzJSm4XPRexixKzy/xj8Xc3LxedPo4Vhj/CKX0HneJPA8mb3NhTnL8rTxINyj42QTym
nFLm/nZctzUAYYahxzpUVIW1sDB8NxbuoW9V7Zqjl/SseW38TGtzetF6Rf8uzNz6+vbkZap1c0vK
H4HSNc10mFpoJt3+iKgcTHMKeaOBucbqGZ1Etzl5eW5YVzqfdUVFpGw/pVGOLerbI99dZoxMv4XS
G8EqFgarE7VgKwzBdvYuqVZTXLcqZ0b/fbGG/zIOlyWlD+i1lLDWM7RLPelRrLG6xvkHwnb/ohpt
vhNCbs2GmADxUOI6OMOrOxOp9Fhr2VuXsnKcd1RQyyd0Jufj42sGkoyjQ5TKrbcahUA1c/WQ3Ggh
ZjNOI8DxEQS0VC15eyD5P1pvC7YkG1OKMqEEdbtoExWwspoI8lHRiw8wnapnz+nrI+Wd6vT2UFsr
96qgh48FlAV19U6bXqr0cZbS9HKa+LuN/fLFSkv9/B9GQfCE1TPxPVmne0XbiMKyInExhnSmzZ2o
115J9oqJ9/f3K6D//0dZLVtFT6ElIRKX0YmLj8VilUEVmfq5ixX9PZL7zs7abZ1e0Hjkl8BeaW+u
xgPE5k2oQxJha3b/ZC/u32k9TAecK45KPQdJiWfGw+vI+/Rq/fcqq7i6tLDQAxRB4+wSRnN7cdUm
QZLHW3bKNRvbD+0LBrKhtAEIXO0JJCnArySVuCiiDS/cf951zCPQgHlr7bAJNodCxE1SVKk8rDvd
YzcSNhi9uDip9W0uJpRmnaQh5imynXdmY6MjyEQDBag62fOaQWkqKRrHdPIuU6s2fg9w/aSaENAe
/kDgA2R4CEmC+3X1mmeNbc8hLdqLl/W1fRB2KN6ZhjQLfXucjXWjskFtFJcEGjXrA8UTPxZeEYVX
3Bjyj0qSj89IowD56dvir7eH2jhVNO5lbdKkAqWvwd1GVkH80bvoitKM+tyJ2X0qFKX97GZ29xeQ
s2anzfW6RqvbT8bAr/Mj8bprHPJOqouSRlct06fKH2vDjZCViszKn1CL+kk0K9xzOVpR8c1IO6fx
Z7Vtm18I7OTLKe+doTu0nrIMXyqU4D66pWGMn3rQFrUP5R4oRdGUY3EoHKcL/QWGjvnPYPfib6FM
EV3vqJwosoVzVx3bRKcbpaaL7f6D8p6QruiaGn0Qo84to1Vt313CLlN+ernSuLxuTVGeJ3cQzUlJ
wjQ/mD0873+tdjBVH+a4kh6MbpJgDmNs+0M4hsn3omkQiJw9NaZZrWRYob39+Tb2vcSDcelSfSXK
lP/8t5S5warLnGwDZ7AxKj+rdZGc0Yj6D0+jjM8lS5BKG5Hc7ShoVZRY98wRiVhknSixwKtfqHf8
h7n8NsrqwsWC1DbIX6Or0JK/TTAAx4pixvHtQTaOluzi2qQAcNFUU56H3xYsn50mQvGX/Z4O4wmT
+gp19Vw7ReXS78xncyhGQsyKDBbA2e1QsEJnM8+y+KpVaXZNLBKNoUq0C/DpvU7r/VAwUwn35F8o
oa2zyoIeXBbbenxNojA+OanSncTkTWdjmeydm3ZrKOIjuN709CicrB4pNDKg52defI2TFpExFNhO
XuhYL51pxjvX4P3mpnlCcih9LUBLvdLmf/tWsNdbo7aw3YqQFPd5poGn9N6ecMXmhAD5uyAm0ANb
R5d1lwyFEeNBLQrIWlXi9Qe6XX+qY7oHmrgfSRY0YPgjVEgBcf3y4lSdGiQCJbJ1o0bb3YEXeYgK
bRyOau6hivvYVuf7yEeeJhci/0SBq/OETluKaqAnLrk7L7Rf9UxP6Ztnoc6ViprCTk1oHS/J4ZBq
Is91QLIDfrrd7lal16DyKKnVao7bSR5Xz9pgZMe2jPtL42LZ3KqZuhPMrJ+v10E5zK/rivzI6owp
FOwARELpamct+qI4Q3uaaSQ+VRgavifU7XauDzmJ318vxpNEVkipFEOZ6uomFFE6LxjDKyiGxyXH
uf230LU/srb5NLrZF3A31TlPxiczT3cyrfXekQPDRODAAbYko16FHqLGuSAsl/Aa6Ubm+Tki859n
HNxasAl2tXcVbywro5GxupAriEhXo9W9KRqtM8KrFo4JzgUFYX3cdqC20+k8Dh4gjbf36vqov06P
3EsFqYj++zqRBB8YKU3BgGHtTr7nNtWhzPJk5+ttjyI94RHHAi602qKuWxf55Jnh1Zyj8ACKsTma
aP3snLuNxWPRCEIpmZHlaaukWDNI7qwiiq92Liw8cM2ieW6iMnyHHrMUxU2tPaTnxrwkYddgUASt
7uJSdUYErjZbRuy6/GMH/iBIY+1R1i7fSPY9aAFI6DLRwO0Bz2Jvcufk/yg7r+U6kXYNXxFV5HAK
K6FkWZLlcEI5QhMaaDJXvx9mn/xay6VVnqMZe0qtbjp84Q2NOGllUe/1LHUeFoRKjiYKzfv3t8Nf
7hK6lOST3JW0OM5NfjWFBVdR6LxnbdM+ZRkODg0X5N7KVIKIaOfgBe60zhUt+MvDzQw3iDFgBKLh
88PtAFUza33NTwvogPEo+tEcb9EqQ1hv6vjnBoxl+bNPxNrsC0MN3m4GnPCvkrku8T4YFgo3EDIo
iZ5tn0nAOuqzqjj1jqifp8xfnhFXap7eX+H/b8K+vcqo2IASoGNGfZLY+O3nHMzZsluLbLOYQaI/
QKgbkwPqQM340hi6/K1Bt9Fu0XDJ4xl0NBL8TiPXOF8RzCcd6VNrr/WY891Nne21H6thMUsV8pzj
Wy9cVyHBUaRZcNyGafZLLqaSoGQMfo51rY+RKZupDXFS9Nuj2SllR/q4Ip0LoqWVX/SkN+1dipip
+5w4E3dCao6tt+tXTKDi1EK46c5Ys7kNk2HNsifbzt3iRyqTJke8zja0KhwrzexuTWv1slcsCsAM
5NXoL8e887X+GftDw9o5rd4MYZ60vf5NeVqw7s3ckGqfVcIr7+hAVXNUYJL4cQwMgYOxqQ1WE2EE
QuaSJzUKuFTk58EMTdC7xhJmpZrESSIR4//O08Yad3NmKOMuwFbRibrGHeVuqqysu18Gd9GPRVlX
+sfMLyy1k8EMUh/+UlAeC/YfgBRZq24XaMg7vRRuUGPnkuWIhVMqT7Nw6sdlHsIuH6r0gWKTpd85
WN0BMwnMpYimYpI/gqqvhg/F2KDVOM167US9VM3v2aMSfmOs2lJ9VL4/LHu6LFp1g7bVlOyCfMam
Flk87t+5mFdv3/u5YD/aSSfvW63yhoOmuZp5IsacquclpbAeJypxy1ithTPtpqVam+cZmL15h3NL
iT5GVxTG13rtvQl/cNwwlgdGAWivY/emfmo0ZdzvVl0lXMtjKiWKaKaQoZObdblfukFDTyiYia1S
nMaMYXpADgMjkgaiY/ZIkANyGXu1Ac1GA8G4/NHoFwtZa8vta0S8FqwkNuqP1e+mzui8+3zBTGw/
tCkCrOSjxfRYOnUa/B4br8ifDDMz84+BhVRbqHujVbjhWmlddSpczfZ+dpnbt/vZt3r1S2lODcY4
qbIZRbAGGd76uff6gA/gN/0039T9YHU3Zd4vxp3C+rA+llogoDE0Q55kSMzbqfkKnNc0f02zlXsP
bpfq1qmRhjl8mk0KeAel5WVyyABRT18WX+V9XNLcE5w1fZjzPc1wv4nzFNxx1C6LEmbo2kU/reGY
5YhyGkCY5z/UGSZz1/KGdM+1lvjWgWKqzD6i/u15h6rDGWef0X7NozSYLELgaTHyQz3346tqDFXv
+2DIXLQgtU0yLQnyjHpyw1eB2dIVh6IdLPkNUy7XDBv4XVpsamX/cXXl4BWhXa5+MoWm342AgetO
+k9yMJ30UW8n08jDQE66WEMFXJDqEDaEBDRilM4DOs6oftZuNpmvlYNHxs6sxyAI7aHcfhKQdX9n
iDzrb2apC3Fo7N7RQ1DanX8cLeEFeyooiXxueIrNsOss8Q0pt95qIwdCNiRL28x+kFVJsV+NrkhO
q7EOzX5s0nn6ojl9lu99vbQd4D8KEFVUZeNU7Q3yfg9/9qloDhngk/yDbbYawvD0Y9J2B9XRzUOr
9Pvpx4QC5RybVVFake1JRY4kR5DjOyFEbewR7EokKEU4Ca/jEBjld3/RxRx1/IRk5W5J3N+W5YKt
D+fKn8QRrQQjGq0udswJ4IbfLv7ecrr20cqBekSyd1sU2Fx3DMAHZmkXLcXUtR/zCngWNZKp2JtF
Now3Venm4i5Z1CrCVWPTg5wJhv4jqhUaBYxKjhouoEn6bat0oZPgqkmtEXWxpPuTa4jbDeDK5ptV
Dkk5gOXwR1nuPFFldkT1Z/RVmNJS7DUw+DPxT4hMSl8VIXdZrt8borSX2EDwvntwF1Pon1TSzGyA
pCrHdefKQtMk/2/ejjI07EJ3H1lZc43rAM/wZzgszvRjbge338nRr7s5pOltIdzXJ/N0VEHlWpEc
+knizemulrcxoayyAOEquvwuX5O50UK9Udv1bUoXg0/8jIpHUSqRhV4ryx/1hBtyEcpU9WonvL7J
Y6/PUZfSrRzJBcz0wITftomWDfFqly6r2HRKAtQWOJv7WFJNtn/jTcDLboKiql88cOnFjUbtvw9F
sGY3VTvr2ilnVZ1DMw+tCyWNYXaFtIwvXWAXQzQ3iLbiZJ8NYrcOjHhf8OhqD2IjcMxhq8OlvPdt
5Zg3bduP6VECxfN+5EWSrw/LbI4dL1aLBtJpzhe/scJ5BDvzESJMoj7gT2k+BXVBYi1Xu/+MNqLx
M5FJkYaSlymJfPTa7zooSl+IIbJHlG7sCtopTYqTJnT3i6Ob42sr5TxHlDFX+y6rIJfe0F4ZkdWY
5/FP3q7O72Sax/xk50NbnOQyNuMaNlmnkzwFzmz1D4Vnz8urYlG9I+ij1D/41ZpyijYbDgjerZsM
T6WzWOLW7w2xtGHLe1x9mGQzu/eorYzFr3LsKNqGdWep6tXAaq4KhasWD+uXVLrmCFxfrdWxAf1W
PSEH6SOB3yerfUQNzzHXx3b7j9eyhuvdQhNt7CFj3wLnOCDWCkla94f0p3QTR0a4nWQqzLu81+41
sKmPRkcZ80bzRJtu4ZBThHmbmgORhZT6zloH54c290J2YS5y56ed1FURjUGZNU9a4jQlTNusbe6H
JBOduXNE7v4xABG/cJ605FWOqhL7xTBF/gd92nqOJP5Y/9qQIuIkVUGOdyuhA1Q5S6JNq2+xw0uy
k1+NABCEa6UvNYHTEjWAEK5hEC8z2f8iejCPgFM30aS3cSesocQRhi1OettBUJnyFXqPNB9EIv8V
l71NjEgetizUQeotW970PwWkLht05Bo8cZrl/Iuos93VdCePVyJpfshZHA1Wmt42TAq6oOcaULrT
55pKmY+vVvmood0YAuZfv78/ymVSCZ6NAsBWAwCTcW5xwSPd2jTxc0yjS/ODZ1bqs+Y0Rhr6fabu
UD6crxTq/zYgvXvwlZskLmZHb9fOVm4xW9NSUKxy8juz3DhnRJ83JbZ5B+ktbfz+BC9zWIPEHDop
jwjJ5XnLOl1QO0q1vjyRZaiDOQ1ZbApjurKMfx0F7A1oZVjOGCu9ndXsNJNQLbNyugmR7xyvihBo
wjX1sb/s8YAGPM08akQOOPO3wxCT64SYizyZxJm7xtHciObVxuyz3N0/r9uboc6Ok2EJA6V5XZ4q
rqP7OSvlN92frvUZLhNy8n2PrUfDZvMxO5uQVs95My9jdRI4fcaVM+Rhgy740+LL9lW4vb7L58L+
+K9To6lMGYBuJZcTDbG3q9gMuhq9XMoTHL0823XmkGxJlH7NKPdiq29wUXrxlNio0l/cfwZPlD83
qj4VxbDu8d7RvvMYoBGWzPUnEsL6XwtErCM1NeRREH3ZoMtv51U0Nn0UBBBOQ0KEZmNfEolgelWW
6I62ddXf4WIzAqrcrI2pywewfs5x0m4jsDIKTIbTyjbK5rU72ebkhqUDWPX9L3YxFKUabgvKXtTw
NvWrtzPT0UVO+Vv6/8Xi7cmM3ZdgKsVNvZT9738eitQECB0iEhv572xzBNiDolrJUH3AQ1UMvgiH
shDHOm+mK9/rL7Paanngv9EupGd+NisN7gY6/b1xMuwEjUSDUFJsDqWjI4LD+7Pa7p83jwmyorDC
KZ+T8nHPn926hjF7qaRQfxoWhKRjQL7md6l3XkNhJdM/mdIYnrOUie7LFWLJ/v3RLybKe8kBAGSD
Hzvf8WxN21Eg21PbGfLdhg+1LvPap0affX23rLp2rQL1t6lumjfUszccwtlglZH2wsqYakqZ50Ct
ySP2cq8B0C4ufBYU4DJ1S8aAhHN24ZNsN4ijWeYJpuN4r6saV8DCV1duqvMbhKIoj9Ym+UD/bXNx
frvvndwIKpMs6GR1iYxrq8VrzR5+e8ozDqM5XeP4nn8nmDBbr4Wdz2BQb84mBb3c9WZZJScAMfWh
Xv2FxESpIyTpf2WDbaQbOGBbfxmuKHSptzMT8wByaKH+ShDsRCXY1HhQKrtywi7XD+wBn4hiL5cU
iJG3owSqzgNtdv3TnLlf+8y46yq3DqmRfJzcqxo051sCqeaNqYQ8LIXPTeLk7WBCjvqcmKt1AmPQ
QLVdFMlWLcr8+/un6f9LqP97msG8AJHehB42AD2cvbcjmX1JRhH4aVyachDVgSRu0vNYdyqx1ZSW
1h8/O3YzrC9du872F/yApCFC/kRYD7R0C2fnOomVPKDIYpj3+Ahnc+QkcypjW8dg+bGCW1+chj7N
KEgFTTDs69zW7HAC4yYRugG9EAF11rsPGD1nc4yj1kbCwLNJRKPZZskuJR/SXnqz8Suc2dC32i+J
pY37mqAjd8Og1Kc/A0G6vatLsyJfLlrfOY3TOE9RnVrGdFztocvv17mU4q7GtTE/1ogetJFfrBaK
LQvYH2yCiyZ98FJkDvZoxCGyL0rdWm6dEpIDTBpBO/KD13l+9QHHF8t9NBOvre7WVKGZaExLCvLZ
J4W/Re651Z4WJ0DHmj3j1bd2nqdVuFrW8p00vNH3ZUpksls59P4r+gh6a4WGwr365GhJof4U60w9
gtqmjZib9BIVJUVRVAeslmxsC8mvjH0qJ6ugmOt7f9BKZdZTovQh1vOqHQ5rhYxxNMok+QHNtJJk
qq7AcdPXnDKcFncZD2IwJ//YJabxnS0vqx3ULqlO+uoMzQ5rXY0stoMb+DTVi/uiTSPWrH2ZONpe
JEX9Hf6U/kf0ZooNk66WcHD0jBIzukz6jVPMUxdaQy8+4SibBTvIvu1T7q3zo6q1AcqaM2t3/dI7
00G2WZ+FQvBWhua4tE3kVRJP7dJJvSyqzLEM7orSc37qFaXqPbFwaXym3GIvd2kTJD8Ks8yTnQFH
s4+CIshWrA8Lb/WjYnS6F+k2mLhPU6ZUpKsqaHf4r04UaCGfifE4N0nQHF0905uXTA8Weeu5eIft
0nSpxuPUwuW7zRLb+jYpey1/uGmGPx31tUY7OfZilU8jUrR+ODe6qYVd6wWPeNGM1hqNhpYZn7CF
Nl+qarHzQ2nMFMTDmmsx+YasrJ//pqxafcpFlg9HeJ6T82FJ6RftdITv9UiuOZ9kWdfae5IKhSh8
mZysjkaM9layX71eQ2weNHpMZtn79zKTxfBQ55r+rVqBj5zMrPbR0CstBM0eg1l5zc8pkPmrXbhF
+mGcZfs8+QvWgxInekU3s1ioN+Xz6sY+mjxYm+veVL46QbE4u6ULEGtIKMb+mem7jeFiDtMcpdpo
6WGga/p8V9td1d4V3iheLG3VBd1tdn5o5fjDvsxoT/V/hJmAIJ2XUs9Chefd62SLpn9I+9FwD64+
6PrRbwsXd44W5OkdIENpf8zrRN1bduPkR8tVeXlfJ1kndkYHD42qUEsRzqKVsD42MCCLF6r8nMay
bksjZHtlHi8B8e29k/rNBwd/TIe7qR9VlFkJshaG3pXVvtQKPN6Taakpno1rHeOE2FZ7M6Eku/d0
+HuRsGVlhb2l5+2OQjql+swT/k9dc1Y0SLQ8cw6LuxpZ1FeB+RHXmdLZ4ZzTl1G5bmIfVIF7qkpT
2qnImjbEGLUX/8Nsl7QxXG9xxwgoTgMKfLBg4Qqzo0lkD1o3hkhlUCxqUldZOx/4rxZ5nl/k8WS2
lb+RLbDSbV23P3l+IspIZJqJ3HwhnObYe2aeRYrexy9zUkYZKqzk6QtSdssjJ0/XZ8Hble0tS+kf
UsNeir1liPYBU3NWdyx6Fc9Iwvx0O1CFextd7EdMD/HqEPpalRE6MetPDILoRjpr48emNSbVPusD
nxqSga+ItszNsvfyptnXybp+Toe0NG+txUyso0fh+nehqUpF6ViPDnexlbg7LZu9zwidTG208CwZ
YVkX/b2VmdXXoTG96UDbY6QWa7Yf0R1vfylkG370csy+mPCHi0gFWWtFnde7rJxRlNVuMnkeyA09
qqRCd34WSqRf88KfgqjvMfeLit6Efa+tMDLRKkv97HZKyuU3l6eFoKblTEZY27NBGw0G27BD/LL5
7AyrHxyKbl1hBsjss+9pSbUTOExU+3zwcyB+SLhNYRdU4lHP7PajjYXL98lSSHOS4Ve3HW3DFbw/
wpMiMAdjN5d9W0ZWaaIPZgTJJPZBjtW3UfJsRWRcrGcWaKkRFnkQLKGjqH4CTaSbfpwo8ychLpTW
tDcx5Awi2iMrbXzTHRuMPhFZSZYczu60jmTH6PVDyu/hsSyIL/0qhV7ZceEaQxH1bg0ksSaE+uAg
+GnvrRLSWSSE5//yzMb85NmLroUpW5humkmKPSDapADujGAeUTnQABUGieMgsjKNXdgjBO2EkPGa
b8kAGoHasV78DvrJ/JpMzpLvy64fPo+jopNKYyv4VKaL9+zJocwO2biWd8k6gHjy22HApJOgYMZU
t6a9o8HS+dppnsm/TrXKdiuut+muTY35HupoX+4GgN4nNHNZGbhsvL++p/gdpa2k2A24J/URCUNn
8J7Vsx+yQ/SPre02v7qUtxsIRG5WUSJ5fPatry3455jT576TjoYEkmqezRWHm5COLIKoSqETn6ez
N++DtsvlTgeZMoQ1KNnlUME6+1xjKDaG+QTbcrta6c1ipthyMYx5U+6By2UPaurTmVtDZU+6nffZ
EWqZE5s87hZ0VK91QgSO3ezgIif7jGUjksM8yrQARlNmdkj6ykUz59REn1RV4bGTOkm5K33pPLd4
HldhrzqrjOZpcTBO0ya586ap8w+rZtdeSJPE+qKtnBCmPjQi8ju9RgXJ7Ys9HpTGLzxbfBX5hj0O
oZ+s0A+MgVbsreqW6rsmJn4/OncB5xb1d32PprDFCmvz8t2qdCMJEQCvkz1A0EI/0o+UMpznzYKl
EJkqwjJbeJbbxq6G0K7ddVM2k80N7YKlCNVUZjLCX7OUEdoA3VO/1AtdaoC5923GvqVC7bR+GCDC
i0/l2vpYUQye0x3XgTXbFxhYqgjXD6OKZjT2/th27XxS6aR9qegDP0o7GDuaXqPqQxW4ax3Kelx4
bcei/U01afitU4wIuLM767VpQQnc6DoinsdsHJs7CwlKLus+5dVclU0/yE1cQTMXb6dnAq/mU1XI
7quTmBB8LKMcPyaJbOVhM7R4LtvJ+IxApPDCEaGrOoRCQJibV4v27IEbeBrl7HVhoIrG2BuznuWh
mVmztqdGbt2twva6XeWsUx7W4yp7GlMri6SoHwI7cNxk3hqbLT6echo+CEMGaUiyXzzleu9PO2eu
TOO01uVUIS2hzS3Hg7cvskbX/GUuXIG7Rq3TVzdQyYuLd0bNnU5MFfaoxtcRuoHOGBqd0WL50wWT
lkXu7CzVKbf8XhwHTXIaAToJDFZGp5h+DnbjL/cE4LaGhWg2Gi/JMnv+kdmq5NS21LYOrFJZHecq
dfmgnsNDAAtWJV/BaWTLBwKHvP5sO5rS9tKfbRUNgcrnuwZQUPcRlqfb7lx9NJK4Ne3SrkM77bi8
8ZHOe39f66aookx1Wfp5bvKWrjjvyU83CdbkFVbxRO9FJprc97o+wWwYC9VDB+MZuQe7ZLeIYimP
kD2TdX+wGrOX+8rv6ZoNqZuZ+wkBgfXgJoXp39l06vrvKI912l73CzM41N3UuT+hDg0sgaEtaZjK
Zij3kkHiJAcT/hUDzmR+CNIU0bV1WSYzNjxn+azYP+qT7a0G+msFpI7mvoIm6D4A77BfSLNNbc8i
5W4WpnMih0hTSE7FQzIG3a3btWQ6E19ziNVkyOJ20lAdDTsA/P6dcgKJu+KYO+5BFPRqea5rwk1w
7mke6fnQzCeCCG+i2tM0cmeQWk0/6AFo1qtt9gsoCDPJ/TuPAPQTVtNuv7UrJY9lbZB95HaNwZnU
qNJ8SYnd05dBS0b4uBrpSx1Vdd3Vrw58USOirovKUpiinDyGtt4P076ZR63+jmw35DujwLfn1iZb
tR5KLI/KY4OD00x7zZbaQ26WDSGx0dkmWz7z9TTYz6Key7hGT1h/wKJ2WaFb1ErGIi2mAMm9CqTr
p8ma0atrDYG3uJk4tXMLMEaoQ14FznqCOOHIoyQHl78qU7TZx6E0hjVMnRFBNvD8NqpPIHPznT+R
wj6XdtMtKHAsnvtQFI037Na5t6YNkrAuv5t2pqkUznLxK2jP0s72wLx8/0aOc97u61RXT6rTautI
W7Ehk8GWudRvmgy81QN1PINfdEWQ86BZS45ZnT5WQXPjIvp8rfp7UbyxgYRvioxUVCAXnfcGMkoc
QYKwdKwWldIWzOsq2kgRL9mYOc/vlyAux6JZRH2UoiI8QKoRbwsQjj9UbtXYZbxkuL539PQeeEy0
24nn70oJZ6tlvK11bH0pxHahB1AmPVfLLsxlKmSgMZSLFeBeunpn/QCCgT8darL1k2rQDfhgjkmR
341ZXT7pfTOOp/fne1FH2ojibGbWFToEwPG38x2HsjH0YS3iNWvNF5Oayitt1eaHrw35s7YU13yo
LktJtG10H4Il5aQAbtDb8ZqkVRgn92U8dZoVuY3nPzfobl4pJF1+RUbhfQeySkWYuObtKK5M6hW0
QBkLYHG8wUtp4wvfNxkorUCT16QlLidFCRjpdoAadEUu1Kzmdg5ACJUitpJVBPssGNQ3v/Krf+VG
0/nYHJTQsIA9CgXprLRoN9S/6Njncc++idKs46SbVLYrVVxjElzuC86cCX0bOjBqJOdqw02S9L3R
T3mMpF67K+xgeDGMttuNrrBeE3R6rxyGyy+20T7QxNga65BmzqbWu4vdr+mQx67iqi3XaZJh4kr9
rq+k9vX9PX85FqBfylBI7VA6Yve/3R3rRrpMyQhjq2uyvUA089XooYyFucOz+f5Yl1vD2xzQEGbY
sPagq96OBSwH9YWM8mOzjukB9Utn583CPbw/yoVuIMAAgkqI8fgcbczLs2H0NB2CuWJKmoUF0c1S
6SP6pF7vv/SBJPwgAxMtuv9qXu78MXXWDySVuU04lq76aV1895MxZX26HwtrATSK1pHYJbyl8w1x
ut++Jlo+6SgTIUla7ILMK+cX6TVeu3faealPzaz38wuFzXZ6MRrfGe8CQrBrhnx/+XDMEuIJy4lX
x/lDgCaUkEg/VbEY5LCXaZJERHCfqPh38fsL+reRuBd9ngBYkLwHbz+bJXx9oPBexROmN/eowH5d
PcGk1PL53wdCnYsdT1sHieOz9pWw/drQidVjADFTlCS6v5dcwlEGk/DKJjnvSPOsYYW1qevSMeBs
nzXl5rmgXCLLOg5k4NxDrgoibIpeg6afY0JLaw9s78/7s7vc/bAvtvtDp9MD63f7+/+Bk+hk1jUV
yypG58fbDZhHE0KO1j9/LIpm9L2pftAYA5DzdpRC11C/yT0Zr20pRLRMfXmTTWB1dxZqHFcuqstV
3DpWEFptQigez23n/M+UUgdmFXZvdby9zv5OczfveGUM3SnF8ZT6n3KM8lhlwXLNg+cvi0nXDCkO
qFec8nN2kq2YWDEPdewR2OZhpejAhH3rm/OVO+ti82+wJs4YMm7bSbtQYTBsd9XBPMZLsiyhnaDS
7yeBjPDQKq4MdfHMbAbILgYHkI1Z0/POkrMAmvFcfYkXHA3+zHPlRtVQu18G32hvRdqMV9qOF2vI
OJA+4egg9rGRWs6+nqVQvtCGNR5sMe31QGo7z67sK3vkb6Ng2IhtCACdzR3u7SgZhRFh6GRNo1lp
Pxs0qL8gVDN4V7ADF1sRV0i4F//J1/OxzkWznVkKc6odPU4mWDI5hoHxUMJuDStZrGFOpytFyzld
f//jod441oAiKK7Q4+TVeTs7/Dxb3xWdipc+UAcwXl7UNKX45y+1XRmsIEgqoCzna8g3tIYStCeB
KfL13Uw1uNOKa/CLyy+1PSUAj9jl4HTOT7MUFGMKX3axbaMFvgy9FwFZ6Hbvr5ixPb9vQn1kVsE2
6exwNjxSU2+XrCrbgoJ328V4nO1sw3jaVKwrMdBoaKLBb8KkhH/QGccRbLcPzirtEtqQWgRbDxmS
rNzh2v1BpuJW066pKV4eQVZ3y63wKYNA429L9D8XmitsumczL6iWD8tTpdr+GKSzOtReYsV9UU9X
buvLJfcIg8CtbSeEKP3sGYIJ1xurboxx3gVp5BGwhGBqhytLfnk2CCXJaAAycL0QLLydlcLaCnUG
r49hzqV/PGER3qHxkrbRMOLIfaLVGHw0ZG1f076+/NQ8C9vNwnsEL8k5W86xS4Z6nEsYjWu9/NGt
sdn3mVxv9cWoTgtRYhq1Re68GqTRx/e32eXKbkOjVsnhgAt1brfb11Wer52YYj3gtS3lsMRmTtfg
/VEuXwdGwUoFgUIyHrrNb1c2KzJl9tU4xUIZtORRcruzWrrIQbdey6v+NhQqNkBRAWRZ0I3fDmX4
VbOQfE+x2Vh2qM8zrmm+8CKV+Nci6IAf9faEEoCBZduIXchdnStqIfFREx7lMA+MMv8K4TBtaO+6
2hyhSOXKY9KuyQfDG5zvYzaPZaSnfX1F6ezyIFIDAJ4FmonlBUbydra90ot8WsQSTxnkmAPOnlP6
vdSpZ3so1C8fJjqb/+oLxvsORuu/SwkqN4Dct2NavTD7gU5Z7NvUDfUBRqQ2SO+fjzyjuMg6kbVu
uKWzmS2UBJOhZBQNmsgek0J6+mX//P6+vBCK+28um4DU9mggbX125D364xJxizHOvAz2ttQ6brHE
Wab1gSquPYSV1RuPCLkseFgoHbndxXVRxSu9VOsOBg0idUxKBb41q5upD/tZZcUe0oCRX0EK/+2g
BjzYbG2wa1wUb1d91URrw28ZYzby9JQZbve7rEdxZdX/sqU5pVwGQCc3qe2zb7t2tK+zup2QfnKk
+4EtnbpRoc+VwK2idMWptdfl52QiHnFAS7rTo9rxk2uZ1F/mCnCEpA2NUW6Mc6M2I29nr6cVSQog
/UPh6u0tAqdq//7H/8utS3qN7BAZDtXCc2pmmgciqWoxx4QmVceH1YURzao0g9BZ8a68TRFsk5Tf
9drfDWpUYvf+L/C3aXJ4N/gS35Sr5O0nLRLwUUtSzDGeYP0tNfqPQV6pK5T2vwxCOERRBvMG1BfO
70NMG9OJgGCO9WHqT2ijFXEjSYffn8rlrYvqLE80F+FWpTuvJSQzWJK0XiCu9kSPO3hoXh56ykic
vefTgbsSLF8Mt1XOTCokG/bbpI72duXsaqTojSh4bMhRovBWkmSIxbRvEriyV3TR/tttb655BgOh
T97GRnGJDt4OVshkRDXF8uK89Zs/gq6MPA5952snfeTK38HQ07ynvjaKVwuRPSvK9NzAkqdP24Z2
rlN8zSARUBBb0qz6wKPgNY/LWDSfNNNWfdRWRfYkGhXAyBft4H7CcDb/rHerkezGfmz6W7MvChkJ
UuGvI37H/o7eRfWLvnlZxWVQlp/ntcjasPaK2t0hpwUlxrGWqY4V+iwOKBC9EC9EhrZ4SGiayoNy
5yD9ssKI+22vMB1+JppblfEgl3T8aEqf97+FHT7stFoT9tNaOZzAgQQF6JVJ5Lsf1qTrI9ug9xCO
szdeM+u8iMRYcptQ3iZX2Yo2Z/FeNQxTlgvLibVe/4SCp831Oh61ooEPWRZ25DXqXzcwI3KzUrXh
Q2/U+7cf2RGOv45968Z04hfj0HkFEuSpykcRWWs6/nPY5RIEMTlcBsBWc0DfDifsSZULQKi4dHxU
HxpgL/jJ/Hz/UF4EBwxCVImn11Yl5RV9OwgPRZ9hlK7HWp150SCNTtCfNvs7m+3yqFeF+69vFAPa
2zKS5nEqz1WnEH0IGj8bSS6DVT7YCQCVLvHNK5/q4kbbRoGcA0tna0PYZ59qyooAlmagx/5YjI8z
GMpPy5Reo2v9bRQEChC6pt7rUL15u3h0xLPagk4dZ5bZ4qAi1xDAy7WS+eVFBpuJB8hAIJng+1y5
1AzSif2WOTEkdHOv0ZaNSkMCILCta8/d5YQ2u+KtDkU9CFjz2ZbzgDBw+E0nVv/H2Xn1xo1kbfgX
EWAOt+xMBVuyLXvmhrDsWeZcJIv167+HvnJ3C2ro291ZLMbYqSZZdeqEN0gwZLjkUe4j+fvhyExT
jS4rhSFF61VPfpUJTUyh/JMdy6z8qgcFxahj5G3xGzUe+/n9HX79TFwDDmeWWpkNd7kVJgZ/s+w7
/7TKrH8H/Ju9lAVeq/+PVajFLcvy+OtSs7Ieu6Ft49k/jbiSvnRTOt4ZWiZf3l/lz446v2fYamRd
WErxHyQcznccc9YhbbMlOA1jLtstBH2R7RfIY/iTOa1lRZ61+P8JaRT/xhqOTIc00cVrnUGN22ul
NnXHtjDN+2wUSt++/9uuIwnw6tXeDsVXxgWX8Rj57lGP+xKAHGMr4zHWnT4N5aym4YgTdqG+YYDn
f35/zTe+LaButKmIkDRarvg7QzK13Sz9k+tmzoaj4+xddHJuPNn1AeSzri4NKOJQ/176a4/p2OhF
PASnOU5H0JS5fpKoIoCRHcWNbXR9qZmw4YA7AGHncS7VE9ckAiQL39ex8+rgk5WFCr2VKOv1OtQS
R//Pym6exzfeok2rii4V86uVW3C+qZq2bHTYY/FpBKWKN0pZbUgEbymgvrE/yNQJL+B8EDm5hOCn
wBeFYcXxKYUC/dhkWfELjXdUtidEFTtaQzdutjdeJTnmKiJuMJyAuHb+VO0sY9tBbuQkmGGFmo58
hZ64+VedzuU2MHrzrpmnXt34gG+9S8QbV2MgZmd0o85X1Z0Bb8A5j091yaXt+7N+CEx1i5z05iow
7VGg8pjKXQrXLuiK2PYyxCdLlb/QpJl3aed/uLrGPhxzFe4dbgPGOuuP+KuBp89AvhAk0E6aSqxo
Gv1mM9D03L5/hN84XCRTiMuv7GDoThcvLO2gOXG/aSdpm9mmN51qX7kK8qmqX99f6a0N8fdK5sXz
OIiMJDErBS1iaB6KGHeJ7nCER8wGwakN1QLRUBt27y/75gOy4xErpVVBL/R8WbOuuzY1Gu1UTln8
Sh9hNbod+05tXAznf354MahxWL2sg0xm0BcZCQmxLUcmMCebbOSzZWA2NHuJDt2gjT+cyGF6gZzi
yugm5l8yDFVmKTCaXnzKZB8jK9Op7SDdj5oBcKXSPqfNw70Ko/Gy2ZAFuWcM0mYT1i1wWz0HvO6O
8vjh1xbwJMjCk2mtnc7zbyQ0qqJkyZIotoZyg1JJsKua3rpvGHvcuLKuwyDQEWIstQSkePb9+VLj
mE3gb9VyGmX6ry3j/4LcelZ6g0NKWRw++lishTHEKiqrr8ij87XMztD0ZJqX00q4ZaSN8DwC8z6y
ScEtD7HriMRSq4w2tTak7qtWXOZmfuGYNBlLd970wAi3mRIfVdf8M/vSaTyhV0Dv9nJQn7QNSdYy
w3vWDLFtvPSXUIELdFI2H47jNHzolnr8i0bale7Z3MB3MShTkLNRn22VFVERDPJG4+U6NnDPM8ej
SqG5hC74+QcqvDhLU6TbTrFI7X07dPYpUH4dloayP1wRMd4FRAR5lvyCb3W+FOPx2qt6aZ1gnq7S
Nz7YY1l4N1L7620AfXBlHPPqyCa8NQb/dWdkEkA8ciDuqaDfgciY99nzWuP/schaDcHXhmzHNPl8
EeSglNV4uXcaUuN/wkmyo11Ie//Rs0OevT4C5EQy+svxVZzMKNG0g4e/DupzW7iz9hRiZlsgOgIg
9KPCgatiO6aJfCN4ipREF9nKLDSj6HsgDLIfumPqjc/62MY3nun664DVIDOn10dDAZTg+YvDsLuy
IUOQnLQUDL2Ucah1+ngj6ryxCtXqKusLEN6jw3a+CrEoregtxSd7cert5DT1JhngW7z/fehR8M85
r4VWujlBG0Q2DUXz4vDosIdwYcziUymkF2y1fPKM4zAZ6SsKCeIl6aT9u7YbXdtbqVhZ6Yj9d/5q
gBYsQFQcoOwbr5jM8sHM6Bo992WrTV/XIb+2j/N4tB5MJsX1rvDKOn6iUvXd3azHhtgnyEdp0JR0
a3wAXtY6e5+BWArdsqKjZpgNbIykLob5DoLbvBwQxRkhKgZVUOxUm3j2Vhe9A5g9a8YhQt2zNO6d
xRFuGeZNOxQ7uIbjchgRtFFHdzLKeBeXqW1/szVtfsnmvnLg9iE699QiMWcfa0tL563Xx8DI9cWq
Srkd5eSqY6mM0jlZko7LxhmqnjnXknbD86KqxILi1Q3/6ys59A9NkzNANHuRfJs1AZlx0mOVfBKz
hTFCBUu13ypir4LfULvV1ut65+vkyjY5upZmMgNA4GxTkEXau9qDdvBJemb9NJg88UMym1axdxGV
7o6jZ6t5F2SlRITILO3gNNlIo+Vb5PbLJWxqDSkpbChRJfIqMX6bsmn5N28FylKaGktnM+WGUz5L
i4lP2DXWDMmOcAN6twSrgxkWYrDyONkWVw93FThDL1NVMMIdmzrYa6i7VU+wGtPgIYUbWzGaMDT5
SN8y9X4vnaaXP4dWyvTOEGiHHmwMr/Qfpqcgiglc7rRoMV2vC6EYQ0ODjOpgJD7P2SyPjH+7qKM5
+t0ZmiGP6s5BhhBmolYBc7Slv1ViNsZ9XmN5sp2RvZMHwx4htlQdc5Qod+yqi7wGzPPWIYR2m2aU
QjvaGXoS2xTQaX3IS9K7SDMNyZ1n81nuE7Ds/42LM5qPnjRg0GkAIX9ieNr7G+B4bn9UbY8PuVdj
BU9jNm8n9E8s9ZTFsetvQM2n2aM90W24d9RgjBFZ+Jgf3BxdrW0KeNIPvVmXixOm2D5N4eAgpred
Fk22KOZ1xXAnK1nE2Ivbott0pubNm65GLjMcai+VW+nmDvwoRxNTqLoBIafWdVPoOW05ltEQa5MM
sxbRxaPVA7jdFggxDzsXvb+FvdLq3YY0XUA20aY8mZ69QPJ5EzBMcrNkvi/vgt5drP2oq8RGS5Dx
xW5Op2Q6NIkDGSmsg8GcPmON2+FpNMe6tgsswME/YpVaw30wFf6PVOT6F8QJg2CTxW1a3ycTyg+h
XqJwGgoLSuGmUD37aVVarDa+O2lxqBJYPZupSY1uo1GnxXSAXZlvsgpq18Yt4dSQntiZDEGWB/g7
0pH5VC9a/sU0Wu2LiWxL/jnBg8z41s+qkp8N9gty1IUHst7tCumFddEN1T8Q14dxO4Fu1rb2XIKB
79zEH0eoyE659BsZI18XZpUpx0Nqzf4Px4vn5pBJe2Vb54y/X5ElQhmuauA39jQNZ/u5FGn57+i0
RnuYemspoR3o0wsY/rx4Xjxg0588CDbzcaDN0X9FFozvnw1B89JpU7Laq/sBHAxjLgVkoTT5lAul
9H2A0ODPwVnK+MHAdDLd5Zxj+bpMxoyfW81xv5tQmTVDAxbtcD+KZYQPAc6v2UCSKaeDv+awOzE4
xhxySniFENvS4B/CcFwcoG+OfShWn8nj4sW2OMapFwz7oPQB53Wem5T/Y6zR+hsxj4mJoqdCRlWb
AwPhRrqA6t4TjVs+ZZ0LX7JZ5t58crU5UYcxmfR5bxXm8F3Fnpg/JTDTul2mtyUtNj7lAO15Mfpd
NbVKPmZFgles1WsWWOIiEYOODcmo2dtx1mq0LJ2+se+5amO4XxUzyn3qzIWMcGCw27tSDmI+VSic
ap+CsS3ssE9nz7wvxhlO2GAFcjj5KjaXe9Jsx/oVm458KaU1Wc9O1wXet6L1tfp7TENT/2KU6Vic
ylHPhjBV0lGHyqyHx1yha7B3c1jl3/CHG5xuI7rF0bYYMC8zd76MIfazTVDCRFPVh7GHBk671WHY
VdB7/F5bhd7GZF+3aBnvqy4u5o0cNGE+4oei1N6f27bZiDZZ2FgKwu/Bb0cXm8xyGdwfRCzRvCq9
g7m4afSyhqrXxvW0ZzgmvnraYi+bsfVjLxo0ZgWEh0SlJw648eQqt9F3o+yFeQx6w9N+Qrwr+32a
03vcM1IoDSucCy1JP2fLGmb0qXVKpky2pvbSobZGhJEyH2m+RP2TOmgLDKG5xFqxdXriJsSbuuk+
BQxzhwhIsPUJklZbv+qyT+It1D1K2Yw84j9mVxRKovBVw0DU77ApExmITHiqtfPbzpJOhYh1NP22
JDZLREb01Bl4z8oq/+P26aaHQPO1IFz6CgsKrcqNbINMrdDuhjyHExssDFd2ToMgZIhQr4hDxoAO
bRC8LEkxHU15m6BZzK+tU/UoIg4NzEilfO8x0Qc3Py2eyvNd7+GutS+gIpobnbtTP7jBQl6TN7o9
hAlfaaZ9U1jOhv+TX37WzEQte1/SxNy6XRrgd6fSlpMkjfFg57P20mf5aH/2lsLQ0eNS1g+RJCJ7
yjW/41gqVFyIZlpnDT87DTW8NGSP1NMXNWle8CUA/g71jtGhtfPLnkmFMVmoECIE6zYHBUX6Ox5S
NlxEfmTMdZ96FlaPiWaiJb1oqzVYXcpvqEOCxiH+qnsEvGz9tLR5pm0FlMvhdzZnTbIJ+qn+CaEw
TsHveNarhC34OkP2UjuVr4ih2RtN4nEClQ7urNkX+wyB8d/YkmZyZ8JIy5+dNMjq+yqpOpPkcGrN
JixnaE3btdzDjaJemuwll9h7v9SIysIxNyfg6xIRG7QEZmv+zKAxh9q2SKV9WVwTilKYco99cwDy
ds+SEr/bVgxoc3im/fJYeKkod2OxDM3DPE3J+OBp+iSPcID1e1DhmL6lqFuWvGatfx700WZQnMOh
OzTDEHsbHwCmvoHoDrOK7JJfhOJC/ZQgQdo86bgvuwffls4vRM/ZbeOQ1umnOG0kRm8aUmL3NL8m
dUd2rPpjG5uZfCz9vK83KG0v3iHWR2N89dB0/FypVb0VlyV3PjTKyKbP1iSq//mDPxin3hbGizYF
9vgriOMOhhGuMMsXn7/VhXOfJ8v3pdLQySjnNjt0JKcnA0kUZwNXyZnJ3XJiZTu2o9yLSgHmH8yG
tkjYibbHMqj1W1tEFlK3IC06OGIbCDYxl60VN9lu0DXra+LT59vLWqQgCFRn442DVKnvhZVmQ4ce
bT8nZAdaIzaWn4j0HyudfeuLnzqifRkEmwHK12qC5PD3NUCRq0BKCOBlqu7dvqxa5Dbzim4km9V5
SuzRMx4bNlz31U9ac9x1ca3Zh5poDxrDXZw9VaGFPkcBdeCurmB443pjZ9NdYfeFfw/vbmqOBjyK
9r/S7eJyNwhfc9nPJbTjyatQ9y4RmxUHmKx2ssErQpbhMJpmvQd37JmfTK3T4l2dpTE5GKKj+njf
ItOmF6HUkwrlF5lk2v9KPy7EvhJSyc2kwTfe54DIbQSoM8XpSfRV85P5EtpcHSGt2chcxo9j29lf
km6APur0mRwesMut3VOiYRa8SXSt+o5qHhuu7ING38cx/OJwAi/fHOY2HuWnMk28CsVYengwXSZ7
KJ8cT0IyDYUrV434Gsj3PcKdhvhUoaWQ7YiX5vS90mu0VnNIwukmTnIVhLBWCx2bew8/r5Sr0F3t
RpOf7TzH9Ya8DdhxrIJ0O1uEoXAxBGkXl5t7y2TnukWH8DzAMoauXsCo8qKwRBu6I86WScQLV91e
9MqDxcoN910hvgr/pYLpcKucvSxmyW7By67AeKbVV9BuXZulzTGMT/DyKQC8uNsrX9iP9oJQhtCN
5UaRvpb6Z8Uz69FaBaqC753OHJ4//6tRY1AN8vF7WgEZrWnDae1fouR85VIOW8zP4gfytemf3IVB
+H7hftXzWlf2Daa8qxYeLdDzlfMAAW/qZ8r2vCk2RaotnxAGQO0aWbB/3l/q6kOuS9GkZo7GJIiJ
zPlSA0PDuZ4ZAYHWW3447uTfV+jPHFJBIg9iCFmV9xd8663y8Rii0XKlkbz+oL/eas+lKXzJiCEx
iu9lwGwhT+WdMY6/rIayBs5xWLgoi7y/6lUjxGP2id8abX9nHduvf/7XqsNguMMyl2VUSVX9M4+l
uvNyhA/eX2XdEWc7BolEOqH0wgA6MQ01z1eJ6yp3qjgI6MRbySELkNyWwrUeFss/JcjrPDVdih6S
Vi0DsuT2R+2iGBlCgqS3SFNx5U5dvNpEiKlpLTYseKoqbHwte4S3gv9k1t0yy/vTg794VLYLg0NA
F+itXarvaX4+e50WxKce1fM8lL4Ur2hZ6V8aEi0vFGZb/GyKVM1hVenDc1AkerBRhZb9+vArpzds
0Et1nXXwfPHM6B/rDdhZ7YQseRNKr+j2hEKxhxnXM85vx1OQVnioZEO6RVTg+f3V3zioUEFpsmMx
ZSInedHHM7Ia4OvUaafelXKvL7IIu5iQy+BR3dhb1zsYQCljKdqtHBua++d7S6S+yitN8qADtjaW
sLM90iDGjW77m6vQnA50oCBs4osHsijpAQVN2qnWDFTPfXwzkpIm3fuv7Y8n4Nnu8Vag/qpSCe+I
JtNF1LF5FowRdO1ERrIPRpfODDIV6dB/8j2FDok4JgM9KrRvuXCt+5rddiMgrCH08heAhwATh4/z
auVz/jrTYcil6eM4DJGmfdEB3z7hyIBARuVbMbeJBmLNt2k7fPxSWXk1zGd8whDX5/m6hmoV0MEk
j3R86iABdmWUjxItJMdGE7QW+S6RxvxcpKK7Eemv9ypN7RVNhOcOve3LYSQQCbdfaMBEaMzLTV+k
8htoXHdDp+oWtOxPoDt/u9DYzFU5AHjpeomeP2WsLaLKZFFHVhdg44rlaiF/Fn1b5ceitCcswIUw
nCgFbe8cDZrUXxcqrWHf+bFAa8e1+PDsUl28vL/x3ngHpseBZcdxYkHgnP8u11qHYmi8R72OOjQD
tCkJB6aeFNjkq/v3F7veYlypACsYjq0Qi8uz1FYAPYeqAdvfJOZPY5j6IBxRJLqTkOc1ymR9bh9L
z+rn4/sLXx9ikxYr7D6GwWAFr/Y2dXrf4/AY1W2nbVDeoSDhYrhxgq7fJasE9EpNZs8QCC+SFKvI
EULy8zJC4ET7VtRZvLMWNWKAEt+6V69zhhU9SBZmr+IQnJ/zzzZgdgyblG6o07R6lNe5fWjRi+JO
VR2qXRl86RJKLb2TG6f1rTe5wjDxTmPIxU6+WLg0B2jBVRmZuTbu0Jqbw7Zc4htB9603iW3gCmIl
wcUP/XwVb3IQ3EEmLELoxf1tVWhs+JbqfsT+KD6KSCAPgmIDTh+UBUnCRYaiUzBxcFkqDnqT9JkR
h+8Xv9/ff+tbOT/9BFbkSn20LZAtvwT6+ejA9b2v+FxF6X9GWNlUWzAS9KOLgrDa+o1zS57hrSUB
c6zDSOb4wWXGzIzL6Jo6K6N20r09nj1UQ8vCfw2kHfZUfBjJt173ZB0BjS0QRpdHbOn91q+ytIqy
DCtEpcqXAYhwKIrpBOXhf++/zze2P6gznV3IdbW6Vp/vD2dEpARRSj6av6082Rwau/xipuR4rWXG
u8lvFxpt3Y3z/cbeB8QN0JWJFM7f1kUMX4JE1AWaZFGhVf6PdoqXI/tF3qoH3tj8JKxwh2DLAPe4
rLI6Y8iLVUUwsgrotBPt/X1aW8Xd4Kmb3OA1vF9sTOokbnt/BbL4l/QKpej06EvcRh0iVCqsULcR
oe6gBk/T38POZ2by8FXvy+Ez6nf9z7lrJ3nS4wRrE2JqPmwhhyxf6gJRvjCbk8A6LmNglXd9MVjm
0XeUhgkTeaK2xamlGndeJop5OyomDRE3XLsqmrP59wXVg+eHOH+506HGiNF/CKZRiNfUD0R+6gQf
ZBMPaLVtSptk5CA5zOO+qUXibZgYVvgcZka67GD4U2SghIzEJg32uDhqwE+MjQNJ2AfoqbjqkWLr
mzs4xc0Nx+w3dkjAudWpNpDrQQLjfF/G/mCzR/I6chjd/EBZUz7h63TL8vRPKXHx1Rj5M4pfYUdQ
/y+Sxb7r0opWbR2NGKyoI1R4P/iOrw8D20LRfQ91E1HfiBkhkzuRdrO4NzMrqbaopizZtnEn6z80
X/v54Md929GyXWS6U0lbvWowbZ1TlwPx/0dMeopbcwW+/8Z9/MYWRzQGXs8a30G5XZzfavLqmHZc
HWlaof0o2YMTwDbd2C2u5nxYQQCSH/U1EBX+wmLx4jLB9c1dDDoWES6O41HIPNllntXuGZJpp/fj
0vX3JxwhsEIRTy0IlO78+3sDWlkWvTkihHKtXWOWo4XcVzWn+/cXuo7ulNWUtixGk+IK+eHlQW74
GaFIkbGKTVuWiLxnlhUWMZ5mtEOZaby/4vUnI7yTKZNy/LnELhLFBgnOvljcMmo4ZxsU0BqOHbM1
jMdvQXWuo/uKzwaDBhYEAN/lW0R8uepje6kio6v6rbk81G29wZWKfuHaYcbPtFplduMb4f2tdxqs
jDkdpBPZ4voG/uqIlNgaJRh8VFGSFXmYTv42c0t7Y3T294k4v33/fV5uFbIa/Fkw5QC+Y3GPXSSL
Y0l+zcVdR4Oe51tHTPhlo1d2IyBdvkoo7SRq5B4IWiDvZV5sSKY3vp/qfhcBponRn3OYizMMdmWz
9RCWm/Rjppa+P/WjfgtV6l2+z3VtaHsIdWO3C6X/Ikq1rZOPnIM+QqvRTO75X68e9sV7ex21bpE8
sslSh07Mm7mvzQFx6mBpjzlKn26Uq1agWJtgsxCmiwCxwRPiu5UHTLN22kK5vA/cZSwf0C1O0AtU
YBbTvRHMBpOjskLgOUySWCLTZpWOt9EdLdd3dH36YddDv8GVEDnf+BDjQwaKIYENJqx0URutrcgp
4CIJGTK/aeaNRimcoEwXT95mjlE3v1tibJkf1Czcek9nZcHVxJkXRPI8Kx+OYy4crOHwgWDIUTJu
/yoZTAWPQQz6LERbXP9HE332P8uSXvpfYymhXizNTvPjUHEf3iUKTgY5fDp9aWH91ZHUmI9uq6QN
7DsQhvjQWB1ahifdRiE+9Ielm+69NrW+yRgb+bCpkPhD6NG2oPzg9drttdZ1foCxr4cIab3phz1Y
7W+z0zNn2zPJqTYFFovLHYLpNX63MDCsqAZ7aN4I+m/sRcCKHk3c9VSjR3J+vtwGiQUj7sbILwOU
AAuoae4gjG+dEvqJsXvzuet9E0YeNnU3wuVl8KJ5s/I9WHM9CTAyzpcuvAZk7bj0UV0ZKJ8kMkte
zdZtOyOcg2VStzLF663voG8EoJoDzvV82VkQfjGPbtwN0dLHmX9UncjSaGKglG2yrnO/rJLkH6Wu
8oxIG1HewgNZuS0Xz5i0GWO8UY2RA258QyNhVQJemqiw1K3q843H4+m4wUHSkYRftlXrspN+Cwo+
WuagVCFotu7o+EXw1XIWAI+j0ZY3PuAbK9JadTDUpVUB1vEijlUa1ZNKjAljZGZJWwU4wtrg5VZb
OzRtW/Z7JuSN2PnGpoEvZa4Ufu6EK0jikuaumQ7eFOW+ZgchIjrxTheCzKFw8+UGGfj6AV3kTQGS
kxOBhPXX6+KvywfDaURaYaYjR2uWT3qBUm1mBvKQ0zD+PBb5R7WO6G2tKQrlGh1HXu1FcIYcTu5v
miqabIRIwAIBaQtHfehkiDj7hAHmUMX9jRv2+o3CCWH4yL/pzKMfeP6QqkHX0xezHhWdWh6mXDY7
RxTxT6tFCPT96/WtpSiiSFn+yDte8lBE2mDyqZQZJbPb/tsgv8BosSymyEyW5stH1/KYSVFFkPBB
SbmU6Uw7YwKi6FqRsubxNBl6eghs0W6CdvqoUw22HWtEQVyATeLQzzp/g3aHWRj4CTeyNCQjHDUu
9xjnFs8o6ac7qjdxeP/RrrclM00CGVqIdM4c+6I52ywpswtbcyMAPnmopS3Iw8Lct6b5HMRyuPHR
rrqkdEjIFZD0skDPM8O4qAtGbAkMzcy4/ydKzo1mrOomZdyW2nM84ee14fgjDeGmRYmlqpEwJ5MI
VicHTXfl+JLikSz3tjV6r++/hutkDRYohEiAZgRYRoPnr52BT2FgMFJEeEFOd4id2XtQi8mtIcCV
ciLPDzl9lc8iDqyal+frGJk9cFWJlHsqNYwTEsaee3QBBFhfxg54ZR/2qPfXP2uIsOKwxKKc8FVL
gS8Mmdu1P2fPKtWuaFvMze10tvQnIXxIAmntz18bhUXCt8JH7GPL3sJVBJU86exnt/S1HS6os7bp
DW7Fu3asYyBfMqu7f8U86O1DaaVxsidGFQ1Cz8L/DB8uD3bxChn85hape790FrHDZFCrg2BgLnsf
e7ynrU5dOt8Vgd2Vd+QnTdQorEVCtJJdbQMy0/9WebN8pQmdJIjuZ/WyRSN6tsMg0DN3Y1VYI4fA
csCz9NJyfg9l3GE0VFB8bIxazWAkEmZNWzT/NbVNoaqUv0t0j+3fRTIpjiNuGPG281rLjqq4QTxf
jSkxXB/zSv3XtCD7PlmVnxT3KV2Kam8ttuxeB6Y+qHTrFXJsTkxwZqwfq2ojrLrEutmeMNk5lb0N
EjDMzTafkxCeUCnoeAR2u82Nyv7kNfkoPs1Z4H63vBqzbCi3SMoVckq0vSOR7MaovOr9Q2G28XQ3
4M1TA/zx65eYxBlNvbmpg7tGSFBqXc9oBqRfIp8NXExe6OSX7aYk3xl204ILxsmLi8EGmT833S4e
ZwOx0lJHJUOOwAnDNMeL4hTgygNRBPl5j0YJ9jLxvg704RFYO7W3jwgUflfTUP2iwaeBySWt1e8t
ADhIa2sBaNZ6WLRpq/uaUjvLboNuj8DzOO10s+xeFpBnQVRx+f/AyMrucHDIzfRgVUFp7FzQmP03
Jf1F3jg1b5xNKm4G2eQGBprQF2ezy3vuGjfooj6Y7QdGbIgszM1HvUi5KVGYWodzZM6wIC5OJnt4
AhJddpHtxfW99JvqkJGmhO/Hmetba12Feo1UZy2B1z//KwsAieQMi5V3EX7Ky6ck6TWQSqW8W2iP
bd9f6vq1rYqz+jrVXHnhlwJPVSI0nBXSPmpHo9r5lTtsSQc+KnawvraVhPdHN8u44ioFWqaSwkAp
SkmMFADam9sptm/5j10/C8cKNQ8qThvVUu+iMestqPU6TtNEVlZVkeSwfXJBsn44H+TexfUE7BTN
RvA25x/HWM2K3T5pI2FPwF1Un2ID3/UHq6Zoef/j/FFa/bvDx0VAdwwxCtq/XAiXCmASHy4jG+Mu
0vOacJ0ZK5PcYb70m8y703YJmK5fZppPd1ZGuMIPonK3+GwBz7ecovH306gHz2DWwMAhHhu3GxT/
jRdvREU7bGPPC05+PRP8e4F98gEuwNTt3n+G673MuQN+sWa0mEtcAkzKykuZhCxthOhVDUbXk59V
YRi/A831b8xwrrMUdhnjS2iY65zvkkCmxbNr90PWRxkiUvc06ZfDYkzJcQF7eZcGiXsjK7reb0yM
GWGiOAm/H12S850QO5bs0cjvo9wFfVpipLZrdZyT3n+Bb65Cb95aZTx09sL5KmJZRfMmsZ7QLN91
Y1Xc663n3GhZXn+mdfrNwHKdylIIrL/ir5DDBQKpucp77uXR3ereGBzrwJg2o2puyWpfNwBYCm0a
9gTulByi86UAOJP5QESKMqQR8OLGGwixCTWDztaVLklHagsQsvH8/nt86wlRPuVEmbD/mNCeLytK
F6Ul1+zpgeV4xU++Dk8DhhIp7a1A9NZSq8oqIPs1k70igI5qYqgNp8fRHHDBzC1gBW+9St5izr61
49dDtVZTtLcvlevdINVsOaPpBefzweswaZJjhqicUWGmB/L+Rjz6U9GfxyMYkyQVsI9JyxE4Pn+H
FSbZ2aCz3oz5z72RifJT4nvjUcPibG8vdbAtR1JMjYr5+zzaxeOcojjRwdP6ESditU7EOiWxai8M
cDIJnTjRbnSX/jD3Ln8iPU5KWVxe0Vu6+MxykGap5SD040o0ah84BfloUOgBsBWP+ho3tj6P90iE
+2Xod6gHbHssPr6lw7z89FXhztCVvN7BichucFk0aleGXhJwMWam0ydhzYO44WCoWYYSTrgIXdgT
T5mgxbj15tzJcdYTTbp9f/u+FQYY3yKRArqMNpV1/upJDWOhO8UQ4eQNmjudx52ooCa8v8obGwol
TQPmKmMl9tRFPyBLMXBtnIaOVWyKLb5d2XOHcCEIgtV7hTrhlo/8WwsScNB7pDPHdObisWYxKGeQ
/hAlwAlo6EC/yFtpP5lwWv/Dvyy+kSZeHU3jD7iSqeqqGnFlcNFRUYIjWqbI8bNEhJbZErpVDylj
406e9eX91/lHd/hsN7LK2swBrQpHmxh+/tUwb4ld/N8shk5Grz92NUOgXbY6ne10uA/Y2aXzYvp4
0i2WtxNu51SvECAaxpLx4honkirp3S3Cz40dxu2F+2NqPFOFS9NVGAsObg8itDO8WG0bgZlNlORa
Enf0lx1eYFib+dLdTUMpwaAIRkUPRq/N1DLJbEAdQJ0mOLQVzdATOYTAnHuB35oAjwaM+lli/jj8
SjXKxd811IrgW201FEK2jtLbvZm6xfg098L7jX5s/S/td/qNAo69gQ1cWYz/YKdrYs7QWUWASzXo
kF3ult6j7Kau/IJTXv7q977/1Q7E6H4OFuU49yNqcTgVSTqOH43+jPwYyHkrRpAx4CWFXXol6WA8
GVEHu3kXBHAKcZ+ruN+IzDc+Ot/0/JuzFBgs5tmoaVxBwAGF+tDsXCOq8jL/2qH5uaV9F1vhaOXl
R1OetYtOhQCYiSEqSeL5/krkAkWzFkakSYTyg1mkRTgK3/4yV016qI3WvrWjrx6Oy4bJH4r25FpX
dh+aLbQSxKUVZYSPbsdPasxtVtB8CIe0Mm4Nba/CA+HOWYFplHYrJHGNin+lJU2XLBP4cisqHeMn
vCTraGH3eoAJHOD7l6uP5vYrghSPFoaqTFWpIs6XqzO2YtcMDv3lRN8G9oKMvj6loaXL1/c3Cf/I
6zfJhwO8BVkA0OFl69VPZRD0Za8iMlYt/WkKGUxPro407I4G3GyF8cKoYDMYohu+9F3rfVdWN0xR
lVXeuJk5UM/OyqWAHjRmwT1mSROdidof2v7RdJsswMBKqyf12cgtOBYJYhL1E5QSXMlq2bn3KNpk
RWgkHlaEypixCdY8Y0lPiypiBk8zQmCnJIP6GbZ20srQl2WS7y0XL9HtwEup94S0/+PsvHbkNrY1
/EQEmMMtO81wehRGWTeELVnMsVhMT38+zrlRsxtNzLYNw4AAVxdZXLXCHyb9ZZ5Q/9u72uS6H/O2
GN1gVhLPOk21AYeLQZVi76xxiEPfaJpEO2WDPk6YzAEM/shNE+IFKy34NGrTivBHbLjxT3CTzMui
eLbSY+j16CAhdonoUjTiQbQv1AQbJKR1K+UFjLVrHRToVtHRsuZ0PkAGyTwoneisCQJRhfEq5Pt/
il4W4W4YRi/z03mE+2PpdfsHwwkoIH1TdvYJuFw57L3ESrRHzYh6NMfnKSV/KUZGlYe5SZHhJRNP
IXRjv+qO/6kis2w/qazR3otSyaE7GmmSQECd4s9Qk6EzZrCU/jQYP8zPOWJZ72rTjF/IoGDkFfOU
x4dcKs7Pnq5j4zthlE3+YPVUxrJbBmNJjIVqNqsT3RqZzok/T2qtH1Gex/sKG7b4l+7pYeE3oJXg
kyKMpf2IcCKuDnqcS/uUtrhw7rwuUeNd5eZ57HegfHCxGW31G6lP573PMe0an4dJZtXRzVPcboCb
YJAcLUxpGDg0KQZ8hzWBWm+sx93BVEoP1mRCOY9G25Rmb/WvhzYDspBwRlPCJMtcJZkN+u6orGpp
AOpBO6nW+Mugq3uose3073+EVzkVKzF6ZwCCvpLz/87ff0WXxRhxkJOTBqMnm3dZXao/aRZumdcv
GeflfbAIZix/o5TD2HHdMIAOUSedalPA1d7Mpex2PFgDC7b6RctLO/5WUUdOgF46PTmNBiCOHQjv
ttnd3+1rL2f1QyBCWPB2uC24n1Y/pCHvGePIdgPNkob7EZp27D1kM3kZKjiGWp8UO3K0J7fuk4pE
voW+QDvF6t/HShSlhy4tx/49XG63OKE6EBYnNA/4xLOpFe2eWaYVY7RZ17UvUDv4UYT1ZNA87jPv
iC9JgtWy2xXfEtn330h0gDMvslmYmpZeNu7UXlH1jw0qG/rHDt+5f+yoMcqjMsWltatQZ+4eiEhG
8mzWXOVQ4yeBDmNXlhIZiEpr0o088fWUXTwsoJq8L2odyhwkQlaZ8NjRRJmqNA3cylF6n265PcQH
YS354ug6bfQMoGNx8YsMxYp2fYeVr98JcARUlKMCW9hoBrGXuk1QmfF4HXdG6vLJ6Dh2qvuWtqn2
VNVx1+1D2ZFXq7ANv1auV/4BzrWwPnFH/zLTbkacoIX46s/gGefFCxgnwk8JndzmUGS9pR9tz2q7
B7sw8uYDLhvGN4QbAUbcPz3Xp5hhPfI/QDtBNF3plbpF3zdMY6CDVpmT+cizZM4n1CAKhOQG8HgP
xhR3zjEpVAU70rjtOD1SIhL//f7vuPpmyd1MjvDSHYVXshadreteixKz84JRU0z4CI4HUsCcNiLD
0lS5ePusQgyCiwU3ClTwKhEYPfD3lVA8BDOcJDohgxb6GNDAInSFlZ0NszSKQ9SHYss/5RXTfLky
DYpF/p4BN82eKzrL1KetKtTsKXe8r9QOmMW+1FgZjBWxAb9ka0ILvkj32nAcYoQ05H9N/bu2PuRa
98jYa1fgIG7U3Zei/VJ4v2WffBu7gqqhg3r4YVKfkk7DbPE9PVo8Gs9DHwd5+PX+K3rFGFzvgbYe
dSS9y3Uj1otHV8Iczp5UDDaZRuh980tx1ezFTqMG3EWiii8p0s/fALzU/cPoxnG9UxRUisGUVtZ5
wqrzR5ik+PvMfTnoe1dOcOBEpI7DcyxVdBHu/+LrQ0WfFRFuBLhVRtNrLa08ETlk0jh/qkbAqarS
jKeMCdLh/irXh+qVWgGAlREieIlV/KWzZs6R0hRPs1DCMfD6sP2i0RlPjjZ2wE1YHbxxnD7cX/Q6
g6aBTCMKCBYatgzCL1Nau8Y3bcCg9UlRqDCr0da/O0apcMM06VfTxhN045q58SzBoBgY8sBJAMyw
/KC/LlU1s4xkmET2hKVnij04d9/3LFeGjYd5axlQo86CaUcZdI2UoF0T4xI6ZE+1pY6Pk5QNui3j
Fprm+pUxTFgugIUNtcjBX27GyycXfYm4WPrr04OGaMX7XjjoqwspPmZ50v8LF2f88tZXxgMEvkN3
FBCxqa5eGa19U+phVDy5edaekjrSviEZNP3ylEbbV32tbRSR148SGAhAEJR3aY64a8RjR7YtJHCP
JzCItZ/MjGgoTraswpZWx2VQuFxldS4ylFuMaCqKJzUx4/dIJrYoFsFhF6AQ399/gK9tldVacOiA
EOhoF9LVXqWQ8ZB22WxP+dOA9fofO5UeyUrcoQLZpoNtHG1AYO2DXTM9RfLB5Ca1bZEonxhjZS6W
5joHqUy8ESBtXmg2FoNO/8Wy6/pn0nn5f9wNhjjglTr+awhTtIdSlTgl0+9O63d0eQf7xDWltLsp
b2REVmAW6PWXYeQAt2T4ua80RUAgVL3qH6WWs/go+yGNfkWw3UMIsHL+CmXUrN4xWnwzfYH0GmwK
f8HtQ0Z73QkxRh4M4tkRraJy/qfETs3doZOib5EKrt4361gWrhNMFS2gI8uf/xUHEm0wwVLGcdCS
VO6tuHF2QiJCXtd2uhFybi/1SnHBxIlB2eVSoCAKAPdRHAg7cU6KZlIRhfE/BRXd6f7JWv5PFwdr
2RTZB/BB8j9mJZcrZcmiClMVrKQgNJCIOf6GOJn1YKa6th+bCREsaxie3MlrN+L41Uf6ujJDLRgh
pD3rfLRAsQXlHB7naHXuA1+yekLC4q3SlcvhYHwGxhuW9jJzvNwfnIkMQZJCeXSjpnuHB1f/HFap
89brdlllQRQt+Hiiq3G5ykw5rdRapzw2iqzehzCSz3mH3t/9d3XjiWGpRxoFQEqDBL06gBCQKXAy
GQXGJHrnlFRN/UEH2WY/3F/n6oaFGcZ3RC2J4LEHZ/ZyN4Pm4OkSx1GgxxOgEM3rpw8GTnvq96Eq
RH/qzQZFmv9hTcZkXBSIf5IwXq5Jk4TiRQ/RI7bq8GWGXR8Mpd3/DPtGImvneclGSL31MGEhLakw
nzJl0eWCIqOvMoKuDkTneP0R2IBe7a0KW4+Nnd1aiMYblnRIKKnEj8uFMCaMizwMWcjTAcTrs3hg
RJ1+uf/8bq2yYPFeOc40GpY//ys4kWDTEHIrkOS18I4O15LfoEOwUUReZQ+cDL4mfBHoaEBgWEWL
CNv2vonbONCcSRyrvpL7pkaL652JnfcxJxvdKFtuBEK0LBfnQMYNiMEvP+ivbTGJlF1pqUmgh6b5
j2e0sNLG0Z71A7OwSXt7MCSpZMJBMUbasAY8tmM0V53nJsGU0LQcZtXdSXeRPcs9Rn2Y1DyEdPi/
0jZLtxQ8b7w/vmic1xGsxpBxbaUXlUojtCyneJm04cEZW+oHq4o2Dv31l72kzZDCwVmCXVlLcsAN
IIqhTxEokHnQ4RLTXrRh6k+K+i6RxVuJw6yxpEgL2IPiEzmXy7dX488apZlWBKKEcKCmmXsIGZn4
2ChvIYyunx9LITLPfBJXC+qCy6WKucX0vIbk0sOEObZWHp3qqvx9/yO7Pv6MQRD+gPPBP7RTLhdp
zcoOcwUa1FS4ycH0BvFj0N38XBWVti+R9nuXxb2ysegrue7yiqZnQ3NrwRgQRtZCtR0qTg21J4QJ
keW27WeDEol3+gJ0elSSUtDEzczB895pox4XHyrXqU0Ai4ja4M+mqmH8GZpPr35VUj2bf5RVrzy3
2Vzq/kjHJtk5mkDW0Oync4W2R7pbBA3prouyRC4dYSxzP5tlCYqhEtn3rIpz3Re13fa4aSjFVnly
nY7A10T5d2mFLJ2KVVSu24EL1m7boI9sMfg5YkqnSY/Vj7gxTF/Rt5Onrkvn4alAe8/YuPeuYbpL
rrAg6UBUgHJYX0Kank25kfYMi82+NvaDYwoGTwgs2S916snsi0zwFj03Gcq5Lzz6KXrUZFb+Byw8
Nr7ZjZgQnsPt1Hq5f+6uDzc4QFhOqCxQH9LivTx3Hre917miCEA80QlHcuQ95hHjn/urXMdaC+kc
8NeMrpnBrbX5E6dPQAJC8kTvzk79GuBpshsjCo8HU1azvRHar2PRgvLQaYmDN9IIEJebatteN1CY
5J5PtLo8mIjYVMxxdQDmc2yP3yyE+n7d3+HNJXmtqGUDar+yDXXrvB29LiqDFlXIXTeo9qERbg/b
tnYPTZo1G9flzfXAHAAl5UAB/b7cog3drzChBwc9cqv1MWVm9FXPyuIjI2TaqknLUOTtT5X6GuKz
TrQAi7TKd6tWRQczS+oAnLV4QPes3elGGz/ARW73GVKbG9nNjUMDbxI1HpqLoGfXlN0IqrNo3LgO
zClrjxq6xc9D1jpPIre1t3+eiOkjIsMHsOQe3upxImxtjvgdgFXFom/0U2lNDtwE1/4yWfDdglTU
7genjFR1Z0nP62EfdmZxhD6KzJXliA6fbdos5eH+qbq+Fdg+c1ZgS1RR8AIv3zLimVlGJ6wM3KaQ
0c6AulOkzX/0HwrcEamV0UIV9cbRuvXc/150CRl/JUZWUYi5C2HRqSY4eJEX3l4rI/dEtvtWhyqP
/iFpCWJsPHs6OMtP+WupqVaA9KrsD2Kzdiy5KgJdLeQe2nG3Ma6+kgta1iLbo9dGOQpfYr0tpjxA
ZLQyCJOpTHxHVcJ2Hxnh8I5Pl4fb4hNU+br0wj9TX7njWZ+n6AftJbPF6C5Pt4zob0ReetYG1Slh
itb76sZHSdxrtNApg1rEjq90NDnmLnmrgw27BmoECIH5OeXjurvTIZ4bF41XBrPIPECrpgDx6TQb
2e2NI0P2oC6Pl9yFAHj5Hu3BnJVBaUATRwIrxjKaiXnlHMiQkHv/k7jx2CAO0cgkiXZVMs7LpRjv
zn1s2lXQMasHe1APtE1za0NN5dYq0H8phwHkLjDIy1Xa1hBibts6cAcczWKlNt7JOdv0FTduhHF6
l0wugL8wt163Lwuvd0Jw5UPQwV+bfyTalM8/DfgS4mwUUZlXKO9wc3/PRaYUjDqTuhEHt5/1fldO
aZt8UmfNqA8jwLv+YCdxqzBibET+iHTPpP8pstr4yjS/Sk80KWBm62mGsIMh8ejZzWlsfFbNnCGd
AI3iPlPmpYj82mOjuYfWakAkdfNk2Q9xOWrtU2tR9aERkpZi56pkKu9tpZ0rVGcBXqPcKBowoymC
5KkSnyZHR8E6n1S12ldub1YwYUqIj+jUtDlgQrSb+p9q1U/Og7S6ogwSBWnOnd7ju3YyraGfIZH0
nYTNFzfFbiJp+1mEiypx3eta/NKXhVMdOnJIzzc0YUXvNK4luSsRw85fogicV+n3Y4LibKrqY39M
JBoOu8gLzfKhbHLH/lXW+iSfALdO9WMK3cR8KYahAHLPQM/5lVq4WAUOAr/FAQpHEv5mty1mfcIN
bUAgoaFCkSl7+xwl0ut9b7az/Fjztp7NKRLRd7ex6x/hMAt6eVmTKH5LV7M56ZU6/JzoiNV7C9Ey
E+u2tsdFMzEV/ChwsU8+OhOelOh+V1Xe+kbEtXtC2FX/FvUjLG3fTmoU2PcQRzv9NzRkopZVqpgq
iT53Pks5exaC3i3AFOQfUV5Jymj45GIhVLXYCohWPaK4lRfPc0cPHzXasEAqvJpHmCmh2igo3IWJ
83UcuNZ9GsBi/giAtHF4Upqa74CETtqPxqD55fcYf/2cQRnpsIt6sz6kXe463ya9lC+5mvfGQ5e1
Yn721Fjkp66CJ3SocoebEohGC/faH5su7R7TqEKtbdTqHr1ztMaZgmN9TGFQM0cvfIM0bjjKetZ/
D4Y9R1/fHFHgjVF8ARAkkVrDKk2OLXq/Ss3FkJYc47lXD3VUNVvSozeCJOsASF0g47RDVzHFk4Us
sx6mCqYMqesnfAHFfpLwjHxwHPUWPPVGCGOoRHEMLRA0xbregXYx6FZmNQFct2avxk34RYcCsUHC
NZas77KERAuTkoZ7mln3FZfIrEMbBRwFew278bDvYHTwA4y69pIDV+v+iRiYzO9JYov5Yarx6thV
qYcEv9+X0rUeayO1smfa6mkD95N5X9ByG3aIgDv6t8JqdfGum4YJ1dI2oltio2mN9QamCv8lUZ9X
vmwUI/1s4bIYv+fEG91zOs+2fGwTUJ/+aPV18lNVuqnwERpw0XGB6LDlt3wjhpM0onSIrwzSIusH
PcL807TUqgMZh89gwsvvCCP/Z2RR/miO2ZtFMFDCo2e1SCrRPqVne3kzuWmdZvnkCBL/Nn/Mgas9
j7qYNm7Z6z0t3SoAP4yk6WOuwfJNZIJfQeMhKHGd+NdrU495qJ3X77TQDNWdEXry5/2vcCk0L8+R
DeJ0MWjiXwue5HJfvVZOPfL9Ek3DohkP0mzk8FC2fWEe+iyPIp/hj9M8VI6DdrElXEPuMkWG4ef7
P+M64wbDwp5JYphxowZ6+TNaVZ/USG27oC/T4bHKVaSB1UHfUbRXAYjk5Ecc2tPj/UWv986chG0T
g1AcoZV7uSgCy9hrmBMcCLPW/TCCBUG+6TLzs+BDKGwY7IgNFE2NDZiUlmL/vv8DXs/o5dO3gN+i
OAK0nM2rq9hkwc+ZkDmrApREbGs/zl79HumodJGjDiOxkxj9qrtJr62zayvp/CRLDE/2Rj/pml9l
BdM/x1Vag85NVKY7W+lCeSjMVNi7Wbea+CTDNvkpm3F+X8B62PLTvT6u/HycZ8kLEToGenP5AHO1
cSfgGTVAFwsPmqrHFMSwsUNqz9RL1ka2e31GlikJmTW8KcSA19ypTDqQVSuX8+DMrW8RF/f1hOMQ
MxNznp8IxR/uv57lm16/HWoEIPig4+h4Ltv/q0yivoyrRGbcUBjqPuuGLKHLiu5ozXnzoMlEDaZs
dgFJdvbGybxxiWCYhf4m0Y358Hpeo/Q2guco4LJVAFp528b7Juy2aFs3b0Y4W8y4mIFeg+1KY1TR
HasDoyr7nSIm8zCXLc5Pajr69x/lrQ2h9UvT34TvghDk5aMU0oyYLbBU5OLi5BtpqJ3KzOw33tj1
gVxsvrnhFiumRTDicpnI0/swkloHA2VIp6BJVTn7gwfhwLf7YYgegILWW86vr1ypy3Oy0O0Xzr1D
q5pocrlqA8pEZjBxAm7SWHnxEomoJooWUn6AjdRHnytvjicQQiXtKcjMKg4ImlTUDo4MYERcDkw5
02Uo6p+qMPMpGJqxfgKP2IQQetoyP7aFaUYfBtnZ7onK0vyphl2UwAKiNfwlMXvF21sYuo3vlJD5
3kaX5vrdcTfAh3O4RMls1oomIVLRc19lqOFYevtoD/n8oaSRsb9/Qq4/tqXhBFofGAvXwFqQroPo
LcpZyqChCtuXJA+L57ODe4sqjOSbVYz5MUIk6knGDpTz+4vf2CIJBJNri4nDIutw+QbxgejkqAgZ
zADdTxg+ZL7toD/19lWA7aMECaxh0fK9XGVOFECSMavYuWIGxqgV39Ramhup4fVXvTTUDTIjRFoA
0a6uUnf0IoxHkLxpynT6atj9+EyhqD8YuK0c/ocNLZ7jr4ADWh6XG4pJBAZdmDLo4a8ikQCBrTFy
/fg/rEIjcmmAggtZNySFw3iywEIJDZ+p30cosPgzyMeN83frCMDfIOxieE9evXpsOodPT+O6D4aW
blCqTeI0oYH+4/5ebr2cZVTnEtiBaFyNjlutTePO7YO5aMXHrtcTgq9THW1MKDZ6KddL0XmCIcdU
cJnwrhEnoawcjGIGMjuplY+F6Wa/QoHlRswQbyPs3lwKPChyscu8cW3rDVs16j0BsoQK4bcDYt2P
rYY2wWIldv/5Xb+lRSKR/vRy4gBDrt4S0JOpq8xkER9C5WNSqtz30Ds53F/l+hr5f+wMGGIymyuW
fqSPYTp6SBxJqct5XzBewQ4FG/GPScSrpWRqzC0X9uvshtQIhvYyx11AqaurC8w5wPucNV0h7A8T
9ocIFjaKH4Z6FtiGnRwVt9r6tG5sFNwJ6kMOKK2l5X/5AQP7QBkExYhANTprz800oFnqGh9j127O
YaV7GxHwxkGhMtb5kqFwq1yBl+vZzgRJo3eHQJGa6Us7MY5eWEXHtO29N99aFOGU4NT+dPKJiJdL
ZSiYQKQqxkC4evUAjn98hJFab+Sktx4gdAX83g10h9R1w9IyezgAyLEHTdXZyLjamaX4ldSTKUh0
R34p5lx/OyVk4dIhLQZ9j0pxPYMve4a+dtqMgYvErx/CzkQAB2n27H94WSA0+KzRjGJzq5c1mlVq
i7QbcY2u2iCLbP1UGlb+xHfZbATfG4+RBIqOiQnEkxOyfBx/Zdr2xOwjrD01ELVmPcQT3nixcOtd
QnA89kYpN9a7cQ5pCREaF7VVKNirwkValWq3k6kh717qf6amg0BXhVb5RHVvbdzHt/aG3NarNTt9
ijXGC7fMqOFUaMHYVMrBLduBgJIX7yu8fh4bHKY2gtd1IGEWQLMLawRYe/qam5TH6J8qBcMzPXOt
d4jnlnuNfON7ickGTjGq/ZJPaBHdj5jXcXkZiToMjRbcHJHs8gVWI1Z3dklcJv9WD1qqKoguV+Xx
zatQiS3AQVJqcsVVswLGQzpnhTkEZjO3SFpjR9ruEKBp+jdfM2BCUBNjDWAh9GUvt9PZ4ZwXLZ91
a0h4UJodflg8yzZmY9enkOYnSogLBp2F1ggvLFLNtMjlGNQuOQ2lmLkPM2fGIsrU33zg6X6+6uCj
CXRtFURzQcObbRyDDqCxX7hV6ePmk+8cO67/h2cH0sMl/C6OPeuZbl7RjB47dQxm2Oq+xJsQbQln
67q89ewoJSlHQBG6+BhcvqFSqNosJmcMOO5KoKWD5itJP55sXPU2PqhbS8H+hx5P7kGvenXqBtfK
Tadu5qB2XAbAZB6x9IHZD9mpByT3+/4Zv7EaUo5IxlNsaYuB1OXGPH20Mh6XStPBQ7Zswo5YDIN7
VIAnb2zs+qMF3AqYgReF6q21hlmLOmvEkA1q0LaRt9cLOki4yVUbq9zYEPhPviHuSSqrNQSnGzBy
rpNZBQdX4kiNRNfRLML5ZGTKllTk1YYY61IfLG1aqoUrWrtuAN+PU9UJXDrW/45j0u3rIcle7r+h
61XA6xNaEUvlwufav3xD0WBmcd2ittliLX1iBDA/u10N4ez+MlfPzcBHjFAKXXnB0K6Tanyu3Bwj
ELoKC6qlSLxulxnNfFCtaesgXF1RTEZgsC94Pv4LrNTljqRRjG1veX0gUxF+tvtM7ju8tU+TmndH
IaotOPL11vh0kSplDr8w59dXIloByFnk2hAwa1Zg5en4Wco6Po6a2Piabu2MeoSyBGsMlMqWd/lX
YjE1ELbwJhiCtGNuyXSLiWEyVscaT9JvJtKbG4f9tVNw0QviAbokSwBqqSPpjV4u6CxWzQ5duyDs
4mgXw/B+cgrk7mQVVmcXxNePTE7WE8p4Hkxp3TsxFMXgEOBckOoOauFGaZ4Nddr6Cq+yAp4ydArU
MTXeteWselRx4shKGsoY5Hhw+7NpzPux6qp3cV0MuxYJsk9O1m0yVK9fNOpT5MagiDzYgmuY21hj
6gttRw8kTVbvBbXAqficG2OXf6oqyCo/Inc28yPwW1N/pm8xoRjTNa54GvDNg02HinrowzAiqfZa
U3vvIQRm7kBdmTOD7SIc8fyuo/BXxyzF9Rlh5Mp/thJZeXZU1VGFHl+kRbuLB+TuH7okc5uDdBKn
PEu8QbxvU1jV6Z4cGOM6yr1c+ReHmDb2k4avbY9iUBz5VYruSb9v6E6F2KkLt31rS4CnA3QDlN7y
JVyRUGiWFj3pjBG4yImq4Ah06qGkSb+PRpmKjaByfQxYDOI6lBeqdcqWy+MZ5o4wstlZZLM9+x+j
c5vopWkHs9zrkWWUp9a0QhxzrGzaojpc9ffYJnUSoA4yENpfqwu7sUovSqfYDNLWNX3Dy8RDrrcA
2qRsn4VET3NnNbU4VJkdvtyPpNcBm42CtqW0hhXD1i83bcbQAsyyMgItJ88yi9k9So7ZRnJ6HWpY
BRVBD8r/KzfgchW9nsdcDxMziCN9Sn2vsrP2Mx3P2nssbKjJSOEUw5by8433CYIL6O/iB8T2lh/1
V3zDRjn1poFFKQUxq55tNMSYGimluav1Uel2OeI4Edg94s/j/ad6vV+iNxZBtJYAffJgL5euwbUg
bm2aAdAt29i3VVpNjKrcsjtgzFuEvtlGzVttEsm/mKwv2KolmpjrV+m5EowGhF0gTp6LmajJMtC4
H9PCzff393d9YJcBO/UMlbYJP30VyQ1rTNqGUWWQJr23w6znPSYlX4YZ/X+zj78IJZO7qjffSnSk
j/CqgEACSBm3tgBZZDmG1AACM9mgPlKRhPteJuKtWEMaIkAHFpHIRXRozeDOCvLzidZJMDiu2I01
jpedGeHGgerpxmO8ZlpTRZHGLAaPS1K7BrsLUwcIV7duUODl2/zpJuqDXQb6CvQKQ0vnBAQ6DI/4
VCfOPmwjAwecmHEEaitWYZ0wQZH1s22EevvdknRZHkojJFMliosqRy4Fu2cs1tsy2yIgLGHh8ipf
OjvESzpIgJnXo/Ex9eK8aEovAPIlxiBTBwuGBfy6bJ8PtpY8lW6ttbtqNmw490ot0oOQZfTl/jG8
Dl5ETJRCUTRaGG/rVzUgmOTA+wmDVK3k1yir0QREi+Hz/VWugfILSBE8JMNAjjyX9eXXrLlDuAC1
w6Dimwh9UGRttrOsXEDX72mHPmBFgaxuZi1IkAH7Z+ODKw3UeSbAXv2jgrnLIyKeylZn6Mb2Xdq9
NvcjOD0YE5e/qyrwDJkh4gc42zJapmb2an9oiuHNuJ2FibGQ0MEjL+3y1efeYYYe1Y7OW9XppGmj
kCcF4/TTW58z4yV0uWk90XFliL0q74aWaWFYlsz4zDKffBuX4PEIns+dNN90y2eoPNZ4LosQ6iGN
vhzndi/vKdnH1G2fGvoF/TFVx3KLEn8Vzfk4kRJZZvn0jGh9XD7naMgr/FdqOh4AUN57eN0+1HBT
32lO0T0pdd9tGU9chVcWRMEC9BcjKgqd1fMmAVdm/MenwByk94wuh2ufUOeqKzyeOiS9K6fM/pjt
jLeow6nfCIBXxwogD4h6UhEO1sJHu9wuZiJZqFRM8NsMaX+MzT0dvRAv23JIu/FYuSJJuBdZEl74
6n4eR2ScqiLTAqtWNXmCwhwKX0/7CqcgLTaO0orjrTHjNeTapJe6BCwSEprfaxlRhFGrjlGZGoxD
OvY7zLBtnWwWJqSfgTH/z3Vl9CcvYyRJ7CG09vjR1I5favP8MwYFFO7vn/kbz3ohpgEVAWuumerq
GWSijvGAN9XAsAUUCauPH8PYqh/ur7Kcl4tozaYRn13Q0FwO7loWclR6WISi1AIRiuyhq9GPaJPQ
C/Ai9zYOz42jyy29kGpADnO5rWJSWM6iAE2gBcOo9lgvpQ56HBY6xcpY7MzSMfahpk7vWzva4j7f
2iRIRriMkE9YepXJpvZgRF7boqWH5tEz0OTp/UKS+1XaQ7+RiFzf24QpQiFJEJAbjYvh8hOptEnN
0E3LsW2o/Tq1Hpw4f1/lqa+13M1iIHYBTaqnnQlzoBnb86B+6k2wy62zB+S/d/pm50JnuP+arz4o
fhWTv1cp8CWZWH24Qy3TytOr/NxrdCkahFKPeqlJTm/z0wa5eLy/3Gu+dXGsWI9xHGMC8uzF5Ovy
KWQjd0WDCuMZkKOennq0NsRB4QyKh9B0i/Sci6oCAGXGBZjiGYHl/UAgMXexmpr/CGSn3cMA0S4/
2BAaW99pp/bdgKxKfaizdPi3Uhmu7LSU5AegSjEW/04j0OS9O0jxj1mXSeynGAF9trS+ifbFWHnJ
lxh7hPlDXqNAt2+qIVMPeoae0qFSIvkiW1trYApPesulQYdvZwD/+h05lJnoM2GIYCsO6lSF3vSf
JbJEvW/ZBIqTXU3FmxVhmdPCuqOltOBiiAGXT29UYn02pV2cqQ3jnWbM/R6H1Dc3aFkF71MwTBQF
147FWqPGNdD68hwplvVZV0b3K6YQ1Xd8trfEHq9i2bIUmdjilsSWXts/f9Vb+Nw4yF3I8qxGuuUz
iU4POBLMG1X61We+rLIkzLQZKQfWyRi9Gi9vq748g9B1jvQ2kkMpTeVYyNg93D/gt5ZaumNLzsO0
dM3rUBTkKHrZlucYGS90KRzlyXSa7FTTmtxY6tazWzg3xM2F77VuBMcljhuxYpTnCs2/Y2u7IQZr
7dZtc3NDf62yCpFNPVCIFmN5VvRw/FcOvfQhW2qnkaJ8Azt7ayl6zVCJGC8j37CKkAKmrtp7dJNU
0b2IKZUHqIjxbsQ2Y2MUe+vRLahYIjGFNq3ty+8oG7NhiueoOkeRnj2BxEx2uYf019vPwt+rrHLA
VnUIF5JVauAGn+kqhL6bzfN5yLJu47a+uSE+IeBWwP+5gy83FBkxlActq84GqFZ/qFyscpTkrRbQ
ZNpcFAsiEC1wkP+rDTV9n9pwUqtzntvhQaGJcmi7cguTcuMYAIFaWAzUtySyq/yGAXOcNKVWngtP
0fzcUIaHwm1fmlDJNxKPG0+NlUBCoXIB23UNC421cSo76RIXgInDsAm16DHKpPv2c3CxzOq0hThf
uZZQy3Nv57+11NEfdAS6gPJn1uHNJ47PhoQGUAgD5PXgAZ2cqp2kUp5TmbjHaJ5rdLyNyPqAnANc
jTcvxriQiT9BlWP+amn0V+ymNZmkeWvXZwj+/QklVe+IlmP+o24cfWOpJStYZQ2v40/aByaTm/U1
4YjIg24RN2eUxeRurEbtfddN9lMzZRpmpIl1zt3W3MpVbizKJUsgJ2fDqHiVqlRV40QuhdrZmMiG
j50dhRIYhdd/uv8cb2WGYHjJwjiKsDrXjZEc5rHeTjb3bRP6EeOLUTRPioh2TolkrMjpAkrfxuoO
ef9dikqqNVoHrTIf4zrfRdP0KRL5Ucust+9/QRYD/FbhmVLHX8YUVyBvmYaiOtPMK74hdJR8MJJ8
Cxt2IyMkpaEfQ/VODm6/6qn/dYwSex7ymC/+nFCo6i96OdvRrja5cw61UtbtyVWZc3wc0BY2n6Xl
5YPfARPqdh7XHlK/8ZjG73SUSLygK/TRey77CPe1SJdJ9YzTnaL68zjHYoerdP+VUqD55XlpGgUV
0nzFk92Uo3MyZAgGvi+smowKfWTj4DV0K3AEYAz7pJbprO3UQXjoCUs1/BkPJoYAqjtF/zk9QuM+
nK+q+TQ49fxRzYvMfjFEmvzxmjru93aY6t+1GivTfesMttwI/dfhkudH6fRquEKDcxWUFap7TzPy
6jzlab9zpN3tqIKzYwaEeuMzvI6Xl0stf/7Xq4rzue0SM6nOseFkwBHD7tAA5nvzuWMVYPRoLNCg
AgN5uUozjl2HqxPXJl4RJ+ixxq6u7S1j0Ft7WYCjSH8T+a86/dKUcWLDKSZyTLPzgO72WO+1aYL6
ef/zXq6ry9jFEIp7mSsAHA+CUZfbGTlfodVyvsOs0XatOwqquwG+qam08hG7tVl78y3AigBGwPR4
0GDWQ1rhIlLYpVVzNoHG/ractPlqMJuEb1SbW4/xtd18tT0IJIviJMKFaybCPMQukgNNc+6R2aMi
wq+i/oieYTwdKd/a71ILZf3ZnZJU3cnM1sq96Mxp/D/Ozmw3bhxa108kQPNwK9Vgu6oSO06c4UZI
etAskZqlp9+fsoFzulQFC9lodNBoNJpFkVxcXOsfjjOIxa+RnVazj4OLWu7cUqaeP8z2PELcqePv
eWNVXuDiGkJ9u+50Y+cqntVjkDvnw2cbD1zHb/vWcg84ZeJfhQ7S5H0immMCZCaJ1IMITRT9aLV0
ISkGJpZ5bCMb//qKINrthlLMShAJlJp8q0sQtyoLl5Dvu3rXdo+qM87ZrlvC4OP7O+LOiaU4uJQs
AT5Qw1rtCD4Cb2RrZn2SROx16Sn7zEuByNt2v5Hh3Nl8tEGxCaAYCQ9u/fKp4rixW2HKcz314ylv
+uqhbow+ENOsHuc8Sp7/fGoAHKGmEG8XOuH1ZnciPXYBicqzlZbZr3lS7AXaI/BQiRTg+sH7o905
w0yNp8KCMEcaYDVaIt3WFrhgnVV1bgKNTR84cbhlSn6bfCzaMvA1UA0BSvxb1f8/Uc+LJ7XOyK/x
fivbT2zS6i3r5LAjSmU+BaT5UscoRL4/tXt7hHc+tU6kFAE5ri5fY5gzLUkY1MpH3e/VHJ5g7f5t
FsO8+z+MxDYkyVlwgGtxjtKTY1h1rjxHCMWnj0paS+tjAqKo2gMM97SNZPjempFVsF5Uq6m6rbIq
HMpSmOyKPM/qgENJWMuPmjdbGzvj3poteJGFDLj0yVdtAS8109AqRH32pDpbf1mhRqc6bxD99VPh
Vt7ZWdSg9wpZ2ZaD23J6VwERZAx9a6gpvJPWeNFMm+2mHZz63Ot9+SPjfh5hfaZ9rvhKVOHQEpc4
ssOlSjNCX+QotZ9kRrwlHnRvA4E0puUJUoya4+o717pWxbjA1GdMoc2DQJnrJRxM+dGCkrMRz+4t
KbhE3oPUVwBcrI5hm1SiqjwqljJD4PgYYRpgH8awgLLw/la9F81o5gIVo8mwALavo0vdaXXYWRar
msTZU5QrOMVHspdPnj7Nb7aThX+KNYaAAYdgkZPEtoNGzvWANm6X4IIbeU6dvgE9nfzyEL338QxN
fLweNkrEd5aMIE3rf+kbcQmspoc1Ft1Xl3uhUgz5Emey2ydN4750uHtvJI13lmy5DyBoAcFkxOVL
/yemibQAJTYQXrIBgYA8g0I3lr355+u1yC3SqiG8IKyyuuiKHMEDZPC5fbjFX6m1YGdBVq5/sIbR
/iLUoT+8v0FuOgkLYeb/D6itviBSEI5X1nAt2kqDFGjFL1Wev85j+XFKygs+D/9Kz3p5f8x7n5L3
y0IRc5ckfDXJDgcRyYdmkrNC+3qaZnSUvdjS/rwuQjAhYqoorVAeWUdO9MxQH+PRc669SgShaCGz
SK0Mhklu1ZnvhE+GQjCYzjUwRnu172kjKnU4FvW5E6iSBK46TGcvzJLHAobw05Tq7b5Q/xxpz2A8
NylgwLMD+7PalA70RHhCcXMuJyd66LJGO0Tm0B46NC7POG/KB3sotjKWe1PF5t2gzgQ6gSzp+iQM
RRZ5Zh7W53LE16CWc494Umg+Ildb75KSezevSnvjerptKTJVSEJAEIialE5W17uG1Suw0ao597OU
9QFQt3iE4ta8hMXcVb5dNeXJsvNyV6sGTdTBtXEgwOJ4R61DJhsvlDtxZ+GJIiqLERxwoGWH/ycY
pJGiFVzZ/JjS/po5cty11AHBLnvVRoS787FNsOUwDhC1Q/VtNe2wn/OaRl9zHpoh/5kYavRjyGAx
l7GWPnuGUpOE4On9xwcUgAD8g4VzAzJ7tcKm7Mk0zKo9K+acfZjL0gEaGpcbo/x+Z1/f+9QOFl2u
5TMiI7Wam+4NBRGUr2hLUePIDhsgj2vbL61WOYASSYOmzuddniWLHEU07Yo2n3Y6Vp+HFjEB1c+x
cv2zlQWcihfdonVLLZUFXnMWm9kebJC63QmnvZFkS5SPiPrGJ2uYu42hVmFwGQqsA691ANzLo30J
zf/ZRIlIvMGtk/FUxUJBXFOLfP5reyPA3xsFlWrOK7GW5/sqMOVgBQ1nlCOkKbqlsaXWB1KfLdmQ
tY4Ek1lU0nEiIhDRHF3XG/Wwyto6SeZTZACr+BareCv5XiolFHPaFDi6aMC4H7DzwxMEt5fxZ6JA
xPtmuH3X+REtxL9BoszlS2nEqNz5bdLa3zOrb409PiLOGY8uDZiEnkX1YnHhyL/e3/KrE738fmYA
/AYHA4gq6xIK/VxXE5M1nUqUgP0BfD2S9Og7nUocYzY2/pquvwzGmUb/jmuJnb9u33uUR021TY2T
sLUK7XvVrfP+PEVDxT5Iy8Q+FSZmGw8plTLdzzWKxgeZuKoMND1FHxmko/W3lc3KmAGdKHMNmwyz
ePCmCb5LpindW6sPMuOtldu17hct9J59g/lm9tZjOCF3ptW12sGIM9dmQPy7NmbosHX/c7KXCS4G
snzGRdyBDO16a9udlaQiz8yT4eFk6Hd52u5mRY0C8KnWS4/19F+VBc/9j9dwEa+hRgC4kN24GnXo
kt5RhG6ceKPgR0Ab3znO2bKbzCbdCsy352o5VAg9QHGHmLNGE1tG03jofZun0FQM4lY874CGbIlj
Lxf49YckQi7ahQswbNkx1x8S+KEugYubpykty0dQn9GrAT/2gv3a/CD1YtgghN0bz9EX+Qqg4KRM
q4QiyaHQm25lnZIktH16cdWTZifpo9FFIALKunl9f8lW6ScbBVFs4I0WHSUaI+tSX9h6TRVZwjrx
i+LvMKeGg6DL81iFofCreNY+0EGfD02nbLmtrxOK/x0aIYRFnpr/+xrH0VS6WyhOb52kgiA9yJ74
2IbjP8hK949DEhfnWrOSneDRcsxCr9yFk2f4/cR3f/8T3EYeWqpLR3pxrIVWu1piHLihF1BlO4Uo
MR94mo9BGNvRThHVVhN39dD+PWV8NRe9LoBngJivd1PfeGo1y8g61eQ0fgGdfId3Ybkrhkp90Ovu
1HUMPLVFg21SFW3UMe6sNV1DQGGgWRA50Fb3XQHZMbda3Totwr+BBLR55AjxYa209d1ZxHsYGk6g
Z920f/8T/37FrI7R1dDrF4eoGxtlFPtUSznsWxwc96hJWR9NXTgHPAv55Cz7Uz+UXYA7WXQ0o/HH
+7/hNl6AC1nY9bRpqXOs81ezQUlJuKl9StLCPshFsjBupPGHaTJLTE8ISCHZC/gNemTXSxyS8lZW
KdST1OwR5jJ2rk3Qys729n0Sq5Xv5AWES71JtI9mI/tx17c0lILaA2YJer/wvI3X3u2yI6hC12Bx
fcB/1Vz9olxvKiSgDfWEwONp5h4an4zGuZBhlkHhWB/SBvfFP/3WPNV/g5bBTy+InOuPAPloaorZ
5CMUVr7Hf0/z1bjeUhS6PU2ESFK4hYVHFX9duUUrQdLxCo3T1FlD0Imuf2xACe3KHGGICrZNEGqz
+DlWLiXruDcf/3iSy/26II7AWlLRvZ6knOgH1ElhnioNn8xGeMnZAQewcXRuty2TpH9M3OGReQNq
LDWrwM9uME9kpioWDW72OY0yZ8ND4DdZ9vqAcnHzsFvuOYq469qbQE1Q60vhnNQKsPFJJhkGdn4h
AZ7tSSWa8oMOvN26dOnURpcptb0R3eUy+sednTR8boToVCJXamZ56ztN1c4xFsxj9U85YT78oABW
VekM16HzWU81aXLeoynxE9WN54O0LOnUvpIVqvMstbwZ/GSiNhPUfWf/8pwO3VNbiS1P2/3xEhKM
gT4hArfkzquwZIF/7ccoNU+jdMsPssCtupdO9v39UW6TsUU7jDTMIo2gprSKu9QZTRGbLGEZheNr
kc3ta+TiDgc80tjTiu0PtVL0G1O7c+qROGYlEeugPLeWzEFN22n0eXJOQmvFg24XygGagvFASoE5
duwl+9pz0yBuJb6W78/3zpalbchdSrvot5Dh9cHQ8yop8mhGL7xErzuOUwtl0z+1YFkCLaMsOikL
rR01ketRsNfLtLQ2nNPYT/meto35ZFf2Vv12zYr432FwkV7Yy3AQ1kiHBCtyYNqxe0odLzlGCi6b
1qBVRzHWzUHaafZ9RmjkeRzU5NVjaX9yzcW7vm76nwnPvI1m1Z2ttLwjKVxTuabouoo5uUQHPmsU
55SAJ32iZXBB4XY/uLjwxl04fvAQ5Ty8v5q36RHFnoViv8hDgq1Y5SxRFAnL6R331JdKeGk7z9wn
g9k8lOao+u8PdbtxWE26v6wm5ULPXc0OO/hIkgYqpxw4gO1PnSP0XeHYqb7RY7ydE8tpgxBBZ5pT
v84FNDcc6Rw1ykmpx/F7wUM48x1Z61/CwYs3AvjtQVy2DnfE0tahyrI6/TSw1NKbXcYK09IJEOc1
S7/I3ErugA7Fja+addIEvelNRlA3qb6lBnb7VVH0oC7Aq0KFCL2+/71qnpsIHfmz8DrXF5Sbd+Mo
v72/dPe+KIdkIavTSqJKeH0a46RooY8N0dlpBE50ptN+ntt4Dsoutjc6HHeH4uZlRjrBe02o0DTW
rHKb6FxVhf5QI9x9kG1hPVVxpG0ct7tDIfdA4oTmCC/A61kZmS55DbXRGYGplzoxxQN11i+zk8uN
KuO9NXJQ5YAxfk+pS3htGkeNF53bRlUuLTTmn1oMJff9RbqNHtx14LVQUNNM4udqkVCXHjPR18UZ
Mob1UNRd+a1uG/lL4CvzYWyi9lnOVrSxXLdTY6SFXwPkx0AMZNXgKPBNKzM7AeDnAvRB0Yp/dNPC
+fX+3O4MA5uR40VyzyTX7aERsgI3dyvOcdVQ9M/N5EPHlbxR4bg3Cvg67gPOESn+8oX/UzKMyW5S
6BYgY/KuDQTgxQDrxT80yAIZzeOfFyLpGHccycP1KAg7AxXsaDj3vYvUa9e1fuuM35tZ7zaC080G
5yUEDmuxeaVic2PmVLRWFLmF3pxB+8DVUNUfpqxBF0fKxta7OxCFSbR0iIJgN6+nhEOBqpiO0pz1
rA+DfHFki7Q8Q7PyT5HSfD2SZUpQfLnFvGQd7wC71SIDdXdq+7Z9NWZL/OiFsQXkuJ0Q3CrK1Lw8
2NQMdj0hXvL9RP3CO0XjBFQnRMG3nCv7MCd2u5Gc32w6JgQcC2VCVFRId5af8p9N15CoEV9dJjRq
1a4XcbTzZmeLjXdnQtxSKgqYUNWop60mVOpT7eFJ5VENpzC/T1DVRzvBM4adLsytp9u9wWiX0cBZ
VCq5nq6nZJuKNjRoWZ/wZIvtx9LVqaSaZYGOmW6MYuNyWl64V48bePFk33xCAgQQs9XUhDKLagLB
cLJMaUNaQtuzsuI9XK1v8YTx+fuR6N5o6FTyKCQW0WJdxYixVzoeoHN4Ar6i/xjFSB0+E8pjy2M1
8q3I+sOe9cJDIz2loE1Jhz7G+u2mdp2K6a6IMa4Y5Q49v3bfWSVefo4CCe5Inqz96dOX0gbpE+gs
qA+U0FclhSSPrHZokTNJht76Bye95mdSJMVGvep23y8HS6VWDP2eCt1qk+SOWmr0n+S5CA39sydC
+RVOk3x4f7nuj0LKSbhYOByrueDfMdiRAFfgRbweysih5iiHLb+dm6uXkjeLs5SEeI+REV5veJkX
eTnYbXf2ytn5mKmJ3PeI/zwZaTcEmT1M+1xof4iqZGPwuqUjTlYG2Z8qwvWguYlqSteN3Tl2muIA
KQoNaVGWPpu+3dj0SxZ7fcSuh1rNr7Poc9U0gs9TolWf26rLdoVlAhCcjDhIZtc+e1OcPyL4tGWx
fftC45AtjRyeurw5KatezxJz8DSvYrc7z+bUnmWj9JpfwjNq/LTWaXzlSO7sR+xNHrMYuJ1p5xUY
ySwKYLy7QV2DtHx/R90GNzLhRWwNGAnMhrXtI19BzPXYDWcGwGgB2biPTuKW+zEvi42HzG2soSUB
/IBWCO5KhNPruSfITRutGY/nvknzI0xO2kluhP+Ignkhr6d+4+Df2cboMtP+XyTXAPqtYhutEiRy
lHk8z1VVPkXgwg6ZMPszfQv5TNe4/ZWbaGy//z2XSaz2Fi8K+lksMYTXdWrH4ywq6irrz4VaTQ+V
p8TFU1FlTlCoIgvmqJyCPLIRSwUipB17y2m3Euc7K0rGzIsRfhxSK+uujFUlfSPaaDj3VtgdRmxi
drKPeLp10bjxhW/bIhx77Jt5rjlocYEau15SpVJQIYi14Yyi+Dj4hoIKvA+ZZeadujikGekY/iyZ
5ex3mh4ruxw/NPSceknBLGywtgne//z3Jr90SACbLPqOa1lk0dHWthy2s1IMqu9YSKG0g3L01KI+
vj/SnYXmdUL/kCoZf62VHux6UIXdJeM5lIY37MLRQCfeznbTNKqNX4p0/NZEriaDLMwvmHJqWxII
2p3zxC9gk3Ftu57rrWLJoMssQSJsPMdZXeytpOzfkqYEEGzH3sXSC+ucRNoPYeBr5M9O2X6hcGil
fs7v0cae6K4XJpux0v/Nchdd97BDc2sjvNz7SjhpkkrzJ2pDq1A7mHBsSmUcgRDnTnuxqHtbgaNE
qn7IWnN40bsmsgNTyYfEnwq9GwMrK5StuvS9X7G8TQC6cyQoR11v08RyKq9X2pEp2/W4s92WqoYt
w0ctpbnkekjjyEj9N1Et6v69sKattbq3VGzKpc4IAoja+PUPKFu3lio+9eekEzRmUb7XnSQMCrLV
BynkRi5ydzSq7zwuCOw01q9HK0QDCAKHq3NdxM2jKkN4TKSUdNTHOQlqupxbngK/C0OrsAfTkyIH
EnKUcNfIQDyR4rCOy+lMlbc44Edo0R5yJ39MFfGMZ8MYGK1VAXrqTO/VFvXnXur14HsqukQHnE0b
OiFpb5xtZNIOREkaMTiN+GU1V4GB9sT+/cN7m0fRP16wOyQ5ML3XeZSrDI0+TQ2oO5bl0NVG47ep
aW6EiNtOIlKI9ChYec4oOINVTmOIHoGQOGEYXAUPcQRcSdF14BklrmeIopj7bsgmnKQt+anvsvpX
7iTd1/enei9MIIq8WFnQR0SteBWjC8eYPMG9A2SkgxcyuNFeV2PFX2iue8SNaD9RHT1SlReniNga
ICDaBW6kCD/OE/OQjIqz04rCfEyzZty7VIs38rFl9683D+UDDI2R9DEopl7v1yaJsjqc5umsZfZ8
Kodpfh29Iex8fGxq2qt62HzLc23jpbpGlC0Z5xKWkDpexBKor14PW8u2bPt+ms6D4gkMO+sM5ps3
I0mQqihyVOXeqUJvZzqNyr6V5WsSmf1BT8Fd91RQAZo7W8DFO5kpnEB4wMDoFp3dVbhE3lSZwiSe
z7Rh6HOr6qTpfmvPGMC16ZgdZe00ByOn9TO4Svbl/Z1ybxkoFdGrQpDklulG8berdRjU5w54VuQj
puEEjkHK3wDA9UXuxZc8z7ytZVjmtF59ynxwxSnzQSVYHZIk7lLoEQ5Uw1qGP5K2tzR/cjUOftdI
VT2CSRfSDzWzf7HjLsoxQx/jLwqkzvIxG7QEQRhbQ/Pj/Y9xJ4aSOgE34XcBhFtT2D0lDx00MaYz
CZ1rcH96899a7OR70WrRxZ6ybkvr8F5Mol1CygbMBcGWVe0RlTC1VKx2Os+Na5yUMbc/zd1cbBRv
78YkAP5LjF56buuEH+9QJcdhcDojXtRrBw1R6sFXhqpJHz1H6i+lFOa/dWiZfye5zOx9Da8IKEun
a1uf+O4BBBlrc0PBzEVH7voAoo2JzSNiUmdRTrG+b6Cp6b4YmmgMGhzFDmom3Tc38bK/PLNI28NM
j/ZBKQcrwday1epHYWbRryFBpGTrKy0ZwXpTgsDQSO6WP9cFptYbDCWM2/kcDob5VqFmoQIRs+Z9
X5pkEJY2FWev88Q+zu2fZqQVnxMvoszVQVL8OiMk4OvtOL69vyd/U6GufxUkKfRtNKQMAWeuf5Vs
p8b2ylQ9C7s2tUtYiDwKeop+0YMpTWo3sXB5RvXh4PyTKF7yao1l+XcxjvXFDK32pcYl73Pe1t7I
9TqmQPibFsp8rZknR8EFwXf70OsR7+3aD64b/qFYIAH3+uevEtbR6227rmL1jIF4vm9yzwj0Lvce
3/9Kt08ARsGikXSTU3QD1ZpQWQQ2GqpnA9BIekYCzh3QsRdG/lGdcRLceHHcPum52hEDWIC5lMKx
Lb/exRDyvDRy2MW9V8tFfV3rEQWLkv7Jmt3s0Lb1pW+b4VlxJqRsR2qJC+xcGV5xzwBoWBhjuIU4
vz3kPAl4klBeg7ZHTFklvKOZz2mIu/kZaMuwuCiSUA3getiglgIaggBRI6lulJm6syY7t86xanX/
aGYsfr6/Grfpx/JTWAUqDAt8bl09rUebUI08w7kSiUP+0/fKq621OkmIPZ0sGAhfKlPpz4ql57zV
3DHIdKd+HLPR3TsxddC0VSiEKFP+ZZwSsYtHs9jI024uPn4izrpQbD2SNJKl1QqmatfgIqueVVca
n3mbKBn2eRXkp1ivP+SZAc5M6uPr+1/m5q5fRrXQE1kU16hhr/aNqyrZnFQ9H2bA6raPi7+icfyK
59I/GF/uwDcfbHXLkeD2wQ6ig2GptIFiJFdfJRgiE/2MYJN2duwhOU4akHWegLP63FYYne2mHvus
IBy7+iP5sILxKMDj1J8LAzE2q8Jdfev0LLf7VUjjB2EUT8GUBBPgybI2/+kXUHEr6UlN6rk2W09+
VGKyqidtNMYPWENH3qEAgZbuNKTSrYdaR9bYxwMcR+OR6IuboBGaX99flptrmB8EawuFY8gaZKOr
rDDCDYVvJLVzajfRU+IV8jK4k73RrL29+5Zh8DZYzAjZfGtDAK1rurEiOz1Pw2D/bbclUPu4VHqx
K7NoEe6MJ5k8qVlpaDtpIxwbzEbT/Yhbb8IPF9lV3fDTUhepz5u/9baYDb95OVfrQomUyg5ES15I
7JTVujhzoegtxiaXtNByay8GbVKedXS/QnPXugOFWU3vx+m55N+ZyF2niZIcQof89FSBos72qqMg
/J4D84eQn2Vq/SDjUpVfOxlN464QRT68JUZqDgfdGhTlNQ/dXv7jTtXcXDysha3WT/VEVn9JI6WD
5KNbY1nNLmpxIp6h1A1GuYvKZsBGcpqz8ZcNnCT6IOs86c5lSxFhIyG8jfPkAxSVyI+5ftFJWW2M
RNijLscoubjZpC82L7H6t5nZxvcR2yoiRK9LDZNrMwsDoYRG+SNyh6TguR2lxU5vtbh4hSYjjeP7
+3VZiOuFWopv4ESXXhjbaRW8YFeGOHzn8aV24uFjY7XtD5oPYbTTbGXwPsbOqBqB4njxloLhTfyi
9IV6C7c6IFKAKasdMgAC9RpHjS+JDhnnSQ4ico85knDV3sao6WKqAp9ddVA+CbxjtljjN8eUEiuN
Z/6mUwGfc3XD5UNFZLXt+CJzb+B5MCf9Z92ptnrOt1+XzU+ezAVPe5ay6nV4wg6EctBslBc7Qg7S
NzpvqF/UbGyGv5xUMd4mkbmfrFTJtrC5N1kMtzcNAog+BAcqFKtcaRH+0asEiRX8YtzHWvGUY2Wq
7pF7SdlImG4/5ZIoLFxxkl2+2WqOXj8ULq2X6jJJe3rQsU884qy1xXm8HQVyBzABhqEMRn/4+ksq
ca5Xsmuqi1rnFtSi0dlVRr0llHrzbIPguMwBxQxOxU0dqu3n0Mv0trpQZ6qOijt2x8Etzc9O33t7
XVNIzN8/fsstfX38aEBT4tGAqZParRFTeNdUXW508jKncfdX21VqcnQNsKOHyUrs8CM5alJ9iiAg
jnskjpzhR+PVcb1FqbrdLoghQ47lEQUpHYzx9dftZ8+QiP2JCyXf6kGV+hQe4FYLze8cbZMOcecr
Ly2VRWADoqG3JnVaejnk1hTLi8KO2pd1UT+U7uQ99JGBN4YGonYL/HpvRDqelNKoaEIaX+0e4FlR
LWNLXsrQyR/xmO/VHQbh9h78dPExtCvz1/vreueDkpIsgDdwQEBDVwMantLEkEnkRcMKoPbrQYMW
HxW28FEV0baUf+6PBnCCNHQBwq6i2Ux53y5CTV7MHNidnnZV78N2zP1pitV2Y8veOYmLnAeX+u8z
v5b1qNx5qlASkJdadcs3NYeNW6F3u/s/fEDAfBiwQpMDC3K9I6FI2IaCn8ZFSZ1y9ktcsdN9bXmR
95j1zvzt/dHuzun/jUZKdT2a0llGrwIJuTixNh8oRYfHIWm0rQ7m7yLM1XEH80muunhssf/JV6/H
gbmYD6VM7EvseokTeYHXlM7H3k3/sWMI40aHH5GJ5uvOsNL8q5spjxlvFkUdfjqych96s/1AtXj0
7cL9noP0Pvch0lllV+PoUfa277pzfKgaxaL4WgyfrEar3sxZ2v/QIlbxwFJpkwxx/6xTJ3toEkoR
Hb29neVo3QO+vIVv6Iic66LS+C15fIwx9H3AFFy/5KmyKwev/R5r01niX/vB62zNb0wFB8AydU9h
6bnQZwcMfruFKuhN4ozgfbU3vMnZ4QNa70nL++cZ9mEvWlrWSphPeAn1hi9Je/zQU6edGttuEgBB
qs7zFH8dRdbuCmkm/LBBfzbSpttHUZwEZtftzEEbD85Qto9AXd4qtXGB6YPD1BGG2EW0vj571SJc
Jp0ihpOhRs9uL2oLyT23+NT34mdmqKNfzbp8Q88lO43F7NEHK15yK+v3s6GGfo0MeTCoUYm6cjxe
3CFqDqLLJtHFj/Rqx+hrSuviFe3D8ZcmizDbicnLzs2iVBQIjFjsDw6yA8knJwRk9CTsGUVhL417
74tV97xMgHSyG5Ze5OehJCz5eZXrAnalU/2qxyGO/VoVEb+yQ13uMBU2xXiWVs8z4eNejWA61JxS
YtdtarP3lESKU75VwAP/cs0hTR7csV/UI1oUnOv40mL0Nn22Vaj8DzBnzfAriLgE+/QO9f/SCtRO
a4cHy8nEvz3GXHLvxmNsHpBmG6tjqy0ybWqSxclhhptBPgqTTN0VhIp6HyqmzbadmiE5oKWGcxNM
4PGkQPD6qXc1jvNqRQrbz+hEH2j56mPQOm2XBEM7jfpOTVW3CvA1AH7ljYjv71t1YMuOosd9vM2b
uDyNXq21D1ZLwrjj1VOUnwe4nu2RdnmPYGOYU/NHjcMm60mFqZ5BrFnaMS/TQvRIOgsdkoyrRM3X
Nk9r5bMRZsO/rVkb1hfsYdQGMWvai4jhs5O8Q+xlTn+ENcFroddziLOT4TaS+iKJw2Ee0r7ca0NW
IbQ2dO533SzQmACU1WV+LcBpBB41v2zfW9L7JEqpZkFST2HhK02YVL7pIUF/FEMmui8mRPP5O07J
U/JJ4lzyo+9jEikpkyndlaJpbN+pLFG8hI0DKsBPUoc2ox3XlA/NKeVRY6FVE9V+mnWpHnQaKk+8
cps8/2GIuKStXNe90fn9QO8kUPu0e0UgysVUJIvyt2HMIxDZ0POaZwFK0cgBlGh6yzCLMpjRFFPy
MUJKL3yKmtCdLlYjsNFDpT5026fWKrrmMpsVReCmdbI5SBJ7GA5oOk/5hzDFO+4LRq7qvzw9cHWP
qdeEHKAoK/f0tqdsZ9RqX7+MxlS3r43XUh1HUjRXh4v0Emn4cRiavV/wQpufnCpVRTBXFqV9W7qL
UljZdV4T+igW9dmjS2VC37ko+XDLdt5swJRoC1s5ZaibuS/VMBrxBAclyulHqU5f/W2C0PG+xGkr
AAvNtrADpVUn1desrkNocHQGGNpRVGCNbLnD36FWVPkHJWXQL5OlR/IwDFr+isi9S9oCqDRtDpzt
NH2LwLYXBzM1+96XWqulQYhkxNd4imTtWw49i486hJXSV6ds6E4I4JXZUQ+9TtlZs20kQYY9t/sC
oKhqAyQtTcdXndaU+4l1a31vruv0ycwcpMhzvcBEAD5TVv4bWnkV7XPb7OcjLp95cQ5RWPP8MDV0
+djVlj5cpkRHoaKzsCdBFjEZISqVaY0BQRx7MDRnoerPKGRTGE7CIpqfZnOItSOdJFE80l8Yk6Cb
O/pJNjzxt8V5yfChK0FbV3LV7J71ajAoXnO+l7vNa4ozgg6G8qlS9aR+4Yc0yrehh51/cbRwjPcl
G9x+cESOQxc6Xa2+Y6mXhkmdzV+tCGHBiuWNzZhoQbU/cBpzAgEwwEbmDOAWbAXl0DXWrig09MHZ
9EO3d4Z0co9iGtucuxNTtOfQ1pSSIIojl+9CSBiO0oQs6Nc8rFu/bJtZPk+aCbdNG5E19EvZEOsa
/mfVw7SIKj6WWmoVJ9ZuzB/muqD4PXiieItGEnQOlWSzZqKu37o09YpdpZbS8iFDND8kYkjfItcJ
1b3TovaE8iPCAieR0Qj1MU8i5icjmEbk80RcHOMJJo3Pw66BXV+VMMyUvLenR+TxsE7otKrSnqYK
Lwe/BXD6XZW12QTSguz6oDbjaO4GwqT6qQrFFO5we5jw98rpUvluicanPxZJPu/Hya6tl8xtp/Sx
ybp2LP2uV4yRLvKEDQicqbSLA7vtvexXanZmcxGK5zRIJ+Sh9FEPdNuDZVQGPTfYLbOfTuUkfHcs
O5Rmx3BWDo0ozPmXlrqZONhj6Hzvq8XE3FUjA0KoKrvRl60ZlkhvKY5+RAcj1n2kzUvYRtNsJ36j
j+anuZzL4mDxC19n1Aua72LWEGsIlAoeUkDoyKuDCgXra6LORUUEmufyOWojsVQe4WHt4gGo/xGU
XIZD1JBMYp/yFZYTlEWTr4yi9oJ0LAvhT307fq/BBY2HykHEJegrbe6DmJxHf4Vr0hUvPaplogZO
WyRZUFYJpzWiZeGekRcwvs2DZeZnyH3ThwL9UrCouWH0bzKJxuapnXEZ/NbaOIL5c9QpzSMIMKf0
E21UHb92rbjZA1jO8iOyT2mymwXeyj591m5+DPNmTr5NperUhyYXiGGjstXNl8Hsu+Gguk3t7gaT
fOuDZQjvi2OmZf0QCk1vXseqDu1AF1ZYP9ROUheBqEJkakDt/g9l57FcOZKl6Vcpyz1qoMVYVy2g
rgrqECQ3MAaFQwMODTz9fDezujvISMuY3AWD5AWh3M/5zy/c6Uakc17GheJuyonNRN7jtq1rodcU
WRnbAD/PQGN5GvZcbAb3Fl6R+0JssrnUqcmdB3paSgRjcIw5sqdWGS/0udTrnXAzlq2tb6QSLVZT
FixJRiMuTOlWU6Txdjp7VKwEPjWLMHXy8FSKSMY70xZtVCoFaDZjvMCtWiv1+8Uwt53Z6qK80o0B
Z86pFlN/8PpuxYtiS53En2sNpv3Ko799AjYs+ph5RG2HqgZgvSuHjfJF5rr4urg8FoRNdZAH1RS0
MModo1xPueinLl40hLz+WDRpcZsYRnYxVI7WBnYy5SwbibGWJ1doI/n1ziwTROznUSO7npGGetUk
nK3r1NdzhnFtnJmbXu1MjSIsFkSUjMdW9njalSKVyl01g2eHZt+nzAow25go9Bot9ZItmDEzWZ+E
1+de5g+lItZAmYpGBnkp8QlBwd9IInTagdXL3XItcAYp5nDREkWh1k/Ed5EPun6npLL7piUaWQmh
aq1Lv7dR3ngnK80a4rrnTLvvFBOWWzKCQBLXZidLPPZLu155lUlEYFfX3e2gN553EF6a1T4FXt9G
CY7zRoRbAnaiGQHZ3o79dvwKAdY+anli5weMFQYkl1yRYreUPPkYJM7kQJe1VT1rs1pb4ULQtrlv
xk35olKAOT6PrkUzsmluHSx2bigXyqJWWWyQNH5sjLxM4lJVjDVYqtSqwxbv4cEvy45loNxMWQXC
UpcqSlmOvSP2Ly2rfVKN9cHmuR/8TesWLH2MorpW9NWmUfAofy9mQ5NGWK7VRjZMMRMJZhfNYgdT
PzBIWvvUc46C6YPpQ0zU78haMPK92Ra14ysrq8+p3Vbb880WB0peEwrhHXdqTEKwqkk7NVVirqdh
67fZX1wDb5DEIjoEUuWW8cjg7chK1C+yOtq60zYHCo6hCXIzSVZfS4b5tdh0Z95pm5mKOMFnf/Pt
ZbC7uJBVZkQzpsbpDe9CPu0kKXh5UBQSg1TGl1vzqdbEUu6qs0uPT4oXTloBfqvTjZFpRf49wUlr
DLVeyVMir1oprxtRyMc1zU08EO0saSULAYmJJ/pwS/gAw8qYh7SueRIjiWSsEjT9BnzraOuUXRaq
NzJxnxkLH1fdTuodCI+XXHkUVKTeL6onwqJOt37xO4dkkIuFsHNqr4k1KFJXZPP7oamkbfsepotG
aOnZll5MTS9lmFeDswV2vlCo8t9VT8x3XRo7Sjjk29SMbnZET5F/bWx9YGidO5t5ZxbEiF3Y+SyX
SM8pUe6xKpBkAGVkd3uvOfPC4cLI8CgSIeGzGQwytSJKM+ow3Fo6H5JIOzJurTzaSmxJpuIZIuQm
b34HHv7P8/J/xWtz/Ufv3//7v/j6uWnXLhPp8OHLf19kz13TN2/Df51/7X9+7P0v/fuqfa3vhu71
dbh4aj/+5Ltf5PP/c/zwaXh690VUsz2uN+Nrt96+9mM5/H4Q/tLzT/7/fvMfr79/yue1ff3Xb8/N
WA/nTxNZU//2n28dXv71Gwr7HzCY8+f/55uXTxW/d3xqn37++denfuBXLeOfsJ8xffvtH/Pr7/+j
6/+EZY6RCLOCMxntt3/UTTek//rNtP5JRMnZWIUhBvzMM0mub8bzt3T1nyaTMfiEyJnB/ADB//t0
392Y/71R/6jH6rrBp6//12/G73YW/wvenIckmFvCn2BecSZ8fQSJUJlQHk1FfQ05Rj+5SkPnUSSU
wplK0bDA0HUWmKHjMH9xvfkyz/xk3XUPOHKHpWUfsrn5NKpPdikp5sfXFta8T+ae39vHgpUu3srt
khDUx37gF7MbT0/28+ogSaIsCLaFaWrbV0soVAtRWeakflLNNRzl/Mnk+fadDd7rLDoMiIiS99uq
soJ+K7PA9VIWySARWXkPprLBlNRf8KWv6IZhFLriCjUkTiHN87B1alyt4L2b4YhItHdUaj0Bm+YU
wPowQm/Wv7nN+mxC/d3TIKeXSplCxWim8luf19WF0QMk5d2wK67zaxRe+wGdJyQkYeLoU6gHbztN
hbhVys3dsYe2ft1pZchARIk2Ie4l6dL+QCyjXz17DU3mfKSzcPTDatJOGHGeymDzfHc1n8eibmP2
AtNX+3kBWlrrwGKsmCQARIe5VqhynNzyZ7ptVC8hxUhg68859d4UnJO1anznmU0jE23wHmq0fU1e
6ug7g/HWKl13JbbRDRPFMO+ZqT9VBiPUyinMyOxVLaAzyneeUb3kPf1nLxI9GjoD3gam9TtdXbTA
TKYuqKmKYqx6nwFQ3JBEEy+SWd4f+1WW4YItt9+Z1hy2xAXRLKjZRYXzXsRsqg49rQOumHr5eSi7
/Aqja/ylFnMJC2VKP2UTRZ82FPeLXRX+JllWC5QhMabvKaPEfIy3ZCrvGRJpvPVaddn0PLIQ4R7L
Cd1ZvdYMxeEDQXJZnKhKmu9n2DIYV+ehBg/gEp7RGOnpUW7UCyXGmMZ6ad1x4yBP9UIcB3PCzlna
yx4Szc1q9RAB2jKJpNmowWStzV1SOGK3FCBdhloQgs7WhtW+5ouxNkN3nvvjNmfJtTokbtynK5YR
yCkejNlyoqHGZZyQEW0IgHwxu6rG7Am7ICdap/MDPuL25ciaGq4sXd+o1Twaxdocc9DUQ18lJdcA
VEuRdJK9rEQwzqv5KSE21U8WwJNUV1s/a0duHRCM3yjAO4pwJuw/JKEOXSenN3rPKuhFrkUelqFP
w+boUUHOUqT16uwTVJRpcTzN8+RrxcaOry/plcKNjLICpMNVFMG266ZBsTV5qHuKE+NlwPuqmb1f
OnYd9EmVxiAnxr5McKXBdr3wiaGU92WqSd8DzgtGdeh3ulN2J61fusjO4dZiFzLqIWvjHDRNV8Rc
C9WvARajKV3IE7FKjp6V4yHVdeA6JVuY9yciGkRjHOgNa8rJVgtWOE4BIZOmX0y5CB0xfakXWPzZ
ZHx1Sut1Pe+w2Cg9mS4LGTScb8WgkyvUaA5hpNmbY4IbD9M8BvQ9YLnjelV3rQLTRmSR11XmZerw
Mps1tamgbwzk5uURc2DNByJyd2ujuFhHNPICxNM4dF6+hta48EJq1HH6lGgRBHU4vEmZHesGGKtz
5srvhNiilTxMf5S8wnUhJ8hSqwARz55mYun8onCao+CM/ULp1tilVtjrSTkdqnF7gEtSU2BRjKjT
loZs9AU3tRMhStQm6tqeqAEdZyyahfQXY5P38+4/do8zQRXdHYxQYvjeQ/9kZVCRGF19jR3EqfLG
0OKFUFs39JTqS2KTmNFovwotfj/W4Ji4sOCKx9EsdkD+/f6YZU0tpWl1d+1sn/S7pvqjeHlXu/y4
JX7gNPz++dAI0fKf6b5QsD+cE2B/oRIIoV2bDSwfCcw1lCxEL8PMhddm0lHuVIPG9ga9nI+J9i9m
RD+fHipDoHHIjMhX8PR+f3pSUEC37TJca0pIN+BFPxQk/6kAfjy9P/t4xk+8kSoz2t8ri/fcosFk
bSvHayA5amuAqFL+yiXt/WDyfAWRM/1wDGqmH4+hdNOmCKMYr+vsi7IVzE6O67gGJNH+3cePAyGb
gyfG5SII9MOjsPWTNo9mPl5nb7boL7pn43GYmwv5/AtG1p9cNMjn59HnmdPBMOr9CeW1rYxbkqjX
GG76Nbq8XykOfzoA5lcwR5ipks0AteLMCPuB8ZVtxL9k/ZLedPnjqL2tv6IuvadscEf4fG454AWE
AxV22fvPb1oioFTu+PWip0EpY62PoA2bT86k/+JSnS/5u3qSI+EQAJ8BkjDGnB+GgSusGpZMx7ju
ivxRyfJ7aZi0HMOvKD4/PWM2umJOCck7JBR0Ge/PCD0uZyRL67rudjRr4XxAp41X0f5vvi7QMjB9
heQC44VDfngbE61OyGSS3vXE4Gz1ntX0F1T/P7lePx7gYzb0WnkNPEoO0BsXeX+Zmzd59fTX5/An
Nx8WLqs0DEfypz+G9s3M1xXgXvd6hJKVTifz3LmbN6r51qbPf32oDxS+3x80DkKbg08bi9hHF9sp
JbqkX1fvGi+XKqLARMMGj7Q/Spi3jCVb+wt8a9hgg53uHHtdY6vWx3tCMZlQ2PX2tGl5e/jrP+pP
Xi5MtM5GEs7ZUf+jdQX3sFSbTPOupXGc69j7e2ZEf5wzolZMeyF+nU1g3j+Ko9utS8L2y4awN53r
bvxOUfB3T4HlDZ0+TtbcRBaJ94fQsSyp+lwq16TT1VtIg/C3Px/CGCHp+CmdLXk+rD8uE4tCT+zi
Brf8VRyl8wv13c+3gPb3h8//sCO0w4jTdMfnl2XAYO7vMX3Od+DMR4F0RzMLXfnjHRCLmVmVqxc3
MAm37VLxLrNfpn6f6SbvFzZEUSgVoScjz6AAeX8LNnNoeaSH8kbNnH2qp6DGS5Q6ajRm1nG2m5oC
WBzdfvU9ZfhWA9TWrvJ5TPJfLBg/v82QOjlVItLOVdBH3WZ7Vt+yqTY3kGCrIfbSWE13RhvMv9ID
/rwyYayFQQQkUs/F1OjDCecs8dsopvzG9YZ4Uvo7L1sfutn9/teP3s8LuYbWEAIcHROePB9Ji443
ZlllpNmNPtwa21chBl8bn1P5qxjvn08HXyv2I15QiisiL97fPzvFcipbm/LGW05WsV+a0P3VFftD
rv/jQ8L+evYngSTMm0S//fEg9krEV5HnV0ndrb6hFTJmJvDdEJ37BWNQ1adxsu8718lxOGrNQ2Ha
bTgaSvpYEwb33XHO3bOFClZdELUNdp5fD6uxxpXafxWzZV2yzm/BhsQ5KvLM+SIS8VKMjjVi0WAl
zxtskzONsI/dUo73RuZ8hjalB4wjmWAgLfpcaUu+RAIY/qprdP0tm4Fa97beVacaX+svytTJoB1t
L3bnxP2UVe1yi60i3o6tMtykrvI1dQrvZtGVKvKYr+/KlbGqL+oivZyF3e3UJbdgC/SmETlV27rB
lLmob3rU/kzYFd81xhZLB10If7JNY2dMhX0oRgUlpTCNuO2T8VSRi3bINavzhZy2o2nP4mA2JSgy
nLed0jLPKClAox5kLYZKocOA1pNrrYX5QgBzddDN1b4SQw+0amTCYzKsuvd4qCZXtrHBjLVma/o+
u3N5VLfY7ca3xOuezDQDWFH2W26E8BOr2zS3u1OvTjepMpi7epHjIbcbXvqGnOghzdRQ9nINptYc
AuBf6yqZ2g7TKsd9AOlVXhpnXlCK5tMdwLxy2jy50aEOziOug2NASE91ZRElvSvsNY/zYezXoCmt
8rEbNSb7ttpdFlb2sllWEoN5qQH6xCwG1u4j3Utx3c0sCBlOMh/RacyhRe+7n1Ov3RP05kS6PoPE
NTBSNKDxg17mNp8yT0G36N/Hxq1PBvLScLPwFPH6mfFjHY5O8EXNtKDAFv1WHZzqC2lq7m2hN/kF
liOCsGRTO9WO0K6mpHR3WdJV15M2dlGrifabrMZxt7qlgz3U1uycMrEuNEMw2tuYTm5nbfOq9y0A
wLknqB1edFxHjqVVG08A6sqbNqzltZdXG2p03Tx0VTFGE1PnXTaqXOy5UvzcBVof0YlEzLkGDHK0
KdStfjwwUydS3Ri7HVwI+CQkvDPOwGpAUn7AHsz1HQzsKsCH6e+FVtLZMtZiUcF66WzMjOrp/cqi
zMbgbYla3VbqQYlq9Rcl6IeFi4+HTgqNFfsKZOT672GWP/QGXTKYzeq6xV1WvHW5jvnL3h6+/vUi
/KfHIJUH3u5ZsP5RRIfiHwoT4fB3SvEwjZU/JW9K/gt5x4cagPNALIBUgLwEaMHoW95fJstaTHAb
S7mdZs/Pbuq/GeJ7vg8sveAQJrJlyNQfGbhEvGPNmGjWbbwWX9XUODCV+8Xm+/M5sHHg4sUcGznq
T6VknVizscICvjWow5jGVX+ve+IOILniNqC3YrOCIvP+GqVNRv26DN2NQ41kT9HkqYE2RX99sz/s
uBzEwE4LYQQMCYqlj8Wkrc7IUFqnu6Hi9KuqouKLGigpGVETf/tIOl4gZ0r0WQ1of2jSGAImmarP
7Y1qzRHjUzmpu8r4WiGc+usD/XRfeC3wsYIIDWxyjvN+f91YXqfSrDKap+3S1YPcDf/68z+CQlwz
WieSiUg1oe6Bcv3+AHVb632xFcYN5mNGkOnasbNYwKyBza4Zqyt7xIu7nU5977z023K5efPXwkx/
UUbTs5yfgB8qjPMfwnQTnjI8fhCij84FjrrYMO6M5kaFuAVfwHMvyxzK1CJ5q3oUc4dZzvplka7Z
KceO3W8M8mA1B06UJbs8xHsh93OT39BTDxGF1EiJqXodFl+plNnexC2T2S/yJXfBEJRno3bfMq22
983sPKRzIsOs3V4LRXFuckvYYb5KaYVj6nDijM4Hf550b19XQExgkEUklCqJG5zNfFmQmLkCBMNH
wnJRWPPgd3gIBKn+xbLaoG8QQU1m0e40vXh2hy4NWgzziFvLHhs9f5m1sYjyRRIElZ0jgntYdNk2
2684r3OeEJBC5NPOrirYSVnp9JBE3PRmW1ac/ar9jNtH4KZgtKGprkzFe90NmrQ+k2h0925u2Xgv
ZbYRiewcXDde9S5oLUcxoO2lGWhwByatr0vlOxl8tUxfzUgvmJR7mgQTsiYlZtGA8G82WlzoS7K3
rbyFPFY+G5UwI7VlEOFs7JFGWzS7WkKYEwoaMMZ9ktEKeN+kspH3+DmSNWIZKN2KOSAyNo8Ue7Bu
e2PqT2qrLVE9Dv0n0Pf2UDCN8ZGEmXtNS5oHZxD9zppHGTl67zHstlTfTQ3nWGujF25lqUQdvUuI
MYwTJt302JtYzdSwYN4SHKcPemfNX5C86K4Pu2I8ba5Qg9Xs2nCDTCxggSbanjS0IsqmEUaPFBpQ
wkpJNSqLtROyyUk6xlanGWwzLKqaEIp5wRConFP9ky6qN6nB0TO2xj1MI5rgcu3suNvwdRjrOSPh
iw2OXGp+K3OXxwz5sC9yWUaqm9jRWmfGOQDHCnlcuouscN1jNXfQZz1oh2kK+cZNbe2UCvmdh8WJ
S301HgQkSHJvYJxOo3AOEpdBX1BpRHm3vujzaQZVn+r1s3TI2u5SzCDbNJ0uyc9Idlae5MwaN2uP
vPCl8RwlqB2X+0FybGhnWgXkhHWV3+pjvQOVziMX5SEs6qGN5ja50rJPU3HMJBJfCI3qWDmQMTQd
HkEm9gj1zD05mKaPbi8j3a800gOBiUUAdvrWzcqjXK06GDsn2aEi1C97s6qjtqd+NrPVuS9JdLJ9
WAs1fwq7UbF02474RXiVjCzPvNQxJLJAua7nxj3Bfx/iwcoXv9a1ZTdi03SaUyY4dkv7MKRSXPSO
+ap4FNGjO1iBJvMBDq1h+ZAyHxdobwEM0zqobXeOSyWBZDNoy0HLqiWYU4hF8EUw8E+05Bb3xOzQ
tw1TqEU2V96aJ7DTiNmBVU+aQs1YQ6FqY6gLHYFqU0Tn3D6/p9C6zAbSFbK6kTs3tZ7tRS4+BNEi
wPfgewkRmjGGaQZuQU4AQ7Hupm7a7oSj8I1YVHEx58tAwLErA3ihnT+L9Boi0hLS/dVfkao4vsGX
MZgkfB3IPPGUo6PcrGaL2klZwh53WD9TZj3GcTIPrLZuQzlCNkf0qsWZTmUNNs8QoNSycK7WyS9w
i/hk82WQ5xsyA21oIBJ17bNQoHpjk0k0H8apzt4baRYGy3lNbbv2RX+egrkubNFBlDgBuTV2JsUS
baVN4e66DO8m0YTpoNqB5Q79yU4yeFydOgWzkOOdUEojHtCj+rjVNcfU3brdVEOntEkoYUC4rSFz
N+w4Mcq+1rZshhvWPuRjZgTFKqpw7DMzyPqu8RUjncPVcIYgWbWU9ygVfu4xc2aQ5UUNTv7hNrgy
rpRC0pvX5vcqWdRAluoQZNJ57IjCCMyseJnr/rWt0Em0df4yWco3ox3HAOHyc52wCYwGJzqxb/rc
n2cL5orv6EkbaOOYBI6R5+EGFgCo0aZ3mGMgnnCmDB6r8rmD8+kr0i6Jok/R/lbqxhzyPHYdKt6b
CjOO1a2Nnb21RDZJpsepSJNTkyBvqCfEC34HLPmFH+RNLLNF4wXqmkCyYnzJnH4ILEuWX52q+mJL
x/o2jkp1IlBLHtetEScBRCx9U1vdeMQYP3QmCA4CHcuzKVwvrGq1DLPGmAMwQBBGTyEgrE/qEOqb
fcSP8tV0OzotKHifescr98vcKz4FrBokFjNuRbW6SMBmDzK7zeFKmmY05dXE8BwGRSIS+zYftXnn
GFBW83UdLtvWzI9dxdpLAp2OS2FdwIpNZx8+6huLUBtOjJVZ7qBXTPaAErRw87idvHVXIf+LU0SC
PNrzeDBFadOtOe3RMOGhzX2+HXUYmOHW9zoNh6I92kYiiJgc53yXKZDJZtXLv5r41A2+DvvoWWkh
HPnwNybqho5rqc7iJl96yM36ZIeTl7eR17hPXg65TbbaHEGuNS+TsiFeK2No7OsSVLOFa/cJFP7e
6a0HqOpfV8xscGMos1u0BUW02jTd1gQhwkYu4tsdb305KuLaymTh51UOLNJjVWktBfKSOcH4o4Y3
srECovvaJ6gjtnAVVnesWzRkKJmskPpFXOnctKBbwdGcooZz0QkrHrAu3dWkBgRAx6XvTFPil62o
AscZ9T3y/NIvGecfF8dcYr0zIBx7srqcgHOO6NKtUE/M10ouWdQbMj+qwzBEsOrdezI6GBoTGbQv
rbQNnEoasQurPaTo1O970xvghjIggiC6WZ+31d0qnwGX/NwIbbqtFrfikVfrC80sNH9Wyrd2Y31M
8zPKrtpd0AxKdrU1BHNU1lTsbbPfrlrqU75tYLgOktIGeYN8YK2rLVjkKkI2vOQOyxMTgKgnrVwl
ta9UUDHYIDVfa6mX+7GSbsCfqsXoYZzdUJuSQylDd+UUk3fV1OfHeJXes9s5je92ihaOme1dQ9xx
I1OdQZQWNBCipHaCEJAivW6/6rUyPNlyEHdpUzDwspKtsvxFxR/knGCkmjE8zhtNyuRzMhJlko5y
2RW1lqDCqtfIFpUM8GJlUU5cSAWWUo27bVjFZ0j5xS0ohxPMBviTST5wkFaJc2jFlETbqLafzaTR
/YKWJRrwYWNRRsBUQpyJ7XwC1nDVPMzhOgazl76oODHd2TW4BZZboGvARmQAbfLVEOqwW71yvuHx
5oHQ7FfVbOujrClz+67GXZItWPglRNfvDGAsWN045qhKgn9YvsF8WrfuSh0mxWa55YSxFmuqU55p
w2fprU92r/ZUQOPLuuDpvi4GnimdroaFqr0s1vnOLVZ3gyQ6P2BgBtei3cSpQoK6Xxa471vDdqu4
LO2tTLVLlGKZr9QsqCSXbDGSMdAuZM2xuWrLXbKsLfYKvJFpWX6ZpcYaTlEW1lKzI9jPWRU/t2r6
WVVht+eEkgdg1OtulhBSZmlKX13mcVcKL9svOXGtEGm1WHYg5Kaxlac1S8rIMXlA8Y/QIdtT+55W
S6OXyMvhmOGqdGvJKt/LxTYCVDvzhaX0wxMXe90hg5GpPxNyC69ZO5vHyJ7TXsoTVJ48Kuwi+dzU
67abE/6GGplioAo3PXSUHhp4Y9qdSKwZvw2Nq0eVlxWh19buhdLh8mZtlExGaw/XHZuoEqpyFo9Q
T80iLrp1vmkroFuK1Ek+QFj5tCzWIw1tuxG3hbGffbTkkBlh0lr57/UbWbxLWZ4fRNRbEAUM2Ca1
NUUS1YFvqROWFNmQYBOs83oiYuhVq7nAdMQIwEIdv2ry7mANQgQ6A/QANhF1x0acWVGDdnpu2+yx
R7F9S1Meyn4oiPfJvHiTlfFUSI2Wxq1QEaadudW+0bdqRXtDZQ1Ul3VBOZAKl7XDGk1VngKWwpAJ
1qRz7tLMGyHpmHfT7A6+SL0c3pDlXtuZY4UJehxfdrI6K0ekMzxgHziuPt4c7rGl6jsYEyYXspDb
IS/NJVAop8OSo4fZNL8Yi2oFa9pvUIILUipNtfJ1gkEDUVHvqHbhMUxvjUPeOt9mMcyx0rAhUNO7
sc1S5tdp8lAmQx2YhakH5arnYTGfF0GltfzMbNIQrzML0tuaXkCoTdVAd5LqsiLgJA+9BJFF2LkK
f6nG0LvyWMsJs8nXi1EpIB2hftkuXK29LmT5MAoD/NROkU2MRsq2XHrdbq5keodooAtTJ20jrCWr
uFGho9WCDbZkjYXU1KRfKQG8IoD3+2KnYnl21GS6XpU13/MByy5RhvSSnEowHbFZGlHNzpSwGmjN
PWR8kj1r1zg4+eLs9S01zhLS7lxuTAc9G/GaTjre8Bp6Moh5x+JIgRN2/Qrq6ibelZv0KrV+/yAc
51UpXc9HC9IeF9iC3zzdVXbdqjRPHmkpfiZqrPtMhkXpMHCcKh0unDpRDvCjshg/hS2wFKnsu8ly
4gWuHjREUYcYZ3SfbOIwA4wnDIiK7E8tXb7uE6U5Bnm7KjtznuGG2bWZXaPYIaVks/RIS6QaWCLf
iEuRWQzbj7fXgPZsulRxiDNfPbEpQBIWAsVamH5tmiLMTGvxcxwiw7QavFBaihk23rhd69aqH7YM
nnrOBnUBw8Smv/Das51UtzOtVnzqeqveGRVJwluWjVdFZY0wGvXxEXqZe7Jx3rzEsFHl1bL6GE/i
6T5ljTkluleEeAlCXiWsTL+moFUikJJyLxE53IFcvyI17Q4p4iE/6UuIR+ndWMZwTfOAtodboRfa
A4XrxOJCwdNiWhcg4ao/dUPrRDDCs1DHSNLXhpZ2r9OUIszStAjV1fXuzcYuct/KnOL7ljhPqNnm
L0Kvm8NgKYLXhAiO7CByvWwvLam1LZ3RYL+lhbUcim5h/cG2LCpVRDRtmyiVr6mDFVVr31z2g/5C
np5ybKhUfGQLekBhRweWJllUJBPv/daSLFos9mNtO8PewIn7ZmOw7095h6yrwVFmrHMwknKovjJe
+uZk27mtXE1e6ZbSTimVnTNCJC2qRT+LVuadMatDqBVNw7DBs3jvTM6uG/pw3rYbYIvppAqpwZtz
7CtjMkGDnbGOczmrUVZBms/MROxdiVIjJTz0jpNCj+fwWGbuJwWbkceiYK1eTB1NGdUT06SSqLFh
GqO5qMxvI8HAqCRL45Flf/hkNC1VlMR4+G1DcxsOrKEnfAQYUww9VsRq8k3vS5QgqQLdU3fnEBqo
RQhdp++RKWIaY6nfke5NUVJMdTi5Busm+B4WrU4SzV37fZm67gtYkxtrsPZigohg/KHDxPd4NW9r
J/2CGw4kZ0VFTGy4TdiItUKKmRnIT8bXGTJk0KLq2adjhyqj5O6p6agfGhiotxaxTafOapyTSGR6
6WBjFleFW0Rbn78xr0aaPmjnbl95QNvQXBXOQok64M9An/yiDPikD2P9yq7y6lkJEyNSZQMs22g3
lQXu42x5oW3VIhBZRrqRSJpLac8NjueKPOBSgJLQA+dm7pzGLTrLSKjeE0Y06HXGeqEptPqnbQKP
BCKlpurxLjKb6pJycPq21CvBoF2S+jSLjT+iKdshYCnAY2y6AdggpG/JXMQ1MvFQXy183tM5C0oV
T6u2RdKMgKLxjsLR32QLIXJpty1ocZ/wmVu/tbj+BxkndGSttS7mGd9wc5gN9gdhdMwtEeTx7cFP
WyjJvjGLMnYnweytT5C8V7Ccjbz6DuTLDKztXtIFvyC/HTXjaNc8/Sh3nqezjihVW3A5S5zLbALy
XouE0VvTW9oVZFIZeVSHvm5ORjgO3h3jX/eTg8bsaKhpcST7A3ZS5o7XTlm4AWQjM3ASxNtMfZWv
5dqrN5OhwfzqcdTxCte537wRVIpu1OfitnC2GydWWVAhl/Skd5PWEw3wbCPT3uDC6pRpihj1BmVl
Xz38P47OZLlNJQrDT0QVzdDAlkEgybItz86GimObeZ55+vvpblNJSrag+5x/HEcZn4dm6aMUxW0U
iyF9nAr81DXa23Dla8EXv2hnfearSWTCIa52ZtAsTuNWcb6HTY5ARiOGJuhX0bq6XgBHOBSm0Rfx
rvdkBWBg/KukkwUC267yOC4G8QxpVboG4xrSsgHTYqss0bhjLWcS4+solxGMypDHBYeU3WYvHaZE
l6afKSiNkU1MTfMjIQHdvSOH4qSB1Z731AaIkAQx/s6l1X6SUP1BanN6FniBQkrUhLdm+XcyrAsf
HwSYTAie6niczMOaDXGgJnL1adwAnuraGRCmUB8KYCGfY7UA2HbUoMINBOG76Idu7YxAITzsRKVY
/azFufWx7vaXVa88LyrnTdxmIzbKrHRXpbaPhtk1nCVd/TIo9uAjCSjZ2J3RE4WSfc6aNd6hii89
M1PmIJ3WzlN2BOC0OjsBZX7t656Na++DRiiZL8c4fubLEKx7ZeugRicRAZveGvSyVzwxSPNz203i
EzkwpIcnvGBTVZdXrjrjhuZqRwq31AeyLh2fEWiOKLJO7rONKzKrMD/lxtgRMMbQbwK+f+dUSWuk
qQxM1mmyjFE9ldUvcOv8ots9J/I2rSQ4kL/yxPhNhZFZyLfVMOenHCkBOuPY9ju8EgeFM5Evnif7
oV+V0k+stQGzGHvPjjd81dyY5mWSIHC7Zu6keIgPkrmyo7p2P1pXLJGaKKTprss4e4RymeYBpkIJ
1KWtD7rQ04vWN5iihbVfHKfK3b7TjHe5GR+ryi416e0fs0iHB/47Fv6Bb5PYjPUjVnBPaHE8fesV
rfAguBsLCJb48WQ7uRPUkIjuqI79h1ZpHYrtavBnE4F9/cFfBQZ51hqDq2GszV+bQ5++reVTI3P7
1LHC1tTPgPspnxlNEd6arFUIXjB6az+zRnZKEygK+mSXufczt6bxjI8SgHy08udZND20AJGYVl9b
Bwrl0mhphcagPm7Hql6q0yB94u8osk+pmptk42ra5JxbR7Sf5t5iarchLg6bkb1OTspuoi+fadsu
nkZgNbuT3hjPNhCBS+p9mSGpl+MS5uQWkpFc6bGr5vETGR7LJUVAnwdg0N3wusZVPx7iylhfcZGK
oB3j1m/TfvfULtXVU3974Fejq9/jXh18XtvcN+QQH5MNoBg1whvsgerVdmJGBdE3YawpSsRiEx8h
xgRZDgn2oWZcPBRFSA2SoQzpTQG1c+bmjvfe9Du7/arU+qtoKuHNdrKSGoAKQz/PbJF9UMbTY2lP
mB5sLfGMdsjZlsjHJZ8gBdItvibku8HcEo0IqgyBok5W/N6pW8MQvTpd1ORJ4OR/wMyaGPv+ZOmX
dptvRgfqe7OwnybrflfkRgODkYWtLvEYbcACNcYHJjAxuaVU5PdeoNevYfxPitH8i8vkhkS+9e9V
fpbIap9vP8CBU7rBTyvPOPPsnGuvPxhrddy5Rdx8N5+7zthhXLfSF3onQkzgsKMQSMixaU2o6jbm
VOSYIJFlPFnUiO/JrLhbXrwiVL2hbL045CUsNK7qr00T560oXnZe+FDNOO1y6IsjBtJL41QXY9lE
tNfMvIOa/Yypc+sMPlvzY1UWrmkdEwBOrZI3d1IZf+xMYxetgtvxrE1Jf1tjmV5yaQ9/RC8V39nG
G/Gdi5373c6NABfjfKXncj/ZWvbH1lEpterkN+Riu6OYgb4sJT6nWLb5guuM/JCWE6ZxCs4MrSgf
plZdzkh7lgA4eHGbTIl9UwGErjOwiKmmwDsXY49HiqV0VHSoEX2HP5otiMVUW1xkJEtQCtB8QKIS
VoNTmPRmLBsLipm51WZfaafsgItywxla4TXeqJSpdOAZWyTcaoY1vQwrHAqZBta5zLdPznMttKA5
PI499QFlYe7HYh28hhJiiW1kmAA85hmUfecBc/dF+Rrn9N/Qc/W4ZTUPP5XFjqTTERk0A6NaLCQd
0ktCiqmZBQa5xHUAs/HRcfx4cComH1LLebZVBpGq1Q+aYrAIZu2qfgtlGM7tiPsNYRWsKXCN2884
TsCaFqbRFiUgUpinPEtrO5zpYnqytKpmIMZv79GO9UfncPLLvCVAs9L+YvGDdtVktxG0UoIM0nRV
PWjUclygaJoLEQjQDLb51bAB4yGX22G/OdJ2E/QiHUTq17GAmSUXiIW8/FSTpIvmLndOoMxfYzoB
8BKbDykZ9zHf3hBvNJzM43PnqECzcdE/N12/A/1iYTKtJH2Z22R6qKv+b2XvWhDXCjklpV5Lwoba
BEDRqIhOWGyruihTX7XnSiuqiwpPZLmbGNfHbpvzQzEbLbkLu80lntZESK3xtQWp9xbiniF8p/F1
IYTN13NlDTKH6B49095ExuAPCtAHk2nmJxLNi5NUb4N1z+8fupQt+ZaJ0iV4oXtnHA/9bPURdEzl
6V2dHpguyqPSOBpnXK26DuC5H+fmB5rjt9RZbF7fIQ32LNYiZWjNyFk1JrV4XO0DROT2NOvrcsCq
KI9rSobFMhAu0qw9kTaDvfsOfyWoNaJwCz1xwj6TBN8Ycr0ou2OfrSS7JRg4f8gpz921EKD9qobF
cejzg4pR0GPD5XQER7qmgoA9X41l7xC+VCSXvjIlzIul8fjK+VAO8SPHhhFWSyxOksycaB6NLLJS
ndiJbYezzx1WAVkmQbFWKvAYMMKygVUZjQ5tb6ItKLif4PmEPJhp94n3jiwIyQuyAtYexgToe851
I3CYSNy5aKsTiV3kLmtJ4a2iG859R+LOpk1w5Wam/S3k/38PhdzSV2MQE6YU2RSFXAXjWJjk07VA
nhrmsmuug1GKy5jf8lAMffb7bW7PRa18Kb1IT1KaNIzQb+E3BB48YGju/6RZ1gZJzaVvMHxiwKw0
bhSO/q3W6TyI1flZn+FfrMUZzqmi9KEdj0NgEt7ByCTU4lGYDcTvPvIjb3qJc3TfI4cOsmCejTRc
ygVGeX/fu7mPdISngTUb0xPn8wY7hKYn76Yy0kWc3bVa35430epho8/dFTDRhsTaJua6HfK1S/KH
oV9u5u86wqwPDjYqRrjXNzLaUP+aTj9cNkOQq2TxHA2btj238wTAxEzhWcwxdYUUIs2rhz6VvB/O
8p3RWPaRLDUWzU1uHEYFh0K7JN/VvMlDYWcxC/NSwGGr/IN50Xwi5o0rO0TydzT1OuzscT/oYwGH
m2CRKnJrvs/SUhAS05GeRZh+UAAHkw/BwcAhyTIrshlzbvW2TS1JuBs38T4UWwic2vuM9R2OkXa5
1KIqIg6Q6TYZKl4zwwjKSdkiobQ1CgbJSLw1lpcv4KcyN1/LdnJCKJ2eIDIqlWHtVHCoWQtTOdpc
9s5xoLICueWy3rdr0jwAAGperTvNdS2dX6UU/3rWEOjof+TlDUdpK+X7ohvFlRqMxVP7ZAp07t0H
uliMoJhhcjUzqU+5U5inUamyMK+K19ywSnZPoZ4HkySvCrEpef2F4VowNNBLqhbIxdpJYuu2o2bG
yTtZLd/12H1WQ5J6gkvfqyg+PcCYqgeL7JDIUHrT3WKzR9ViqQ9JrJehYxEDQliUhh6XL1WNY/1i
JpR0FNsGHy7XV+IDhlC5WbCJ3hD3i4yrmxdDeWuy4dhm8/3GF3EA+b+3cHIe9tn8M2tj6psbl6st
eMRFU6bEOnZ5yGom7p14Ha5CANEZ644ylozpQ0zUyjczGhlKrdXADxVobBW7P24DKXX6Zv7pmeei
chWoRxwy3pRp1d2adfiQEl/Gq6D/oULWgPVDbpw6t3WsUz+IZcro14unE3sMgU5w3xkXrbJckxZA
INOxIAuj5nFpc/06lUpxEa2deUS4JayLaRcIEokPedOLB+1GFTg1C6GxcgiasgQomY3qKhNpH9R4
ee+Y0v2iJGMaqGsEcB3MiKRU2HapGL8xOrDbi8C/Z8vwYie/FV4o39QYWP68tp/OOpEJu0zTpeAM
j3KFHyfRAX3awXhDN5B6ySL2aJ9nkr326mov+/gu+Wi+k0OBUXUSnxUzTv1iTD9R7Gz4rM0Xbc4I
8iLE5sVuLIufQuGzF+BJuVqMx5bMiMMgd8RR81sTQx7mi1J5op8IkKG/2gfwij27nxFnp2I80iQw
PtKnOoZDkdUvzpzqfptNmicSMwW5ZKL34m6Rf3AkDtFsb/pHIrbxVWntxOO4Ja4JmsT2FmzSzLPo
pQbWKQL0wAe3jiko62V8g3Gma6/XO/mD899xBn8i3AqXay+Kiy674S/+4/qucUB4Y8uKXzYgMVd2
y0tSEUK4sCZAZkJ7sXD26r9isNlyMB987WOMcVjYe7SmuXXQUx1EEaqxUQyvQUyvdXXIjP4zNst7
qiQvsayciOZ6EqFKIMDejm2EaHJ56zF6wlZb9aEbYAzTW0wIOfD6g5kv/Zc6dvObUIcZE61JfFW8
TQHLCcblkft2sBX1ngUxCUnJsbyJRJUoLarFd6xJBImD2GCNb9roRGovYtJ/VNPJD80yWuGqYbEU
oouvuK1HdyAsHndX7bijtCHSN4TrscbIk25F7xEp3kVCbyHvlTl/0GO02jv5fu5Q9TlBd/1efyB7
0g7ZbL3ag9SedKPVIrYt1Diy6Djh240xaFTugOm3w7ZUuV+m8XNGNOJ5NcfidTWRUdQotO+EPKGC
6m924vw9JvCKDCULf37DxkOej4VRWFOf9OKPRrBDYl/j8YHBwMND7qkAzlmhXQpY/uWNRDiBfAjC
8NLV/2aR38c7NtnxMSvvkLGq2hloxiVKwS2SbwVP9S2qnWRuF1WGK+3LtL0iZzyYEuuUfElnDraF
t9J8bsXZNO+s+iFJT3YWafo5gzZSq9537Mjs+EHv6o2hXzIw435ODbfKPowcy5nCrzfay0hW35j4
WbXcjMzCZLgDfBQ76496HoE76ynIem6ViwJ6tfytrWujvursUfVDmoWDxQRrHjcig+Lyp1qiEuBp
UDxtgJRq7jaQpOwo1scRYGmCUixnXOpIvArutn78nfaGIeFnUFCtf/XT3Vp9Ty0htvH9nvwT2CmA
NuCxi8c67Q9J85IQyNDdiTY/mjDT0rhiOTxw7d0RN4SapglafvMx13BDGZQ6HXLyhwxNoRgOMSPL
lLq8bcBRQ0J+DoICtiG9R6DsleUSCVL1NgDvNuqR2JhGpJbXun2p67AdHmwiBkfQ/a3zZoLlWv0O
Ys+zR9tv5u/b1ybTXzZL4jUmTrFLowem/dD07yonZtIWp4KYM3HezRE/y7to2Jw5Gib1X47VY0GL
KgYWScebl+c4UY+kwMLVfXMEuZU4WZMa4MY4TMKii0Sg6ElA0Ai8OcrMwS9goOJfXEx7KdIiHhlu
Ep9PXaSHTjwqt3aEz6R5LMVxTL8F/5aaYHz7/AYvinYy7YtT3SivT4CVxbo6Xc4LeKqsf4Z42dY3
ixMBbmMwLjGpenBXWnddlM6t6P8S30RwEtBI8KJyyXaS/LNLE99TdNXrX1w69nYkmWc7jbh8yEhp
ALsMVF5Vo/SwtLNBApBZH8Fy/2rE4tEawxv1fwbXZaleCMkNMuausSeCQjcebVPxKn1wi/Jujzlu
Mp+u1Vjrzum8u6KMSvIVlikL0zaLblmqvM1wcMh5GZR8a73oyPUNDjvnde44cx1YNAw5HMvG/Brf
EpxapFoMgnkRklHAHsX/yiBJGYuv28+0FdjVRY70J7DOm8NHrrw36amHzbX1SzEnoVNs3jA+mOur
6jx1cUgsHif+L2hkqPRv6v6kOa9JH+7l71I8EirrNp24dYZFhHKiOws3YD/NFF66fWbda5ac1VmN
Ymo35aJ61Jp4XdMFiAl46k0SF9gHGCMQ2BgI3Rwybvv6eRBvg85kqUSMtcdGG4IWn6KV/RiTAzlP
MiGfCVTBbedbh+HXit2kysnaTdwpQ/YBgLPFBKmUbNjKI/ohX1veVrPyHedb47zYjEdLfiPzo9xk
Yx/PCKqqgl0LJ4PfGwftBu9+vOkdYSKr9OJs5D3oHIVqemJx8imPCrJBeSNZECyqJlXtWpiPa1pE
hf5HM0AC6+lgArUm7Z9mTlBivSz9w+0SXEEMUV75pQLv3xKi2wDsMIxWAhXKC0klKtvinr3V28Wo
+atk/a3xu+mwtKbxKSbvm6C4Mfu2lHMy6oGSnztcTLZZueP8KOSC3A7eG3qIaZUTv/OXZj/3u+Zt
kppwWsL0t7r5JAjT11Z2Hej/RoZjTiTfzhf2gqnepXUE340xNkTg/RlJWxxoaiw2EoyV+Gugm6NI
oRRIpdqOSvU+Lf9MNdqqUDAvFc6pdv425mPGEZPlTKmkyYzyRNCnX5thXc7usideIU7TcuVGzYoQ
OLFcFG+1/u2ctkv3ry9eLJp40LKY7WcyfaIaC8ye7t8bUybu9xwJe7QoF3uNpPYz2rwPj1P8PFYf
SvMJRuW3Bnuu9Rf/YsKbMuKgqkItfxvmf1bdhhtiWqQFDAfPBoaUDiUh+MPJLHIOa9qAKoqsHq2h
JRrxCBvjLunz0L5v9rlaEw/gAYUN2rudgJ8MveL81ZqPGBpDR4lM+VSuv1AdzfCNkjYacFiIvHJV
7bvaTknlkGZ6l3dcmxzfI5lpFoJEPQ/36mUCPsn2B2k+cq8dGKW9bv6KfzuQkl8DQbYEyFPCOnnL
56u6fVQoQcR4VhivEssZo5uEGDEGPRu3Ps9DjkYp2Od6PBGraoV8+6NnELkZ1LpMz51ePi4EJfPF
pwcmF08u1xnfWjqBCFb3wgFvzK86NarLBAX2z1p/BkQmedK45hqH1Z4caTIJeBi8Lf9RYBnsfPZH
VNRLavhoRTdTCYES/SR9Rz0WyHi/zzly91U+xCMEQWEGGNQODoKmUk6fm9DBQ46V/QE7wBZdHirz
PY1/5P3oEC1SRcNf+9iND7LlD86sye5chSP82z6TkJQe5YyWEDM5fYE36c68veqcqkXFmXE7IIzv
igsqXqUfp49Wdd1R4dnNk9085lQR8y5wiDkKgWqCzpnSl0VocrbYhN06+2diPg/TXe78ZB0X/ilZ
7waeGTlebm8a/DMv0dFh1tbus/Yp1qDfif1pSAnJxE9DcC/zHXjJMnw5AGFQJhBgvdcnCjff37y4
tCgNhomOUAxu7wpeT+1hE8eeqLZGjYyVehWuDd0+CQX2YSCJ917CiCz7FRkqCvT7rX/ayFQXPDGf
ZfZHSU34WKTzO9GCymXqfLj+gCQ4T50/F+u8N48SkyI0IM3zS/bWJ3/Bf5R6jZryWHUvqo7A8q9q
naXxFC+ve/evSY67eejTc4XXbQ+xq3tGde8AwzbLQ5k/Gmhqs/FPmY08BGfTfp3NkHg5LmGMKq+m
9pLkj9N8pyan7SaKGj9yeWo4ZQkKKssgU7ADaJVbyCdHu1+1awuGPpu8jx+7eHCmgB2OfJl/3Ecw
277OZSbjn1UWB72+s+c0MAkOlyphd1XosOIb+FULEWQaEV+5gSjiIDssMqigYi5nFVVTfam21U2a
42Q95Srl0NofMnbCUnMApkEf+3t2GU8SBI7a6xY17dIJurfrNaMslgGdURmkmtmfCo2DWrGQpPc1
u5rFBWzXT/uMRNZ+1W+J14CLa7f75fCPbC7ggRxk9liJn3S23E57zzkANAKfhir3QKArRvcV7jBZ
fqaNRJ+MjrRke8gHsoIg5HuAtYofXwxvI/+mXY6T84h1gpEgOezF6GEXJBM6sFrE0fJZk+UhW4an
KXEisRucMonfx58refrN8hq3F4yaxEo1bgNKtZu/81D5e4oh5m+c3rWEdNLbfEgbYMxe8TP1YXDM
x90p7jDEk5rIjZWQAUm+GgoVb7llqGGO5wqOhkl77Uqe5qY86VPyz9Dhp/Kfjlhn10Scj3iGG7H3
rek0j7AQ2A20OPF0cOaa/7JGyRJPhWflaFb753n+MNpQjg9x843UghM7PvT1tw6d3jsZBOdvYwdy
MkIRx68oYtjBu2NqTYdZfHckVMdO3bqynbypoiQRGFTFgeNqN+mu8qHk67GppyPCEhDWNaHsMbTt
SKBlU2wiEVYusvRl03YfAo881/5ulCYW191EOP/b2oTV9m+j1N+0ovu7q9It1cEz9O+u+k1NC785
vUyEqFflx9Jn7Oao2+D8YJb3OZLdY6tw8aZvGdmRmgimHvnu/rWiAolf6u3X6Rbyh/454nPC1Drx
idPI2I81jpaN/bCUf5L9Ins/39Votua7Sb4wVcuMWWVwl1xxcQCzqUdq/53X56n7a+rXjrwCyLV0
PXfNgRrZyQpneTQtcco3H78FoXs0zzEjyjoLpxmoFw2fpl7H/jwZ5x4SXKbflW56KzDyqBw1eNEW
MDcXr5Z1mRURovF0VbYoQg69HIUjS+ZNB+Blt10MzGZ6W/XRldPo6uV1tb8z1fjaO0JMKeAmaKvR
X9CkulmDgdn44Yw34vteOQvrWOXhVNDIy2eDJDf3J8f8nUYsLOtj2ZOe975YFIMtnEYYjk4KTxGs
gWsVd7DNuvlTJ4Q66y/QJBmqNiwqcg/z8lddL2r3YiJLre9EzsNJGHai3ssWkVfUz4Pb2ed2YOkx
7+bql/woPyl0tweqyl7kBLekEmrSkcn9WiwmCRf3YxdD7jOWvQt0XlsOowbYzrrHAzDEFyvj7auf
q/lN6Z7t/mnZwrm/zrWN1J6k5P5klvyF9rEfPjVWF8M5D5l6bEBKio0JaNe9qnyLFfNhze5b5Ywj
EDbqqbTOlfzI19zbN0zpko4RCrDS5aTORPUJWHjcdzTSexXLdMpcp+a/M1LTdoqSllozdnOyiGtu
bzoyKUHySqiwjL6B+aCTHNTl9yic/C7vXPKooyl7m6lvxMMGVf0vW/46Iz8hGgNF/6i1r66fw1Tf
fF09VrAp0uI53u3pOilT1GXTAS+9L8qUkME6SJWZ/oHElwQgGAYJ2sXyZSDj29TiqhTTHf6tE0AD
KX979TZTwrtzUiObLk6xA6yv2Pf4Bb29qO/KBuyDrG9+HYJOpWwjd41wQo2aPoujnKWnwCpl9I/6
vPuTUDC+dYQF1kHVGV5B47ndI0DS1kAx1E8nwSYEDFs7kzdXdYiM4mSNWzQaPNw3FZPhzsjgsYkg
rTHQQ+//RKw99EjOa/SuxuyE+jAGmXCiFad6V1NtvvGyW9tytJvkY1qbD8NQImefA5vmk6YpDna7
Y/XvXYkZHigz0Of1BLz/SWG7J535tOj51ShWfyGPLGvTzqXi66PPZGDH6nG0lbuKJPZUVw4kCMYu
RMZPr8jDVK1PyaZC20NaLZq3m8Nx4K3JHCTylf6JzoVZYsListu9i/PDc8bmOdV1X/Tqpda7P2th
owVvFu3olM5JcOEi7aZdg6YTRQ92R3E8cykw8v1u1XUcnqUxMyIjRdac2zZXfkARkSNdHAQtloa1
nfY9idC+PZaO4mW6ExKbCUM5YQMbLnUFxVdDyU99tMbxo5bBvNIp6k77cE8D8JlaQLJ3az9WNX8B
V7bT7GxzQN/ozEf0g5c1ny51Yr5r7ejOXJpjoeHpQ4WjJWeMSP605a9iNYJV21+HfSAQkW5ptJDT
lnjOmgc0PbpdrPIi7chxFMIEHb8gtFsxxd3QVBHNgz44ImOu9Aj0COg7++wUOyqa5dKL1WtwUg7q
H4e0ftH4280PrIpI9uvTWs7vyzzRdRD7+j6lrkgKV9khrZG3wXQ2zHYDiPyEl2JrEOwaD+r0PcVm
6GhKlHGfEAQemDDMFfuihC9AvH5VTK5gyds7bvs5JUGyKnC7jVI86uocSGvG2ybdzhh8tGRemvZR
N4x+lozhpK5etrRwWcJNl+1oaVRtYvTTKawnV5uzC1FTM/04BqHkwjoNglqDbruXDRPbrC3PM+jR
aLWHRAGNU4F8ABr9EvwdTOpH3ZynzMZeYJIH7jPD/fQN37ddBaiRQJkc5h8kZjoj5H5TdROgvwVk
BSClQemxjPmxWErf6csjVcj4OPOwW+tPyOTSj/dbDDhppH0PC3NTGGpUukNLAIws60nCgUEdUygf
L8c0T0iUbEpfJ7QCgsj5q8nsTGnCcc+TMKa20SelAwkR/Yxre24SznJ7fzXQuc4jA3GnOKS9cgSQ
SMKT6IADqmp/Rk10LDZSHzDtxU7KQtLfduwjOqGJta6/x4H/bJGdadbrQ5VCy+Q4Dqo+ee94eLeN
JFMxXWsCvllUq/agiPxZH9+KmS1vyBpPSDyA/Do5Mrr2GRD3M99kYKBTQQQZrVXizwuT1dQy1mH9
RO5YIzGr/BU+KRblXQ8R1o4cyUw/PB4590c3tQ8EZbpDykshas9G84BcFc82gu+dUz7ONK/iTWg7
BgwWHEpOTnVM9SSioLqB38bMIBnUCE73+oaLyCTzCDitUah+7u1IA1qd6BfO5zUoRsvVCmKtbfoe
zfqeMfOEn5dNi6F4VLyE2jBbw7reS2xBeCpJ8PKyGjzMoCMKagCNQU5qa4n3auxOTj4TIsbOlooE
CHGIDKbefqp+zQFPXaXvH2KBaZu3y8xmuAPIthYaZ5swBXTF9pggZubElNiE6qkA2NPw82kpMjPH
RlXbga4054GFcGhKTyhQ8/twvOnMt6H3NZR4zlK+tVN+ItRT9VDHPuxpXBNzWj3RoBAWiCfYDDGp
5Ub9MWA8Y1+DYtFRwOZCvXR0h3Y2H7RELcVdAjPLSGby9qUhDqxgySF9d77FhWYdW/XjePXMHSVc
bLmTtFEUlF5RStxirZ8sCMEtwPiiJQl5GfBtjvRgYYlfcnprkDx6vYKAfY+DltKIcl8qj9phcA2q
NyUe5LZXuXbxB6W2jz7LS9bbvt55el1T+nsrM+VkoeEFaZJGprP81jGSeBvq4dRABKDa6KS5StVC
4CDEqz8MPw2DeMvnVUiY62V7XiUdSrsa0JbltkK/CED/buOXkcyD5ia9Rjzu/qLneoSWO2wpd8gy
gqDwdt8ydeZVhhP9AxResU8uEXG6R5QSIZ4oH8tYACd3VUdGVShIGxOg6uhXq1I+2wVFqA3pJ9Sd
hQPTBQG2OPx8m0AggxkunZQnR2d9W+rjyMROLRDJA+Y6ncqeY7LH1KxZobN+3Yw0c8uPRuzjgCLX
jZu58keJtYE/FaQrZCOjsJHsKN2Nf9umHpHX/+XZ44DFJWygNR6t8aNE16iX+cMCQDeuKXxwjY0r
OWd9F+LYh9wZPbkWD4bRHMWE862ZQ03mT7i8wUMhZuHsj6rUjsJwfjuiudEWYbVJ6+dGkdGNXScu
DEyGl2J1xuMEU05K/2MjRh+jPJ9yqMJJR1uocyCZ1semgMCPg3XP7PG5IBz0qnQG5EGCVdz+w1qD
UnLeiza+2ydMaMuIhjJNXpx6vYzlhEkQqb/Z3nLBt5vXaKaJYtwgNDIcgcr9lOXh1nM5GHgQkVnf
qBQlyGZk+OvSRDFQsJYTCGXPCHtIWGDaVnEmkO/LCD2qpzod4ADilswFE/V2D7capON6iHVkajFL
qubs0U2ouVnDJdWcsFOWszVtUwS59m2v+sHM8rsVlLEytKBN5LuazIcp7o37ZWmAD20yLBqHncb2
LejkWFpoDpc2sDrbT26rY7Wxy2M/VVknZD/cd2XMBi7u9Db7bXT7x7H3S29AzbTdwTAG5sL6tBC7
m9q6R8TmyUzK6KaIYeb1Nxv52Q0EAlOSADGC/mxHW3eXCoJA0wHgaS07pzZALgAldSULmiMNCzy1
iv2GAIlSjK5IGeWWySWSasKKmQToGQ6r5mD5KOsQxp4cLCjXAdt4vfbN0UgNTyM3oVtNhm4DeIVg
hF0HEx9nkplqFJUTAvO8Nqpgkob6pGy48HOMc/dNKzc6e4mGxaJ8dXhB27LqvTi1b/zQrF2F3bT2
odyrMayyFOfmXNr/8sH+UnvVuVdJ2AZtWegR+o+jM1mOFNmC6BdhRhCM25xTmZrn2mCSSsU8Q0TA
1/ehN8/a3qJbVYLghl/344tkgeV412HIg/61wfLx7thuedQzXwPtTRihfRxDMuwI6AZ11W26pvjK
c1rpG38179cOVJljnCb11Z0oQtu6s8Vtx/uYlNtdTJ/+LMUwHUkTZkTDazoEYR9XjGTx/Ypny3fJ
khreoNTBf4eQ58CksMO3tu2dDzEn4YPjzmuFhOmdo4umvbXCOD2KGsWhUHF+oxzvpo3gXrg9senF
0RR5ZVYOPK4WlyxBRxoW+gUdEpYndrDjvisCrE0DZj3jkx4eST/iGyKxRBRtuK2cXxBSeGrzet5S
rut8GXzvLAFwwCct3IA2p5FsyLjUg74yJE4jh80Teekn3GnpOe9JFKCRZB1qbJe/NBUynU/8O91l
EdIxgFngLQ65nEd6YeCCZ06iHzQd8z9+5YEimSn86U0Yv/IjtFe4U7G7zraYrvX8zL7/kCSttwvm
AI4DlawkuCUbbDAy1U8oluUw5fzi7BJGBzGkr8lYOsERNaDrKIgChCV3eenhdGeaGjg55/QxWMbm
X7GMXG9x9xQZO7N5UjAUnPmlwBux15P93Ic57hJfoLJ44rbyyvjohoqVOGSRdxg2fGWp1wbpADzl
Icra4OiJkeBjr8UH6+boZapj1h6008NzIKx56YdeHRKndS925E+v4+Cw9o2q5czNkdwOHqxHng73
geJUtafFq/trY408dotRJ/o0gFTGfsbbkccsdPpEMpRraf0FcF6eRUHCdsq4SRAb+P9Bh9HPLIlE
05FI7mz+e63+4USowbkhuclZPmdh5xw9jVuEOQ4HM/0pc4xoOyBRe0nFsSSQgVEAyzcCsqvNc6m9
A0a57IoHxtk5DkuJlsQpE1g9mrNyKiwe/jS9KqNIXkQhqp8dNa92Y69dohanckF0xd6UuUs2LifR
jn9xcLF/eJQLroudVkfBd5T15X4NeKkNhlYShwX1Av7AIFa2nkG6SJihszTcAnHUSLQcOHXjhc/8
JziQHLbdjV1Nd85kUz0F84a1s5+QokNKOA4q+81xGWFf1ghBdRERRujYeKVdxT8t7R2dTA0/jZBD
eOMSstmV1cxHdoDiQJNuSY2D/s1zKOxWf8dWjqDPlOn7DKA842GGKSZglghA3rVN8SPj5aUqDDmV
W5X5D2Ga4iBmFtskkZmx9WGjOSV9w+HttM85k5MG4sfhWYWuvvdir34sjAz5BAF74g7qxucJ7ipx
LOG9WmZCx1yq/ODF/E0XcUT2Y/DnhxHI4ZmqiBB7LqLCzjjWp4q4tE5MvB/FTDWaoRT+rF9BA6Tq
wI/en7Nh6XjhUVyZAadmB8q4jZFCkr8ySv4wkSy3wtTNR4kU5M6vSdkiccebFGBGDKyA2HhCqR9d
bl4Vx/96MMhP9hTGv+Psi4T9d5ydgzi8j/nqPWvt9hf49fl9hRdyk0rKwRw6LjdOuQiarDKQ/cdZ
MsS6IQnTsh/U2cO6iWgGSP/giD5Wl8XKiQ7MzeRP+6EvgRQQZm1PEAfzbUlt0wR0f2Ynknd2T8IW
cTU3DsZGpKptvSQp/RtVcrayjjWQrQiK1wWxvcUS3oUOJX6HNCmi3PQfVf9xIB+y03FNi7mLadhh
IlvCmJWsAtlv+QaG5mgxJvvd8gEHNd252pI8E96f2fC0jE62V+CRNovfYCYlJoJ4b6GaacNoR+sc
C+IGBK3gyB4ji3Wjk9N5mFZkHO20s7+0qJizsVeNmSCYUpXMcToBzr8lulfiHoFPlcY+MVuMPbz0
1EBgiuX1mSqCQiy2MVdnfHmmmC0ZaLTdxB8ZUhwjcWIFXwuhhl1pTwkjLOwwRjbm0iJykQfHeNi2
2Qx6aLX/UZzIvy/E9zGkfYJFwX9MCIUk27TFGTH1I0mQYq2ipaw47ndqaW9bPf7aRWbUk88Ihucg
zh96Lcvz0APK7Akiucjm6Z0ccYMQR3T0v4rvNmQv6XzXYfAXzSrat7riLsVoX2yjmDVflKgbFXxD
/cZMUHVOC8LAsXDRWsWWz3f1Tiug80h8YfogUES2FgoCNgPnzziupVpZqQVn8whgLAFedmZDMFJr
ibHGDbV66FaDo2vVcoufzNkHY1EdyoRPLrkr8sfuALa5dDArUlxc0jF/73V8KPOloyfU8ikiIVD1
ES4luJ2Qch7SX9iPkqLlrWcMUX08OFs2AcTzwzwtbmEQ9Kxg4UKk/VDct4v/L56ydZD1zA8+3r/t
Sqc2XXAf+Za5jdOYvC7Yx24LbVyNexdOCYHK1h94NhwiFFGOim+M3xydRejwnPbu/ID5vL2BwaLw
Qka0c3mDd60mWAzgSXXKwtMx3lubo6uA4vt/6LatWyfF4xjqzF4hQVxSDGLFIsoooq3Kz6NHQKYs
p12LDq/ER9G3WIpARoV7FH12I9ZMuBM4rz2aTZGxu0lsE+cjHrk3oKrEDd3E2kTOb1F6T1C+njp3
Qg1s1YPU1rXui+4tjr0cj0OHAjAp+SJxWLPyGNTfyhlslsTuqx6pdKuD6k36TXpLgdf06nHh4NJu
UGYl2fM5jh7ntnkiOfVShsSjXCKRfLk5ROlS6N7H3PhUCTLqub4FoSgDllO4jf7sJA7UH9I2LwsJ
wOrebsu3LllTYHPA/qrW1uoSYgpa6UcVD8vCJiDkQxEiRWwqNf4r6woAR16jPmEE8j12zjJoDazY
zpvUtpUWiAWbxzQ+iiye9lDlXVz8kslaj6SjFQPotuus+uhn0x8PEskRNkZ0mSkZ4SeNcCvQSURf
d4pSOHMd2gLggoY2SOc0yQbPfqaiRlADV0nBUtUV9U2YD/8sGVT7smCeKRfM1eUS/GRIbwfKFj/b
lmaWcuam05YWlZNwV9a+mg61YGG5EUKz2NdzWv20lV19gT5bDdsFMuTe7VmRBUmA9953W45rh7LH
jZyC9kk4OdxTRkX6iu0wf0G/4IrJxwv/weAnSPyp6k5rwqY4xKmFgJqHRpybnFpI9vOOR//K6PFH
SDCDv3HZ8M9928KNGAX2QNMYSoJ9lR7xztrU3yzu8iASPf2UvNrF3gqtdz3731XBahceXH1IAnRm
ESjvV0mqgLe1o++1GtQbLEcczv6AISpLV0hA3CXcB4cX9rUv9BUzD8RWQN7IGQ9dyd6eGRvctWW/
ybRjCsMp4u5nN/yla5zpQIYQ+Bb3DyYk2PMdrKVzvQz+Dwiv3N8SriCLcSzDubofZsS3LoiGDfk1
rk6SxbjHaXmbFsPj0pPmY6RzsAsUnftYgQhk3zrbLEoZodghclxQ4O4e/IjfUaowIGXDGCCgdK+z
r8NHiwTLQaWqusT+5CA/CkTXqPkXejMHU+Cm0cHSxMiJEnntAd8Jc6MKrIcJdNRfGFjmOrquukhn
6M9mAgRNGW/97buLu7Mqm1KQzJ6uvG3NtnR57CBf6ZOPIelWRX53zsIsPJc9LTq9hmQYtX6DXCZc
Fhymvu81p0ylENaQKOUqFkusJwkGVMUMBz+TMwSUk/qYC9tioeKZkz2l35HrFd9q1v6566PicTB5
TD23yt/hjNJNqK1pOxRsicog0hi964pmY8ZxFri03FZ9P9+4nv2z4FCzgLxt7KYmJZBH1lmRLj+5
iTPtPZSxLc2V+BRn6HrCsa1DqUj2k3uaTrrO/K/J7ij58TL6wyAb7Gwrfy1WW1erVHIqR5Y3dZtO
e5NZyGuRiA9Cid9lGj/8mYg9ddzzHxpcQB8bstos4ZubmE7i565JI941w1+qQ7nzlkQKK+ehelk8
ahZDH3nStXCQWX7+3bqUDblMXxuand1/wejxhjJPb1Op5ifCW87WsKPaECsTG5usFjmrUF/Y53RV
e5NF80oKstqtKbLVqa5KvgmLTvcDvn+IPgxruApt2rdacQhNJNaIcfsb494/eggpNT2M3mzfrqyI
sDGIqr4a/sgsu0/HzHxjg6gfKuNxqrg0u+5ARrS4FoameUlLMgg9oGau9aF1Fh3OXi+a/oWU7xI0
b4cvGWUl13KcylarGGWb0PsWfvurIZTBpgu4MyA+I3s6S/tqK+QNTtqRsb+ua2gQY/3pENv6a5Ne
eFiCpfr0ogFTT5AN+akfnOLFajGx2OaxCTiKpvGWos/XOi29nYayImotsG1l3uNImIZMrS5E8Qiw
kKGAQsdz+FhTBWp/EJ7BkOgOPfcGzAhRjOlSWUALTZfxEebp2E8t/EoXaOczRSTBmQL2YCsZb28T
4SW/XGLyf0XLTVpaCysGRotPQ5lqzbijuFVW8Axdt3/tGSUvnS7/ztnAjgtCEwPiYF5g89W/bkxC
KjVrEIPsBmaUtrrPUgfjkT81CASR1/0dR9omIBPi3wF+9tk0i43GpZFilt678jS2MC/kb9n1HvmC
qTql1As7F0q4m/GvCSw/2zd5OFynIKGcreWn6fF43fCr18dK+RrbU16/VCMp0wAM+7bPZyQpe3YU
QzIhp3hLmbOUp9oLsQuTUsHwgRCjykNfcULvPdeEd8mQa7RrIS+EEjkPq3g+LUksnl2Wqrjyh/JA
48KykhT1lVIw9p5A0KEQWOLkNREI1DJL9+XSWrslCHSABGXjiO9nnrsg9GE2FbaHFXcO38cMsb5w
ZFLsakj/cpHsmCBKSRTVOMEaOuNYauO2OI1CfBUpn7a5nVlODN28sBvN2/5jKTJqzRqHktBNZVJn
67QTQCdQyg+h6BW6vENJV45wFduQmYzCRWMm1nXgvZZ9lfLY5DpZ/wvRazCW47dIy+zoYbPcOdjS
duwUqu04udG+Wory7xLF/bVo8xiaXFxqfztIVoV94Iv7xW1DRoveO7RjTgUu972bqk1HloPsrEjJ
M1ukwrtLUnj5ne1Nu8gfx/NiIelp/Hwzj8vV0I/4Cpe3OS2NFg9CWv42CvPxgfB2fWidpaKwVZgT
S4JiO0Z+9A0XjqxNvE4bi7SPhGPxdwx8FLI8g8VFySVKnV3ynWvEttOI74TKsXSFoTixQmTkG/SX
zof2nmpD7weyACi3tWPQQw060DgBuEos3MfTIaAtm4FjR7Bf7XwjqtulpadcyYLHCbhhi8QAc6ag
PuJQzyIj3Z7EuzHwk1eZs7DjM2PJN7u3qrMXtcNl9NYnqna6I6oeC/PBplHY1OKBt2BdUCF8Vimn
Chi0HlGsikAJTX+ChF/1sNR6VXzLvbCz9N0Es31T2VP/Uk08IZgyKhyYfsGFyWKNWrq2hcEzbaGh
AkQO4Z6AnGVnVtT9H5Fm3V89V+YZuX46ETspLl1StXe1Mj+27yd3Q4Fd2gnL5Sbqu44I1VKfIr/V
D0tb+xeiwuDz2FLu/NGDPSOTmmwh8TkVronVnpVIoyhOjxLWd1GGNpaNidiVFMsehg4aMK6/RWNZ
Dj5TSMWbcamJ/sB6OCQDL5tA1V9X7gylRbI+wOAb5xnxYySBs3wUyeS+Dimjnk5JbdRq9EE/htGB
QoTqZKN0bfJsfmdwRTLnJg2sA943ecZp2FW9h3A3N9VN5qFzWEw3LI2SmIFQmqMLR/Ffit1sUzY6
PtkVqVOvwqunoH+wLOBaJDI9M7cXlN+ZKDuwQZPHSYNrBZrU3K+H1yYgmrmp+ULv6yhiq6caAFZT
/2e2cfBmXnwXcy3fx2tVYw9+CodL+i9j4t2g/n3MChNy38fylOryleFq3Ia29VxK5j6gYG73nvi2
uYu6xL4udfbXpYaIHzJMkruGIs6DMZqHPEr1A3dO91AX2fDRtSVqtisx07WClVia/VZLyCI5G6e3
lqwk30jdnu3Ztc5JTO18y5Z239suLL0gqG5A+GE2SZeE4kpJkBLXa2h/cwNGg5IWjham74X1VIGV
1ZfdrnOFfwwb7tH0MKu3JK/ju3CY+isNrWrPvQr3n66yZxYg5Mt7XMQrxjjdLOSmNkuffUdV1lxU
05cX7Bv86ACWUA4S7NQUxIprWbSIM+EIX0omEA2ZHtzyGS6ZPE1LLR7ZGOEDH2pcayof1y6P9feQ
iJyJZRk9lA/TyT+UktR3PHgAGdL0F8IG0ivdxfdBLLFQZI2z/MuyUe4Gidjauyg0eiR647WWswnd
mgEfujRhTrmHChEdFV2d26Tr2ccGDV9ip+7YKEHjkdMgQTU6zmWxceLIFI8yPk8sY2NDJgMbE5/t
aL07j0/lxGTqiOrZTO5DOSXt3m4SfYT7aX8Fq/EcCFi0vkK0M7pej5HXs299ZX2LUveHbHBNt0HX
6Pd5LtQNcBK9jab8i3A2JaeVjePXoblySTr7EEXdfEkXOkoyBdGIGUkdusmxubQByw2m9Av2TXVI
sGGAQCvMtakb7idjhPHJ4sawS90Wc7CN4yLyaUTPliHYJ3MJRAP7GkvsJTJb6VvoNA4+r7A3rDzN
eIkI0c7XcK7BfcUMKOv5Xzyk7Aa+E295ReYSj/mgHf/SNo1TPRblCO2cNSshgHIyw8kBdfYrhjF9
zChBeIhTHMd9Ztz7DCILYBsi93yUihxhPZ+bBns73l7yScRu0tWAPuUdA6i3DO1NXNPtScNNtKuR
oWGdQOpy2vLXTlnFonmT+mMBzi49IYhJhfxbF6+EKsAmR8KzUAD8xAZLQkGBbsGj+snCXYxp/mg5
5IUGgeKLydbfuTL50tz1T65q9WMKRWmXU3JP1KPLtpqzeVuYyL+o2riwX+r3BMD+IYmIAhczCt5E
o/1+FLN86RtackdNA7CwxvLgzHr1bPJ7pdj9M09C3MOhxQOteKekGP5yK2b7ujiEbwAzHyxAJs+O
GiNebntNL2DY5wUBZ6QHRdiD4cdz0ZzLGABqNcoR4oc3RGcPKR5LXGS32zaJ20fPyn3sFRUUutQt
XiTxerUflmz+sBkPt9FAMDqrI7WJ/SUfN2LmFgRTpWR3yOCjy4KsyKjzm0iaeevW07MO6uIkgcZv
Aybt8wBc6uQEKrxqlyjBxm06VnhdQzvgJk8c2lBVb/vzpcocoLLK5C9xW/3lPAZ3XvvrNqnJn6Y5
Ns9eNTUcUjl5zzDAWO6nDre6ylxdMxe7JsUiFGE5oms0zV7rLofiv2ABiQOTHlKbjYDrxzbWkEU2
RywM7pbvzG8SrLWxE6j2UWTHpRPNpTVdsRt1wOzX9jNPi+5Jh6kMTwHKpf2awLHYBDPOYBuyNvrr
kuykYW+1yVlU7JJuyRCmLTluV86k2NqSv7KRatpnkqDiSVY5fhHJvyfP/qBA0FkxVxAidMyUAJMI
E2wTnxaSCFiFMd6ZFh3Qilma5IpNsB1zfrO1O1VTn/4pLZ/VAy6zk0NP6k1UBs0Omwb26xry401Z
CYqqR2vkClAz5kI5LK7GguaeqsE7AFoOD2O+0mKXztp0lHVeStlzVecVgjHeLtzcMwstOCopD+hj
pIckJtqKHq7mS6k6YPtZkxxFIGD4zAoV1CQO5CJTkgX18w56N03FrhyaYx7m3rOWfvk8ZwlghqDN
V96F3HgD0cxEsy+aGFsCB4Eg7Z1PNQTe/QxxFtC2IKMcu3zHpHvQ7jl2fmGJqh3auw+jz0/Ec2LS
4U2EBU5OgkAo8MOIEjWk7JAtrBP2OPU3vWvlL27I4OyM0kd4maZ9X2NLa7Jy/DSAJ5+aMQHwyff8
K8y4OBYKqQmeOMhSjaugcAdnv+ARQMLHHlgrXx5FywuNkLJsQQEZFoe5eYQuTXmP741fMYSUFURm
+gclQIkQrxm2omz/gkaVv2oSHO/s8Pa+k3PvDuE9LFaB7YPMATKG62/ijnu1mNKKTvJC7idtxo96
4qbB3MzgrcMfssCYwNNYHhgpcMaEXo/aP5jpMe2C7NJMiK8Ci5uRao3CSJ1yCIniM8QIwKUfj8M4
08TXpWF1X4Z+R3GZ4HoAlWcjhUsyyF+47ZvZ97ZWkVHPAFuf+Aiv+SGUmYJ1N06vZa+DXWo7y13k
MVoQMtw3XM1pbYK4bnTO3AYWa6KCoszNL670+hRaY0AxMptUcIX9SXW0Ddi4ur5KR2vULb5Wp4Yj
Y+cuA8era4rrTIoZC62ItwNtYfu4a4J9WSKJSlwht87MjJ5pkjtwrDgMG/HLKMTQ5pXrZ7nvbwaL
AYOG73oPXFKLwxA65ikO8ewCZEsfBMF0QR5MYzmReXicAl0RePe7Y9wtI9SOYP7q6Y2gtzviwIAe
yNeA8CtLh/GtTGeAW27ls1RYMymMCyfBsurFjFjObW0vt6Yb6W6uIv/oB4zaoc3nWAvHunNCspjc
x5yT7sf0u42X4eSJqdoujflWnvB5qKvsXw2dD58kdWgi1+1Bi8IlaZxJqFestsSCyZcVMxdJqgIO
Lm0duFnxsqWNGFyKzVAt88w5GqDdm1mOwVElHpSGPB73i6RU2cTUaTSjotCt1d2uWU9beubrs5JW
fBMapPRNZvo/heWGf9y5Zx/Z+G1zBhHc73zH4/cBbCBJPqtp5S13fr1nmxGfgpysTkyryr62mxyg
RGCdijTJ91kyWZyuSb2XM3bmzgn/ja4FNmoFhnmQN0DtFmqXipyY3dKhNQLo4B/RG9iXDtZTYjc0
ks9Z+OR0VboH0l5sCKzgb5g8cY4LtoDad8JHFkQ9DCD/k0nDudIUYF18AIQMLZCotnJtWiVZ/MuO
b7VdUbu5zewAQhM6U0iGgl71tojyc+nh+i4hrfkRrGZkASjs5UdQWwAbGz6lWclgKQe3vlpF2757
E8gan6DafuJxupeMRDc51IBt7+NkKfM8uQ1YbF01jz5fqVHjlyBFUBfLrlINgMHU+2bNJB+Iqf9g
EvQ29mKSo9L+uOsS6R8j7oQ39FOIS+jM8NAIGBzLhcMv7+uInGilgUrRsZYVQ/TJUs9suFzaCHfY
hSOfSot6zodt1qOj8ABuYZwholR4MFsQIxthVfk3mi0IJcIDt4yMxZYrOmk1i4WjaRq8mhaYS+jZ
7jrZBS+gBEhUwBwCUAcnkTBMusbY5/SY+poSrrym8s63fvjKZy4QMg4mnS/uIY+D5Io7Fv/ggrxq
yRxDrmjcg2NX75QNJPsOMXI7K8diALWyy2REup+p5t2MVWv/W9LotScq8+qXFq9UXHvRYzAZ+5ZM
cn+IyowRi4gc0XsZbGPQxpAv8AHSiRXu+gUzTorEeEocVLkE9EIPDCRgi3snAS68iwS6NLcUdXFs
no6Fztddmi+wv1JShrWdPIEuOS1zgNfM7xxMlFSj9/ZcooiRe3SsujwWlZUfmQ3IFgyWvR9KmMFU
bVIOb9f2GY0YjEWZtRc74BzaRmsTj9RzcG/ZOIlGZCJwYQR/iiY40kG43A+LHz+JcrCv0LmXbSbQ
DCI/a04RC5ET9lxICIJ55lA5Xgc8sn4bapbtHLjpWQJbDAgGzAzRLfjLjQnHYKcpr9nLusve3Xqm
IoRFET5PNgA3oeXJd2xR3mFYxwqlVHscHXRr5DH3spA7P+Xwuw6VwXubZQpAh8ZwbNyqeSuyoH6y
PHK6XKFnfF7o5kXZvkSzcQ6cEgDj2OOcxsIOHsvUag54QYI3jKCQP8qQvRb2BhanjSDuyrrHlBO8
eRjNB7sA/bExbF134bpj8pdILhBfCyzPtejwiQwRenU48m3AgEqNQmtbr25RQbco0/7Vqgx0LTaO
d9Ck+Sse2+oR0DsUDxfW5LC0wy72dAst3Ea5L/ryGpft8tIwgV3bmIQpdItdXk+/HCqUD0cJPpgZ
gHxM5QkEEsZcD4vQxmdSpEpjIHeLk7GIqdQYKblvwQle4wopp+8QKvnLxKhspMB9PNpH+Nsfachn
AXE8hYqMbywuVWvvAq/4Bx204XGFZ0C4tMPVhOkXjod4NIn+IozyZ4CHcdZLOr+NRCN2bHfVAeMD
YkU9RkwEqX/Lfq450iLITYV0NQgGinQS6pH+N3KRqgbfFqFhbKHQRJuiYEVZrTsXOfgdQGI+Qb2p
wh/qYqtrFwJBahUDrW0v6S13PMrXJV65pzYsqmOoIncXz2hGq6GHgDCdGjDaynssgnqrOdsYme1o
o5rQbDyBwDnUGTbyJg6uxmlxVxTXpXscbCApAP7tT6+dvO/MWRlcAXkiH0rLNgeOeitiHWz9qZgP
9RL7h9CO+vdcD+gLAddln+UPak1qrrjUxQ8nAEHVvAxopylo6OBycAvqkY+pkwzEe9hol3VUXfGc
VkxW7BOsrrV++tVt3HTgdmqMgccUZPqFnWGxd4wcfli0pH+tBmZlXsTZQXSZou5zRWMWChc1hjn4
1xKNS7XTW2b3rJoY2vDuElANlDGs3mNU/7yd0lfWy/Fh9sriSVM68hgBrcedP48grjTlY17n//Nd
fDv8T/6mA+mePDwW525CxNwWlvZxz5clFtqs7LtrV9QdEkpXnTmtlldHttYNeyGCod3EEcOwIiYm
J5w1XBbzgKxebH8BtnkfWKBNwN6B/qM3ldFrq1+bALFPIOrcdyYILwke9e00LtxWXQUvRuIrLJKi
uc39YM2bjzXW5KWxz05Fo1yAdnuUTpG9OGuAzA5EekU6K34ryUbbxoB2ZzdYU3sxmX00UonANaN5
WEzlHiyq0Q6AXCgu8Iu3zJJdsx1OeUPhywwRE9k2RG2nLmXnJVCWT1W4l9gj3XNa3ZJ2BWAyxaED
edAhEZIjSYSQgVaUyviWqZXGEYJB7XWFNQVnKFsB3H9GZgsE/r7Zc5Bk+7HGfEnKwzto7qy72Zpa
HgVJM+7SxMtP3JQuv/zVHVJn3U0yJDnGWAuKu83/B0XZffSWRbLhpaw3csfoGEp+U34Pv8COYYDB
A3pDbra/aDvyTn7ePNnd0B2Qf+kYi9YIRIgLaCMMO0m7MJ+hDttbUlHpDx82c4uvxLA4F4KsqUcA
a6JFYKfyqXpAI57fVcNRIPhrO+kyeO0602/6gH+JEvGPXITTUYXDzQ42NU4Ed36fuYJvPGmyR4sV
zXGRDtCDcuRB4RW75NREH0DHA1wktjJxFXEhH67dKwhS7SXBfb/JfKYrKmD2E/TimuUWo3q6/h+Q
eVA1t2PwoIq0e21csD1rxVFyiUzh3mAEbHf+POOGseV82+VVyGd7DO9EjWJG2V95TKaIB0YFEZYi
rq9E/yjkmKP+2iFCP7DfyEDH1t+kXJI9XOnkwU87cTIK0FxeoTUyu1c3CK2kdSunOSoJhi6e+uTe
dP4P9Pr6RjSKKLDUIRD+eMEsxseC2ilOZdznnBRc1IVp4iffx16ZBC3ySg0BsmDv+Vx3PYskbjsP
JiCNkAlkB6mBFY15G971auDrGbnrdEZKJDc2u5CR39pMrTsHLjULPOzWXpFVPWUh1iwubc6Kg65P
E28iKFyOKT1G2S7NyK14Yzs8eXNIIxXfylsroZMJH6RFcId9LdfVjA9p2H4n69xcd536DR01/VT+
lBzKqBJQ6GC3pFasjsiY9bOt5oSaGHdk1wWXNs/x+QTSnhGu4RTGOFUuY0BCOxYE4YQDisCd+UM6
/XgZApIFtE3Ob0PQOciMsXuDp4ckuS8+Q+gTeR5wH5bO6N3W+O7geacR6yq7uQP1lRHhwhBC553e
Ue41YeFo0dRKnMcW2WsRE0cLy5bShTo28KFUfztGpU2HonBvWvz7B1+q6NxVS3u0BE6cabH6Ey8e
s/SA5M7ON9slThVeSsy0O4Y6TqNx+mhxJJ4G3DdPXbgMPFsUK8JcyA+o0voMGJTXNRiY1mc7fI2F
/RSUnt7lzexel8D7cJQHbb7kozrW7Cswa4ZPE/G7azHyqWtGno/Ow8tdWhMePTfOQTzQojFHLuHZ
Di8XvSe8JGinjFyWBG/LCur2fxu0LiRZHXjc3GjIbw/zMHPUD81FROQK5ES6FBTnBCyirk+wt2x8
4lPOhtTrvhhXGXIwQUCPKcqJI9C1xzMsLh5cMEIWvidurtU3u2EbrmDanbzcym55ruSZ4rYF4NQS
3KJiRPU5GNtPupFIFytrCjaC2ygeR4c4So9bBBGPG3kgBSckLiVT9GSWCsI1Fh71J8krxcEn3J2/
kGxRbk8UK4uH977vh0d7oOEx6cLimMxG7MLU9XZYer+GuY0B5vrlteFDs/fHBBR7O0BoIMW9xRIU
nMoc2ICcIo742fkzmaC7Dm1QEERi/TMIvM4l1u+Nortop4X+MqqwjyTyw0NYudMvvUX+jYhyfBCR
/QPCrzr0QY/nQUdfaRDih+tRC9ig/cURLPZsbriUZuWAbgQBLmz1DW/5RKOW8hH67ObouYxlgqw4
Siod18FMatAtucu4iUW2PqKcqzFOw3veyuo0WTJ5cLyxenK5I+IuHw2iPer0DY/STzdylWyrhstC
mPL5iZW9146NB3UQ9ibAZbczBH037lyDL2Rm25qF4CZE4WY/JXzvIF7jxluBQ1mUmaOxUgcPHuIL
ys080pwFIzHygvEmpwhjx6+Ca3dq4+0o638OZYo7OFDl9zijcXvBZH11GlGocuRIStF96pgm71iu
AaiyY/OHEe8Tg5qPwkpshjJUs+snRCKt/Jn1RfOXPxwvMkLQBjGuBF7NJips/+PsPJrjxtKs/Ve+
mPWHiGtgLhazSZ9JK4qiSG0QohG89/j186BXJdaEKmo6unvRUZ3JzAQuXnPOc6L2MmW2vWmbuvkS
cdicogqGJgk0bCdYrKpi46X458hZYYmhsMylTnLrLMg6ZI7J1o7plryJLJWNCubgrIg8oaDyZnTI
PMnEAp6mJwsEnRXip9Zr2ID6AwTkyKTfuwC1pVEsHNqUB4IjRr5Dpl7brrQs5mxNA3m3aZHxjC8k
TzJHTjN07Lwa+Nhb26m/NjbdM7sHSQNTULnkPiAzgddCjAQQLQXmSh/Z4s61DLnyIUYXLi8SE1gz
XmFPuUvS1HxDNJRs66L2CJLw17UuZGwG/dFxUJoatcD+p6hIN6VntdcN0rF2GyV1/Ea6PD1FP1fh
3gzer9Dvh5AN6TStnb0F6QpDFSYbZ1eOM6vDOkDaDD0XIF3izv3FRdgeUvAlYYrUv04bwmZdQ/3I
ZlR+R5z0vb4mQ5IRlCbVp4UXjmzBdwa2rA6ARmsd7sVkIL2MfQdA1LUAoEM3RO0WOpe2ChmeINh4
d8ep/xW6IA3tUZ+trPowzGCP6NKrI2lw8/rX5b9amdu7QbPMjxQ3NxwJMIMr1VRw6m5jA9U7j8AC
iccarOambFwc5Zk97mpXQAHDmXvFtIhJ/Uiptml5xmKL89JTQ/YTwFMQaLHB1tL7Co5w6jbX7K+W
J5ewhK/8s6QZdJG1z/vY2tt9NOP0Q6aEhlG8Wz3aTWZv9Xvq6pimICVkYKr5avSKR7AHjP4ucELI
a9q58lxEfy0WlzMN6IAfIWnPac80B7y82Su2dSBFtAc/JHEuSqYx2aBEd9Y4lSsWozDsh8FST2yv
cU7aivmj67kXO6CC5LGA7UnqcF/lc3MDUdzZN0tew48gMsBrYlxvnHL5pAEHObxI0FA4VuWKB2EW
jagnjrd200O2cR3EnyEQIyOH+Ih6hoUBTnj8mM34mIxB96KgeIFbZYj0pdbQ4gk7drZLFQBn1jWo
lRjUC3mTT4Yd+MEL7nyMD9Rya0yJgFGAfR4FDcRkNnWSaJQQ8xhS0XVJWvT2j5Ca4LkuWIUtQyau
x6hw7lGrrxPe0HkQVYWHbfJ9DPjoYFFQNozeHda5rLxxZqES9xwpr9wRQ6UV9C9Lv2osFaBaEWM2
p1Xs910Xv9g8/oiqYybBBN0+cr0zd7NHG04NkrbYwtJntwKBhIDYtgJbLYtaIxE+W1aJloqazb9x
iCVBDjM1TzS78jjgHMcrbYLgUkvJrZIMVL8ymU6KRxbyWWu69Rhii9NUI1wmdiz1qi/lhMk3GEkK
az1GYUo1ZmOyjPutMvxsuYq5kxyg+E6Rf0eE/uR1rtglQ06scUyksOunzQcUX8RO9Lfc/r6b7pZ8
BjhGIPHGr/HNzhHntzVBMev4Q7dJbTkPwyJI5KyW8Ym4GHU0VTZ+TSPH5TnCZdcq1qcsyoiZDAHN
mFjZV0ohgedpLRGq6J49KgMr2/ZqYHBFeVw6bd7KpCNq07AFCAPEUn9OJf976rnnYIvyla8dNgve
51DyjEEjfcnwUNxL++gM5//Dyxvl2FwgwvY8/V//r3r7+RBTLf/3f8n/L60aD2tD5ocSy0+ncp6j
+h/y4T1e4S9h5sb2MHZISbadglPqKef3dyBxDdlTA+ciQlub3Q09G2Ak5NvWuvnzR1lf6NMb8TGQ
gSnPRXWm1O9vBIMM1aAJYzJ48q3KflrxVzrdf/0eKCe1p1xHaMf1Pr+HUaio2SDdjymT75Nf3ury
4c9v8ekHX7+vv7yF8cTvHyORZuiWKM/vr+bqG8fPn19drv/3T98ScoV1Xi+MraT89HNQaXKRGoB3
oK43Aq/aLO5X40EGFHQAndlvEeBvk+Dpz+/790/lanR+rnCEq20awd8/VVSM1QRJJbmvt33wQUW8
+devb3s+V5p2CX+U+tPrM82PBla4yT0MIPmdJuTfv7xv2G+4igWjdj7fhXNfDl23VA8LU4cg/9U1
we7/8g5EwFJeSQ853e9fUFb6jWZpm9y7X9DEk1L9r1/eUZ7P7YclBiH3p/scpbjfq4IPYIr7oLn0
j39+efdvV5X7l5dnuPb7X1/Vfu470onvS/T1+pfV/2JovZ079a9/Zg+WlC2UbQP0F+LTz8zAeyJx
oe7v4W9szKOHEO3PH2T9Q3+/PX5/g/WD/uU8tI3CC7i+AfJaZlgQMv78+lgm11/y01sYzVEoBQMC
sps//dKJq7FgW7iPvJQldcbwlXFaGp86SvVTOTFmzwjQfVbJGq8sfIhDLVwJvOoMbVHe45WAJXPj
61041MOeByl07gGpXhVHb06r3fukj5xz4wsvOLijgvzJWJHtkNHEn8T2uSmH4BpDPh7FcVS3Iqb/
aft83jb4b3dh6zDBrBP2UH3fQh1wBMktxLqPt+zfQNvizT0iy8lWNXz4i0ymnJiCKhkvVF2IEZwB
OBxeE4wJiKknltOY0Jpvy9QMSDxBbNPVMQxAAotC8pIibDvggkJg3q9SkoysB9dULxXi6uNQ0d5U
AvXRpCb/NhZRvktDyE0lxusZm48FUXdcE8vWYLLEnxGdYry4IcPU3jD1KO/MZNUPtEtwMIvW/EA8
SrovPszo2jVL/c0mEOwmYj19Qc9KPEhLdGZajJD0VGS/xhwGF+MU/c4dBxiRGea5NiDfaMKrAIck
eS6LB1kg4YEDF1YEG05hg5bXQE/nlBJnYzLq+1CPh8bMb/mq0GqL4cWLShugc9/t/UyRzI0L9tjE
PbS7MHrAtvZMq4qkp53wDhCyjn4qma4YnFq7DrYIudM4Gw5lnfHtBXZ1I1oLfIc71Eh3BhJoQhIr
ujzyb5i8LrdM3AtGNtDFQOKJXdgAqIwy5PiBBywYja2H6rvpTyVDR4AXBJxHZNXDTbQoRpmneDg0
U8g4mWI+aTLzRaL+JMt4UgmJQ92T7ACD1VaSsgmLwVSxnWPCb7qzpIm7kllvX8tmhOPsjpAqM7a9
sW2YbuHlBvwIr3+ZgIw4BqPeYWRHqT+SHil5g152WWmHrBLKB9cWiN5RxX54c69sCAxN/9Hmy3Nh
suA8mWa8zI5m8BQAncsGrPSl9uurnqytX2FvXodcQi9LG/eAtGOVbFcTY0HZvhRhKm4ppVnOwg85
ycJPgYpM+o7IF4l71yNIBLoh20j0alGJ7iXxKK3dsMaJ5/B/8/PwyZ/WdRL4EJK5UVWhy8l/+UYr
puIj8SwIJvYRm9ariVvwvMhmza+A3BDmc3UuCO/dsu+FB97ZbBPxaJ8RKWUPUz/lqE3tVn9pBoYp
eH8XWkz6TDdA/8S6ukKQ73QH34M1k6UtwqzZwYIVqp8YQQvAr6jEO7tqT72YG/53S+18K8kJfynC
D2+AI6RLjSbIwMHwUiwnS1z/NDOslcIRX2CQFzunDLszBsDy1pqG+pzaEQSzcCb/yzeMFEc9XzcL
STA13JezdIuQf5gyXZYdYqCGHpqueoRrt5CCBf6ITFxs2Fd+7UFLZiR3kOE6ZVvXLEiED3ZFBGXi
UqpDX4svdWu7uz6YL4EFmfxn7n4bia0kYzvcBqTFX7vUeteproCJ2gVUA35B7J8t44FHM7Kty909
mA/s4fUY75HkvlP4fO20C5DI80v7hyJybOe1w7dxja8pCDwCqFFyGrUmuVviKDjFeQNXiPkiqGDP
2rsju/Bm6OdTjrAB7UjdgbaHs5WN7LLGzBixBgmhjWKf+aWp+rc5x2NP92juSb2xd8Zu8OYjMsFK
5uqb2ZqSs+6wk9ia+SRRF+iJM8y4qNkiDF+YojMGjdFmiiesazQ3D1PJajOf+5s5FBj2Og422Vni
JwPJ9moxU4tawkzHJkIUTOFNgkrE4JynQ3Qu3RqHYgZ+SuVheRAO8AasleW9HEFQ5zHpNgVOANpt
WN5RXb+TS+Bf+4llXXSMBVDEgK+n0nFOdMcwQIsFUl2MPUJmcXxwsAUwBSje1CAAXiqbIVjH/NJJ
s/R1mvP2hJqy/CLrcfhYiAjBl9PbzDLcfngcqjq54jysz+gPnSuuN/cKmTCg7tIhRzdNYsbC8QPB
DGTuLtm0DWbrqzNKMA5sGw9l78SI80EmtxooUx8lrCEXdmUW5ktkcnNyi+QaUr3Ft9qz/HihV29w
3YT5mfV0dbLdKXyRU8dAtUwhfKkehB3zqX1cYdrTTGBpQ8P+Fu5SjvDQjmdoZhFYqwqlsC3gRPt1
LXdjhTUgK4P21Kr16Rhw5NEVIqnPrLwDRZKizI9X9Wq2PiJwJWJFqAO1NyRPnkHspV99rEA09NmM
PEUG4rLUk7jtsnugxmlyk4/e+NbmngCqgQKsSWpa+Lp+qEVJTA/W0EOK0BNiBQ34WBT+pUnycosG
U9zYPTilkCoN6KA3bLsk+qgY8p5idzEbBy/aCUeCQi+bs0ByrJgVjX7Fjha+q2G0dpoo1TvjJeVr
0q4KocglztJSE8LERCuIh052zNdcnRm0KYSvMblCQM9311NaMNl56ye06/umpW7f5YyPvkTGBQ5Q
jGDZ0oEsZJIjmnonOrDauUrCezID0aaSaEecJGXHbUn1sPfWjWvbGRAyfuMds7ZkdJVHb2G49uRT
rS6JZX8fm1LeIMR5FXyIXd7jQCFWL4OFmkCF6/GgwFTtAg0MHM37tsatxYxzReA6gdt9KVCGs6J1
xK2Mu+zKiDDCYMsmCX9KDlAWDJvceBiyLlbkhbsWD9d9SSjJhiu/JW2oZ4YY1NVtC4MMvGzaoiMX
4aHtKRK0BjnvEXf0PBorOTOu5fJt0Oi2jvrBKju8Em4JCLxg2BoHpUTSNs+oS+B31UOPBY7QssQO
mp+RIz/G9T8jxnoumg4nTwe+srEMAxpUD4nLWEtCxt0A98xOU1NnH75QcEFbwy2rxZudRD9hAlg/
B/r3Q2+bfm+lQj3ObmC2vVPM/aZi6fU1s5EFFMEw7jJfh2wq0Jx4kFqASkbIwuMKsZSZrS2a/XLf
iiHbGSaym74d5vs+Ez/DsgRVFoXNq9TLh+0U1rlC4UkWD6MZoohRY05ZEe/dHPP06A6vmgXFZhAj
RwgjSDr5rueJST7VLWotAn5nnr2r/a0gT680R39w78ZwvtVIjzth7xsbyPWzCfEb00mTNOKFm3Gw
pztEgNgD+uqXlS/QMq3uEvYtYRRSs6pQ0cj21inJsXZxrq4KWoTpwNBTEgoq18O07zJNsv2OHAMv
sW7IOOPCn9k+UiqnZGbMBVQktvvMm8rtsDg4awiRL7fW7NYvuhAIm/jVmiP71PE4+AFkW4FMHqXh
fGAIG5418x+yPsSPQqbZaWauReiIW190qvsjcir/UjMD48EZ8rXRVpBtN0Nomhws7At7nSkDPRJn
7ptOEDUSUbDSEDhKy2B0jtKpo2+WXzCB1dT0aZfCQW5iooWTCFTe4vvXkeXdYoBnfVUs1lOYobfq
pS2fYpnhIoUc4YNYt5GsJQWxx2h89AZMjsufhrEkzOXqq7fNw2wIgFEargIiVPiBdvcGMSK4HnvC
KuPM/ulKqi/S4aaNyRdqhLgJSza6Wb+hUip3SwW2ouvJfpyKHgFa7nav84TBZlKmvo7YvWxVXsmH
xqamhVhJnoSCmjQRDzfM9g5HublLzJDeZy1lrDuV36YIuKtuUb3DSW7OiBO+V6az9wEKtz3y7feZ
Wmnv+jFnv+T3zUIczI5pnwwxzOgB0EvvSpb/d1ntJlvPhqAiCNnaR2Mwn2WJxnpLspl6agFBHXwb
aOrGj7mY0VgTi6nSaOKG69tDqjHcIpII7t1sYK7NDPiGE29G5ZuBAnES9Kk1aSxUiCVrvbjnQs5g
uKWIUW9g/WWbKimpwogU8sHeFRCn0EvUD22rnbccu8k+r2yipoqqf8TJbt+FZT2sknLzyGaCLZYc
eCzZDlv5gonguWyFvbXopC6dL5xj23I/1hL4rRTmvVCE3NW4B7dlqKIjGcIR41cNDNxH1FpgCsbc
AgjNtmN/Ny/qFGCpR+pWEjDSlRWbWpXu4gJnplPX8WGq59d0xliaJNV8Io/0wyEI8sZvufDRpvvn
CCXS7UxntaFhAXrQUEdqe7AOUQ4Pe0rx8KqqRT+/AGXYBIlavk5xXN8FwSChzIBe3Q29LU597Yco
N6buoHVXQXuKIDdVQXLKZjm8xnhSb1wsR3uV4gusswIym0YXlhSxutTLACDUIgvch3RzY0FePjcz
EDJCZP3nzK2Tb8SJ8XT1ugmiomWlR0XjhZIR3TVwrgcnmhGATi4rvQVt04OW+Nwpz6uUZAvFzUsL
Vh4p24DHGZ0/JaKmvCNf4Hnw7PDA4VkcHd2Ou6INNIzGGDrYSFCBz0Afhe8cHCqxfHXQxx5xkSC5
HmDgJG3KGj+gxjvNQZBtMVqQdNQWsIx02N4R9wkyAjHkOZb0z0KGb2HtE2CeWagcgYcHY+qeMp04
N4NXJw8uFxFcvjpkFcATjEo1YbFnT7fIb2ykMtNLrgg1qfwYA0mPjch3m2q/LAwJBokoIR8NhWEK
5a5zMvcyxpgSCURs92L29E3TyV9uUhEaxI18dK0FqHqMC6vh1ITkYUPdD+G4AvolmHNsrrACpgek
IeB0WNNdewkQRVrh6LYs3OYLqZn6IovC2c8uSipVungw26w4NRU/Yp1Mnb2JQBISack6dGFuu2pV
/ZcKgyCqtBZnIvVsDhAOJKL/o8vrYZtJ+7uLwvtUz8QViZRkSKVjVHe9/0S/VW7qgVpq6CJ/DzYF
Szz2mF0woOJVxD2fmBfku1C2yTlREABs1XM6GM0REPO9FKxgd6VnY7ALJZu9yH1jDPJoxYrKjJUy
uMxlvEl8WOymhbkw5I77zY7H4eiE2jnGPqoouy7HE5lY0AuQMB/BvaySbbCsprecb1NHZGAR45MZ
R/nOiizd4t+yr/HXvK45g+chnVF3L8F019XhdBTp+NEjXLmdK6veJY6/npLlxHKx0IDMOe4jC6B8
qT1S11SDPAe057advQrmXUJDFdnmMvSe/TzO2ttNsXJelN+bM5ao/IEvDuzxMqVv9WStl0X+wx40
ivxK33KzuGssdIp2QHS4Txy8KZpdXV+6eteUNKhRVdrEzqh815fAVODNEqxrrULgou9Ww0+DyKjF
EdilwTYc+gzDWYRme6SfnjoI6La3oMqGdLNxhw7AQsMAqcKv1gqujKWg5I1S+v5g7MOTLwvA0Oxl
LzgSYU3Dd7JrICAYBc6iLtSJWwSIq322+9S502maP1pIz7ZVVz2lfhPs7aIinypYycFRnBxqBdwR
OS9Tdgc7LKtq+1wl8hmiDsMDyrkDanmAOVXK9KCAh9z7on9Om4Zk9CRvD0bo8cgEXx2UGJmXe6Wa
jkNEipNdFmj68aaX5xGpHtYceDZapgP54/QTg+LMk9larGJe2yQgW3ZesHAJjsK5hWLC0V3ig0Qf
Q/GvQuvslf0v3TqQARqM9qBR2j38ZyBcBucGobvpA+KEcOPVbUEa4lyfLbyhx7YcCwxXZUi6wWAO
g+03+9wfuhs+QgGU0s6gB43yegqmDo2TfBkqidl3Is7CQVAN3JaI2cTuKRwiDwlandG8B+F8Yo61
qm2hJnId59d+G1WPZZiUd0LKX6Wkd5I1NnB3gLTM8iq58yECnfg7/W2eItkrGKzuh7GEg1oh8XFg
wNzHDJiusAK9evyL840ZSqbi9I5WZsazZMLbeF5SaiIurzNhN8iurdE/pRW6orDDBzyyQCU2kK87
a+vk4hGz8+yHQmGU0zPq3wl1Q8u6va21d6oS7swkqoD8dF6NrjlEklZNzppHQt8NkekbcTMklNYJ
wDIgFKewnXMkmIm8E6PmRjBJcxRJLb9UnYkOamkFNWbAuY8Ccm9J4R7CAN3f0K0yKE/zaWq7OibA
E09uCKOljs1LbavuWDAZu69RgxLJS5YkJHR3O3V9dJc48XAsA/I9Q7k+sGjvDl7cyD1MCMwAjrtC
ldznoQFcgJprZuLJ2+SQir6ERAudtWXcm8ImcDfQY31eJuXuUD5nBANiyICsiumgigliyaDAojdL
d/0MmzMMY/cU2mSylPj691yTHItdLg9gB5ZDYarmfQxAhVicpjuXC3UjweItQbyOlukYx63VaNKq
GXKMx8jCe1fDK2xbnh890umx7e1TqTN1nQ4ZqbieZBCAp5M6LiyKq9wR6hD28hmJJQMGaBBkXOIC
jUe0sAxX0B5HBNBHivQtVzTFtRJquniRzo+BRYI0SajVtTI8dv3Mhsna4n5gfVveLJnAmuu56bZ2
U0kaKznGY8jTfbGKjyVM8zMnbX8oC0Z2S97PlwS8P1cW0Dsv7LIjP2RwGsK1XcSQusOIYz3rjECH
3ENiFWl3uoxjW15w+KjHOuJwXqwwPRBOIw5j3r4yUheMYsixC72RLiGviFBfVIKfkenYtrdSeexR
RpNQDmegUVnFaLh5Ehkm/ZmWaj9D+yHlwUZXon1JVEWzaaUNXc8i0D6ljtpIu8KusCJ56SQ7pnx0
8BmN8fcck9V1pa1H12NA2HoA9atwFDwgegULEEndZFpGU0v9ZmeMDwYLJ/UI5gfq09LcKw41LLWG
57Ty5o8x6nIGUIL1pC7nZBv3aXhK8z7Ddl9b3wOahmtFUCZJYsg0KKwBJU+CCC2mdQ8J8XTFVZrY
1qvJET6RRunvmzjlu5WVe8soE+kGNg5GbtZ8E0l8axZgqSPOCO885V7/6GAa5PAR/dVEWsmx1WF3
CKYCJRiCLD55tm4jAOJoE1c7iOiAUFuPq4Oi7GpEkLQbcqBPCQy65zidiVHJZPO1rwuD1qY1Eyjf
tL8pHWXtVJpqWBalemI5A9LboxyEXo+axGUSzsA0j/dBXl5Cn8hJBJP3YIy+N8O6BxjJG06jEt+e
Gptrz2d2UpixeU8rf7hDfFHfgQAEl4zp7WiIlkuWoLsagqjZlPiH4VkFU8mcPk68HYEdeOUUtY7d
h+U3cjnUL5sY7o4rhVywKYD6RC57te+cUtwWk/9zlot7rJNRMpciJq4WTQtXmzGYHJdlpzjwjgm2
3MNIb7+CRPCdYEc50OfZGNJXipIL7YGZh4aJMUT5sI+X1Yfl+mF11/RF+NKnJYBphzqrI44YHThR
8tw5wb2mbaRbzuSXNnGhczce8zIGCSHJY0TwGntyrrrYHW8dV7aHBhzH95Zr964TEB9oFI25xojx
vR6KcGdkUz0CX97Ysn8LKumysuBpo5Ez/jSJUGcZROOdS8m10UE6QLRerJ3TxvKH8XPxK/J7Nmsh
+rIirBGid7Cex3b64U9L8pS4ZY9DmAnad7jJpKcVpT5ao3i01wxLSCgeJ4k5SL/Vt1x+T1iBcfbL
sc8fRV/BhI6q7Nj2y0KsarXkmBI8F9XanFVmv6zCKKvniiEZgvF2gyOYLvOdY7G/C3Qst8XUPbBf
hJ3G84AhL8XDoKA3DSVzMlfjLp4d/O3+ipVpEkIYNFq2Xb246XXWqncxxnApioItTx0Md42Afi5r
jMlRyzwxiEiIqOrx1bE9dx85eXTstUT7UoG8ukaL6+xMh8MHqzF5ayPzBEzV1K96LTtCBDsYjPR1
Lubhp1x4OmeWrV680H2bwhAmdRY5/R2Jw9a+guh8kdpj2pFZsJEs5tctE1KQwRFPADDzmNzykdBJ
X2UPKs2Sr7BH629ETHY3OiW7jPpi2EkQXi+d0XvlIVb7YUlEvFbSDedI1KizoGIQIJoEEc+puH/F
5WufmThDFxGG69OM2r9wNoHkx0H23Y/T6qKBjV2NPCmJylnKXRIRIFrObIxb2aH6WwDZs/va09Y2
TKqsJMG2CQu6rJS+qoaqPVbAf0AVEm5ReinuNdyZ+KQVeHo/G+dvvTSJYonGtLbxouqMNAjwjenk
EbyIgRCC3nQpG/NhzQPqbtLPeVrTfqn1v3CeW0cfuRwKSXZoVVr9CHQHwVAl75NOF+y+xfPkL08G
BapnCW7HHqA5EIXQQp8nI9U8mt7/WpaT6I5crtnRsoTcYrEG/yEYGTzVlrTfk1rN8a4LlbkmgJRU
+4BhVhm7OY//NLxus1J/mcGHr1nt3gUp3Tz2N7FR1VFUSDH5m5ZNPUEBP6q8hn3vmeiITlfiMyMC
d0P3Q8YfblDioxCrzuRVAu2GIDW8AH5Krmck4rf4XoFGSkx8cU5snGZfeMukA85fCtGiQJlHhl/q
lzn7O5/IU9fySEtELs1wrt5C4IIownb5gCCOnWIkECUHaM6NFUVXgecXF4Gd6RQFTFH6Hr/ehOVj
C8KJFUxBIELObuSLvUTDqarn1WWcpw/0ZiFHKs5leBfj6ldOeVHl7xM0Y4e8C8JDmZNJFEJO2PQQ
tXa2INy8m8vllA862JlRUf+HdoZp3pCLlmq96dPA3WFSXw5oRMnafQ/yLwkI4rqaeaZHDOJ0vRrS
/OYX3LMFTVxoIxNOlGCnv1ZuuggzPGbLTxtN9jsTb9gYA0/4r0NTGIy4IbLYMusOUQoHt+8IuYNZ
jo8gyFhGzSQSWwbKmQd74MqbPLAJa7JZzqNqO7XxO2038TxLku7TtVxrfSAyccgoYwVVbgX2WphF
808jIzrufJmoPzjqY7NJNZi9rp9f8XtjB2yIVIuH8CtPQPspmGeiLVH1fedbl29+nRP32pB06aY6
vgpGLIUsTDm/yvYtc9FCaxZP+3zC+ZT6MnuYe995xmswPVmtQ2DlgCGbsQ4EhnZoq01eDQD34Rqw
+nSfnbYEZFbQSPtuGO1qNcCywcH8HxA8OxyPxSSt0cDg5z8ROxX8VsFm56c1wyiD8Gd5atcJAuCm
dPoxBtzgmyUpOxIR3QHjEY6FzUQ5cttrzH7Y47aVQjkupNsclBm7kxUshL8U/XDKwzG82D6Bd27h
qecZpqpYISSULb433vU17HbtztGVG2rxw8psaicUmeXBKYgx5JpbDVqqP3t0Mo8ejdQ2CvF2zD1p
p0Rclt/9his5cWYS4Fzkok0goFILNtt9BLAkF5ViCelOmHdhE3RwTQ+djYnBGoF489dg0bAIkCKg
WHxvCqLcYLvZ5MnZ1dfMSJu094i6PyHxzQ3JwSRV4jWYWoATLqw0gHzVDkX4cBVVbXFIZJcn+z6O
LtZi83skivIJhwDwibhvHJCz1Zw9WqS/v7MsNK9RYOPeD6bhV1XF5YFOHkYeQUBfE4i0Jynq+HVK
oQqLhs6GAdxIO5nj44c29+ixNX1g78h6dbBqG+JxKRVhtSjfIYDzHBDgMlGax/MXhuOsbdHMKtxx
MIUrxgNcmA2Zo72XUy/O5ug4hEL4vRZ7wxik30tLz1eMCpcd9Hm2d709w1nLbnVSDHcT+vBt1+j3
3IOI6YP5vh110V1pcK0kE5G641MfIM6xnDfRQzmbKk8wJnRe5xRntBeNeJSAw35EdACbcSbLTavS
O3g5yCCiiCMy3IYYteyQq4i+FX/VpoN1vyvDIPkaceE8pNmYvDOkwybskD91z3aRLFdul2PqpwRP
FlSdGZc4TjSpZtTNTXSbseFjJr+IMywDTfB3tgacAU8t6oEIT9Or+1hoNpWVeweGPvlSmJaxjDKC
+I+eW3XBrLCWw2KvhK7PZZo1e9kAZXGuwphcFTAX3CggWeadq0W7X3BdMCz1wHZvBAuM67jAlZ3j
XsPVQyKk7TFKn/AmX7mlcl8iuDhgkrOVq7uWcRQqB7YCbO+8UOxZF/uXTpLmDPn1I3Ih1FHhEmJV
NRwnFWC7OgkjEuKDjzjkVrdLre5YVKiXnAbMwQNPGQ+PpwBwwmlDpxPjg3DNOD9VVdee5FBw2QwB
Q+AcLGi2aaQF6x4zNuNRbBJd67DOauvHEmtqQKzJ3B2dpst+DVDnnyFWL18SaH5Pfgp30EpIBkit
ijVE5j0Q/gajjBq0/Qdx2/8i/vR8LZXijuXf5rNMr4Z4JjonrO9jT914rIj7Kd47fX7l1POdrYtv
XRj8ECgSymrY/1n4tirzfle9GY0211bEJjqu43xSvZk+9cQgMR2O0885IK5ZX0LO2j+/yd/Ve8bW
CqCV8uEk8ka/q/cGkhkWkEThPQyw5uiPpz+/vF5Vkr9/CE5eW2Iu8RDmOvqTNjc27GOXKEnuJ4xZ
m24YyptGM9xvJp50SgCczmcK7XbAozRWPhgnV+gfqie1pbPKZwZ5EN4Gh1kxJKYveZEP51m4H1OI
cjIukSYR7ewd4SB5eznAIWFLPO/aaKEUSusRqmtMrM3iMo6qUkparlNCUAYJgcCGPOjmUKXIYhlv
//yxP32rNLGe4/CBHaWRXtr2p58uk20dDsr0D6k3nV4sHg5/fv1Pl8b6+q6rNN2XrRzhfH79zvIr
a5ame0CccBgWRsAg3rk/2f78+Y3+9kG47HkrobXPS/3t8o+6yjYthquvIIWyngcOboo/v8P6Vfzl
AvE16i7MLY4wkt2oZ9TvF+A0TizUbMPDsKp3FtRJSrkdehe8miGeqnIfWhR+f37P/+VTGc81vs2C
2Fd/+/pC/r5GMfD5Sgh9UvzQY/YPb/C334dbypa2a2vtCmM+f6imiKeFeWTzFU7L8EACnrpPkR1h
KrLEP1xqn94K8ftvN9h/tLN/kd8urVui0oigfNB5P+EJGf9Bh/53oTJvgFbZsG5DQqw+3cEt/Okw
aRLvztFyF+fsTcuLGe/ZuPzDl/bpV/nPJ/GlQelLhSa1LX+/EqJYIjVyhuBOUg/1LKgu/+pXX18f
ofj6c/gcB65ebRd/+aZsxDzwYlVAqol9k/rAW+vkH26Xvz8uDK8vBYedwyXgOJ8+g+OnVuabQd2T
gsBKxiKyJ8r3ocnPYI/Pfc9R17ENnvru3RH/JCn/2xfILSRIXRA8NQS37KezvKGDr/tyXO4Z+oM4
oor+t7+QYXrAq3ueUq7hZv39GwTXF/Wus7j3jv2x0qrz1z//Qp+NLxxl3DBKGMHNI4z3+dtz2bSN
ZWjdQnEz73N2lNlxQrOg/+FzKMUf+pdDh9PGRU/s/Q9p59XjOJZk4V9EgN68ymYqrVLlul+I6jL0
3vPX78ea2SnpihCRXY1F7yxylqHr4saNOHGOwhj4F6CEy4FEzTAYnlkWz6riKVQmJPj/c4DKD3BV
Nve+mVRrcNbj1tPh40EJRUd8RIaMKiXjKoVV/KNpbaQlnNaXD63XsKCOmt7H9QCTbEsuuKaeRWmu
AdjAc5JyspXx/l0YxeXJn6ZfdaYeAp2Slu5olrCfZcmN7LEH5l2ke5hl5XhXR9vbC3J59icTMDGp
tA/QvkOX0K/b/ezIpE3iQm/ROs+js+q/l+PGrbaQ+P+ZkWlbnxkZkzjTXTrun/WBmgw0B/CGr41w
82dWhMNBliEOo6RzngmQx+7ZhSMbDF3zcNuKeATZWHSjABDUcDV0jghNI4CGaI/M8MYNRSLyBPvb
n1dt52rnohxgUk+g11iHzFSYLFnyPIM6bf3smfQ7Q+5H3TNSSIYAlBy7f3APMBXrer5OQ6ArcFFN
2xQU+YqMAdWzkfTbmDv9BwpIxl1AiX16/HafXA2tPwjiK8j1pipwnPAMog6yg940vbM0yjmgy8f2
voWBdacE6vg4BGO7NmqSLyCdEP1NFMAiTnUfk+zepCrEhmDIPrVqk25kU8k3nEIJHGVp3WXSQPEx
oZoheZTs0zJFmd4ySLDIyirzfBhCdAUgMVkcXi9hVe3ddAT8nqcu+nx+/WAFdbYLrCR6rrlMTkPT
lM9Wh0e3iuFDRj/CM32X1UNKdzI0RgpUS3RMkHNGGlO6y/Ne2vRd/o1UAJzhalF9sjoJEDlUtJsS
EOYG8SL7XrXLAxkukm6I/XYHSY9/4DDso9/aIPHMdnyy7KS4txSn+xKAK6CU3BKMoV2Lxo1HOnfQ
SbbBVobihGU7P4fYiNdEWvBpqFq8q1IKQgX6rKcskPtdX7fhMwTf7TGHD9XY9Uk03g8ldyzivNoW
XtCEpvPBy1daqQQfBn006DJG9Ib0zTfVLMz7cUIrD7qqHjizZs0D1SrWgBa0VcR/58mPBx5HpCB5
wQe9wdzG8b0kDeFbRXvvprOUdqtlOS0HSeX+sE3IDLvyRSl0ejqTleb5D0OgAqAIUIbt5S57HSgU
/lBNtJHWPRAZWM9NarnuSCNJVZnWPYDb4RGKY4hn0jhd5QgFrx3JQVlPmiopNhm2BxhavgcUSY8O
Ul/3lQXvsaZIqKmPSAuPBMGbpHaSPWl3UglDhN5ABUHRuoPp8ejApXZHl0tOY3/Ljb6DuSRHDwt6
V7QiIFBValeHpc7szRjSvgEkgDl+g7lFXqFog1CQjyo3tF5qrkPwkZHJ8nNIiQ3Vb75oncmr1xqj
fQ3b7oOR1n9XjRN89KAw34cRKGUcpveMKGe/CcMyeCosg/q91Mqbsau1QwfnaYZYpCbToitnx1z6
a6g+1+sAros9LSHKHpFG/6Ot5a9SmT0GpC3bxE2egrEB3u9PchOb7BN6n9rfJa31cOFUxX50PP8+
V5Lu0NDY/+x0uf3Im5/yHL9gBNKAxiDJPct8CAaYWXWwbJ8z+go+IiI1JFBBlkoHVSfSMwqUifB0
9VDaHmULRA7N1H+VQ//Nhdj6H6m03XWoTHggio32swQylFYQA+72Ecb2AszXxDsb31Pt7Q6y5Q8E
Og3p+iptxj0NaPa+LBB3WanVBpWKidQxbNXPdkt/SAJrB2dCG3nQlU4ATg2tMXBGDrSjADPUJx/S
mINnSt9zRwXgUKU/PFDCKJSBTuUnuD9Bw+a7fiLg7CSoENQBih6UgX4GcV/TK6+ad1ksQ+oxkb+1
htod6EY2WWWE4KVUUT/YKrnzzuy/miRcviulpx68CD4XsCz6k+Q75YNkDilMlnrx6GZwGOdV5zxm
VUw+3imqVYeY+2qgw5nKvUKqRc8p9tZj6C20T17evOQcNI3Xo8PzgZc/2hlCqAUVvVtD5hafsnSj
mqv4QaM0Gyw0Ggu3FUb0CUSnyYrlyISNwp3oqkFZpnrunxLkS2Cegmn89n0lGtB5YdmmAdE9aCfu
RcGAUmUGKooRJwAUGEJV7jsHIH5/msWz0EFX86yiwpQdYxwClbZ84b5VxNepoRCQcpGrpGJoAZaF
x49MwRfykSg/yq2UPowUKXcaJPdwVaN570u9/LO01f6f0alBKVpl/gLE/lsUSQ1tS7K8lWLNPDSd
U7+UxQC0Gl15FB1tfSd3UfP99lyLbw9aeQk8LF7rmsE/tiwEtQhso1vN6+rVhXTOTZK9mtYH009I
qZBUlKxPI+zflE4QIVlY5qtZwrJuyzLCqwbxu9ghXRtwLWZmrbyacDP0W91CXr1tgcZMejbdN5jd
sw8duWckkTUU4m+PWzgpxPIOEZHNY4t/G1fPuojWb2UYUhUQlb8F4VzLGzkA7y69b69d2RFOZKfb
JtnsTH3Sx9Z+CUZ72EpoOf39Z6OZ4r+zHd3YcUZjDqPJIfPxqQ19k+iRgjblthnxYKrT+5TcEYcS
sM1V2k9tpK5Era48peWdJB+U13d/HjguqR3eJ5AQq8K57FHdivPSR7jciOnMLtZKaS9E2sKyk6+0
+LxCizTM1LJiqJcTRVupq6Ho4p6AiFHKpJo3WNQ83/UA+pX65T2vk34li08HojAQL40HNaiJ5+me
OPj6HfcujXN0Ftyer6uzS4r53I4mbC5Y+2F9bez8LQnsnZTeDfKd6X5vYGCy/IeJLQ+y8DBasjq9
Rs6ewVNiG6scXLIubAKxg96jE9IN9C5/M8N9V34bx6kTL1hDobLy9b2cbdCMWxn5QynBhZy9OIG3
uT3uyf9f/QBerxrsEzLXneBewYeOCb2T+VsXob+K1Jch13fZUL7cNiPulV/jVKECgYhCRwFuOg1n
h6qk1SL3kVCi2DwJeElPZIE38tg8K128YGp+Jc9sCVeeR7uC3pRO/lYlP/xiA8hpB+PcyoGPjbZN
Kf1JnaBOPt8eoHicNUVDxVoGlkyJQoOW9HKAhhqSqB2N4m3U7+gYprKy9HyekgmXKzVZYJlMWp1w
dcKw1IIKCRio4s0laA40OG39Q4kCE/+pM6wF73S9LX4b022eupfDKZM29+g5Kt6U7oHiXk6LY/4+
b87Wx2vg+ih8UJ0gBX1pAoS4oQ5yXb4BJVzp9mMCxf+714TN5mhMmePwn4S9ncFuFXh+mbx1nzpA
9u/MxU0DILvsmIoyFXCgd7gcgFY0MVnzJntT/wbhWX58z48n8UPICV08mR/OzuRfL79Or9Y46K0f
8DoNmp3Xd8VzOLTeQnh1eS5txYF/WDfhviBJTj5DzGBVkVLlslyMr4CrPWQ2hmgfBWW6Q/yMZsFJ
R/b2qC6TJ5M9drA1RdVTjES963JUSucZNjC/5Jj5n+m/HrsvTgXS5lWtvrgQBif0Md42KHiDK4si
NQ2NM9BeqmlydNQSAh89fCyR+0al83vUQfLY54A0QGwf4EJ/SPLmuGB+Wqbfp/b/zUPDYnMdq9Tf
Lgc8aMg52cg0H8OiRNSx+NKgPasBNG2DINi0rQthF9S4UAmaB7MJP6DQebfwE+bmHOIMUpWaxXbV
hTkPolJTarAbR1XSntEMeWpjmPUBVf+0s/ELIdXadPyvfV8+Zb2xMcogXIE6Ag4afg0l864MpzYN
BcVpxNbV8oGWmO3tXzj7AydmEVVjv/MUupwjCO+gTqCb7hgn2tGEGp9eWUi5dCDFKY285qRya9bf
6FlciGBmNwe1FcVkbZSpBnZpucorpBfCGEEj2pcrFIjg20e7BU0I4yO8Ulr7NzKHUr9060/eU9wU
52YF1zcAafBLaP2Prt6Tjbkr2n/67u/BOxq+swn6L3D8IXnyAlQVKgZ/we8612eep+DZoIXphps2
o8U7SY5SBIRoDIdX3w9QINY01HhhogYhh+ZQ59MzCB7vG4CmH1BjnozYWpOs3hWj9ZjTxWzkxr0u
A4zqkYiLtOJb55cSwDz51SCptVOadJt3GIDe7tWeYIskAfe2A4U7DHq7oW1+ZgmdwkbqwbkDFwEZ
TCWlNxbtghC11C3Q9Wd0R7f6OH6h6/PBhqic2loOpwGScZm/GyYdL43dgpIhGakeGUEY4ei3/hi7
3gczlV8RhlrD3oKEcp+C3R02Sp4e7ELZpmbxWTHdjZOBpOxTG5bKxIy2ecstB4/KTodGY+0aCTkv
7vECweDSVH+0hf6VZueJYbvelonGOy57QOBqAnvSc+R5H4oAOaOwUpEeaPaKnt57ivZs6qQmlabd
Q8MGFIaeg7WHZknntY9Dpn/ope4xDYttRqfBurVq8h3e2+0DpswuOdgC4nVCCC7by32OByCfRxru
SPL8FcxUsKqdPge8Kx16T937Ax3CCd295rhHs+FB6d2PftCtFXB4oEu+po10pK1zyTdeHwO6PEA+
mAQBJjRVgmPS4N3NAz3Lj1Hx3eAOYJF0AJuS8pGyoAN+UBq+1u0HDQ2YoVy4+H5d/pdnkLI6uAAd
0jWL54Vwv9r09wH4N7Jj6dwH7fcg+2yPMBTBd5k5rzpwx7B58uS/aYVYZcUzRbl/Sgh3jTGFdPLF
BddAF+dGs78i5rdu0589FL2xhLyOAi9HDEAF/iJPe+zRoYQW+tUJ31V0nu6VqezMI3KaP2pDgucK
Qi+nvjbkx1GvH9wheo0C+Ic7UEEL7mLGR0IgpVCIUuBLJA0jTFQXZEqpgkA/wvOsTkUD/zvwz/iu
lqzvPRoZL4Gj99DEAyajw4lmNWTfdrf372V249dgqenYhFqQjFEFE36CaQVJh1AkwizFp6Ez3lK0
MhIgtHQtOfE3XY4XrszrC4khcxsRDxnwpv0qAZ29ViTZy2QjYnK91DG/6d0YA9wc461nwXRtwP37
MYnKlBYOhb65Gnzcvxgu2S7TsWRqQiL7oCQ3wM+LND+CD4UchELnCqmjt6BOAG8N8r3upZsG8aHb
Vi9fMP+dZB2qYGs6EZoqnMZK9l2S9tMk+/EaQviNZPXvv2+Z2N82xIg8sNxcogE4P+rq3gGPVw/6
Ojc+0RVDZ3a/aZ1tqgT3Q5MubKDpNAiHnSIqiTEAJ+SqxCgs1xR4PFybGVWcD60NPXXXfhwBct+e
wl9ptks7oGjAnJBsJWV5VRAuApp11NQqj5VivFRu+lHKWlpv4juPTAx9oxvY+j7U9XBfQxkOToB4
tNwCkG5XTjI9wZWFnTT59Vu/R0hqoJqVDKNtl8Q3L0aFd2Ln0L2Dek2566IPt0d/fclMg7copeHO
6XsWXFIP9d0YVAYtzkFwL6PoBaXw/WgjCwP/27tNKbDIkWucMo9EJpf3WTDg/wbg0McmCE+mkTnH
SMmdnReqPz13sBZm8Xr3GFiz0COd8vW6+BRDEahRQtrWsTYJ0EAcbqXbRF1wOtdODsZRcmk8/GTV
5E18OSYoAoOm9vvqmBvltkqarxaUNIZm4wWibVhXj3Q8LhyL6yM/mbTJ4XHoeQIKR14aSivuFUxG
Y6dCzaRID3IhdZ9vL9asFUdXeYLIQErEw6c5vYTEGoul5ekxbfWTpvkLc6dMkyNsdB6yqga4iIoK
beeXk0d3kk5X8Vgd7eRnqWbrAtEer/je2zyocurtELinx5EO5BCF0PcP79y0cMY0Oj89257Wrcrv
CqUGst7SjHrbiICXmbwzmWJnYsOEFA58jrA70py+3FJrjFcoHV4TSkp00E5CyBIt50biHsrBv49k
lCZ1Zcd/BYWW4bUPlK9G5z+7FqxaMfK/6F/QuKwjHBi4L23wHCnZnaaFGyWIFnbW9Q1qAcEARAaJ
M8y24ppLYetUgxkGR0jS3pJs8NZhPTUZoUkCP2RyGCjQbooKFOhAp9LCZP2CBJ/tBpDZusNGAE8r
q+q1J4o80taQnw7HLuqetTr8QlyORlpHTR4tIquPHpq8PeSW9xUuix08ZBsasbr8EaLvba31HxsL
BvxxhEfP/KxIFtQhOm1PTw4k/ulTHSQ8O/DYADEH5wm59K2SvPiRu0OJa9sjb7nS6vIBCreFSExw
5ir1wQkJ5FA34H9fvePdWI1p+22so+1Wzc5VkGfr/CF6aI3O2vWUGw5RJ0VLJ0tYyckq2RqKOySn
HQqVglfXCpIncS9LR5Ump3u5VFDtQB3ivskUeF0qT3mRrKD7zJMS8kBKcYixVFGyLtso+jJaEYQE
qj8iM9l08THIoYtK6Nd7Hb2A6KrP/ENGLf72WRHuIX6xwgFxiO2pfODYhKOSyzG8nJD/c96/RsOm
gZWnfI2GhVhmycr0uDmLEfXCGCOkfKRj59gn2M6zk+nTtNx5vvSIDIq2cKAEJzplSll0XSWuADxJ
1fXSXCSjk0QLZnGkEDVJF7gLZ2bp+9Pfz4ZTIACkFLJTHIu/0bbU/T/8+cIuylF4sxKJn68PWyum
827BCSvT+C+OvDA/03Kd/X7VkCwZmo/i6Iyv9idHOfK6pjkmIWWgAYPaQxRQwULxeZTebu+2pYkT
bp4amhngO3pxhHhH6Tcgef7s+8L1kudJ51O5YWHGLWz+NFX92feFGGAYh1GSR1YmRQxDf4Mq+o++
bwhJeMtBVyKjv/pIaLxS9OdcWjjuQnT235MBNTivYPpDxCCm8uoeehSpONr2qcj2vb5Xqm+3x3Dl
eX9trv+Z+PVEPttciBS26DF75RE83RbZaliGUaawP0vqhA5LFmZsYUC/Yp0zazYcRvUwchTJFDsw
MlT3UHDeHtCSCfXytMA14WjDdNoJDFJ9rSqPzbhgYv5c/J4zwWEpYelBTYsJunVp+kfP8fYQlr4/
/f1sllzFM1K04Qvu+Lsy2Tan259fmqHp72efVyRYj6KRJeftHzSbBLRT/YcjEFxWFyWxGcR2cSw/
qOg4OAsLMP2/X3lEW4cpZoLcU2i7HEFOggHG3ao89km1h9yGFqB1iwSMOxxvT9XsSpwZEjygXUEV
qppleXRogTCRp/IWYpDZtYCJlscR6Trnl+8/Wws6EIcQdqryKCfRxmopTxQvifUuJQb7P27kzIiw
n+iI7E3YgMujGXg7qExOUWtt4NNayP3PuhJHt4G+k2AyxfYEOiVbfaCz8GjvbR8Y3PpVG+5HYwH9
Mbv2E18zDyLQ/GK+12gryU5NtpauHEL3Qfs5opz25fayz9ngLQyvPTlc4kJh2ROj9LA/5sfka9Wh
Db6HHTHPFkB4c0tPRZ3gUQEfZzuCETeu3bH1SBiZzaMUf+nL51pZCOSmC1Q8J+Bw4IND1JIikHDS
bQeyizYBYAZB4AfVKR4l2X42jIm23TvEAVJA+pSZvj15c2fm3KhwOP28aQvExPKjYX1bqc4/t78+
uzRnQxJmbUDMs0sgKj8i52d69/B20hxaNwtAi1krOpcuspVUkEUZltSzQ+I6rzgOWz94sf1vOhG/
uuCHZyfKBCnFA1ie3iGXXoynXt3kucIGiA75TjMXFn92f519Xr38/GhDwAmVG4vvNfRyH3H1jby7
vRqzGwxwz7SLebqL9dcxoVqm6j3vHYRNe3o8bcVdQXm9MuBijO4M7V9N2f/siRFXlZdmPECrfIy5
1JPxNKDxfHtEYk3gl7PkiW1pPEMnDyOcGauGPqmmvflILwGMlXBhGvYOXCFSuVD+Jv8oSxIUs+t0
ZlA4L4GfJWZSYhB1jjZ8gcU3yRZumdnt7KDK6oCWJVcs7DTDKKlsp5gA7qf0KkRi3wtwNdb97bmb
3Q1nZoQdx7E3RivBjJv6sNPsvXJfqPuBLAxMySsPw7ftzV045GFk3TBYJ1AAlzu8SMzMSGM/P1bp
a+R+T9xtZD1CRxwv4QzmTuqZITG3j2BoF3k2huyfMN1r+vsKXr+2nDE18ioAXMlJTPN6FgTI6NnD
oofHtLWdbcLht/K0hR0wP4LfJoSp6sPAQVAt4aBC0G9Oyn0LJ3Nui/0eA/DjyzHoMHfaQIExYCIo
n9DAHwCZ1stVk+gLyz53YAiXJnAp7b0kby5NUVegTaZQsmM2QvnzjZdj0r8P9/ufkOnMhtgs2FYR
7Obwcxzhu9J1BIxgO9u62lKv4OyyaDRaIZKF2peIUbLLmGbhwMmOCQS22cb8fPuAXH+ehBrBMHlV
WzOugFaNDrEf9PXZUU3iDxDxrDNl+Pu2iet1xwQ9BBTfqdSyeS8Xo/QqqwmLFi0BmrbsTxGUCRBf
Boa3vW3n+qwzCAoIE6BOoyoi3PuBX47GkDjpMQ9f0DnXc29DIAMl919FXi5ssOk3X4ZNl7aE81j2
0HbBo5Iehx5Jkp8O3RFOgaCrm67j5KmqHhRjwQPMzSLwMUUBPsa/RCIIKEzbqAj69Kjo2xoRb3TM
ENtb2m3X/pkFImtI5DzxMYj9g42Sl4MRSOlR1w4GLIDBtvoyOHexeld0328v10zS6tLWtDXPfJoH
2zAbHltZB4V3UiByetT1SbDlB33EECDmEPE/pN13xznBKZwAVrn9C2b2PkllQNawH1JWl6cpP/8B
bgazTYbIRXKwYH9IFxzqzIpdfF7Yj46WV6U20Bwi549BgRT7XvIOubnw2Ll2dczi2SCEnWiDcbTt
DitFcoCdY9TvG/3r7XmaGYgB0IJSAo8EAxDN5TzFfdH4hdGlx3/i7G/gaqvUQTJhc9uIovIV4Ugh
BkedWp9eurYYKIaeQceixpGKvlqrH60FveKrHR8ICxrpoDfPcJ37zqfbRmdcxrlNMVh0zVFL4NRN
j5ZHw7/9GTbGrQcQKc5OrvPuYNu4sCVEWKHrqKPm455seOG7CCp4qG2U4cu/GJFFoZZyLTGqSNqS
jpYe1QaHSnU+VQntgBupdVCHUNf2+M9tU7/i3KsV4/TQYAWm7gqFU4UpxKU1I6qtO+shPkY7bWf+
hAUqXn8o9A+0y23b5iPKZj28dgFQNfBsQfziZE/IhgYu8uUv8fAS9vfQzd/+aVcnm2IrZTciAI2A
if+53LE9pSKJZjr1jVzAl1L9qKXmzz+zIDiv+n8WtOyYOq9/+PXp0J95praE5A5VHPWtVOptF20k
lGRv/35TPG3CDE1/P7NQutQIexkLlvIIZ5wHXYDxEC2d6VkrE7kPTVkyADzBObVKATt3FWtvSKvb
q8RI71S33Zqtdpc23TdJdXboph8R3/lbCZtdbxQnx+9evTDemzbK3m2CZDRw0P3tsV/vDhNMv4xq
Jxfd1MhzOfZoolCWZdoOG+ezaX4MF5JcS58XBq2P0JF1Kp8vTTRSdu/D9RN3glAiAKDFn/IuZXHB
jxRRAM9mb7hv5njX9PuwX9gZMz+f75Ns0gFgcaiF2QlS9OJdSXHfQMVCqbxUnp77vGoC2iObadCn
Ml0DZxtPTQsFrrTKeiurp/Ih8xe87NznIe8AU8kGJwwUTk6ka6GnDL371niHYVcugZfnPk9OGeDN
RK5zBdpU8szIQyn2TqaWrVQOzrsPPs9UOh+gPdJwXppw1Wo+ENBYsqS3AMo4L/tQLEnuzg7gtwFd
eIT1jamgpWVLbx7y8t4+zRbC1Gl+L+4EdidARdCSIB/Mq9wreFpSv3XmnZyGZz2s1qvB+BcblKY+
0A104DGUaYhnOwhGwhCls0p6Q+zKeVLrpZrdtdPihQ1ajgcR9Waa0y6/b0h1LQ25EaCUsBm8XQTS
crxz1Pdv1AsrwjlQgB9BMKgFpwAtSGRc3p1jJTl1PgrhCoyh2cuqlu/X5X0dwP+/ercTvfi+sAr8
ckLbQA9OwyfL39nFgo+evIywj/DNGi9GcE1oxwoHoSrKeKDBMz7JEFO69kcXbkHpoaQ4ES4MZGbH
sln1CV0LO8kVOjIJmtyywqY6JTYE62vk+nRnIVd89Vq0qNucmRAu2wLJSBxuUZ0iM/N2fVrBuTvp
1aD1Lr86UXOqKiP4YOpttILZUl/KhsyZJ3SXed8r9EmLaGk47v0yStXyFGuetS7HEl0PmE+ec9Wq
X8LcaPZAF0M0YGXjviIgXqhizLgc4Ci/zQujT6HplXVJKU+7ov8SSQsB73SbChuFr8PFi1Q9rDci
GNIoemNQa6089cqncjwViGsokJe2986kj+bd3971c5uFLh06PRyVhIZYjLP90qvV1oYfPvbQ97U3
hfFjErS8bWVm81MkM7h+pwjlCusU12lm25lRntzy0W2DTZ/86DrIdpqttYRwmluciSpw6s+auiOE
2z4NiqKwu748dX7+VpreoTO0hdri3ApB2IUNmUUCn3TpTz05zOVQy+pTqwG+tbQvkqvedSaqGnUC
h6mlvPRuunBHKHPjAhIxEa7hPK6STpqH3owuYTRRUnTxOnPnmwcl/jnS3+Jhv23az12IKvW4CwBe
I951lzj6rqitt9trObdjzn6IiJ6oi67045EfUiMMZrbHATgAzCi3jcyd8HMjwhQXTV5FOUpLpwai
ceklGg6GtZcUbeXKJ6TfqqVDNzu72nQIHGJ7+tMvlzSIIiPKBwYlx5P04jF038es8SvKpcH+twXB
aVjoFyp6ktanskA9ZkS5F2GDu9uzdl3IwS8jDm9TWSODwg1wOQxAz3KnG0N1qqTX0X3I0GoKlFen
+EvR0jvdvasg5IFDZOF0zy7WmdXpvJzFL65VJWk6jNUp7tN1B/ET3NkQ2Yz3UYfSMZJIhVdtFkY6
bQDRS4KdtWAH1MCNiw9iVMZCpwr8+pTG1UZW7pPuL999zd194W0T/74N+lUo/aiypbHObpQzu9Pf
z8bqBRMflRdg19df1Kj67KZLqdjZAwYGzIb0kA0jtqv4WV11Uu5WJ41433xC3aBWdwvTNwVLV9M3
TR4AbmowYlrUtaEWD/Aopxq51ax31qFzNKtXtXlUHGutVD8z6x/Fe5Haj37+nLwbPsg2Bf/xq1nZ
0SApFCYxgSK+gH76hN4AWr11sbAh5xbp/PvCWYMitws8ne9rGuL2a71ZeBDPXQDn3xeOWdTCIx0p
Id5pINPrwsdDqQQ6tMJCXSrpEX2BHQz9oFH+05EJRw0xqyKMbUaWjbA8oUaUZAsBwTQ34s5gYXgn
kEW2r5oIlMHmOCc5O8O8c8xPdkXcgSTe99sb8HqFLIirTJm2EkJiaCQud0BYc3UPUEyflJ2kITKt
dpvbBq4P0WTAodPjP5e0sMVGy9O9vmgx0H+u3b0qlyuC0X9hY0oCqaBN6OyfBnnmC/QuRhTS96pT
l+6LaBure6RAbpu4Xg2GwbuTSJB3KC0ylyYcr3dbhKXpNgL6UUMfwm24jaKFgGZ2Nc6sCOclUXut
bHSpPCX6l1B7cZLt7VFcXxCMAuIG4r9fMyWMouk1Ytrc4IIovlDVInrZ92qGXOwjqtxD8WwjFn/b
4vTFy13M24fIjDZHJg+C2st5o3wApEG1q9PQ5RtJ21moCFbtwuIsGBHJVhRkBGkyt6qTn7+MBjLA
m0pZCLauPc00DkDvv/hbKfhfjsMNw6JvQ857QN673hol3FMrPdx0/ibIF7za/HB+2xLOpNzbflyW
CRFKvUdMYtR3ob1wKqefe70sv00IyxKGcg+tYsztOdS0kCBOaFF4MdSViqZgWS69E8U+IlKLF9Nn
ismhoFW9Edauk++9uXjLQDrIKCRWyqa27yx2ohQ/FP2hVxYO1NyxPVs2EXwSukXPP4STmvLYRi+q
t9Gdfb2EJV+yol5ujtZoytGCDHeK9vrwLy989Ms37qJ/c5T+t2amkHfJazVoHA8rvgRjJj3Sa/g6
b5uY8z/n0zX9/cyR9mZh2MXAtoDITe1WaOz+2fennX/2/bJBGsutCobQf+7p75cXSpazv38q1MNo
x4NdXO4s0zMZicv61BXj2s+e4YX7FwNQaREHoSnjSgU3IIW+JneFRkon/IzYS/7pX3weMgFIuQyL
14OwxGUvh03bKdVJ79HxWasLTmx2es4+P/39bPp1yoTwKvN5GW5bMndNsrv9+2cPwsQzMVFvEdAK
r8XAVbWhVdzyhIDkIR0/oReJWlS5bcql2HzWgU0ZbYcEgHr1Tmxgs5XKkftY6cItylU7ZSKQKNWe
5ucm5fU43t0e2syTbsriMSxa7+DzEm+yqA5JD5t6eWpj437QEZQZ2o3n7DXrEFlPXcKMttLKkhbs
zk4p5QBSDdNT5AoS2ASu17ik2LqIjkTFXuntc5r8ZRsL4ebcpTOV0siMQiB0VbryIK8Y0OUhkxjx
0tfdbRChDd/rC2bmtqBqgZ7iyUMlWawxSbbRSKml1SfTGp21MXb7OICC+/ZazW2OcyOCP851qa3h
QK5PBZm6Rt0NZrSqir+ydpeXC6HHNdaEm+3clnhkrcJt0BDAVvrqux862F2MYDcgxSPJJxlKl+Cu
5v+O5VU7uqgMLFxw8/MJO9ovDr+rmpraUotEjqg+GTI6J1XzpLvtX7dnc84EWDd6/wwwfFc9p+gR
KhGqgM0J4YfVq2ssdUrN7fDz709/P/NKfhe4eqXzfci417EJD33xbDXbVNvfHsfcDge7xSOBANi+
yrCim4hMUZI1J7DXd/DarhPwdXGz1Pw9OxyDR8hUJIRKRPCB8lDZRiilDMdEuc/coZGqwnZJju72
cGYiUvwQzaMWd51C9+rltLVdryGaI/enDE50s+62o3KP9q4VPKvlpliKSWc2AY0VvA/JHkOt6AgB
oxT2HVLt9XAyve8ohaVfbw9mZtLgowW5jzQtz9Griy80h9bwrR7HDVk6qrj39bjHnd628ivtJoS9
mCHpoVpAjqB1vZyzRG6sWGpH5gxKGc37GNLAnhpvUnTUrWfV2xkZZJsGMl+htc6GbJOW8lpHg7WC
bGijlUsV69lR69AtQKpNiCyWTDNdzsyiDoZTk+yzcRt1QBIO4QJIcnblzoyI+zHSW6WTwwEHlaw+
ZuO/eHwrNM7+bxDCnMLTFEaGlw6nsLrvULaGU32J/2NpnoStPuQg+lotYQjhNydc248S6uvtUnV2
aaKmv5/5obCXhrEwWQ2/gn59HVTH27tvaRRC8KvXveLVtBCcwuYA3tZtn0bn0bG2f2Zl+hVno4DS
WbNC1IYhqH0wfWltIDoIq6u+pM4zP1ucVkIGKGTF1GGmtu4g+9lwquwNdOHq+4FWlPMn6uX/fl8Y
BxgAJBw6tpUySV3ehfHCU2HmNrj4vhDJu7GdUKQvh5M3bl1lV7SrPN/dXopZEwZ4i4mBFoi1sOCa
7SXIyrj9CS1bLd/SNm0qC6s9uwpnJoRZKrSSLsTEG05J+Qx5P8Sit4ew9H1hllCtjQy/YwhOs0bu
knN3+/tzUwTuU6PZSUH6Q0RWyz1qUm2tjifDfAvlb3DPIPS6gIeYiQYhYsHvc2sh0yYyHSOIA51W
kMsnQKDoPp88GkTC8M6yDkHbLyz53HwZE5peJ2RnRIKnUqrcT7KulnmWPFQIOtAGtXSHTakS8Q4D
5QRMiCLkNZ9UKY995vFGOXl6th845ejvyCuj1tahFbxY4biX1OqfJjAOY7gEQJuLORgXkHsIla75
nmrDqL0CyMHJqSZUsx0eVHr5dEjltuq7mRMQMKJraOqyICC4woAmQTeMZFzVU6PLmwZsX7nE/Dsd
DnEmzy0Ih6ca69aFrEQ9dd3Gew53/U8v+Rf7m0L7RHeGFsFVXNMNUKqZma6c5GRjues0uguXunjn
thx6SeSl6UyY6RlzYfgaDX88ZSpixBG1b2thELMW2MuUu2nnvGp1kkIp98ckG0+1Hax8iHi+v98J
UH0CxMw/MqO4vLIGJdZqXSa2NGA5V5InN5S20rvbqNhO50amQZ7di4E7ZanrfDiN7srVVqr6Lzzx
+fcFZ1/HwxgWDoPQvH0tr2F8vT1Jc5v1/PvCZoWt3TXClPvK4Xmk5HQ5qsfaSLa5tuAu51abEgG5
eh4VaDwK8aKmum7RRe1wikKYMdSKk/3+oZCcA2enKJS1rjIpxFi91WldRxoq2imZ/KQhNR33xha8
yMLzeO55TkcLvC70nUyNosKyJOixxgZkO6ferZBrcnpllWWdvtJTW96mahKstRZtKEsq612h586x
qfriA+o/0h1KnOp6aOW+XXDhM0t58ZuEpRwMGbXEmt9UpMh9J99b6a1Qn2154U01l7G6sCNc3gH8
YIWslN1JS9JVHx3l8KOHhnGfv6L21Erbrv6om0sIo+tuC8uCGwrUA/hJQkMxMDQUcq9l5LWnSEOE
yKGkWK5ok7eKbd7vLcTHxxDVnfSDPr6W2pJex8xdjzApbgSS70mXVXAlkhN3joRo10lxvoZIIQGF
Q9U8zR5cY6FIM7uIdEJQmiWuILy49CdVH7l0B6TtaVR/xjbyAmBi8gF65/zdIDcLlKI8YS65rHjy
XxoK42psDKVpT125m+hwxwXHNZ0A4RYEkMr1ZAPju06LWFoh2VmPEGqD6hAh8378P9K+bLdtpNv6
iQhwLJK3FDXYsi3Liu0kN0RGDsWpyGJxePqzmD6nI5X4q/6kP6A/NGA0t2ra817LaFaNpSpnL4lx
cBvgPSD9ctUMqVtjUTGbDSfAfBXprrVfDNWAtkqE9K6aJqWYtoGIwQ/Ayq6B/1CVQVCJkJ6UlZlj
O0wQYWmbMd1jcMxQXeEF/Ys0CLTinPC1UGO4PO+kmKrRh5QTwJX00Pszspf5VSD7+vvzv5TGmR1M
TLesdQuf7988+4nTPw+rLj4vWQ+b8GKIoENhy9eZti+Bg9P/eUb8QoSUcNCrWGBAEmcQvzXAmK+A
GhSUqgETxSnIz3uaOBj/kmY4dW7YZxmU1o/b9lwlYP772TmkRtIKd34P9vBZ+5qXP//i83OTOVJ2
6O/51cV49nnTZrHelnjVKcio7ywVfebirwemPAYW0AyBlODlry+AqV1OSdufaiAf6mmxUlWSlhQ5
mkf/T4ArvQLm5cKzI9guz33K89WA3pR4KsC4E1Seood60UeYEe0w9AK0K7QyXy6mGrLJn/jYnfLm
ZDjrWNxZ2atfY079gQOUn5vbOGWY+F33GCXN3LfbJ7UQU83uCVQjZqTRQiettI6tsmrMlJ3MfAx8
wYI+71azEkuSAEjaq0l1dgtbi3wj9AsgD5HTlXsTyZhx/MGvT0ZRAYZ8ZyePWgOCPZaA6VA19jv/
esm6XAibV392D5lnRUBNAQm2jai7Ku9Ft9FagJ5/p8mrS62ADJYiWlnaz/PlSfuZwwHpkjSqT1GZ
f2w51ENibng73oOsI2DaGJhTf7p9hAuvAdmduQEeSIII86QLlLY+8wfdqE+lGYzfK8XXFzyNi69L
b80Smll2Lr4uDvnwNrp3Bt365evtJSx1aFxIkf2Z3i/txoKUcdz1NAOEwnsbp8DD/tmgwxm8Edqw
jdr71lYxiqs2T1KETjN4BQHXwQmEGR0ScX9h8C4WNpv0sxuotS0D4Q6+j5YAXgTAo7m9cwsuAdDu
4XXCqEIdyjMQUVIIjpp3dXK8Tyl7ML37hn69LWJpizDTBr8WfLKuK0OA5ByMc1aSg0n+AfSfzqB4
MUsKAeCXgGqAvw4ILen6lmNrCQdu+imtqv2QZhuetQF16iBuvbVZ94oAc+k+z3V0gLUAQ+OqNxp5
15IDkBmFdO9FqyIgzuQABzq5Cr954VwctLnZqPXAa76aTclTrY7rtmSn9CcGy9tvAFK4fSoLigYT
wFCjxEZHAFTp5cVC9mjS+JSzE+iXadBo9n3VA1G66za9b4RNzTHx88fAAjNy/plM6bFQoBn7Edh5
T6z4EWlamMR/kXa7kCA9l8Jwo9LssaoaWKhesaGean5s4bpdSJjvx9mDLHqvAmoH1kBB2pqkm04E
erNFM7yrgiBZugLIHM4jKDB2wLq6lNR6gNrvo5idnOHk8UcWBZ2zvX0JloJsgJD8K0Me9B80wfrM
hrlp2jveAsdce839LvDJsx0dCvGcsWfHVNm4BYUAlBBEhIDi9ZDYkBamV4LQyTVhVb0w8raWChZK
8X25oTLl5ljUDb6fe4+2FbbDj9u7tqACzn+/zFKfiLQxSGzXp4TPxRfTCyl9wGb9NymS4YwTAW50
MLqdwBTaJne2GUZ8FRFFIkC1V5IaoKbG8s7DWoTgH5lVPUR1tru9EJWI+e9nLwaVSfbPdoG+p0Xp
kysMgOo4pDefaqS1KwsbNbWoiaw1dh9rwaR6japVSO8+iiKuMx1S3Hhb5CuzDv/bLs1652yXuqoz
9TKeHQmEVRhpi7uHAZbs7baURe31++nJeFlNW09EFFgFZSuhP5gYqNY3WfacqdpVZNKLOVK/eCTS
I6/QK2FZBR6hj8pHGoPIcgIyvQcMOBOw/GsKVvD1RM1tpNM7T+sAd9i+56m+Y1r10IvYXInE/XR7
8bcvyhXQVlYZwEwoscVVsU7KFcgT6CeuyrEsZRDPFm7IGeiJFameU7yoqDOM0LA1sJjUcRfSNu3B
ZZ5PAZylF4rDXgNGsgm8FKB/ne+wIMbwq0LBL99alPRsoD+h71+6VUZCfNYzREtRs6HVRlP1Di9F
n1jtbwFShOQDhRFkHqQ+ZVbz4gLDKrW1rQeIBNYaa9vMdprtb8Tg3PdYpZn4G+Tntg3Tj39ztL9/
hnTbJp1OqJTCjlXdgyuSoKitAN26CD9dhd+0/IL+lST3gpeJ1ROngaTJfpuSfaU/l8muivfK6aNF
8/97Z+WwzHejpusEdlaYIWbtgaOIR3F715bN/5kMycbQiPZlVCK+ZdWI8v4rqZ5Y8ZTqj3b90Ojb
Pv46JuP6tlDVuiRzEJser5EegfX3H6z2qfAQ2v6V6fx9RpJFcDkjZjOL0CxjbTTd0QHe6Vi1mwac
CLdX8/947r9lSXZhike0ATAHZjp54ub3wn513bc+agKdA/us/ibMV3/8nDtbwIooruKyPvstWnrc
bhuLXFi4Ia2xbflG919L4Dh2ihUunhfIvA2AgSGnJTcggCq9nko+4bzcdpUeESGsFKZvfpxSlgUV
5t8SpHV4EXhyiximwmnu/G5nVyun/kC1DUvWsbEfW0VVbVEnnomTVJYlGr8jbg8bSECwGSBndftK
qL4v6aI6p3GdEmwYo9t3rtLois2So2k0FlB9NLBZiREiJdQ8p/GPKA3c6iFe/U0Xw/nJWFJsnbup
MKx5KY6ZYM4K9NMKva24XJakgFhu2C3pRrzUfNPFaAM+DOLuPx2HXJ+nuRgSoPPDNDRj8CKyQXHc
y0uwkX8DVgW5moGtzSIbRh/23mp2kQDUrbeNJ1XfzPKd+i1k/vuZd+gMlW/lfPZxm92YPffO3/jo
AAX9v0VIGlMYRduVFb4/OhsnvSv+YgARF+n39yUt2WKSDjYam2SAVkq7d5NPZrx1wSF9+6xVZyFp
EtdHpt2j8zbF68zZlgQ+lULEov0HMxawx9H2BfTcy5OIUCMC5gQS3t6w1vqftNw6GWZd3M8V3Pbb
q1nU72eipNhMoOoIOmwkAOJsN9rvXHzsMIjeuooQcHnTfq9IululayQ9sIdhRuKPpFppZE9VxE+q
TZOul9mVGS0J3NCePzBvjbZ1UJbcR60HkuG/0ii/VyPdtJGVgF/6lTXxAdaMosdKCfGzeC5gRgM2
PP53NWxS9LU2ILyBgmc0BJ2nVz5W7JF0CsiopTePZn6gJ6N6blwNmwxuAQqZbIDyTdYANNNV577o
/Z0LkK6y609+nkUwhF3zQIuvXbXN3Q5o3S/cPTrtN1fkYSUUi1rau3OZ0p1m4EwfUk/UJ+JsyjKI
6MZ010XzfvvlLN23cynSlUaNJKFGh5WZ2jsbt1mBfuVNaoSTCgFBtRzpYhecZE2bt4ja/ehU8P6e
sWaTG4kdUFCt3V7U7JfIbtL5oqSb7bqdU1Qci3KqANzGEb2fhrU5hL3+7Jmvt2Wp1jVv8Jm9MYYY
jQIC6zLMcEzRnLubhkc6/EWS+3xFkidWdnprjTluOMaO3Dq0RiRRFSHO8kIA2DtPngI3SHLGDKYP
PvVgETpCHpy6fjG8fpvCswSY0V90Rjk2hlr+V5acd6y6KB6M2Vtq7uKdjm7dLFDxiy3rhN8iJIdM
Az6KWXRIYXjF1uBPnv0XfsD5EiSV0MVpPoFWBc4SAGx09qVtYsWBqFYgKYBp4EOXJZDgnqwpMD7d
vreqr0sPv0MHEPoG4E8W1Za0oOj7C5N8vj/Se++KmMYknq+TvtO6N0Kfm/prmihq+vNXrl/671OW
XrqTkC4DmWN9iqvngr7p6Ysm1v9to6QHno6ui3ZMPL1h3MTWSlVTXkz/nW+U9LQdPaLCj3DMHaUh
y9Iwpm8J2vfKeq8Vz/ZQbNBSG3juV3u4F+Zj4v+wrE0BZoX/tkzp+VctoB1cwLefOvQj8HijN6fb
Am7rFzQ8XSrKuK47K54DGNM4DvYuLTZDcjCyt9tSbl9r9GJfSongnk1VASkWIj1rZ40KF1D1fenZ
GyTt86ZGjGQyNP3f5aouwMULbaFrFj16rkfkXBamZIiX1w3CvEKgkdMKvKH5GtUqVovFZZyJkZZR
pYY5EgtWq22em/Q9AlL7X5zDmQBJeaWjmTGgW8CPrWGr+A9SffxvAiT9NXm852LACoohNCYgfCu0
7+J1BawX6ExQutblhmJhZGglApgJumdWWRPkZGto67xX+OAqKfPfz7wHU/OQ625nQ4iW+8FY986n
Ci5/7qoqiSpBkhbzRZmKJMJ2xfEQtPEHu/wgABM59m9/cSxwH0CXArUECtnLBYEjlrpTBrU/aeiR
tXF/0Xx0W8TiE/lXBKY7L0VUVM/TaILO132kdoIpem9UyfrF53EmQtIihSsioArilTvfJgAN/Li9
ANXXpccXuZo3DCNCfB6/oNGMKhSt6vPS02u0xmZmiSPQ3G1pAS9bsf+LV+lsc6SXF3HLbFIXd7Yk
W29TfTpaqsqQ6oTnv5+9irgWBSNzWdrJV2P2hGpupbJGy5sENEkXIL0z/9qlCH3kaMBxsAhUpmm/
osqCweIa8ABApIuWa+jySwEMDmiRU4Y8UZEFoN0ISL9PyVOfGBsj9QMrFaFRvbj86+Tc0+ihxsxa
5j+gc1BxWqrfIT1Iq+csb0WN3xE9j3xDwMahuhBLe+kBJHNGQzfNq0mSMot46Yi+QKOPsfPzMrTb
H7dfzNIiziVIL6aKpmLwO1GcJutnXD3Z7M4C8MIfyvCQdEPPtOmCYgjYMtKzcfLI7MXYVq+01tJd
UsVkj2yPe1ePxFfYFmM+/Au39Zcsx0deDL2vV42EAwV8V15N1WvRmqssw8DKsAImR9gVu6596HIr
qDS6akeQ6XD6AoqDNK93Rlo+2LQOItdctSlF57Wu2IKrZAB+FoHXge4iawZPkLagAeHZqNWCvcat
G1iEr7XsQ4W2WCP7wT1FRHulRSRZkhbJReMxtxjYq+e9Jz4NcqtaJZkZpJOKZunq8kiS5r+faZNR
J5Qx1HZfSRytxyQLcFXXvXIgZnHzPEy3IR5G/57czw+VXjhdxdhrZn/XarYqjEMag+J80sKyUnGd
XD05rAmjxrimBP921crM3ChLgcFTvwIP+s3h6V7QRHFJVSKkNwc4XmJrKP68Rrz6SjVv10WRIk+z
IAKAJuAjwz+Y//wVGp2djD0K5mhFWb9yqq/qd69sFWtYuGQXAua/nwlAwcE0tKyqX80sCmh/D62x
GXp/7ahs7nVxE0Ag50uR/KsYRQdMpVAcyHRwjASonjwAlkaQN204VXegFNhknIdWnmw7Pwto86el
OgB2eOArAffejL4nTw8xp3JFlfTVqzWVdwkW2+mKyGfhfs/t4qARQy7fv6KrdIvacMYmqV+HIdqK
zByCqJ8CAZaUoGidKKhaqpC4cD3mQW7DRp4InR4ysrSneXGSRZBYaiYs9NdB5X0vCQAJgAVE1nmw
Vh5hcwUKMZnjVK8d/zwmbC18FdrSwgX0AecEyA8PKTUia1ROBa8wuFu9Ogh39WMQGunbbbM122/J
lECCjxFqkG5dQ3HlDjDfh0qvXlMwldmsD0j6rXTaPc+HlQF+XMNbDyqKoF+crmdC4fwZs+IBoaQ9
mzAZk6b0WvAlJq4LQF4ejt1P0mrlg+iJuUOzorGpsoKuuookK4ZgPBh5423qwqxWkz36j12tFUdX
UG1bJJ049iwi4I6ZXO2TTlNnnbWd1q7GqPADsxPRLia6vbJTot/j4jVbozHsFZr0gXhhTey+RUHx
wS9SAkZQx3+Ooq5a1xqzHpiDqCAnI3vzm8+3t1y6Nv+7eg8m0kacDia1S60yZLydmgxszelUrS2n
WxMVk6Jksq4kzL/gTG+l3C5Hx4jcg96lYUHbUCuQ9y0VJnhxHbg5QLlDdQbswJdSnCTRQKNlugev
xihsUd2j1VQhQq6c/LOS3zLkTG/dG2ZTdo57qMDBlXckD0oy/fBq3mJSVRxsI1sPg3ZfinI9Jemn
2wclvb4r4VIYZ3PbLzKBBQ52DLrLjy45Vk22KmOFolo6LteGCfOBsTwDYF5uZDJaGh567B/G+NFw
y6DtAq4aelw6LDw0gEFgFhX0OtKlY75eeWVF/YOrj89WPDvzriIZsShi7n8D0j54EOT5KL8lY2w4
wgM9bBIAOGlK/xB659eBADPjXwmST4FJczdv4t471OjUTQO2uX3ei+cwq0HPxYQX5nWlc5g6kMJH
k3eg+t0gfjTpzvxDVpF/VgBjBJBjfe4VlJzJqDZ6gxQRRDA9W9EcMEVln+shZqz0VdN05tY1qbH7
i3Vh6AT5QHAgXIUmAmgcJcbbIXQUgXD2ldgP3s/bMn6drqzToQnQRD8DjjiyBxFz7tAub/2DX1rP
JvO/NqPxcXLst4LPcSo9ZGl01D1+cEx+NLTmMDTWk29MYLHIpxCq8mOBBlVuZSLA/O9D4v1E+/cQ
aMAvvf1LF6+pD4uNuVkdPfGSq0UI72C0B/+gjRvdfh49xTOQmR9+nfHsSwGeEwgvRO6D0Wuj5maC
nSiLVWOs+jyw7Ts2rqh9QpM8+6RXGzRN8nSlm+uJKyoaS6s7Fz7//Uz1e3wcm9ri/iGrJvbVZzzf
sMwz727voRSAXi1RusaF7VVW5mCJDgqw3eQGRvfsT7syf0LeM/CT021xi2YAs+fziI5nIOaV5PVw
kVDvxcMnERLnk+0nAVKvRpg4Lg8b2hiBl4PztPSndmuYzLvDXWo+3P4RkgP7z5rPfsNsLc52Nk9J
66Wi8w4OFyszmxLcUx/N02bAqHnMHRbelrekjTwHPhkxkAm9ohAUFUajtDr3DjZDfS1jQRpFYQPW
rNtilvcW02LwyXzvGgyX64YDkC7IGeLyCRyYEcZsqj1HRBIIK3nuKvdLVQ2feeSs7LZQbOp8HWWt
4Z0JlzS6zuFeV37qHazJe8ya7M7PCoV1lWOrXwcHFCLcGmDfoDlbMn2U2VpJG5ccHP3ZL6twiu77
4WhOB7RKBYjlza5fR6a/wuzElhuqMuySE4FEDcBnMYmD0TnJifA93upsgPRCNBtrKn66frOZnCgs
cqaIhxeP8lyWtJuUjDDzwieHZmpZgIaXLY/tD2Y5feA8S8BuXt2hjLZxB307cesPh87+2Wek2TBG
N69Vrp0lCSY3zEwjh2TYt68WV/iCS1cFgFL/fl5anB7lzZQl+LzNaLBx8H+3H8L1ezNBtQY0G8A+
YkhXngJj+DoQzHq4mvX3kverodg52o/bMq7XABnw+ZEnhAOAMt2lDgG1MUc9WJADDTLnzlQ1FVzf
tcvPS0ljMppVTH183kq0T6XJn2JWPQDma89IrbAAiytBDIMDMWfAV+laZxbg+lk8ksM0ZyrQw0C/
396qa3WLtSCqxtQb0sKIMi63SkMno1PaHTmQYhujpsymzwPMpqj3lqdStYuLOZMl7RurwD4mALp4
MMt4UyGR6qjYTq8N5uVqZNeybfiAZgNyyNpj4oaYbF21CGVH2LHuh/eHIFN4iRgvR8EdbwWQglfY
slPu8sQdMnIQmfHAIn879R9un84/MzyXmttEkA7gRfSqA2ZOjuFjbfQGbo/xM6l05mL+E4xFmELq
Qg5r3QLYqnPuYuCIrwuzbz70mBUJs4HFd6hUDIHw4+kZ42rOnc7y4rksa5BiedR+z9IMqKslmrmh
wfr3ztOcF/iudIfR6XxXW0QE0+RHKwZspBBALgny2fBG11Q32Jq6wNVqyxZnGCX2NhqS6IFxJraV
m4tdXpp56BGeHqw2AdhP62YbSwBMFf2yyT0IYppk5Q4dvc9c8alpyE8X0vetkevPnDSg/zYpaLpy
/9PEdL5t8kyEYLWrH7TOBvRkRO090rfgLIiYgHcnqhFj+CQ+OEVLV5Of5iuGUs/GSbKvw9hS9JEn
xiqurS60WaQ9+WPZP1A/pevG42Jv1LTe+L1uh1PaVyGxp+pkZRiq10RNQ2eC5TLTJFn7UWZtRmRN
XqIO44uJoO5bpJFqE2W82AHlhm4Ya/t9zTKyyqbBvGOu/bF2BkygYlw9GKspPrp6JFaA0OMro00x
OtYYxV5j+te4N5KwbLVTIrrph69CsFl64TO2t4W5WBOZaOlNuJyktt0b8XMknI2f0z3w/QJq2q/e
2G5LQ8UCuKTf0Us6ExmBZe4qCuJuazi94cTPbpJsCq3cRG28z11V49KimLkEBNgy/CPb+5jrBHyD
JEbrDWgAqzJ5wOEf+o5sbr/AJZ3l+WBpgf5daFoVWQJgUiQHD5VXfbMdQBZwI1K4TksyMMsGKR6c
UPQyXOrghpuAQvZb7WCOWmBaWdDkiiH/BZfF1M9E/Pr7mVdtdIUNq9hpBwxgoYm89kFOV9BdzP1X
k3VH0rhh1453QH5YxZqjkL5kL9GfMVuXmVBRToogn+A5qVtHh8HNN1n+peZgBRq/ZJNiHxfluCDT
dQnAC6/ynSkfrE4vpujAwENO21dfz8Gk8mKXH//8TkDG7MWbuH6m5CLVY163pKXRIcrXFn2kfzg6
O9sVGAJ0DoPeBvGVjGEBrOxUwMGODl3x4gVl8XL758vgIv/7fRTOXXBZAfVB8tRTbfK9Mkq1A1SD
iRshrFWpWfH91JTxY2dREept4QVJwgG9DDSjsOwHb2eACja8/UsWLj6msEC/O/N5EiJ7N/0EiPzS
pLiVbeg+KpE0zAV3ADiSSMOhCwRJP/niVXbTW4NlRYeRJ/XaxBDTqnJ8sXLKKYM3ZeQfx74sQ3BV
e1skdepVA/jsbZ3qDjR2lHznMFmbAeNPK7dl2ao2unyL6bFPXhNjRt6IYGcoHUE2psXrvO5+pr6z
T4Xzo6Od/Ti1ZheKDGhMrjP2Ci96YecAcoIThEYHwJ/sFrjI7Ps1a5yDZ2Yhjx648YdTX/MluZAw
/4IzjTHE3STatnMOun2MnTbIrPc/PnxQ7AEDcl4Hcjizhj8T0NqkHAbuOAcTmNiBi5bpv/i+5aFO
DgpyuE7SLbdKHSPYqIocijbgu+Lbf/u6tD1N0/pWx/F1JOVLwEW2qoB24e7OSF4EbuXc6C2nMP1u
tERcMnKohf1oD90hG7xXTE98yIAAOrrxbnDaP8TH/XXmqBbNHSKAnrl6L25v9obImAOHth2+V63b
nCoxxOtSoEXs9v5d2W8LzPDIkeN1zrScchSbES3RUtblR926b8o3IjZTpyi2qkSYlxfMJJUmRM3y
Y1KO4q4zAbvWdEl+qECApljNwnNEnhl8L2CkR1eGnPvIoixuRwdeuhskQ4Suf18hYMm04Tqg+oPW
DwTNUpjWiSrSk6aNn9HFE1T6FLgewP3dCsBA29sHs2QdoDyQvwZsFwYA5ZPxq2gYB4vHz2aGPqFs
2MK/39deHSLTixEAPWyL/tgQ+wvlAAfOdUVm9erUEFSdi5dODTgRXTqkAwKe0fs0Oeabk/BtL1St
tQtiYBrQB2LNFgiV5cvLYTOjTDPdiw6aCzyD1FrHuXvUy2p3ezcXLgbEoNiPZ4WeYDnbgaDRnFwO
U2t5qL3n2YopBJhz1UoKEM8lyIg3fVznfY7HdIiiPiwxWD/YKOFWlvtcTA44ycp912pBY5YhnYyt
7XbPwvH2Y++jZFveEadbaUmz9Yb+0fDaNQUYqAEY3tu7sLjZ6JJGrQex7FXFx3AYQ2uFBztfPxIv
rMD0y0ZF3mohzDHAAAaqYhf7cUUmkjdOP9a6oR3G7iXSX8s8D02dBZPvbIrx5fZ6FnQzCK4tf56Z
AyiinF8i1O6dMs3j57TGqbJvmkfChG67dDuiB4LwP08CIcjRoSd/NSnI7QlZV7IWLFHaYRifAJXP
vt9ezeIVQq4M1xMJRQAYSUkm5NurVpi9dugHx9hrEdFXiWO1q6zOyiCb0FtbcN88TqjKPkSux7c2
CoRhzKOPMO2g3uysaF1YVn4iUR59G9CTC94RWwS9q/GNxYS7txsWn27/6oWXZcPJN4HzN7tB8stq
m7FvROzZqFU8d/VjrSgvLVxZuD/YELgPiCjkUojdUpF0NUwhSMYe/SHZOgRqaFJR/C2IMeCdzMEl
WmjQsXOphhgCVsB74Wi594pBnJVlgjYt0ta392rBepxLcaXKtzNqlNapox10A89jlX3u+j1Acv5C
iI/mmZleFt6y5G9xz2FkKEuoutbxQ+StipCnfRRGTWGsPdbEiqhy6cEj2wffHonkORNwuXVTHvdI
rVTaQSNZUKNO1Ps/c/rEAZzZ6YoHvywLZY253RJh7Pz3M1/VspLCbyusTZuzP10cGEUXVhNBSACS
OaHq8FzSLwAc+lfc/PczcbldmbWTY2lT5gSxsfVHDuzuN24e08YMmlKhnhfFGTg4NCqCr1xGHLR6
w8/aes4/gLA3gR0IqB9s0ToU6CrWzIWNRHA78yvBV5prAJcrczqRgOgdIXqX9DstTj+LyNr2Wrpu
2nQLLCGFUVhQEufi5Ivf9GlRJd6AABC00PypKz7evvOq70t3ECS3hTsSfB+4x0ieo4f89veNeT8k
6w74dBtWDaCJ12xvLtet1ig7LKC1v5tuGFfBtHUEYtQ1jE1Cg7SHAe/JWi/8E4Z5PuuFAC9hjpjT
fRv6/oHV9S7SU8VbX7gx+FkA54W1QLXYnffl7IKScTD1tEJgPUUboXEMpt9rogtokgCnv1h5DVFs
xOK9ORM469EzgcaYCWp5enTwNPHoUP++LLFuHwH2OIL7WQXv8CszcLXvc3UN/GfA9ZNTcoAui0o6
9dh34WAyquwe0bG50dvPJD9VAVtZY7+1IrGrJ3tL0cCKlBpRKO3FPUZLpYXeR0RJss4ZNZ54tjZn
s9IosLUnjMyLekP4wfff81JhTRfvmW3jKAGefw0739QARaZziq7TMRiQO2vPeIgRAtppMFMMFt7/
B1Lf4plCcyPlifQqFLl0psLTx65qokNCXiqQw9fECFNuBZNtYBbt6A4fvXGr2UmA/3YtOj8QbQlQ
/3TVGkB1QBcyLeKgSpDqmx7Rqh/6cR+g7fAp88i2Gna8aX5xCrbgUR6indajh9/eu2yf6iNsBXqn
+KHKi0CPtp7zlCH1GvdPafrFiXYOvSPmF81/H527id0lg4qGXR4tmCPtmQwCKhdFXGyAdJ/bpEfO
SaTRIR4+t2JdjIdSR7EiwQTx9I2MZdAZO5OIZ815KvssqGiCsGtcm/4AlnA9IHoWcNfb3dY25tKJ
zD/JBBAs3E25tSyy85EYheEfSPw4mDwcuncfcQsFBQFj1hpN8sFobOppX9WfLRM2aewCm33S9Gnl
ONPazr7GLUMXaL2ahqPgXmiXBPMRm5H/jLIHv7LDiKkCuYUuV/xeB544Ess2YizJpPCIuV2WOT7a
roA8n9XrBFeGxT/LfgpN417r30obo0nOO68fq8JdU2stkMY3k62lbwo7Q03ECtris0MA3xDtDS3f
5s3T5H6oxVbYh7Y6tv5bbwMw4LPg+R0pvxdsQL3I29XJ3e0DWOihAKwdMHc81E5MpMaktXgekKmS
NrLR/GIEInnS2vuC7sfm6ODKg9+Ysx92eofqKVWCs1ydPSQi4TwHNCa6YWSNN8VVmcUJsiV6H4es
51s9y1wAp1aYM86s711cbm8v9sopnQX60G2ICefwRnoCRs8cK/JreqTpe0LujeQLkCeCVBUgL63L
QqwGJl0b0MCyGo0BxFV0nU+P6NpoNjwpNrXX7r26/wYPa+dw9+ftZc0/+8JyYFmWiaY3H3r0uoeK
TVYfRz6hx3YkPNAT+qGN7UNt2n+aJ5nlWOgHRpoOMxnyW83NAo7xNNFjjrGcpoVt+Mb4++21XJkg
SYZ5qaGzOE3sDICWRzhz3207fp8sco/OB9TW+TcTI14E06UKS78s00YzMu7EPCRxKXNCpWqsBpvi
yqdBm5xIX4fc+ozSlS32Xquqji4el/WvOLnzWctHkdSORY/A6AxB9hHogq3iv7kUgL6GbZ2b8T3Z
1AmNxujabPJjbtJVOQCOZvSPU6/Ksyw9KbTUGGiIRBH36g333hgZVlbXR9q6yYsdT8475ru3ovsA
LvA/5I0C3DGCbxdYPiaU78zld3lQo1PGOTz56jg2TVjZKCZW6Z3fY5BAUw39La3L9ee+bYJGftTd
LkXldm2lXdHWoIOCNurfxhk2avoGq/7n9x2dSaDbgsPlX4V5hVN11LK06shyTAJpVI9X2uRsvMz4
TszsBAPzoHP7D+Gdf20kYAiR6reITzAcdLm6RMta3c0glZsPhvbgK3z1qxgF53T++Xlzz1znmqZd
mbK4PoLLIgvRyHl7z5Ye0PnnZ/179nmSVa1mVvj1HhDD4GKJYUUUqk61glllnInIHIw8knkFU7rW
2o31HzdI0jjAC2+KpsDnZwyUJ8NU2Ln5P5cNAoYA0QMN+Hu0KUsbpKO7Q2BIrz5ybdpWxf3QY8rm
Y1a9lMPOMbdsVAlceC0weDM+rotWU8eXgrOuGayyy5ryWOoMzbo81h5cCqxAH5SEYTxmpuIGLMpz
QbUAY4QmBtlzGJqpilg3QJ6/yU4oWP8AydftS/bLH5Y2EbYOvglBAQRTbdImOqOREk0k5bEgRYbe
mSHTVj3e1ApNSp5bPzeJts6qfqXl/isvtHXjpIecjg4IpFvas2fTQZ23Tg0wafhm96GapmHfeQlF
W7yI6xOeENApRi+37iAHU+A1QOMx364/1JaThjUj+rou0yYg+E/uotLGAFfbpft58m01ND19bhmJ
AchiRe5dF4nsvWwSHHO1Aq56mCO3QaYJxGcYpgnyfMjhKsf+LtH16QFJTO0OLXdRiPPJDnFelMbG
6i3kmFBVCpAyjLLAZMXn3uuMg86Mz14VfapTbWw3WcHRfJhSfd1rrhmjKNSKJihcuwyszPtpWCJ6
szTdDPwhBtktnPMPpG4xqlzb2VE3Ej8PMwIQm2hKmrvMAF5VYsTGPTH06ItPTRPgjzHo4TSamqvc
Lp37Inf7kLRG8z+kfUeT3DgT5S9iBL250pRpJzWrWi3pwpAbOpAEvfn1+9Df7k4RZBSDmsPMpUPI
ApFIpHn5EoO2hOwlG0bF7Yu0f6myzMB36at9uoUp9xjdClfq//XNcR5IOjQKga+Fdu8Bw/lUvxGv
sZQ72rBxSTkd/p8cNhkYXZNARZickcw62mLybYvGTHRH9MNUeWECeveeGp2TJZvONmc0P8TBvQf2
As8Z0ti8ya9bQsqRpG9TX4IykOD8iA2824YvxRnO/4lRMAwDMFh8RR4kJbRpLliBlbxF2nl0i60h
clvLc4cjh9HUyqaRvFFS5Z8qTaUPBor6G5tYfquPwSEm+raYjeEd3WrMZAHzXqK3po8OQpR7uqx6
ldTtS4LiW6HUqWNOIroFmZvGHUmlDIVuyEPzRtraTZTTmH43ogdNexStQ05+3rdnyy+HpA5LLLHR
xBgbzJmzWs9aYNfAYjCOodNibsiWJ8gWuLGXbDcMGQfsM0NAIKqbP5mdUbRtPwkUXM3qQeu/FOQp
UTELfvpu9N9272Umirs6Qx/TpqIGfcvQkpLZ5dZEn5VvhcKhgh5HzA2BW8Y5fyFgqUqNiQ5vSRb0
timgObHeTIEv7z+0BiOvUYWBe7noAoFaJWMjNu1bE7kismwV8phIY27o2MpW8D4y5gZMXkRnPudp
1KDHl+J+it5Qq5VfqiHPPM2M6T53CWePKiij7AciF9BuntFdA5HIVAVlcA2rRnMBpq1q1d175nMR
XN7bFCMBbk0bXLXIz4ZLveGHL7/TfHnOsARCOpZNiOXph9aSdCc2iH0iHalOhBTgAAfQhbseeMqy
bmhK8xp0pTe+hLXq7f5AMwHcpdCVpO2qsDKvkwl1NUN72Ms7yu2AsyAV0ngqGDPM61DULhin7V9W
hl7/aatgw77E3JCwlnjgJFCtkXRka+eGJE57ccypmb3l4+OYo+CgjOBsk/fr7FwMp1Dj0Bcj8hzZ
GxziaHBVcWtg81KlEKSgrw0kYWhyBAR8vg9llMWp6q30DekU2zx14hYib+VDQQDyHYi7UTIW+RPX
giBVWiF908inrvuaSN/j9nJfqZZGCu8FMKGyjmDRXGCec+S9s9TsUpxF42qaU6hOE3nUSnebqbkc
7vol6AEYrRByAs2y6Y842UIzrRzGbCPcYZipgXLjCAF0ANfLoDpSvFEcXkgAsoaRHoD/G+BSdOTO
jzsNS2WUOr2/KtRDv4BrTtLGDV+cNyRoIsu+sQdD5/EHmWkVg0n64aqiFyN0Q8Prqw2ndG0TNyL4
uwe2kCTXE4hAQKB9sraGwy7Uab4DjbtzSRMYodlj+UB6aJGgR1hFH4qdYGbAztk0NlhZdAQgrcyn
voiWZnoyQkr8IACP3bdb2Lu1bTAqFbBzwlItJssN4lTXsTJ11/G1089d8BaM7220oU88Kg7bAFCR
FeJws2FD+LRkDvGBbvYyBsTixei1xwx5QjVtPk9t4+kqIk8hOKij+k+ByFEUth7cJf/oh3wUilj/
FMCynL3PyylMzDKTMU2Z2FSTXEU5kXF0QEPp9OoDjZ678SluQkcaj4EGlsL4pDd+u2Wnlx+bfQZ8
bQ1xPuadsVtxk4ohZQQSE5A1XIwidJqxc+uIuAZmxiGZcd/YLZUfkoAQAEoXPhmy93NJJebqiBGS
IxftXexOorYBDt1anv39ZiNTL6k9oVhe6QcPo2GiZouDYF1loC9IJwIcuqBV10qhNs1Sww56BHh9
gSpeAqihp1qYr+Nh3AXVD3lv2HRzps/SNuHb3UjmEmbB1KcKmVT5UosP1fTch49m/PoXx4M4mWWa
UHjjAakYGFi2RSTLl7i2O8NJJ/f++iuKBhwobjWIWxhAk3OVww6c9yiaKCDm85ryRB7r8mRskWet
fCe4guDnwhbQO6xzl0oNBCWKlVy9CFV/joXuKVaG57KcDvf3wmUAme1g3Tdo4kSrA+r53F7Q8SY2
klipIDr/1qpnTfmnwUinwPpUywdSglQbpd/7Ele0G7zdEqAZuKbIBHIbK5spz0EQoV2KOHIq+XXY
6oFeOR7wMQG1hqQCgmaF07CpMqqhDCL9UkeonEx28b3CWAKqXXfvA/YWvVeweCiKqtw+wB1kGAUR
tEtnHWTB2Zn5ZQczW57bRSpbJYjHsHwtvmrIvqQ78UcfAhQDwRibJ82aOOdWpiqtuBKDQLvoVWH/
NtIt/t4VBWasVQBMi4wQkD/n1Ao68PYQ/ZIOb1UcYGKv5FrGxtu3okyaCVAA4NIyoHZ8o4aVTeBa
LAb9InYdksgOCX/vPmWwpiD0BiwCcCKN/YAbWzzKeSwNfWlcVOnQRoCfHHevjxwIvr5oAXEGMNV8
/VwWeyVCKu+SYZ4U0FZe4u0VoJgMlA8jAiE4jbkAvbVKMoAb4YIsbp07Jdn9WM3WXziCAR4qgnTC
RZQemz+k2LBPy8uMPjA06LF7jNq1wn3/3OprdIlKwaXPwPZjTS/WUL8Y3XdD3TBLS3WdC2J/vzlo
tTKjDm2CwSUJveJBGLwtvNzaTiRcNxmpf+BQ+STeIBtRF6J4d1Wt3JGSb7r6Fna2VIt7IyQ2nxky
EGIALglw1nwjTYngLFFpeJ1UJw8eI/WyW6GwPsjbZAVokAU8iNBBLuu2Ca9IDKbdKel3O1foUfnI
EyEPwvot5r/f7PGRCiUOr0Kf+1ozPKRSsQViXZqNmQxeaQHQM8K6h4wRMyF78WAZW3q7lIAeScTz
AIDjVsMtnu8CrGGWkAOGcWmAvkd1YENbmfWfpT6QJbhdninbjbYqcpxHSIqYlzH1enlwlEx0lPal
UQwnUNAnuz/cgzyGwWckb0vfugljWnZybF3C3ATOzzps2PHl7Zuvz+1HtyZS5zTAfiZbKd2gfUb5
aa/ezkVw90IbSaZIKUTI+gGwULpFiMT+PX8kDGoAOl4UHBfvaTANdTgZqXCRp8EpRvidxckMT33w
YgXhbg8XeaIbWVwWZIhTUg0jZJm1j6ywlW8x3q6oL2NZARUtgkewSHDOQWB0hkUFLbiYX0CLAajQ
FrZlTcBHtIZxBPAPeES+GKodYMBNcKkfCtXygEzy7h/3yg1RbwWwH3BzQyoQA9dVUAcXKUmPYWs8
FN1By9xKdnW5OQWKebgvb0WDZ/K4C4/KLCF6ig0RTfwdpe0pjrLTSMif+2LWvpuKkjya+SR0Q/IT
ItuhzKs4w7YS8ooJ0vpG6nZ1eXQqIa6BJiP2mH+1JFNj8N3S4BLV31AyB+Rvw3CtCQBBNlo4gbKH
V8UpVh9LqEajw/tSdZfOPJRbdJFr6xuyiNYY1j63SH3Faju2em1pF6VyO8lBp9X97792zIiUWMJZ
x/vHly27ArAw4KnVCwFVVqqSJ1lpj2FpbdAFrG3jVgx/waOq6FuEhxeQ/4q/RHPjFJa+CCK+m11w
CQxNi0DUiQD3kk+lU8ZgJzESJ9TwUKXeX3wv0BzCWpkokPLFvoYkaVIAAou5etNPMbWeawy3apJk
txuNDaEfGYSqoCNaFC072rRG2af6RepAq1McemL8zcFbyHCxwgyjOJ/fDEqlmA49wiVlmtySlm6f
eOOWEVk99hsh3BulihlR+w5CgGpDaeY1i/fW31iofyOAiyrRNGemYQgB7ZhhIhDoPP7mIG4EcAZE
rAsMIGKfCfAf13o2rP3xDCC5QFV/VKeRteXsrIhGVTUKDOWiFNO5jwVvohuYq5UrPpPAnbSsdm0A
50u5BML7WHsVOe1XJRhXBVZKQ///orEOXgWVxSbWL2EwnAUjcIqhBNZn40Fa0SUALcGgAQ8U//F1
fLmO0UgvBvqFRk8qAKr7XwpMH8ATpKH7E9UGrviW6XUwdHKuX/rki/lJ2MnAwHJSyKoAloYxcoA8
8u9EVEhF3rfQI6SLle/x+PO+WVoxgOglAZqGcb1aC/cjVKyMTFQQLvp3XesciaBdThudwtoqq/Ps
NmwjAGjhuYYBRM8fH2oUkkGmCew2FzGePLH38vxRLF/i4RhLqWMoroiEuFlsPB8rKowJAhgjAEJH
tP7zvWWTXIlCmU7WpQ/fS13zVHRakZ1drmxnMyHcUx4q4pSETEiufSoOZPd4B7Y8Slho/DMksIhw
tnBURCGaEixvpO2z2lbPaSR6dZc9A1K6ETKzpTjXHdgHQHkAsQE/D5/KS/sqneI2sC4TwLuG9VPX
/YCclS+JtDXUZeVgmDqztgIN1Tm+VCLqcVPhcYHj3o3HCnGUVGEUW70Fs1zefaTeJB2pY1D6g6KD
s8KDgJaXosuaa678zo4a/XX/9qwtDxYjVjTTLdQZuVekLUJjGEDhfrWGz2bkSMV/XJ/7+QGdCqWq
sX5oOsYb/bL31+ug5EVrNvv9iG04+95b0zANgRW+jeK50g717ifWALAF2Ui8TeiW4b+9lQVAHBlx
de1Ohp55VjV6e3//h/sMLxpoeiRiuHsnyGOAdHRWXjHFxYo8Mdid0Zuvz/mejRjqgaqREmPh0+fM
jvNyQ8DyEuDLY2gv0mnIPqNTZO5KmakUTmbe0Gth0R9NOzpWx+bRqN/vf6eljYfBZQYEOEZmhTkx
ESbViHlH6mvdf0tVxRkxZyJAQT8rtwpCy/vwYdrRcQAaNiC02N9vYk2rqqJeo01zjbpjadll49zf
ydb67IPerB/XnRArDdZXQncw7Pj3f1ueuxCDZrYG6evmKqBGq30ftS2Y5MrvB6AQLU54AwH742Fy
el/TMjDF5prlkV2dJTRi7N4B4ypkLKHsRvC1jAIkQPE01uSaZF8bUAJ92708yKxQyECVAQf80eZ3
8/0n3Rz1jNLk2ppu3XhbwcvKfZgtz33/OBTgoRRY3iXa9/Kct//x53MvKclqJRB6rC9j2PgPakaH
+59n7fczcmWgVAHrQ3J4rp7jKMnTJKTJlUSeOh6lwBvkjfzgMpsDTJkEbCJDvyLO416E1srMcELX
HyBlV1CCOA2YOpsEzWWmAZBObvdbwxtXVBa4TsCgYaXAQ8fHrWpXgGvYjJKriJbWPDpX3fX+R1sK
sBg7JJuSANzUggKsrwNMQBS0/Nqlr+ihbnYHMfPlmfgblR3jNAEdFJafkuGgDaNdSI0dizspKOED
zsVwlgk3vi4Q+OfX0i4Sd9pq4Fma8Pny3M2YgrRHoIHliTraGCQgeGP7FVjc3eYDWU5UwBHLwFtG
rXL+sYDNw5jkmAzXqqC2QWJ757wX9plYDQ5dy8jYLXFABdENrZWH9qo7aotGu8tuXWKTDFBGhEuA
4Js7hVqYFBMNIf1Vip+KzHKiMN+44ivaypx9ICpE/NQFxAfVhmoca2u8xvFDeIys3bn5j1ji/y/P
OZRRMoRR2GF5WX9vs+sWXcHSQMEPwxBn9FCAjmdB6FbRsRQ0kBRfe5AwPRSihM761AJLWdNUzU5y
QkaPKQNByNqVYQwXLUcqQVyUlcp0LaXzZyKd7h81fyM+Vod7B75tZNXg3XCqKo39lNByuprZaH5q
ooH66Aqvj3opdoJN0qDc6XvApWGNvCBBQP2b0S/MBbamMaGPIu796GthemG5Eaku9zNfnns7IiDb
k6TC8spo2XHzVVYx1PIQbRVneP3ld8F9thQEdVKoQUynOtQE85Z3/1i21ufMLQKO0KpjrJ9bKFOP
jzXZiCp4FcYGAK3F3QNKGBPa+KqoFCD67Ya+86XyKlmuCRqsvUUlTgSfqQjBGJ9WSD/6Enh8Sifa
mRn8WB52FpAzdg15JzABJ2WZKlnnt+LRzJ+srZLoyhGwtgUUFVghH6hLTlGFSiqaOOp8ZCBB+pLY
r7uPGAgKlPdUjBpE9YJzQeQwJqaSVrXPBtfFaGzfou3ksxD4QCi7MD4d3G4ApDgdbeKujjXAG3yN
noUAkwbtwDzjrUuF61/shJGbwF3Gu8THXwDuEtzooPEx8ywIXWnD9Vg5CAzC+3d57i6khjlaI8Xy
PXkX+u9qdflvP5977dIx7vK+x/qi+E2q/MS/v/yKRQL8gDFlQpfQHMt5y4Ku1eaY5q2P4eDfS1of
jF6whdY4ZLTa8DtWLvVMFPfsZUqGLkgta/24PEjdb0K8ot0amLW1HU5tC60rdHCftT6I3IPEFYhn
lbYQb1xu3j//0N1/PxpvO4wADailgZ2g4dSOC8FWwIYwYQhAEv8jledmcw7Y2mWBo8cOCl0Hi867
Eb2iUxtWiU9DI/gumcMIelOaqueIBOPjkJTjA5F6stXtv8A6Y6NsJDNAc5hJscysCTQBPoIaiV9V
qfpJqkY9wGuSG7bcB50dhmpi903UHgKil08U3z6yc6EZMavO1PuDULVVYwcJ+JpSs84OlWaEGw/F
B77nNpmJXwiHVUS2GT4hQOfcg22RMiNghk/9sqHl0UAzZ2zrjaQ/0LwHT46cTXZjqhXQnUN7Kk3M
fCSSFB4kI/gGsKP4pyNTesTYIeE5R8wOKmrwk/QYp/3n/jVb0f3Zz+TMtYS+naBEz4hfj9FLq+Z/
BFV25c443xezYowwWwhmGxSfEiAsnJgkaQZrlGEm5FdD8sq9YSI+NoYKIS5FSR5gYz7xMMWNpg+V
XPnNQQiuFt2wRWu/HmVNgH0A7F9WTyNZykq1LiufgBicuFq/37lDshIpdnQGoVpucrYu6ztDLLu0
9tX4MTm12V98/NvlOfsWJLVWKDWWH7Wrlr2XG0mBla+DYi/6rT4GsC5aFscsFkBfK9Z+pbhm4oXG
Rp5yY32+ilJiJGkcBVi/T101sPsNh2LlBtz+fIO7qHkT06LHvHBfreszaTUvtBpnnIzdEYMEd1EE
IQoG3oHIgyvUJWU1NoWoVX6unaZYs6fKj7XKsZKf92/aR5qHMzzoJgADAvw7tPjxBZtcCUCEITW5
j1+jgN3XVBwp11PHKoh8AKO2BVLoiXqYQqg+RlZeuToZOtgmiyS/AUOvLkY0fFOCMftnGuPkkyon
/bUoo/gogUv1U5kYw6HGxDlHDIcMtGmVgjmZ97ewciIoZ7CWdBaJosQ7dyF7IVPF0MyJ37X9GYRj
8qkk8eRWgfJ1vyA0LaJ0CgSMAiDXXJCagezLimvi1zTvPgMQLz4aqTi+ThLdAvivvP84dQARQVaA
5lu+kKqYA4kzKuR+Opza9BzSpy5+HelGGLdyVRgqAvky1q2wYKdBOp+GfWbkPo2fJPOQbnXdrp3M
7fqcJSk7AepdYP2kfJWt5zJ5MdON67i1Bc5RUsoWjBExRIjScfykb7FFLB0WtHMgbgDXAXwWME3P
j9zKWjlqdGXwY9WW1W8o/WH2Yxj9nH7fV63lNljbCBqg0JuksPTiXE4zxZmhJUPvF8kp9tJqw5qs
LA/QE1rEgT5TGB3/fPlaLmOzVuvJH9p/olO1F24Pyk7msuAhBYgZusQ9SEOndWA2sjq/JqGtvOe7
gY3/E4AIDhhNJGgW/kDXwW3SSO/3NThLf5PdDyog6kjDIUKEr4SU2fzzVOOEwpwwIlsSBk56VFRt
Q8DyIkAA83mBqELRQOG0tDfSENjMcvC1FPS7lW+KFzbnercOYWwpA8FglAzeVe7JIGhwSowy1vzG
RI+WWzU7K3M4BLwBrPkSyH6gozkdnVoSoXEm033tqRa/mJR4qVV4mvR+fxsL7MWHHIwk+ACTMA9n
fhpToAZNVMaGX0W+9MvMjoJ6qP7pxt8YBQ9KsA3Pe+VqIMfL8gMIqZehQZ9HyGKOkNaC99Pwi/wv
jgWbQeEalTQ8snwGYgotsxCHvPGJpNvPVmnsP3asj7IHyjhAXfDeYKfJUYXBOo0PULAjexaQSfcP
hBmHuYfAqmhQKhPkvJg2z90ODJk3YvT1Nr4e9YAdfsIgtrp4NN+ELzSdvPuyVk5jJovTsTwTIqsN
IEsokM2KHaHcC6KEdiEVDvQTwKCICXnyF3UQVH2sp8bXxJe2Vk4mCJQGQwIDSHvYvxdkr0ExA4gx
6wec6/FQkQwhTIXU1o9GP4bG8S+W11mK10ITEjLl8+VDBKxCmKQsRYCZVJ5e7/bTkZi7WZ87ikKK
AIAKktbPp0chcYixAUVbUyu4t2h5QSSwzCxSqgiK1KWdn6h/ivFbHf2m1U8ifs+Gf7TN2UM8PS7y
+0jvazh5Rtqw5AbVOqGfwBnc+tZg2bnqicmpfh3F3G7Ed504Fjnn5IH+LEuHjg445pPsgj5XxG9o
d7x/bosuXv6ncHpRFJbVyoLS+qNB7VJ46YTvY/w9EV5ScshzW2v8Kfokx9f7YleeIFxg0DwAggm3
0uBcgFChSpWlEczQ1/o74AgADdwXsHaeJpC8qOcjI4qK01wfByoqgpowO2Q0XhmfKqs6d1PlYFhq
ZsWHwvx2X97qhjSG6QajAevfmMsTzTImtWTVfoCJT5UQuAMd37rd1BXstBBeIBsBygFmBedi+iHJ
S5ki/EIXvkCPwhYylv173rqiBxKeGTxMJDs410Cd0NovhEHli9VTHeluP35uzSedfmrKZsMgrX0x
oNgsnRXTGDxvvpWcqkEbyjIC+wjcyxNmAtjR2JfelBrWhjKww+Z2hWHmrKEXqRY4nJwoLdAKPR76
1u9BtvQ1T4fak6L3IugVF9Nni6/3VWHlGzJUGNiGUaXFt+SkgdA1MUDj1/pCCbxhbLfCgymfogls
a7sjJnw7qMNHlwWeQ+4WRYkRqd3EMqaYz4ZZsJ25xVa78gKaH/Vm1CERefB8CLUUxFk0Go0fFAEe
Jowq3eoSYhrFnw3gNtADKLS6TDUmJBkKIe/9JswOoIyzjWR4Ebvk1I2gvDaKZ10pS1sMxf3qh1AW
lJUIQgAFF7mbJIvhOA3N1PlDoNhG+7VHK2I4SvvdIRaDIHXIZtviZZkreTU0QadQ5PbiL9LP6cd9
RVseDiCt6AOFGUWT1QLfzNoGTYpiod916SOcokcksjaexeUlnYvgnvW2qM2ghsEEMWHvTIV5MgXj
2Zq2avf8iB48iAydi1wGuk4RdfJ4xLYc1FEBj6RPgro4jeqAAb1BoDrG1L4YVnFWpa9hWbu1HHoY
vhBiGnE6/gjjJP9p0gojblO9twdwXhwxuCtk/CGY/1nkqtvmZggCdHULrrR8XkDJjuNkkF8UeXi0
RCiTXh2nMPbjBHOl1coxpWM+jefOHECt71mACd4/65WiASTCSjLqM5aI4zSp7UpigS0y8VMiSo4q
pXYhP9luQy03EWnvGZgXY8uCpbiYDwCoTqj8qkp1wBuedl7fxO2GTV1xHPCDGEuTAUQb+ni5p2Kq
SxQR0PPjJ8nbSFA5Eb0yfSyCB7N/jjDmgEii11Q/LX2r4rW0r2iFhbH4oDHUF8290ST3U2mkqa9p
qJvQ4R0skI0d9WZlp43ymiu1u/HtV04bqS8kvzDrfsVdk2VKsySXEt9MFXusHyeaOpF16iLNVQdM
lz6ownNYD64iPxA9s3Ppq2WB91JzUUuKR0feOZaF3RbAvg3Qh5iMNprPkqZgQBWnoEt9Iz3U4Snc
ChJXbv1sfe5dKUEWaIlpm/pNCart3K7b0k43SUJXzNdMCqdANNWsFB3UqR/GmkfLH1Kz1aK9sQ+V
c8qGbNRDDQS5/mg6VXEe5OMmPfTqJkAnxlw+PPp8ajRUEK1l1Zj63e/EPFjSRtizuoOb5Tn7W8PZ
tAjobnzEhB0giuAr2+JS4Ycy/E+bgJHDHnCVEcDN36he00moC2rqx+NDj/HcDSbKdU/4v6Ge8ix1
09wx2ld1+orp5BtGZOUqg7mCtfXB6CO+44xarsmDVpk09WXrSUsP8YRhsnCVxE+A1m+896ui2BPM
wgHksjlRqtyhGKCWOCjqhoHbphiGcUoDsCDvrvgoIOn6VxBzRm9Qk62slblKIUiVXk36XJ/vG6M1
hcMsEFSIQTuGKJLXaUyFK+WGfNz9Nj30Gwq3+pnA4o0yD6M1401L1TdoXtSq1BcUh2hH4UX5ISQ2
xpzc38WaXiP2Q5JTQooT+ez5R8LI9pISFY/HOLiGhZqtjdbq+yJWd/KviEXNqpAyudP1xA9zD6dd
yK9m7HSBRzZdWHaicxcWJ34jiUsRJsEY9JFuJb4lYZbIgXSHMfLadsMVWz34GymcKahoXZp5ZyZ+
E9t9j5HwGx7G6i4QJiGgAMIK3OrzI0lFsxcwdD71g8lRkIEaMJn7rBX+/VNZPXhgYpBmAUYWeP65
FJDgFqgvajiVBDTk4RdjOIOb6r6MtS8FYi3GPg0IA0TNZcA3apVRo7lvoHoYH7otoN7al7pdn9tD
XoFEaJLq3J+sNw1UlTGSdiHg0aklbJzJRxDMqRZY/5AoQl6KTd/lRNEsC2KMwi38hES1bfTqNxKZ
b+h5dEQKwHRbnDAF2E6V6JjTxm5K1a6VxKuNvf088DjQBybD20P2FWO0uN8REzU19QSFLTnwKgMT
I/bbA4zkBVcAkkIawjJu/TQd2rLUssyXCX2hQfArtZpzNsT77xBrHzEQybKKKR+ay1kNEGdSQ0z0
64e2Vb1e0bvZ6uzvN5Y/nqoKTWFV5kfy59TwtxDIW8tzaq0MgCpUSJv51vRueTp5u39rVm4msjDg
2GJE5AywO//1fWxM4djUia+1cDWugnbd2zTHlOhWAreBCV0jcl0yCaqXqV7/fn8DTEf4u3K7PK9D
nRLHTQk4l1We6sFrumddS9yq2JrVtxINAIaPrjNkFQF+5LNJVTOZWlonia83T8kQnXOBur3yZMby
Ucp8UApuGIFVeeDtZ1VfBQ2B7KG7Uau6A/H8oMSJX2aYFTeqD0b6Lg+fBd0L6FnutyLNNTXDTcfc
epXRv/LbS8Y004YpAjotOQQ2Csz3T2lNzVB1xGg4VuhfPAChJHbZ0BG8/Bl1c/Oxzl8n+XJfxpom
4AFjcTJzLnj4Wl1TtYrQ5O9To3FoFTpBdwUm00lTwb0vabkbxk6HYiprA2UIrvnZdGplIYzBcyan
1VHO31pZAtv9P/eFLE9kLoRTgFGvmnwY4ckAhOkQ5aoWW2mqrW1wAV8wBEKtDpBAut4ee4xgdPSC
7rbx821wDoZe17meh/D5lOoU0fNUPIpbZLyr+0BJXmRM3qjMc56YNIYTyCNwHIZwmCbJ7tEYb8lf
/+I4boTI8zMfQosiywwhffIeR7+rYKORZX0TiIvYFcQ0GO47TYmqleKA7yRgmFaVlWjtR/mx2fL3
VhI4OA/0pv1fOTzeFnFKC9JwuK3N1wRzDlM3L49DczAPveHU7xibgokr97/cSjF9LpI7H03uphht
z4kf57WdjBEw9ucuexIwhAUVyUI6ENDIps1uczCXyh2YMmCudT9AasdYwVw6ngxiq/sLrADmoK8Q
VG2Y1rwYxDdWjRE2hYDP2YMOP3iRol/3v96aGcBwNYzQQlkLfeHKXO8EtSraKBYIQrMIw3M+B9GG
MVsVoCHPz/higcPiTmcKestUkzLzBfoQWIJr5u3x/haYpZo/0SpsJJwkCcQZsM6chMEY5UmLdOK3
jUtU4pjJE20epiR2rHj/ZlhO3GQpUzjQPP4kywDc1mkf+qFUeEr0aEz6xmZWPtdMArcZK5xG0giQ
ULxUikeNw/1vtbI8qkdsMoiKF2ZRehGSMhlpJ0Z+Xp8Lh6a7gyRMswKLJLpdGB0fHyTl6hRLYkSo
X/Y/CMjsft7/9StGbLY89zAGjUKjmmL5NHYCXO9EZ4OVNl4UtshcnQCiRyoEHDQ6Y5jjHkYk5rsA
I6GKi6i6RU5dDHBwteTUyLvDhrkc7nlUh5RmQgs5RnXpKR7I3/c/1vKokQBDWdKCTwksE1/VtfSM
ANqXxpfml64/Ag1yf/mVzwRFBd4Hl4GRVXCK2iZGL3ZoCwKcz/ymi+Mh+SxE1RGFtW/3BS0PHQld
xNug9YTGYiTp3EKFZWqOcdYGfi18zttDOB30rUBx5VNhSBJiRcDuYG/5vciFYg0UUJNLOHj0Z7HV
Sri1PPdUqLlaFrKF5YXy3fxJmw1419L+oSgHYBdq62xCDg/1z6s6lyu5JhfMrFKUS5R9tchFj91g
v/EAaQsiaQazxN1QuX1oQM0bvdZkF4wxszVdsA3Du3/WK18KlE0IF/FgoA6kcRe8U5VYb1Uzv2DI
tGAPmPP039bn7ja1OlUgNMgvKgYv96e83ziKrd/P3Wl0FfQo+eD3y8MpHQ5bE/1WrgIQFHh2FHRT
g+SKc+JKqRTxkhbkkpg/SqGytQQg9nhrbMLKJm6l8MngOh/yKpMouQiWXfzS33cfwWx1zm6kam0W
mZ6TCygrpsGr1d1PEHi5wJXEyPCQ9ONHF3dlj/O1YnKZ0O+auOMWpcrqGdyszx2xIgVNSrSIXAwM
VOsQEDjZVgFjSwR3zMMkoLRqJeQiqwcrcmPzKG2NOlux3rdfiUcWJR0ZCgNg10tqGt3vMVEVXy0x
GUOraeDBxZpO90+dfRXuUQVpGhhW0BCH4RS8mzmAUUKY0LB10YbBRtrBDYdjof2ptdTOla/VtJfF
FVAjsPgDlwhhcJv5RyOVgywJ4CpcKuFHXPfbNBbLSzIXwP5+kz9p24goMi2hZtWrXp7L/nD/g22t
z3TkZn1NG8JiHHDVg+k05edNaOVSx+a/n7O0RZiUU2vhA4WZSxW3s15I6+7eAtqF2UGg5gOrx6mx
EYVFhkniui9XL/SkbzWeL589cLX+uzzvi0+UVmqeCppfVPTFVIU/lpE8gNPJRcrhaHbJxm6WNwYx
EogyQJOOOBz2d34gpCTtILXB6BM3+kmjQ5c7o7Uhg60xvyWg44Bfjt5eVLAwlHouQ0tYyEH0zs+L
V0UMq/MQVy/gjP2DLrx/yqF6aNUmerCiy/2DWmwN3T4gGwS2DEcFmhFua5HUCeMUya0vNoldqLZW
RbZofAm7338hB/hCZB/YQD9+e5XSDoIpouM3Rqdv3blZ6VKVbrXDLzQbuwBPsMycObBx8jFIMLRG
mSVF66c55ru7keEqdO/lhAjWgM3ocRhchXsD0P3YRhJonP1UMCcnbt0xssa9rgqTgfKIhYmEKggW
uJJs0pkEo5NUgFmDY9acvtw/CqZJM01DfyhAUWjEAchrSaeMkfA0EcZs9NGN3B3C0vtPyyvcjxe6
rqvJhOV780k6tsleN2v+6/n2iSQPFL3qsHwjHEJPU/cfL+O0wGdhTM04h/k1JIQCn6/Lo989ScWp
C8/3P86Kgs6W5zwgIutBFxhYHhT5pvmsJs/x7u5fBulltDiAQKLX6mMy9M3roQsxGhWLUvTjOrCz
h9HaQniv7AECgB3DbcZF4PP5TTHItB8jEb2bgR0Kij1kpdP1W7H4ippijiKMLSCVmC7Puw2ahQAZ
91n0M92lg2tuNZasbeN2fc7gDp1o0WjA+rX4KYs/58Vhijc8nw96D+6qYZYeXBBcNwtxDbO+N2cB
jmkTzbrK5KdhO50FkdKDXMvEDeoujGBr69eoNo+q2X6VidD/LuUpye2iF8vUTlNZ8mMhzh1VTSXV
A71lhO55M7Wtuk7OSRQSBzjQ/CWqo/g3ojJrsFNV7IWDDDJJtzV6/cGcjO7QRXJ+RO4K8xjGgnxH
Yzj5FOc9HYCOnpoXY7BqWxKM0EnNXvNTRa6bh0yjGItTuo0ylpqji72ZuUaOAdpBLY5eMobCK2JB
5dASKTpqWkFcKvZRZCuA9xwwnDf8KQ9R/xoM2neh7gZbA5jQTsSunTxaGwAuy6EjSv+HtCvbkRMJ
tl+ExL68ArX03rTdtscvyEsbyASSZCe//p7suVdTlY0Kla9G9jxYIiq3yMiIE+fM5VEErSChZRLj
Hr2aWti3om+iVrO9rznLIfudF/ldS0kftXnZJQ1bxO/MtsY7lqP/mVZiiPzCyCNf6/R9C5LLCLhS
/qnySRa1JetCvzJGyH7bXdijXeWXPnngzGCu/TJbjZhC8O+k0bIw9wlqD8Yv6kMoPWrKhSfw/XoG
KIkzOqGWpsHzRGay5172s7dTfwu0/HEz4tJH3wayTtjwCJbPN0orSrtvxsJ+sWxwM0AYr9il7q/L
vufjgTq3oW74aeBtC6DMi1HEwWPOr/ac+LxMouARD/5StU/ZtxqLsdmzXtxZu+0iBuzmX/x+dBLI
Rm6IdamOTbNZW/cZli5D4OCbLwPZGIE8jeenFSM4MaCc1hHNU5kxO/aLcN5AqxO2kJPnFD00W6mO
VUPIzaEFGs+hDyi10YbeQJly+4X6n6b5YKWQtf7mm1viPmubChK0gMVIN/oBnOCOpTlNeN+h668L
8/aWAERL2tfLq/IhFJc8J1KQAw2GCLtUxB2nkJVo29l6EbMVC68K2fzI7RtjeCX07bKptQ0MWCQA
s8CooqKs3M0d06deHybjxeKfZ+15PFz+/HuxQF1/yMggskP+GgG/HOqJty7NuTCMdDRehnIOg+UP
5dMBNZIop7eB/9vsbgm/n/Qs0jpv1zR3c/+K9o+Qu+1O1C9G/Tj1jzX/ZQko8m4EPWsr+d8vA8H5
+S8T3eBbWYCRF+SZi3ABqnFMLo9+bXJlkygaX3Hdgivp3ETpzqQiU2ui0/yoL3fi+fLn399I6uQi
XMABc130WqqgA10fdBNXGva8pUce88PaLKMZvGHkWJZdZC5lzLUHzwfNWhaP075s/L1RvKVgaMjY
d1YfzfaobYVjHwdtSuwRZBlR1v/YWeO5wnc7PMYSnbRRSDf1yz8e9PPvKy63McaCdATfX/ifyfJ2
ttnvlvLG78erXwznhtTV46llNxMMWbiaQFxMCxFeXsDVoWCeALEDPOEDaCSX9esMPYiJbbNnMBl9
6pvmZuL993a+uq6PCBZ9O7Lp08JzUd0qQMdnXKepADBxV0w3mRXyagNT+/FAwQSyUhgPGCp9tUCS
O3VuG1wI1I0PiEVGeiyGqycM+Se0n0g9AjywVceYoXO2sagjAE5yI6PdU+3RMZN6vla8BlHDmR3l
1mpTlwlKXfFigLzkt9hSC/54RKR0iQVaJDAVAaSovFgKRoCC0lq0jvNIlDG6ES7vq63vK4UFPvs9
4vDOe6HVznFAoVLaG2fjvRP53PVIp4PigqR/kziOc9c297mZU5ekL7Mhsh8dTdOk8r0fJbpUv1Yj
lNCoxUx0xwNyE1aDJvayBy4MiHmX5vXNaOrRyLW31oGK1uJ/vmr44BkASh6ICeQrkFuCYzz/bcQb
59LyujJxluH+reqMDeyHcmzl96HKhVwoCMkAL1OZMp3eR0ju2FWS2SwsxHeDPhTT7WhvgT+UA/Vu
B39hNMDCw80rc0wmMbRpX9RJueDupPdN68fDlT3b/xpBwAQFQcwXIP7nk5UbVjrpTVslVX6TfvKW
67of3z8PAntAWNDRjmebEoSzxRGdwbUy8bLXCUh+RLS7q1cb/MaImODZUHFUkThB0+iFltd1UvDI
Gb64y8v/6/sqAqepiqVKR3wf6mXBzr8SoPDvBP3381U8RxbQ1NEXfN67s/Cg2kqzKqHk++eBZsRz
Ge9ytCQrUU63lFmb06ZMhDtEXTPcWNaTTpPWKW50bd7wCorf+WBMOXj+VDoVCD7KZDHu/BpP0E+X
l2Lt4MmY28eOki865fs2rWYXolxl0kO6k3bhQFhYGfGWpOPKucPFK0UdcAlIXY3zIzGiMa7ylgpH
QmSxZdRPdusc09ncIEdZNwNmFzCAShEzZWl8gnPh2EWV5NaQULMKp8k8Qpxmf3nSlCS4XBQ8igCo
xpyheUgt3WSB6CqZ/E4WiCObwbBzIWhlGw+5eHIJOAoBJkyv1Ir916YUl8AVgeGpGXBi19hzBmuT
/Fmr6l3L2PWHXgKswAuJRUKLp7ITKo+AEJ4xnljNk44Me72x01aODbDDiKgRyODQqBnRggUWpb3Z
JI4ZVy8v85d2jrdQEiu7GUgSpChQLYD3CpQxcHswSlKmTRKUy6ex2UkutGnQQFq8pc22ci5hCW0b
2NX4W82EeLVhc4IMYzJXTTTgz3XvnPflfifrB28J7kYV77F0WKIa4X6y5GW0xPOyNVVrA5B6A8jA
QoPqAxmVrsHDO3PeJg8UGbQSfy6fkbXv4z53AfpAIgRJo/MTXxos8KaqxQShs23o871lbCSp1xb7
1IJyzfYeN1o/G5tEZGWYeWacG9lOG3/i0Xb9UAKZy4HwiuSGUC7cHPIY7TLbPMl+8PwYXFmqeV9q
AOvfSV7QvaO+mj1tzPTFdXnSsS8Lj0xvq9NxbSlODSingky0GXILBuzqYOiH9DqUmPz9IEsFxyZK
Wkh7qIl2e+CV7XKtSbqi/WN1w2dm1teHPKjoIzwGfSw6NVV8s182aH6GDEdiDVHjhfMW//XKVjr7
vrKVOkMf8r7E96e8u6Ha9EqQAnfT4lia1cbdsbIYZ6aUzWTN3ZIaUC1PIJ+sI7P7enmvrtyAZ5+X
5k+SQ2wQJms1HAoPeQg/TJsH9MhfNrE6AiC0AamTWkTqemtFW+V9FrDEdkGOYQs30sBZHV02sroi
YHsBlRa0k/EIPh9H5Q0ac1OGFbFBjdJ13zvb3g99hd6PKx/Zcv+i9Qe9UXC179wG56a6itYEird1
stjg8+2PEC3M8mpjPCvrAgULMI8hMEG7tKucwbIKynYoWJ3Q9q1qvqfTY9p8vTxl8hMn78f3cZya
UKYM0lAl7MNEU/xwreKmDA5+GkRzsKvMbD/kW0i1VXsmAgZQtqHKplJf5RWYK01UfpJRK8Meiul2
V4VaNcbt+NTkvzSy4e9X9h2qwUjswBcjG632zi72olnumOPkOGHZdLG3/EUIhAIYEveATiMhrUap
WupPrpVzljjpPtPeJu96N3b2fcXNkMam6GhhODngUzDnN7qF/FqbIhtQfOQPJKgokLvw5PQPPTHZ
oGskQQdoi1nauknWdjEwjyA6w2kB9bGS2i4oNEDqTpCEBugtutG0HbeOl3fxlgklbmiztNaDbCbJ
BE4kf5gSY+BPBd/ibVszg+gEfLnALyAfoLwUisYtdI8NVL57gnI/9YdqK6GzZUI58vkQmHOA+l9S
jqI5+KzrDtQk6Y52lh5fP2mno1GOPk9L4sx8oQnW7dmb8kd3vgHFz2UjKy4Z1MQ6tExAUwv2E/nv
J5uLj34g2hEv3a7eEeso3FBvo/TnZSNrO/jUiLIuzYwXShaYNFnc4LfQuiVMjelwvQ2ELKj+yeQM
4q7zgZizMGrHgAi46YQQsqm2KjQrY5AlJgPAGzxBPuA7jdnL3cL0m4TQewHi4I1c2cq+Ovu8sq9c
nQMI5br4fEdvPOh6GjuIcF7vbM+MKDvKcKtxRgGqSepq7+N8bJzyjSlSwZ1IL028JF6TuHVEWYie
zstLvLJXQbGL60KmNXSwnylLnPYNzRliFF6PxePcmW9akRbPPc30G9uaxMZrTU65cvUihsDJAKWW
FJpRdhTrlnG2kLpMAGAwHkTv5ZFJxyCslsGLDLx+4pQW/vfSKswruV7krQ/TaJ+AJjLyK2prUauh
lS1IiybRum/a3Mcee+nTrQa2teU6NaJcXHObA6lgELyrQSrIQLe0ER1tfV+Zv1wT7eQ7GIRrkdgZ
X2i71by8dmgwQ1I6VqLh1GJNUVVjVWU+QwIqXP5pupBuOK51A56M7iSvi/pI9CzAMapRsGQY3XsH
JOF+z0DXtZVFWd1p4C7+PzNyJk+cMB0BKwRrAEvwrA/H8SBcM5rnIVyyR9v4p8j/uXyOVhdGJghk
Uh7/KQtfIw6D5BdGNRV9BP7e0Ow+XbawOqATC8rSp8zRedfpLDFq/wiGtchwn7qsiWbv2fZJWGxx
SK2uk2T0C3T0YiPSO5/ALnNIprsNQ/c1OXqm+APuRZSMUm3DgUoP88ElnNhR4phi5qxBpylLPJMt
YQlKlp3R4Xlfz4MVjl6vvVRiqjawJ+uDk52GcHlA1iluDwTgfMxc7I4JMqH8MKS32bARw26ZkOt5
sgELzoxG62EiKLTQvc0+k+avzipKkQAxowMAh+nchDO7o9W3GkuI81KPbwEkv5vd5V23ujonJpRY
pqkEGtsavCUYExF1kgIcXK77O6e/jb8oFwB+iEYhqWMIfWplNHXqGnbZpnUy5EFksvIhrVgMWqou
LIX91aicrWTG2gohSEfOEEJeuACVnWfVmg7JR69OTGbsirzYEZaHHd0S/t4yo7iGGS7byCFelGjm
b8Km0OK/nK18/toynQ5FcQ6VYAtv0ayUaMYcdmYTO2VSjDyEzvIOpeTLe2ItZjg1prhWLRMVy0oM
KMDa2O0XZxnj0WTIOGwcoTWnCsZP0Jv5oHb21dyGblboL9Mzlpi1c6dZ2b2V5xsm1hYHMHnAgySw
6mN6OnMXkkGQAQ81FlrLk9C+DMH+8nytDePUhjJfrTFpqTU6dVLNcdOG2ZXkDO+Rzen3lYPjLC5q
Hga+jxxD2IkuDsYx3GzGWlt1FNslkBp5hQ/d5SOIujj4JarEAE2eZj+1fRNb1S+2xf+xOlsAuOG5
IXXfVTfQpUUBjiFaJakGDZmb9Ergy7+zhYYFV1bYpN88d5pWNXVQRXGrRBeHvmzCIQd5Qnn4fXnN
125rEBWg/IWql2TsP7dig6Z/9hpkMDRRR3lzHMR3i9+O+Rh70Ne2u63AU1Xkeh8WtjEaDKRiJ5ra
zw0yyyuBBi1ZMhNH3HmaIyKiQbNInw3tQHxuH91xfE11znaN6Sy7zHLJbpwGPUSFbAgN7i7RYllt
aBYaiwozYLcpWs/jy9OydtyAxENnrkwofKCz90YXCMY+gMutv1AT6m3uN3P4i7v91Ibib92h0TVD
1+pENxONP7UOnk1bpYjV5T0ZhzLbIljqrArgmbqgufXMCUxi4pWZ1i0nTQwYPA9tvGn/f3OnuJHK
MMdy8jF37bfKe2yreOR/Y0EitcCL7nvorzrfQzYktj2D4zEoWBXx8SYff9bLGP7FME6MKMOYK6DY
lyVlyVg3ka2hs9Npw458/gsriO5Q5AxQDFGrwJ5mjHiZu1ggdpdP4iBMvC/xpLlsZe3aRfAlEZZI
WSPHfz5hpOHWMC0eYryRxaL4nLJDFbThwj/n5e/LpuS0qGHyqSklECMmTr2LXH8yz1+m8dHa+Pza
wYRrB7hNigcBjnM+Eq92So+mFkOar7zPfHNvTNmNlvsbsNHVUfigQkW0Ch0IFbrlpRwJxVHgbNoN
+tN07Vnz/Z+XZ2plKFKFCvI+Esn8AeHWsqxONcujCe1/lWTHjT31NmZLJnWUxZDlFg/JMQAa4d7P
ZytgRIN4g0YTt/kzpcfeDSJwAkRTfVM0eWwET3zZOJort++ZReU1QSneaBRrg+VHX4j1wNFvUqGi
BLaGjT29Nn1gs5DqL+gH+uAE8gIi3wWFHmMPZgC0SLQFDyt/I+xaHY4NPI0MvdHipxwcq6py4aEF
JDGzb07VHKh7JF0PVeatGtzqaCQBugVOScAD5IY8eYUNLfJabMBmsLWvgAeHhv+t59+v33BIM6BV
EaxvsgPg3EZmuk0m0L+T1GYotNjKn/Tp7bKJtfmS73DZoCWlmRQTLoMilt/aJbIZTuTTPkS3TaxT
RC/LxulxV44oGs2Q+QFyx5aaM+ej0UgPGYyhLZPALrpn7g7feZXWLHIsAMrDtNKe0zp9KspiryUk
s/da6eyh/mpGad5ox14Y1TfP0Oku6IFd5Q1x8WwU9bcqXYrjJEz6p0TlaB8IKKxRt7VuxzFbDr7Q
2p3TOChWaWZ/RGvrnKTQrQvbCQ0VFEodMTbSmLQlmR7GSSviVp/M3wz8OnduY0B+R3RW8EtvBnuO
zNofYmsYzFgIPv3pbYDBrWaZ3lqhF69Z5ZBfGWRNjiwtjFuHVSAyGsrxABqcVzLWYJrNRHYsNFcc
dJbb+97VoZyg5QKP0pGBWMmmx5IW9dtg1cVOcwkPM9ele7R+aoe/WHacQ3TgAEoKNrzzteiITcsi
73EW+UHXwsdZCxuyYWN1vX0UqpDnRyLeVHwZE6Vn8RI2qqbbPep1u7t2DCC+xthRKEQLBrbv+RiA
19Bqu8MJTBf2JhwDnO/l1yk37itzqwXw41B8HdlXWWrFPWb5ipN0GKQex4bC1CEdUHTbyFS9M1ye
u3183wKXL9oe0FGhLgdjhuClgVpYhQp12OUdghcuUEEEN7GY+tuMzXemCczeXB/ydAmBsnooqTiY
Fvumk63Kw0efIH8NsvdIYQHqpkoi6LRu9Qog5wTFlWQuyFEf8R53WHf0nS0y/4/x7rktJTxwZpZa
TmHRZBDtnhl97IobKvp9A3G41n8gW257dSWRmAFEA8S2H/Jz09B6NuJ4zPSY7pvMuB/NLfCr3Nfn
iykvOBBkA9SP7a9idwFYqbuAygLa8pmMUZ+FNSUbd+nqMJBgwgmQNJNqndygbdD7SDYmVIdbyt46
4N8un65VC2A7kuzsmCs1hzXmkI/tJ4skYh+4t+0WhHptj6F7yIALgmYiquXnhzfTWhPi3igyV/nw
VJbBziAAUhce+QwM5EZsuGoLhSjAzaEXD3dxbmtCWwQNeEqS1BHTnRjxPm09iCaM3lzHecCbjVqU
/N75BoAyLnIMeOyA1RZYhnN7dFzSIJgIzo95oD4AcciU7a9fHVBAyGwJ3iAfENDuwF3CPAYTc+bt
Ab1rdoOZXknJjqc/BoJ4EyhFwO7wrj4fCCsNmxZDjfp5be706ovDf/pib6A0lLlb3SkfTw1seZLV
CY02skx0bqvrW7d3+pwi5VyNn12kHSMHj2GUuqw0PRCiez9Fmjsbnnd1qU6sKu4nQABigAUG92A+
H2UkEbnWYES6b7GNE7tqCVLbaCMDn/aHJHRWLhTUvRlNHPZPPYODcnox3eualeR6YbuBF9jGemEL
Khtvmn1rafOgSAo8s8QYB7UZ21uJ+xXHcGZE/vtJ4JtJhA4hMFL9sH0eE+QlLu/tlZmCPwA3h29I
uKEawusL00GuwEnSTGgshy5ds5QPZjZsPHzWxuGhGCmZDh0IySjhKLoXhq4oTYzji9m9asWny6NY
/TxImiEuAcgU9H3Pp8k3xx7BNT6fajRyjybdkkpR1TPeVxsNNBK1Cra1D/HPvFSdMPW5SICSXu7R
pPQJ+gnVvkUcGnGOMN6b2c9Wc5wHd5zGXc36+tZnpXvfjAQiPn8xXCjjAMljS545ZevV2sL9abaL
ZDa1eJzHh3xKXy+bWAkVgORAxVBm+T6WcZapNfiiYeOV1hfXzeNStw95d89JEBu5CYKijRVc24d4
iAOXiG5TlK2VIeWNW461V5GEpO1L5bSPAdT8QLH67fKwVm4nA3kLxFIoRKwUi9J5GfrGKhKwEhyz
Uf+es/QmEHNSDPY/l02tjgiteeAPRyD7gSXR74raYYVfJMCaezqACo/XknH8uylPTCjegcuYX2+w
SONksFjiBSOXlFt7f/VwnViRAz3xQe3cZnrGPTg6ejStR+d6cAwuopPvyzU7+X7Vjy30x/B99KnH
lj4/OyzbCErWhoBVB1YQoBE0Sijup3OsMcX7F+6n3lVtTDZikJXrFOx/SLbIFinZwno+gszq4F9t
H2mw/mi6d6b/KSi+6vOdZ10ficDJSR41RAkf86HIYZJ+7mmejEKD4EWws6wtEq+1qUJEjUI0hvIx
p+Nw2gfyuZrkn1kQFj8vH4qtrytrXQZL4WYFvh70EavvgeW6/P33PgslHMQM/ffzlXcw5FOW0unk
zzd4zKogop0RaWTZsXJ+cnNtQS/p/LaM/UNmz69Ns5W2XLsogEyCQAEgowZ6ppS9AJ9f9svAsySj
5pMzPjf9z1obvkBJjoZ9UUbEcg51b+wsg+zdzPhEjb84r6e/QCVkmB0dJBY1fkHn2s86S1/HIri5
PM0rvg2wSJR/JOQPHBPKMoLug09gJcgSPbiftYcKfTvBxplaNwFdZgM5P7hruZNOvELuu9wrLTdL
CmffVbfCutXSrc0iA05lswDHjdcD0gEgrFYbM93CoQOkjrMEPD31P6YH4vB5MUZ0EvTaPTjTsoPt
IFfEvFSLpgDpqZzbQeiBaOeGWu1WimV1xAgq31F1Mut9PuKpYWarz06e9MZzWX1z+FvGNhK2KjO7
vDGglYBUN5i/0b2i4sJYpY+IjOsigb/9jZrirzyzI9q/9XzYAwR5N9Ttq0XNIcz79ErFiX9ty5hF
NvThWlSOZu/nhFrUzxN/LKL5q9gUOV6dwBMDShSotYuwl9TLk0bcG/S+aFA1vLr5B/OH/jEPgAbn
Y+Vj0KfU0LsGgabgkFs0wop/vny0VjwkLEBxRIcBWFICIZ8Odd9pY5FkZErRAz/rISurLdDMlhXl
dPWgF62bCVbIaIY2ICYDNzeC1JUIEgMBtSCSkqhoq+/ZoPHREtdWBZLdHCpTxYKon4ixvRMip8el
MZanQM/M2PIgDH15DqX7+XCu0V4vn354s6tle24LEkw2gnWND7fu3N+WvvhsTuNrttgbG2J1z52Y
UvZcOgOOWncwBYxbGo5D3jyaTEyRr5MthrfVNUO5DRxv6Fb/AEgXDrM0UiPq94ZD/Yn2x+snDVRX
UGbyEMIANXruftKCZk0wiCJZrEMJuiDfujfKIeKduxHErK3OqSHplU88u6UL0Pf4MNSWr+lg32nd
C9pE0L+zhaZYmzDJw4GktYc2YtW9pzPpSc20PEnLQ2selw2EwurnkTxBjgGw9w8CQUtWgumswee7
4HF6TflfXIAA7wJigRQ4KgfKzkL5qDEgDZAng2OA8kxkzeucOdO926L36PLSrwYtoKOClA6OKvIA
itNplqYjzWzmydJpfZTWgO7NlLaPXtrPTWgRIwTj22EGhTlSVCPI95sMUgW6+2ZNw5ZI8NqJknTj
CJ/Q//0hD4butNExUj9L3Nm/M8oiLMc0zsvD5SGvbkIwSoFYSmZw1DAtr5o6F2OdJzrrf/mEHRYR
vFGO0lffbeQ+VgfkA9cJDWqwIKv0p0zHMCef5IlBA2j08qV5GiAeeTvxaYvdZs3nyiwv7nc4XiTe
z4/WAnJGvhRYx9wd5qeuBIrF4c9O5y6gdzbMhzbjdmy1fNlgwlrdQOithuomCrSySnRuONAKF0zo
cw7cUv3c5EFcoh+rL5dwaZq4R0Gw9MYy8jooDqVmH0+oP6SLdT2SFgQkNsQTkTPTkc9SYm+SM78R
TVnhyd2gvJ6H2T98iwBzbeOc2FB7wpq09VLTh415OLBpBOt+E7rLjTVd37GOwSDakAg60FWolQ0T
zWAGBR1XotOjB4ns6tP1JwBN3kCcgJMXKH4FGY4kL9q8XVIlZT4eOv4NBcrQ6L+Y/V/ckLLBEOSt
kBmDasT51shMqi1julSJlYswRREW6GYN8JrrRyNFs/FewNMYvHrnVhwrq0GEMlZJu+yFGRX+TQ9U
6xYt0trin1pRwiZI2Le1ZU1VMrVL2DptXM4/CBg2a+33XwwH2QqgZiXtrfr6GXW7rqtMLxNixV4b
9UGYsh9LP2/M2pprQs5CvuSQo/qQuEiBRWhdDp6jwRiGMGirR2b13weHbrw71uzABggFkELFw0nx
S6SYoefhDcBWQLgrZFbGQytgB1F1r5fnbdURnVpSdhuAC2MbgMM0MSy+r2cKflP/foJuAiQCborC
jd1Mh0SA/0m4TtiUxStU1jYO1lpcIBOMOFooGH7gXsw60hlaKUBY5Pff0eT/zPItLPJ7hleNcFFy
AAkvwFEArinBmtE4c70UdZUE3PlscxFTUcQTx/Aoi3DZADkOclVvmu8tAHLoHNxWjNygMSy+PN+r
C4voHkVRYPg/ZjuIMKsAHfIJM3kfdxqPxeDncQc07l8YclC0l8g2xCiKt6IVLYphgLeaZko+106R
7dGcm1VhOvjphi3llMNNAXuA8hggdMiAg9fq3JcMoBlPi4G5yTROj26fHboWd0kXlJFpZhsbVpnA
D7bMc1uAufVBWcLWoH1FMi+csjveX7ch322gqCh5W6RwphqA0GCa7LRInYR7Yxj0gB1tTNjaIAK8
SlBLRMSKosH5IOqcVKUAs2qS23Oog8+0SacdaCIvbwHlXP07DCCzbP2dB0yNMTRtXgQF+CUJ2jzS
0US5lThbHYbkn3ENtMp+uBFdYnep0wsMYyh33ajHlHSfh02OKzVH+b8D+c+Osr88c/QhLqyjDcdP
I7Tm4G5HPpB/GgqQMezGcYgWHcCU6pvlf7l6Cj3ZsQmnhPj6Q+NmYJDcAaRWT3gGjvAwMPaXv78y
g2ffl0t48rTLs352+Yzva0NkBbFNo+LrZQsrZ/PMgvwFJxY8YBqLDFgu3MB7w/+ngCTzL2Jc97KT
CwTGPBD9yx5T+AJlgUaQN+oIv/TE855K4AD/YpbQTYCQTrZkARV2PgYtc3k+WKOeBBYHQHtHUj8k
W8pEylPg3zGcGFFi4XRC25oOYr6kEDWosn+WC4s899nge1IcO76xLGsLfzIkNZhsW280dDZjWQr+
5NXuD3/it36b7y6vvowTTq49dVAqb+LSAp4zLRiUGO+s9FB0L3rxYAY5tDO34vxVU5KSCkkkCWRR
9oAwNSOzeqonLv2zVF9xz8XTPB6K7KVuyuPlYa1tapkik3LsDnad/PeTTT3mTtctea0nALnEtf4j
lQS8uHGMH39jB7y6UAxDM4uaUvAqv250t9eTMjsYXhExssvtTxb5fdnM6maQ9L3/a0bZeou9mIPZ
d3oyZHlUaUUX1o4WTka2MZw1O1JoEvV45F98FRWMk0vcjBcGAq0jEomNCIPP14/k1IL8BScL46Sp
bYDJ30h6Dwqz9bFL42bZGMXKtQaOuP9GoSx+XQeirgRsUBulhbjaoudcnSWkwYCbhtYB8srnY8iQ
QpqNtDQSYf+wy3tEMcG4sX9XhwCODMlFC5Z5VX2lyiYWjHltJE05huPRR+h5eR22DCg7CtRw1Kn6
zkgm5+uw77sN6Lcp50D1K/Z/A3j/95N1tku35ebAsc5dfcctI+wH8A9b3vTN4+PR9XnkivqQzv3X
avBiouUxwqGdjgpG49IdtfsipHUQ5WSOcws4mq6IS9ps5JFWJwFk4IAJolr+oY9ymUTROk1gJGO+
87MYKuF/Mcn/fV/14Vkt+JJS10gK40CKm83MyervR2oI4ubIMEKnRNmImlVmY2ri97uvfv/59fKv
X/OheGzJKFcyVKtAJleAA7GtM1NeqjdiDqLFPQxTvpumMb5sae1mtdGLhCozMLtI6p2PwxwAJ8g6
Hd56ITdeUO1Ar3Kz2H40GRqYCWb+A+i+jbVZHd2JTeU2cirASRYKm5bhhlpwI+o70+Kh175dHtuq
szixY56PjaRutZRc6MlSf9H0R8f5nmVb7VZbY1FeC6PR9dhosAHu+Qc0Xj0MBiRxGiiupFvqwOo7
+T1gOF0ruSdPDnZFBy9dxkVPAN2Ka+eJ0XuP7wo3iP2l2QnWAFzZxnX7jc1fGh1x0cbTa22sDrIA
ANghpY0O6HP7vV4L9ElYmE8HwIOngIa6H45b4P+1HYmKEIIVJH3xP8WKzToHmjQY5ZQ/UIKe3gdt
/Nzln5Gv2undRqin9qi+z+mpNeUcE26l8zzBGihibh0R7IoleAJfZIQYZmfozQ13xiMrmthvW4A7
xfd5LuOeZ0cdjahDJf7JWj/q+Vbbo1rbVn+X6sSXJutzS661B4qdIHiz0hvqgeN/CPXymAMSqBtk
twnbXV3h/+ZejRNz3yyKlONkmvYSN7n9xZ20uCm6XUa2KAi2TCmHs4fcq4tGBD3pl309PTdTzPjR
0jZczepleLK+pnI+p3oR3PLxPAGY8oEY8z51y7Cp2L3RpiBeMUKQikDKYHlx6nLfl/VzN7u3C6f7
jlR7krXHFkLfJKexBaJSQuY24lV2vOyn1t7Q6MoG7hbEU7JQLufq5GBPRRN0JJBbvrxl7Oi52t6w
b4b2fmlJWFfpfc4Re9Y8nJGevWx77R47NS1fDiemUaEvXGx/PWm7Hb0l2u7y51cPM/rNkQBAvxWS
5uefd6HWpOE5AJdV/gkQpFfVEBYEel79d2v+kedbynAr9tAlhitJSrajwU6ZSUrHoNMCgociuNrY
Xv/TzIfF2jvG52xLQlN6BiXMwmMKfKYAgegYnOKn8pLqgZtXmDl3+dP6IiRuG9Z+8eKnehGaI+B/
BdnP2haB9cqtBrsYHt71EoygTmkz5W1a5XoyZgcXudE8sq4kSJbO58yEcjaRTBqdwcbQtKmODP4V
upTXb7szC8qxLPSxBZ8C1slzlzDQacjYVlP3ys4+M6HclmWtgUB8gYmUfuq62+JqDVg5ScB6Y1fj
AHkqJ7aZZVlZkRJvamLGo9hBES++fHjWVhpZaCSK0Zws2XPPD08/OvlAA0skNbe/06mMtVF/qzf1
OVfNGHiuyyYKkM4oa0HanPQV9USiBbeBe+DofxfTVsp7xd2jwf4/I8pqaDW8MMgcBbBaTagxEK0X
4Wzc02L3F3N2YkeZs7KeahJQG4Oxd3kXBdUBRDqXTawkU5B8RkkWpLO6VL06X5YZSWnW24FIMuNm
mW8Rco1fJue6hoz3IwgvJmkOpVybWmTK297NvVEX0A44tO2hrQ9gNb48jrV4Eh3pspUNRVMXhJrn
AyG61eE6WpaEmOYx1bOwoMPTAK2+kXi7kdFPaIE4VN3wp7e6O4/Y0dhWUW9tLdnKQcXPADQSeSkD
2SllPvVg1HybW0viRqSkkS1YdHmgK3vvzICy93LDHiHY6y2JDQXfctfYP7tSD6t2oy64Ng6AIkBY
gPqj1Bg4n84UzGcjqhNLItCbC4GS+PIo1qIEIEfx5rSB8kRZUHmqQUaqh7SAtiCUGaPSI0duVRHz
7qil7dveCxfj0U1LVHKfde/XZdtrMwhkCVpd0JeIe1VZoiE1KZIWupUAP9X7v7wmh17S3nq+bGXl
YKHmjZoLCIlRslIxlSN0SwWnhpWQ8r7q27hdirCb/9QsiFBJumxrdUQAjuJ5CEwfTvH5YpllZVoL
8LKJPz2J9IeLVkID2pBkq91yzQ5K3xA0QD/kSp6gNe28LGfYId3Odm5RMbaGEFLlG3t8bfOd2PlA
jbeYAKWwyU4m//F/SPuy5bZ5oMsnYhW4gMstSUneEpty7Di5YWVxuAIEd5BPPweZmj8SxRHH31Qq
V65iC0ADaHSfPscBPQI6gq9P2JaBRdiBBDzUEU0YIMXdmBzLLaq1ZbFbnXjwLFx0qpwDov5FJJqN
4ESpK2Kh+lqSQ0v7xhd6n/moArIHM0GeKJ7b+lDb1Q+jHXUfT0cRgFnc8r102MIeqb26CO4UDhLb
WFE0ICV77h6Mgnck1UYaVd1DbdzU/EHvNjJg6yZw56pCJtox1YSfRN591yWoxAoa2a34UVrJg+tV
N41Hd/9h3YCy/D9mFqfSWCTp3BGYyax2p7tjiA7C/z8LagucDIRlbpeBapJGZf5F7qTxfP3zKyE9
aL1dtPWh2Hf5OMr0Oc240K3I7kIa31sZgpR9Xty7JNgU01tdkxNbCx+cWomrApdUxHsDvI+BK8Le
2UoZre6kEyML3+r7ZgKoQhnpgnfyQTrW/72NQFcICnRQ8F8EDnaOgt+QpThwsNZmpT0YznR7fUVW
z7QTE4sBOKNBuFZn2KnAqN2Dt6MNbM3r/ZZrwhcWl/uP2wOmC+2QaPm2Ab0/dzCoNbZ2TzjsdVbo
gqjetPqg4H3Yflz5GxOmq95yFDOBvVsccs4kpAYFLQtY6xuR39xcH8fawuNqw02Ah4l+IRJXmHbJ
mJ7gCC197Qf7oD7a35U//fxiH/Kqt6dMLctg7WgRdM2Da21AI1fevAgW/41gsT/chMXjwDCChB+g
ll2hCd684drO/SkqX34QAXkxoIWfaRSsv6KBNVO4yIB/HnUdsp6H64uiPrI86RXdtKPKlZfKBABE
Wx03cwsNgc+DVvhMAx0i/WmYr8J9KnAMXDe3tndUOV5X5cRLEr4qdxuPCPgyEIYQ4H61By3MxtyX
WyVztRSX4/pnaDF5MTqdytqAIYBWm7s2l4/gMNX8Ii1fGbIZoVubW7HOqn+jwRYkVLr6t9inldeO
opCFBUKoJzfdZVsseuvfVxBPJD8g3bTYnVUhERjT2YpoehCl720xfKyd/oCo4wQA+veyWxDF8xpq
NcKIzHHf8z1KEsWWEtja8p+aWOzRMh3HsixhIh0COofSuKtSqKJvONnaRIH2GS3q6FlBR9vizu/n
xG1syEdFRVc3fqabc+B19RZQas3D0GBBwTOFuA3vt/NjmWTChCJOZkSubu6y2b71Si80Jw1vxLTZ
m04dXN86q6NSTeJ4zCG9t8QQj3Gi2ZWOohhlQfp12HpfrS4N0MnYlVAXQDHsfDhG03jzpBdGhJa4
+NVh0oRQG1p+fDpZWgDUO/0P1wGe+Mgeqs4AIFfPDY6zVukWum1Ry35wxGe6tR1X3VkBs0DSBOVP
qubzJC5riCd4x4gRlToL6/QpTt/1fOuMXp01YAvxiEIP5QX/UOP0hsZHG7MmqE9mOzRjsreKR3Or
8WDNEFKeSJEDjkoQHp2Pph1sb3IzrH4/6CX4u4oXYzRa30B3hW8WerfhbGvOfWpusTgdGqRz1itz
9FvqvpRsH5d7PryY3tt1r15bJTxDoa4HdCaiwsWhpuMRUJiehkJy/+aM3+MZ7HYboPX1qftnwjif
utqA4O08wITT3GbeTsy3VnurZ4frA1mLDU4HsjgOdN66OUiYjQhy2rPcJ/ep8EfnkEHk9E8ch//B
GJwaTDmojiP9ej4kIUDJZmrYrKzupltil/Q5J62DBwLTb6n0UCup69EOkdfMiR/H0tn4AatzimYs
RA4oiF7wnNeuW8Spy4xIT/pPdVP8lG2M+gyydv4Qbznjqo+cGFM/5mQno8/FoZNW4uRrds1vnt9U
W7Gj2j3LaAFZRlsVaVT718LdGS3nylNn60CPWfbZrjaeDOsj+Pf9xQjKwmBo182NCGktkIH/bvjN
9B/wTQjb/9lY+ASb8rn1Btho41kGks5f4fmGn1XD1+vOtzWYRWg19Emf6zb2E0A4B6RpfUsbwkzb
8LCtJVH77WTR61TmUliwgvM985vWuYm5u5GDWPViE0wzSIB5aP1bTtkwmWJwHR2OFSafNBI0n2S/
MY7V2TqxsZgtJ26EpnlUIWW+p3Lf6Tf98Oc/LAhFoyfoxvBvWRIrPZ4UeoWpMso7Hn+rrMxHb/NG
ULU6jhMji1NUdEapd2aMcdBH0nh+LndWZm9cO6uLfmJkcYjmfZ0xk8KIoT05yFZ/PDsAbj7I/yGZ
i6TWhchq3JIhlyNFIrdCpvjHSLaCjssBoD0K1F/o4sBdhva5c6+diYGyvoYcrryfhe3z7oOdZHgU
4sgFNAqcbIjTwNh7biDWJ9lokBuPaE52riwCCPde96bLTYF6LsQw0bOOvmT0gZxbqCXkETqJRKQp
puQhGfUXNLYBe1VWR6/JNoJAtcPOD16kPFEe/8uXZ5hLfEISj4Vd9MyK0HEyF9+aGQdJQJLvprmx
DdcWBjsZjyfVtnnBItY2E+i9ms6K4k9AOMR844Bf/zxAmeDHN/HyWDiu7Ix2oDneZqS4H5ifbUnN
rH5fld2QoMHqL8XfGz7EFH2ZVtROAYhROyO6vuiXuxvzgpIeCito50Yf4fmip04p3dxLaVQ7qELd
ZDYwkBsHyMoQdHT7gJsZyUxgmxaeS6vOEzWk/yKdSf2LyLzxuyZTa8Oh/j67Fh6F6NiAeAQ6WJSa
0flIPA60ZddNeqRJD9BPKJUS84cELcEQv9YQLHElOzTZXSsfpxmVXvG77Dc20NpAAYxU9SK00VzQ
WOqDJhJqaSTaxxY5VJlxuL5WKxsUPbH/8/1lIWyu5qQnBkDGkz7tk7bdSZ76RqPt4nijSrQ2EuTq
wEALbQYX2YXzuaRihpQN9OYiq512n/ta7q6PZOX7aNnG11FpQCsYXdwpusXzKhsLM9Lcb0PUbwH2
Vj+PTQ+XRnH9AqTaO4Tp6JM3IxfY3vHV+njEhZLtv+9fFJ2Skjt245qA6v2Zqgcg9HxPbiz22hhw
oRgKCKGyZoslaCjP0OYzmlGBPZl9b62tF+zlzkepEeVnoL1xrmD7n68x6aTZdSIfIq3cMwBRMj9L
wo8uM0yoTj/ICirO0kWYlaRxOQgrHVEheYnTPGi7jQDockfAAGYIJHeAi0AA/nwMTk/RrAYx6sgs
qz0uqaCu0L+4L92N/bBlR/39JCYVwK3rhYSdBGF8A15xU+xjesM228pWFwVNEAAFINd3Idvd6QYr
ZQV2bVC7hE1Hfg2945t2+uv6wmyZUc53Mh4D2cqJ5vqAUoy1NyHEWIrqp2uWP66bWZs2kPKjeI6m
hRXOXY63/yz6PsqVumsGsBPzczqFbfNxODeeggiOEM7juMKePx8QGv46u3PMLqL2gdOnwbuxk853
iy9j8mPK364Pa232gB7BaxGZ80t23JZ2BZKDWhfV803qRGVxY7YbV8mqCeTLVWJBESEsdj+6/4yy
r4s+SnPLF+SoivTuFi/puhGQxYB3GV3OSzHkFszZBXimugiJJUuGlu5Td+MEWDOhqIMQeuOJigzW
+bqQVAMtsgV/LsWXDqUyTh6treLVmpcpiRQ8gECRf5EfzZteL0GOMOI0Lu4cYX32KroXQxMK6m5E
e8qNzmMMRJAOWuAdlS+4yJVmhSOQmill5M6977DbMduByCA0xy95s5XMXpu6U1uL92MMvuoROEsZ
WeOL676iydivsy/XPXl96pSTIfEL2Kj6DSfnQJMWhoxrTF0iv+vZXuZ3Ygbr0UYAuGVF/f3ECphv
uJ53sGJp8qAnw9/2Gsf4TNoNII06ti6WB35mgnEOccvyWT8mvZc2ZitBTFj7M/JS5bRxK68uyomF
xaJQKbwi9xoZNeYvCVmmHDj5LVzBSiQLwQ9ERmCFVdvSXswXj7vGLScOI/JrOr0y424u7J3llQBu
537P3jr2llQ80Iy7xnho+npjkCuIK/wAhZ3Aixxx+7Lg5CZgeRsgpQTYk3gbHPMu5+A4FPXj7Jo7
E1InU23eU5VhtIEsn+3m23W3/L/8AFCngOUTzWjL5LBAX/cwGvAYtzly448+QKCd7WvtlvRf3XzX
i5tOf7DMD2eF1LD/WV1EpXzqppbZsDpR4dcIjOpwyn4mWwzaa9vh1MzibK/zsqf5ZI9R7b7Z/Juo
9gLQImd/fQ7X9sKpFfX3k01nTBVNibLiObmfisxPN/rt1s5CKB2AaQoEC0C4q7+fGGggdJjk0wgn
aXIRENmGyVweNM/dZST5pjnJ1+sDUltrubmBTfp7j6ANZ3lWmTinpjSexyiuC9+ob3VW+b281Ucj
VFTRZbW7bm91AiHCpNuoi6L0svAGj5m5ayaJjMRbHr9Y9kYIpm6+i+GcfH7hBWUGAqKhwueJeOJ9
GjpJmKI0jpKS3zU+84aQaBvY2kvHU91LeHCB+hq8GMtXl9mkGdK3UEqzqhdvBGVgvssSMxDZ60dn
TqVDoPSDPJWFQt/C9cBfxfvB0nlUgVQpCTz8v27g0vXwcdTCUMpFZHHB7TGnBpf5PPEo3Xv6zv7j
TaiH7bbYxS7PemXlb78t2CKRvjh3cHQ6pnM2wErRpL5v1qm/VRW/dLEzC8sHfVUMJXWVBd3dlwlC
4415Wv0+6AOQDkGZEmS25yNIW7PtBTqTEUUeWWAmG7mj1WXAPQuKMh29ycvc0cwgDpGaIz7vgJE3
0/1i+KZpoe6FFd5I15d8bTFAS4ZXJBCyABKpv5+cNnIETTZNCwhrjs8OXhN8BxzOdROXBwyYjVBG
AZIZZWl0QZ+baAbqFOkwQqY6K0K9v2vnNwrQPlqFdhnfa6TaOKHXpu/E3jKLkNu9FLJsofduDL4O
xu+KZs8W83SfCHaTcLYVWKzNIfrpkYxTp8AFK2ln5x7lFuFRTrKvBpREPGSpp3KL12jN61QGTCFI
XSXQcz6PVs5diPJAx7UCacUtKBE21ml1GHhPIApHJZQs3xTaMDGXjRCVhCwcwDDOu85z7st43GrW
WQnEkE1UxEw6wN/gulUreOJ0pjRwBKQ5lAub0u/ErVbf8nnyiS13pnZj27ct+zL3On4ERDfkY8l3
1z1yzUNO7S+jTQtsSXyGfbsQPxoLOk1x3vmAPuyThj9Z3NtA8q/NLCrLQLujKq/ryy4yI49zt52S
NkrLgDsNgqzpps433H7NPU6NLCZ17guoSEgY4STUaj8+Xp+zlc/DJ3TA1xSNIfLa52vWTmaPQjTI
rKmfoVK1dQ6tfh4fN1RSi1yUE1KvbOaYTwJYxsRvh6/VRui7+n3V9oRSAiBG3mLzNFqcy7zB92Px
yg4kf7k+OysrjLQorn+I+8CxL3o1Yt1JepaLyOvTvU2aXWE/DlsH29oYcCEAz47cBWKnZWgzirZG
skxAk+5HN2R+JzcCmS0D6u8n+5IMLR0QPYnIsL/W1h9Pf74+SyuBkrrR/mcAahZPvp+3QzrSbhTR
xEAHTA8yDj16T8TbdTMr2xtwQaCU0OeG/Ouyoaoa2VCBqaqKGGnQFdZYtW+AzBTlxa/x4L5pSbex
N1ZXH0y0gJFRHGnLGw79IFDpc/UqAiE62g8lSj114tyDyPGD4iaoViJjjacrEJ9gwUZvy/kMTpWo
cy6NGpIc4fSFjxtXwJoDgOoDaEXXRsJlmff14qJkro1dkghd3EHXRR6rPv14OygKoSdWlJucuAFP
QXnpQsUugjjqXTFan0S/hQ9ZGQhw9SiFIIoFzpssDkPLjvV0SIwuIt9leyf5hxMiqB2cfH6xDHON
AybN8PneDtOnmRyuO/Dqr0clBHwVCge5LHpDSgNpnRqfT75b/TdT22rSXvFX3OEIxdCnB6Td8jDM
havV6VT2EQE4maBmX1ahs4XfWhsEurtA4YUjERXwRdnbyYg21CPrI0ZFUOzibIuEauU0Qf0WuXxk
FlRuerEIVZVBsY3GXTTZ91LcZfJ+AkrdCq+vxdpcAXeDbC7055RWzbmzel1bJ7mGuZpm5if8vTXe
DcC6rxtZm6sTI+7iZB8AaKnsAXPV0rc66PnG5bcyBvQf4MmtKOex4sr8yYaT6D1qeqK3kQb9MiNo
5o0Hy9b31d9Pvq8L4rKK4vuiu9O8L6MZzGLjiF050/GoB+s1EHI2ROAXy2CkiN8lVGGjFivc6FNo
GW8tP0p+TPqvH14MTykgAX2KZtmLbCdpG72XXDTRm+5F5bQxV5dLDbABNOyAlQEu4CIF17ce7YyM
WBEgze1N3G2EmiufVyzTCDUR6yi8yWIpZoOKlEsTJ3jiN6B7sHcfnR3ksxUNGyRB8MpaVlB6ojkS
tSYATJL3uyH9/fGvq6YcQFhQZUaR+fznl0Pd6Xo+0Gj6VLafY7ERgKzMjsIpoe8UT128oRaOapml
M9aAGEdeaexNPr+CwmijwnR5KkHNAa9dqKZgHBeljJxDYMfiOlCDjZ/SoPFCiGnRfiNSu9xxqmsX
lV/gEwEzWTY3TlDMJawf9cjtkl1p73KH7Ln9cU4VWMEFqlijcDwtcf+1VUs31moDIJYRQi+32rQT
U0SsjYzn2pSB9eAvOznoyZfA/yqxnclLZiOqdH5DKF6Cc1J+Ro4VTdXux7vDkVm1FC0eXmJ4Dixu
DddN0lKLWy1yfN58TePX6w68sjB/CeZVLgCKgX8z8CdHIbpO3VqvhRtlQ/fSQ0iUNyaoRLWX62ZW
HPnMjHG+T7KSWhNzajdiBuSaZ3+QG2uyYsBGlQQ5QMVOflH86+3Oy0odG9FqfhlfjGLj96tZPs/S
YocA1AeaTwi6ol31/PfHZm7YvDJoxMpfCTR230j1II09mfeZ/PPhqcJ6KyoK8HiDHnVhCt2EbVbU
4N+tdyS5yz8o0IYfj/K4knFRLZLI2C/CnJmCuX0gmq2U0XPUT7aypWsLcfp9/Xym3IzkE9EzJ9Kf
m7jw3WSrNXll9yGsQfIKGDKgYszF/IDgxuNOlegRBzPUCCaNIs39WrBA22LyXBkKwFuIaYmNtgvA
Os+HkhcaaydRk6i9y4eneNooM219fjFTg1HnmVaAWbPwndiHIPqH/ejs1y+2HHQRoUUt8fmMhpCv
yT5ORYleIcSyaNRT4JtlkbXOezrnST5DefvY209W8V3mHz+ccHWrTjpsOpy3i6WeNDHUWtUAcpy7
fouGKme6s+TGMqiPLLY2okzEH7jAAYNaRmqpRYrZLnPQRRqJX8hItqbvDF+uL8aqEXCM4P4DWORC
mVWYbq/lTUwiwR5n+h4PPKBbsMN1Gx4Qh0pKFKC6c3ft8xYpQgpYoG3cJUXn0/lxNLbEhld2n8pT
IKRCKQQbY7EkkkENOi7AKkT4n8p4iNPbWAPi6uX6dK1sjTMr6lec3EpkcqAqVKdgpaPvFXkq4v31
768c5x4wNS7iZdhBkv/8+2mZAxxegqOX5kcrf9XaW4/dmtPsd7T2+Vb/0dpoQAeMBIgCOV6U0cek
8JyiB1NSPNCdM3pfp37LiVcq5Uo1G8B2sBgp2tZFIBoPKO/WrCGRQaafzWjsekZTYB/ETYkidkrr
G1daO7uydwa60xrcZhtPwhXvQxMD8H2AjSOeXGIF6hFUU5piBWq0Fzp9MtPbcri9vmpr84hqAtL9
aBRTa3e+al0WCw2koDMYp5wHc+g+x96w8ZZac2+AoFU+CZHkBcxaj3U7aUplov5pMHDfe9wfQff4
H8BKNgaCYiKSI4i8l6dOh1Wgoh5x+JNq9gV3LJ9MMrQzMwuEkK/XZ25tcVCaV88U5AXADHI+c27G
8cqobdxkVRbQAQmU7DnO0vC6lcs3r6JS+mdlceO4VabRBlz8EdPoJ1b1fsd7WPuhZd3BJhtHxOWQ
/obeQH1C9wYcUcpZTo6IrmmSJpPpHOW9QKVcD3SL7Qzt7fqQVq1ACgmwVWjGX2DW49RGEasEdZIe
awmIVuaneeQgba2SjVtohfAS4/ln6aIGTLJJoFsPlnTDZ+w5dr567A/NvrQgfCA9+vnS/4c0xaW/
o83DBAgaR7riVlLjP5nFvtCIVYImDsyLoMzZgV4TrKbzVv15bRZV74I6avHGWD7yY8OW6H2T2FVZ
AywW1HaaJy//dX2pLk8HDOXEyOJ0oH3dioZNYD7ryd3cjA/UbDccfHUc6nJFQgewieUhC56CfrZb
OkWOd2DzozY99sPhw6NALYCg+0YRmKBef74gc4EuK2jOVMdHt7F8PEQ2jumVWQKBBfLM2DbqdbGY
JbBDAm/spdWRxtx3IWb+8f4kFJUh9oZEJ/KPzrL9wmhozvAK5se+DCe+T18+Pj8nn19maYu4xmnq
4POp8ZLMezv98h++j+ZmEEKrW2CJhs9kk+m5q7Pj3I2+gZputQEhX1sAvMD+9m8hneYsLmojYWUz
JYwdC7+N36rqw+9gADzAm+ch94iE3bIoPhMuHFeS+gjqiwD94QQ0Mddn6DJ2ggUH+XikjPDWXt7C
3JJ6p1d6faR9kELP1LuHoiBhDzwHDHYjOXU5WQD1w1ENNNbjRbwsvDPiZG0yeuIIMs4wnr0AZ+H1
0WxZUKM9OQClW6J4IWGh7HkwZgS6Sxs7+vKIVa0byNwAHIfQyFC/4MSCxxxaVOA8OdYFdJuAtLpp
+7tui7tjZRygrsTW1dHbiOT5Yl9rcTVDXjFjxyl+knnAP+62INRAZQo8ROigg5HzUQj0iDheGZfH
Lq3DmJp+p91cX4mVeTJAXYuDFSIqiq7r3IJOQaExdXZ57K290D7ZzR0oBMstEo0VKwrRQMGiotBD
3mIcsa2XpTsO/AgqmOb9vfB+fVC8DgkWXKUgHcGjVemILhMsdi+qmgiJlTDvhPsjzb6g8xuNaBvT
tbIN1atYIdP+UhIu3KoAOkrSDgehRouHfKShNlph3Xl7SdCa69ft2/XlWXGwM3uLiSvTOh7ABc2P
QzrtbKvbkS14uPrC+UMcuC7sE+RbkJtCL+K5Awwkn2UhHX6M670LwWrL9WtrYzOujUK1Zzo6UoRo
O1uEqEmlp5zHenXsp++G8T5vtf+ujQF4DQ+7HXSveImfj0EvHQjjuQY/Os9mBw2++6zcqMesWsBJ
gvwXLjrwz5xbKPNxlq1V4wJER4ibZYFHK3/OP17hQ73VQfWNovCKTOFiosD7LFzWFfxYe+/sud9q
nVldB9QzEFRjO+KEPx9FUw4OitIEa+3hChnLXZmXGyf7SkSNIaBBGl6l3lnLVAUxas1tc50fXaL5
en9D3ThMxHue5zumTX6KdP0oiC+k2Mi8rS2RamrE9lwjtnHLlDftTNlRzO+m96LXr8b05/puVMf5
cq9A2RlxBNqcUNhfHJZWmvUJGxGm2MwL9Mr87iTFYab8t1sbvpd8nIBDkTSCeYYouRJERufLZXWI
SNs2ZscB7YcmuM60GiJn3n+YN9W/81cTDEKpi1dqladDOdWwUg8PrnMYZGhsNbSuHf8gLUdnLmBV
8IuFCZmUWu7UOP57do9S/C6rmd+On9txC02wskB42OMmgJYR7mNrMWOjYXHA06b02DH5NnA9RJDj
E8i02d2wk6PzdcMfVjYUnt5wOZV/gZTk4uDJRO0UljE2R+YKH6K8FQHLqvnEqndJkYUfPtvWt44/
FNBHrp97iFYg5xkS5ykht5y/F8Uvb7pn7LdhH5xxb4DUu/80oRKkT3emdaNDI6BkJVDcdznTdo12
NFGt1cENKuPDPD01zp6Bub95a6CdM1tpMPLfSXyTMzAUAIXATLJrLB60xde22qfSCFjnAufU+dkM
ad9mCPrqCzopBbCvrvs96wYIpFa+NTx3XDHsHfLq9zi/NTYLsuquYXed5P5c38SziXYQ+yGpvg3l
Fo7iYgEN1XqJlBYyz+i/WzL3J8wd0jkm9fMoH0HM6E/6vml2VnogyYffZDCAzewpQgqFF1hcfKYU
Y980vXg2GQsOItnixl0bCuI2lbBFBuOiO9aetMlI3Q7f1/3KmELJm7D91dY/0urndTe88EI1VQQx
qK3OPwzq/Jwoi7wzJbeaZzuY5Y6l++ufv4h5EIJCZw/LAkyqynKff55yY9Lnxh6eqfmn4M+ZPJDm
MGrHmIJpw9rYUitjQWXftMDm56CiuExotqyIB6tMm+fG/JPsTL5xgq99HllMlPeRMvWQUjgfi0oj
uYVtNM/oG/zVbR2lW19XLnHy6BA9s3snM5vnmv0IbHPjkXlxwYEV+PS3L25vK++SwXLx27/n01H7
Pvav19d57dfjzYeDzAL5wEWRQWvHckDOtH4uOQ6tNuh168OepDrqEN/gjY98xTL9WoHZQNMzLG7q
fZISAYH9MFq/Ted+mm+0diuYUmt5dlsr8WBUG9B8geeT7Sz8VrOkNrpV3jyPqe3rrIOWyZ46L/FW
Y8/lvMEOUByoyUEg40LJAGVXrxqSvnnWs12V7caPpi7UME4+r8yfOJUkpGx5ic/37UMmXsoPc8Go
79to20QHN5jel5kFYXl5msT4PuncUFbJY12zQNcZdId4UJjul+tedunFqB+7qIArhVic9ItVKb22
c5JZjs+A2Pj6+J44kPvZoJ5bWRHFz4agxkPoBDjY+ZSNc1IUkuXyeXTGkFZNaHz4lEK1AmEGpgzf
v4DyJnFbpnbWj3Bkv00/pdrHv48KBXjRUIRVzIOLAWDq6skF9/1zt289AejGh8v5BtDnKO5it0Pv
8wL8PLOinAwnpc9e8Z3mzxlo9cl+C167stTYe9joeG0ArL/sUALqckLclFnP7RGcnZD0Y7v0w9RV
GMipjcWLaeicDt4GG1lmgNL2FeoEGy+ay+sPFoBtQYIYidWL4NWq+h7dVbAg0pCZn3Gx7Ev+TqZb
aH0UZKvatjJneMEC+66EoNWL/Nx1ST9UqJCaxrM7k5uChCDL0SCffX0PosKxMiqFU1DIXnAnXZCX
1U0/x2Nsm8+t7KxnnkDfS2ZWngAUYRzR51I9xjlkeIzYMQ+NMYGab0RPge/NTLLAk2Qygtyz64Ok
rHyou+5n6zo/SQFIhaCl1+10ljg/Zj3NXma7An7YSZGBDSwzjm+t0fxlW0Bbo6xt3tYFV8KgnszD
vNHEbuy5dvAaWx5T2cujNnn2DwsVXogLlI6273ShA4yc/BF1uu+dHLwpGSprda1Bw8PUm2BIHLzM
PanfZnH+M9eKdC86u/E9qyj3pp7W74XU+wcJZqp77iIirhsj+55yYF/9dJoM+GiHs7BMrP3coMcu
qFP6vWEdZX7qZG9N3dmFjzbOZ7Dav5ZjW4WzMxdfmedUYZ/pwx7DN/eCcRkMejzfZFBs8t1eL3Yi
1nDNdcULetiTh3bSyM7stZ8zdA8bf+hmI/WdxGV/tEmmfg869Z1VCPuzmPQXiBAXLw34J2900YAg
nvZOGSTlbOthCmy5uev9XCkmFZ33NjKbtTsXMkcHXfQ/inr4qntc4uEwGfeuh0n3uUeSoOmE/JaL
ysHiVHRGLxBjL5OoXOkbmhffTqbZBszIrScnG63KdxvOypBz042s3hiRikxZkCTdMPsT5M7uHbOa
fmVkeAd5druvRfudz3jl+6mpJbpvkRTpy3JwX0dRvsrW/WrM85T66B4gkIYthA8wCBhWtSkJyczx
nGJDAiop25NVE/Saxn/bLkrCZRInwdDG/JjhxXljec0XwBy/U12CHTxPjXBs5S5ryXunjw0eNLZ8
9Np57MLW7Wn1qdWq/jA2/E85Wk68B44U3aXtQL/Y2VD3QSzQhBjqnQkev2RwWzdw5ZQ9o1T3xu2O
4y7RbOlPxngsmuy7XjvRlHei9bWcv426+CXTWvPrIrUCXqDpe6TJGMRW5viZSN19K+zm1tN6G8TF
meC7UuQpCwnaHO47yA3UvjBrtDonpvBJFg87286zQ5XPiT/QToQ6+tD+gOpa3BYFeyknmfikKqwd
r5KvfauZrzY3qttpan/XdtcOvi0SfifKSQv6jn7vE3N2Qs0xW/eGZbP+e6AgSQUQSgY437qdAUrJ
JiJdkQX2OGa+NY7arREPeVAmeLQiR/wKFvnZuAELX5KisbDorceYoJY1t83s17SrQhmbRSAHzw6d
Mvtj5zUPnTbvu13l0tKnXV+Ve1cOM7yIGr4xkod8Mgn3rcmq69t2YpDv7ake2PlYBzypwVVTVqAp
1kHyQgBVDlAD60IyFZGRog29s+RPEBfWBzDcJ8EYWzTwjNo09mOKXHrQTu5vc9Za9jAWzacCrMqf
lE6TAa9oXgzGHqZci0qnEtphHgRnkPUg0N6Nsy+xLL/pbo4zZ8yoNYc0G98E+EDGu8bN8gc6NDjR
el4Muq8J87WVBmbNjIX1KEwCXHvhFeMLJxD1ve2oltyMVCTPE/p0NYDSe4Eoi3K/0BLz4M5xclt3
jGe7XHP6+AAnfSwacujiLPN7o3hzCDorcQM2oY0fELSOqIK00PreTxIDyt2uTJ8aGRfhOAxDvZvo
eD+SGvuOZ4KIkEvp/jJwR+5lGpNfcbPvy/0AjOAOyuZwffQCPsrcMmJUh+0EzInE/dxkBsvCoqLN
V7cxpy8oPvwE9yi5Z93wxEsshqZb5A3lcXf09axNA69w6gQiDOg4S9MWaYKxlEGJCvRDQt1yX1Ii
f/RdEx/MwWUvRJMvM8+/AcItbl2jpg9GaZsPbg33wEbWgoEOsQ9cQOfnGslCpHxitBPyaT+jVP+g
FbHG7017GKRfsvkn+Cpy7WAiM2f8rlvHBX1TZxlhMcox7HHO+2Vq2SEKE1bY23WNQnhHZxKUduX5
42h5vumWv4baHINSG3CscuCMb6VIdfapUJ3dDz1DUXhCSakNmxJ6NCDCpam3qxiaazsDsnuZYY+4
piUoiSD4FsftjdlP36qpdEOboQVPGDO7T+bmoR3Tzu+GElAQvfzpuSmOR5E+ds5shO3QmDtKQftM
RgAP6DhYfmsJ7RuujD+TlWUk6KqqD10DIr3+PCC+83lPhMDQY+gNO7j5inCG7E9xmCbO4KZpgnzO
3Jlp0PVZ6afcQxcMrV7IVAvhO0pc3uxiGaJyeZM7WjCX6LTSOQcXGX4iMRm8qhzNQ6WZxi5LDTfI
ejf/ZMqC+WVfHgSN/VjHunQDfhgu6f4ZcDjyZDQJD9Aihj1qDTW6uHOwg/p12fFX0NqVezERY0ez
IobTxu2zLeX/Iu3LluSElW2/iAgQ8yvU1HPRo9svRLvdFiCJGQT6+rPwOXfvLpooon0d4SeHydKU
SmWutRJyW3FZRRKltoMJDdprIHXong8Kfelb+WfEVIa4a8vQQ9L96IBmugeUSN8I35Rb05JoxZOS
WL5WHEI6aFJ6RKk03uZa1r7CA8pXzsZxA+dcXBZe0tx7pSjgG1x0XI1dyW4JH9WPNOGFeaN1hvwJ
aUwSqLo2Q2B4cN5aI36ta/FuNI69c+ATAp2lJOwHEoel1rELp8F0+G732zLbe10az6S0qk3ja96D
V2bmzusSpw7TAZU1E7lW5E2c+GCYdbOJy6QIIWyWhha6J1yPiZOhoW7eXAhEQkGeecWWpbX7iFus
upUm6y5tBmY3IzgdHSncLBR4bO0ls7o9GmbJK9+PaeAlg0cQnrYKzSHz6gZMN+vV7LOXlnjJs2yz
IrAHr7ri8CEByTLwAhqETKVb4eQMiOOOnqr8cqv1gxnQzMx/N63uojlrgau8abgIxlj/TTlqFZu+
1B+tdmiGg+b0rL2D+ETy3hAEMb1ZX9Y+iVpLpNfQIvNRN6l8xfYGlMHrUBX1tZ6698yRDFvZQKrT
rl+p1x7LrCoOmi/SkLBkj0jNswcIsg27LIn3ddP1F8zRrI2hDc4FtHraECi4Kqj1nvS7tIBMTm2o
qTCOy9ocRROSHETFzha3VJl0G1tJvR00o8f/aDY+fasbV4RdpdVbbBHoDTjmJi1LtMfwPbXHRfvH
HI1fspQ78HdzgBbdUDB/b2Xeport39TM9UCxGNhPMEfQUDoFtDgTSJelSeBnEoNwyjbEi07dlH36
gFaaH+Dc8N1QMnS9I82Lyao05MR5VaOdXrLWvpMmgSiJV/4RRe7dZlTvfgMUrV+nXtw9Ki+O9wbP
wSTVZPaU07bYilgfD7R0pL8dLa5nN1CLrgJN+PRKx5RDlA/8N89Fl/kNqTu7DdCkB0EXA+Z068sR
YCcPt5mddwXCNg2q+g2uyh/liKsu0CszebAgWTiGWlqZb51061fCmp/Q/nuT1IlDoZIGAVsG0Xr5
GI/FcF/VLeK9BO7lWm/avkQzd4frYZZJNLP1cCH9Hjzl7SF/2r8hYqg3SNagv7OVkiHI2rraJlSr
tnbMx63PSHYFJmV9R4TUj03rpLvKKW0sgsNYmNFG+EGZjvETa0tgR2LScPe67dyCBNTqldpQVyM7
jeh/4qTt7zjJn2rHEVu4XTwV9LQ6GDl62KF8b6CztCboW9rkLWLT2qkxO42f7Au4o1Ci0PjT0uri
Cs8FqMUoLRnkdW6Jijzy0snzA3Tj0nLnIKaFXGyc7Riv2IalyWPVmr8LhuiusLPQtLsR/q7DO8JX
f3y/b+HCbfgaF7+eYfm3gnnsBRgJ71qVJNsOGRB36F3ePrSOQuReVO3PlNjto2Zpd1Xde4joXbT/
o2MX5k0lrG3BBYSN8sR4RLHNa/fGmKVZjNY5PdWuyCjyBELMPdonIShFtr/tqgqhosp3VOoAYnea
89pjgV5j7tv0xm6R6nWBCTno6VBYF2Vv3KIE00MBqzeLUFidfuCZbXbbxKuR1qEjJEkAFbRuKyf1
gIPn7ySzEcZC5OnW8FMJLTWZXPYURfvAQP7pWesKepGaMZWbkoAdreUOFDkAOy0u/UrA3ZScJS+D
Q71AcznmAcV+iLaUBfCuhllsATR/c2zFdCAfEfpag3cs26YMmjqpAMhRacho9qgbI9oq1/mD0Nun
Aln1S8svEd5R1eJ+R0OpOBHirtBFHg4qrl9yJz+qMkEgpnduiG5QOM9JkVwYuC/2qYF+6yAPExxm
09sABpdfQjhLr++BoiaBZ8VVfkNlUolbsKPvW0f/iU4VTXcd09byoljXIWuh9I4HccXfhd096iZ/
IlVtY79a/Uui2+WTxxsDnUvJqF5Kqxtu+wr9lQR1NrgoGXa97/3sU/Vieb/yJMcdWGr6gTq29jPL
Mz2AwgGAhalbkWSXulLcx9AfeHEofr1VFO6vXnVe0FlmBHlQezuO5XORdWmYZzgXwms+mt6jOGXF
iyUHtORVeAUmQ1UEbqXZaInHUVwyAa7uBl9/RNz7lHhW+gKNXPcNajHJpbKNChdo4/KAD3FxGxdk
6MKC4+3KAfndchQerzuofOg7Q9H4vvByP99ABjsvD8rq7pvcYfI6ZZP+GXfwnEt8kAU6GX8Y/fjB
2u6qr9D+tnHE2+iqh8IhUFLt7bIXN13ivZtxbgWiAsJpWyUdriOpGx1EkTyU7T03h6KQB42RbFu0
BRYc+r7kwm8LFzBtq7qwC/2XPti/LL/LwiKHg7SF/os0YL8QuKJApZgMVH/ErtWHBHNWxe2zQm09
HD0jxgni/Z/KUlrAbZeGY+0qjkxDQq/bvO8uS1PrzIDJ8jpWVANLxEZ5PCO9bWwYdV6GEoBNIx2P
A3fcDR71eORJtHV20L2g1uMXrUy1wLW5tVcpL8NRmfygpJfsiizu8NPSKnJk3uP1Xk6w1jirf4Lu
2G5ShQgbL1M47GQsbgfPxBgkWB5M8f5Rk4q/MbRv+QGWSd4fkAWq7zLg2gKCq6cPpWs9KGiUPFXg
xB5cWadZSBKdXUPExn4qGU1xwh3UF6sGrTECxIvmawn62IUig+w2caG51S4vhLPvu2pnl7n+gqew
3AjgKm576LJtG1E0wHiaxhsv2m489BTUOLydgBqi8BS4Bf3Ab/UqbDxf7cvB+4GpjwPEIwDqeghU
R6U/FtySB5bi3e/2BzwEd37a+pd67UpIbMdpd9u2rLau/aJT285OyWXaoKMflareWLJ9RlLUPDga
efWTagiGwn9KegzMZHbgJPZ1nOkPMm4RgDP67jblK0Iyd6sS07+QNd5/voNehy6TDyVN2nZb1zoP
a13WPNR0Pd9UZpxuag/vmXaMf7kQSwltjUMdyuIHwcmBVM6h0EZRhwiRK3SbVNsKgZXv8INZ//DM
Q+s0KA/bH2Sg9a6pSuPKTNAOPECy9cNGzuMtcVs8v3OddhuHT6KFPL/DU/OZNJRtWY8G4XHZZDvp
u03AuoZfWxLJ07HSX0ctLVGNdl2xkXH5ZmhK7uFX00OdKOc2tiwZyZrGeFJCz0B3s0fRqveMFva+
h0DqGDRmgrexjixOn5Ro+sUbe3j0uP+UazpPgAVxkGzjab9Bo2QtZK3hX1RcE5sMehhFEONieY9x
izxBrKM3DirL3kuECFd0MPWblDrVZpBDH+hwMlfKK8ldawgLaRqh6UFvxVBD9LQfPpFHSyl0L84t
uS2yNr2WBLKNMQD/Qdrlf7xE+6jtAu07vezBZZCRKREqb0Cg+xXHOYTsYgAgYpW6F9RGx7LLATIx
z5ZCqiszpWeEEGaEGMKAV2xPa88LbWq0d1adKbBR7RLBgK8lyJoKN+iMvoQ0bVY+pTmd2oW6L71P
+k3PPeNeSrP8SLsKovUx3CeomUr9KHEn7FsT79rdgHdgVDsEj0fHKcv3xmRQp2uq+9poCTQf8TPC
NktkGxokf8yZM1ziqkXRbvT5cN3z1N0NfflroAweyellF3UNqX5ApEBBUqsWW1pr/q1wO7rLFJAI
6AkaZuCyuAG6vA9IE/o/kQnIQtqK5kUBm3LnDOg9HnperDA0xCyXDqlSHXr1sbuT8ShDvcugZky8
57Gp0w8fGc8jFDxegDx0DoqMZogMsIIXSUZrq2LnxUDKjit4VwfiwVBxSth7V5MWI8gajlxCn6Ub
WWrjPTMb9uFOAIA0lvCEPjV/tnhxXmnKq37H3bT0unXE7242Qx2PCLWRINsQv+u3MTKTj7GP16zR
+/ekT+Kwtwo3IGaBE5kLGXArtcIBnmfXWgV9ywA+uAdntr03mkbtiGpvekeaR2Bxsi6QJJ1eGBqz
sKXMYYCvxVPYLGV2SBsNqBZAAlHuL5GVulSmM+wtXYxHMDS8G0uiV8so7Hw/eYz7tpa+2mR67qEt
r9YHiY6mDIHRKg2PDGY5YWWYbKX8ulRbAKndmKoYABH/hW59qiSWpWUgwBrNB7d/Uei1bR4K+f3C
FQjzwAiAOg2ssjUrxzDXQ4ghmInK28bIDnSNCLdQ2QM3EUxUOAH8mQNibSSuTCSYzAcAYho7NNa0
DRe+P5WKgaaAViMamM0APYLpsc8a33to7V/wpdiI5ysvC0vw+ftzSJfTuBLZNnyfl4DbxAcrv6BI
u503sjIIcwa3Mmo6esj1eChIX+M+0VaqR0ufB3ICqsVojgrOwfTvn7YRQYoH6vWO+2AZlx90TeT5
69ehsASoKBAnaIgHOZLTr3ujb2pm2pkPbX2lXXjicH5uvoICTj8/mxu84yzSJPi8Xl777kWvLuS4
d9ka9mBtFLNzgLQkyhxaaz7k6l0Nj+mv86NY+/ysiE7KpqQoCpsPZXtAVttcWeHFSUIZEpwblDwd
e7YG0JjJnbS08ev1nceCsQysj2JN7m5pDIC4ovmBj7fiF9mIuDQSVmaocYsBt+NYBOie9v1ZmkjS
k+Ia0JpzVk+aNblIobr4YCERmVpbUXyXKDE10P5kwD3dq05WqKyEVMtDZ/aB9DaxvgYBXZokYIGh
dm6CJgZbpxa0qjeRbiLWwzOSZ4ETryGnl74PKvnU1WRC686RmdL3WGqWnfMgcR8idHeltrII0xyc
onBQ/ge6BJ0/AQb+IlTcMQtlU6t1H3p5q+gGjF+5r+/9/Psn4sTMDByliYxR34OZEvWCDeXh+a20
cCIIgIJoajrBfr8o6VcF8h5JUriIlO0bNmxssbdQIa6RjTlv6OsFAZkW4AUB/wZRDFDq0wVvHcPs
RenjkWGp9Hq08wcUJuy7suutFUsLQwK1BFyGiQgL6YuZJZqgRk2Ypz8YxgcKWKEcYtTuUqC0u+9b
Aq4MgjdAs9iAZM2OiUxBgsbmGx/akeBdUMm6vwKwgPxkMkU6MvHi4/lJXNjVYMpPnRUAoQe8aTY0
FNVGoNxa6yFptk2/bdekXE3ydVMD0UmAQJ1k9r70BK5NF8+VAmGI4SNbRzWbhyLl3sGq6uZGCUUH
kElLNEBFhYdutMGQQD1YbtAqo7pShscuUG9M7w2gCQKKh/Qe2Sb3FqHreG2KUdf2o+N0dwaqsbfm
8BNNbqAT4xyYYbc7rlO5zWtQEFK9dPMgtrPmTlcu3Q62rv1qODPuswyh5/kpXdgtIIOBOoAmtaDP
zRWAfah/646qzQcPvtTnjyMhwaD2yOedt/OXCzLzFxAJAGvLAgpx4qCdHoAB/crtLrXMB9SnA1Me
OzCAkd4aG2SqUPGmw3XX7Ym4wHsQCecVZ/WVvQBsGjapg4sJEHI491Pr5pSByj09fjDuGteGICTF
BL+X1pOfFqFWhkaHnNsKCXm2W7E9wSYAvR7uFwISX44HUzXFCygXkdHs/duWfw8/+OXzM88oYje2
u4GLqDecQCKB2r2cX7JpTj6t2P8agMgGgP2gbkKT5HTO6qxz+hwMS4iJqd9ueek7oSbyS1PZW9m0
2/PGZv7xf41BhBp1CThkKOCfGjPAshiMSVTb9e4Miwd6c8exUOeNGMtWQNpHe3ZgFefPgNYvXCCi
mjxqLCICv1B3duztUfvfWbTfWSnAPMEYoJKPahlR2k2RGHdxkRyQyu5XnOf04pjPLsRFII84OVDb
nC3fkDil7AAQiDqk9DdgobZhYqpyZ3i5t3HdXkxACdDIc/8JCLZhZSaW1nbCCQLlCJWJLwoqIo4l
2odUUHvm7cEfjdeqQH1ytFEaHCr3TweVrH9YYNDQXIikTgJy82sp02XP4ibNo1G7FmWz9dMfFnk7
v74zZ/Z3E0EuA+JefzsIzYGJJYoobT9gTk1vT9jWSHbEBzTh4ryVpU2ExkuAzU/sTUQ/p1vVpUgF
8coS0Mn19sB47JF/vlU83Zw3M22ALxtkaiQGjj+oL+50V316jqWxYTD08RCRMF59Jwlj+qGjBJK4
PzpHIAu1psu95K5Aef2PvdnlaqGKDCSAB3eFNL79h6Bgd35ASwaAuARcAE3L8BifGSh6nP7KZjzq
gOGjV/b3goO/iz+ptoDFR7DD5lxt0OQBULI8FrmVDBwAecpKrZzZxRH818Q80WIaGbLDnsaiPGnF
xThU/JYkgIKdn6f5ZfV3JC5UJDAIEMTwFD9d+U62Y63XhEV2KtzXMR7Sg5ZqIrStXh4GFrN939bj
FTLjbGdkqbXLuxHlgvO/YmmX46IG7H16MEIy8fRHUMDmeOv0PMo1FbpD/oOp4ZAD/nPezNKU4ikK
xDL8AnpHmqdmXODjDLQ84FEax+EIKJhci4fXLEz//ukcdYynmpXCQmmGHg8GdviXEUwdDsC29cCG
O/2+HTde4hYaj5R3wwFMWgmclu4JqFmDpgOtfITZ0zp9+vncLPqsKRse9da1B516cExDFGcD3EyJ
du1D0NU2dudHtORGP5ucOTiKx3Fa+DWPWioCrxhCUV8QgKrM/l+mDm9UpIpxE+FCPh2bS4FtKmTH
I2tonnwuL0Wi/sHEhCPH5AF8De30UxN2pTlFKToW8bpOHr1YxEBL9GuKQEu+2oNCBEIKaI04c65F
XyA9CxgIiwZn2CT0ycquDX5T2Net3Qeudn9+fZYub0RJAJGDUAWdydmYqK5oM4iCRaaTo4KOtnyC
+xcJ4zeUmVc+79dI+MYUfc3vos8WZ3vc1xqIfGQ5Ayy2uelLkYS5Xl+OPeiIg+iuhorutN4JxroH
RAnoq8Bt5eb8oCcT537C7BwQaNGoFPyGSVl1MDeJuPyX7yP8nED16EQ3C0Dt3vRi36hwfdB7wt+B
lVm5/pYcqoeX//8zMLvP0d6whWgdVi0VI6qfRX7R6fzdtPKH8wNZOr2gsEDfAxwp6CbMknwceWgz
0TIWUV0D8kd194YYQ5PxN3jBlUVZHBOUblH8wBGGBsDp6fIAl+l0DfsC+gM37mg9ppbYuECVnR/S
4ob/ZGY6fp98IBu8UTgNps524iChJKS6CCuqbRm09sVap5W1Qc1qBYaea4NtYVDlBMMHXqhMqiB1
vsf6+3vJI/j/v6lD+uR0TCA9QLumwH7W+iuP7vT6rnC/JxP8xcRsS4Mi9H8m0HSEyH3zG2+e8wuz
6Pc+DWK2p6EQVbfu5Im4CepFYrwKrwKJ2I5MI75zqXxoCFmZt+XtPRFWsbUhLDfzA07CS7TWHlhU
AyaT7Bko0E7QOPvzA1v0NmDqIBEM6SUghk5XB3UwqXmVziJf+8GOXvFy/vOLg0APLAivTnzYeXo2
buzOL5KSRX1JWGDE/QXV7cPQjXuwMVaeK2u2Zms05K0nnLGBYzNDMhwsCfrCtlIryY7FI/ppRLMJ
qxKvHLnAiNzYB20nAS0MYIxeeRcMV24/Qtb5H6YQqmGTbBI0Buca2AIM7FGvKY+S/pKzSJRjWLva
hg//ci9ARAcbzvfRGGm236hZtKiICx556IqXHtYS0IvOBgonyNIjfNTnMqMuc1TFE7xaav9Nn5QA
3vs13dfFDQCi29Q3jqBMPFuauCwBYk4xglaEyr6ANEgvDioPz6/H4olBOcABoQ75NXs2TwU1OZAT
WI9W0A9R6NtCs9/Pm1gcCLTbkZpFmhfZi9NDqcWpj16xGY/YGBZ2SFXgGACurWysBZ82EWeBgEF0
haZls4HwnMS61sVZZHTVBUZLgrFta2S37ftm8G7cXHseJ+7O+bEthPknVqexf7riioIDEkYpiyy7
vy3i9BLOI7Ts7qHJ1R8yaG9a2e2KZI2EvLD9UHGHNB6UjyAnOF+1vLQlcCuMRZ53VZcQUaNXE2j7
/NgWtgaI+fg6hAYQI+uT7/g0thYaRxxo2ixqzbAew3zlmlv7/Cw66MpGawYHn6cCwjdPA3gJ53//
wr6zLBs/f+q5jPzkbEdQj8TEz6w0wuMP7yF0qCLJYUwR+1bqX0xB62bKjwALMb93UjGUFXFVGrlW
ElQ53TTkj470+ADQ2PlBLW1ziOdi1ac29XjunS4KVIdrPU+6NAIzCY3enQM4BSEb/SYAN2VLwFDL
ZPN83ubSbsO+xdAgswWhrdlEKm5CWNcv04hk/Dj45Eo29ZMEcee8maUNYaPPCfKiaBryxeEZpCgB
WM3SSFURVbfm9z2dg7I2FBmnvYBc1unM9SolZd6RISL1znsFxe78r196bJ18n5x+X3hg0FeaGiLN
vmA2mm5btxB5adAK2xCXvf9I6x8KDArzmxotU7joIk6fejFg0vCWndnNfeCdmCkj0YPUJ9+5eSW0
C5kfSroSkizsvUm6G9cE0lvWF5KyK3pQKyiVkSqgL3o1Arhbqp+kPlbji16sidQt7DpY86bme+6k
PTvb6abg6dhrZh8JP7nRMufY5PYTZHFW1m1h12FPT3p7MAMVrtmyDZWtbK1v+4jzPhiTZ79bCbHW
DMzWx/dbMlZ910c1WvQWO/AXz2+8hXk6GcBk/5ObbsDjQoYR3/fEL6qBLbR16e/zJhYW/sTE9BM+
mchiYNxdJachAFiebkoOgmp26+h86+VXQA6vDGkhKj2xN7tV27hFyzln6BHGu6D35gFHHIpfsGPt
sfZWjE3zM8tQeIDBGuAnA+n0Raow9TvJC6Pso6x+sPfGmuj90tx9/vzM7XSdbgF+is+PPBBsn7Ub
v7sFVq5J9pX4cX6dlrYCilNQ9kLxEsKns3Wivi0a0Db7yJS3Ris2lXqGUviKH124Vr0JZ4aIDmKb
X2QkIAiOFFdNuih2Nj0ogLiDg86Lg9GT+/PDWVoZhNgOQo+p8jT3AJrHMqKXtIsSMDtT612t3Gsr
35+nXMpc6y2IoXVRe2yA9C9WNtbSanz6+XPcHyDFgtEWP9+0L9LsSg2XTbXyyllYCx9BL5lwIyg9
kFmI1jSDDvkW3kapcYm7hQNCqm5BsDu/Dn8rF7MjAjPIZaMED/WTeeZyRINBKNCQNvKsHpjaARSZ
H3n8KybPkj+xOnhODj0YScfkQ/PCxNk1BoDYh/M/4utQJ4Qj+m8RCNZMDVxOfRBwXQkKzUkbWfgN
3LrIkq1q34ri21EpwA46Yh1UpCDBOsfa4TcUXKN+g+PqBhVYDuk3MbO4r08tzBzCQMrCryYLYBuj
MFCylW33dVdPcA3U/S3AGPDkmt2bWu5WBYTGmyh9LrSPoXg7vw5fdzU+j7n5uxe+BgGk4jUYplmL
YPBgpaAPheKb8t8Ix4FKQhYUPbKQ+f/SJ6vPQMaAkrl2dPY+EPeiT74baU4GIM6NsraOfnFzP1nG
FCpOFouP/LqgYKOufP7LFM0+P9uqVZWLsbfxeco3RteANf+b2iux2JdVntmYn/wutVmLLiTHGMwl
Gy1LJVk59UsWAHHEoUfreghDzSz4ZkM1k3b+sRjfYg86dt8EX/9d5s8GppvzU1QBvr8riN/6x7gu
9F3dgB0PZUDrukTVaWW2llYEXtIF7G0SQp0n7nJTG7IKtbCjZdwYegE0Pw/l+F1kD5bEnYBDABBM
iquzZR8phA1oVWpHEEeTLfgmxRXPtXzlUlwaCpKPUAmCwuXXPrm9YKyTqNxEXjdEFvjELohWRsNX
vMiSGYib490PabgJAXa6OKmPJLEEh/+IVNfRB1gUSJDAz9eaInzx6pizSXsOavZTEe7LSSSlqwlT
i4/mUCOWlCHUnG+hMRWqLF+5QJb2M/TsJ8iogSyRM9tuvOZW3DOfRnme6w/A7VlPduyvdd9bszLz
vqYyRiH7JIk2VvNuNu/nne/i1/96X/hIgIBmX7dkNToVCAVRNg6gQveus1E0j7fnrSwtCtD+uAXR
rgdgo9na+6A6sta1aeSTP834NpY/S/3nsAYRXrCClKAxCYah68aXBoJ8tLushUxw5EEhyojDtiWB
ZRebFpyo8+OZVvYkfJlyZZ8sTbP6ydF0qWKQ7cuSqEnia7cG9I6MWWD37a/cTncZcR9ESX6ft7k4
OlSVwcyAAjIwmqc2QQ91yBhjt42EhimSt8ze6+NN6qYrbnqO0JzcKNr9/dfSbF+DlGc0pHZp1A6M
bKBZycGNc8ptY2n2Q6pBGgpSBVmYGrmCLoNdXhUlZDw4ryBTxVOQnr8/cDgmNNkxcXN8SfCjN4WV
kzKJjxMNNDTRCmNfgBeEU1GGDofwzffNQVvQBbkJMtcAT5/Os5+xXCR6Q6PCt0MIgmsQ4zChreH/
OW9nwR9CB86EBBy6nqB6P1tPA1hpA1LzNDIcKF6ZqTD2YLTRMC/TdmVI0yH+sl0/mZotaMvB6OrL
kUZq7I8atGPCQoExR9o44LUKFeQVlJIb4AVWMCuL5wTJJAvPOxcC8bO5FFkJKS1L047MFhRcuvIP
UtBT9vQuTuxnfex+ejGkd/5hYgGZQuUbXZFQTzldwAGt0YW0ShqlUI7CJtnqAr0VXPF9nwbcH/J/
eMBMgrOz9SsLE7xmJ6ERh8RZqMbGuGWjUW07CBCFTKTeyjW9tIhTlRAJerD7gPg4HVYB3kDsKPhQ
z/WbS4g/OzuHguTddzfasM2qLSRQJp28YQ2cs7RRJy4enmm+hcT9bD7zXuUk4QaNzDzeJyPETyqw
li2L/sOEIkhHonYyg+DqdICI0VBTYjSJqloEFX1v3Bvfvmb+4/ntsXDjYTD/NTNbtxYZCG0oNcxj
ojXBwNlbz9aQe4tTNgFzpukC4Gj2IuOeLiGE5cGDeu1WuTc1oNKiS1Yc9eJIPlkhpxNWVbzrRgCm
I7OoxyNg5vwi9wCZPj9fa2OZ7bsmNlTZjzHGQqE1MUJ0vC/wYG5RKThvaHk4ALjC9cLLz5MzVt9T
pE6n9R/8SOrInCXNij9aGgtuEuDMiINs8zwGrVA0VE0m4yPo5VBdBX1sm8jxzh2I/g9rA/QpqsXT
WL6Kg7ull6RujgchTR6E5RxHSlYcwuJgwMTVwdgAbnw+mKSDM9DaIj6KevQ3jTX+luZIr3yU+VeS
QkuWcM0DfAxI7dRZ73Sj1QN0oztoW0T1sGshL+k4h361NcaakWl7fIqplAU25VhN/tQPmHM7Kfr1
K/fgkgnLQuyEtnzI/89dtjkUzBmNlEYk3jpvMdvZH+e38JqB2UU74uGDhneURh3LIccfN9XWGqBR
ZXe5t/3/MzXzypAaZHZcYCw6vJfL95b9oX9T3/dvIIirG7krk9jI/kzD/bQkQkLFsahwfSe42/gV
aaLmH7IOU3TwHxMzp19CkFyo0tGO6FgSTto0qy0Apy/Mg5/PFmb+Ho0nDUIHDEKx3SCNEM0Rtnmc
h+aw4r+WLujPhmaLrzylCKmw+OgdUrDLsr/1+WVjgtwUQJsvXQOMLLnLSeN5wmQjgebPZg4yragF
axiXCArocGbD2oN9yQC41HjYTk4GINPT1SexVqtqbGCg+A3p07Xi7NJZgRueGusiHfQlfpKd3Vu4
F/FQLzUIcpBbDsmmdI3pM036fPVtExVN6Dji4TkHcXRY8TZNc0SgeSnAyOe6s6fQSA3HUWuwH5Jx
D8USSA+V0hPfYw//PT6AasNnImqbaKWnE2gznbeGwzU0cUaQbUCRL1vZcotziGe1PzX8QXOvmRNg
Ga4eWTPtWLqOiIZCjy95VpgH0cR8xXcuHSOQA4G1m1QB0DnudDBOC0HbHvL+R3uwN1L/YTn9JmWv
OL8r8cbitvOQUAHsASzZOc6qaQuofmTYdmaydftNsgZVXfv+7Nw0vUpqQVvtCI1mSOS41dN5x7z2
/Zm/MUsbl7I7HRu58UFgFN7reQPG4p7+NEMzR1PHjd82k4XUCw0BgdYAvZbfzUh7N/7+7bWNZgX1
H8gMjylkTA7xw/lfsLjtfAJY1PSmQ6bldC9oqTea0C+G04YgHA8H9ErKV7bbggnkIj2AA5DNM/Q5
g4soAwoUZuIdx45sNDWG6EpzV8jf5wcyrcXMO5xYmUXQEpqY+mhp7rFIzGfhi10x0CO6PUAkVsgP
Czp2/2APcQcAfg486pyaVOlu3NZO4R1jO975XXGwewhjIpEUDrV5QVoUPs8bXNiMU/Nb1PJAPUWS
d7YZbVcz8ySpvaObyTco3EJbuXo5b2JppYDfAGjsL9F8/i6t4MdbTxXu0Y1vSPJgjnd9tVIhWlom
3ERTlAucyBcwVBNLNULvzj86WpEFOTdutaQZIGwnXmw37pGeyS7OD+pv8W++Mz6bnCb2U+jTEKi4
VmnqH2Un9xpv9tQutonwbtF7IjAS0Bwyb59k7XPXT+zsYQs5kHtnTK4zwi/spL4Yy7Xn3lc6mIWl
RMMwUGSgj4MNNPtNaMts+hQBvynpQ6mlkRRsm/Vo3BSrDdSgPiDfTQEWkxszMVdOyoLPATMLcTOI
ewie5zfNAFMxAA/+0QQbbA9x2zZsCS/3SU1LNEWviusygRo/9/uVHfwVBTWNGl8GmQ/W0QTwdNQZ
ZxAkijX/aOSdda2QYTxAzQmKYdAovO4rO9sXA0uuu3oo78VQ61toWToXaAfzsbIlFnehh8QLkjAg
cTszZzE4btqmNYpw6CZuhzVrrICqUl6zbDQOqcv6n6LiLHBk3N3VTVJf53Xmb/Kqth7jhhQbWmQ5
BOiHam9gGYegJ/5wbRtFvnI/LB1ItP34z++cbV2jknhId2l8bEcT+gSX3Bk32lpNeCEcmHqL/MfI
9CM+nY8hQW8JPsAI+pe5BLKgu6IPlftdpNO09ljeqXqOhN48JcBcu9NkQv1jbVo7v693Q7qWxlue
rf+YmEM2JNAgOSJQ7ygVexbA9EKFP4I+/ponXrLjAH2GMgjoCtAZOZ2wXHqa47SJf+zpPW2QqBus
He0+zu/RJXcPLwxZnwnE9wXwmJHO4grtio55hqQ1+x/SvmxHUl3b9oss0YNfgWizi2yreUHVGtuA
AWO6rz+DOldnZ5KhDOW+WlK91CocGHt6es7RUBzNDx+PcO67vx5htbiCWVtOJjGCmvd1tG+Cn+Uv
172w588FG3iBY5uhGASRlFV+EUKiwW8LGp0sFUIMF6gG+t02v2d4d0CeNQn55uOXOvttUEHxAQUB
4nFtSieol8EMxaKnIvL8TVBAzZjMLZh0wJhfqAv9K3mvDxZwEP9vrFUUKVG0qVt7oKfRi/5AZf66
0cGNR6cbVdaAoPj3g+Y/ggxigMraa5+mU++cxtC5kF+d/Y6QbwNIMVjYAKvEQIjWm6k/4zs+Q1w0
Vt4PbsXN/uN5/Xf2v3tZaBuhYg2PY2AjVoue8U4KLulJm3A4AEf/ArljOwGTubjpZaE2lpZQSm4C
/xn6zO4Bslqgjc3gMPejx0887yEXyyPIfM6l2Xl1A0lM1/SJX9EhgTKLtx1knqWqb5xrRFwI11Ka
X3iJc2F/AaYtxt8O/HTWM9WRqWvnMDtJV+zcYO/7e99qNi3Q8UWffjxh577K67GWjfEqqtoDb4Bi
p8B5qLB+iOwi25uJ5b+jXHVJ3TfZhY12Ll6EKIWCd4tOBkAZb8cjqgdt3CnhbQ3p8++1/Dx+4R/K
DtffxXl4nTT4pIaGuQakJJJXwQl6kR/P1rlG5eKHCP9vHOmLudnbnx9B0R4cVC87Ec6mx0B1kKoN
IwFeU+glbpv/6KFDeUMmH2r3YQWNGUi0sriE/Oh9WIrwv5lM6CzBnhYFZiT4b39Nx7Jqbpbispun
lg+nmwuL41xURAYMjpAHDZt3mLkZVned3+SoxhH1vcmGlwoWM50aYx2CO9aW9V+eXYKCnx0T7Uno
AqEv8g4yHfZO1dUdFuRArvM2Nd6XGuZxpMdl6Udj5Z+vM6NEAyoCUlyYeq0vfTVq8SyEnM3JnU+z
80vg9hw5lzKXs2v+1SCrAGypgECOGZJUEF+KVV7Gn2a5IGmJAKYJKEolCzzo7TqoxNC5hiM1mja2
e4jUhUk69/tfP375+1cxwtimRoqCTZWP7t+Ih3fo+1xYaefOw9dDLH//aohmGERWMgwx2XfUP7Jh
55kLe/fSWyyR8NUQIZX5XNuYJH1r9Y9tfuHxl95gFbSZcbkIQ4bAZllHprPvc2XdhlZ0ocJ3aZhV
vM6zSvsTwzC82mVumplkvKRYdXYIRBS0LWxg1dY9Cwot1Ir1IT1NEDEm+x5C9N7h4zh69lu8GmL1
FhVYbZ3WGCLPoV0LXMeFwHjuVEO/BQcMBbMEfZe33xouDmIc+x5BxNplDCVxyOp9b4oLONuzo0CF
B/y1RZfWX72FK0oKb+gGh4FJ8js4TelHWIJ+PFNnL6PA+/3fIKsD0yAW9kCyZae2qm5zr4YXmHvT
j+MjUtkuVgqoI9a1v808pszopKjth49/wbls5NUPWB8y41Jd7Fr8gLJCJYQ1V2PlXw8QqivYmIIt
+V90fyFVsGg4RwGM0dctICH1KAOI+51gQQ1WMiRg3EsCkmeXn0txw4cmItSUlr9/FQokBcVAsQyX
vDyEkxQ4M5BA/3jWzh1j4LehaoLjBUiU1QqcHY6WPy5Mp6Jqg+8Msr9PaHY6Wyvs7CMzstujhCbS
HrrS9x+PvCyIdQaMmcOZhusMFCVWI8MvRpR5hDhX9eIrWlH3nnDTegTDScLUYiqdhISw8NHiQmQ6
uxvgVQs5P3/ROl4lI7pzZzeEBeQJxkj9viAu0gTk1bsxIFaCCnK7/fg9z44Hshg80gHhRoP17Ue0
O+RigqM2xd0nxv/m9LZgT239/PEo51Y/RJvRGkCGAGbuavuFSFeLYnCiE4BTGxupz6DuBvUsIMxt
2xeS1wtjrQsDPWrSgggXtVrzs2DPgxPDVqHO4TLRfPv4rc5tgFdvtV6dDrMGKLhjpN5J7ShpLwSt
S49fJTxyaAPS4ZZ9EtGPofn6aRYk0h2oQ+FyhxMKGeIq7hJZoHSXBSigyJjBnmPY/Dez85/nr755
3xF3dgieb1dfM8jccHGpI3TuiP3PG6A683btMjtiw1BH0SlQt26w8zNY5x0+fomzB8frMVZxoB1D
F/fIpaRhsYOSdurw7ohr07NW5CGiw5XtlQ+27INUdc5XC3aeH/+AZZbWcej1+KtF0GoXvUicnKe+
gxNn9FzO8GAN476/hc9qnMP5Yfr98Yj/jvV3Q6JMDd4YyoQoSL2d1gzRgHdVEZ2I1fB+V7egdzE1
8wfTZt5vimvnHQwCUTGteZbfdOE073SbCTQRJLwP6/xrPw1yD9B6cxeguLvpazHflTns7PIi/6JY
6e+ICloUTobxQi7hnDkw0PK2oJ4DwIYNGaC3v501jglNWEYnDwyhJ5j2MbhKGfshhHfJXz5TcO6g
6PKla1w7nZXjwDICb3uDyvHiUKPt9lAbHt1EHPYngoewgMwtk9SwYI/r1jMJa6wx7loZJrluh+vc
n+370Wvhr1J2OglpRr82FY5C3FWLWFvc/tymAq0c6rkwBnYdaK6B/rTaVJlBEyoc6+wxZ2yXEbK9
cOytYs7yfGg7olsMLTdw+9bVznCyhiLIav7UqOG2Al3ZtS98oksjLAfSq6xBlR3Vjo8RDOweuw0J
LoT/s89Hnw6fDJoIuI2+fb70g7w0ruRPAnlWA/bAhQ159vmLGBlaGzij190EamqoPhkJIVosnrDc
gQv38f67NMBq++ls9OqpwQC1tdVP1ifJPPjC8FAAahn7GxvlHdje6rvMVXDueVTlRtbfR30hgXn/
8/H8RWJxKTtgna4CprQXbNuQkccyvKrs3RBdmP9V0F9+PzgCi+gqLAhQ8l19X4d0EKG1ffkUzYeK
PolgW02fu6m/G2J1MlZgglumwxA+SR03LtnnuiP/no+eHHCMi8z+u00GAcpG+lUknzzrUB4V+/QO
oMBleS5F3xUF3HUVvh/yYihnIp6qX3kHTt7n0pJ/vx7GAKgOo/kCeeTV7MimdMpmovLJRUrlxJeU
lc6sHwjA/ufxqwjn9G3QhT0eX1ZXkblpwws/f5Uern9+tEoaPDgcyt7D823E9RB2qU4M6zA4eSY8
KvYfb+UzaxWMjzAA2CJEHXUNJBpFALUrWlZPYfCsTB+P487+JAl7eZ83Yyzz+SqeNriEcUCkqiey
qeEO3W/sxVXp08fO20GWF301SBRURVZkGES5TTyDwVx9fkvgTXC0oQqLm946qjaNn41aVNUTAvpm
9qZjVpjdxx/jzMJ6M8Qqrg46C6osK6qnFz3djOLTxxqwXLioQlQE0L73WuHgYIwManqPpfzZKbBd
LiCgz/x6XLR9fG18CaB3Vp+5UPAmHlUWPI5Wyg9w6f305Lx5/OoDS4KsKGd4fM/HbcEfFRSa/osR
cK8F3A15y7t6WOHwYO7nAROE9BXG68r/JHh/2Qmo3uNc+ydNg7bz20UqMm3DIyoKH4d2C8PtQG6z
S0Dk1W35f4fAlSuEE9G/Xf12CMAcPUfBfPHRp2HiiVtFrmrWJsUlvNGZrw1yIvQOQISJfAirvh2n
hmcBdyMTPTJRX2XH8mKWdCYKvhlgFcRzB+CiCUaij/IvrI5zuvU5wMhpeMmdYI19AQwQ4HMUaAH+
WfwY1rTO3vYyXY8heepC5GMO/E+dIzEv4WxiYw4znVIfDFwbekwXltvytV/dYjAaDhEwBVC8OSe7
W3XctVk2uk/TCNvbGJcTwD7gzfpM58nd8QpGy22mXnjnD3+y0jF/BhXQq6oesr8lDcpjlVkvUCFS
29LJaLzcZeE0CQX0FAxiFneNznJY+OXRQ941LKHGye8irQfccwHyS6Dz4ybhkA4NFHjr8ZlEVUyq
f6rpLQWX3al3tnHhVQ9D9IOGj24TO3IUoLhTCSp6TfKHgfpPDnMvKaqslvD/zosLUnIIGQfMzioM
Mof2ZR727hP3r77uVHUtv16Y+XMT78EwAXibM+lHoXUHCQnjPlk9S0HobFEd+f8bYXUn1mUHLmmO
V/DMN7LL/osXgGgCYi08HyCesC5W5RWcfZS28XiP7LjI9xfyM/fMJwAlEiIaYO4C4ryu8bkDh7VP
1KDgVpX+JsykvGWhXT/bnWIny2/kkfiz95eqTID/lovEl7V/wzsKp71+CPU2dI1/hPBk8FBq1e3g
YuL8DYbhJoOC495yhgh+MUSkjSD1gc7a3gmfkL0dGqSDtoa/d6Trbd/B8LmPjL2zvXxMJk7w72BE
qiFEYazfTYPVaLKQbOdpdK/gmjx+7sxfViLCw0L4W7QTARh6G+SkAD0mD0bvyXX+0h/Mffl4lSz/
fBUA8AGtRbcO9dR3Fdy6yyJaRpn7BJujGGpiyTgep0tl4jWmd3kJiL1BZwcwNx/mfauXKOcQZFvK
vKdwClNV7DL9le56GMp432EUDhF7V6XyD4XzZ5CW0+/Avg/C7z28u0h/YTrXpar//Smod0fuIrGI
ROrtfDoU4PFpUt6TY9RN2xSbwctPdj3Dftq/snLoqGVwYeYmcZW9cdQlkZszqxrdm/8Mv9qVcD02
BpVk76nXMHiX8VidSH3FvEsc7nfvCSQpPiiaORT8FjtYgx9mbaifYffewr7ojnhBHNQI5kMtt27R
iA0k0O6aiH8dycbW8mR5l3wdnOWK8HplQfIMcwzRPXSJl4r26ooiBxd3dMgG3DkGLpTKUDtxiAU3
c1U/lY1V3IDVoA65kN7iMOQcsHY6uMhjB0qYbPnW3kQFS1hP/84diqKiBBST6pFughb+AA5wfxdy
rzV4CRywJSdCQQeLwwWQbRX0rbaXI9CP+Z3uiL/ho9088Hac0l5Q5EpBYG6n2q5S3VZhLPIAhmnu
sK3zdmPV/W9emUu9/PVaoejloDWFucPVCPorq13jCgsiDJB1ux+YUx3qQXY3oc39pDDZQjcOLlna
nR0PalgYEWViqCa+3RrU0qZsgeOEflRa23Eb3LsyHdzDxxFnlbVh2+GtXo2y2gHCqadZGYxi27/p
3MXw2/l4gHVIWw+w+oxtX4y64higzTLk0M92/9BeUsF7v73wFrhgoEzkIGhCJePtXOHky1tajaBh
QxdFcnXrEXcXkpbEtTF3I7pvtp+lGVpjgB3HuoqeP/+SAEIu8CaojbxLULou4vBAtsAnzE3KuLvT
4V09XUhSzi2I14OsrlOhINK1S3CjnamKNRdxPsGJkEDL++m/eJt/sikoeAOotcrkjT/QYq5oft82
4c+cq99BIIHu7O8/HmbJ19+EpOWjLdxr1G3RzFlvcLsaB8UrN78XHLKmJu/32sDfm9uPdTHAF8/9
29iX4uC5McGihzAjUD8gFq1WIz6PQq8PYho0+En9veBPJT96UPVuoEE6hHLz8SueW/xQCAG/GDwM
HAGrdamVq9HvafL7IT/Y7ZNoX5CWfDzEuQ0MkDxEHRa1rHdCR9IeGhT/QP/OIAxqP1bi9OnnA/YG
V0c8/N/16+3Wqux8nugM2EkjQEZYDurPVQmWCLSokTsBMipYIKxXW1FVhjgaXf9y2Fjb8FJsODM/
IaqvECpYjFLeQTXsqA4nm/lox/e3173/X/x4CAzDiQAlrfeQhdFyKygyAc5CclQHvgzlhT1yZs+j
o4WjezkAkNqv1qsI0BWe8oGBDBtn4pcbJA6NW/a54vHyCd6MsoosjI68GliP8FVUO1eRH2ErP1dr
+n9DRDCugl47GnSrc6a3MlzhOkTIYILevJtdtc2UfrxSz8/Vf4ZYzVXJdFfPI4ZgztElaeQnebXr
LhnsndnSqG4AaoqCClbtGgdK3b5uep9iPbU+FAoesubQPH78ImeWLLodwC8hTceOWHt92VHWARGO
Jdt1idfu4Yn+8fPPTBSUCNGLWGAwePyqnFxaPJJTBwh6qf5YZIgtCgKxkwxW/PE476cKq8oBdmER
EllkuN+GjrGIfOa0jJ7mX528K0Bf+vTuwwA+9BRx9OKbuKvwyvyoan2GRnPFrvmhCT69ZpcS0GL5
C0E0FGRWC8qGAU3NC4AZcKGcbvxLvK930wOsOtpZ/2ww0dNap+SjT6Ks4I1zMurK++OgLX+Jt/9u
IWEEyGwFcAnCUffOXLslY9aSSXunus2h6JUl/vy5zhlEkoC3R4nRAbEe1O11ZYYEfZS3wvYWak5f
HspLAknvbwH4wthmLvhx6O++E2Tye9brKqvnU16YtER/VOQ73F5jwo9VM8UyuuXT42B9Y/6mzfZZ
c2EJvM8sl/EBNEGNHInKO3pI78/gVJV8Ptn+A3Rj0zzzk3m8mgFkQE3srm1T3IguSVWf+W4oRAHZ
BD2+xXNglfoPNkGVNXPGU1BtKnIluwsB5szKw1MX2Wh3ka3zVsHYFIJ4pamnk1UAR3rj6SO5BIo9
9wo4FHGnh6cc7vWrHDKrBupmnjWeCue37fLUJn8+Di5rQP6y9HDsQioCrwIPgTXb3mEyGFkzjFjc
LXROB5jmJrjADN0dmU/ur+CbL4KNP5bxpC+puZ6dP9DswTIASfAdOh4tdmUpXo8gKNKXfoJN3RQ8
uu2lsue5OYQWBvSJACZcQK1v42c5wdQc0oPTSTdWjw/F20MhC3nhNFiV1f/NI5Y2kAFYCvCYWV72
VZ+M05LoXpDpFMHgzeoQi6w/lpgSf7E7mh4+/mpnX+nVYMvR9GqwgKnCq2qG7azrvVumpbQuvM67
6v2yLoA0+Xf0oG+zfh+7xZWDEh+Lmz5GBU+qoNiZ5lttD3Hr5Ek5gZWht5a+kIefnUYkH2ASYFG+
K931AyoCKO1Np9yAcRf0wdMIOIoMVAI12J0urEuRCaEck/X2ArUkbkjKASrAYb4GPfW1M7m+nOcT
mTu+1Zmc/k5eGbK4oHarYynbBNrnacnH4naWVZMSIBpT5dMukYHtxHMAetNYg93cBdm8qXs6xRFT
XjxXpoLZJzK2uKh1A3lkz4kLtzKPALuP94Up2j0vnWjDBu3detNg37ujcdOu6KMbNYJDBQmvF7fW
w5fSc8ffUGSje59x8iIn7zcJh2KDnrl4CHJZbvTYeGmIKJ/Y/oBvE1U/a2OXQ+xac12mRpmKx3Is
s/1M63JLWKcODR+DPfNaSEOZYE67YCivKJ+mTWP56jnUkideI7wNz6HA75ajH7tQ/k6HfoLGdF7X
N2ZWdDejXLfVhQmPWa/HPdixdaqp7yUeFRZ8D6xhM4smymO0PThMxomd5DKIHqK2NPeD1fI76k1l
DHWyvyqy4D8HIuFdAbhoolCQSuDowoFSVGggea26KV3pbSCqTdPR9Ye0kX2/MW33Q7i+gOlKaadt
NNkpYqpaqCLQemSBdVs6lfWgS++aofRTzxszVePRo1m54VQGcV617BCwbtq7SNlRgbS3LAhR9hDR
bx9qNykXLY+hksrSQnBrAwlFTOkgyIYaLb9WrJgAHpfQVfChg884mnixF4yhfQ0lk4dF7CQpgjG7
F4L+dJUc9pPs6x7zr0G+tlAk2BPP5HHn59/oBCm1aRzqrzZodEPSKY+ZpG3nb1MrfJ1UNkRPSETA
GAcQ7qczztpLB6gyfOcRs745Xac3ZGiJSMgUhs8OlPN/QknPfqKRVtdWiSXZOPQPDES6L7MLEUjM
zyNWx7TJwL8uyUgeM5nN1yWb5PeoVF50cLnfpX5oxiD1fB7FWJCO2qMY9bevRPBcTpibnHoyLaOJ
7asq6JOA98EOtZz8AVIJUR3TRpgXWBHqn7zmfWKRHMWX1hl+QBgDUpwD3J8yXPBZIsKcgElYhDdu
MzyGZMyvWg45u7vaM2zHazJjcjTGC3t2GMuyveV1523sDqE2X1YKmGMqHYfpVHuqxzzzX9KdxPeK
ReZuMWmOK0zGs0B9OThkqii3kGgPHqcMcx8HcISFibXJb4ldsaeiqb87YV1+0bXzTWYBLirDBJ6j
Nwf7eYAWjcRXmmE4t8VHGu8wt/SLO3VOAoCPnXJPdSmc49UWuJkoVdL65s/E99Op08DOcFMnSIzx
R4vOIeTb6YtnU45NUlapxVy9CUdLf2fYnnUCkWR24zWdwYvCB7WLhnScfobiZ49QDBJb3Lt/WOHP
sV9LmdpDafCRa/yPviniQIdiZ5dCJ9FA+3QOMpX6HRXbbvKKpKJOn+AuY2/dvm0OrqJeCkW/8Fl7
wjr2HEKXBZugcaldL5mw5uJhzoq4ZqOV1JnqYqbQtWrNQBJRBJAYmwNdJC0f+M6TbvNF9x75GcCN
Np49wdPFBSFxeEGugpwPu7mISliUVh5YGb2VcF+UiaMN0HsN9/RjWED2x8kgzFgWrUpaE45/e2QI
Vy1uMj+N4sXBdXI/pp2SDG1UsEemlk17RB8LNlM5BDKt3n4RbqVVMqlOX9dylD99ggMo5rhTJa5o
F1ht0B9d0fi7eiDhZijs/otjJHpmY1TbKen7bsemIdqDWuclxZg7X9BMiWIhW/nklB3ftRz9nj7o
86sejfD7MTM1YjkZ98DLRYmwjXVrpPC3BSH6oQyC6V4U2qQGYoMxq+YgNZFUp550wZEA4LrvDJk3
rA7kV82Gci+myU5G7VfQ8LPCq4krdQx0ZsUZjCkn+MlGxVVXet61mgqREqu79+2xSkRG7xmxs9QR
+jdAPDzm0E+JvaL4gkIvRKgYGeMyC7q0Lz2+tUiIqEGr+VYO4I6QSNmxbBqcDnrmN7qJFpir18dO
MQLE0Ukrbr2s2uhC1fC01b440mKaY+nJ4Rr67WYLKrG5mR1Nd5aK2o0L0NUGTiVT4k1EQSZo8vaM
WfY2qxjdjOi9whjSNt9xBBebKRd8M4+LVgGpvWTkRGxqiTUNKcPg0Ho+Op2BhzY7ARw5H216A3+V
IgnaiiYB5JBjt8tbGIWw9qEWdbnTLsYNTetvo8yqYsrk+FJ1RZg2QzfHixbVbZZ3MMo1wjpImnU7
QH/rDUwyxyPt+LApyj7YtlrUW43wf2ilNSaklcHBQ/f+0ZRmSIi24YBgsSYNayweLSGzEOYAiIMK
be/IhLZ8MtRoz47QVU9ZN0I2L+u862ICTcyR+MPPwiqZcpjaU6XLuBwQNSAb1x4DOtpQDK3kgxaU
7Vzd1A+tKupD2c7muWlhq2pPkXffahs/umqLTQ9Dmx/STHkMC84mpjaomcLvhh38j1ibCsxW7FBW
bfxCV7GsaXUoHDDiQlc1sHPBzcydKN+3WMXY07x79MDv/iUCA9JNG/Z7h9MhzhxSxmI2v5Xv6hhA
D0jU2lhno1T2FfZslqBs6GzrUOa7sM0RvCE8s0dHGbssi1gaMeMlphqn2J3h59DBjeMWqXzgHdEJ
moY4F5nYujp4lILVx7E3zUZ1wGGXwZynRabUBpjc4Fgzt982pR/GUe+UN7MbsCTQdZgS5ZdAdiDH
ykO0QN2xRiLJqm+ysuY482bvgBpVtm1AQtoOkWdieAJE8VQFIIL5BmJMtU839RhQAIqDX9Hc/2rD
MfwGZpyNhJQj5hnH2rU9NG7aAOimidfZvmtr70pMObvRJOc7Vxr1ImeSJY5vup0sKjcpNW3ThnGR
WoBkbH1LtbsKPfxrpAVYg1Ov4tHkEMRXPd2gvXtvWE79GHRDGHw0kFPmmQIgRQVek07LaSO6Ht90
GpFEjNJ7GD1VxZ4kVpvAMIMkXg8xu8bphzQL5LjJtOb7SufmNAsQ1pU2+rac0a8mbRfcYiNNm1Ew
dqe0tG7bSuWQxXLIVthk2KkB3cMJAIMwLgtLpChq1FsBH4IuNUDgP0Lr+k/hK/iQ+HcNssyNbfLh
SxDxHs5/M2m/u+GkT3Zj5G+v7uRXOgds4ws6Q6Is/yVtaccZGYoESYibVA11E90joYUegrNXfk+3
XZtZGwC1YLLW6zD152jcdIaPSVa2LSgHHtsKEnTx3Azentqm2xTExqLDxS2GHv+3SdHFepCWd5E3
ixRqS8DpeIu5UFBH8YgqyoZ5imxGPngiQVZu+UevmuZ+2w5R/VD1YxZ7OfvCZvi8MVD7viGFyP2N
hz7jKfdEf+0DQVEcBRV1jWwWUBJ0OU0qvNY9+i3Vt5SFv6EBB2KBwnr3sjrfjmZEVjqwaJ/RAUdO
iSOQFyrYTKLvDoBQmMdB2fk2ZBCfcZ0ivEYvo3sKOwLBQq1m6CwxHsRSz1pdtWz2LfTnsiYRWs/I
t9Edv9MjYkHuzGNiUBfBcYKOeQGRdwCzfAnzGzt8QFam4jmri22Oiup1NfbRs4GkQZ2IoTbHcWRS
xF1mDU1c2Rn/U/SVOUGMqwSXMZRXpTfPqadc2467PKiTBondDjkC2dIWsmajz4Okmd0onR172Beq
yfeKDjr1ZPi9wwq4gd9ldwM+fvkyNoG47nMFfG651Iqmnj/nwkxbaIyp1MyRG7tNYz1FTs1PDiM8
kT7PcRVqzM6dIN3psF4990WDG/hcVgmtkZ1X1IRovvv0mHdztVGs/kJ0qzfIYsvrSpj6ClDF7ga3
HbavfZBY/KIFTzRo2MFqBRaIduUB8kV/8a9Emg+uAa4NO9LPp35HK0RQXLWaU1M3SOhbOwI0wRuy
TS5ZfyomRWIyhGLjOh1coDxcL8qcDc9u5jvboPWtO4rt/NRZAVSr8qxMwUrPU25BAlGNTX9lybna
TkE/PXCv7B4gUMgRND07rgajtxA5SiIRHSCP9iIzj6RGAJvAnEEmoqz6Wwds3o1GEEwsr9Jbxym8
rQ05jsTV1rDL/d5Os676k8nWIET0zVG13L5VTiSSwtLpGFhT3ML9CyiSqLt27bz7UVS6iC3euDcK
oKq4CCv4Jw1NgBN6lMfcUhLE2rxO5WztcpvEEa3qmMzOfBzQ7NvAuKQ5Esinb10/a6HLxLoHtAWc
BARJJx27trxabL23RS1YEs1DdA2xbJnWgtJtH3Ac5q3ST55d/Ra8i+4sF8EtoDWylaEhaOi6xWFi
PPrhtHaJZnZmUqdru7ugrLwru6KgchnrTxAqhGXT2kcxLnxLGHDHKMYVW6hc9nAnhi44Rc4HcxU1
bQIDsdMsj4INGUcb8mKWgUZoJP56jkHd32XkrgHN/8iVKbeSDVaCXmC+0YOYIbjEyUa3OA64r6vd
YHXIPSkQkVAfak/K9uc9mSA7mss6Si0uSSJpXhx6H1i9MYJLUDbUeexzVn/rGjFtrCHLDrPTQ8bc
KuYjdSb5A0CfYBu19ng9t8NfOPMVz55LMJe+fBmoJltlsl9G6/KxdUV96ooM4MjRcU7KCfsYWSjb
9E5Q7ZB/s2SxyUtRGwEZKlduvOiUHQwnACsGDTkaxvs6RtXEurVQoUxMN3RpYYNgbQ/2IYOQ3obR
idx5HQoSgfDUFarP6qb3xHBfgtn77Hf249yVQIbWVkkfM+rdub1FngkFlx17VfG4ETQ/eU6DvJ9Z
xZVyqUqEl/2llTRXcBMZj07fVAcPJ1XC8xHJApGzSSxnrl4yVjzU+RQepRBQJq9EnVTciuJBtyzJ
OAwQ3Ma2dn1lRUlTR/0WJDWZNK7/AvRPtJ95Uf2V/eTH89Qtt6u82Eif9bh1taC2dbaMO4fOfqxq
e34IgEk6BMYWCZJbawdC2d+2kHTfO41MRxYgA+PavWqcOdyWxL7O66FMIlZbp8btl2kLp0NHCU25
K3+UpeS7AvesrWgLg/qBK5PCRsGpqohjAfrR+kdgGMZnNQbjNpstXB5HUX6VhLRfspEHxwD7YYce
XgORWdrfEWROMZcZkq2mQTmrL+09WDrzbU/CMc6Vrx4aDrwSLqnZFYTbnE1Zj0hHW0tuOVTjfg2O
zpFLhPnWYtDrKYuii3ld0k2FgmfMTPMn4qaJC2ztPUFtadO1hMbh2JLNXNf1PdLjOSZAIcWNhZUE
g7ohdtrRvoF5TXGdly1/+WR1NERBDwL/aB9CAh+mGG+ro+04BJBJiuaTsQ+Bcz2rC7XRd9VXPB9+
NeAjgGwGwMUKBFZppgPAZOZTZ25HccidC32FC8/3Vo3FAcjLyOZ4Pr0rsmT8JFgePWT8h16TF6Ij
h5rnqh4+hhHOtjGbT4MqUB08utZ2Epd8d8+9w+tBVk1L7Zc+GNIYROaQ1Yk/ScV79w6rT0ABFNMj
NBRPIcqM6r5h3z6/hOjS1AEp0oZ5y6qaP4Xw2JEoNp1K/f1/SDuvHbmRpVs/EQF6c1u2jbqbLdeS
bgi5ofeeT38+ap9/T1UWUURpzwAzGAjDqHSRkREr1nJr7fvNX7cpWYJmQSQKluF58k7S917VN1LV
mbIrVeo3lWwQCa9bK4rQZs1V45l9kZ0qwt7oVOjjoi4M15PTF8o+5NJH7Z/rw7io3/yxAQ6BmspM
dCIsAlUDRwMhaLiK86LU8GuQmPh43YR5mZufO141CzIqIGGinFar5zpY4dxwW+7GGpEeA4HWxEm+
WZm6xptxCWpiygCgYBBZZcydr8pIXrGciszgYhzu4rR7mLwWcS3lo1r7PxE+Ift4Kw561ueYwZDq
XDFCl0wwKRfSYEd6abg5nVvJQ+D/uj598woIpQ0YBamizNAgIApCBTRRY+KYzLNcNfs1Ncc0HDek
TjcDB19WSPqsaepdVo0YEEVsUDaYpU1WMGgUjpNkgWzCnWEp+1L1DIoi1YPhkQ3Og30cIuU3Zh8H
Tdr3GeQM14e74HSAD/FWZ1LBfIi0JCRxGwnKMdMFlrEtqkczNPf/mwXBL3Tc60Efqabrg1RK2ZLW
X2z4uYFzVtSArFns8s4Jkm1yR+wI+gOoq/Q6VRtEYvxWunWyZtwExBw6cE+DhtH56J04oVEh3u+t
VkNS2dkG40YibXt9spZQB7OyG319AMdUR9x+0UQQ0ZSV6k6Uyfz2mGZuVvUbq3iYivKATu2b1KRf
ZE8/1k52DEjf6cPv67/hYkvMZUzQzxBd/KG8EE5YLJcGL1dndC3yoXGQvpu0eqWEuGgCYhO0Kmf6
S1mYyII3GJkDbXT7uvhHrrwHSAiO10dx4QbnUZyYEK5s0EWRn1QqijHNdyVTNmn2MmTJJjAO1+2s
DUW4tXl32HbuYSdLaWwqQuLtFTDTkgVCaJwdOEKVbX6+6wLADtEQhFhotO3g6+lmICm7YuTSDQE2
glCVPmiAE9yzwqrDmK2XNCv3blVbfga+jJaIcqhsXvpOXW/g1y7vYN1PHsdBDT/lZmgftH5N224e
ypnznX8E6IZZHEmmlC78iFTys8hqE+AN5D4scybGI/DVo42m1NsuXmuOWDSHFZTtaZG/CFmimkxm
a2q9a9Brp+VfBkRHE1L2dfumrxHaXdwr89AAjMGyAefSxcG2KjgS4PLp3WGQP6uGf6hMs9oY1KUI
M2ZZvT7bhWbyU5nWpBUXLdOAAQ6L6PUCCtzrGqQkitK7LX0mfWttVMrJZnbvae+U7rXuoWuWyhWn
fxEYMFoaJ2YQEYqbFy0EQWeYVJHsnsdoPu2yMX0202Ib5OUutxtzM+LM9qmqtivuc8ksDGx0tXJU
5m10flT0um4lp3IG1+AOSM1joPqoyKrblqub/8yLW+GrDHMG4xAvADa8iLUSZ4CaxdLYrzQupiQC
13B08+UoHgiQ/dTWCEnRQxMOhJbkRtZ2OWefh7XtBJuMdumkuTkKmMdBWW3uL1N1iM7O540jAMRC
rQd30q3dMBkvSlzd3+wnMYH/AijOE0F8QgWjREWj6gY3LvL2dbTJG/Me8T9ct7K0AeCzoJSJiDMI
HMFXpo5XGYaUDy5bkornnVHN5bOHom23rXE3dF+vm1u4ZGb6jP+aE5x/047dGHrl4CoBsI3ht61+
HB3zMEU/r9uZ51/cBtasRDH36MKbLmyDVi6cwDeywSWl9d7wCpzw+DUq9M9WrWzUMNwiafqcgqPe
Xre7eCtwnui/BDA6N2Geb4w86RK6dqPRDXPAKJ5ENqjcG0ZNhu5X6XzKiU197Ye+1hu0tO3B5hNq
WTxjLrCPkuQYTR0qwBCnTwqvFqP6p5B+rYxtnjRhUg0a/6CGZrMASBbGZsoh1cp+GlxffjHwwGod
bqXkpfXMbYhkijK9mtmdJj8F6j9Sf397/xOuGK/MPyGmZozztX8STOp9XiVaKKtumY2blGSvH662
dV+O8MzEPM0nJuymnPPVk+raKRqA6VFSX6/P4cIFemZAiOMqXUtaI2AMSkShSDsE7T1U89so+tqq
P66bWoiCZpivye05N0orwmrJEy3UEXVA1zJ/mt73NSziyuf/dDGeTBVdqZM9Zgmf3xRqtJmFQ6//
/oUtbcnEGPrs/3hGCM+8sNOpXIUKGaoKuHA5tsqnElDQQ9wrxsqtpMzfEnY2JAJzDK/SLqj++fOT
wYx5nSHEJE/A+B2Ec77q2rtJCg9B/lmHZXuay2TlnQ2YTV9JoSy43zPD6vmGi4xY8wejndwq8j8A
Jd4H2pvXu41aQ3B+166RoS65J+zRssDGAAUudt8VUqYRp9aTW6j+DzOWfxQqDGro53pB4MOhlx3l
0Po5eeU7rQPecn1FF7aMRYWPjBHdQ9qFLFXrFIadtuAuVTpkik389X/6vCOkNLssDsdA5fNkDUhL
7xv7n78wMGsosFW4KUX/59dhHdl9O7qpL31uB5mI27fXBCHmYyluRZok/s+IyC/ZdHIkO30JONXD
AODl91kMq4Tk/BoCyhyy/FVyYB3L7DUujaXzBmkUeTyTNQKbdr4Vq4oCguJFwOfrLyYxdnOkiHp9
Ahdu/5mX6r8m5g1ycsz02jSHrk4nhOt3+vdK2afVXW3c/lTGCA3cukFqnijz3EitpKpWTxjRpp0x
brO1eVoexL/fF46sB1t8gVgDqW1IDpyjrxz65k5dy9otr8a/VoTVqBt7bGdhNVcr97K2Cb9oa+NY
tPAngOUZC6OFcD/k5tjETfDnvQ9kPbGDb4laPyuVsb++6Ct2DOFY2kFQ6xPixyjEyZ8HtXn2qV9v
jKB2/8YObzbg1dDniPEynNvA+Vog+Eb+lAGWrt1btRVn/D2KVv+aEKJXx0f9vEww4YNrquH1QmXo
+iAWNxdhI0306qzeJ2xeCawDyggmSRjCxwz+s6E1d17x0Ks30r/+GQuOmFSqChMwDu38mMT0QaN1
qFM8IX0K0m7F1y+t+unnhXdFwqPVSUGxgrG3durvDvztmgjB0lwR7+KsZgJlihDnI0CCUgvHKJfd
oNyFxda/B3Virr3Ll+6suTRAIhMCY3pez41YnTRFeU2dzJ5AJMmwpEa28en2RSfzRrcl6VjSDcJc
2Ynnhb7iy65t9Xsnqu4iL4fnR9nb0eG6paXRcPMTxZO3cngenY8GsCwJCGmkpFXZ3VFJ1HTnk29c
oQpZsqLDzKSTkGIri5GbbEmGKYVEU319AOI07a8PYmndWQvFoIua2qvI7mCmgCK8yZjcUQMn6pfb
xLL2iOaZzUpYuLSH/9C7zJSPaLkLa6/WmaEjaDW4lPU3Xfw9A9mTpXfXR7NiRHSPwI1rrS1mI7m/
Lcq3TicpspauWDTCs2nuwILeVdxhxOpZR6gysCLVNpX+wdamXGtVW1x2AjwSr6ReL1qtkMqxIrrz
BtcGE/xQT4UKrX/7z/XpWnhAWazGf40IO9grLa+tTB66aUzqsfyaATwotK+sjJP/jSnqpzMBD9k3
cRv3epc6kwXKP4Lia6PK1aMjKa9dPj0VdCRUQJ6vD21x/hy6xLhlYDgVXU2RVHoVlzrdUEaxsRUe
hmuc3Isn518LIjNUTBawpgF/dB3rGEm7KXmasYBrAZiyuNvI7Sk4AWJtTbgmvS4rikZn4rJgrIks
nnpz3CRJ/eZXSfPotaW2nSiYkDlO7S9SCx9NCgRikw6DfWydlpaabhdZKDtdn9+lt5ZB0Q48ArkZ
WBjOnV+XJ0ostZQFirT6kSrhk1G0ATz7TbhtKIdtnFTujmWW3v4Ot07NCjt29IsepE0wuhWUhMAR
96uden/YGcU3gzG3VrJvKOn9efWdxNWWE7ZOQFsNI/N6Mp4A1LLRTg8E2+ajPCr1o4Q8xTNAdzor
QvAxQyal+yiNaYh3yuLoq3m5lVo9+np9xpc2wtwZS1V9fseLhRhj8vIg05nxqH8MvrTlTg72f2EB
NgeISRBfJNN3vqZhQBtbCJOMq4A7je0KWO+nvF5DsyydG9gFDfJeNPDR33xupbTBjXcOPjoZlF02
NQ8ke+uG9oo1rag1Q8Je8e0sa7oIQ94IcEPOd1ZSvgzpAImMo79dn7ql4wCtAKEyGQ8AdEJc3of+
hL+mpJhJ0pPaj/vckY56CNBFoW6U9NGbLIffrttcGt+8TrSu0odwkTb3yy7w7Io2yMR7yfVXO5E3
Pe0gq1nY+Q0mHogTO+KlKjtjpFYjUVs8ZLucvqMaVJozSBs5/mwlj1pOhoUDHz10iXxfNGsMgktT
e2peiOLTsfQ8gHSTC1q1HrfV9JbXD4qxS9WNbN1dn9KlW4P7kMnkbqefVdibYTyUodmqPBQr+EYK
vdnwcgy3140sDohKnAKlI+g8ETFgw1WfOz7rxturO2qSNL3TSt/belpD+ihOrH2k9/GHOg3WmEIW
LRO4EOrNollikK8lNNXpBlNZ1XcVPGcVdYNJ/RgqCH+iHbemLLoQXhDpW9Q3KYfNz4rzk17N5FCt
B+bLkF553KfjAYgH82reTLgBvzXMhNTeqIZcCrHojYlabRTJLj0O26n6RdNDE3y+vmoLW8OmOkVl
D905aGnm03hyLdSyMsYjCGREOT9608Ho7//i+/S8z6E+L0mxrb9Aa0HphlJxaxRFx025xsW++PtP
vi/8frma/KzVEsVVnWgbK8OmvBlBOK+CCTEBGVETLrJ5O5zMkEz+I01GTXblIN6ou8nxN7dPEZxw
sGFAyTkXTc4NFDaUrSk0qa79NEbaRqLP6bqBBY8K4xDYrrnOReFYMNBmsZxJM0hxohGg35qfJWff
Ze//xgjoLsuB+emCIUJD4zmyhkB2E7kNN7BA3ree7G0DZ/pkaulKmLY4IpX0HfUs1M3ENdF7B7ZD
8F1uW5vv4Xz8MLfvbaQ0ehntNY6DBe9CKfpfW/Ofn6y/VNNOqg4xL+/uW5J8U6pXM0SC5RNcESks
Y9dncSEaQsmKtDF8QDM5ruCpNaQmrcoC79nNjL6qCoknz8pgTQ986dRQIANTClWbBtfY+ZhUOjMs
byLFn2nN1nHo5r49wcrT3qEozSDwKvM4Tyat8nUa0AuTLC5IfeMxGtqViVoewb8GhHOvmRPFfZSq
XL08mP3DmmL30jrwvOK8M0UWTF3nv3+oeqsZPQpL0ddRfrA116tXrsvFAcDHp7CHKQSLKWjH6oMp
cqjq2OmvItsYyZpbubymoFFBLNghz82/Rc+rqF4SQeZjvRghoH3/wXe+hPRPa8GwG25mlQPqgzE0
2FCoprgs+Mg8oz9RCUfzJVcewsfQu3k3nX9eOIJhD7/FlPH57J2db521yGUBHwhSCd87wx0peYk/
3ylGk1brxnihuSaoYG6YXlrf37TlvWLcF6q8M5tfytywLD0qNHMqw8dbT/25fWF8DpS59K31xovk
fCppKK7ChzZdk1K83NIYAVgzV9dAEYlwh87ps3KKGaQSvi9bWiKRL7Verw/kD5LyPKjmgTlLx4GK
4r4XkZb5BOQhIhB9IUNeHqouNXvQdZrxIWjD6I1ZpuU0T987Y918bgtVIxwswmAjJagfojFH9zva
PI+DalXPwFupAU5eFL61UmsfG31oH/Uw8N0ma9P7KfLTo+FX8bHQAJrJI3V/urPV5o6AoIbTPRuH
h4EI7s7nub+pQSXcj12TfO/K0H+l/jNQUbeVt3gapDd/NOAqHIPC7VAueWqrKdkgUk/LgD/FmyxS
4q2Vwq7cx62SHbl4OprLpuI5yqMOQLGufRoi50OTN/+EvaRupEBO6FebwmY6kI0K7qtx9L/moz09
VqPd3ttmGYI46krznwFE1+9EHdcUfy/diwnMwzRYb3b1BeeUKnWBmaWB+hKou1KDjvNm/3v+ffXc
QYZV0de16asvzfgh1d904/v1nXTpvc6/LzjgBrm+LNUl5aVPQtntq6Z+UkhIw2MjdwiA9IEaIg4l
lysUdIJZ/BeKOFCsASqQyen9SVud3Fs07EeTkwXlaxn9zvx9BExGVsoteycAJ3Z9iEJg8R9bVKLQ
lSSAvQjLfGBGchl5xataq1uYGErpTaNqm2jafeS8U6IVRiNhR/wxBypzhkoQaSK/dL5ihaPD46LT
pBJV1i5SwueoubEQ8v9NwPIMOS7vTTHrnk6JadJ/W7z2JV3KoR5JhyaL1irEiwMhmTPTBOJKxCIe
DDh5qHZe/lrdR/47pur6sqx9XnDGYx34BSwPfN74/s5ZA+MKket/pgiuMXUGnM2MauerEISK1Mpt
XbxCb2nseDLTFdhk1Sb3pHcJZ/X6WJa2s0kbCdBjNDAuwjC9iGiV7AOsQQxAW1yMTFwjv3opCZUm
X9nPy8Zw/HM6z+Q5cz40HfLfGk7t4jUr75Pkk0H2xIfcQyqrTW2nK8ZElMqfiYSd/7/W5mU8OamS
PSBiZWKtL8Nt4E0bX9o19le7fIVHqEy/+nINheGKV1o6skje/2krYfHEp78S9DUdpk7+qmduG3X3
VZvC3iBtm+EuHI6puVaAFe7s/wySVzPbnNztRWVx9FRrUkYve60nfy+N7wZUqdXbJbsV8nv/NSJm
/Bu/guVlwEhQy4+6H933kvJUerR1X9+MImn9n9EA16LXjHDUId99vmRF7Ke+Qnv2q6cEdIGmYXAs
RliY8tAcpc3gjf2zEuf2vmzlr1EXp1vdM1/lIErgSe+AwtF5el/CDb5LM/sD8Ue801ofmpl0ah47
v/1kJRDFXP/NIi3hxW8W3hmKmtaGkhrZa6EXMJZIb04TPHql8uaA/aq0bptV48bRhzs7Nd5Rk922
k3pbCuXiJwiOe3S8GHpwpk2evkrSgwYT0vVBLnm803URPJ7RBYMczGNsP8NcUsYrn1/axBBO8wyc
u9nIm50vO/jltCnoj3/NywyWjKcifd9i5y/GcGJEcAdVZCdNKGME4qbRpI9oxZOuDULYuyHUQnUy
D2KmUZp2I/RQ0co8LfnP03kSthrUZ7Yd9XL2mvbfovZeV8p9W77Tg/ygSmuORXzy/GdTncyXsKnQ
JYEMudIYz/itlh49o6A99nPGOz1tPuXOC8R7h1r/p5OtQ5h/ifzD9eVaugZPxypsuUHNUa/wMN8b
G0ujB+YhiXdTv1KcX7QyP0iBa8IgKTaf9knulUlvZ69Tso3UrVIckYc1rP31sSxuDSBF3OnkCy5A
+KYn+erQcnzqdK8qB6c85GtslIsn9MSEMF3TlMMJhATeK3xocffVsVZiw6WJsmfYHZolVAjEsjJk
D3UZKHX+aoQv+nCk9jocq+gvYmua4TUyW3MscpHxCBKf7CGDKOyXbnr0VDDN+We0vgfYI64vydI9
Tf6M1KBNWuIiGam3qpbpMfe0BbWVn/u7Qf7o9w/1+DNv7lJjpWL155efvHr/HCbeDFxpOl0YF6F1
OYXx5Ovs5sRruo3ZF1DZRZlR3fHbkEwe4HgKjDbeTlkGw45m1zveA/0R8WGTYqSU3Dk02sMxxZVi
92nwYGptcogNO9mCOEi2UlDA8NPKZfGxLoz+g2ISDUDhaD3XRpm9l+vyoxGV8V6vmx/GmLQfkTWx
PmYmsvSZag/3gxJaUNrVWbkpcxvWGt/pf1Zh1GwzufSOo+kBZG+geqqKKftIu1q9lou63L+8LKim
z5giktBif3GsaZUR5YHiOvV9M70U0s3en++TeSZNS7Mvgt/nV4xhdqSfqOG5sf4hDH8mOOnrG+ry
jGMAiQkOBzXJC+ArQN8S7QcDHFkIu5HtBeYRJnMarzrNvNk1EldSCp+VaWiBEsNolDXMRpXa8pVl
2Wrm05h9qp1Pnp6vDOlyTXiDGAbUL1RmwGEIN5qsNkEnsQtec3ubmttxTaT1csrOvz/7nJMAfSqs
Jhgyvj9nceyDM+ydGyU7OXeYIMmB57LZVCJ/wWBEWSw5XvgaNNauBpYf5CuOcWkQpAPmnBmH+wKd
kJqFHOhlFr6W9mMYHbNsF6cryc01E4Jv73wpht0jDV+7dqvm0Eft6RS9vnuXlvp0FEIBaLQyudEC
RmHWhyaFV2X3P31fFLTNkXXSchMtJT35x09TSA1XQuCVORIv8sEazQqKwPB1DN/M4p+uqqDXWTkP
azbU8/1ql4WhWgk22nIrj1DfPOhrQaRyec8SI1Dbwe/P/e7imRsh4yukUgperRy+XaXYDvEdOgdR
RrHsU6qp20a7h0G3DX635i/J+Z2Fd0F7iKt6xccsj/Xf3yGcTUfrag/itOB1UneterCDnbmmU7pk
gp4iHnq0cF6ibiSvg6O2icJXOGI189h5H6o1IPSaiXnbn3gYq+o6K46DkIfFVoYVqrmT1oq/Swt2
Oor5J5yY8AK9riTYsl5D64uS7qXsziq3pnG8/fycWhGWg9sAyfLUZ648egDvyjUS9cWJIu0HjQPU
846Y+g+NaYz8GGmmXL6HbK+AWkvZ/8UQTkwIa6FFdtPVicrObqC52trZ3V98H1UQrnk4HCgznS9E
LSlx2YRmQHZnI8lQmq6c/sWFPvm+8PsdrWhzUubBa+s8UxmJsmcbhpDwcH0UiwtxYkXYTvCwG2Hl
GcGrkRzU6DHG49trJRgm4jwWJdw9MSHspX6E56RKLRbiC5I5tr0FwZT1K0bmC+OaEeH12NsJCLeM
2eqD7FA2MtQg8OoZ31t931qvEAol+fvrMzfP/zWLwi1pDIESUOwMXofxAGlrtOaa174vXJGdRm+I
Oczf17aUe80bBZP+hConyyKizaQwc+zQ4vswl9W/kzXShZWfbwhpZa2JrKqKWJBJ3ZRfzB//0+Qb
wtWoxo1m42uD16Z5MMrDakf04uGDtoSug1kQWMSANn1tWyPCWK/xtDVK6IGeQxgttbe/GMWJFWEL
DX1g9WqFF4ztrZHCb7q7/v3Fw33yfWEL1dDp5L4lByRr7zs3Su+HfsXJrsyTGGe1uerpdc8IejAJ
0zaP0eL9XXhfbh4HpUNy+OQE5/Ba2EtlE4PuG3z/lQpBOWyL4jg0Ky2tC9tVpUBAQpBkAAwewlJQ
hw31ImglGhi9jWP9KuVhxdMuTBVquBw7Pg9oS7zyZN2TYx4P5Mt7bTfGj070wervUvgBr0/W/EsF
v3RmZx7pSYCgaJLdUaj03ET6RoMQtOWvqpPvTBj0h/Kbmq9M3OxYr5kTLhDV9ge4sjEna1/SyPWC
45h+jfV3yMqtXIiXu3kG8Kgk60lsIC4k7AIP3pppjD3ZNcw7WKyt7Bnq4Otzd7kLZhPkzSBJX8g6
mT6vBjgyFDdTt5av75tgLUJcsSDmBSY7ier0j4Xw68x5vpaXW5okCFkAVqAtQopRWA6lgW8/ywbF
HX3z0MbG+yId76S8W4kPL1edXj99BmzxfACMJqxFEQFuBbqhuDnkCchjHKWq+KV45b4HE1PW7crZ
WRwVDbgOgHn4c8Q6zVQMYzrWjCqVugcj9DZ2JkNI/vP66l+eHFIqMiU88K0oL4lvIWiNQY8FxApV
MDxGZf++tqqEFNn0s/eMx2yaPtjB7XlObNIJMK8VDxMRCB0EnVNFfQKWM4XFdorT7yPeB4WPu0qL
1+pdS5uPWjjYK9IHIIvmVT1xDWXfF0onBYqrm/Wu8SCA1lacz5oFwY0iI6r6U2kzhXLxIYjyD4ay
CiMTG0dwoMwZQhXU84GTXDQ2aHLfx1JjkfoykQzVI7xaIL+DwvWTFGgbS5n0rV/Vv/MJ5G0QhKgL
5XceCsd1JG3Msthf3zWXfh0o94zRUMGY0yAgHAU1bDu5HTrVNbRt+VkCV6y45bRyAJbm1ZhJwWYp
ZVgxhMeGPI5W16Lv7UZakN7ZAyI7ZWGtYT0XrYAxnFsgyQqIIMzYQaNTBoDthqiV+B+5Rv5iexgn
BoS5sguv6ziCimtF78LhcfwfP6+e7+9KN/y4GifFnTzwOLv87fpKr02PsAggSIwOug3Flay7rrjP
5ZXvL+4kKBSg0EWVTRMvuLYYsjhtdQWBnm1THmvnxVHeqbc/7dmvJ1aESfLKlM6aTCPzXUY7pQ13
/1yfpYUCNZ2n9D4QzIAQuCzdSEbEPQpGKkzfDASDzRgWdTdQn9Uwf1ehoGc03g7VbjQPXrp+JXe5
tEYQCsGChqojpGTC/Zc3E1KUtD65tg3Rmp/t7q6Pbunis3A6dG9YoBbFvB9qW3mRKPSUxEPuhRtD
tqutIcXt54FL99CpcnZvIFKxEmQt7QzcNW1cjgpsXuxkySKlrVukctw+A+zf5sn0ZNSUdPLGaB+o
YK1JJi/Zm5sMKIrB6nbRRBqOcaBVfi3jy8xj2th3NRIo5iHyVmZzabVO7Qh7cRzl1MjHch6X92WK
qzvI5D/fvmAzFpjFQlDi4lIvUaeaHIXmcW/Mj0YQPdGGjaRaNzwlqvGIqMnteRum7MTgPLcnl2wS
KFFgyxjM6i9G95Cb5a4YP3Z6/xfODpSMwajQfUEo7dxOqUpe2VuyDC9NsW2drTzlu+tTt7Q64Nkp
M1GuhpZu/vOTkWjTWISKPZI7CWG0L5AquL0iQ4UK1BLvLURK4CE9t4DiWegb07yv+4K2LLcwFaSj
flwfxkLweGpEvNXGpKmsKMBI3tONQ9yHSJ5F1V1VD39jaG5hoAeEV4rgeyJ07OK0wpDT3NXSL695
rPqP100sLAk3M/lr0FGwYMhCfBXHaRhaUqy5qf7Fd34na8CbhYPPwwHuLR4QYKbFKyhXEIaWJPry
ovypqr905TEODCQt318fxsKSEC6BZp1JHLnuhL3blaWSj/TjuSG0+yhPfIGO+y8s0LsEM6WtXrKp
ImZgjOQ/aDAcin2Y9k/N4O3LKv5yuxnIL7jkZmwzl8L5Bi6USrdHm7tukp7kCRWwKdpWxUrJb2HR
6ZQCrUTaHbys+KbLh2zSmok7zcuf5fE5+f0XY4BZgzw8kho0lZ2PwZQcVO1smvoS1HZgX3fTwvk0
efKKr19aczoaoL+ALwTcv3DWR5QM7aHt2Vqdehyl7hAXzZcwiFfAskvhB/2cgHFVMMwQ7QsxJpDs
uDIzH//rON4swzVutSS8B4pwiJE62zRRcJf56B8U07usyn/SgFpvWojMrs/qQqDAz2AHMqNAAMQr
ezADtFMdiKmSbjj0CcKJRvq5jcw3zQtISY8rG1Ekg5sfRQBYOLvUI4Aiix0j3aDLXtI19IDSpnCY
CiX61VZOh4yqI++Ccuj2owPoaDCl5EvVWuYu9/QelC/6idvrI1/yIWQGZqYWGzJ/MVvnV3Ylo7A2
uX4wbOgz2Iyes/VTGhbWmnwWILcMGt10KCAwxGvwfOuORhqUNeqOrmrm7VPgx2+xNPgINcVtcEzM
PH9OJM18kCu93jaeae9ayfqLJy8Hnyc1WCUoRERfZnoJ4n0tjVlDHew1u3htNOtm1BjDPDEhXMRZ
H2WITNJaBrZjYw5PuiPtKh/9In8NhbfkaubnB9QhtIEBmj+f0GByEGhUkslFXMwfNsmNZHp/dinB
EavFwQBALBzOuJ9IvkzQavXbzn+25JU4eb7+zpORyBHOVDF0FWiwhAn3ihPxRu5UqBuUpADq9C1M
5H2pfEh9n56f90r3evtOx5vN8/THswmeE9WawMm8anQfVevtACPA2+3fpz3JwIFQZ7zo/WhLnZpW
3IwuLUTNzgyeJ/U5DFailoUlZ3fNvbh4kDkRdb7kPOIGq+xGw6UP3/sYVZ+uj2H583MXLlc9cZg4
R2j0mhJNXhCnf8uM+5A09HUDC2vO7//XwPznJ1EqEH+pSjIM4AqOlVoxim7n2B9Vo9uj377tVH93
3eLikGjPg1L8T3FFPbcYxHY/ymFikCfch/4xXbnuFy5KcnQGmhTzqeedef75pu+qrK4aC+kLVEm3
3WsW/cUATi0IUzYrLJu1UVtuNv2KKUCE2hr4eW0MwmXfhj48VHVlua23V5S9XO3qlbOxbAFIJUyx
/G3Ni3Sy7JqnGTmZYguh9wcwdnn8Tl3jn1q4yFiIf03MP+HEhJSV8liTeXMzMJupNHtDPf6Wfbp9
N51amX/FiRUjsdWpmhhIKN9ZyVFdq/DP20XwiegxQTys0GUF4kL4vmPmGVDKxHKN4LuZP8DAWYTf
9a/VdDvmigw9GXISFXMKXUTVK1nroK2eW+6UfK2l306xgtZdXI6T7wsrXpStYuJvLdezu20v72sA
gp7+qxhXbtvlCft3HMKyNzXKB13HOHrl2Ol3XoAK48H74bT76wu/PJ65/QCaEP0CCw6FujSS8DFd
yfiRSNvafon1bfQ3u4sL6v+MCL6q9Fo1023PdOXGfgtS9Q4msu/XxzHPx+UG+9eEcOlGoyqHWi+Z
EF5YX8suPvhZN9I8M9xdt7PkdrkNoZicibzRLDk/KEPuI9owdrYr5Zux3PlrTGYL44BGjJwXXU1E
lOIDpZwQ2BvGDn4W52ik9+0vy799BJR4ZoZXij3aRaudqtdd08My5LZIk/4Mw5UNtTQAqBhprAOu
S5VcuDjMUnYQnjO4CVESj6JyG1QQIn+8dRUcLHDz4UtmhiwhXDAhupARFlTdetiO2sbp7q9//3IQ
M7HTrPg0c1dd1Pon0/BRHSE9jTb7lnL5Plfjox+YNx9yzMAyPrPyEemKdTcb8HleKZLqjgOYAulg
Wq+p8q6Jj6r86fqALo/5uSXBbQWNKcd5hSVp+OCUDyngYwWAYHJ73f/czjyxJ/dIYUZSmicOJO10
uOvaS1uiRd+4g5btqupdczvyg6YJasCE2Rq7WTwttlPpfoKMt2tZPrsABU7/CWWrjTqt5Iouj/2Z
ITHFko9FYsuzIQ8BxqH9VgHuur5Clw4fyAc0ETTKzCgTcUv39KXDvVcaENGVu0lHyFeN+h9Fg8pj
F/9Qp/7LdXsLI5r7UZHI4JVyqREjwUHVtcowuFZv/UpMXI0V3VwGmX0MhNiUSEngiw9jRct1WGL0
wY2M98FBD1bWZOGQKgRG5vzwIUjVhL3WoJ+nBj6ft97i9l0VPKE0/xdzdGJBiFoMq02H1IOW04vj
Tdt8GNeCu6VFQOJx9vP8C392flzkwLZCTc1g+UMwt2jQ5vVvlLfgsUtS4MSEEASnvm0OdBhC7U7k
2KDiTX4w6VeyLQuJH6ygt2mSH4QYRlxqPx81tWvZTV19j95spiHIfjT9oy9tOY7GuIeL2VwrcizM
HvU1FMyAMvFoVIWrxu+qNK6ahlS32m/tuqUf9vZ7AAt/dEGgFUUt6nx9PH2slVaDJznzf9hBBnZp
18XH65tsIX+EHgjJW/Rq5vynrZ4bSRLNS9qOWk1RPI3GeIjpO5IzcyMn93775OcPSZfeF/nNgSxW
qXeQvqeP4wKjQ6LXDhAXntw6Rl9u6n72pb6XM/0bXCk3p8ExNTc6ybQ6gW4TDqoaGqkitzlJV+cu
6373yrN0I1/bvMvPTAgnNYoL+kXaknxrI6FyPT7VdbyyF5Z2GwSw/H5ubDCZwl4opVQpYykktxl1
PjwnzbMqr9HCzef9PIplGEj8oC5I3hisxflWCLJem2aZS1fqnUPqJC9paW/NFIat0tt5CuKaYV2u
uNHFcVE8IC1CC8bF0Y2liGd+xupojb8xyFD+ur6/F9w0m4nE0Uy4wlNC8HG5aXehWXijm4dPchmj
bhltuvD2q0YjsQOdE30VYCgFIzBN23Htk9JLJmkXVdM2XXsoLUzTmQVhacZ6kqJOwQIrYn9t11oz
5/9dWHkAbA69CKR0UFMRNnBBy4haGVLjBgbi7mmobyIlh492fC4j9dn2S3MTKzrU5muJnqVx0VFH
LpTuG5jVBCdaDkGVB23WEkL12zrwtv3t2CRwEDwoAIQSB+AEzje15pmj3o5B60pNvzHqd6N0RA1c
c/bX99nSHTRTBc7kqNSJ8TXndnJZAhQhYUeDl6bND3JtPsnSXdU8mPZ0pzTBLs6yo29PNN2ttbou
rB60JfxFEHeJNqGiElpRkfRumrxJMeivle29EL4T5EKmz7OH0qsI+EjUdvCLmKoYKuCHBvejtOa9
5tvwUK94g3kxxH2IChaaiDbVqwuhGQgDDWgXs87t6/eT3+/j4rsvke/3/ENYfL2+YkuegbgdmCMP
xrn0fr5gup6aetawYGpg3ZkDanNplP8/0q5jSW5cy34RIwB6bsl0ZZMlVcn0hiGp1fTegODXz0HN
e9OZICMRpVlIiza8CeDi4tpz/tYIUbywW3IE5hOy8uD5MuT+cJan5VT1/RiOvAhnzBNFbffJcVWt
wVs3CR0EOB8CPUeO4Ho5NoriOivtMVzyZPc7pvnu9nZtmQgk0ECcCy1AMU/erjotKEujMSRVWGf/
mNNXOIt0fGwwz5KBcflwW9yWzkEH3slugXEsZ9JczeiqoshHYPyBMyf53jW/ygVFSlVouoG54CF+
+1eQ2NeLmNFjqKPqvRBUPht9tjOr+XFZopNhN2+tMfokHs5mXh9KgH0EZvF3Fts7HLLKhRVulqz5
KNwAIl/QjK3wk3rSuMtAYAgrvX2yhuGJpRUqhiToLDsgw7AbyhK4zvljP1WejxbFU+oar3+w57jk
SLzjuVwFgQ2jXlePGW7EaPplcXKnF8f5VkcqrKj3q7VarCdq4GgTQlpO0qXJLqxZi3D1LAYSxrh6
qPn82rAJE2RgACbc3pWZuUurr+4Q/5xHsJxYJcg8lyroiPsLTLs7vZ6fRxflMyqg5oqzU9J9T1TT
2FtXFz0maLc2wbC54o0aqxjl3RQbUtinun3MMUXr5h9vYvJMUPPh0lrikZI7kpEx9Cw0CPLQJE8V
PdIftw91wy4gRYESARqYgDsp+yY1iEFHs9Fn8Br2fvPV4h9vaEVwAvOG1wftgLYjNvHiAi1AfYus
Cr+/ztOgRe5FicW7YXpMUOHhcX0P5+Wm9JLkcUNaNodaYQQOUKt4+zLwX4b1mpCfEX9w289/sGcX
AiV3KG5qL3cjxJOt9qj1uu+W3/5EABKIMDw4d9m6UcHQ68REsLfuO283/4HiIuJBBy28KnTLyPTd
rdlZfPbsKYwdz3929beEKip0Gy81JEBzARiDGI6IM7s49Vgf3NppyQT08uybtniHYRlS30MTXl73
iT9ZKobHjQfhUuB7HHsh0DTTfEg7OoUOsOeL+QDEyKBJP5Ph4+HilRzJNs117vQdgEfD3PWeCHfv
u2R8Tbzu4+/blRgp7O4o06uKLTghhuSO/mx3r9X0fVbB4Gzdfgt46HhXBGOUnKXSbSDIjD1cN9CX
LtZj1CuejA0LCeAN4DIip4+6gdw4VS8sa9pkBAstn/xeR7sE2gx6hae2tQiBIA/sGPhRhEh7ZZv8
P9exAvxZn3+qVYzVWwKQPkLuE/4NEEWkGMFLmo4UrGPhmDy1v/pE4QGqPi+Fh51rjFm99Cxs593i
BLkK4XHrLl7+fOkukhQ9XQvD910TlHZ+VB0pvW+aPVOVNxWCPKk1hnW1TTMMO4ZGv+sK0MC8eDwo
LGTbFBHNtiDMeXgIpNbp6ModLM1Nahba1gQgtzSIQUSTO58IIGDnUaFeWzoMwHKEHEAK8lZBB6s1
/PMUfOXj8r3JP7vksTEVRkWcgOTwoIP4/0TIG4cO+X723ImFS58egRU1DxisCrr6oWgebTv1mUol
tqzlpUDJinWVSft8gUB7+lEWDyx9rNvvheoR2N45ASyPehUmf8QxXthkjTsm+jIJCzVASnKMypiJ
5vcYb/j4a+ngsfmvGOn+oJ4aFeg7hdrVu6U3jx5Iim9L2DwfzBQg94HZ2hVKJuCO6dzFMABtR9hD
Pk3tkzewIoj0rnpwZocio0Omk9Nz75Tk3DrdFr+1j3D+kQZDJ/Aag9HiOXLJM8Y66+gzJffGvJtU
YEwqEZJL09eYYEQzKAlp/Z3n8Y56nz205d9ex5ahe++cQ/Ocvu5ptue2ssteR8La+d7vRqJwZbdy
1egixaig2KU1dJwbMR41y4jZVHSDWa0PvOpqfOTFL25lfm3/MAFF7KQfb+TxMGqHwgImJyignyQt
r40ESOT6QsIBEF0BXqPiebbN6bw0mgogWt8IA8VYH8BaMYYNSA1xjBc3CogaqAjMSPm7Ez/0/Tkl
L0gtH5DGDKxuN9AlAJirb7De75DI1ICPTe5t7bSwfVVGvkl/NuxxqH6REZMq+V3bTvvbJ/xOPi1b
MgxciFQ0vPFVmsttPF51BsZiFvMYDU5QR/RsjHaAsBmom49mesRcJTxTQKj9sMy7vH3B5Q3MGW6B
8TJNd3BIdk2hSo/qIrux+lk2TBCSfcAVlIOo3qmiHKRERETxZvnopa4/kBPR2EtZ/9Sq7MUe961V
+6XzOLdPaf1zSUq0kU5+s3THyPDux7HxtS4Gc+OZjdmL29Mg7pnCad4+XmyfKLljTFLOOfV5BY41
8FWHbfbFcxOfL89k+LS07QFQ+kEDHP0y2nfmXdT/MqvH0rhvqjCZEwTj1U6n3b4r7MByAJJeRz4y
wi929nL7fDfMhGivFzlgARj8Pnd6oX9R57I5KtFnP/U9/8RrPX6MKzDZ2hVXVc+F1ZaODPkOjJgI
1xR929K1yuJJs7oeR9aAnP4x70HZM2cTv7f41Afu0vSvbj42nzrN0xTWfrVIjNsgUSpSmugtBIXW
9SWjERCKZsLKMM6mXU5ijMoS/+OD9NdSVgGLUdZtTJYy9CryxuDiR4uruI2bW/gOpoj0JdwkaSGW
nls0Q2EiZC4go2yyo/y5589VFx8YUA+W7qP2He3KSGOiQwjN7c6qalfRPAN6dTmEqfug84d/buve
ymcRaMqEiguMMgpsxPWx8EUzGckpihC15QXVmCc+mlrHAGx06QnIkbFiTGKtBtfy5CeRtVrPPDaE
LNWCGTjffkVQxkeaUbFtK29WLEyUV5BWQ6ldBg8U3Y35wOYxpO1kBwDodx8wMmD4rpa+6VPCj9hv
VXPP5mYKQDPMgaDssXq0vGIsDdscQjo/9iZoeLKHpX7rPxw5iaVdiJFcM7hGw6TPEGNU1o6YuZ/M
329rxcYpofIFMyHyS1AOScd72ygaSpcudJbky7i0xaeqWWhgeBH9dlvSxpZhjgnmAOOEomFEMkhu
aaNBMK0gKbJ/AHjorJXeXcSK/VSMKvC/jVWZmANCixr8LnRuS6uq0oWCkdpqMcT2Uo8vRXFHnNfb
y1GIkO0PhjCdrKwhgmr3PYhTWvrMVEOymzLARmzZuLgikXV9ZUsUBZO0jZqwTx2GpE857RtaFM9l
tDiKS7RxOjAJoGVAgQ3TuLIegC6Ye0PddKiA7hf3zlpO/XSai5+3N23jqqLCjpFf0U8Nj1zSgTJq
kGm0sy70ptIqwa5N59OotbpPkRN6qIekONnjkiq6IdYDW++PrcAWRfkVCV+peBPxckyNGIsrpnvM
OjTRQ+OcHYr7ejZROBq+5ek5au9KV3G5TPkNFnIBw4y6DlokVumbZSwY1/S6C+0hz+/AaLcEruOq
Yo+13w5wCFxhFGHF+N4K+bd1wBDL7KUG/frwWlD966TTYDLiXQSAafSI5LtkbHa0tXjggT/s9pFK
Ogo3Few3KIyCbBTJnVWXnlNlZo0Za1DstOciOTjpqVN5xdI2yiLk/jyjj7oqaSDCA97MoVSNp0hK
+Z/PiyoVim9r4OS6Bn3NPMb2mRB2SOHtt7+bcvDN6D4mH8SPWMmSDPrcDmYRd5CFLuNjTH7DhilK
XRubhfS2AdfLANcZUBSvbQathUMJFpEznQ7N3lI1GEt2QiwAoLPoyoUIYDDIyUInbsCUHFP3TOfP
cIn81up9upxMFYHt1jLQn4ugEFO8aAOWNqrP0rjV6OQiRPtreqjcjz1G78vAOmzcTuBDAn7tepeA
1a01SezZZwqI45fZXeiXzGq116Uw2LM1keKDoQkEouooxOKquGjLkl6kaBzjaSm66mzxtn1hDb+j
bqIv+w4w2gHGZokPlqXvLmnyPVvy/tkZqhSIjFXiR0NHdgTlpfve7b3PNXih3L1rF+2Bd2aFzXed
wGj0/Afm+PUXPgiQNK0eXz96zQWNFqwMXgd0esi/Py7oMIF0ojwDMpsgawh2dr9TdEyvTQkgbjAX
DipVJLxX3eUJCA7NhLLs7JA2WCLkuuzZz6zd7ZWsNUtIwYOKfgEosjzrXHVJrWfohz1r0wP1koCh
qei2hM11ANZAjG3DnZefmySOOWZlq/xslMS3nNJvyOiz+Z/bUrbWgQ5/jKVRVO5ApXmtwnPNLTM3
6uLM06AGSLBiEUIhL+JHobC4IP9+Xoi/CFUzOrCEWfh8ZH1f0r02PO5Z9NIOx2w4UlVn+dZaUBDE
UA/CY3TfSdcRRPIOJzO0S6+KJ8f1i5opfIC1BKSfMTOE1gpUOldNNmi+cQDXWvfnRt/12rGuT7dP
Q9ij6+3C9xF8oKF4K8udmiRJPSPrz1Tvs6eJuMkrRpST+9yykbYBMPCdoRHHnxNWfCx9KzQYktFg
iibZjSxxgupzXwxtfx7+ngr/g9M9q69LdpjwvM9J1vXnNksDe7iblOXnrZOxMHMD9wEFKPx9rWhe
XrRtBpN3nn2NcT8zVHw22wIwdwqicvgn8nU0YmpW1MTR8+5Zix6JoTwBUZiRDh+BO7KXFmCfocbS
EuioJ3nsxiCGgyxAmTMriDqA6QSkKB3vFC9j+soctEDZXmUGjQZqx8AbJvi9gEhLddgGS/tRR14X
DCTqAtzsN2gM9Yspngjac+zxoGWe+5JPurtL6sQ9tF6h+ZXOix3I1jMk//TPMRusZzeytFOWVEns
z6xe3lCl5rZPkWg69eB5a3Yjc/oDqbPlgekteysxO+IzO2WJX/WagxmxjvBd1TWOosltfQjCRHm4
gnCyYH2l2pZXVFVHK28MvVPal/64xIprsPbixNbjNUeKA5ZLPgNg00RI33lNmDskYBMY3+7Gtr0j
I1J5lQp6dm3hIQxhGcg/kdbHTMe1zvbNwrQp6tvQq03UAacj0efHqjEVa9rYNOgUrgX8e1S35KYw
0ib6yAfeonR252Svbqt4cFXf16+X0brdGDUjvj+VZ8Do+ZlqoE4OTWA+sFG41PBgEHmtHlvwys1s
nhpEydmnwph8a67BS/JMUMcutCc6ujuLnlHa2t22xnLC+l0u2jzAXvCeTZPdFWSruVF4XR+mKPXU
eoVkdOW3UbZP5q9d9LDERxp9m+y/oiZDC9qJuZgEyz6709syJD51yqBAAZGZ/8zFfFcCxKJpn8xJ
ETmtXWnQhqKNRJTeMeomd6lUGW/jafDMs2VMfDfAa3/WzZQf8XZUj8k8th/EkRC2HHTeFEZWhMEr
JEhMH2pLi+z5GXRqNtExdKrtb+/7WqHwv8NPFJgcJkW94FqhclCPxkBnNM9NYrxQjty7ViniG7kT
+H0VAtkBEsDsjQt4LWNa7CFqB8s4IyRcMDFtzr/qsrKOgLAYAwpG2wcrZ+AQSFodKLHo1rQiFu1i
12oVv2TLCFzomFx17t16Guxx6MOm3zfarnZOQ67YT5UIKZhLCqNsUEbpMc75tU5Do838XtWiqZIh
7aeDKCLpDCwDbE56/VdpDP6kajddG2cULEVzKyItQcUrRT9JbjpFE4urXuONS/zOG3d1vO+9nUkU
W7ahghAlWlnwt1CWa/XoO9PoF8NE2cwGoNwLVfUT0g1PDz2kmEkEyiTeM1kA8vN10uAxO3ckL+9J
BjJua5yml8ge6B69lwb3x75MO2HrCLJozL7PuEsPfR3rYFPm1qO1eMOhy6jxPJe829dWEr/GtpMe
mnbgqqdq/XNdeNQAm4VjjdybJTlwGufZNLZZD/jXhD3zkmhnEGSCHddDAT5bamM3T9obL4vudNsW
rPUK3rYYDMSwy/sQ3PVBRD3vjS4yjLNpHZbmni8HJbXAxllDBDCQEJki9SSHDUsKPSiQwj6DkbhO
dlzFVisnDoX6oGdYNOGJMtAqageRGu8a6kxnYHb3oD6M2jejQJbS9+om/2Tkif66NPYvzqP6MJUz
PWIuenjO7BJYDrUXqSaXt2wf8gc4TkQyWPTKyRkcjfWtxs6ZmY+7ZiTFvnInt0O5enbBuAzfDQx3
yc5NvPEzuvI1nw295ccR0gkK32TjeK9+injdLuJDC8SWekvy+bx0d5p3iI1HQ1V/2zheGAykijFt
ji47maEtAy0tZx1E8OrZ4KmvTT9vq+jGC3wpQMYiysGnTRGnz2frM4C8BvOEBK3HFPdAsQpHsuG6
NWpsziFE8/ysA/jgHxzExS45kv22OY5Yz6v57JK/yjS0k2OlIqJY5wJQHMI56GAbw02QI6gkGgBw
ychw7grOTBBflCXz0bJT/d3aXvzL7tPY7xpvCWan1hcfTowqhltrG8ZcRZMimIRQGZULOgbaoJN0
MMbzzPQx8OL4TDsHJd9IReirECSXdfiyLFYe6eNZozva7HhxmG2F37B+DOFcYZJE5B5Fzl4KHiyz
nE3mApQQ0e6UB1WJqazDYL6MqsauDXNxLUmy/Q1bhnox0uHs6V/osreSh35+06uDlRwxUbdr7WM6
3Bdou799rdYafy1Weu2BOTKCQRZiM8Na7srEtu5RgRnvPiwFVIdIf6E7Fg0H8lQyoUlqTrQdz6CJ
85fsa6kCYVpbB8y2XwiQLFwZd/PSFf145rnWBmB7mYIUgNVvWpkzzPEaKvao9S2D50wJZinBNYGZ
d8lQuC74fvJ8wILeojdaBi4/5mj8CYzq2H0QxBgPmyiOIg8mJioxYS+uwYX1TmeA+C9Orp/r4TFr
j4mKF2Rj75BjBToz/HQ8oTL4RcPysnbMRj+z/jHLDp4T0P7AFeZ7464iZYhmOITGmCKR3wetpvFS
4Z08c3Jqs4dS3ynx/xQi5Beij0ndWzaasPICcWKAXA1VBfkqEdKx874cKq8UfV7zQ/7XlN11qtmy
DQmYUNGRQTDxFzLs14cN4iKtNtpqOeekN3dVkd9VOtrcbEuFxLYpCAj8IjGCeXc5LZLrheZlOV/O
btfcLboOhuoSVQxuq5yPDRMqoERR4UL5ErdGWtFoIZkVdT1WlM57d3nrSRToafVkJo0/q2ZPhZW8
zu4hkhC0KoAch0O7Cl6ipGe14dWhnWV+bPxjRS/z8M0e79I6CpzWVVjP9SZeiZOrndOYLnXZQty4
/GUXdzVY8wAqfNt2qmRIOrfwai4sXavDSnsqqpPJPifG19si1o/A9TL0a6WbwStVJUlUA3vqjrnc
72fF7VcJkHQgs2k76DRpQj5lR0CvRgBGv72EtRGDBUN+BjVI4D2u1HnRJzszS8TdzsyIzzFzE8cG
8+PGOURm8fFX81qa9FibQzT3U9emYWqzveNmz4mlzLVvqDL6/ZH/ERGZSIZfH8o0ToDDTp0k5OWu
dtGF+GJlwYgqbv/C47fbu7ehYyimI00D8DHMDMotUqMYym0TJw2JQ3zHvu+a2HdUpm1DCdCzhJoL
XmrUEGQ0aXNKxt7spjQEieRnSwUev7mEi69LOkzQ5N9nFF9HvfKFu/yZ1tpzRCJV+WvrWNAhAiwS
vGVoGZGS41XK+3pmNA1pcpyzh7i4y6rMz7WHju86R9GXpxIm3f2knYzR6QkiBfM7s85k0Xy9SIM8
Bvag9TvqE4W7u72J/y5O2kQM+2EExMbi8sneRVHsZ0ivpqpuw21FgFcths1R45Gc6hJYXjFcnhSz
pF3+1mRtd+9oI1Xo9JYUALehYR09UghLxVov3aYGlR7TitLQQvfDHHjOt9t3RvV9yeVcjGgoqzTN
wlInL3r5fSj0L7clbJ3G5QqkfSK1MRsOxQri8o5kp4Yc01pR6lk/zpjDFwxncDpga2R3w5nSdi4n
HHg3vA7Vg4BXKk3dtwHxb/YfJJSBI3stTOzoxYm4loYIPoU2E5vtOGid+a/bG7Z1XS5XIx05YJ0c
Fqd6Gkba59naxdnse17llw2oTZLUTzVFp8iWCmBUGa0pcKQAGCLJ0yNOK8SfSRjd8+9KCDfV1yUF
08lQp3kxJaGhmf5z06qc2a2zv/z1knoNS8kZ9fDr0xG+0rhHQjknP6b4/PGsB2onF9skju3i3Bez
KjEsAUFnpv1yD1rx4/axqzZKeikzrXLSzMT3gXbVToG9v/35rWuIFB6K3uClWDuwTl1Z3HCLBBNr
zg4TMLuqd/zFUHHBbR0HgljkGdCkDFdGUibGY5SlpyQJM/foefeUfDIoO2q6EczZ37dXtHFPkAxH
lQ+aC6gw2bWoM3BNRgaPw6qx/CRiBz7o92Tu32gDAmGD3AHOK/Nvy9zYRdDwAHYKCVFRDJKWR6OK
tK3nxaEW77Sfbn9UtrttqAHaArEg9LwJJ0N6LPPSHYAK1RUhtWKQVd9RsiiqgBsS0JAqBn7QlIIW
AulGGobGtNSs4zBK7+N7b1YY4/UWwS96x9+ArqGxRrqQ+py6mm1qY9hQkAjHcxu47vQa6yqkIfEz
r4MkyLFF944YI/TkiMwsS5vpDiah69w1nsu5mnbIY7d+NNfOsdMn1azPVmUZAgWih+ixQiB4bQCs
hUykm+MpTNEvFBm1n9C9O/xKncehOXfxjI6lJRjo4bbGrU8LASDaDABMiOb/FfNAMeIBNS02YQRv
AZVQdU6Scn9bxEbWTsgAOQoiD0wzyK3Yrs6dlKfzFBbV5McaUMHqgDanuq7FwEYwVrWfxq4/YxLP
LDWFt/aefZQPEsGuAO5xwEwr9xygLWxo0XU+hO5gP80pcJU6d0ftCkiV2b2djLUPFBO/NYw9r8js
xx3Slnap7U1wCTpN87tJTfznZIfhOIWF2VJlDFsgFS3qb+tx2J6X9WK1QxgTQwtKK7MeksR1fbQH
e4pd2NJm0TqADBni/lXLUOYaRY+2jx5keLs6AYLAcijoblJRamxpEywXIGFEMXsF1JK4Y5Fqmd6H
pT3f1QX9RLVC4e1vbZoNRnoUATEYp8vZhMSZOmInmCnSrD0mFvypz9Fdp1DZrXVcCpGsJDgrO+Sw
iiH0isdJfxoVp7FOjIoyIs4BLYK48Ks5aDJQVFx1YAhZrj8mvzFM5C/pj9p0ji15oUXYuapuos0V
XYiU3ItycTzeECrgxihwgehraagYR1UiJA9jyMsIoE9YFVmeqHVffZBoA57x1a7ZUlDZRKMZ2Rm+
H1e/S+NXo+Ki2vz9yLriNqJNG2MV1wZ4wCXtTZJP4eSyIMOkQfXxvn+sAOctCEUBTLEa7CqI1drc
GcOse/GCSMUrvPZYXKQl0JKNOUX0UMrOEe07x0xaY0ReLz2VJmYUO8yQJdNjWURviZH9yKmxU9h2
semydRWTkWIIHh30ciUtjU076Uu0wYGy0Ju/gbQHI4F+Hps+S+N9OnzP2+5kdsfbYreOCk1qcDaR
a1lPFTPbSSjJCAChinPyY+Yv/7/PC/EXvnjCMSY5egvuJ9oRhx/oXr/9/S0bBt/IBEQe8r2rsd5B
4NkZCy6j3n1JMSs2WrOvxOTfdCgupUgOBUaWRsopNilyefGj0Ezzroxi67VtO+25XmgV2KBf89Ml
+Z56fXLWDV5+vB8PENGCEQKB85rRyazAGDUsAJnLzckvDpamal7Z3sn/EyC3LLmTUztxgZmn2t5l
+k53j3+kaxdrkMleNCdOyTzjVplDutd7bdf8vq0NW8p8KUA6JyT7QOnVYg2D89P6GRl/8nkd5FLw
+oFNJ2N1dlk6aIuFadL4RHW8/K4qz7vlWwjvxaAOkFMx6Ht9WxwrT6nmcVzG5HvM433p5kdbvzM6
BcjL5j5hhAbd7u9z+9L7YjOwSbUjrCeJntN70nyMCOn9ecEs0H8/L3MeGqAm+l/rSdzyfmTFsde9
s53re9Lw59jSzwnAqm6f/NYVveplkpakN55m2UPah06ZBa15Mptnrxr2SaH7mRk6oF9rwiX5dlvq
xj5SUahH9w8cqFVCJinarqIWhJoYxukeaPP37e9v6APmbh1BMePCubWE/AvrySZYT33UmzAr+iBt
/+oN25+1w5T+P+UI23AhB63pLoup0YSmeSC2X9qPqXekqSJ9tWFhKCJyFwSSIuqUx88aw4rKtmVN
2I3B0NwVyx6U7bc3bOPdRrCM/gng7dmgjpUMgKabRtdH6PQugFpk0U9ufc6n3dx9Seq7VNW5uHX6
l8KM612LMlKQxYUwk/sNDXLVuJ647ZJDcLUY6fRNnuZxOuL7tHnxyu+8PcX9372eIBeviAS29AyF
eMCiIaYRHs/1SsCm0OiRR/rQSH44aR9UKP1guMroft0+nq0dw/MlvE/0AK/0WW/mGSgXfR9Gg+b7
Y64i/9v4PnL8UDDglqKOJWNo5CUxl9rLeDh90+lDWt99+OcjoYS+XuHWrgHbcygeq+waYNOPif2X
Y379g8+/Z3fRBrsmK0sHuGhN5s1hnH5t0wwQJX8iABYfQ3oo+a9mnWckFVy6AJByMotA0/Zzr8rx
yiA1wvQDUhoYuBgR05F/l8ywSwt7LnvAH9ajRw+p2X1uo/6rkbTP8+QETgqourF7jLjmo3b2QCr3
b44cjTvDya2XUwZIer2w79Oy+7sxbaDdqkjzNjXk399nSpFPEhOK0StjCk2khUjT+Kruli0BKKCK
ORPYOKSfrq+SOTj2PDd8Ch3N8XO0Xw654hQ3zAIKte+uIDp0VpmBrK1LNnbaFNoL0Bi41X52x/LU
toPvJDna0vp5d1svN6wDBGJmmHpIpsL1uV5Sr2PyzptSFkYd2Bz6cfnJ3NYJ0i6/m3v2z21hW/v3
niYEFAQAtd8V7OIpivUmycHZB1hysHc+erXC0m28QViHQOoGgibG04X4i88bkdUARs8FVnOzr7ID
03amKnjf2i4dCBPIkwkYA/mZM4xmcEtA9oec07OTlC9jxoIZgN1zrcoHbopCohNdzgR8p3I5Les1
t7eXcgozM/vWLuluyIpXd3ZPw2ic/uBc8G6jnQosNch/XW9cjAxbxAlQM/um8PcN/rr9/S0HTmAw
ILMp+pcRAF8L8EwYgGhkLMxrgKaQkT3NpH2iRnzCqNNyh475w0TzZyszjrwoPx6mipl1jMBYaH7A
23EtPK8LhlqiANPUX2zrU6bwTre0DiltFKWQGTSAZ3z9eYzhka5knIVgi/Tr5Acxz9EHSXfeLa+g
qIDdgRFG18G1jKnrK45wFLCmg737qSEze/uAtnTt8vuSa9UsSMN4mFtFpJ3dLUMJJLj8B8unVw9l
z9uitmwAGJHE7DLa69EMe72UuhmLeFkyFmL0ccpPugoVdPM4kFMVxQ/MIMiPVBrRmWBeHjd0fNS7
ByM9j/0fKJRI2/5HhPzOaEnXeTyHiMrLgM0I9GqFSm0dh0CcB7QsIhDolLRHXKPaPNg8tKKDWz5z
HRAzpw+yZr/rlAWIaVgY4VGtLn1ug9pnGHk46i96+wIEzU7VR7N11rDyFLMa4va/m4ULg0w73tag
Q+MhEJm0YJw/31alrYoJwifYY5HmFuDO1/s0AzAP4AotUPOctvzG0E25K0wHBEVpa/hkWKo9Urj8
flhye8emqtmVVde+dLNHFfdnY6EAFkQvkicYfwDkf/1Dqsbg4EQA7w7lSBd5g192+9trFUcuxQtX
EiQjNo89A+cTJLTdoe+CWPsc0cccLs7ol/kjI4oFbUw7oWn0YkWSCiYaWruiDPzXBR8Cw/hCSuPg
YM44j3wrOURJgmnlT/HAD0BzD1pjnyY90GQjYEQc42k+VkVYE1XxfONaIIqB/wwGdjH9I+2yAwpQ
MyUNXkS9fiyd+jTY39qoQoth8eX2bm+dJ7x0AcpGUO+T8YqgV8QqTbAyDN0UWOXeTEeFGdwwU1gK
8IGQxATagvy6Jx7wt2IHvkqsuUGrPxXaM+lqxSluLANIROJmIKIBKZy0Yczo4Sz1SNXP2Y/Cr6dv
H96lq89LOpnNlZM5RTqhRSYO+mNdqJ7Wrd8PZwvT9cLlXrUxdPM0W2ntDWHPg+xAP8jtISwgwAT/
/bzQtwvz5GTcSNsGn48T7pMz+C0Vh6z6/dL+Fw0YZJoiArDf4vr8+5Kpaj0bWoSarQDndNH+RuUD
JiZSVAzYEpj+CWYXuDEPw6zITW+KABodEtOgW0Hker1JfDZqxnMEfV2THivYVYCi1n+QfEXhGf4h
yBLBGC7npzlYVlIrjcEMYAVAJFDNDm+dw+XnJfcpBvgSXwBvHNJ4V1fBn1wzlEEBjST6EVYYOcXk
jITpORzMAXBb+KPwN7aOADljUPkKtK/V5KmT1At6nqw5rKYAdF59GSwfHxFH8QFZNUdHb72oH16f
8pTMUe6wBekJi/p7ABN8/CbYCJwBNy1MEVpGpO+7sTlO9jCH+hyMmp8lCi0VpkZ6HjEohtIJmDYx
fy5zdiMktLO5wAlH8dNiDH5jdIGRPrn1Q4b5oHxWVKY2XqIrcdJ2IV8MRrcoYrjYwU/yowfgrf0n
OwbURDzCmKtYTQUVUzcRQHSycCgOS3lM3m7b7g1/AsNauG2YOwI0tjxYN0wVZjirFgc+U+0BiUPn
lCdu/1tfGjPAiL+W+Bov44d4qe39kreJoj9pfSWRZkM8A+kCR06O1XNPM6JZ5GpY+ptQfwbs9O0F
qgRIR1SOw2BFmo5k0AvXH5L57g8+D5Ydkb3H4ySXuypK4X3mCGMcBqAR86tuKTRa/L5rjcYGXQjQ
r2/MCKBEFrlIzJjdYZ72XXae9eOfrMGGhy5a3YjcX8HSpHWHzgUnR/sca2cV4NbWCpCmR5wEADK0
iEmpJc20BlZO9QQwzvRxnjClDXc9Rd5s/nDeBzkFocqgs3FgZiTz3nXotbS6fgxLUu+dMj0S/Jm5
KiGzoVFAOrRw4oC6EIxS1yfi8T6tgFM2hMPZxrCRTlTJJZUAyV0YMh1UnYUBAeBvYm7kJ4ZCqd6D
Okmr4CcgwQ3HB6yKssMwxUPSjR5EZHWy59ZLY70W/T8W+1byEzFHPx5anw950PSFP/Jux6NuX3y8
gwQeCxovKLLJorAvPQZIQFUadxv3rLXMd902sC1FkXJD9RDRWmjUe7dvstOiO2M/j+PgnPXG8I2x
21e1/skC2veHLxDSWmjjhd+CETt5IYSNntkUrXMGDmZAyzYoZtUs74ZOIHQGvBhaFPAIyJxeZuSC
vtHL3HNpN35dGkFBFJW7LQlIzMGMYVbHJTLYrJF6jGg09cRYsphwmD5u6eG6//t9yZA5Wh1Z3pR5
Z5MHQ7Hrv378DC4/LylTSpyJ8QGfZ00wl1WQuiokjc0NAjyhwOYXwMLi31+ECW08sKYAdsc51zXf
QM1ZCVuskiC9VV3Ha9bqkJBUL8sXhNm3t2jtHOGNBZQmUHNQPkOYIC1Ab/rKjRJ8vsueuAkuyzb1
Jt/W7F+pO546IMEDKu3j7++VUGnX0C6LEdou985zmwHziQSVqsl965JfLkvatSHXO+5ZkLAUhzgL
0v4u/bjbihqMmJjTEZSsgZjnJMv7HiX8MzeA6EjQA/vhRAPOBcYY+JrUwnsvvylGDe9ojJwzC+r5
dYg/3z75tZ96/XnpRWkstlj6hM9XgNEAyldiAWvmLleNrm7oL+a8ML0ugCJAei5d8TQ2jIKZZXQG
VaCePlvVj9vLUH1fUuB6qdCS+T+kXdmO3Diy/SIC2pdXSbnUYmdW2W67/EJ4pUjtu8Svv4cGbncW
U0ihPJiZxgDVUCTJIBmMOHEOsnsnacdhs7ff/j7EiwZgWaR6kNi5AppBbQc3kWzpyZ+fRVSIN7/f
Xn9emx7BkMUoR3weZCPDEAUy2ZI0X5ugywFoE5SPbu7IARYA8x92+dvR7xgAwgbkGuCsV4r2IzJl
ovR7invOiO6czNg4K1bcFOVURImqe0xx+r8+oAJODFrOLcH5V7ZRydykqMpz19sRqkMbweKqLWAI
1G2KWqTOEGd6PAdT1IRwN/zeDS+u/WG0XsgWHGZtQXBp/78VPaFhgfN76gpYkUGReGOIcvTbHyBK
xRWbDscsHgrqF1zcSjNaALg9TPSUeMUQB30fv33PXX5fO12XOnWNNBgpyDzSiD3Y8i8uCEeJoqDH
BvyQQCy8HgA6Y0g2AvB/Ksm3IP3Gk9u/f+V2uPy8rg/sdE5HpwxHtzk/5O535n63yEY0vbbISg0M
oD5ogV4xmIJ9te7ssabgP6+gNGO8Y5X58fYo1AGtxeuKrhg5H1zdgN1pq2zlfmOVaRiemgwNLtJn
ceGZO7cKD77F9iA63JIsX9seuIaQU8SbH//TVmV2B5eNJsZkEifuIKIY2BmYSM5NuhF2ro7sP0N6
bUgWcz6MMwwR/mxNT2nVJXYPsaApPBG6dcCvjwrau4qcAs1Q2qgsj1SLY8KZ7X7n7cZjLh8W/+ft
pVrzBsTQKDAb6ljRn7sNZQO4zxDEyVwgYwMJJHa4bWFlytAjjnBEpUmvkfcDtYVB8so72cEn0Rwb
kI2l6RdBeORWG6ZWBgNTkFVR7Gq+p6NhqyELWFuO3ml4F1gf3C1twD+rq/k1OJPVpWuCog5z9nrz
W35v50E9ead5rJaolOIhS8v7wfOSNJu/z9Nk3GG4nyx3Siav3N2ex5W6odKTR75WxStIqCp3uTg7
C+gpUI8KcOWLMjJaFrl54nZ3k3E2lvuqgReCqtax7kJyvG15ZQVfGdYqJsjBzGS0U/80D0tsZIBK
IiGS1jwCpA7//+NtayuLCFJqQLWUEgr6GLVrVXgtTU0Pi0j4ySNfG76VY1sbDlrvHSSnQaSNdqbX
81iWc1ChHY2AZ8qLavrJZVPkuvPezMt9ljX728NZOdEhg/yfNW3VMkGDHg8ZcmKWOUARFd25LHsA
peTGtK3ZQRSiSNyx067SSUWZUiMHn/KpbuXdUHePHH26Wb5V0V2bPODp0N2Ecx0tDlp6rAntSbIW
w7F4HlG03Z3w9IbOKPDzG+HVih8AYYy0Ci4pvAH1zUa8Kcs7h4D9w2mQ4Ymz8OXNKwNCKTB+oJ8V
+FxdSXoIc59XThGeGPZRGJXLzlzefiC9MqEtvl82lsvrElmEp9QD5+uGb61MEfg+VAMzahPXNBKG
bIgzVEFwAnHaXVvVu6JIN3JS6o7RjjyUiFBcwXWuNNK0I08i3JnHFEF06JA4dD7V3lPl7e0Q3TNf
afe+22TGXhvTpUH194tTjldyhsQ4DPZfOpZD9T7c8KuVjQK9SBxNqKNCeETf/gyPy9roS3SZg+GB
HMMsIvaH2561NgYUpiBogtoOsFXaxT1OYion20aX9L30gTV4+3kMAjHEVrjl0NyrV+Hx0igk6012
ntvSjoc+iJp0PtbjT2LXqt9Ifnz7cFTmWPVmoIlZz1Q35tzNgKmk5yl4gNygdfcXn0cvuSJbx0mp
U06iEMlnZ2jTs+//mnsRhRs/f23B8d1/v689ZBdaFGykdXrO6nGJvaVOOB13Ru90G4+PLUPaXqmg
VEyaAgNBMarP4yKPu3HDxArHKygllbYloJzQ2dIjXUt6Afc7cCRUM9t3fv1YZM1xmO2kCKzHvPTz
CCUYiK+hMlUiYZ6aYRGDtneLePJP9k0/Fy5+hx4IC8YGW46UnR2fdKfOztxqV9vWE2RlQfWau9kO
ie76wZkR+EHA+UvOvP5BgvwzqtvF+mlAuOu2F60dVJc/SAsbmozJzK8wMbi89uCij/r8I6hnGTtb
iisI8PJJbjwGVqDlik4fZVpTKetdUW5VDZAMvoeNEWLlQR7wFZCWyDebDzN6pSOnHruDP1V1bAYN
gxhUWEdWxf1YDsMYNW0xJ0ZXNwlnA0/wiHISIXj+gGJGuw+dNzcGAWKO2iUYKJD4v5ZMY5PDC4me
mjMVy6e8cD6AmHfjOrry/9cm9LeEwPPMHTycS276GJb/EC/O+Y/bq3wVfmgmtFXmtGnFVBkMbbzg
6el+DumQ+OAe4F+4429cFOpyvnJxvGEV+Da4rpP0QqCrGkyu5yqYntx8es4lPzE3S8Kw3kjvXM1c
oBzpP1PapWeOzMtIL9Jz49uID7+lgK3RbOPsWLuVVCYdhXNgVoDse32z+os02NRJeupKK3bzY1Vu
Xa1bFrRwh9DZpaC5p6dxOI/LTgT/3F79re8r77iIDfo2E2nu4fvGr0Ik7rhxr259XnvnLIYHcssW
ny8pktqxU29kXtYc6nIBtLDA64RhFIFJT5P30OXLoXdonImn3NmiUbjaJXAntGwj5QlkJyoBaqAX
81RSURdWQOnJpe9IeDeZIgkGM2oysM9u0R2s2oJHofsDyVDAL1/b4vZsIEvsEAwqfRem6Kapn+p+
Aee4ubO2dFlWZ1CRzikwJah0tRmsm9wIcbmQEwh8dhCf3dUO/ZxW5OfEmsNtX1s1hfcnqG1BP3uV
JuNjM5TQSUL2uOOxzR6tbtlBADnnWyCmLUPq7xeLNbkgObQlDFn5PYf2R97fVW4PcuqN22rtjAmB
CwXCHLDEq3d17fSTE45IvUqS3tWFeMcgXd8tbKNwupamwKP6PzuaQ0wDHnU0HFRZIvyYZvzbxNFz
NFjhzi7kO8KtuIKoT9XZ+94wDr1dfLm9cGsOiXXzoTKG1QO06vV8MpfkJeoBeLFkY1TWU0TqLJrI
pxwJtPLDbVt/8rH6HXFpTBts5c19ZS0ePbESske54zAEP/7PWgTDvU1Hfmjq3ovthkOB2TbR3AU5
5vkYtur4gkdF1thX0QQgys5frOonT/3PxCweAuohhpHdI/WsIgqX3Hp0TZShoVAg9n1O3Gg0wEtY
oQ0nJoisIlf2YVIg4gLdecmevSyjd3XXhg/FUnpxWICbB4EBhJSzjh5bgw4IEx36Pi0FqCoWM3wI
WfGtzub2QQKClKCvXxym2QnibM6mu6Z0qveLN3Y7WvZWDHFc+q7N8t/zwPcDH4YicqeijQ3hje9J
39Vxmy1+hBZrGi1l199ZA0oJAGA7ywz18gchwzFOw8WGYDxqe8wTbFc5rDhmI/+ykD5NoIeHH+zJ
7wgu26jgCzlR8ObtpXTCaOym9ODIAg2u9jz9dnkwJbeX9cqFVJSBPgwP+WS84P7AzC+2pD2WVtl2
OaKMsPkBNYp+1wzLk0/Md7JpY14OG9f/1cWj2dOONc+YqTQzzs4+T3dOkMZ8+pu4SbXTIncJ9LPO
cG3Vgnh1SsjJ8z4voRH3xYMLWKmsn8HrcXvy1s6zEDEGOFaQk7hiWmlAtC8ECRAEjJEjn/bxaH29
beHqJFPThewT3vDgCrhCBtgUPj308ImAnKfxK2icimFjY6+uyIUJ7QYlAcr0nSnJKc/jSkZ19tZQ
QxuCFos5C8pf3MX3QdP4UJ1vz8/qjwfDnGpeU+8GzZ16Ad0WSGKTk8HTIZK5/44E7cYEmVfLrPms
2kMXe0TSzkIlSeABOENeofHTco+6Cb0PBgeFBDahNhZAPRAlvjquCrHsS8NqD1DnE7Fr1vyHUfdm
YvMi3Lkyy5aINOFWO8iqnyAmQWUDwdBV7sqH3hE1+o6dKxOCWeW9tfzu6e/bc716VFzY0BylRieH
a1cDO/czSYoF7NfT96qto258mO0tZP7qgFQnIh7+WFk9EWOhbSHwQR17hi5PwqyvU2HtG4NuvHvW
rIAKH3QFir3qiqsO2iUBWD4Q0QUmObD5zgXjh+0fbs/blhFbcx/GU0c56qktWAyGue8dn78Zc3r3
v5nRlofwUdZGo7LiwaclO1fyfbFV0l4fSQg+Z0UhfkUlOeLtBhYBlBPGehTxQoajOY8iggL0xrqs
bWvIoBnIiqt2A71vzLGByPAd4A28w+z+U5obp+rahjY9pJbQ9maCJkvb0PVEQFYy4IoYl/C9HZpH
xu17vqSJMTnxX6wKcHs4xSGZfJXaxyUFmTDq4YAyX7z0J/WP6ZuZJHE8gWrRgIwjkmRXTUQpSqd9
arU4nrID5Ylj7Vi9+4tRIBetOpXQbaX31TeN6czQIiOnrhbp3QIBjoM3zvRQds3W0129PF+FmQio
wV2GAxS3HpJI2m7JAwjJ9BWat81h+ZCFhRsNFfsiS/4BKZdfrcSzaw7MLe6fVatI/AL2qrCc+mur
RAsj5GV681QP6Y4ZB1HOkdv8I+iukQ8SRIO353PlKIUKR4BiBvrs4R2aA7oBZWSsQuNEq9+sRLM9
p9GETkHbf2hAZXXbmLoDr2YUZAUKBKu2lHZHUmOB7osoIZVRTvTBt/HIW/iY71sTqnUOEeCL9N2d
U3g8coS/JdaycmagiKuey5hXKASpv19cnqAEbKeMCfM0mn1sWF/a9pmmZGOI1+VqeA0eQYhjkcG6
Zrdhok5D3pnmKbCeUgkE6HRvVUbExr3wE0Z3iGrC7Pvtef3j9drEAh6DrhZV+vDQqft6aD3FkyvP
G/fkVFmzg8QSiFxtku540xvHwujsZCjMT5ksWshyt7I7jH1fxlL23a+gDebE45X5PqzTNgprf4gy
w+sPVpu2L6Pd9R/KtpWR3SzZu6lBUxFuKevZamS5NxlCHWMp4KjNzJ/axXuZl6Y4zv5sxYYxjHs8
lorYBw9GnlQ5r3Zea6R7IrN51zVoqYtAKMHiGUfJiUrifRhaKNU2Zr2FjVk5Zl/Nj/r7xdKz3jbS
zundExT1ks7cp9DZBT8U3ma3F2LFxYB7UzxNoH1Q3Cqv7eSDE1ZzawYnNzhW5kOF8Czd3zaxMpRX
JtT5cTGUGk+NIq9ggpiRjbr2fJ8ud+TnXxjBJlHSsqpSqx19QtYZBDLH4BRkHxzzKJq4yuAa6cZm
WTkPABv6z4wWKPRNKgcjh5ncLRK8pU37Vzolc3Oq6yUqmhfQNt0e13UlB4J0lxa1jZJbhFRd1Qcn
moex7IPYF8BIUb7rwyqixYO17G1kMCzz+1zsBu/tgRG6hPGfAC9cYCA095gbn9UWyYNTw92HufEe
KO8+TsEWnm3tDHKgEwUOSVQPrzsB0nZxMp+gayJrqjicwa/VRSTFPUKqyEu/Wdl96bjRphrWmvdf
mrVeu2YBsbw2m9rg5Fcfx/Yg0jjc6gXbMqE5Jpec8EE26HFg1Q97yb6PM9/NxZurEEq38GICNceE
NlnlmwwTaM+fq/zYqFSKcZjs3W13XBsN8NyoDKHIj2Z17T70OeD29WL5JxAXRLX1PPKPebDFxbR2
YNgoWxto24QIpr6XDRzjfjoDSOSM9q5cwtiWVlwX3zq+MRpn1RJIIqDnhWASHEGv19+t7KEUBgNC
HYJV+1kEflxLOX6yixAdRB5vv/gOJ3tqGkvUz3zau9D6OIqyCQ+QuEqBrQpNEAYQYt9PvGzuSlbX
8WD7Yle7aXYv2ry89ziqjBNxrFiCXfPF9ao59praiHiPo2OYO28vmsAFi7ExlSyqXNE+9xAE/iXy
qnmY3TzY44mY7bvaQebHB7tZN9DgMeVkSdyAt3tR+fN7Uwp+t4QCd1M38Pf9AgQlgOVVVHceeSda
iFK/3RN8bFdMGnzhisdWGKJzQbGB4gG6U8ivcUAX3EaOeM3ZLk1oPp2SbvQLQ2E8wne2+Zz3z1Ww
UWtRn9DCEDTsgkgF5U5UZ/XXjCM4gBkNpyc+N18FgRZW4PONJM5aDgTazoA2orCKudJTzeg+72Tp
hUh1BdIEvTlY3Y8xhGNS9LSLI2mr+y537youDtREd9oS3nmk3w0+/ZznzuH2sq0OGBm+P6/2a0WD
qbSN0a5yJEpTE83oIv/cdVuA1JUHwR/qlf/fVdqF78iWSEKwf5vpE6hYne6x9aDN293X8mkq/iK6
wPNQMQ+DgQ4Z+9dbuMrmyUPI551GAQr54lhU3+D70WQ+v33iECQpFD+c/SqpAkhKK0TneCfpVnFq
fg3frjCJI1zhkhVeB72YeomscAchloEFpzRuhzQKN19Oa/vJATEjxBGhy4Ruz9dTVdABpcQqxWUO
1EGWiOxoBH+xGpcm1IF7EevZIRQlHWWiM58ySGMZMRWP7MvblwIqMmhmAT/OdYbDzcXiSGH4p9Z9
JvQsdm//PNrhVGEU/70KiSeL4/YbO7gvmPa8DN3Dy0YUqa4V/dRBFgggC8U6cZX7HtveFyjI0hNk
K+J6HH8i8rqruiCyU7ww2rrfWJUte9qG7MfCgKIYanokH97brXMo2XBkFmo3NLyv+n6jhHiN+oEn
X45PixJaGjKbtAs90b5uwedgmk809X85FSkP3dKGe97mbURNViWG3/4eSflCu4Ydpb+4p8pO50+3
V3TN8RWhHQQo4PempYV5pG8b5pQWxu8qGrO62TeDM0eSmH/xmgKZP6Az4JsDwlaDvab9XAccdBOn
3i/eDaa9N7P8vSe3XlTIG6140KUhrXrpO4bJ/oA0wtHmD00tvL0V8PyQT/Qz0oxyb6DsJUhrv5tt
0uzlYtO7fhjrnaSuty/Trt0FbtMl0hybaKgzvMwc94eNyt4hXxp2X0p/SHqKqiKxaLEDW5izm4q5
OvgsCKYILI6wVXvhiztVPjQ9wiJJuwplQcR1h9w3+K5eBih493mbNBaIWfPGhL5UjlJjGY7jQ85n
fpdnJC0js3T7+5Ev7r6sq/K+Z3a4d7hc9nMz5+hvdsuIzOj66tAPfcgqbEYmuulopMKPUF+Sn4LF
R9g0TtkBArDuUZgmjT0DlcWp641nx0e6VaKwAK6gyK+N5b1BGZipXfmpwL/1vhvDcid9KQ9d4bz4
Xv5dZo6/t2biQbNOPDpGccCh6R+GWRr3nWzq+2ma89hupjKaaxsM+5KNj3wRBHwS+RLnoAOJgoEt
z9DxSaM6Z23c1oImni/xB+RUd9CQHBKorlWf3DJtk8GsjGTwqvzQDpUTQ9d0joFK79+jCco7QOfG
2w2BwY5gEpwT3gKE7I31xzALJjOScPcdXvCFFU/94MWAPqG429VILzPO3vlZzZOGzzKagT2Pclv+
CoklQVfmG7upshqg29s+KjMEr4CJDO/HsjJ2zrzkyWKn+c4qnPGhm7iJ1pxhxI+kX4fWsz5RMZr3
YetPIdrCTflPAxhttiuJDYw0hAZqqymjdjTpHrIAv4txnCNQJxa/2UC+WVNbvpM5guc+LPnzsBAB
atVpioFE8ePK6Y0YeNnsSxDuU/N+oh/mMgjPKSm8g3R78FHksgL6rbcTxhogf8HR3yfVIN3HrOTF
uyI1ZDwOdRgtXd0nVlnUn1LLb84yyOGCcKXyDnyyPDKm2cADmiNENoHx9UlroZY8+ube4AawkW32
4uT9b79ti/fBMNgxMuLWb6dhwd4pGDug63V6DIUdJANYiPezU9VJ3pdLBJa27pQ3gKgSi9X7sunG
ew6BWgjMyK7ced1AEh+n/kPnTt49qjUY6FzwJDfyX1NLh8M4pfyJCM5jyE2yT5Y3mX0UihEFWcZG
486vsuVQ1G0T2cxM701BwqNl9G7syzQFv78ZHKrOnJPKnMZdU7cO4EMdjWU5pXfc7urDKH+PgxWn
8NsO9Z3ERqP/X1xxKHO4Sm7HuKYNMqbRn7yqoqfKq5Sw3NBEXZnu8S//rmj/6LVbQjoqstDvVAVi
UpwrSFnoT7mZDXbLQKF9aubwaDdAuFZzd6xailPB2sK1rh2/OG4Ulgkb9oqPuFrsoEKvMD2lLMGq
1FtAv9XvI7ftuqCQAIWadoEOrbBKwQEBKxzIzbXmU7eUW2n7lUtRdf3j6Ya0H8of6u8XoZpfguM3
7LgHFeiDAfYrsSPT27NHr0xo0SCwURlxF5gYqn1QWpEF4afyzXA8pON8vK4s5WV4y6u5vBhH7tPK
tFPIS4ZRDUFWsRHMrCwFFljhyFRbA1z59edHC++xJXOhXhnEXuK9GQuJX4+6JYB4aMoBZFsPTQxT
1kUgxZkXXTT5SGcvH28HP2sDQCwCLCfKdhiDNj+FSVIvXaBc2bG4TdFCvRFcbn1f86PZrPvO9/B9
/7Nw9jPZ8KGV2BU9RC66S8DvDgChlj+rWevgSV7xc+2G9zz8Bx10Qs5x76Mu0P/4i6m6sKVNFS47
twxlx8/zfnE+GMbz7c+vDgVpLagJ4g12VZmdAxIE3lKJ85j7T4Bu4Z8Or/Z4ZiRlvbEqW7Y0t+Wl
7dUT4pezjWafeGbiixwNYKF7L4+trHQjsEl/vj28lQPFR+CP9K0Ksa/KtcRYmN0vQpzTEixF9HHh
1T2nL7eNrHmbejiBOBrHFpzi9Xakvr0Y4xyKsxO+d4so34I/qnnRrhGwDQIVi6tLSfFpgbUVclvg
vSJAGe5HkC+OeuOHSacdDd9eR39lSNv4wciDIK+x8W3zZxB8KSFdStuP7hZt+IofvDKjbR9wwpol
Lw2cL/JrBfBd3flRAbYqlz111rfba7PiAK9saduHBGBAz0xLnIf6bNPDWJ/5dPgLE8Do/EERK/Do
6+V30rR3rBrLn/EvvbMTy84zNtx41QNQP0fjrgFicr2x1F0Kr0whZ3Aes3wBSUMh0o8Qzkqfm45D
AdCujY0054pLg5QQDYboZ1MldM2lfenT1pKdOLfOTkaTs/uLKbv4vObRxgDZAIO24jxZFA0j4r0I
jDvLNjYyqevT9t8oNH+m6dj1E+vFuZNRQL/WfJ/We0o3Uj9bVjR35gsC25A24izJvVvfEedj1cEF
4v9tyjRHNh2sfx9iRTgYgesGQEvnsQv3t42sVfaw7giSseo4NA1t3asOqGAUdcR5qc0cjwVISlgc
lS7QMS3vhgqlUrwtMhAhFE4Ri6EwEgcHX1KwrNoY77oH/vdLNBeB9iVhVYpf4tPEXnbE2Bjq1vc1
3+jTFEhPH4eQhf2agHnt9kyunnFg3sTNilrpFVvINGXEEhOWa+6eiuydNTzT7GzzO6gD/c1EXVjS
Yh1w6ZjIAIy4fcgvgPjkm7mAQIWmBFr+fyTK/S9i2bYgHtqmsYnCFlwx1HGyOMPb8vZ0qcfD1RWn
YCVKORe5YG21l5GAy2HEahc5XvpznJLvcqA71frRsTEaip/dmzuQ1bhwqYKUBp2buFlfj6u2Upch
YZ6d8zGy3afSOd8e0pqDAb/gKkAJuKD1twwkVNNSZmF2dg7NcJLZBseYmnZ9xgCOQQ81dESukbJ1
lzbhzCxocrrfnCqe9qG19+jH22O47ojAJAEJg1cfFKevy555NlGrWWBFdbK3H2aReOIhZ+j+Swig
E1Mvo4XEvb2ln7c6eeCYh000h19VNsCba7rZJGEXjQQfp3YjgF/7PIgrwcOpWlKv2HdpXnpz2U75
GYDUWew5/3573la+rwBM2PrqAPN131qY28vA5tCyH56dl6bZAGBsfV7bLcAcl5MI8fm0hh4bT9J5
SG4PYCVsuhyAHnJWRdmbUw4GA486911rfJgn1CHdduuUX7VjBwjOgShDE5Z2uFggZe9Kp+Bno2uT
LvjVI2v5FyhXQFz/s6GO6osDrBCjX8ocr7V+biNnLCOP1yh1vv1NjooIQHmgdDZx4mv3Sd16fEKM
zs9Ng4CJfDSq4+0lWdnweJerANBVhnTOLuanDsupDcJIVwIC9zvrm71DHlr0rLzdEHYeuMcA3FT4
u9fzZbU+EAgShmzze5nfV/xHOyZ+v9VyvubECsKIBxMeZlePaGNoWeFIvNEna0lomIJscysltjZl
YFIPFAsjyLz16qU089bwsiU9g8iCRZ5RHwNRfrJ9ciT1Fmnlmidf2rK1WVsanrV4xeA6scIobBhF
1ZzQxHKp3N1eoLUoDSSuiqAUmUXol6vfcuHRJBesd9MR/CKIxkKkMEE98SvoyL1VVombpr+tztjN
OFYj6oe7kRq/ModuvBBWx3vxG7SdW0K8E5yyGO9ojl7clsEObL1PyD1vZW1X/eTCkLZ9ZSdFQCsD
R1HgPeY9UpuyC8jGlK4aQZJAlaEBRNAZO8suL3rZO+kZaopdDETb7RXb+rz6+8WC+d4yM0Y9OCIk
3pHv+ovrBrROQHKA5gL0GprvoeOB046BvWEk4YR2Nf5ozmiRuj2G1c10YUQbwwAlF3OahvRsNGfb
/pZ69sGyiti0Pty2s+pYSNGrSrqJs06zU6VL4XbKTujfLf0BRQHUGbagaeojWvSEbBfiMhMwZtRG
NSM+D6Bn2mS4E+zfQDwxYyM6WxsE3quKRQVvaEe/DSYITXa5CLDg5a7Kk7DaQaDz9jytDuHChLbo
aVnIvM9hImx2jCV+cvvz6yNAMK7CL9w22rZDDcmq2YIUdu2BoRMiBUu/K6qNp/NK2B8Cs/evEe2q
qYwccm4e0nN4Jbnd2eD3hDyS+pjl34bmez9uxE1bY1I/52Ib9lnTMcFgrjI+0pSD7+LgbjF+ry/L
v0PSk4FlNReZAVgORFPvMv9ANpZlY8b0KKAgsgyqEcsyu2aykPm48PnYGMMuyId3nVM8t5OzR6F3
4wBTC3G1X/5bKB2tUDdoEenmDGbJV2YPkaDn0DqLcjrMXROh8eF/cj5L8+1wWgbPKDCJbCGHisgU
jCQWRaw7bERtGx7xB9Nw4RHTQGfcnzDkVT9p+uSBA76cj7cHs3ZwXji53vzkM8tsWzNFLg3C8/zY
1O/CJmq2UE6rfodgSiGEnOu+DME49/wZiXwCLn6aiaT/i95MJY7xrwXtxjeJjbo1sKlnv6qj6QXd
b9HtidoagnbkeEubBQGBk/XZqTyOW9zMq2sNAgHgHVUMrStgtH6JVKBHEHA6TsTnp2b5XNKNdmj1
E6/2yYUN9Rsu/InlRdHPAVjdzbCKy/GXdD92w96QeDP/vj1ZW5a01bD9jk1uxZAPnHa9bKManfWW
OcYCAIMulfvb1taX5r+505YmFL1nsw5zR/yjB/UQvnG+qF97a960iwBNEW5ukgBVLvNR0O+B+KcC
afaY/bg9jFUzUClAikmRhnraudIMA7RW5YykXxGep7R6qLgVNUTGInO+/YUpEI2rTAWY+vQiKmtY
4/pjyM+y8ACoW6z+kXtyODhDOZ0DMBVvzODqCv3REwLQ67o8n1W9Iwwgvc5BKiGHt5ApcsqtStSq
Ebxv8QJFfzzES1+795wja4LCMz87zXcBIbhy3IhkV/fohQHND9DWXnmitfiZM/+o6AGz0Pvgpmx3
e3HWx4GsANgZVVFF8wOe5y3oQ3DSiGlvAJVTvj2/hNDvv+8r+xfHQMulUy0U10r2DwS2/C3eldWf
D4p8sKgpITI9W9qlfs/BRIwsffbZ6Q+IzP5iei6+r+UyZpR/sp6g3JTJmI1PGMf/9n1t+q25q70g
RcUkmJKw2G29tlZ3OQiBFYcQeoR0zRXpjn4FBhxkrOVPy13iuQSA1ftcSmNjnla9FQuNd4QDLTJD
/ZCLZQ47m9WInXEjml4EJCLIFszYnabk9nStjQdgRnTPAsEKZIwWttbDPNGsmICWgLo3ar8FOFek
mwydtXEBm2sDssGHZACSgdS1roNqi7q22IxDq03HQ0rLj6RDd+lIRAFkLAB7FaQlsnRMyvQw5TIZ
wiVqCv9dRucDGOUO/l8wv+F1pohuQ2BFcC68nmDGgBcoA9Q2lun40k8bgdnaNrr8uubmdtm040hx
G/Rf7CWxt5pY1ybz8vOalzsLqVuWLeJsp/uyS5YSZNgvb/cMFGZcgKUAPQBjyev5kcFSTFODcCPM
nKj+6D8MRTy3W9Bwdejql7MiwIZcOXqfrqDhWWXMfe9jP1GWRYP7vkfTe3acquc6DAF93AKBrS7L
hTntDmi9dl7AlibOJv+Et6fZP9+eNDUpV8OBtgjq6EDlXRVmwtTzMk4DdpaGfbKHaUlSuixRZ0/3
de8kIZACjA4vw7jlb2shGxi5cDBhEyO9oRzm4riYiEFEaIIqD7frvpjmxK6s/Wz5R8vqP7RTuLs9
zi1z2ukkrWIO6hLmUvSe1NO8zzySAI0FfdXlBEj4X5xSoM5BKwdYjwGLUst6MbpsrMFNKjmoVi3x
0tgZeq8y4IhI5A5bMlBrOwvwMcfHXMKa3t3PSTu5/diBFtVLxuYAwifAV29P3oYJnSTUqEPH631F
iFq+mNU/Hfsxhz9vm1ATovuhqqopyne0YemHbZ+5hRsy1CWW5iHrvqRbUjdrQwBQE9kbRTSEZP7r
BZl5WrDA5dm5bPA0cOYHx3yug63GqrVRAPwEWlbYQuFDO0ThZUgQBVkG6ezvJfsyv5mHWoWaF9/X
TtGyJgL+ijItZPkA48jajTz22uV6+X01vgu3zUFPTW0X3+/CDwDEG+lvw/jhZRvvwq1ZUmt1YQX9
7AGU4MrsPHWn5dHtNwaxdkJfDkLb6mzIRAFQHQbRP06QJ2jErxw0/2x4QL2jJlsP9a050zyLLPXo
Wz3MzUMMxYqKPrvLYTOjsWVFuwegrbWYtFee5XSR6F5SJ4gkuj2yf96+Dy8nT7tEPX9IW95hNEH9
u4XqyrTF1n4tAvjah/XDpDQU4L3Ks3Pmh8d+fMjCB0LvCP1U8Z/CmOOxfO7bH3Z4N5h72yT349Ym
2pjKP2X+C/czfS77XOAH0Dpe5oSlRybBO3H3FxMZKA1vABXRm6MhKtLct8hkVcC5uAcHMPGNz6/d
Z+Cz/PfzWjBYdGHbWOgzOKOdUrj77Feb7ah54OnLW4cB3BN4ZtEnoLja9H7ydAnzYpTAouBNHTlI
bo4bYfb1aoC8AIBNqJCB0RKvxNeHAc6b2U+DPj+jcz2a+BeQ9LXG/ZxvSRleXwAQUwefHQwBv3MV
HVaLQInOB4iirl/G5bm17y134+BZM6EU4j0FokHaUTs9HWDSJqMd+bkkPZrYoJi4kQn+P9K+azdy
Hdj2iwQoh1dJnZymbU/yvAgTlUVKouLXn8XBPXu6aV4R9tkbmBcDqi6yWCxWWOu148QT/UKA4Dgn
e2ks0kAAqVmIPmH2jsItEiYuyhlo5sY7TsRCQuJ0ClpNw25Ufci0BiCNVRg0qjLmaxeNLQfSlovE
CWCJxHqKm7buWjpZhRbOxzrZYcbnscofZ4TSdX9jsze/sK+lCb5Ta9zO6XxIK4/OQ65CHJFsigXu
Bt5Vjfki1O6vDXg2g3pu05yetcIP5yefTYoTohIg/HwMzmFSh0GAX8RoDJmH3fYRl5zAKwUEl99o
GDVbKb7f0K+zczPVEWjcC+f57VI81Bb5kx1NVI5gu3kxszYgRXtGZEGPo3Xq0mNJj9tCZEuFhzHc
Ff5BCCbsBe2MxAhyj56dn23w2TY/bX+e/8brIJVnHP59XtiJYcp1MhsuPdNqjEgf1UPsJ2v0DiEu
4mDwWmAgRLwfPU9bc2oX9OwNN10WhANGzfNFEYJJNQESmanzciPeKNdGS7w81zJikrPXLfOxzKvx
xc6L4ZM9tUG8rY9sTwBGZ4IgWcdAljj/X9PWcYq8pGdS3p5N7c01K/R+XHxdUKR218p1SnydOTdd
TkNLp2E3vbl1GkLQNAX6VUweAIv7erVKAxRrNcWWkHTGDNNpWc4Eg5EqckDJSqH6jjWC98X0hEga
52hL4nnAiTnb+iNtzuXbN+Lq80LIoOFq1PoKn09wPuhZ5aYkJoXyPrJ/mPs3Oan39SIBhsvz2tki
6LvAkGeL1l4Hpb44WA2miH2kkhw0RCKnyUUJIYOjF7VjFSs5w+bCEkDexphHE4CItg2X76pw2rlP
/08M366LODFBnDgmFsSU9HPbzZjRCULT+ZDot5p2tjQWTcvPbYlSxQJeT8AT2AZywrXEtm8alq42
tn6uQ3CBLOSDViv8sNTILmQIiwfKL53UXEbe/QJeecz839tKSK4Tnq9C9w146DDvJ9iBr7lNWYFc
6mzSu3V90prhkA/kqE+9Yn9kmlwKEo6+Vxe+hmY6QENGeYkR6VkVmkq2A3QzHN7PBZgFYojr7Ri9
igKygOMTmy+6t2fWyVY1K0kWy8GRR3CNGuxrcBRgcc94PI6g4Qqe7QI44u4P5rXhOu22N0WyVldy
hLXCcH9QDz3k2O4UkuqlVYFovn6PIOblfGLA6OEwvcLV2KT5gj4lsLQEZouT4kc0NcO+NyJ04YVW
9/a2zGtxgkdGfS8pGwpo5LL80jn3QbLrs0Njx9urJkE945E8qkq81A/EF8ECGOltvTUzoAIbwJ7v
IvRh7A1QLzD6afa+euj9LpuPCZ3fbtkQi2ASlw6CcbEBr0RbDhKwND0DL6B+mYv/4+e5sVw4ttUc
6qANSsCil32UmxwCQeGh+W4LrvNKAcEH9I5eBkEH1FbM/lSxSw5a/kXPgGOxS6LtLZKeUQfDEpjN
QtZf7M1GFFMWVQ784arWnwwtyE7AWO1PRvOOMiZs4UKS4JwtjwCagBNk+B0A/aKKKiIZ6RGFo3EA
mAP0H/FNZAH4dXAm9OB3P/X5kFOFLcsWCgPGSBGD8O81kO4ydSSzS7Rkz+n4whjZlVZwC8tXBJYy
LS7FCH6A1ZPN1pF3fmvmy5jbz8vwntOBFiIdtySCV8CTXptv4jl9NzQsP6fkdumO82HbomSeDGzc
PsA2AeuItbr+fD9YBQEvenZuPI4ga8ZdEcQFuSFZfjIsxW0s3ZV/wsTZCLDU06AhHvpI13KXpc4X
UE+E42T/3tZJtitIeoOA1kCwDMr4a52ARGOQyoOYkd38LnTFaZd/HesFOlU0FInDPX5Krd6Y0S+8
uHE/3mtvn7/gcNn/vi9cXubMGry70PRss6fA6w6AhIsAT6PwirKtuJQivB3Bxue3tg4tHPJxr2Vf
XE8hQGZYwNsGIyoqQxhdEAwr1/Nx7AmOhmcC4aMDc0NSPzF9PhWBtsu0QpVkkW0L4LEcZHKQ+EKk
dL3pUxNQy0twThCuhQ8DnpLbRiXTB+xT+DJA0UDTK+ij13pl55i5Pc/sxh3vfdAAYEQ6iPNf23Jk
GwOnyANxfqmIfTbOsFb2YLaQ49dF6A7Z0dTove+owLml6wVOcAM5KeQoRLYlDdhe3dxivehdOfph
PriKBZMLAKAYkGfgukRgbBKMNSZJZwytdNnOBxN0oQJkl4WTSFDwEQ/+iBBbedbcL7zFn+G7Oi0u
piQc7MdhymLAzih0kUtCrIeJOwTHYtdN2ht+77MF8R7YW7w6HMMSGD2zq7jeVWLMaxte7apMfQ9i
0gmVAXQntWi+Jn1/8OfP21bGrVUMWcDCiSoqxxJ/1SdDgQZnzivjAWzIrKMz7W3jDvAM7oAXf5R0
itteMkyIYOJCnuCSSQJge2AQpecFgXKDVhKr2wPqpQnzfQUoxjhHIx55R4bhSqh4ZN02KzI0S56t
KqJVrFGFVciOqgeKDo6u5iLDK7gcA9iClkFAThgE9/m4xE17m/kq3meVEG4zF+HrqC9uUWGU/by2
H0evA/nQyVtUj3/ZWUUaEf3DmPfF7KKwUiBAn6fSw+OSuC9sfFrs47a5SZUIPEx6IccAehfBsIfA
MkkAiqTzYOUfhnk58U7IERQ422Ik01FIYYBUmHNN4HkmUqlri9n6wPiDHKr1oF9ObtI22VtaeV6d
OVoWXm+zIzIOIdhcoiGZYrd6O17j9W8QblbXzJ2COG121oK9r98uo6oEK7uJLpUUzlJmO3nQWXzk
Z7otyItmN3tvdWOQ1IS2rjBxmWH4ho7HBuwbIaLwJBxm6tEp8RCms+NanrzT9obJ7ALTeaB1BFrZ
66Yzftv6yG2l58aoH6fZvdfM6bHHOMO2GKkWeAkAbFE3bEMcmmtXhOUG2gIxBrr0+7LQvD9m5+Sq
l6bMqQKfl/NAu7wlQth5UFPNQARDLN3ZCNmIcWjoKaiyMAW0buZMsUOeB0cVZ8nujEuhgjVozKyZ
yYzs7HOIxCZDg95LmyVRpqtsQbZZyHRxBeEm0AJ87Yn6OmkAy4DWm8kn95mGkllA8igPhp9v360L
OYFQS8Yk7DpYI6bAwP4ap7MRZyo8M+l1xOnTkUo3gIv5eqe0OTH7NTvPuntLV/qc1P6HZtBCfUzP
gL36CPxPdHO657IcYq1od9saSlcSmW8ELzhUaKu7XkndH5dELxO+Z9kDao9nUBIfEt96zwUFJGCP
9wmiwCK6Q0D6zOhSncAuTBeUuf7M7LdHVYlJiTKwaiB5oSuLQx4IypAiHW2zqzD3YIJO09FOaz8d
wL9+2l4ziZ1DjAv6aIR7gCQWDlcKzMPaMrFm+eyh3DwDBMWNUu0xHX5tC5Lqg/F9jkAA+nCxB2Ck
2ZQThrl0sytO6WgdmOFEZu8qqiwSn4SgG1V6oOpxEl1h2WrDBlAZgOLOmn9Ms4OqeC7V4t/nRehX
M5sLZi54flENOKMLC33v52gaiutBJUW4Hhp0oKZ5CTSC3ukRmQShhgTY0qhiIFlmEngaAEEGxw6a
GUQQJK0DguaMrOu5GL4EWrVvxySqbBoXzhqOwNA1ymfDbEM7f9y2BclVeyVXiFtSEkyOw7BJDkbd
MpIBcfRTQk7NCgDTTHV9yCzCgnKAE4Olv3phLuO8au04aR9Q7vlW1U3U59Ont+uDFlTMQOFfjDoL
h2hg7mS6Ngj8DPa1G7qdjpa04Ac6v2OtUozBSs6rh4Ex/mJGHs4Tz2vrdQTd220KnA1E+T6IG5Pd
OmAGbn1HCZk7URdtmYDHwgTctTe1Uxu5eIJURr30u3I1jgPaXYLW2W2v3d88tPBmupIj3LSNywZK
Ugt9oYt2n2hOBDL0/az3h7x9AmriwTKqyE6GaMQIFspOx96n0UxUjfrcL2z9CsFvsALcfYB/xe3I
rNBmJKpLVMzn23L9EiRTWOqAzVmftlXnmm3IFLu7it6o0RSFwMZze2QKHlK/iOaB3Q+deXDIdHaZ
IlEoOQoeogygaMI5vka4mZqiZQ3FgDMsLC5pH/eqB7BCgqjS0BbWaLEAwUx+jzbj0GW/37FmaGtA
IxmwvvHyubbKpbTohCxPejYaoO/GCyiejDgoP7bTYXpHKxaKAf9kcWUv3oh0CkBQaYFfPll2qXXr
Vc/2rMh0SzwhRCCdCsgcBBNibWg2UXrIAgfP0OnWKPZVeQ9IDfuDpypCSfflQo6wbNpgpHbCy5xW
8LhS0Kz82N4WlR7CUoEImwC4B9/v8p1nHjs3At/ECBRqRbgilcNBIXlrGYpaws3Yap0GsrsaLxvX
S4/+knyms/0pH20WTguzTwUgzhSXsUwknjhgAMYVic0SRE5641NvRgAbOE364C9BGmfwWRzcvI2K
cQ32wVSSP9vrKYkAABHoBwBUAiDqq2ip622zBwsVhIIUk3Y/UFr8kaSKu0QqBAkkpPIRs+Ofa/vu
DTBOAQQ8BVTQDxZoYTF/AoSoYvlklgecTT45huQXrq1rIU4zM7df8LxJij6cHRqq3k/S/cGDluOt
IkwWg5jG93oNDYbZmYTefJsHt3aLSsuXt8eVyLKg2RBsKmgWEd8WHsHgBCkavC30l6K7ydq3jwQh
GfBPgIgPCWdjT6teI/3g/sq9XVpHVgkkmtCsotmJt61Luidwnii0QyMgalzvyVBWfTCwFC9q7Ubb
+b7ikMrsitPKo+b9F15VvEsBOzQ0ra99aF1g1ywUEyuAWrwbpkQ12CSLhi4kiZUvAMJZLCWo4POh
urV/HGsWge84rJy3d3+CxANMWJjRRbuG+Hphi56444KrwE/BOAeuEP82W41GERfLAoILKeLtWTtV
MNQ8b+P51YtpjQ9kcI6m7TynpX9E7BkF5a9tS5BtlYtiEk9C+XgyCaezNVnbLS6nnGKHOmNhakaW
rVg72SZhzg2ZQwtVkVfQcO5KSjR6of/BHNbQ0B9qA/GU14e+sdtWRiYIVQTURf6ysIqxwahVUzET
CEocepOQNAkzWzsAfjNOyfqOwhiubZ7qgFGAmkhwnmngjsAmwGAnMcwI5JPe21EoeZn1nwCu7UX0
EWDAwBl1jJ9PDhgBgPM/vsMNQAJAr2z0g4MeS8gIrTRNNJLamE0tQJmgN6HCuCT7gTYBdPNx7jUM
2woapM7KmD/yTvNsqUKGI0pML/LS8XfXf9/eetlTFk2V/GUEc0YFWfA59VqUQ+KijpiMyZ3fkd9O
O0QZ+EwwjnhM0/U8dsVNQO0dI6Pquc6/LcTxl7JFL+RWc26nBLJXlFus+a5Gn9+k3zJt2jXOS9vl
kTUpPIXEg0MkUsh8GI1nYK+No0IOJEgrpF7bHKwoy2HWi2h7RSWeASDmsA2k3bGm4mHqmymYg6TD
LJ3nRAh6Qnty4ipQ1UulYjBOwWl+Ee2IOWTUBOdcL1ekuSz3xhiMyPeTY2YHijhbtl6oXiDjzll+
Qc19vV5o0HCJxuHrLe/YpyASUUQ5Es+Nuw490H8TT6+eJXU70h5WiYJIWUdOe0jGI5C8RtcPCaBd
asdT7I4k6PGRFMT7HO85jCoLR9eq217vG6vEc5VES1Giog10FPPoZemx83bbpiA9XCAZ5zPjKMu9
wnwnLOnaImjLs07SUAP5YVYFYTYacEtTaIJbJRjA3ve7dlTPo7/j6OLRQmmYJzsC1FTFY42kpJf1
Jqb80Gvm3aLpqQqzrrNvWTXPgB/U69i1qI9yFAFgK4BJ93bX/hydabnx3RrIcG5zl+Rd0YUs84on
YIb0mEZ2g11L/N+Zt9CbYbLnHUX4qogXZXbNO705HBqcrBgwNKY/OH5PS1x65UdiL2hlsnFLEFUf
kyx9ggmu/wSJMYNbEroAhqs8t24wh0TPT32b33l4SBJwkY9HJETvuqmJZ+LGoOLaa0516kEbuW0i
svOFJirkxDn2GwbKrs+X27TpCLycGrAC7DBl2jF7R/0P7Bb/JJjXEryZDuvgQUJFwl6/HVSUibIN
QwCEaNLHf3gUXX/f6lqrwmmrz0O93nTVRx94Dan58x3LhNeDjaZygFuIwFXUMMva8pP67IwcJSeu
VG0uMj8Eopr/BAhXbt7aVkZLCEATyn6oht20gHMJh+UPyjY3U6fX4VJrWbytlqxAjOQCphQ5Uyhq
dII7mtGC3PpFUIFPgURWEUSpC0Co8reTNyHzbkASH4wfXLfae+2vHJ0+2+JlW3cpXTC+oRobx0k8
zJvRu6QLdrWV7v1e1WvBQ2HRFYG+BTxHyPECXpX/iot4DG2PPgDc0xoplD4E5tARpMmnJGsB5FGZ
pwlpgZIXvm3/ZjXHL81i3vpzcU+G9Pe2trKoyvd5izSf3IRnvP4dDPzpQ102MNQWU7x20NGdljK6
A1jZEGapRRRHW7K6gKzmHAnonML1xtflQm+tqS3WB6RBlbeJ0LoX5d6TMX58s1Lw7kh4cLZ4+G3h
dAd6U8/LjPuzL9BvhDa9kLkgwB4QmILYdluWxFddyRIUAsm7UyeJX56Nem8HYWlG29+XnEGoARgM
nmIFlagQiloD5uycGZOChfWUG84uoXes+tNW90P9Dcy+CmmGJPq8FCeGAsnQoUc6gTjffDSAXtye
DKCtZtW9ow9hOd/nC/ggvlN/CJflmaVPyzzHDXjEp+9j8qdx91rwZ1t/6fr+01/M0VmDtY6Yxa3O
87hfH43xtP15xfL+9UUX9mhboHjrtLIC5ocWBesj80HB9ziSpzT5XOnftoVJ8HsQMF4oIxiL1xj9
6AY5pAHielm/duktXb7p2m/q3/YJC7XktiJ9mDAzIsWHip1QnQkbWxHuy87g5a/gS36hc2sgfMHV
Xp21/nmgYZWGqwrbQuJWoCjPCLm84uzxZb8QsXguOLF77FrpDDtn1faOXh3LwPyA5r3j9qLKtfkn
SjggAzgNHb2GKL26rYs+WkDioMLxkQTIyDWgSxLlK9SbxdwmOsho3jjw1tQHaaX7LZj8eLmroj59
2VZGZu0Iw/FBG/N2mCS7Xrdy9nCh+bj6qmJPQ8PfbX9eti2XnxccY2Yz1pkW9GiLY17Fug9IUvQc
HLalyHYE3UK4vnU+dCUWMGEUAbOYWZ5pFuvVaepALa+4P1UiBPuqgn6lhEAEye24Su8JD+Xfwa6M
FBPmE9BAjoEoXRx+01t3sSfDw3shzL27tHrH1cFbqnDz4i2EzM/1Zmt+MWAKdUGwTYdwfgDejOId
KV0lvBnQ+ohH5Kv5R3voC6fVJzwb0hqsMHpUjXe2q/AmsnANMSKmEvHqRiFQnKbVDXNcmhSrRKl/
Nxj5iehovXbWiIIOC2m0yGw1EHqnRli0zXPnNpEJXvNtk5MZNtABQAgDCEIX5+d6KVt7InSa6go8
YoO+ByOmswMrV30sa9BeMndsnt8hD1E3+jDxPAGWxrW80Q4au6NVfc6xogsSM4cx+4o61bYUQ3Y7
oc/gPzFc7Qs3yqc0rGCua+AgendT7YZ+Wj9UZbZrbO82A96KnpVxg+xQ5q03FjVPYwM8eXv87rDi
hZnVw5DTHbXce7f1Pyp+G3dFQgSLwR0Ma2MODRiaYrKXZ8hMfUmqM5K+P92WMUSuGHwdwLt3k5YA
5RhLuwxbfQFPpFHcuX17AGD1qLA+6cZf/ArhLjP0ZDVBlAuHuYA6/POqE1A092Fvf3qXujBvPgeL
XRcOa4brmVqtU52tpbjXQEqtV8bBynBpFw0Fh3L24M72U+ctH8q6+eQuqkBFruh/8sWGuypbAK6S
Qn4wP1vzU2qFegdWPoXFyTwG6mq45Tx+lkTXnZO6bZldNtCyjSz20GCcWc/322upEiI4794GB69e
5c15dH407KiNP1dT4VplFzYHWUWZGF0tr8qsbb8EXpq69dlEtV1v7xYtiHR3PmrVTdu5Cn1knYro
JP0nTbhWAXU2223j1Wcv+4bKDqalsgg58nC0MGxeZFHaAf+3vrHte8zWKnZM5iIuZVvXLoK2NtVr
E7KLwQlr+3kMsggIsKGLw9cXn1CaU1wqsvzdlbbCkfOQA9Czzq/PiVHu5x6omvqzMTe7YXj0+YR4
uzNsUKwMKgZzmdk4rhlw7B8d08lCTmXsSOpVK0POBjMdvnWzVN+NQdWpKzMc5PthM8jccMCO6+Wc
qNfTJYXHbdfueXWC27oxbpjuopg1e6c8UbVSSG3nUiDX+sLF94BVJhOQu89Dt8/bEIiuqxX3/iEv
gVYajuZj5R6Zqh2UayH6bn5V82onxuHF+rPlrsMEGAH0WmtReSDmbvuASz+PVgN+PRnmq0mcoLLT
3nQxVUQA11XT+7Y/bguQmQJvzPybmkKuX9ilymUBW3O0NI7O00hOWv+UFIqIQqbDXy8IxEUDCRLu
jy/2hRE2F74FBgqzua3HL16uiGBl5xaBCr9L/vL5CZF+MucmyUao0ADti/hOTAftEQkaDDusZ6sb
d/VaP22v2t8JDnHbL2UKfqqoAAvX5uiaBdL6vmrKCCA8h5QTyfflrgRGboos91BXMQac9qTN9omb
x0gJIxGMt47fnNtqjXL8zWfkrmbZHRBITo1DY2gTZSz7VdjlLjeHWwYcM61uY39gJ9IHt1binVrb
3en1Gm/rJLUEC97AxcsaYzHCNqFJewUgLp8oHE8D2XnkUL8dLBrAEciu4tkCj4A5vGtLQARbOH5O
Mdw7xMjwaK7itEhdwIUAsXJqYvAqHdGhe3YdP3Ss0wKEWIdVe1d7rLxd3z8y7WcH9DHdV62e1Aj/
qSZm/yxzaTFDgAbkQQNIPRjkvI/pfKb9OSEsqlSwoNIjdSFNML86mVwTjHj5uWbjM8uWeCxL1ZNH
mmK5XEzhPnRn9CUGNWqZiVsem94Nx84JS7cL89w+uQC9a5v1K7ofPtlmuy9q/7FyMGjkWFE2A9xv
cj9v26dKZ/73CzcylqgX+by06uWAlWRRkq+K+1h6Ai5Wlf/9QgKZkxHDGDjURj+FS3Jc2ZOl6u1W
2Ylwylym5aY3YOcKMkaJ/XEBklxanZZy3JfkpxEoYhrVogk3fV8yh3oJDoQ23FqgsShaRSJOVgnE
mcarG3Awf4ve14uWFsDdXQNsS2piULT7mhQfkUzQk4fZeGzGB9950tY+bMtPI/1SV21YkZ3dJ5Ft
sbAaD6T6apAfbN43raKybPCVfOWiL36Y4GzyxavTdsEPK92HkRSxj475tDvry8nsl5ha6Gkn58H8
sdJfevN9bPdZ8qfoT834sm23/59z9L8r9IppFoP/jZFX8HrVakSt5j7M6O4Lc6PZO4hLVqaHPaB6
UruLtZkdVtDP2fi5AIY+Gol+A1inX9s/SLowYJxy0JuH4r74MhkX8IzRBXPE/TKEFjth0uA4gb+t
dxQXv/Q8XQjiZ+HiPK3TANa7GfM4trncNChL9013Oygx/GVHCq2SGCAHBhl6c4RjOxdakmUV7v/F
cSIM1vXuFFEHLHjgcZzy9FAlqvloqW1dihRO8bpkabd28PZVP0b5sA/8bzPy0Cx4LHM9mnWMaZRZ
PPdf53yPYaHI1OadOz30BOF2oOJIkD4jwL7lAPsYbVavmiiMQAO5JB9JatYvCz2Apjisp+NAPzhj
Ho70u82+zqWieUzmWC5lCivgmllljNyxOEF+pGG2ZsdtK5Xu6oVSgudqSJ8YawmlnInuMO0VNfQl
cLVw7Vls2M9DetiWJ3uuIIQE+ruFYuIrCFHWD8XsLbCijuaHsZ3jKXFQoJnuXT41UpoK9eTr9584
MVKxzLEYbBMWBKgxitbyUaGO7Ox5QF7H+UazEOBBrs9eUwKS39PhdEy09zrjwcEQcN7st9dMfg4u
pAghAmzZHgb0NZzpiOrH8mS7t01dHgBAM3fPzfhkFx8S866wjNCjHylAZpP+aWb7uj5t/xCpsVz8
Dr7aF54GUBimljD8jnG9qz8HRTT2oW7tOv/O9VQ6q1ZWcDf9oJtgiIWsLPuuVY+j8wv+M8+/lgsF
fd/n1jmz5eAW3/z2MHo05HO3IC/d1lca6IL6CjuMZDd67oWFX1mzagTYSGeredTZJ33po4Idi8IJ
gfUbBQkY3zw7dN3HQnUuZY0teNTzOSc0lIDIVhDtr3TNgWOH+aNqanfMNvwnNi7fCofWISbrf7tu
W+30zEj2jssK9EkXf/LF7J6HvPkxFb0qiSLdelg5qgqY1EWvw/XWe9MMVEU+s9bZ3a5N9XMG5kkN
r7C8K/dVV8bDqHr9SVCuDSzBP5nC4YIX7gLqYT4P3ZsP6HPajaW5q5pu5+vLXmNjbNfFh77uv89F
ctRJHsNVxpTld6NlxtuWoFJf2A3XH81m4i8Be/FCoF9HOSfj68D8W+0m/6jTL9vypNZ/obpw0gxt
bLTRhJvUe/h9jJeD3ubP4lXft8Wo1BIOmT9mk14MPG7tjo0VxNXwmTJ4sKSNUh2FNtjatkAeDYrR
4uWWCveZ07QM0Pvwx3naPCdt86ue51OWkLBZgPlrUzsamnGHwsnxHXKRBNfBb45Zo78H/cJz+Zo1
VWAcQf4oG+6Nqr9rdPoCBoJdXZW3utac8nKNvfEd44oBnvimhdwSeDrEririoe3SaDBebAblMV/J
qUXLHkOvDHUcxcpKLeZCFN/qCw1JZpDEznBYrGrZjYb2ZKxDPBa1otmIb9CrDcQwi+foGPR8VUeq
Z5bbrQ4xZcPCPr810UpR7zpVl4/03r4QI9hJswwm1QKIMRP2vdTsPwXxFJpITfFCBI9ULhfMSpN6
WuHRgLR4n1nZnUmHKtQWZ0SDHeYDq+7LWi47soDXc9sYZcpBMGabTIBYoevuWnIKcM9x6sHj43Rl
BFaNMGkVYYlMQmDz1A96Y0FLK7iriQ6FMdro9/WaE3ugxf/x84J3CjqtQHICn9fqb0v+PVE19Uh/
PsfaRB8GHhticZRNGn7+io5yzIE/5Gn3iCOkiC9kxwW1/v9ECCpgrK2yBgP93bYf505Uj1GmWiWZ
gV2KeLXNhOWDMyBqY8ltAFAvj47gz14+1MsQGXb5G9foBy3tom3rkp1QcFHyIiyQFoHwd21dJF3T
rslW5JNyZOVWtrOs4bNdpQ/obVYs4mtRyJWjJw7DE2gpw//XohqQaQA3GrRxMEH0PebfWkQifeI9
EuK78bZakliMJ+YRZlsWYGRNsWqv5fUaFJzsCHDb0br+QvtDuC5FqJFDP33RDYpjhFyPm+8KTfUS
lSoKuEQXgWDA6XWuFfUGtpp2QsF85E4YH0Ufc6RP1DogQuuM0AWcjUria/uEtijWg3AODYGmWDua
J/RLUxOP+nbSPgETGlS1JRI9itSBVC8Oke57aF3FIM+1Xsm0Ji04HYB1toBedHC6XWXYN9UQ3JmL
Clft9XGARheyhBPnutoaOB3uwtIrAI2v3Za1GY9LsKddEud1vdNZ+9jVo2LKU6oi7l5uMSAVEs1m
LV3qAugB85GDHXfNjHHVdAqDnN2ULQj2to1UtmsgNHMdtAEj+y7mfNZkpg5pAJtj0l/Bgi5OnHRP
U8Qyr70jEJOQfviLgai/Gk0xu8Rosx6JJWdZZyS1WhTeWhUclEyIydvqOZMFbFC4HT1zWCabIWAi
/jMGLUKnVkEOyNbqUoIQsEyTUyYehypZgYrTEFTvEf3libV7+5aAQwzNuy7gh19xpKVmgnGIAZXD
NblptVPjhvOk8LhS13Qpg9vgRSgBbK5U7xii2oUU4RyAYeJz3S2xWxySYQon8zFhD8vch4b9cVs5
vkbX0RgiiAvlhF0CqqNRrRaeJYXV7Whth5n+kmHelK4lypgj8AdUdiHftX/LKeyaxoy0Gx1IpLnz
cai7QztWcQGENMVJkuQ8rlUTrrHM69HnvUBQXR/a9KNeNFFAjob5J8t+dFUZt9XtZH/G/GBoWzc1
ELntYYys4eRlz9trLHMgF2ss9rEQcLaBpwzlCk/vslCfnCezGW7KrtoPrXnalqXYz0C4Z/I29QPU
1pHlDx6M5Q7p/UAvwwQ5T3d98VTTryq7Dcxru837MbWJg+ffGnwo89+62WGeCAZLfw6g+EoaQIA0
vLf/pzE9biuqFC3cPDnYTUxz4qvaxjr5gl7pnP6egvPo40ZPXqz1HsQboTtV/zd3ILZLGBgVKjMN
KgdsV4+P1DjNg0I3fug2DqU4bNfm/3soERV9Lm3zlHbZschAcj1U8eBpipMi99T/nchAcD5rMFuJ
7WMlR+MPYLvDZfy6vVeyi/vyAAhOxs80pwg6eFDNcsNMAzASA07tmDOgUGS3veY/DDY7T8M7+jS5
C8ADGik46Cc27M0dKbS6QnRi+dmhNLJwNepDP47R1JBopfvSvKnSPGb1vrBu/UlR2ZJuIwACQE+P
WDoQO5tXw+iduYYDCvSHOYndpIzI8uxqHxc0hm6vsFwUL+85fIRSbNVr0oKOI8VLYQJunBkxEpP0
kLmxo6phSP0LACz/nyDRl9lers8F7wxIgOdifKZkDHkDYp3emfYfjzxtqyWpmGADL8QJ7qx16qJ0
Gk5IGTxXDfraagIO8U8uvdGtX713XxfHqVU866Xu+kKm4NNSgnF/gqwZMGi9Q+vfma0T9uzeCRRx
pfTYXcgRHNhiZXoGwl9UsR1kAD+386/txVNtFZd/EVPYBd7GrQk9urnbDdQMrdbbeWMQL0CV6UwS
Zx1q2tsypZf7hU787xcy0yXwmwZU4GfHPWYgMq+i2oq3RShtQnBXTWsPel5j3Zx1/dD4eZw2zmNv
5TfAEIxrvCWprh9QAj8a86KQLXVkQE5CBZ033ohvqgZTsjqgF+HImj7ymrsUfUHgicmek2Lc+8kP
8naGKNg/yneAQkYJGINz1+uJ/mczQ/dSDtgMY0/q4PtUFzHydL+315SbwqsLB7UCPgYLgiWxCAVM
Pnv0G3iqqqAYA/5OPUUdRCVA0IMaZFzdFJcm0+ov8wRqcjf9sa2D1NwvdOA/4cL0fK2Y+rqBCMdZ
Qit/8lf/kI5tSNijUXy2Z1V8KXUTF/IEUy9Kb017gjVrTWSXPmaTFk7BXs2ALl06pOKA5OyiFiRm
DrJkZDmdAQJRDBHYlRL/sL1u0iN78X3B3Wk6KxYQSqIhyo/S6QmkVKqIX6YBsi48wOBwCCIAVJ8B
IDNYPGiQuzuCAovex2/X4VKCoMOwaENWLj5uJYBWBFDEtugBZc1tKbJLFmOrOmZj/IB3jF9b2DpQ
r2CNhksWUB9mN+yW6UVL+3C1rajsFYG8fNH+CeM/5sKcCV7thdlDGMbw913+QfNVjINSCUgDYBQX
mZtXDeOspUFX+S7CviII6wFdfl24vWAqCcK20LxidTs7+fljsH4qvM/bX5cdQPQAANsVxfMAGAfX
K5R4gERN0RN77kOiHZcpQkF1Vs0gyLwKUCJNZGRQf3mVB1/t0QX3O2Cr8vo3reEc8zwC2mJY4sQ3
aWgVinYNqY35KDEh04BxMvG0B2065d4EeQsMK2m/UcOOCv8rMezD4r5sL6B0e5Ae5yyHvBojBFcE
DdHO3CAN1BpfGfp9fm1/Xro/GLNG+h0ULuCNuN6fNrG0qirxeXdydhqb49X2gG2eR+2kkCTbJKAm
IMY3OQrv/5B2Zb1t49D6FwnQvrxKsp04sZyladq+EG2n1UYtlERK5K+/n3qBO7EsWOhczLwV8Akp
LofnfMsyzWfoWptcR0ZgCifqxyIqtFPdPLTdODchkywr/8PChjMU6Ny6DZuKpaoGl75g0LtEbauO
RUj16PbMmasDQnkOaHzIhqBsfDl1QUMJqZqifCok10EvoOhapwp1YstBb3MaVdzmEJpD6/XdAKj9
m6ihS5A5hO2ogvt1lQoVwY/eOIx9Me40aK+F4OG2kB6R4zl32zFUKTiwJDD+sRvZgCjXtjG0kcEi
0oIJrWJLj6nG/a+iJWpjha+tOvRF3dniYQYwL+7Nthi440Kd90nL4CGiw5gM62OrQbZ2qX0Msjiq
m4lqTFFMIE4GVhahj1LqaP2HI/pjkMURLb0uh1IEgmhh7e+nLU7p6kThpQWoHF5bVy0Dqw4gc591
JQQ13P6oMwfOHkorNjKztV1q+9CYmn27PNRpL5eaLTs7BbAQjEy9OOpUCytR70AhClVrb+ya1Y8C
JSvQk9C1hMDSZSjP79PRyZziSbdbeTe5tIFELfFC3Wvzu9s76E/haZnRAvgHAXAIM7uQFL6MZVHP
Lalmgx05gKDjKOyAavKss2PXMFvI/NEPfauegL8jfNcrgtLq1PtfMNVfdTnUkS7sJu4hS3TvacLG
2hEq1J3WQn006BLcRl1s6RrEcIZu/EJzuKrmXSePYDl3YYq+6k8idUGg+dTZZ0aHr7qQ2UMwiSpG
ycPe+TQHk9Hm/slHiyZSme89VbjvI1c2X6AkMb10eq0OjsW/oDTzXeqyfDFSsCALwIwepO+WuwHE
HOgi4dkjyx+6ZOlhUMUsVwOEVy0VSl/m9CqyroDNLzcfJ88h4aDnTggjnwT62O7d2HhOOIwNDT1a
5eEg6Fc9kN8ySKBEQFeofVZ+rqZPvnpugB6EDskBWmRyX3Ycnii1CjNSjPEI9BL8P3sBPSMZNakT
kQbmWZ7hH9qgqmLWgwVpNRY4yzbKgY1Fm6g3B//oAwYWMXSo9kXbsP9yAKA7DlAdWNnXajS8oYqX
Ao9BBQUMs6siZb83YuMoW7usPwaZj/GPORqnZk/TrACkWo9gIvzZpMFOVXBcGdM9vvjG/lkBKM9m
aLB2NYF/BM9oEY8OGOtAh+KpMAcR1jkZn4JMa+4bNyAPDRZ1ZGRy2nmaGTwYXM9ee4YuU9Tq03gC
U9XdW6ygxwmP58OQUmujbrK2vdHEdfFGQc3ranu7FlgpMmDF0xSoiOpNnOug2pRvGzsbc7rc2AEq
aqBxwW/wSpeA1qQt7A6pfm67dKZajZ+CDtRb1fk07AbbPacVFwcDV8yj69bOxtW88skBp8P1Ba0C
PMqX/U7onrRQm62gs+KgX2wK91GR4p7Uzh0r3Pfa1na3h7uiTgLxGFQcIIQC7jPEXS7XGLGgYxiI
dAKKAQ5F5fTgZu+aZ+yLPkHDVSPVrs++sKALPfZ7tMco149t99O3XnH3hiBigVKXnw1/SzbrOkPB
mQrPA6Rbc8a1rG3CuUnL0pTIpDbeRdnuXPZF5hbACb9Ubx/b4OX2NFxPO6bbnk9zrK1ZRvRyFibm
lppm6zJp85ex+sGqrxTSrpVRxrrx/Xao+acuF9hFKGeRe0GTtWtcqWRSVgRd3n1Q7Eqg2HzvjadP
TMbQhbod8Pqex64BJxGvGPDKUdK/HJtBNTODiLlKKmtfiDjb2JarP48rAyKEqA1fvWBaKi0pHaqS
LqVxY/y2yOvtv3+lE4MBwG8aNTWk+Vd4EQpXIbz7NZnw6WwPsHUw7zX53vlJOex7+6myf9HxWTrD
xnG4OrB/w/6pE344fVuFzlNbFioBlsINXrL/gNmA5ira/kDBADACf6jLDyNyh2ZtAYRoOXSRzR7y
fKbDHLTu8+0JvE7BLuMsFrdNtNbrurI4A0O8N4MvLD8E0Cslwc/bca4nzIT795/DEx0R1Fwux9NS
v4QaikufDPkOEizZOJmvj4SLn18i5amBLqfK8PMyP7LpCFS+5+xFu7Pyn3W+sajX7hofnBgHbHdc
Bcu3fz81OlTLIH5BXfKUeunJhZA9p1uQyOsvY86AE4AvwTNAKrFYAbxoUoMHAxQQZppKDeq+HWeN
s9f43e1P8wcNcXnqXEZaXO0u3NQBM+CI5Kbngo96yDXznsDt2JF5BAJCXPY0DPrxzvLUbgyGJDOt
dzebIku2dwOtYm0043Hceh6sTjRMepBDQ30YT97LNZOZek9GMtKnzvtp298C/svZcke7Ptvnof8b
Yv4IH/ZxbRmStYWk8Mn4PvSvaXA22z0pX1JoZN6e5a3BLCaZQqo3MxkG49gyDKr7YZrFAjYyhPU1
gwmbn1Ng21mXw+lVDq3kuoc4E7pUZBKRh4Jq7t0DBrAR6fqmmifu30jzfv8wcZqrdzlpEAn8LT2C
PlAXFbmyjiYp8j2xkPTmDXyl0xYpty4Bbrg9m951fFQnwC0AxAfXMlSKL+Pj+ZtOZT3l58nK3O/M
8YoKjh9OfySWy+N0wEOS28Tfefqg7nBBuXBUN4O4dVl39IwyCKeq1OBV+w1VgMiBgP5p6ooqMvnX
1tbhxugNO56DPDqqQT1llT7+8PtRRKab7/thNCNo/JsRxH7sc41j5wAjzGlXjCCVFbzqY9bR5jSQ
wXpBjZMdNFORvSDQtp9MNT7lXNPitqfvMui7u9zB20WzCy8WXECDEBKnh6Jq+Q8+0HpfucFPWcOg
KmVomHkqD6ImINZJMjwbu8Dfmw7vX3QJv3g/8BlwSKUrXplV0jsLvbJdVw6/qx5Gz3YH0q0ldX4Q
btUhu9C6LKooEVCo9x306HRsa2KJ0Ovz4feQG3aoF2I8kB6mFlkJS0BG+/xcGbyN6j5jz2Mtt2pP
15cESjPzQY62K/pcy0vPyBuqOcLIzoaSDcR2wJOooTOzsXSwMi5POwSxseWRj6Bit3ydmyQFAlKq
7GyOsSWgmLZTRYy2TcHj24FWR/Mh0GKLkLzQFPkTSJyJnYd1tZEtriU/eF+iaYZiHaiaS520OjMk
zOe07MwslWQye6N8FFBvHX+rfHwmmYNqg3kCUPexz8ZfLZveNkY456OLucRdjpm0582IOvViF04w
sIWoFkk81cg8zNwqOPSglL45ZgUnngJZX5/7wSHo+BSn3Okfu4r2u7Ed4e82seIrSJnGCX6iZEfh
zBUpt03fGsOr4kBgBXRwD9wTogd3HfHVHuyH38BEsxMLaH+fDmnbof9q0H3pMPFSU+U+Z0ArR0ZP
5eOYgU5kgk4Ru7k3xSjHoMyggnL6KvFVnokU3jPk5dLfpPObT6nu9fvbk7M48PFggEgs2Ka4ukwP
tcbF1cJGayBaxceEo9ZQ60lnf7MV2zgHF8fgnyDAhQJpa6JeCyv0yw/gg1DFadHIpOi0Fl00HY6e
nd6hquKZ4zEbGu29tO30xXIr9mBD/Xmr6X59geIcnmVHrLmqdgWi7iu/F+iH52dqeaeGZNCiJ+Zn
6bFjUNNDmpHn27O6uuYh5jP7EQBefCV2Uk6sqmvdwxnRes2jmw/TI0MCtRsdbu5U7RTHFE9aEfLG
DM7W4AYPXGXaEU0CsuWOsvjCFkSt3Y9/ink5+SUHPt0Qbnaeab1N1R8Dq31R1vTXVdI5DEqXaMh5
eEMtEkGDO4UnSic7e4YR4ewOe/eNSZTRx5fbc7t2YH0MtEhRWMk0CQ++7MyD9wLyFBTAob+P4Mwe
tPBMQnthWfCVLGjdxucoChhTqDk6PB42Tvf5b1ycSIC5g8wKB2wUQ5bI30AFTV/oWI9KGyDoqKDR
VIedpoWo18YQMY7MLZnztYhQRAPwCbhpsLMWZ2Al8ejJ+xafh/reA57Y3qNydLUzahYkWev6ZajT
PntVg7nlAbG2GaC5paMoAW2euSZ0uQKpFKXuE2UlpsHkoRgt862CesuLZ6rqPmDo17uoEcLtxG33
aYGrNGN5sDeVkf7+6w+LNgH6wniv/NEAu/xDDF9aY8qllbSUHvOqOW49UlbW5uzUMdMKIHOJ18Bl
AJPVZZnK1EvqR8M511tUt62fX37EUZvy3oLswiCOlN6hTn97flaOios/f3EZNMKmBjAbXoLnRS3+
gWxvv2Wgulatww2AVY8NhhNvidwEkMI2ZJW7SevRkoDcqXnQ1Mjh5gO+5+ixnQd96ee50icPLAdM
Dz2E9qgR4FT6Ln2BL1sI6oq1L4XXPBeaoe8Eirff/c4FY5SzwP4CJv4WkmV14j/80YuJgXxbQUvQ
HBLPeynvu+7vcG64H2EujDWDXin8MNDQulw2fo0GE7G5kfASJixF/6jlw/tffdo5hAOWGlqyqD5Z
Vw1gaTWGDGTlJX5m8jAYtOyznpERTwXBN0ItJmsOBbAMUFmzs8zs/Xk5GrA0tRFpjoB2aRpUIc1s
/gMu8Vtn6GKx/m8YrB+UmqENcOXZLEw0T/CKEchc0M+FnzEX75mxlezPX/bDSf0nyux7joxtFq5d
9mJzJn3q1HJMyGTtKASCeLZz9ceBb9FaVgPBGwBPxZmCtYTOGN1ARl0NY2LA7/q+hVPlLuugVtT7
2VcDWyL+6/Uw14X+L9ziumaNB7qVi3CMFSHervGk0p3t/HM7ynXihznDYwmlQRSirhguJq89jhf6
mIhx9nh1D75MbHsMi+J7DzxNYHdAIZT720HXFsZM58LSsCzITS8SBA/M9anuJgSdunAyn9yOhbm1
0dhaW+TebGeMFxrgQVcS4aY+WD1gAomde6H6TPq/pO78WXgfAyx2kSsZt7HGx0T/DEfg0N7bxpa/
1PyNl2v7Y4h5jB+qI7AzkJQqhEjv4EBfaf9EisDq58ftz7G2sAEAgUQj+ilwd5nXyIcotT74pOGI
okSoBYcJsvt79z/N1lxlAU4LUB1r8c1Tz+P9mJUiyfpgj2p+KJHj2+6v20NZAmv/fBScaijo4EyA
/t9i17iD37HSAH+u7rEx9zmIHOJuzDK0hx9KB3I1n+WWmMvaQvsYcjGyXAOmykobkciT1ezG+u72
kLZ+fvF1RjyMmelj4vr0eVBnONL+/e8DCTjrSuKMRpH48uu3fmMaIBnxpPWHMGtjbm3JVq5t99mO
xAa2CV9mWX/toBuRAkHHk6x4M1M3puJbRb/8h1HMDagZzIJ1vNiMqvQkHNRLnvQh0ufIbrW/y7z+
LCxoj/k6elBoEy2vmWEkPfRadZFU5pGI+zLYD/XhP4zhQ4h5n37YhxwJklFwQyRDfxTybvjrEcx9
LbR78d+MzFtMUSv00i86lyfB0BxhkH5y+xfgM/52DAa8SiHdjyQbvcBlt2ECtNSoh2lK2uGICi6q
Lbd///pExO//0XhFZmqDlnk5R8YoS86Bf0lsqJwI9zfP/1GZOhJb7KhNNzo0q8E8XI8BgOsoE8z/
/uGD+HAOzPW0mpLAqO8reQrABZB6HuqDE8Kb+vbIrve5MUujAhURQO8GxK/LYC2AUgGOepmk31vr
zvc3Jm7lZARODeWd2Q4B28Rf/L6prJqWnTYl3NGfLJNDuAIm2iBfv4D/BrG+Lnizy/JVE+lxsMa3
24O7PgJQIDVmA0BwDtAhXhxik+hSm1ucJ9wwP9NW/wQY8i+rJxuDXJnDj2GW7Tvb7RRQ1CNPxsr7
rUtoV6CCc3sk8ya8vJIxEphKoL4826At10RpMDFAnh9G3erbYPl71CLA3+5jUNXj/xAJpSHk6qh1
XHnapr3fa4bf8qS05IPHRBoJh0VZh1SQTv0Gz2vZvMP5hgTa9Vx0uXV4pC1fOCQgLbO8qU/aZmz2
iDRGesW659FIvYdgNKcdd/XILs/AkxVh59fpsXCd9t60u/JVwu1wl5l5ELatq3YNd+2QCDHc356R
lf148TfO3+bDfrRVY9BaiD7pqL4rM6gq0rE+KigS2Eb9Lqt2dzve2rcGXwGFF6gtzEJtl/FQlvOF
08k+SZnZhGaq3ZlM7ED9OA10U9lhPrmWCwsaEqh/z96EkNe7DNZxp9ZZ0/aJYf5S469c++JZb0I+
GZAxrNFsOeqldu90qGazfyZr4327NrMfg88b68PMdqamBRlnfdLXPdo75videePbVOpBpGr3zhJb
bJ2l/cSf9ebBUgqFT1R84Ml4GXEqZwcfq+8Tqtf93Cgz7piVw13SlB1gjrx4aKlVnLkJDm7eOWkU
dAAPOZ3BI9w9zsaXXjufUD1Arq3bc8lvcdIPjFZUZGpIuhEo277VzqWgv6Zsq925tqI+xlnkirC5
RElKR4usZieDF7FGtaigWTTUf6na+7/zi3weqcrc1Fn2dPyUtj4h3ZDwTEt/gJLfh2VZZP/c3iGr
84aKPVrr7uyLvPiKrujV5EpjSIaAPcla3nnttMv7bEOhYzUMyr02yhWAjy2vDxzDvU/GFINx6zvu
ydcu8KIRHnr/4XD3HHB8bOgRoZk7/x0ftoGGxqkXSD4kLMhalP6bB4DT9rUJo2+98zbMDubTY7nh
Z8NylHxnF8BlyhoUZVAp0NYSr3LiydFOcGh8SiejioiPYi+wznvYzv9jNlup7FoqADU9sH+QDSAb
XE5naRBnkGbQJ3bwqmt3HaDreVfHRCtjWceZ9t6NKU6cjQf5vLavxosLE7hK2JVe2XjyklEPPZUe
3s9t3NqDQFcfcqW1BlwKdYJD41XZYSJbygVrOcFcUkfW68H2ZJm4l0GhRo0hrMDBkpXuKzpgP27v
giWo9c9m89FEmnNSgByX7bO+G6yMmhYmVAm1C8Za7YgBsBgZNCus8SiN08AjUWq19JOoabWTtqdi
TXQGYNOtEzLTgHxJjZy54vpfgjnmPw7qJT4EpOAPAtOAxdkGSNM0yLzskxpaAmithVZ61MyjcN5v
z8LKRANqhoc3lGEtHWXSy83TO8AS5AJxhP4+Vb+Mrt7YnWvr9iKCeRlBgh1ZjLQCanTatyCAeLDw
FXkFSNFrZwASP35GaSl0TRXdHtnK7XgRd3E1VxWgDpWLuH37mdlp5Pcgwt/15UtBPv99JHDfZ6VL
nD/XGQep66Cf72Gn/A6B/2xKRP2rR4lJvdwOtPaxPgRasnO4SWxI5HGkUibMcR+3vGK2fn6xFgK9
zwqbYBwT8DR2IAAq2SrHrq6Gj0NYrAb0yqrK0uacpU0kUk+vISAMlftq+KzMOsZKiUqj2EtvY+pW
LiNcRNhOAS7Wa/E/0yEabH2zHmKcldzxxh52M0X9MbVgn3D7K62FguKDM18RcBtZSouBM0uDxsDZ
FQTlo5fZdxl57JyN3G8ryGIe62o04dw79gkZFKwk3nvvew4GyO2RrG2hjyNZbCHX68HP9ZG6Z/59
OoNy3DvbfHOsT3YQ//8izUvzwx3OIF04tBTDUVmcexEKQb0Tpf2pGDaSkrU1/nFIi2RBWAqgZ13h
PiPyQU+dF6+0ftwey0q6CA2tf7///O8fxjJRmJRaGmbNxVM9rX/klhGZ3aHcouivDsXzUJ5DBwoB
F1eEOTAvYxRbqSykc0xdR48nTTW726NZWwOoLoOjBaj43EW8HE1VImFz8/k5RavgRXQAhXal3gDW
ZvmxP6jx0c4turFb16bwY9DF6s7GIptIjS1k0EcAmjILGJ1HrX7766F5NkQsUVnD/Y8SzuXQuqz0
U5i88SSXjXo2FZvudNr49z5EY2Lhy+G5CPgWj2PtDQV72Rk4A3Yd5nSxqYSOnSQNLA+lPbv9985z
H7p83MEKJgK55sBcETvZiWTFiZAp7tTGc3zl4IAmM7phkJTFZbVcNQ0PaqKKoUt6qw7H1IbX0mdz
i6C4smgQBP/jVrThGbQYI4TZdVaxqksyIzjmKbCGbffIJ7h00WMrNlOMeQ0uklSwif+wAEDUQJv6
8kPa+ThUZVp0SVcVzw4lemgWHVwCy+9OP3MPyjIPU2G/VaILOzeLpooV+9traWUzziUykETQmrWv
OEiCZqSTVcCAgSi+BexrPvItZtlKKv4xxJIfgvczFGJ6jyWlcYey/6mQLtw6Xk1VhK07vNj2f1gp
kM2fPyEEOuBseTmrFgV5LrVtluR1+93l05vg/as2IX27PXUrmx17D78/O2MDv7P4enxyzE4NLkuM
wkYR4VTxT3x4dvOvt8OsfSEU/5DmAiyDhsbiWBYBMMte2rGEPA/Oyd8yGF0bBUoQc/oH5NHVkpc1
H/ElGGZL243sQYjvvRc648ZpvLJ7gX8B1hJFD7ysl29dUHNbXQJFmVTUOfZaHykOQ5By2gizstRm
YYMZ2QccFaxGLz89rb2yZjTV0eudfrWZ/ZUMwT8D9x+rSiOhRNkxNPBP0e0vdB11RlGgp4lXLtza
l2+R3BsCObVSTxyIo8aKKz9mpha6qQ2R+DKNJFzaR0NuFYevF8YcFv0hlAwNwMkXvCs6qZFpNdWT
1ojtN2Ecbo/qz2Rdnk6Xv7+4QfGwxP3d4vehCUhhiq5gRw0vy5hPNIEh2K6s7AMfh59m3nzBi+Z7
16l9q6GGaKg60mhPYmU4+0n6ieJaGGQmNIfsp4JYd4U/PbciwF4x+xNVTMS6xd8g7/ppStPITNtD
44udYbLXsm6BtxMA66fTjqBMPJggcHD3cwdxapSCckA9hs91596VoxO5mhUZg/FQCnHAzbnRoDEX
wGG8baECOgv8onKNk/KqhlK7fuGWIya8zcqzKn1+HJvePNWTIe7SzDRe4P2Xi7CbzOYc2PpPTRu6
V5mWgRu6/EDck/o2ZrylsZb75Skgbh27rf+zazuU9AcuN3bD9db2Z0gh3uMQxkA/ZpFo0abpbN66
4gTpArAGyju778IaZUYybbkxXV+cPjo9qCuZuKAh+bk4pHRH2bKqp+Ekete8VzxXh7pt2T9VNluR
DnoRedMIsPXGEr26P/98h1nP28MYl2VdzeaNB4i0e5L+l87/ksa3fx7K1CsBZokn5KC4p9FkvDxP
PFbKTDa9c6p9t4pY7u+cQn7puYosY9zBqCIPDZbGjADDUFt78FyPTmdBH4/V91Dr+y4hDNpPA6D6
HXnWPP9+sou7uu7u8XNxA0sFvWwiUNuRm0r4uQ9Qfan9ksdyQoWh89OzPgzlEYRWuF9Q+5cp/Ye0
MYEwMbsn3qaPFQ2eWQOH+KnpTjxr0LXJ2c5t+h0MWA6FJfnv1GLgPpCijzvY7oatBznWmoyHqfXf
62IoALObkmyqx7A0+p1m0Adzzq5yi1nhmMEglAeqv2c5HJWq0TZD4dNxN8E4Oc7LMjY97bffFtFk
G3s/r6NCNTD501joCQhsYFnmYSnzYU/Qr2EhyejXyXcfRT28504Qj7V/b7fs7Bj9ySmK2LKyl2HI
7iei39tD8EAgE54X/RFyrO+gtt1ntnvH0fpilMeqV3E50r3hmqdq6u+Khn3ySHevnPRRZXTfoDas
hq9NY8Rj7+yEp53gn4GLZwx2ztjC3lDeNdL7ZLjkhWYCuA2wouNSuY9pp6MLwMbvdq2/N9YYo1+R
uJW5Y2MQ5QNN6nLM7itNgInhTzszw0rwzV2WOz9g7HPU04FHdVCkUa2CNJwkzfaNkeYgr+SJsgpU
/MfiJZ/62BrsH1rteHsbDisxirOQ3Bjrb1bqdUeWFweXw7oKBTu3baLAknHJqX2Aw/y97VWgAUFG
MMp8DaVUn3wv8qw70i4wYo/pQHB5Y+yD/xCWNvJGnrbfpgGySC5xNnDe/vWhiKMFFX8dD7qZA7N4
jID90hIgjZ2T23k14NeqO5g+f60BFTUyKwrA/bECXsZKV+M+MHJzb7ZqiDtd+2n2ctdaPCZlVu1A
tAiVECABBO58eN4LrXzR3PoLn7o4J/V4ryZKsUDT7LEYYIEqp4Ht2h6OkaVibxMMUu9drYg6on3V
Wfs8ajpY3ONLpaxnTdaQB7If83EsT5MpKpj2yBc3qHeC2wcT+4e39hdS0m9Blb3TtHJCkJmMyOg6
XCrB9L0uxDfHGB5NvT1J24hz0Z482t6no4rKLLBCHzIPcsi/oaOAq85xHnP0JvcyTZuQmubjACnS
src/6dLBUcAiW1iR3nV7OxMohAD6lgnjgdjmXV6oV4NaTjgWwSMKd6+3T7TrY3q+BwBdRI8RDZRl
dTajPsr+uXBPziBSnAWsDVsuX7iZvzS6FhLX/fsTGtpfqMJDAgzF6qUyflU3xtiXwjnZWvDNaJr3
TGxccn/6B5dpCsb0b4g/lbsPZYscCd/QT9w56UGvJ5jEFLp/o/kutaaWkVcGuJsdKzb0PUF/UcZn
0Zn3el7ou676ben+oYZErAbJ3+kXY/GAM+fU8B6gFYu5SaV34BW7cW1JsYPxtYohl64+l4XRP5aw
VTnc/j7XmeRMAEBH1kFTFiIBi/pBKcumEqUyToGqodWQZT45Slyrr2MZwOMPfGqohmRyONW9bPa3
Y7vzj19OJE4EF6oBqJesIGh9KEJxj5PxlEH+6JFZHXvzqqG65wOzIoFizQFcv+wNHWxtlsh3f1DA
7I6Ac0HOL9WtI4TEu9nUz/9MG9157PKhhAlsS+3Q8TJQrCaWtyGYgvmrrOm0K1PnR9OZ6SuXTVtG
ZtunT1Ohi5eZN79zaAomJjoa+meztfSfPYGWmC0GHPo4NqAAqoC/hZLWV6I7wz5ovODNJyYeYVKr
UbVi46OnevJo9614YH6Ww449ZzEqtsOdNCDrKTgZoMFg5A+8n6ATZJbeUy+I/ESIO76JusUCQFr5
yzD7fj9gI0e54xASsszVKshiu2lUENFBnW+yDlBc3Sphzsfm4mPgXYkcE8BCDw+ZReahOtJamSjH
U6/xeq/g+nouiSBnpsEgBVoS1o4MDX30TEp+YR1mG0+aldQRT0EsBFTO8HBbNnSRl/vC51KeKrXj
/Cyqe+j92sNGMfj6BYOO/EwQAiMWN8gSq8c8wdrUr+WpYM+yPv89ChTIIweOLDZcf7GsFw/0EX65
A9MNLIpgrGDUaWuhwdN33YW3w8beuf5ayLNnlgewBWgbL55KEB6svCm1ppMxvfrmHqth8h7GrVbq
2kf5GGVxOqAYaLTjvMg9Kw9hBHag1tdhLm87b7eHc532YuI+DGcxcRqDNmSjI5De/EYeCWU4XX//
/4WYl8aHU3sy/ckpTYQogyidTr0daeNGy/v6sptHgafazD24JuYOpU2MoZqnq8e5A7u07DsbIjyB
qnzj2F75MHhoOXOrGU5tV+IKrTFxNTSGOJWOJ/7JK10dSriinPPCMnfQgwHt4fbsrWwcNJnnog2A
VOCLLU4Hi0wlZxoVJ8fu2K6Tur4XntQ2hrWyDBwgRNG9n9v2V3qXjtVxaNK14mSMnXxikyzxrE+N
neTWFoDkD7pped4BE4RbD3UbYN4WaWSpGykoPqU4ZUoUiajsJjQgYXPmLuufslZZP0s5qBPkZdOk
U0r7XmRlDnNJdwQorqq/DsrPjwS3za4lmYrqAUg5jfLiJRABHi2NQVBPgLC/VSsVupVj8igdKrqj
0EIPJ5pV9+Y0QI2WNWw/CerHY6fSR1xUPGqDQQ9x4I932dT/HFpbAJOpYUnxhu3k1BwmfUJOLlqI
XVo1ZM5wv4TSnXZdBnWr0S9z3J5TGgKVGLWFk+7tyUEJm3rBfW4NOJhUZsYm05x7XsPuwC1s+g4m
8i9jGpxfwaTcqG+HYQc/Qn40jZHs8mxgh6Jm5VmvOWApHCXzX8DqayfqDyYNLaNo/cjt+vF5KMhY
b9wNa8sCSwLinrNP/NWru61SU+ngwJzsQSensWn6byWpu0djaORGyWUt1Kx6CEoyetSo+l+eEmVf
agDoduPJN+TPjoOe7RYw+kjpFi595axAIQ3EDZzg6LYuE2Nu0MyCKM90ykgIyq2fxr54lsVZbBmL
rhwVF4HmDPDDuZeTTAc3AYFct436Kelhotm1r36a7W4fEStTdxFosaFAJHa8wVK4/NRdo/0CNDX7
+14uLon/mzTwlC7Hwp1RaLmFseRwhyo+tWzPtjKE26MAuuwyRFtTVFbn6SqrnYKptvZN3yqAr2Ra
eLmioYVvDxG2JRqvLOwR5X1fnKx++NKZ2Y45IvKZFdd4vlYO26uRvOSbquwrqT4EqueKuw6VmKuK
uN97mp+b+XhqAI7n+e8mf8uGe5oBngfSb+N8v70c1tYdOBEGUsoAHa7lKN1mYoFGLXEa1TPadtAm
fKjtd0P753aYtVEhaYTKsA+lCpSnL7+XLDTqTx4RJ7fxIpLaVVjJ6os3lT91SClB77v6rCBxsnEd
rg3ORwvLdyHGDsT04jrM6AiSYSHUaciAykjPyvmWGmWkqi0Z26tAwJTjVebhQEJ/AQ/oy+GByxC4
bGTF2Q4e4apAhi81ICDe19uTuBbFhTQB0MAwwcCteBnFICBmlq6Tn4WAvfUINKABFXMPwK184yhf
jWSjDoDRACu//FxF2drokpD8XDjWEWfgwRZNyGlzpK5/d3tQVykLps530CCZWa1AIi6+EReOGl3m
FmdZPXj7Vm0ke1cHBX4+AIYSKTi4P1eFBmm2JqkAKz53Wr1nXvlJomDn9moDhvGnqXeRp8xxYP6M
lp9ngkCx+DZToKPkNEFePLCq2Gr3do0K62te/g9pZ9Ybt7Vs4V9EgDM3X9mTWpLVbdmWhxfCI+d5
5q+/Hw3cc1psogn5BEmQIAir91S7dtWqtd65zTMNjWH9IYcklbKME/bPmbr20Li6p/6apyVlwulf
47ZFnUVJLdfBqeisKbX7Ie+lbw308KGb34/0Ud5etMVZxfn9v7lZlA5gNI99AwadSDU2cRptFOOL
/+YuntmYZlMq632XGEMbnNKucizt3q5WztPCKNh1mgU/NMrGrNzr8+T54Bb0jlEUgb6xE2WT6C9J
drw9VQv7GyOwtAJ+RG197mClyPIbDZd+UuKvrvmyhhVYWHhwWTpFDnoaaZiYHR/2nVwQr4anXCZ7
IVGLfEg9vf0ON4W5DWOLQFd0a8wXixMHQ7hMQ9LULz5bmS4R3tgpuAfa9DeqKDaDffT9+O1OyJKB
i059IMzbHHdmGoWU997I+mu+0+jv0/4lrFCkUFZW6Opu4vLDygRM5S/I6V5vAz3xUZM2rOhU/0Xq
iV7e1zkaofBhfUI7tnA6Gnw3epgbh9tbY854AToVy+CBhUqmcvoJry1LRQGmE86Ak1b4O0XSD9Sw
95CMf+vV6thm+e/SMN5F5rjVi/RRbf7cNn+9iqRYYPsHRAgxI8i+19blQYsFAjDZSX5f9Zu4drw3
g0iA5VxYmFeiU1VO9NzEAkVd47kuivR7H6nt2kZZHMjfDCUunhLAbCBl6Lmar3jZqe/36a+++W2K
97en6voQ00s43U5/aeKuSLDbxo6LsUzzkx7a6M53ermV826t02dhP2BmkgCFY1QlXzSLarVeDaNS
KfOTHMdPrqzCsObvMvtFCz+lof4oRmXrKybweEpkdbJ94xiBkYAm4Q9e9QuAj84UYxEq46mqWvtY
hVK1t1P40m9bmdbi1T05szK7OaSJCDIRk96QewgG8A/wlSWD2BXJMYsP+lg7XJ63TV4FM5gk+waO
hRQ6XZSz7VGgLoNkZiqfrLZ3H1Ne+qekd8OtCj5za2tluLJZFu2pPBiJZyDqmKcXbTutxrB0x1Nf
JsGmy42dlSaPdh7+bOixuD22q60/je3C1mw67SzVNNf2ES/Ox5PQqkNb9s/mqOz+xQxXpAzKT71C
1Uu5R/UaR3SKkYhwxrLexL1InaLsVgKLhbmDC4RGFPh3wOvMW3kQF4Itzx2kk6Y+jvnnqHzS6u9V
6K9M2zVokRZwmXsF7mtwEACpX/s+raijAoyKdJIz9dnSemeMaJkYH1IDWbQE+sdWSbdl2RuPvuRW
dy2V5Z1o0du7Pa9XV8/0M7h5ANeiNndFOCb1QwZOIZFOY6M4srfzsl0buLCOfUCXHCnZ/W1zC7sF
c4QKynTp0IXxetSRYUr0NTHqIL4PBfSWn5o1LuEVE/PmV7sIJEN3G4l45EmKvqjmoVrD8U17euZC
LkehzbxkDE0A6c1OOsXxvkv3UbQSd6wNYZZOF0HGmS2ZpTbKHBCz0ODEjtq93F6LpaUnqAFcSTmH
FONsFLqcJVIiCfdUaz99EW8U+9zVR0V6sIeRPNMaAe/SpJGwnQSEbdjK5k/hNPRVzbNV99SNXwMI
zYtyjcV0LhNLFwSKVBcmphFfpLAGCd1ENcREDhDo0Uy0l4jG2A5G7pMU58ldNfS2E9VZWTqGNp5V
24vQ4Ry+a72xhbh547racxaYyECJJl858Et+BaYX4klCHbj/57+trb2IZyCMuJUJhw3NTvk3z672
br2Ce1iaZ3jTpj5m0vBk/l9PgiK1EbVJ1z7lJahdsQuaNZbE6yiBeQbNSG6K+jlR+LR/L+aZqmCs
lW1vnmjCPiHid0iE+bHoeqfJjecqHHYUFmJnojWFMMs/2KH26/bWXTogQLmECjGvTMA8c56lFua6
57ruKR4fMgjienAT9lrmdWnFuDynCxuQ65UoFaK++lANsjgN5G2OH90HbY1Oiwr2gie5sGHPEpWt
nwV6Ran/pPZCOQ0xhYy0lYdN3gHQqQQp86TPf+ahZe9boXVfMrPIdlWvWceWNO2W9/FXuDIasEje
r4qNt1UqmKVkYM0bo7DDbZsY7X2GiXsV3MhdIavN0Utbibx/S0a/Vq32IMlVdlAS3KUH/13jCLkx
HR2iu6MREKRQbg+cYQJ6R6aiwE+dFxtVD2THNYJvVmsqu75pU2oLhrmtQPjEqAZvq0ZIWz3Q6Rbf
FArtdvJzB4RDDG228creR5Ta3iRyXNJq4UnO4GWWU5cICMGRqz5pgW46kapUTq5oOYJmffnYhUry
qHZWdyfTPnwIbTN7DGo72YC/l95JafClSC0Awpnoky9V21MZ6YM421IWGuB4GErpUIx5vWu10NjV
kZ+fQ0/R7ui1tj4nnq8dAD1o26FBC74r3eA+zcyY3mSpvpfQI3TkJBgeKkuuTr5vgb9pc9CzUEke
oIV78QMUONzOcneDaqX3+liFd5FtlIcmkfOd7dNR4pMq26JsaQIBqeITjVou+uZGvOFJwnwmZr1N
JaIaN2q1XWlq6b6jEX5fWxJiWyIZt33vdY9Z7ev3gUaC3muU6K5X3XxHwQ1co49yC1xf9jGJexVZ
UN3fDHnfb3sa6h2/t4bHfCgbFqjpHl0RJU6vd+ZBHuXmo5CmklFouafSCt19R5LvVFlW4BhBFzgx
YEkYsYAW6bIk9rrhPmluHe8qNwL6DyYQoRJZ/nT7fC8ePUIEjQbZCf49u5pi3Q/a2jXFCSHFjeWD
VO6UZAtA+iVs1M+3bS1dg0gx8vwleXbd9BMIIyfo89yT3afCwRE86HH0TlJ7YHIio8ko2iqxvcIz
sXjuQQCQdgSjfxVl5nGApE1cuyf1m0DjZ3d7SGtfn10BpWaPmZTxdTOjBQb4otGsJDWvkj7cANQe
uGYmWrsrLnmuhdgejd49KUl872n+IS7CbWobZ1iSM0cKzLu3j4hnKZkYim30+MzyFMLqwrGlpHiy
x+R3k/u7Mgz+YUgUyqGdmGoEV1j5gcxV02qde0KMZ1Pr8qOVoX+h/CqMeudLa4rBSzcYrHbK1NnA
s3BeJ6cXyw2TTLERiqADGsaFyAj38bgGtF4zM4s6wrBrYTVF0X20ToFaOFJ3JH5aeUMsbYbLscyC
+jrROhA5GFGSU9Ydk9zR+sccdGq1EtosHdULQ38RnxdxR96EY98KDGnNobPed9mzmcAD52sonP2p
jJWM+srczXMho1lLZVANWGvtT5oUHmpzeHBxxbe39qIZ5Afh07IBNv3N618MinYqbuG4t0/DuMnC
M+U8STreNrHkTicORaJBSI2v6uIwAeW6GCcCZ8/dtLLrgCETWbihL+C2oWml5w8jCjZwxYDhJPyc
xnoxFhfi8DS3kH2QQJZ2fwKiBMScS3dnB0QyNGaA7fzfLM4iQdUtwsb1sWhXxT7PYHLK3/fGN5Q+
nC6789Wc/pa1UsfiNrwY5XQeLkZpdkRi5YDNQk82UZoQHLyYNnj0PNlXcbHpen3lQbi4gOTFwLuR
ngNU/triAPJC9nzfRfBxP6KU5BkAst2vYfDz9mwu7EXS9QB3hEkt6UoKSoo6z1CCxDwpA2S3Setl
m2FEGU4U0ri7bWrBaWCKXjjZ5Iq/qrpFUSU3GRmdkyl9Hvs7ryN0i8y7QP3RvJ24ANzqNKqJ/oKS
zrxaEJt2AW9+acIsbmx8V2wjdzhIlvvYusDv4mi1zXtxHplFmk6oylKVe71eilJ7fT3W5ilEGzCW
xo+6JL/rbePP7TlcNDMVF6meA4eaeyg5H0Jyxq55UvVCciRF/dKoWn3IVCNfuX8XLeGdQCHQjols
1+sBdXIRVdmgmqcqrB3L1faIQO+7Yi0btWQGhsQJ7wDDP/Xy12ZoFKryTPjA7JvqVMlq62g0TO5b
3V9jq4RIm2/NfBWBi2ZN1AXw8s591QT9R0KxM04ltJ/vB8lqIDN3FSfwShpcnoy23eT9s0StwC/K
XWEG1LZQc3WkMv+dyG32mS4TlMjVulTuYKvQnMJISlD+iv6+iLzugUiy30tFFmzNMEG9Nu7y0SEg
rDcGaldbftXvIVKA0Spl+8Frs35LS0967IomPwZ+bDqVXZoHU/fsR79wSQoabbUBpwZzSSClxZMn
2dpZdX1aOrxk2JiBFZG2G42Dq9b+yc3qCFHr2tupCI8SAGbtzkvGFhVdw3hGscQ8FqCInVLW222e
+WgiGVmKtGIzvvPC7kea8AtEYHn3HZj9TcU9CBhfdu86vY/uaVOGUkCZBF280j7khay9q9tKPAZF
+9Hr5P7QZ1xknhGKBwF07OB7brYBpN4/eHFUE/F64OBD727U9yEwgkwpHgyyMwEJiybdBTT7854S
1n1OQewOxEZ7CAF2PSj5KJ8GSx/eJ2Vnf6Tioj5UniHvJAkd71CNZEfvNfk+MXvrd+oyoKjUxnsf
RNo2RiLmvuiYKpD39seoRN6MFpjqMOkQ7gVQvQ0y1MqRfxodLWq8TZMHzTbW6pQOCc1zcBioRIuK
FiJPo1G4LoZNq9fqNka2c2u5Y7Ph8KQbJQvrrULv4J+mt6RD6gbmRtYCcZ/AcfOuLQz9HkGb7sns
AUd7sM09FiUEQK4eSndR2ykvkS/XbCyt752gFcqnNC7dt0dSVBwBRoEtAhY/rzh2hsj1pDKNE5DE
XRp/kprfbZ/T7wL/Tvcjr9aKxNcsJbjgS4Oze1rzUZWT6NSjx+FUJl977UfqPgX+naG9J93pVPK4
ad+M0ZvZnN3ThGqeaCRsAjTz2m1Jq5q5v+2BF15a8EVz6qbKDtjQmYkgbGAmMFyLgKfetjhhNz/c
trDkEmkihJUCwdlptV67xMhTgcqxnU+t9ktxtZ01JkA41zrGl6xAjARGnG5/TczzUFITS6FXtcbJ
K/60HoJPW7v4fXsgS1N1aWL2ps/zuNZ6GxPGY4W+Z9CvQaCmmbhy6NTpiaFRcr3CrXWh2yCMGhvU
LrOvZueOyNf2g+MG8otRVkSi4Wob5tKYEHWmUjo1YV6x4fZqQ5IUhOgpSg1p77Z5dlfmMOdJTfaj
bxr9AW0p7XOsm+FmQGRgY3RyuY3LkL6JyMq3rHv1Pkxq8faXC2zmNNEJDjd32+waNbpIRWyEXWkI
J5PbTcHdVnub2+u5tGVomufJDCAMuOXs1ZdHRpz20TT2wvoDBs57VDUz3GkRDPe3LekLATfkiKR6
YTSmr/YKJkP6M/LHUZw8ERZbv6Nfr2mLz+gGqhs5sH7RcpRsXToddqLoNCCSYXSo03BixYKwcrR1
78lsDGTVRYwoUpAF+1IZpceAFDY1Lzg92wEi4ySJ5KMkQg391ZK8cmhmZN3sfpMFiXLMcnrmSbCZ
D55ZmQc76L0dTUHpSwB12c6UpGavQ0+e1AbsQSQmt02a8e88s8jkRT14Z6DY5P968mi9vuNWARkv
Q3+m0ynJNdByF1fwwIsSFpHb87fwerDRzeZVNrFqAg587ULGgnqmEhvWqRAoWDlW/ZQVW3WNWXfp
+P0FuqGvKcjMT/vl4lVkVT4sjkUqTs1LNpKaJnFXOJoBA9Xz7eEsHbpLQ7OrBBQMUhAggE6jvtEq
pxe7/+37M4/rl2ZFhzTf/0L/15SaXlmOpd8/MVlxLjk5V4SHSG+B4owycVJKl9Zl9B9rKVq535cO
J/BMUtYUR0gwzZytove+5kV4gLTaysmz96VOV1Zh5UzOuVPMXtWG2FXEyeoMSMbcz11bbANT9RxQ
aIdyaDdKio7T7aVZGtZE3qyZ8CZeY4UzLTNresAx2g6PQ569gNv86IWwYN62s7REl3amwV/sZduT
iz4d6WzryC8NQeDo45qA5dKhvDQxc5+qHdOVzuvtBJmeGj9UBq5T/+AT498eysqU/aWOuBiKRYdg
qpcMxSteGlMh5P20Kp7+9102v3ovBjMHTRQo5cQ8aMQpz0g2B+nH2JQcVa+emir4FaXmB0ZbQK2j
30Va8C4MZcfI6u1g5P+w7SmyUmCdaEeumgOlKh0or1bi1ErxRqJPOoFdAOaaFQ+xGM1OHYjES+iI
UTR4vT+M3k+jWOrESY7crZsW9wgnO62i3+mD9rU09F91SA//2B1RmDy+fT0JNQk5J6zvFQdsLada
iyrUtJ4bCSZq9ubKyV7aMebUagI5GVCbeUyrltmYZHYuTmb6JHcJc/icVt9uj2LpgBHQwo9BZEv/
48zHym4tt7yYrBPSmX67r72VWbqmIiX2vzQwO8GGZOclKqJkvYunUPqaiAa6izvDepSjJ+HuGnLG
nX3XNSjbGe+a/F0f1U7T/bo9ysV9cvkrZoe8SOjt7UeGKSdPMuIooS/QJt1FGexPYpP6vxUXUq0/
t62uzK0+qylHvQqCj9DiZCXZqYvNlyoWK05leWB0ARDdkkS5giMWiY/mix9ap7CPTkUxPIgcFIye
5Sf4RL4YQfydXM6HunR/hqpYmdW/IKG5t5lSXvDoT7WgeebGt2S3MpSMR1ejFfKmRp9rY41udRSN
3tyZRR5sTOGln+JgcE+VTyKEJsgUNSQ4RdArRVMxl35WrccKRG27DTzXv1Na1UKmoe+28WAlu9xW
vw9DaVJPt+1dY5shWm+y/NKaBhgpekn20SB6x02R5nU6FUT/29eQ2Hrii5pqUeZ0Ri+8tpT7nm+2
mkW+TXXMDF4IqVXfTFLDGZkIECDbBnx71RtMLbhidRWMtOndqNGsvsbmvrQVLchwJyJccspzqkM1
8gM1iWzuBS/ba9V31xMrwdRS1Dk5kCnBOz0QZidMLmRoFjLfPnnyna3+wHHuwuheL8e7yHtrzRZ8
ETmMv0nridh3GuzFmpRVVlX9GIqzAbsStNhrqg1XQ5m+TyfAJDxKnWbuE9vCLgv0z6fvF/uqlw+d
S2ErO+hJtg3oV3rjDptZmzlI+KBcqWwjcY6S+zA6RmuPjqul//t9GsmmAve1UIyfaYXSxqk4F7Z2
dMvqU6uJn7eHcBVCzUzMHgIVFPllYQXirMOeJsc/KZ5sdPeh7j/etnN1IU52aG0Am4zA7dVL10M7
3jd42Zx1yQo3sWlIB57wPU5CilfurcU9QEaa5+6UiZk38YRaS9ExtMUZ0ol3eZPseT/eQ4X4PA7x
kefq4fbIFhdJUHokvQTHopjFMZ4kabFPZeHcW8cyXJXauY4Lp5mbWMlwL9wSc09tSKVsBHVpn8tm
iH4PtN9toDcHG9bLnXRQalu9H1ONvHjhsQGL2vLu0igfJQcY+OD4CBA4nhbLb40S//6q6S1M1o7w
bXaQYymrzNYM7fOo6uDv+j1IqlJaiaIWp5b2NfqQp2BtHhJLlhdWYRXbZ4vQ46nO1zJ2C98H4A2O
kLoxYoli5vgSvW4LudTEWf4WanerVelrjB+wNNgJuGRRxJswEa+9XZ6laqWMtnUWSn8yUEzQ9GRr
xuFWBNJHH5Ehx0og87La5yLVHrOxWfG21yHG9AMgc8W5k0Sjo+z1D1DpTC/yzLTOmSlovnqnkbup
6g8RrZOD1u6BZWz81NrI1vvbZ2LBq7yyq762OwL8yekVxa41/LCz4UuuiLte90anniiy/sEY/HST
NOTUYjTzwoSlujm4OrPcbcosedpl/M3qVsK1xb2C/zJplkJg/KpOOISa0vqKdUbMxvsi4pVgfsE/
anyXjULGgRzd5NQuLsaxNIearKc4517+wQiC74MhV6T0k7t/mKwJmYOAF2Mx54FtEvTwoknWudZr
8+iHCBkgeuVuoRR7sfvQXPHFS8PCFM+sCed6FYPZ2ugBy+OGDNptQ9VHznaR9fH2kJZt8FalSwke
qvkpy4g33EJwtYjG2njw+SdwzlVvDpI4SjxU6TeYQuarQK+U3aZDPlOctbGcqPPu6H9+ooS3h6kC
5hlLWlmoRedBThwECLvuGlMH44VeqV6Dc6Ivvg20D2aQP/RR8n4YVZTpEp+7zaV7WNoFof4c2+kK
lmtpw1/anx2rKHX/1na51+rmvo28h9qwVtqIltwETfKcWuTa0XGcVvZi06PCMpYUQO2zW6XqvWSr
5QeIfAVs05E4an6vr8zp4pB4kSMUitdHnOO1vUBtWx0NC/uswOYKyVzorcG41izMJi3OWx2BENU+
a/1eNXdrt+7i5ycABh2V8HTPb12/J5ee+pl9bhP0NSFt/HP7KC0FG6wElThIC7RrTOIgSWXWiZ4u
hvRgevfNHyt9UPQdCIxy2HU/XCj9sk1sbaWvtw1PN+2r5yinS51KLZOe9jXoSQVZVWeFEOeJkNZ9
UY2PU696kZE7zr50449mbetNC3FlEMwCFLv0WqNd83orAEbM4HUhfknDBB1y91GVkvss4T2qkXd1
6sg1dpK7ppu4tH7oJf7H6vTfLza8XaZ+Ukmefe4T5WMyNF+aHBWuf5hKstYgdWhAvMIfpdTA4bMg
/NUppkdu5wRJ6Ejj16R+3+jPTRXCP/rztsklD0wWQ6AJM/EzzDuSOitorcI38MDpgx4dzPIIl+P/
ZGLekVTUVZfk1APOXhj+sBvlQynbo+O71vm2nYXHg0akRBWaA0aLycxFGEmg5xHtZucuyH9qiNKl
LQgDurZ/K6HdUprW5cNti4s7UagUMuj5l69Krjm0U2z/Vpxdy+13dlsPW9sVwU7zw2Qj17W88wji
tgMaKCtzujRW6kzTwRMYnxc43LhwB7XX/ffueCzVTe9va+NQRkf0bW8PcWnbww9BrwvjIwyeTerY
QiXU5qX/XhWQKD3oxkqcu/h9a5LaIqFrE0a9PlapMKoyHgL/vY7KVryFkPn271+4p2i2m+Qs4D2Z
8Fuvvx/Knea15BXObdsfvJauCMXYpdQj+7dfiFPGHeQnjpCustmFOD1claLtzLObg8lVwqPcj8dG
f4zj7e0RLcyYBXiKe4QUP0/X2YwFRqHLmVwb5yY0nbx2pna12xYWfAJ8sRaPn4nqBB2n13NWekZG
V7BqnHWjOxda9LGTyo91nL09SrHwqOq0i6fIeTZjvR419Qhv2DnsHkrtqCab28NYmigCE8hnEDSh
XUp9PYygUJK0AvJ4bjWwZYes/nD7+wunfwp8/vP92UKEXpSrxsj35W6XfUuqaFeV4U4IeOzoWRRr
6O/F4RD58E6abtk5qLJWTcQSATye9YM75QlWfNl1yQCiGVr3gb/Qo3cdiyP0kuS51+lnZUzkp94d
7a8ijSun1ov23stwMVZnlo8i5UmgJam8CRQFubZsDOh+MMGMeYa0K2yzf5wI6lc2/dKWJCsEXlEj
k0LD8Ou1RO+5kEer1s9eJz4Qpt0hXZFtLcldU1NZcKyAEKmvghSw6AydbcoklsMc+nf9rNH/ixHo
vYtNyRNICQ6WGq4Ma8k7GdSo+fMv7cDMO42xPaAelehnmFtVtPe0jPqx/mlU/2GrUhacmnzA4F2h
jYVIK93zC+Os2h98K3FU+d0of4r0x0x6aNYCwqW1IrEE4yK9FKC1Z4OCgp82PTs2zobXtRTpkoKa
aGNuzcKS/+GIX5qaHXHhIqmYJREupP+g5880xa24wsXtYNGejjtk5uYxBYnDVnQlh66jgrvTxRAA
pJSHY4hG965tKaj5filWjuKiUWrfPFjV6dKa7UEziRvRk5Y6k8jburG3iwjjdfEIiMEPf77diYHg
Iq079X+Bo359sAwSrWlUCeOcqukf3YeR3oIhv1RedAFLfpd+dAt6GG/bXNogvIthr4HtgszrNP6L
UBqs4ADfGLsx87tNkZwV9U6z1ogrl9zlhAGbuD95+8/xOKmbALIFbHqu0qe8DeBqX7nwF0ehw2tm
gh81r7TmG9pAtN6z9HOubuVsX6hOYO9vT9TC02pSdvqPiZnXC5WgtEYaW84NLYpDAsY9sLZt9ae1
EAT83o7ewe6/3DZ5raXBNTAd3qk3YWKRnH7TxeKA+a0aaHn1Mywl9YmGI/8+QC/zoCuFvjXyrHdM
04OuIRzlzdia1UMpJv1A0PEbPwp/51benyNULUzI9UsaUuCGsQ45XONOkagAH1sh6jXc/NKB4SiS
K0Uom0TcbEPpRquVVjf95n4n8QLU7oDE+JbTrolxL24qMkN/a1Rw68xOpt6GaQcnPtdQQTU7oSql
m+abgZzTChCtTqUjHnvzAE+FEUOyikY/j/LnQcXrWLbTFj/UMndCpT3cXu/lEU0BKwg54A4zZ63G
VmPJ3aifZehLrCOY67d/H6k3XikmuZsreqwKAldPUgmSpDz4VEYdQs9rcjtLl+iliVm46vs9rK+V
q5+jUh0du5X2vomzJITdee0aSc9SXh7MhmYQuMJdAgTl9fnQNCmmjGtYZ6/yzE02xFtNqh/8MN11
jfYNJsd3QVLs1DR4acZ0Bdi6OFLcJs9KwpOrdHk+JhKMvzK2s7qc2FHQBakJoDNd6fZGPBQrl8OS
iyNdKk+Zbdp0xexc5YZe0+8+WmdYS5zG0w4d5DOh3f/DHuRQQSdLYpsG1JmbC+DQUYAtWWezOLtw
5b5/+xaEF2MibQCCCw306xXrC83yY5A4Z304FNt0DWujavz/s3wUwcF/vz+bJWWsrEgP+X6cGLHh
6GWYnItxME8iVADN5tDvHyp5GBIn8MPiULlyyDs3cZ3O8qVNISfxIVYTf29FVD4ipdeAyHbtF7OE
GIkCDGWfMu2P2ZDZd15B8lADnPQ1Qx/ueHuelnYXHHmwkJJiJbkwc25d541Nm7kmcVsSn1kR8F3w
vT1Xvq0fPDVfcw1L7ycIkIm2Cd+vmaVVr1LtwC/Euep2SbqVj8kX9Gm6Ch6SlYBjcWT/tTTPQIVS
KHwlrsTZLqT3vmt+cOkQ80btFKrDr3+YxAtTM/dgaa7kR0kuzqCPnDg2YC/InWAklTf8uG1pyXNf
TJ82i32VVO2lLCzFGekS9BuQmL79/cVJI37nBiKSv6r/DGlbaIVLbaYJjfvCgs3e2jUI3fWetBJJ
LW6EC0vzA2oGmtyrWKrq72mqOK39U+j9tgBKrlW/wrV85OLEXZibnVfhwjqS6jEJa1N1YmsKUe5u
T92i37ywMLuRDNlNBnvgnZxFd4O5Vzuka1YO69ogZmGaFw5hSVAlzkn3bNU/dH3FJ68MYc4cSMG9
tWCUpKhpf6KhWA50x4rXQDjXLGATue1/J2pe5E6KUpR0L5BQqHrCxfyTro9fQlE+wgv/QRb1B10U
v3NXOmhGsNMr612mrsnULA90yqJCcwlYcfLuF/Fu3HlpLdTeonprP4WFdfBs72veySunac3MtJ4X
ZrzI1/RKGije2s1jZKs/dcWmzLQmhbdoBlGSv6VO2EFm20Kx+1wVUmOdA+9zFnzLvT9xsJIRXvQL
E18wxU0FdMvs+IQ+QmU+6MGzL70zsoLGSWjZw49q/PH2IVqqopLn+q+h2SmK8qbu9Jx6tzuU2wKG
TCHcTdWitEKf5PDZS97XjeVUWXqEyfq27cVpNCCRgo4Uvr15CG76SkT3I9Cq1H03JkfYaVESvW1i
8QBfmJhtCDVS4OWsMVHBxtUe/OKtEi7T0eIFYUyILTb27CLS4jFMPc9iJ7jW1zxsP6uau7s9hOUV
AvkwWYEC/m9J8mJTG5UPQVGsmmdP/up5PvTK+STkkcJ2YAbVrjZAN1vDKcmkYzvW+36MXm7/gsW9
OAFE6TIkjJh3YcRqAITUCK1zA9WWsTW/xJQ4s5XoYTozV/HdhZHZTLq5nFqSjpEOlTF/K7f5j1rS
089ZbXXPki0332W6MnYVFQaIqKCdvD3GZSeJl6Spj36Zq9J3XEYkHpPcOiu9ee9n0aEJbQXFz+Fn
7oW/tL46mlbwPozbe5G071u1vU8a8ef2j5gO9dUcUH0HawpS46p6LQ1BJPcyUkwihoDpQRRbSmu6
fjfGK1fn0mTjU0ClUcWmfW/mjsMoTWN+hHlGgkZyAjPfx4beOGHaPo/tKMMwle09pUHxY428Y2mI
VOfxaEyxekUF6dkikJEWwUOn32r9JwBEEyCqad+hhX57MpeO/qWlWeQWjm5hFhDugD09aO5mtLa3
v39NBMjZh+mB7cKrHr6C2S0gu/E4xo1inpHCg44mQdV0qwyTIE1Q5d9Hv3jhzo0ctZCrXefLSGgn
fvzYGVX+vuna9liH/nBXBBq6stJg7orYXHmSLfnXix84D8hNP5zohljlQQvv6yzbGClkZ+Y/uMBL
K7OD60dKJIHhpySXUP3ZamuJmsVRcMniYdEy0uaXbVzpsutrXLahK75VunvvmtkXVANXlnNxY+og
AaEkmcqYs2HAEW2ZEi3QZ9vItkmVb/x8eCpN96eSdl+0Mq/+4WbCo//H3mx7Ipps1FIPXM4b5a2b
ZE9u8Q+Fc1T0IAeBotGaGPNfR0MkbGuVDKQJ6gC1NmjZ9h1qkZmjlg/a2jtmcZUubE13yMUl1Q5a
MBgpz9o8EvQSfDeVicDvcPvILV1ENjltFfEdAsk5xFCPhJt4ASkMKT9mUFT0aXlXhJKjtWsQ6cXh
gCNi7mA+udKFT8a6GxKjA5+p9T/zgZrRaH2girsyoBUz85sVIcKwL0rMKDoKU3pwR3Zvp5lrQd6i
K5wESifwkKLMUVFBGiHZoIGgUFB59OLsUY31lTLz4vG5MDHba0WdKqpVTCZaB7EEEcGW8Vj2m3yt
yLZoiHhjQu+gnDeHJHu8+D2SNjyYoWWMRs0p4/e5D9hbePfQlq94hcUdR0KVajA0alRTXm9rTQ3l
svIGHmjZnW6/DA9B/F7VVm7jhV1A4AOeAXQQBYF5+YsmMkXJp5d5En+IUSJWW/Jb4UqAs2ZkNhLZ
i5o2DnnKqn4CAflhaMGB2isjWdhoSLyS/aOstsBBnpipUKscPLctt58Gu9oaMaQvt53Aio35reZ6
o9KXo7DOfep+8OrhUUTjp9smFladYRDPw4MPKndOo2sGhtfoJXMV+5/U9KWmyYwW/A+3jSyOw6Yk
DQiN0tZV95VZEmHCHHTuOTHaRn37tQxjukWMwtPBgj3i9c71PEr5oi25/HsnHbaZuRJeLYSQr74/
u78KBfpooB/muc2zfWolD23VPfdpsm01850kxu9Cjb6q2lpUt7Q0AFmgepg6z/U5h0jrD31HLcw8
myGEsbj+ak+NuNBXdsCCl+GK0QG6TSzSFBpez16gRG5R5aFJ4kc+krzTHZOcuTI0e82v77QxX0HV
LQWT051GO55paFABT8f34v5EclJuJJFNUZT6rKufc/+n92jG47awTP/ZhZjtvkakDZ6JRt6EiXKG
SGLvmmG28/VY/g7NFBp8urF22Ja8BughHBO3Bx0m0ya++Flq2RS5ClTkrJoPkvu1l7yNRsnv9klY
nGxagya8LgfOngXSfoiAKKgTE1lbuuDpxTmMcvxpTK0XVuHeoNB4297i1v2PPfr5Xg8qL0Q2hjlx
kRfxmNsK2OFR4A2tzSBCyJA25Xi8bXDpqMNg/X+kfWmPnEjT7S9CgoRk+QrU0ptNtbvbyxdkezys
CQkkS/Lr30Pf+8xUZaFC9kij0WhaIiq3yMiIE+fYAAyDIIOqUC8Gp58JZ8JTxAnNzt9iSdj6vDJ/
kyicStfxedp/me515/kPfj0u2kURF4SLKnjBreoBcuX4PHMevPrDnzQJ4rL49/vKWRvxWpJdjO+X
d8TYN9n+9s9fW20TD10QXKPae8XqKhu6aKPpNOpKBo5m2w2zufuKDsldNQ67CuKAhlvQQBu2HkZr
rurcsHJ2vNFDvpVIgD54HoxFHwwUGs7k5+huCRWtbQAgVRbSQeJCxE/ZAEU1WjbQLBSB/luun7zD
7Rnc+LwapY5gLRtJg8/negGUFuhsfh+eiooYCuMLowtcu5KOsDsiBtmPZmQ5rRt0gJIeqCzEhpW1
9YB/XVprPaR51HSjSBMkHrhmRoQdyhnEgkfSHVH4uz1Zq1aA0wfcG5DYq+1muP1olENNIo683AQO
dZeBrmTSoFFWuFvueQnalIQR6kZoDcBNCFS2CsnIgYCeNClI1Elwx8l6vGem87np668tQNpgSQfB
e4sU1u0hrp0olGIXbhlDN67IZFlhJYCVTiag5vyhAS7TBSdpYubf5aCNQZ/VX6BHaEJIz8s3boq1
nQh03dKc5QDzod6SaMQqpN0lZqT3/UvKvIdiZhs38dqNh3w4eGx16NpcsWpW2dSUqZuaUdUdNQlm
Lw3KyV9vT+Dasi3Y0kXgAMAsNXM0ZAtdt1cD1JQkdeYbI/vJvCb2SWVXfxMxFcdyTJMwrtFoftvy
6uhwlWO/4N67empUdUdNruMMGN00fONuO7253C5DTsZ54yCsmnoHVuH9ZF7pbpWzDZ56rbGiuKif
MpcdCyO9j+t8o1CyuiX+NaOW0FCwn1qQT8IMOzSgYuQbW259GAsPimt6wJ8pt5ORO1092fj+3D41
8r6Pv4Ms8Q8WBdJ8SNOgy+BK2MuFrkBX4y0QDXX7Rq3x6GXxX03v/jcz75ibs1huRpk5HsH6j3vc
bMKapN5e4sZHzjK1N7IBq5P274jeSxpnplJb7+e0cs2Io38WNMKZnfmOvbHB1sLGRdHw/0/be0b/
zEiH6lGmywRQ6sxuCDigpXZkTm3tZNcXgc6A2xkXesvfXyyk6JEVQl/3wmx5GTzOXVwueHQr0tlO
s45p8pQXG0+3tdkDBB1M9AsJLkBQlyZ4LzNrYjrwynP5ZYybD2bJdjTf6m7ZMrPcZGfzZxsJA4++
aUVSY81LkVlZSCHS9HWcjX63MWnLa1O9qDz0aqK6shQz1dfoZOjMNNOERg46fMCYZw37Ls86kAbS
sgcbbl4/slnKfQ2ejdDtYjvgXJuCLh4KHGzwfGmFKI4QqmC7KTFo74+6Xh66fqoDUuvdvSsNUD+B
t8ufnT67t+vmlKOvG9CattgLRuNjgvaivV6Y6O6qQYhWoH9EgqkK/BT2TztzxwTYEaE/IxYpfW8c
+2BMSfJLYwSI01r/RjVd+4LHItlpqeweQSOLOBjle/T2W5mxQ+nK8Auqm59onBh+nqVZaFWDuGsp
iAD1Id5KV6+4PeQO0AiDvm5A9lW3p/FaDkOXm5Ek96T9lVRbLGhbBpT8QTkyUxQcBvQxjO9tub+9
I1Y/j2gcoQtSa1f9NYNtLULqtQk0SvN3bw4f+3qrhWfFP6DPAvp0qKVBsklNf88NMyaPGwR7Lj5K
N+S6c6yrV9meNH0LeLAGWIQxECB6JhbkiiW7HmQ+6iWDxyMCCmv5C7pz96B/OKB0cjT64WNuJTsL
SgIB6osvt+dyLeTE/YQiFHDYKKQr/qJusqmzBODznu6Fpsl8AwpuGpIjSbFFKLfqM85MKT4DhEFW
440pjRIPHCVPLdIPZGNnrCwb3oKowAIsgl4ANTgqc8xe6eDCrQfxuNSVeB0nu6GmH6vBtfYVCOBu
T9/KVnThzlFd18FacEWH0lsi6XrNMiNkaL87jtwjZ3m6bWJ12s5MKNPmgf1pGEoTQaVhhNKgz95k
HBe84W0za3ElVK8ALwR/wbU88lwXk1b1jhlBUvhNGJBEbueDzUDfZqc8FElfgId+C6G/On3wfKiU
gAPyijd11hJSDBleAzZ7ltDz6TfmbuX74MADpBQjw4NDBUyWktKitzk8nY3mSDfzIZy0caevHCC8
KRZwBZQsISqh+Lp6gpJfPSFcgarcz4QI/VNvMr5jHDRq1mjYGw/R1REBZgAEEZ5uplp9H0U3QM0K
bVaOme9iQsNm2HjErA7ozMLyC86u9lErZ28sYaFP4+eKesdeSx/afg6cvtoKkFdHA3VO0NDgxYtu
8Utbnlb38+IWI2fwG0fbxdTY8AgrpwdRwT8W1LuusCUyKASPFpnH3xOQL/vTyD+706ZO5aohdGkD
h42g8qpNFuxlY1tCny8aBf+lxUbquzNEmRmBlt/tk7ryhAba+19LygJxtJ7ORGLHaV9EvrPeuhxz
F/R5yKvd/NsU5XhS6Ni68G0L9FuVAXKdGm00MwJlqxNvVl7sXFYBZL4lce+s7QSoKjiAQpEFzKoc
I4tAMTWzRxKJSS99qTOUyyxGd7ozmp9k35lBVfe673Wz+WxmXf9CdVBnmwjXhW+3OZjubKdBilto
7qOWF9kxz8oCGKd42BMqpi+lO9nBlEMBwORtd2e7Wv0C1gSIgyUx/4TFKx7YDAdrZR0NJMSmj2KI
jdKH1hjbM/TFR30Xa73vcFD6OKllH1kr2o8gkCofPPDzhbI4zqK/a9GP6SahW0LCYzwkUxlORpBp
wZTEYWW7D3nSWE+I6ZCjZhwSyWCKeU5ND30Kmt4+GO5AT6BXSf5GGOvuqJd3+zYf530r3WxfDXWH
tkp9hPoegtfebjKoOTjFT8sFlNmrwcRHeA9ZO6ubdmbslnsU6rLnKTPNey8mbSgGfd7Ih7+/WZTo
HGEL8F0mQQYeSNHLIzyJrgBMDteT2RQtgPDWg0jdA8H+z6H+PHcF9Y2CoznK1b6Sidp+6iUHBO2T
zxI0e98+GuuhFLD+KIaC0+2K7p6kfZ/O2AiRXdy3wMND8MfnyQ/PFGEczyGBNE3KnzL9x227a4ff
WrqB3vlCr8IArWbUaAxJIuY+kPkuEffdsFEzWzsg5yaUMIAPkJag40TAWPMqnspsw+tvfX4JD868
Pm24MaBbjkTkjU4itBMzvD1FWwYUV29afSmlgAE2HW0dQl8J2XjTr11coPq04a8oEvZq06JRF56l
ATGO8h70IceMWQchjSGguga+NhcKtbdHtLroeJb9P/5q9OxeTlnDHOidz4Qg20fDdJbY0DpkK3e3
razNG0VRHEAxZC2RfLu0ohUkKRIH7Vnc2Mkw2RJUX5s0nBNz0VSA+IEKiWhHXqIzaqJR0z3q6amu
H7r2mDF3Y65WR4Es80KLjvSvWhMteFM6IASiUWkG9uRzfcMNra0FRZyHexGB/1UH0dB0edGMHY0Y
/+CI1xlcaNnh9kKsmgBMBzsMG4yqyTyZcAb5HUYjkf5oRhrYUMQ05g0jq8uxEA6jxR0dHe9CA2fH
0GrmvEHzJhrGgEp5bpKwynfh7XGsmkAnF161C0nFezX5zEQXt6llQtkzsuOdwxqkLjKf5T8H/v22
nbUwBWRK/9hZ3mpndhzeJik602iU5q8QIEi73cx3RT4G2cR9gwvUTrdKGqtLdGZScWIApJp1DRKY
yBv3aIew530y7G+Pan32IMC+cHss3fqXo2ookvyLSEgkdGSBsgaVwNQ8zmP+VbPKjUzo6qHx/rGl
1s4Abs0lMkY0KnTjmM7Zbqxebo9mbcIAVAEDAIIulNCVNSJG1iCLN2PC5sS36ucF8WpsvZDeQwA1
RFhQ+ii+gEkEb8zLOesmpymZiw5WY6zsj6JyRn9CSyj1iTb33Kdj/zMZOBh+Y332mbSTIBvz+4I+
jaYFhtmxtOLAbhj9kHga2NnIEFsBXilt49fSyCM6MPNjh+LEDvxmSP5lsoOOn9kKPzYQuLLMsH9K
3UmhQTvAS0tZZHs52fYXroOxMWGeDKglIStvNuSZD/ngJ4S3o+/U8QcP4QvvoWabHDRxKB29/5VK
np/InP1FaJu8pZVR7egwVUHNzdp3S1k+IDlR+ONcj3syzYPvZU581OO83Ag61rYi8HhgPUA9Cy3V
yrSyBMeYozAaZUblt8az6z6x6ltRbOyRLTPKjo8lRLFMCTMDVOgoeTadDxOSAUaSbtwRy2ZTtwm0
HwEEBV5uqZ9dbpNakMpJM06inGuhbIAI7o0jd/sgqWdEcTHd8LVrxwvopkUIEhRlYKC5tMdaKKpJ
qRNsoE+TeEWTzO3Dtf59oAdAweeBFGY5fGcO0KUWTldlIuKpRDjR7EOX5xseYo0SBu9jgjMM8QLk
vBQb4IbtRN90RiQzm77Ek5fsnLrWX8upHcOa28WbQR071LnFXwZNJncVJzLISR+HDAdj16ZZ+1o1
uveUNCR7vT0BawuKqxggNTzt4S2VH9fOg5lAFteIUrM4ZB5zQ6h7P5G4nfycswfRbta016YczxCE
/uiJBAG2soWQcS8kkPskmtAQuRf9RpSx+nkIF4ESA9W2KzYxl4FpQmtTvC4qtDU5P9JiK4ZdmzKw
2uL320uftfoMZo4nLLgLEmlTlNffDFDA8074s3Xfj39AuooywL+2yOX+lMzpuK0nGE0axKhYl6zY
mK/159iZCeVx2I7VJNGaQ6LWhSqYJuv6SWtIjLmjBGxsUt9TUVXHOpcc6Bp05Rtm/Qc83wg60agH
qpuFREH5DWbZO6LmhR3l4t717pEvuL3Ll12sui00J5KlwgvpU/X7+WCMU2UhZItRJ2g7DRhs+y43
t2RS1vbeuZnl72fepDRqU2QUV7XeBL0VDnwjsNkahnJYZ9IWSUXwfUoeh+EDJad+iyF0uZAuZ8oA
bgDt6/BTaOVU2yQMbRJjWYKbozQT587rgfNIgYqUMzrtS+FOD9k09mHLR7r73SWCYTBngJFhaWVX
WcRLOrlGwfCGmnVkBNKdAxkwnKrbRq4X6NKIskBzyQDAL2Ekbw+MBcmWfNXW95UFcjPOzHj5vv73
0H4quk+3f/5Kq+Dy+5GIRTYbGT/Vd1K7bDCBOUVJfDjUuhWMi1pg6+Dt3IlHNpoHMlkQqeOzFxhD
9UObt6o315EGLAPU7NpA6Fy30YHlQuvz0bYiveV3Jt7yUDZi+7Zin+JGbGyJtdnEB7EjUCdHf8vi
iM+O05gVoOuehRmJ7i5zj1l4ezaXxVC3OtKZKDygu/G60wA8uKnFUqB0JnMMQJ8c5omx9+atQuty
n90woyKaM6aDGWrmFjp9S+EcGhqzyByN6g36PyRKMlKgUl2K7G6uuQTd7JS+3h7n9TQCg47oE0Vk
ZNlRObqcRqIDQDZzx4psa8+bT/EWUvx6S1x+X7mjnHpcFPxiDFA+4h8NtHpk722t1tYolCsitWbL
FMsomB1Uz/0WRvl6MyyDAIU68pEA8jrKICbga4EhxSBm4aOAK6rXtNlwPqsm3hUVEQwCWbf8/Ww7
s7z3xgbnM5JzQv2STNCvzGWom+lG0Ly6IGBkBcYNoNGrvjANOikzBYQv8sDW+myWNNsPY5x/n5Mk
eYEq4R+QhCF+BECVABEJNVglSIcQwiSYbHEtxS/0yRy//sH+Pfu8sn9NKvTBnfB5w/CNB7JV8l7d
WHj1In23ABVc5YlmzdKrFzHlCJ0AVnvMt/ob17+PLlJ9URm6IlomNsTsdQexh7yvNcA1k19/MD1g
qv7f9xf7Z9sKAiaVrgl8n4Jb4smrN4qZq7v27PPKrhW6IGO7hE7DZ1f6VD+UW8RFaxZAqgjnhIQN
okDFzSMV0MXzjKPH3TtuHEyO3my+pYC7tgrnRpRVzmNJE2rCiF09NEExbaAUV8ewEFtbqPiC41f5
PApOceranEam+5HUjx0JpLX7/XVecrMgZcaVBVuX66x3HDyso0sRp98hg1L/yQgWjQJrqZSjFn/5
+RgETMDecjvSq1Bmr1n9YZ6CPxgByk/wsgsdhFqGdxxGpWEhyjfyYdhbwm1349jWx9tW1rwf4scF
Nw36URDvXg4Eb12G+MUDV1oCoQLNSp/AvnfQk/4RsN/wD2wBwocUD+prqGdc2jInaeVgIIetwW0D
wBvYfWbE7WEuB0DViJmap9sGr7cxENkoXuuQ+gDE11QMdkxLQYyFUnmMh3o1BVUnN4a0ZUG5CAdt
SJEScMwofZHZsSR3/20AyurE4n8DyOfcn3hQVlu8y6sDWPgeF7q1Jei5XBMu6yKtBrxgqPfDvUuN
b7cHsJLOwRLg7YsiFhSJrpFtDNn/d2LWmLz04g0EnCD2AoukbyeQOZQSXUYzhKkdP0cOfTD2vZ36
H3K6EUysjvIdtQxeqYXe5XKUTFLZtCly3PPPykKs8nx7lGufRzMNChygp0FvuTKJiddkLO4rGk16
pOWfjd8HlRgAYwGGD0AWfKbqzIqxc/IOvigake4C+8zGLlvcrRJzg4kIKF6ICOPKVSn36oaapQM1
vyhDWro0f8xH7Rt6RvzSgkoU1ItvT9a188cgQL2/0Ioge6H6Na2taEmKxgOfZRzy+FC5fD/G2m97
z2WqkHRd3DNuSuXo65JbaLuExoAJHkvkWsffT8KAqAeVOdwuqATgeXe5pZrUMHlfa+zEmrefsnn5
7UlaEIwLTgVqgejsvvy6AETOLCpZnUz0QQxhZX7zhg0TK5v2woRyhdWM5QkdYYLuNbyx2g0c4XKk
lE0FSPgCgcPORbCrLIArKlB7uz07udlwB+GFwDIitIsjqxro8/72bG3ZUrxwOWUxUMkDO2npLiMY
TqB9d9InYX66bWcto3AxKMUfG+B71Qwh2Kmvf+JI+R06NM3mKZPJvY2ejqQEPmqQfIHl+N3gbTFD
rywZKBhwaJbUH/p9VDc2SYDTk46dHPqR+06/sWTrwzv7vrLrJitnNRctO+nNnsavxH2kDfi2jot8
nEjvuLWj2ZP1+yKP8APoXEDzD7wcgo3LvY5YF0gmYO1P6XjPd06zEZKvbo4F/kmAxcKbZfFHZxG/
Z2RmT/KKnXLtabBnJIZf8h7cElCgm5LfhrSgTQFvOmDjKLIHauteWxsNT0qwhLEp0AHuomm/4ddW
vCduUaQnkOABtkHFA7ctIJvZ5OIggfrKEE8tXuCa9fX2Pl8zglfWUttcVH0sZZuXejuMkJAqT+kQ
5EZQZOG8daVtmVi2+tmq8Iy2Mgd36Qk8DNAyf4V0QYv66e1xXAe3kC04G4ey9EWjV6xhGEdchtT1
ASik3R7pq9tW1jbYuZXlV5wNpXHZVMTSKk+j7IO6+KubPNRbf2b5wXY3Fmb1hJ7bUjyALr2Gaxls
uXODJg59pwHhB6kRXw78V9rLvXD77yRpwsSTkVai+eK/jVXxEA5Imzwrt8uT7LKgwOu/FY+8PSTN
0co3nPrq4kHC1nEXmQIU2S+ntczQeUhGLN5kAYBofmidYDT21N4ws+ZTQan8PzNq7MZQhjCQt8dG
TInv5Y0vyEZJc3WrUwTBINF4L09dDiQjWsrShmDOpm8ChFDS/UG2eoZXJ+vMxvL3sz1oMk8UAujO
U5WGmRPkwAP0gbF1QayMxNEhnoLHFJAiV92gZtfUYLcuy9OABhsHwqzV/OKlv/20Rgh9ZkTxDLgq
dB1NnyWQWx+K7K+J3NdbgPCVKt6lDcUxVEiQoX6McISLgw2Bcs9HnNUZ+zQLHO/Bdb52W4QzaycX
wwKmVMf0Id2oxENtaVZt0XDsM8A4QE1Qx/cieaiAsOjtH7bzVehHTQ/1dHf7wC6nRAnDLswqoVFe
arkTJzDbAS04Y4cDxzEFRPpjvxME7Vpb4f3KTsRTApHr8u7GDaLcHQX1CgNp2+JEyhA+ApDhfA5s
Y2NYK0+WCyvKJhEuz7pY2sUJ6WAi7xzrrhu/tx4PMxBgdfOP25O4uu9RbNVBEgjSB7UmMDh229S5
Vpwq8rehvxr1h7HeiBy2TCjrVI21UdIaJup232c/c7bTt2TXVrfC2SiUlQFEomOlg4OFJ8fRqL5Z
+ZsHjQc+/EWrz2V+X8UbkdfWmJRFmqQ7oO0wL0967ew4/951d5U+btxIq0agGgXwgoVKgcpjoBnD
IGN3gnelD1V8GFDQq5w/GciZDWUgrOy6QvQzvGsZoGNE1CGkiH5/i+GpitcFGCswEOW2q4wic4Eg
K05T+lxWYGD5NP4+0A/5PSQn0NEDAuQrJDk43Ajkqfri5GmgJbgjzbEePsbTFmRxmQzV4wDogWQI
CpFL1+7lVaQVyQBwz1Cc6BA0w5Hpz38wU2ffV666wuNLC9Ty/enzkH7V6l+uiP6bCSXKyggb6ZjL
Aq/VMO8/sCz8A5YzLMbZKJRAyu6gclCzsTjN3S7xDN8s7kS25YtXzsZCJIzsLnK416Um05YGA8aj
OVUuiKGkHnL3oSFbMIE1K8jiuwsNBbol1JuN2b2dxLRrToa4b4yj1dzJdOMArlwqCNDe8Q6mjRyV
4roGLeYghetabN0hNK1jIUrwiv6VysPthV+146EwhwaQBUOqLHyqjc1UV+iJtbzWF9Lz3ayHeoP0
O+3LbUtrkwbRM8ATwKrlQizw8pSgTMfyuNfbU1MVIc+/Z+gjERXZcI5rgQ4knf41o0xcM1XETcWI
ARk8TPMcGO8a9CtDkJi7QvZHlrr+2Ji+bD7/t/EpLlO22jhLbW5P5VwEo/2BWcSvttLjq5MI+jNw
buFWvtINchqa2PWM5WqH6X7IxsM8vcbt78ejeGej1LMoUYKhRPHMlhDctWzRnuo3XUfW5RQDYn57
slZcJvj1kNdd0gYIL5RtBxiC6U0OtvdYyDuPliHatTbiiy0Tir9BtGT2mQcTBgMPfDL9RQAcvj2K
ldVAEclDZRVXGLB+yl6bM9Izl6fNSeblse3YByKbveVupYve09HKBXNhR9laZUkAlcaL6lSWhbwH
+vavdnBAJVYz87FwMuMO2AcSAFvm7CQdY7+IHfdJWM4vc9DpqUl0euTpOLzOCdhfc62C/F1j5bvR
dn5pPO+hdQJ1i1bnw4M1s/KutZJfeY+k3mxpL3bTWEFn5lXQTe5bNgzwqY71adZz86A1jnfknha/
zLVOntwkLd8so8oCu/OIP1KJji1JssDswcziNHHsG62eIcHSe0HlzfUxtat236TVCNIn1zpK1szo
kKNTgMAgORKbmyGKDDW0KrL0pc6L7m5mRA/S0bDePKsUOzBXOC9AB3Z41Oj956Gp+iC27X6XpK2H
v3r6xxR06Q+uwcFq7xrJZ09PbHTXybHwLfAOANO6/GeSW+WuznZpfQ/lrOLegd8Hc5LXf2xrq7ov
ygacEVDp8ScnR5JrItqh12m3M1utD2RFQFtXNqBS6S13d3uPrThonEDPBUsCSgcgCLx0m0Yjppo3
aX1y6q9D8bGbJ7/Bq2krVN4yo3jniYMEvGBJvdzOjPlp8ZQCY1zvbw/mPY+m7mQ8YxArAT+4SCFf
jkamSaJhl9QnZs3OMbYKSNOhChpUTZX71Jy0w0wzLSRNhc6Cocl8l0zMnzLbuBd2K065YNnRFH32
yMBvGfSpPj9Mtih2M3RUngUz82DiphVkUgcK0ezbkCSiDGq3m14nQb1DlY2zT5oGK9nw71xkv4a+
yg/j5PU7TQcbYNK4SdB6tAl1CvE1LoG3QpXIhaA8qQIDTybfIOPJioX0q6p1/Y4N6UZa+tp1oea1
KEGBtGJJDyt+xSyFTGTb61E1vcXsKwMc6PY6XDuuSwOKQ6kzw+VzBgOuPIz2EKK5VRdF+CdGEIih
FQrhhaoMS9yczbbw9EhaVdjMIpi1Z6vbMHL1xAPcYWH4QN4WqEf44MsNlVK7EfpoMLAP/C3r5x6t
u9RtDlb/1CffeBo56dvtUV2tjWJQOSgpN4lmQ0kKgPgAYm++BuKZP7CwAPJAA4pym1r7nD3edK6A
hfrv9qHc4BZa/flnH1d+fi4AZCwkPl6QB2mEQ/x8+8df+ZFles6+r2zdUo+nosuwHpp737xItFjn
R4sfbxu52r7vRiDRhqYE/NtQrvbE9rSEdiaLcuc+aR9l+mDTjRTmyjwtPTlIfyx4CnTqX+6rrvKq
ws5TFkGPKfeHfMOrr38eitxAyi7FQmWa2hwtbqZWsGgywpY4/pxuvVEWT3rhafEUxXXxj4XlF5zl
RxkZhh4BAougHLKfSiMYWHrkuXMw7PgRMmkb6742oIVhEzVAagKhrTj2FNKz4JaTLBI14muzgMRa
cHvRr7vUMSITvYioBiwNKWqeTY9rd8ynCSMq4ofJy74kM3uMaR8WTH/QhBYIu4SAZn+fGtrOADpp
akA8Z4vT7d+xbC51Ys9/hjKx0FDtvBp0u9FMhyLIsuljUstdV4uDo3mn2aa/snb+etvmNT3w+9jR
Eo0wZoHCKW6uTq3O1bqBoc8JhNFeeUy77NGZvH1L8geA73d0AI4plb6BjKDZzUCw5cfMzRH96IHe
FpCMnn+7d3r5TUBrgbMTdxWoei53WN97nT0THSJ2svWtJuIAjkIJY8Mbrjh4WFlep0j2oxasbCzh
1NooHaeMquxRug8x+Zjmz2kFhFtb+GJ8brfUblYNgskGlVO0g1yJDOiZqc1sgLpgW310hg7tDXuE
uVAVfGqX+jfXfa3darJZcWiIHID5xYN/YaxSplLT6nnIBdyB2Rz7cicNQL7j333VLcv1rw0VhZvU
Zc+EjXGli5RUCgvZt2z+7QQM+tyXtyN07Ze+JDV0cWcPh5c5VZRUn6fmc8FeC/J6+zCsuJoLE8oB
zGbLKYyRVlGvH3+RLbLblaW4+Pry9zO/KZZOFr3FAFLyCP6uo0W/a/lWTXvllrwwotwu9UByw2xg
RBifhQ59GoYiBQLupNi4xrYMKaenadt2wh1XRaDMS80w0Y5tcce2CLXfryvFJ16MR7mQrcw256KC
GXvug6L4axGx4+B9jNM9iHx3TvnDabIDBN8Dd2wOlQ3lKnaoRqjy1B/RQxSU5POgP+ps9m3tsZlR
H6+/oqYbjIPjex7k/QqQzJLGn7pfZXVH2J5k4mU25H72drSpfI/8ArmKXxWfSwAeIbK9sxFyOkaY
IAUIMr6DS//Sh7cCL98if5b6jwmlT1GToCGvXvqkG1u378oexVED4Q4o5JGqUftGs2EicckqHjXa
I8TTdx3NN2KgdQvQQ4XaAm4FFW1UU5Ai2bTgETEm0GJJf/J2t8/ZyknAGP61oISKyZQ0snYyHtXG
yxAfsukz1TZMbA1CCYN6MSBV2JY8MlAhJo/tVufByva/GILiKgaBpIZe4Puj/lSCyse9k+ATEBuR
yUpEcGFFcRlgmugni2ApUAR9KF3iJ/EBsZAPWS1NG3de/+P2wqzaQ8cTWAbRVgEWsUsXZRR6qYE/
o45ozgKgb9DlHun2no9xSLSHJAlvm1tdJNwcyHOh7x8i7JfmqAMJbjHGdTTN5oPVfS3ZVkPKqgWw
qRp4JoJ4XYXkSmIm+ZBwHvXiMXd84f7JCM6+r4xASF0gIVHjNNIvVvmjLjaC39VtBsCGi8IDVCl0
xZ2jPXWGjA/BBsArt+6fM/JWNju8fzc22pYdZeGtEQFwFhuwAw+XOf2h6R9i98OcbzwSVzcY2KDw
ulpCu6sKY94VEN2yeVTYqNUH3XyEXizPP2t1MP+2iivAyeim/cfWsjfO7luDZaaX1Jg7tN7uOZtD
FLruhs7dCCNXndmZGeWMVjNnboaEYqTFB5eDQa4KRb4FLV8zgvlankCI4bCfL8cCODjVO8vj4OFv
w8ETQSXEoQU05faBXJZZuW3RHw/ROTzw0Mag5udRYo5dq8gg421zv+g/uimqN/etBOLUebltam3H
oW0LmGIb6iRXSqeODVBuTMsmAlddgoaF4q5KNT8fvLu03CLJXNt18KPos0J7yTU5D/5/yrOmwrBA
N8bDke0S5pvNfpg/utnvZtiw66DDgdfkoppwpQUg7bwZrKRoIle86gggqPkHa3RuQNnWcwrCwjnO
m2jqtNAdHoz8q4VOeejsmofbS7S2G84tKTsbWfVaj3VMG/1UjCFHoavex/3dPG1shVU7gMqb2OGg
clZ7WZp4kCyRaRMlZgtw7KgfszIGyVgVzRZ58OZ0w97q1nPAPoRMMR4TaoCj2Wmp1wPGlZo/K/2n
ode+6H8Yyc/b03e161BLW7qBCNqIARJQuy4bgS5mCpRSNBvuowM/B3o9cHx/GuP+kJbaQ266G14c
kHz1AMMmHkhkkdVx0INpXvoJaA3KmWN8EcknY2+0thHUHYq8te2AxH5I7J1WVkmQ9nF1F0sH+WvZ
1p9dFg8PYz7moQbGzXswDmZ7iyVzOCD+DqrC6gLTK/M96lwiaPUBf/UGMHVVTmh15eciGcFMnNoa
lLjdARTVmone0px8GrgDXdUZzfRu3I67wRqb+9IGhmkSEHPrJ2kcpD3Y/izS6lHOmrYjWdZ/EDlz
vpYIRXY5uHmlECRIsdF5se+MErUWAWW2T/X0aIzFc1s7d5/T3Zzad67TBOWzdqeV48nWyF02kHIH
TaF5x+cBlNrGUnEc0XzfE8qCTOcAccE7QgkVv3eakjzMxiwO3BIs3lOHPt+cS90nBBmulNWd72iu
ecglk8Ewj6+mpolQa0w7ZF7H990w9xgRaOsy0dKgAZb/QPLkpahme59psxvUogNTdB+PgW4kvxxR
QiFdVuVOqwUwKszUAgZOVTCTxe1eGwCGJxP+QHstD7tU1r40W9PnvGnRJczKY617v+rMrvyGSWtv
ThygO9dK78YcwWGbxBb0Mk3iN3EPFvTSkAc+lu1et2TqpyQjwUQB0NMHNKhpTUZ9t4IULO/n2Dcp
RpjbeMIUdlmGFX7yF+rQ9L5nAyhye6/fgzJS+4jSK576sTt/1vUsT30ts6dD54kWaCt7ePAgLoyj
ZZt+ns/WMZdttwOmD7IhdZlnUdeYP+VE9a+uoOKuycH8lY7AA01I2Rxvn8P3bv2LWw1yYgacMugD
cDLQyHh5KOa45PEAUoL/I+3LmtzGsaz/Ske9s4f7MjHdD1y0ZSr3xc4XRNqZBkmQAEgQBMlf/x3V
dHelZUXqq5oHR9ghixCI7eLes9yUqr8Mpi6FQcGtHL+qILyEY2daC+tWht5FVF/JCAYu7Xogw93c
rW0bopCmKRBJpG1YYwaQfdsnea1QXMIllJdQhZdVuswsNzVugKGdxtNX3b4Zx06NP2ULthe+kyMt
dNwgo7+n7IqaABtck/rkgXZjQbprt4Qtn1pXEIiXfnDnTOrMK/hlhz28AeChUN4PAfqwjy5cfG6Q
OawnfqPkmzcMWTvygizfaHllnVVU+SVUOWrr6HyKBtphahjkafSlq+10xpKY/7R60lEjR0dTaflQ
zBJoRAXPUXOvoq9n5syv++hPL+xwhHyIHe3BqbDN4fmojae6ek3OnXmHt/DLnPwwIocR+9BAWLaK
uJCGuSmxKS2p1PnnHfjljDt6QUdzPvBhpRON6MDUI0i4EzDX7h9UcGZenRvro+xiw+FfomesLB2R
TA4yhVtYrqwzt9IzrfwOzPnwriRfTNha6AvrMtXdjd0T8c9EbWde13GxzxsCQBYWNNH9cOKUiUtL
5+45jZZzjRytwjhiImhmjHlD0spbOdV102eh/X98W0chwNJyVSZG8xvgB4I680UK66TPJ9evTNSf
Z5dzNO5d0uqgrG0ONRvbL5hvAcOBXRYnZuwVcajgOxm50PCNbDipTlYAJWMcvoI3TcGVeu1Y+90p
4y8A6pzbGE7PFYh6Q74SJarjGwwkXVzCS4ffmDKLRWZNqbDPLK2TTQAki20UebhfpD5bX8YySjDp
Kbla2lvpfe3dMxn1k7vDhyaOVu802LPFxsOJVeUMCJBz1JPTXUDpA4Ei/NKPr+GtWErtJ5TfQAMu
NUSmfjKkjvjT8NXDNAFqEukkZF9+kXQaOl+zyKr5DfC4hZy2XsjPzET35Jr60MTRmlKa4iamK36D
G2SYqz6ct7Hy/bR3B50DmVSuvZk/Gm7V2bBIs2fh1G6C2ajcrXuosM91nC5O+RIxnqRLgEtOp0qA
MxraZEvlwEG9m6oCUXVYRAbgoikmcx4ZWNonMU58AoHt9MziOizQo6MBeF+QKlyQiMFLOzoaQLFF
jX4K2U00d9t4uHDpytDLSlQZB9VO8JXqvwT9o6kvW30RTvpMiubU3IN3CorfIEVi5I6aRymUT6NC
HZ9EN9qr0hHeoJ/38FwLR7Nbs6kkywh/tcbL+yUb/jTMAdPuYw+OdicE9cTnqLbc2PWYL4uFmb3+
vAenZt2HFo7FIadYDM3goVJL3V0JQFpXwonK9nKosP2FzeZjS0eJHzV74+QBRA0Np6UQblj4gUBR
4xzy/3SHkF+KsGIjVMJ/DkdqO+6CMQTuQatVN97SYFNDde2cr9bJVqC1AsoTvG9/ccOwUSZkFkXF
tYZrlyte++lO2G96vvt8dE7OL1B6YUEP11dYh//cmTniBhXPBBfvL1j24/RXpi9kh3C1h7ck4FQ/
P94nVKkF7L0bTe9rfoXJeKaBk7vzh/vK0WDYvnH6hAzY/ZO1iWE6Vtj9mQl86hV93JmPgoQJAmQV
tjh+I1DrNupaqzPlwZN9+N2vG3c8IAuO1mA0smZiUQwgTfA6zPBaEFvbbc7s/qd7gSyb/3sjx4Hh
CKAeBHzQyOIwBwU+0OGpP/6lRg6W3YBH4LQ/Gg3ea+zGouRIHo7ptQ11lc9n6+H7R9s9Dsk/nn+0
G9aEDLVUDGcxDnq+nuIVyY3eOV8/b+b0u/qjmaMBsT1ihKbohm6/kfoySH58/vzfTfE+6Ud8JNzB
mTDdrCB/wIi4gIZHzvylWLz6ru2cPJiaAsKlO0bsKHOXqShDpIx8UXz+I07Puv908jiTGHl60ERC
5q7prsOyBtTh0QTncCMn32QCFkgImRf4oB9+xIfrCKGA4s8hR+WbIBGGO7sXnDNxOdmPD00cNtIP
TfgNcxH/9fzGRh5omnRKoh0CqTMz71wrRzM7qstxkCM6AnW4DEKKGexDYUqy+nxMzr2uo/nt0jkg
binxupYc277507a4hyDzw7s6mtgJrGFghyI4IK3PLGmQZdwl4oGdc1Y9dXZ9aOYY5MLjFuEj/F1u
GLImk3DThdap736bvL8Qf31s6OjER0Le6oyP/vQewWhUQC1Y3z8fkjMDH7g/T6+KABGuJPrSO7IY
GQ77vsrbOj7DNDrdzMF1HloUh7vSz820aKZ1jeI3jtgvkClq3Aenuv28K6eH5Y82DrPvw0oJmRk8
snT8ZnTDtB72lhVltJlhrnUOf3R6Hv/R0qG3H1qqhpDKuURvyPK1tq3nYUH68/POnGviaNnTKOln
S6MJMS8GYDB5N4ho83kbh+Xwyzad/NGNo+XInTlp/BBtwKHkkfY3XmSKyf+KBDy8M7OkLjPPnOHL
nJ4HoPsAXgg6y/GuPOtFuorihIOnhHZXEJBt3j/v1LkWjiY0tZdKzQ52MgUXz7eyXw3nFOROzTMX
+WOwh4DZ/UX/lvCJCuZiVTJnTWC/4VZXCS8oHMM+78npdg6alvC8Q+noaE+WiaFJyGP0BFUTrVtA
T0cYGVzKP23pg20T8J7/NHQ0DzrfGnQgQ2zL9mUfqYzP9C8ETh9bONqYpxl3UyPQQhLs4MbVnDO7
OzXoH55/fAkjvW1cDpHLmyH6brvPXnfRj2cWy+ElHC+Wj00c7cUu4OYSxSisebEaW2S1uuRS4RDT
1ldcPLJOv30++qc2ABdYTRQnD6yDY2z4gtrFGKE2dzOOzwFsinz+8nkDp4JNhMvwcITPDmTqjqZX
Mg5W1SatgF1kn4pgPZav5chynXzj4lycdPLloaYLrDjE9iHX8POGaYwTszpAKs6NLmqVB1VqvdK1
9+q6ZyjGJ9/ah4YOn3/Ymb2qlqZ20VDcpwj6pqX4/KWd7EgIqxrcyRwwcw8T8cPzUZ3plkSE7Q30
53Pi0QywL86/zZHJLLOx/jQP5LAyDwbNDpIwkCY6bi6ImSN4cuCBwJ3sMWrOTLKTc+DD849OGdaG
MPjhhyAZlSsrQ9wHtDfrruU5c6qTC/RDQ0eTzddQnKkCdERUcyronW3xVJxjNJ1r5DB4HwenihML
XFOAquf+EcbFV7D1zBwYe30+B04dm0hkQr3z4HT4i7IxgRe003ktcvdzvWIos4o3e2mB3xawrGsz
FfBiZuRMoycPgw+NHo1UGdZ9746HgzOBxHWbzzSXHs8D7xzX6eRLBCfcA28OOPHjSK1PkpGMhxk+
OFeBQlFwXekzi/RkX0AHR9oHHhlARPw8TpM/iEHaoO9wFAZIctl3Q1q113H88PlAndwMPrRzNB+S
sEb4J0AXkVb2zGT+V54OMnsAoghUWY7Wpk1nomOq8fTOuZz8+cGK5zPx/8mxgH7bv5s4GnRTRYvT
lQOSGl/c8j4AbjE8MxTnWjgaCnucu2CRaIHRWziWjfoy/tOUgMMehogPQDIfgpHHOBQd1ZUvLLBK
xuSbXT8ZsGGH578yFH80cZgIHxY+bMQFsRzT3hhnx9pXOZ7JYJ1a8WCp+3YIJ3TQwo5iSqu0mzCm
CJRh3r4NlUnnJckT52kOfggD3dOrQP+Vq+zHJo9OTGQVraF2ce2vaHc5gjYZLhDWi51dP9WPn7+9
U3MA0SygQliPsD45Cs6ocICQjhYEZxWgJd2rp7wUNc/PGzm1FkGvAWIYYGtsnEeNxJ6aQyXwCmMi
bm0ZbmnMz0UZJ9tAoQR4O2hm/AJZDqnWrCFdc8NSd1mfRdudejz8uyHpfNB6+cW7c2hHEAJQrYem
70Ogr90zi/3U4w9pJDisgQyIgOznSTy2Mch00Ay+UU3aTik7l0o+9/yjzcSaZFM3FLth0KxingIu
9OdGGNpicDvE5T6JYF0AXunPvx9RpKPK0Ax7WEykUfxNjOdEt47PjeMWjtaEV0N53JHTsGdmY8ur
MHnsL9k5sy/n+D2hFVy2ENphENwI0erP/ZisZE48Uw37zjjXrqSrmdAHx+Prhr229D4u65smOdT8
nJ1lPQXeV8C9ylS37MyJ/0sW9fBDwOxAYdZBZQEEuJ9/SFMp4UxRrPekS25bO3kdONEpq4ifalav
bTfcTr4P7itdR539zStZmQZLeM4a/Xjz+/1n4KYOJVH8HmzhP/+MWCUdIDz4GQ48EpMoWY/KL/Nh
No+TLAFdYij7x0Fbpt4CP+PP59TvNOSPty4shoMAVQIUrZ94EOj8uXEKIxsoyuh+vwCrvCajbneR
4pDnjOcsqsjaCq0nOE3EezmrHamDl94b333avzmTfhwpEE1VQu7tuGpT4rb2FXGGftWjZFeQ2dw1
0nHzBmaDQOoteV9Z2zJY0nKaViJadl6yXOE4yyJF8kZXqPBOfK3D4fCXIfXn5KJbhEhhrfcO0ZvL
YHTqHGIgdRbTarXIYF0BaDkyFO1VR1d2bW8TF0eFre9bNyozC4Ql6uhzhPhfpy+CEURWgNCGMOM+
VrxKNFm8eGn6vXpq6c6j/5vA+a/v03/Td3Hzv+9e/fN/8O/vsHrpK1oOR//857763gslfgz/c/ja
f/7bz1/658s77yt+/F9++gYe/K+G89fh9ad/FHyohvlWv/fz3bvSzfD70/ETD//z//fDv73//pSH
Wb7/47fvQvPh8DRaCf7bvz7avv3jN5AhP8zKw/P/9eHVa4vvXcw9nQFMff31S++vavjHb7H9d9AR
UVzEpoEcCkQPfvubeT98EiZ/dzF7fUDNQdqABjPWFhf9UP7jN9/DR5ChPig+/vsjJfThIy/5uwP5
osMeCtVwZJqc3/7d+Z/G54/x+htHmCkqPih8G3EWFskfi+iwbEGvsCFtjEIlVvNx+DJbnEkZ+uVG
9T2f0qhalqIijbUmGpJ1nsSNJQ0b37qahkVvmNebbQQjYUBuO2sDKWt5YfqxeWuka103VFU3DmH3
YeksfQY58K4Y6s7ZDqhEQxQ81MO+rln/o5sWuKKz3iF5wBv/fRwb1aaw4LRWyGX5QMPOERSdVTnS
rAWxZd1O3lMXz6C+Ckmqm2jivElVUNVDmhDuf6F+Qr47XWLtavgcyLRSPuvwQItc89ZxYAsXgGg6
2n3aCrqxHRWvdNNcRaKcTSrAzXmWVe2/O1VF18qUfGW7rdi6UzJtuynqmyws7Ro+5FF425aRlyaV
uxQ9vO+ey2pU26Cy4y9xaH6MieyBox0bubFB+Bly5lHYVWhtlw9BxJudLbwDjNx031XbhnkfAePl
TeX1DMPxLPGhVZPThW+ggPStArMaoi5yyTEBS2iJgMYRCQ8I0LBeIXK+tL15hlfoWJQVck41DZ8H
67vqDpelCX5bQaNfrCaxIKdGwzSW7ZBpQ1+UxYKratk7/ob24bsZBjvrauduJvJFRvUXOUA43HKx
Z4etSsPSXVKqKyeFryakTeKwWHhHUx5MU7pE/TeTSMDEw7RLIki+16L5WlUKcgJ9bK3jstoH0uuL
YBEZ4+1FH4rhPmLd/OTD5Z4lQcEhi0nosglbD2/RFL49b5oQ1H1sy7sypP6Oc/pmzJCPdQL5W02C
rO1enLouypmtVRODrlkPNLNmI9NSLDxr4nfc64Cc62+1q8RmiINXLWE31vlxCl2gILXb1s88jyQ4
mecNM+WXJLKfoORRNWlnYRqmZRtviO0VYUmcrK5bs0UuHJs11pfe2CX8+Uw4R+nUR8ucsaV2v0tI
agPcTBI4eAPeW4231gCkO4PjWe0qvU3gNwUJJwXNn6HKRdPrvJ2dvqhdkAxSv53LNQna+EHZTQUt
GSgyhD67W9yyXTlqxAvrTP29Ke0wDYwcMrurrYukd/XKCkiEU6evvAsTgPkVgiZjz15cgEQxrmpr
kG7K2nIsuAcv3N6/D407f0FWcVpPZtpWCcDjs1ArAiGTLUqVA5AKWGKLasmTpl77PAR3QTmTddQP
9Zo2YXI/NgCxQzMumnNwmvobiU8KyUwHvzXm+anVxgwjMvaPC2y6axzMuW9zaNe0TrMaQql3fe04
PyIy0m1tk0zbkd5AIYde26U95WIoZeYMlVLpwOpbaXdyB/LcAupu4r1aUc1zS04Xk+sAOBzwDVPt
naGA/IMlP2+J6sJ9YhMKOXW5aTi2kGjqIaneAFNeD/YjKvUgELWdeg1QmqubIGsYsEUIXSE5qLNF
J1c9HMk2EDrYWITkXUKv2GxRrBIuipjJJJ2a64a3P5RVitSjHSwbMKuCEYwDapvHep6ADOtybDnz
Fr902ptEPFdDk08HQYSm7r5SD91p+3GnTHXvaLxIOrp5DVgZsLK7co63XPOiaS6XiNxOpka2atqB
a1B4tHyaGxEAzm/I1QzmLTD1L9VEk8yUsUjbRj5VgDN5YQO9Iv5ulR3I9mUVsn0yLcumAVy9gutx
lowMv9r+GoYdvYA4e33nVZk/GgfLPYKUhdPX+WBbe9LWzuWYcPfCwrmfD5CXaphYk0V7eQtcRYbV
ihkPiaSRtntg5wphVfnsWlArxn1obflObmIW5fbSwHAm5pu2CXh2wHnay1RubPvBGlS1cbS9YDeo
dl6/wFPZ6nI+MPAL2x7uG3Pwxa70c8jZGmQUmcPyvMWANdj97DK3QEW7sHgI22etvrJOfZ2tARBg
7C15E9CrOgYOypvHKfMqX22MoXcebFA22u+76yWiF4Kxoix7nlFopTxA5va5rZm8jIL+drK/WOKw
IYKMo1AFT+143oHQjuLOWDgwS7bAsYQGF46ZJLyuRxmAfe7y1A9oDgrIvJKhrq/8UQ+7tsMSStiL
25gKa64rejnOOSNyeIEcDoLl2PnhNbP3MllOmNoi2IZdwDJbjV8Sh/CsZsFL3JZFbBEbRCRuf5Hh
Re8r6xpEjxkTuJR3gbM2Cd+Fww+VTOoJqwMbYRXOV1PkiryvDV+zWm0jFdB1oMBHthO4YiNJAVmV
m2WuczhIkEeReI9RwuqtksGUuwFTeT160TOxzcXBhCl1KvpcGguoQvADfM/AgKEbc9Lpcce0NCsl
OzdTogoe2x4ub97gI03VO+sYzpApsYgq/GFeQRyVZT0bvnQ2YW6KM89fw7ViO4ZhUUJb7TB4e0oi
lonEzJlbLcbPYJlUpYKpDVzTnU3FShhqqxh6+TzJy4owGIBBLMGh0DNQIgLTUj43iWsued3c4eZW
p/3sXYSuGtZqFt+Y7F5gepd340yBYJQMnuJsWZW0v+IREBuudz1bXp1T1kDnnZTrOlJ+JgLnx8Di
rScOLBlUe4soHH20BYfGUIOaRlonJ8y57TrRZtyxxrSru0fp1BuHDjrlqov2Qkbufdi77kpMtMrK
vtG56CFC4GC3zUJ4AFhQkryjIAdeEjMB9DMMoPiQEBbnky2fOq9b1mWpi1DO6QBqFbQOoo3bol6z
uHMhR6BQpapXnvELXIKqItSVn8twSa5ZSHMIoa64TMYdiu9FYiuRJhZbNsJp165lhUVjghXYUqgu
a5E2BsDFsHNMykZ/XivQy6eerxgVMGFni8r9wX6WSHTljtutXQjwsNlzVlOIk8mN5ZXvVw9ELz5w
tHJvJSNeIdVdhjRKDG6RRXMbSd9iDBNs4VMPui8ZNhw1hyEOYyDfh9uqbJx0kFzgFG9yn0H1LObN
qvQJRPOcaxJTVuga8UOUkG2Da3DmHfhfUMQDtgdqmL6y73truoRewUEwy7lyKVDMDkedTlKCMIvZ
z7hQNymfointHbvZGACCC4p4ZE9DRE06uqogFhtXySaGgO82MggWjJ7jVEbjA7DkMmtN+zIi2t8q
awxSiLLdQU2/iBbtX9CgAkHEioYWpCJqb2VJ+gxptyTnjXKeKe36bBL9E9bMBgCJHIrvbu70pn6v
7WBYVWUVbQK/BttxRj6hrNxvGg7ddwsUGRXA7Rlk7KJCIcJCQa/G+XuQio/S2LpHQGqynmiVLsDo
wtpszWn5Q1jauYXPNU6yke+HptsunIOIRKqUSPV72NNAj82aV3YLNpgzxeMKcN8tVPXfw0UPhS6T
jbvol3ZwoYgTkL6YcF9YQVKzfDURbDz1GDor3ogeXjoyHDeQoLBpKu3lRbmVD5OOCXoO1BsuqsGG
I+eCgG0wmFZLzJ3HpAu/e8RV6y4YbMCuoSoZLBB1BItgwhSx6HBv9wS+L17C5+tu7L8GXTuBesoa
5wXA1ygNKgKJSZ9J2NrH06YOlzUCsO3gdPdRNF9W1WwV/lh3923ljwWArsGbrkuR9SLglxZLlmyk
uLEzVPMLJWmXdg046DCHW3g6dO47qIdAw89Jr3ZBKHbz6PxQsffdWYTOYUdyoRqWE9K9BJUgN0I2
sgiEitZt4olNE/zwDE6N0vdu4nh+HqgdZ0vX+ptAiKf2cDcJOSy5mOLw7NbDuGqAHypVu0notOwR
JK4jxNRRzWBqP1cAfbHwglu2A42PpC26pqtBq7BHwLSuQsOx3bTee9mHCNoHtZn8qt/aseWD9xGk
YICOiVfuLdnKYoia+rZmg5+5JeZ/MN/Flfeg8br3YAfgj3yJ7dekQn4j0m8O9IFvGg1tzI7NT0ut
vvVxfaeod+V0lGOuOxOg4QdplBCyhbUEdCiMOIIOHykVMlMooRjmTtCAC8wOtdnyZon1ck35uBTO
QMuLgCbepgZPLJOR6PI+RopGw46iM90PkqC66vB9u1QSUkKyoKxHpIbznOrF5H4PExi04QF5UYq9
AZvyi0diyLyU1gh6E2agLaoEWaJA/4CMAXkggjp3wcjNm1fJJoOgirlype1qbAYhcjE9cS9L6LnK
goeaFHNXaUReo/wC7+luXRPX+14FI9TyPPiqlTXCl1GCLdgM7nap2Er0TbKiuk61J3+EEnr5Phw2
WIAhYG7zVNpWtWbQGMWuIb/6DnQlLbLkAXFw1vUTT1sw7vMx0YGVwnB469F4PZfekjq4muStnIH5
l/UKANpmE2t3vGS13OoR2sNYdfpqtKlc+QbuO7SbclJj90S20NlElfo++LC54w5oTAmep0OdWl39
CEqDyQbPk2C1KUiXLKNz1YhqCxkctZZWG+4CSmXqEpq5iUJokowFjbohD/pS7WWi926zrGLjZkiX
zkVHl698UQoKm1bYXSeEJTs/NIU0nv8MSYl7mMS2W7BAPNz7jLM17fytLbEOUxRW3hjp74NuWkWd
h8Ma8hwUX00oJE8ti/lXVX2Li8G21hvLnWEGsw2tZl9xuZ0h/P5qYE5XBKXzXPbxxivHK1xRlww5
sPe+TVaTwk45QCCWaSQC+OIARRnByMWZC+NEFNq2JLwQgro5rqAdpGB7KIUyBZVWXWZltwQXMGie
MgWnQ5XChmIVAIrTzPIaZN1Vg7d5L0MkUFo33OjY55lY2i0P2ws7QBRjlmDakdIKst6yyTNqS1Y6
mkkoKNW2TiG8gKXjAHdpqPp7cMum8c4bgDZF4Jzsa42bJhNeBxLqfKsiz7wpXod5FwUin2Ti3Cc8
RGBgDncEVD/mamVc0RdUOjAxMi25TxIJSX3SRE2B7NV4OXWufGgHKKDYc1/2mUdNtWJtVN65pAsL
tpRmhdukWJuE8W3c+GbDxEIgl+HEJI1ro7+rEiTq3nfXtmSvjQUn6VxRH2sXRM8xJcN4L5GdvaBO
2G8De0CQ4jUrtyxFQXXQXMwze/aC8WaQ3Zw1enb2rTP2910kL0evRNCLNZwmvYMLB2T748KKTHIR
jN1u1NRkEnKpWzYJubZmMWbIp9Ure4q7lBqneiKQM81dISCbG9rjm18jpilkE6fR5L1QD6dq1+B9
IwjAzdUp3WeQmhFudiFqw7JJbEjA8peJ0HWCFDv880AYY3oHlwqKC3nl4MqubagOW2KlHU0y4Kbo
rp2mJKd+464h6BY/zd38XE4I1JomFBuDSAwleixu6E+9TEhUF610H8Q8XAwuQzK5R2Jm7v00nInY
u8jdp+BF71CCsnI+1TWu/ED64pJqrWYZVo8Km1rcdy6OVd5Ae/QNPA0cRhQUXqFjvrXrDrCACFkS
B4JotpZ+jnndpDQOphQpzHlrO8neKBwEpTe5mSVdMPUA1/HToU7WDlEM4ZvPL4UjvqgS+f4Z1D7c
OrSdRsA8rJdZXro4btw6GVMOSCd2k+RKhOD2qar9NjV2u+JI5hY2RSBVR2xnqcRLK605GFXVXhrr
OyX8lljqXTdsZTP6EMm6fOqTgOVOB9h+ELYmJVC9vrUnetPAhvApHkMc96YxhyxYm86WG+RiKq03
4Vj1GtKXj1E0OaloI68QdrSidXzhteFqmZ0kR0Q/57PPLtoG4IykqhHrUHrvjO51K6Z91ZRloZVz
hzi1TKUT2BcyjJ86hTzlVOFa7NFLUgMSS/0qr2R8E0Xhl05Nd/U0b3HyX+lBFZMKobohcun6GwWc
HYxgBEpgbuYvbBOF5oE0PWjxUTh1K8e17w4K6+gQMmAhh6XdiIMCS7zEfdZDiAZNrMuko+Ur8Sek
Dgc51auqqehXCieq3EABIEVqha6UpxCTDS0iixCIqma5cxS1XklTl/tl5nmJv+w6Y0d5SawnB/nR
dylw7gwoogQDvtHLkmed55Urwt7aCZpnAYOamYJE3DKuwtoERa+bJ12PGyRk+LtfQoXAEEimCXhg
rRrur/hg8YeqpyO8+eLoEHxWRZXABmN2veFqCiYg4yrPWbfR9CBb5Ci56sdndFFshed/QY4Xv45T
5BmioAGESvA1gRjNyu3j8p2jRMORhABvFAdYNFrw1ZmavEPCIFUuEgrDMj4YiUSV3eM6wHQ05kJP
Bpk5pDZlhXdUzvzaw3gjQzXfuV6IxGCpxjVQ5GvG+zdkYsrCaWbInAfDWCS42mQBd5AGNmx86bAd
pthtHoLeR9mf39WRvG1gRLhZ5qi7dRlGOZn953aeoPiDXM1YaQtMQ4C1+8k2uTZ+e6fbyr2rzGH7
5NXaN+SrkHSvMX/TxrPuNCndi0gt5S1knXYD0ICpVc9bs/AxO9h3JrPooaUxpXAGs5DzanlROuOu
H4ciwLJ+hNB19E2aQCFJ1SDP5yHZ6uvkMrRNf204ovaF9xtpyW8QdMi40GtH6GgFIYR95SY70yxg
nLfVC/LHj9ybfmCLZyluWN2V4GMOnnJqpA+phAieHQGKr/DqaaBTSUkHkYaow+klrS6rkEcp+jqZ
NvAQGTYWcsFV0g+4Yc4G6GJxMap6gC+gaXGTMMM2aaXYGrNrWbULSpBpgBCZU53YTepEC6IibPYQ
OEOyiRE4Jnssj8BfDiwFHRKne7Eg4FO0wbRFSGtlPqoDO/RwvAJ9BlZ0yFb3LjlchQxUYpuF4qYi
7poBln4T2J+I0DvzCOsLfZGIZUdHwi5E3NIrBIoQ4hTssTRII5YBDEIT0JIfwCQNUotZl4yheKiW
eFONyctiGgqmabAmXXDVJeAaWd1yMTP3tYyGG3eefySIcqcK4oG8JbsOFZq05EhjhEg//+DEuVW9
czEgpZnYssyCgay6lnqpp374OkpyYuG94r6uck/Zd4PvXovF2Ks5GaqVHTpNUTPEYiNsR2zVkwvf
7prrKLDgDtV5/K2NUcVw57uB0iwMzZwntYOIfR6kOmgmsryy/X1oiL2eqdsVy4DtyWc8LkTXAwMs
/XXABmxwBnTuTgmomBB3Q6mdRUQs14zjteNQrVbC2NkAl61IyMv/R915LcmNXOv6VfQAgg68uQVQ
vk1VN5vuBkF2k/AmkTAJPP3+akZbIltDMsSIc7HngiORQzQKhcxca/2uEXgtFu0cJQColcfs3KUO
fXR9rTunGKtsREIDU9fZiNg9P+l2dx100ckUzXXqZSZhWo+PlendJZSaqmVITh01gsFU+7Fs212X
yGPjYdXuKSZ3JTuTPl489z4z3HRjSD3dNh6htEFbqNBOrbMm+voUjMG6dXMmIKLxNjl1salJtTFn
cz3aBoUYqIa71bh+PPRya1vjrQy0Az3qlRW7fGms4ovVu1izm+WF87I61F2669o+zitP7P1piGbr
rZ+Z+lfmaiVtg19uaP7yLz7U4IQyKOyFYR/6zNVRxhtjJCcqhjLfzZV20Zy021mFOAylsYSY01Q7
nHIOqrgvPG9vje0NEno3dpixD4NuhEgmaSCMvNl1WZHGeFOAhVfNPbs4Fn2lnu1NZ0puHIZ/ZFGl
ub4LcFth6PS+Kcz0ODLE4TVU1lNHB49ZZ3FyW8I7KyIRCl+AQwyDuKG9eHYr6zG9OrfyWB8n148p
0gxS8Mq06EIw4+EhgzaEM3Gab/qlixO/76Msy2Q8U9hk7UxJNRbJp3pY3M3STQpzYF407KSHvRHk
7HKz6t+OqqqYi822eNSXcXwDhHpDVsS9ScrEF9rLB1Gvxu04zHl95whcc0LcZ0h1MZ1DS+mkrmjm
0qY3TeomD0vXuhsqTck8yFnZpFRjhWu+9LvkChWIutIeplScPak/29VSbVRR1wz7pz1IAfEPwn7s
iDlhPLmyfY47JxjYUFsPb1Zbv0OyhlvPjd/osV372kGJiu6kbwCAplIP6JPU5y5b1k2iYOutzbIj
8fWB4Sx7wcgMN5+YhRGRbZiWxIKuPgdVu7dKZqWz5UX+4OubsrP2QfkEhzlmMvbAnqhFUiwTuRXp
m8Zk7ahCVZheT9PG9IeX3E8Gej2rfOu4Ng3rVGwn+AT6YKacj/WFti9KekMB8WLuL7TiDAl7jDtt
epxKW4TWmG5QyG3V1O61zggiPZjwWBIxra8ZtRW5CWuBT5qTrs8+ZdsxrZ7hT6Rb9kGH1HQ1A55A
xFlkqe00rdbulsHBSS2/FY3C1HYGTLC1NsV2YsIathgn/1D2OCy5yXqHqUq/a5XN72cDJhhJEIQV
RVRYs8vVjrhLfPlO1xncGYvjRJr034wt+ONiY+wKp3C55NItd6gL51AGvXPMMOPuYZG81S2RbjIO
tKi0Jpgc527sj1NrXgYQ35Ajx9zIaz6XsU5+tIyeQf9f35ZJcNf55n05MtfOpiJeaYhw64ltOaLC
tEj4Iwdib8zouv3OaMKpT2S0moyo1mxlkqBZWgh0Yj0mMHNiNWCelS4sdq+OGDFi3mAbt3T3YZ+0
7t6lh2G/wZDJTxfjxmqsr7U0GVkoKpSqARNxAwzWUK/Hgb9mB8IuKkqgUcjtNI/ZrqVItMPcm81t
75f2PuiVcWgSCh3gp2QJF4r6NDbqqjwjKcUcThTmEwDsKS3NrauMiOjzM0fmXqJs5iWp1Q2S0KVk
XOIhaSHShuW/aPqOXoSPazebutG7D6Yzmo9OWr+funVGLqLyLq5tX27Kti/SaEgNWC/BNJNv3vnF
xl+MJCwC279oRX6fYQRC02AOcYGT6TmZu+Vj79K/yy7RT75Wv2Vi28WUqFqUaV5+svIsA3uas3ha
s4fSVkWs3OSTqdl3BsXJ3Lznm0WnRI3iNNmmmCc0MunVfmp8KjjaZrPY6B6GQ2Pt7Kk0b1ZxhQTG
o+Y64EB1GyZY8FMUqPsuqR4WqboHMeoMNODfmYPatTgCB5UD4WANC7344HIu6dV0rlZ1HyxlWUbj
oES0zOnzaH0aXQGsnJdTGlqwgIzh2bHvFOXU5HhbsawXv2M6UBTWEeOodR8YMg8zMd36qEi6/JiX
3jaz5K1TdCc11pt68YY4Z8L1kLfmi2+I+VZTRRn/ccvl8oLXOqZsMq56+tO17dmRxvmcJFXGVj5F
HdnCk5Y9d3P7LnX3zTLtjDTh9KdzrQ3zQxKILEZjdFiXtqXkM+ZgizkW9UPS0OdhVoyxGwCFrg0R
ri6HoGwxVbbYxlIi1GNYBx8w4nnoRbfRhH1XKfWxtm3m2DBp+q485kOzmdf2oZgT/2gnYxDaq3V0
Op7HvCTWqbcAOVqkBitQ4x+j1rrzmVYGztkWDnDTSFhjozta7JmuHge6YGsNru5buT++XZo5iN05
sPn/SfN21vMhShwti5BRnXJnuFVjs/fd6nl2rEuHCWdUiEY7NcQVJ1rp09nLnh82qSWa3fyIgG9k
ItP3YYX6LfM9mldUGZFWpHsAhmHj9y0Nt2i9W4+kp42uE/MTek3OsI7UpJemzHocR9J+a0FSeLPO
WQ2lpm+DA9muVhEGMBcPeS+sd7apYFIs7pTuUsMkOvsPNKJy8MKLeg/HvnDE0vVDQQjgOzWilEyz
1r3rbUgeu9wQvEi19taucu+yJF5zW0hGils8FG47ZVm8ta053DXOkN2ko6udg8nESrcg17xvVfCS
TLjyhKuayxuGDfoWwTyQxSLG8hqN2HJfIqsPgI/JxvEy6yTzxLfASxL7jZycdmdMygP79TDbXjpo
O061ApIs7m7RnfLFdtc5shKPKY4wZbNrcTWkLQ2yeTfm03w3WpXa6bx2W8PK3fuqa6z3qXnFbfW5
u/Mcm8rG651nhdBVWcb0zNC2jBbsvSvgoVrv9kKhSWhFccPT6m6GprU+6uTvnddpGLcDkhzSlSbK
miqlZSKuPpnMNMrLct0tWAeGjlicB8sfjZcaD9WN0bRF2C0JNjGN3PluzbSf5vYmqdx3gTO8hTFg
AqMmWzufxVbYk/25s9uDp9/qgbpd7AQ8wzOKj4WzUEV4Z0fVj41GemJtmiGeet5OdRT9gd1dAVb3
IcF6b1PwD5ECU6V/bdI5vW8KwYecVHIT9FN5t+g+RubwISNgEE9sk2qksNafZOencyyVhghc5EUE
aUtGszbJaMFkFJQkA3UQBjLk2qUTqWp1KozlhBg3jUCGgnObIrtqObosLdvk7XxdVhLMF+7Wi22K
KqL3hx9jQjTgIIgLsMqPuUk7O6lppo+Tw8YsC+viL8wbcJDDNXEo9rAiJ6ZzxJ0CGroHxvX+BqoD
iTUuuUNvsraawqXvuGn2Y9AAM5cFaJyff8mEHO4XaRjDfu5aptxNXzC4+bOsdmJZZfYHMromWCEd
2IFjP0+1F3m1U+/966glW6f06HoaaRDy2g/rfnWcB4Awr2emWw+E3kNN0w5TufjvRD+Nm8YRwNTe
oh3L0qsvOizJIbJrbbnrFSscNKC5zoyXcJVUzOnqLpjV0eOE49A3+GyPZvOcll29GTUxnbxZrtvO
zKtd1Vj2yeimfOPLRX+3rs4Lx9JHzwoOIp+dG6YPHPPC0txPS576p75qGg60BRarVrjgm1V+o6nU
uR0noR5bxtF8vSTIXirbeNJmU2C4nYjpZhq79qVYFrnHYrS26AfwTaib/pSuI7sNtkbtbWd5dTgl
yfhSDFn56Ljj+F6Z+BPGdodxUcRwk3m9Oa/JFKdd4r1Rpjvv87HP94yrithLh4emIteQoDDjJFj4
B2Us7WFgWz413tzfBLkN2chxknJryVrdlnqjvWQSrlZfjulnPfexbDW7GUxPVxbH75ATzT0n6qHJ
TIE1IrEXm0qq5D6zG3NbayXQRIkhoj5IjjHoIjRa1b2R880P3a1J8Yw5xOS9nYz0WgV6+WEuGdDU
btJd+k7AYHHhu9ieMB4Xo84OzlAPQFT0N5hjrt19w+CEuIsF1385zRb2wukneL/MLIwGtlw5dweH
XLZ38O9EZA8Euume8yK1vI+cTnTY9hv9ydCs7MmuxtmL/VTLKcSye4hZ+rX2W1qwTi+dDk06zJ+9
seneGNAsb9t2mbHJvYW0xvdt6FoEMxcjmiCfPqRt337Vu8GAbudU9d4S5nhrQd5h0KBn0/tcYsIZ
uVpQol/LGCk349fMWca7pFp1vDMDtSl6CHMOVpQPyG6m0KpqSCJqKi5T5dBK4npT7IvRoN9P5zK5
mDNbkdRZ2nrRGDesLxmvvu6F5crMayFG8YBjhtVFeVrxjUnl8wmC9IM2eMttE3jQwpiRhL3b5wc9
69dtPlh9tKpm3JLcMp78udcoCLMsziZ8TdNKFrHQPHXp8mR6i69ofeFK5YnOzv3suHNPwJ2W20VY
9bXxBEugYOpY28595rvnzJPv7IJItQy2bVy5GerE1g/22Wj4DzrTsn6HN315n63BdFsXy/pxqEcg
33KtPwRTUQIVWsGdW8Kj8Ix1iKWE5tO7hb61yr6+69oWK9u2T6NJd5n/eUN7g3OqG7ZWnW7yok1g
ypXZ2fLRdJN1k+3XxPQYIoz1JUk0tZvTutgWRgOCsLbenVHJ/FQ5Q7CZRTJsCmlFiuMhGkcSW6Xh
816pyYkK5ZdHowJjIy7cTu9F3s0fU0cxFVyEmMJeDsHnKVHJY52amHqlUxW3QgTPae44X8uqmi7K
WpJ7iW/pTAaji0tr2gZdyNse7Jn9X4sh368uBHZjFuc3XfVSr1P+VgOg22TalU0Y9OWdlsm3BXnG
kVZW3qdiVG10bWg2SU8qXZwY2OlahqgZea9MSJ2qu1+stoxk3fN7SHe2s8ZeHxia+YZ0olwPsYyw
exxvXcOEhQvTip6282/ztcVt2LTmOLWm4WtjG/Z20Vt2k5YZHVsgt4BvbLevmzy/Hyflxk1eyzgx
KwakBsS9CtLtPc1rlu81plB9CDXTe0gNdi9Zm8O2GNAjbAiWdcK8ZaI4ZW3THSd3YL+2JdpGXpvh
ZfAnYYVYjxunzgbznJiCH1bNHeMghZ6nUq2PQBLW0Goc5+hW3YBnQJ8elmAdb+wpKWC+js4EWDfY
G23u9PdJFywbUDOgN3mx+pRBPi2sxtsTp7m6CP/RWKz03imLlXQyR97IbK6yaHDsKw+vqS9LZcPb
nBrjVIA0bIYONp6tMZvPjUrbtuksT8Y0Z8QRWVYcJBR2E36uzNMasS+rvsOhTznpqXYYzQMnazFk
uDRuxnZ+l+MXF3ZzoF/BPRhPud68WIXrX5bFq59VBxM88qrrVmszSJG1/lI4s8nArvaXHWUujsNN
83WZx0aEsmiGiXIqaJ/NydViB3g2tl0LjoozVe8lRurnxRnFZ5p/mDLQCdPOPOj5czu7UWvBiVpU
WXw1hraOkQAut4twhQxbl+xkD2rg9Z0iF9OoJveuSM4yT2fmsVb3GKQJlEPQYf2pAFTmqxm04A2o
HtzaTq83ywyJxnUTRw85L/MvtWVKanfDWR9zGJtRudTqhRA9+KhEaX5m9ps9AP0wGF6RhKRDq73L
RzbbKlkyyCXVBNNUUmui47gjoBI4wFz6L/psmk9pPY/bVFT+zVKPFBUk454c2AV7XUoQtLaHyaMD
6oRzwxYCDJ4zUCna8qLxCY/wMszQKrXhbGj++pBqvrsdLaVfqV4T+0Bfd8RppE6conLZVAu5kUad
qM0MY80FeBt4cSdlc6xoPT1QcVHKijVLFw9LThEMTajgI0Oti9dcWFFvwxU/zSl2hnPlEXdA+xv2
Q2XIuLFGpqK8IXgVk1n/iL22XYftLJ2LrwGcyX4ZnzRzcJ/sfCh309qBzzoZAZQLyrE1XBq1h8ku
j3bXN8+jTenpLkNNzyjHXWOuJceCQJFVj+6LllAFJ2LZaW1mbCouGKejkifqu2uylSR5ytUYC9El
ZA96SeJLWjOQybychxUgbW5q33kPdym9oRlpHwyMmBl9FteCU5Hfo/kquKR+qV3aPs83swc9L63a
6kEfxEdfQrVdVso6L9WqDYs/iNqkVUApQ35TrIb32NpXaLPHhC6qZOdC04IDTy9VOFurmov3qXSP
xtz2t/Qp+GN1mvth6roinkqiPCF4KRtGWDocFuUtj0VvaDCJB8MEeWcCei4aOE8QBbSbqkoqBuWW
JCYtH9q7doLMEjoB+bLx7Kb5FErGYVTM0vxgIy18zpKCJ5B76WdtUYzrBtqorMqTre9DMrJZav3R
NhlpMuqd0/eWgBHl4Ed067d+f8gTobPkPCvbO1VqyX2gMY1XtHshXud0SG7m3ovWqGI/qUqoWotu
R2vm61Dack4/ZCRP86q6jxpzvAcvyPqTKyED1yU5QCE6NZ8sbcoupYT/hqzbhUmLAVzAnyIUCILq
vkgqCXTeA6L4DK4JzU1nBUBjeNNxnOvGZH42WLGcVb0pFhvCnkgxOrPygbkmhAVAlmI2qqcxTT94
Kw0z2UuO+gAtlrFOW9B+r4S3cXibtR+X7WLsa6/ss6h1M+eGlz1460g1nlXdGXx4es1Qa2v6EH8w
mFq7hQ8jORn9zWD29nGaXPmU8NFPCGJGwuWq4T3D5BJ21wjR2IKjGTdCMX5Fr/Jo5fjK+T4kXTX2
imGBl+/EXD/65nBvOlpyGufc2uAJup7InqnfdauTRNnQ8ovHoFAWphfPKW0nzSrR5EAon8ZCjG00
LP4VwzeLfa8T9muovNi2DeyskrnPm8qxs2h0MMxKSK6IlZY49wbOHYcG0vBpybn0ki3mdlxhY2cS
7+XVy+gNV0isxGPlmnqTUkifOkPTwlpa5hPRITYCCtzZUl8kN2MXtI+owOuXdkKNFNaYXd+SEgzU
K2EQbWy/ca8QlA3naU31jxYUpfu6TxYoHpwYKFqdS2HYY8QkX/9YyHm6se2aQ3AZ9Xs/ddKId7y+
twJMDAXi5XdWkQ5bCbnmJmjq/H6mtjgC3zN1NvtKCy06Ns4OUPXU1/MNAwJ/05SOdx/MnoqLxUzf
CAqrd13HBHuxyJkk1GfZFsL1X7CYIAEDzvEXBItTmMLAidwVmwQzsettUKE5Cqu0du+sRXof3b5a
QmWXJeKYBd0e/JY22/uFRxZvWuMV2ifMhTGbNh8WR6IRNB3rwEQ4+aAHRXVJLV/tOoJX3q9uWccN
ksHPqbBaSA32cCq02dvL5kq2std0YbQ86eGoMUjUc25cc7TiuYau+sbxq/Fm6oz+uLRWd8yblSrA
4jTUlIbGxjPsGB2HgirfdBHt3/BlzlRxwna2eJ6nKt2osocEZDtOEFGwIHSkusrIKiZNOw1HOHmf
694iKAo/fHQBARPDjjPtk1EF+Uuflw8UgGovZ2cI8clsnyGly1M5FuUhyT1XQu1jnXLK+roIhwCT
GF+00y4L2MgC6bdbRnTD0WecFLGdglAnCAokspdrLM20xWPXOsyoVD5SymdfAliNT+hdLaIGaryA
dD/lgAoESMNVkxRA6KvTN2kxg98PhhbsLU/Z8eLxE5Hn+wCDs9rRpLe3ykRso/qVoApvdBHWuF5L
O+QctKXsTU6rddjQiHiPhijA8JCapdZsfJLoTd92hjvs1WhYUeoS+W3kLe2/kg5jypLhjCAI8y7v
0okHOtrqfKV6s+CnpYTuMCk84J1VhGS31iQ6LzP9Q3JkozfB0c3kPof8+FXzBVOSwUAfa2ozQiMh
ct5tQ63DEiH0zl5yp7H3Vjv5WxMqNHhM0OyNIu3w6ZYzxXbgqqNggVIFIS0+9Ncei8HKcnR6MT0n
gZk8pZlDgDV2zeJGeb546Um73joZDDVT9TwMfTEe1koxKzGv8+Be9fd/byfw1QUPm91g1cX97E3W
HKFlWWPBNPWNNxYVmRCD2jM7fzEzw6ojj42M+QqJ6FaSZE2Y6HlAygaODnsT8zM+IbQU+H8iEUcO
IPNi+Rl/5hi5/eSKsXpP/eJHQvf7+O9g1kHf6lm6H5Og39edNXwtVtg38JrZKGti0EMgfagmxjxu
TNIxIg1B62YUqomYqmi7JkvlQULTjjtptsy21i898D5i8Aa65lzPwDlj41IN+oYFrGrX1ZsRHLTa
lKARqAQbEOJ6sDuAX2AfM0yohm50Z6zI/9Psm36+9tFlOR/Ryjf7YrByWu0U8MX3VP5u9TqwS95C
ECvKoguVxK0/5OPnPCjVtiZbYbNoWvYmHyAlbzoPpF1Z0BkLS4ykiUO29yGRxVPDApFDmj/WSnvv
VlSSQ1+ZR2wBsmOb9/JJrZlCsVHblxSp0LHp7Tb29EFti2LJLn+3home3PbyvcTwNLKEFmw7x/O3
Fo4+SJLh+BbGE+cTaPxwlTkMCUncYe+Q4jpoYnhO0ySPK6NELWERiLXgN8ob5nlm/5HdodnQuqxb
BMJWPC612YV/t53cR6hoBchixm7L2WVcLBDLG9PJfDT/yfQO1n/3lEKUif+eQ75RrT67u4LqZ1dk
GWQQSWP89wGTAD+zqmyvoOSdiwT+seaS32jYxbzLaWR2I8qiP80J/qke/k4W+y898u/Jlu+7L83j
0H/5Mtx+6v4PqJdND7nv//tfgfB/qJdx0v+U91++1Tv/8Tf+lC5rrv8PA8cMKhLP4X9YV+3wn9rl
6x/Zph44ho9vl4sT9L/Fy4b5D/5LAy9fPB98bJ3wBODEvoqX+SPyZT08nf/wgeAv/1fi5e/9thyH
MLWr7wBRUBbm9P5r/X+7sMUsPlIbpK3we92qJTDIhoi7FqSYQAzzxSZw1ijoK/H2aufw2Nt2wgbh
+icnELjZ6+v7hMMy6kXpjyD4MnlupW7g2ABqW2/myqiBD+HAyYlwhClfRxhT+vBM1qL7NI4p0UAz
A+IPZdX4t0yo3C9anrJLJsIXB6XMokUe47u3wCDudvEn+qWxBuLAbkWEcwvfy5PG+vjNd/jPt/lb
UfdfPRZCEpluGHjp/4cFYV+lq4GVqhHLSSSE9GFGhgoSBYK0BDSrpj1wqPSbWnPq3R8/+f/HQpq+
9MPYf/kb60j+bTs2L58GlPf/B5YUrlfffB3/saTurgr+v53a/sunb5fVH3/rz2WFo8A/CA/HP8Ql
npg3FyeTP1cVHkhXcb+Plb+OTwMWAN86Aug6BRAvOxUQHjDcxD8XleX9w8VewA9wAXF1j1//m0X1
vUOERgYZpZKFRc73XhozQVLdlVz6EHjMhmm8jF3mr/p/ZWPzr6u/NvghxA9QNBHapSmcDzW7fLgg
D/jmOf/Fa/+DO9dfGXlJY8TUgOnaA4f1PdxBP5aO5/zmxV9ZYFkM30RtTsmlqYqPHQ7jDPIRfv7e
nfN1f+tMZU2SGWbCncuZ3gqM5YTw81fOPlcjmH/7O/z7kb8yiGHfsxkcVukDo0PsVGet/VQ1OuQy
EMjD793/9Rv5xllr5ido68qPMJZRndq53HqVnvzCXutHX+trZ5mOmgmudnJZK9SKiW2/Je2ENfev
0+4vXpkfPZurJ8Y3Ny6Butclz4OLN7W0Lz1NHhUpQTCZ/ov35vu9+N9Pn+X67U8YWqXWhs35knrd
SvBv1+17RxoAOvlABXmVEBjjZ033yj+34O8cWL7d/H/0uF6t38oH4B8Y016KcbxbYfsyvrSXPwul
//LiOO58/2nIWG+axnG9i566WEpMxAH2zi9s2q4Vw1+8qPbr1LUSu47Rk+N0kcLYmIKJ3dqSA3gw
h7f++tT2iOvpbcv7UhQbRN5QmffV+JwkB2/Y8msbPMPg+8UHfRUX87/fG866339S5l/SXsECL2PC
AY2SeU1PGu4Cxa3L7MexPgPThAo4YDIPk//eY3rWsGQrQXuj39QBqr8//yUm5/rf1KDu2eQBZS4E
+H29Wk78/BU2rpvEf65vsl6/v1M6pqRW2TRdwOwPlvV5AUlyeSKWOqHMNWZsKJBAa70PV22rjV2E
G0noVSrSmwCQW0Q/v48/HLz+6j5e7TPoJgqtNxcw8/qqNgrQAIjQr4ed4fKE0FGatPiAIhdYlqBH
dIg3LfZM5DpiWhkldhKqAdaneyjLLSq6kEbk53fm/fUqx2nn+ycERaqEct/lF1FPKCJ77zCj5veF
DfUPnupQ6dHcY9Cedd2joVVjWMkJ9YlTvMVC5kbq4mveBTd5V78PrPzBXLTbMcjfK5k+aRJrIkwt
kFYdZ9qzPltOvqHdeiNsK5XJw5BYT8CYn8taj2dmc2jA1UcIYJusEnGQZadRg0CQJPveL+Amrnfu
oB6pC45wGnfj6J20jPBNTT9en1iOSw5jvDs5jbvVNi6FJj/mjbhtOsIDLVPsA8iSWV5dchfrMaEh
QqtwYKiqt7M2b4nX2PQOdt14zmzNSh2dvDtiBrCjOjwBCNxZRvNQVd02xUAUxmNyBof5rV0Qj67v
vwFjrlMUvGTcmhMHHNZZCjETBMWxMutbXTY2IK0lwwRd5M+/87/eBe3A/P4HSsUE2FmYj8Er2Zp5
z+Sv3vzepV/t6MWMbDmg2T3bMy/EOrjomrsPv3ftV5u33dY0CZ0lzgIJXpi5yZ3v5w8/v/YPVoH/
au+eNIl21HPEGa8pCfsZ7tGlQHF0z1A0+O9MFv+1bfqvajAYqotnp4s8L3NwGe3qWOjl+ef3/4Ov
9HXikNdLI8AuQUDY18ZwrdqHEdJo/POL/+jhvNpENUf5WmGlEhG0P0eaUzKGk6W+K2ED/957419/
9De1hnL8oBOu0Z9R05+JroWG5za/ygH50cO5/v43Fx/x78ffZu3PzOqcMHDSfj/3ZfZbNQVtwfdX
h+VREBVbyXOlqiviErpu+uXnD/5HN/5qodZBtuR6NvZnAyEMg931jKN+94sz6UcXf7VUPV+rhmlm
26kSg6gC7hzzau/31qr/aq0Wlta017HquVTB81ox8Gtz/Re10A9u3Hu1ViuzXwq7zYdzLf1d0yOT
kHAtfrEZ/+ji/7FGF8mUg4ubQbJlProiIZNL/Fvf5+vwo8RRPeJtn11G9Nke5akTFwm2aT+/+vXz
/0WN4b1apvUEyDjDHT4zch+xscRkvyofRVmcAH+/znZ+bAaY1w6gxi/yPn/0sF6tWum6y6qX14fV
lV95nyKrgR7980/zo2tff/+bRRu0XlrOkMnOZt+x2wcYdbRYdf784j+qx7xXixYtOw6THaqqafCa
T03taB9Wb5VhNSX+ZhVK35a8ZthMCfPOJ0gkCQX64qh0jAdKBnHfTE6yXT3wfrW61l2lw2VuOvyb
NNdwQrhy8w1kgJcS8Bf2geH+5gv0akOAkeYppenDufP9L6lCzTROv8rI++tmzPZe7QfJWCd9APPv
bHqltq+d3sOGwXur4/zhEnZ9w0gOekWny8PPv4MffcGvtoh1mOugYY5+RvIcGr0OiWXAP+e3Lv7a
kJkw0ORqYMZRu7hJpPXeEEqfvfnnV7++33+x0txXm4RhoVNEeD+cETzn8Fyd+mTPQx3L0TB+70B3
X7VYY+FAG3DLnqTClo5BuTbuSRAaf/4BfvDsryO0bxdXIqxuyJUvz96wmIC88sVd0CT//OJ/xPz+
1eN5tS1gq7jUOcyDc2AE9kEfWkSac/7skTAYWqJbN4WakAf6WXm7gCYC7FtiU2Vglz+/gR99uuvv
f7N1tF7FLuv2/Xmt5UPb9aex+VU+248u/WrfaLXC7vt6GM6tZz93uv0CheDl53ftXhfxXz22V4sb
gq81JlejwKJV48EQCxFMVhPQr2rI5FIU4nGH7CcuC++dm2V2PAtDhCWb1VHDdRSDMlRPwYqAEsOH
8dGrG+0WpUeyndHp0N0sGv5sSR2BA3AcJ2W/W02XCOFOD3ZV5rwRU1LHxjqLGGdCczNpQLSZnzmQ
+jAwmYyh3g8AUDFKDGvrY4+HNZMQ0Nmd7pAhBgwHvLPutAAAEk6BjGtz9d+XEGjo/FAgWAh7H9tF
De+Tcl6OhnC6GHBt2Sy+/jwusoj02SvipZRduM5ACr7nIkByg/feVEPnQq6HX+aEa6maPqscaa+o
8988bZxXC0LOWrUsqhVnmElljMMGDKmh/sVO94OD2Xm1HiCd+PZUTt0ZB7M6gifhXSmFX9CDM3PA
oAtpfZdkuNTQeaxtlv6iMP3RLvVqQ5/6zJap7nZntvLsgCYJEWFQg7iY0y9+wo9Ww6st3MQctiSm
6n84O7PdyHVswX6RAM3DqxSzw3Z4tvNFcGY6NVMSJWr6+rviXKBxOjp9jPZToVxZighJJDc3916L
IjkZH7WK4qbalF/Zlc+3/i/DwTnfzX+N4sIc63igw/lEKl5Rxiw5Wgo8jcyBNu8NjM5fPJ1PfoRz
MZlPS1E1umd0p65pb5WMf+iifvzvIf3JE7j0A01ZQUVoO7YnmpmsN19a1b3QF1hZbvGVRvuzb3/+
+7/u0ry0hfCyuTnBBD3SDvg7L/wv4uzPvv3FXCcbTg7HhBhJlpl51SuaFmbqR68dNsffW0gv1XnK
MgsPiKh7MjMdxhxEOMpVZBM1M7Xz//0MPrtBF6NAacqb5Wy6J5eaFWqV5qc8GL9Q83127Yv3f/Hc
Nhsarq2V8IxVLq+b7nuZfdu+fP0pH05cTr9OeRlJZ5t+czNsX7zuXuFrswNk5FQO/b4KxvfECr4X
s9gXMYs5TW4rO909eVlAzWacFGE+wsP51oO0L6ZoGWhLPPv0NrapQTMjfc/RbKRfyPU+eZKXFlJr
nAZI0JV7crQ6X8myv4lnrf7im59//19mskvFsZza3lQUyZ6oLW1uxpiDlCSgX0gFBvyowKbX16Ob
7L9v0yej1r4YtfRk4Z8bLOfkTy0FuzmtEr4vtRtqoMXmvz/is5t1EahoQVDQsGI4p7HJ6P1snzUz
+PjepS9Ga5JRedjImYfcagWY4A48pkNh4/eufjFefZeOLjjLfPE5HkLDFw9DanxvGbEux2tKey21
zvIkKGcwDDob0sZ+/e/vbZ6/4F/eIOti0LqUJaU5grvTlB9F7211v4AdsDHFY5wCD2uup8xZ6cZ2
qj5M62dpvej2cmW5tF7SAcJ/aw/ZUkCs+WLeM86f+7fvczHS7XSq5yKvPFQ0Y+hOU+QDFTKotJsD
mhfiIwcVtrr12nxfDDdC0ByCdkO19hZ6U96eDzHa/095yv/JqloX88KY5/XiUtVyIjjY1KVj0S6Z
qy+G7ievunUeZf9aXoXdZw1byfoU+841fMXDaGpfzcSfHaNZ5w/918VTiJR0XfvVyQfP8QsqhzqD
Ud5JzmcbysTIgbbwxgAE/Ezj4dE2mmdQdP79NC9W1Diw2KBBgUcs4IcMLudW9WBkK6sxx9vBsJO7
uuPfdb3v7eq6ecs6CturyfzBYcO11bblN+/QxXwzcfjvqFiKE113f0yTZmisi8sXF/8kBrQuZpql
qt2W7sHq1E7lNcw3KiLY2EGMqt7NZPzmyL2Yc0ZOkOitHsuTl0zvlCv9dMfn/x63n709F/MNBeSQ
B6nyPMVTsK6CnFI9aqH++9r/OGz+MgYvLSVZny4twI7ypDiz3Ke4Ih4aq86vTQ1KUwPsDERU1zRR
4Ldy1SfadENTRXkPDAx08NiUm5FWjBVYSfdnmtXD0beEvkkyUoc9O0FqIYxHx5zMTdyPH5O0YJpQ
iuWuKjqYNlX2vRN527yY2ZISiDHKJm5+D0TETFEEfTNZZl5MUnQkCKuUSXFiFG2Bqj47ffnFhPzJ
g/1nRP9r5GKyY+da9sWp8MVH0ASvxlc61s+ufDHh6ONEzaCq81MinWRtd66k7bDb/vc789nFz3//
19d2POnb3jJmJ9qwqrWRoJKHy/rVYP1H7/S3N/JiKrCE5jQLzRenytsMMHeIakiO3Qm158i9Ojea
5cA/6nfrvLRnVLIDtbPp+AQRQGquMBZ4e86KvnPyB8++nW4cICJJkNILSX+K8cA4pdfmsYAa4Dcv
FDYQI4eFZT7EQ7vuyE7ySb3/OvJXaND/+7FG4kXfu3kXc9GoayZNGmV5mhb9J0jRqDtXbn/v2hdT
EKfRRm4VdXGSQ81ZOfKkzPzmM7+YgyiqTlytEMUpbpNjbXa3jfrevPlPqcq/3iZ6I3Mo8NV53iTl
40NDT6by6Vs35J/A41/XLplgUtpzq5Pj7mP71H5zPb/0ZtZVKYzRnYqTRRU/baFVsqcm3vteYPxP
Fcq/vnURY29hw8nV6xYkv3olL/fyvRtyMS+Iuq2KSiII0JcC8o4q4LfSjLP63tUvJobUqX13GsyC
1nraHrq6uLFjM/jmxS+mhaY2XXDGKj/NZfJiuCmdXGekz/e++cWojJfRt2i4E6e5EcUmoWfB8upv
Ps6LUVlQ+DwDjClORh5062GEbloFQPy+980vBuZC1ilxjayC1WNj0hA/YVN/dRRo/HMU8Ze5+LKW
NE6aolCuyE66qW2ZiI8Me8d9Zq51Wn+vlxJd7L7D28QcTUvNOu1fYByuzdmM5mSB9soWu9LuEgCM
lrK2Emjs2P22ikeuUJIYtkrnaHIVl+5my1U7cr8hep69ZRzp/ELoxEtav9TsPl3mdqsAS9yD8VtO
TOCNcHa12g/65jxVd94YNnq+5S8Lr4U26nvWj9ZKQUD/mOrai2R/zf9oFjYBAtAOf/7px791/8mI
jdC2b9nsHlkMrMX/Lac9OpUVs7/Gw/JhFLR5el4WanU2f9hbPr31evhbbTjxQ7LmPq/2Bb9HSz/i
ueH5/uoUgDE+h0sa5ILpFgyH/Jp/5mPp43s4kKH9ihRu9b+3EdekLq1tbxO/gNOkcbAaYIlv8vhD
Dc2GG8JqNujNIS5t5HY6nNaY/s720OubIE74r5vzGjfTdVMN5W1tgLqb2pc4oNKyeTGdfTEmR8W2
xqjOvXzuC98hIb+SAL0wjVfZ0dQunDdaka9iAc6kFbgg6C5K6NTpr0336HGAlII1c8mgqq6MEhCS
02KenRW78y008PCwKVP6RkmXTuxN37/Bkwz1cb6iRXJVppQPNquioRUIwZV69QsXPUUAYFtftd9M
KlwWKKcjx70BiNJTlycYpGLnBy3EXyzd54jvb4Ph/Pd/zcsJvFqoC2wjvH58BGQ+cgKFnsECYx1m
Mu2h1ACX+NawPtet//uz/Bq+x0BNyKlIkyPEpyc7ca++d+mLNaAtWnpeVVecXJXae9qZoQVPaNO/
d/WLNaBRU+BCKGQfrdWv1QiXpq++yMH+Y77+2wO4WAJaDq0dZ7Syk+DdT6c0QtpxYIClygECsTlH
PF1xB7WwH9Jduhg3Rv/FFuyzR3+xPpRTL8opj/OTb5V/OPPSTnHQNY+V6xd/LHTqNz7NWV+sRZ/+
zIsFQ86x7TaLm51oN2mvRkzId6KLwX/RORYqpU3Xws+zKKFpmY5uqKqMSSPYN1hYgKkYak/buvHF
8vLZD79YXhDMlqUsUazrEAOu6Ycob4B/lq+ZbsORs+cEE0zZfevdsS5Ln8EIQC6bcwHAa3wH9PBa
zcn7f7+W543g//vq4Ib8v8dT2VtLReNRfjISSJ9V4CWgX+grPbcV7vVCBjstKOcVVNT6i+zW+YX/
2ydezBY0Us+xPxXlyRT5EFHgwmlj+b2DRuuyINn3HBPm24xgeazfBB3slW7++O879dn3vpgerFR2
mm+r8nQ2jRju8IN85xcv02eXvpgbZqUVfW6b+an39Oe4y8GBOV+lwT679sXcUOed7HWICpD29BeU
F5uy7b8I4M7NdH99lBej34j9WpWBnZ2kZ1aHadaBFziYMztILus0N7Mk1GA/TBD5WvOM2r7zUBoD
G3SqfJXic9zWdWoiE9GqlTa3wxrvBHT2JGhXJBWMnYRpH9pD4m4KfsRqNA1RgIpv4y9+wCdbaiu4
nFG6GddcE6QnhQGhcGifZiaBsoFeww8ncUc8M1NQwX/oqEGLgfMEQq3RfXHgkeTO6RxRLTQSsap3
y8ksIMgfcrSXZQ6fRN+wqe7dal14FfIr3B/2+hw6DH4cnaOtzPpRFfeqw5Nncybf2bt++K2r10F9
sS589ugv5ii38vTGyfl1BL7ZvDW+GmSm90/h7l8G8WVBrwxqOZIdzU+l0aQPc9aoDcnT5cl2R383
AH5ZI5aV68KooBjCId8KDYjMmZZlbQ1fp+cX9DIRDrq7ALC4GVFmUT0XZkq+QutsLEGdUa2ybpQ3
o8xIeteuGw5eTpc9XZHMU+NwM9VOAQeK0rC2cVB1DWYNT8LtjQ2UveJq7EUXyaQyD7psiERABQ2b
lJpDnpCtPfl1cK+X+sqZjNu0R4RiTYBy4ck4Yb/MJQSiRoZe2pwJxcKrQ0H3IvSnzDpqaWARyc9w
FFRlPdmjvWxmU8DULrXsj6bG/N2HjfMx1EPzkTZ5d7tAkAC7GhTrAGr+hhJuYMfKUC8IM5M1I8QL
EbwKkssYGbJ80o8xRfwbt5nKvZVr/qq24Boazs88teZ1DCgjgq0l6f1OpwN1dl4LbyRHKBUk26Jt
3zNfDhCWBvvat6sPmmeT53RJ3wIcUC8onpwrFKDxdkTqsHH0por0ColQKKxxuBV62W/HflK72VXu
qqRAJTq7rw42vdEraiuIVEfwt1WdPdNL3tzkGtgZDan9M3siD4+I37jvNjzx27yXdyzXUa+l9m5u
7WTNtUVo6Fj3ilkZ/ANOpUEwj4iZ6mJdel5yGxdddpuhZGET3muQDPIf4wTScC6YRuYKKu1QzeZK
asYQFQCOHrTcY5w29h8Kh7DfmYm45bJUekjtSZUUVBfJRJXgAN7nkA3ZvJ+XLAZ0kbvaT+hc5soS
CiVRl/U7y2i1MFkstckqz1x1STrskkIY+9w2eDogC+BD9nOy10XpbV2rmt50GnNXQWtj/hGTvu0D
arCwJ4I4xOy01uHynzRfiZ9ngwT99BQEbehNzw+xmych9d1EZd48P5aiBGSuayn5ffBC4DdK1+9C
ydxK+Rg8LNUHVCCBXwO1YoCTCAFwjmUEcnk5Bqyhd7K3k4/ejWuYEqX1005sWbEvjLELwqndBBr6
A+yW+raOTX81Bxr6BH8C4rno1ktFVy5EBy3u3/PS8vZibJJ1N5dzlKc6Gg5TDd0f3XZ4Q2u9OPj0
29HSDbLBntldqjMPZTa0YqtaOC+Dm+TwQQAbkcGFJuA0KDIHNfW7BZTRXmJ4eI8dcNjN6MH/qMtm
YkT09mH04KPJgQ2vYktltbj2zFcHZlRgpnspgSxXkzvu2sxbaJUJAhhlqTiIYLHeOj2zro1FnYWc
c5AdFAOT0LMEkQYp6C7tmmCdsJps9dHv2nXee9WzMQjr6Gg2jG+QrJyYIdkIA6+0PpzCr9wot3S1
ocCku5KKdA2J08y4SdOgiHeDcbYaNfpUXC2WA4eFXh5jD5Re3PqtXgRrMzCpHXWc6nkUTr6t6Kh5
6rszC9mx2ho8Q+pPuDyqAmZQm9FBs9Q0UC2pyd4MJcDyANnNjaZ2XH53zkLHCmCD2V31zqTPGyhD
NCH49JxT/OprLD+mXUN5c5tEUQc+9b9yDeQYF3LUswoKklqFHP80gJygu6qzW2gwLXXnL527Hkyz
WtZlUHYrZbcjgPAWJv2EcBWV60LrYKyam9ashu3S19baaRTdVbbXVaslMcUhR0HNmQW/RqTItGVn
YevBtLqWmMGOFc7oq7YztHVVS5KYtY9uaYEaj4RtStaBGNWdToJwNeWuvu56qtqKYQyiTFg4NGGE
QZHy6o+875f3jtq40JmXGPx6Fqm2jeIakMQijg1KqRqPFUVlghd+wuimebu8U+bK02DSzm4AhiNz
RjuMBzRw4Mz09Kc/tHQyjbpzshLDXUKmCntFbwG9dE2PRNCBtgYzEwa/iedOOQqynovFqzTSJUKD
RfzaQSpt0h4BLLwRubLzrndvjK42z4iU/kc/9uplxAR3TCjF3bWemtDbxX7xAPArvkv7bCBrItEd
OCigVsoMUgBIMV1ZoS30Cd0aZza4SyBuBiU8vcw13q3Z6X/OgP0i9A/tTQ8fiVA9qQ72hB3HSicy
CIZAaVMzjjoHvACcdPfWnbNuCgu3JryZOZcXMaqFVA6IWM3BXutBJZ5wUYhdCkTjpgFT+idPXdr0
punW72LilqyzbvlVFgiUafyI43m+G2w/iHrsnT+r3PZxGQ3aiw0TZz+qxnpTaJZ5u8B5QqhlbsNh
ESa5/sPI8l965d2mOfrrvDOsu7K2l9CeB8Q2hhoRCcUPo8kCUNmwef1OYFQJnHyFOh5YgjcpRObO
+2LPdmiCi4p8cyox/XCG4afaglwEJBJlcv1tV41d2C2ElcNggRG1UH9mBkKF0jKhONE6ETZpikHI
IrZrCw2yVEmJJqx/J1Ietl2i1nCu+HtivTciB/RSRTAlqgifYXNHPPNLF4jQcufMpa4C7ZrOebmv
qI5dlY3jE7RO1LqYm6At93Mqs20lz78o6ZONTA1EtAmePV33BUra3ruREEo2QdHo96NbGmsO7op1
YccWVb16YW0zgId8vgReKSDdP+JNtaxN3RklcZbS4ONanpmu0N/q+3jRBYWcs9wo5Y4RMizID5b/
Jgf1q8alCG3ajNclKN+tS+y+tqpMW5WAp3n5p+qALYIRwRiN16Y59RuvUDgr4tru17XpBJtBJB84
PeGhellpwwgUQxZlFVBnOicz+ejOPu4AdgKr1EDtC5Gz2HZBPW+ZjMjh4UHdSoHCNj/3ZmaALQ+W
MUD5b0a6RhuZBPuhbK0jtWv3doYdzc6cNlxsDUs9DcxUOrQf58j2hkZdFaK9gOWL0iZxkG2yk6jN
BKBqKlGQ6tgpM6dxtpoFKLgRKfRlAEPrSuVgfFhJDlVtAtnHkXFVasFruuTuXmS2dqya8SnRB4wa
VPvuh9aw3twAn0luF3/kjJS76Otnr0FzbhPIkTotqA+Ri6M92WBM38mA6pFsHLERhHP4l0CmOTKA
Wj1vUsdXbx1fMOpsQ9xkmmPs/LqNn1wFvnhh+Vyd+zuxij4wmYyrXpuGp3bR018+pHCEgtOyN9uk
3UB/7VaMWPgenj8xOLog21plF2wF2MyIJnsN1cBkmUcxDvWmFR4sLmugUziQPU5E4wGqHIFiQG9s
03nuET9ZctXkbkH+UViHnNgE06gUPjQwOX0E+GC9aOxmhOOxABoQajaYIYAl0AbtcvSIaAL2UJo/
R2p0ypsWB9bRbSei38QYFG7NyX+spVQqTMzM+oWSxti4g0yugDneEjOaj/kwPKNiiqORsn8giYm+
wqZW3edFTaRBvQgSBSu4lbFUHzrC2UMSZH/coNHXVpOZqN6heIa0tqO2S0xjlwJYprI/967LGqIy
fh8y75Dd5mPcsqWIRJm25zW7DWsFGIW5MubGwOzWx1bXALB74q0QWLwiF5nCSrezgrkQInSaB/5G
Zd3N3CbeFYaC7AfgzXxLk7MbLlVVrrwsnXeTX/0hh8/+RnXpVcG8e6XoMNlMPcaAOBYfpeP1wAEx
YnLD0pvZQqISG0R8jTlIqk6NeSNz8DGtawU0QBQytFGB7gzLYlq0U5tT2xHZs1ILaMZlBkzn51M0
a1mQrQuMYUzYgSk3gdTtPkptbE8ceANSS5vXSo/9I6hlokOCGFpzi191O8AMn2s0OGiV/2HTUMk1
2Aud5UInupCBeTWmSRXmPoq+5NzbW3vztNay4sMGpnRnWXJeKxK0mwnVUY+4U6se4flVtEBUZNb5
3r9VUw2gIBMtzM3c20yycbeQIqp9W3oB8a4SG+C/lLn3Y/PWujD0mwxHs+UtmCLJjoO9y+B/FW23
0oZRbbEadccRntMODYa4VpNR72Q/QKaOZ9x11MRHuauCGzVY9pNE8nx0egk0kVKAMOh5pRIaKhC4
Mr2B5yzZDGDcq2uWm1ybcZsNdXJT4AZgnY/9iFMHb+9ajXj2MbsRN7j6UecrQI/KXMrPiYjdGeLj
JEp5Y6RJzw6Ws7PWBlBvT3W6gpSF59FTxUM+8w3InHt7WmjSjGenBWC+IUKGKJHfqq63rbVfJ/5z
23t9Hk4zxHwfZ+W1jMfltiT4iMrGs/8s5BUWMGdQvdnHxt3jMCMJ8fXJ/Z2gAIdx7MmocIFp+pMH
TzpJp03muK+1Gv1o0OFP2IH2x7Z0fQMQxgLPFoPUoysM7iNd049BwqqHtKC6SmzlXs21Du+oDoD8
lUgy+HnLBuL0+ZCodw+6MChraYT5swamKAUtX5IdA9ub3LgdF9xVoWMLgKRZd6b4vjuFM9QQ2Mt0
Dfbt9xin2brCIx+WpqF2XceK3TdQWXXV6TfshBfK4GmpLGTrbOaCGcpX3Xw7KGa3uQEVPebJfM9W
KrifTQ13U55Oa6WN2UroPCC6HqA4w9vlFGrBTRN7dGDYfn0tznsSx1TBGtetvtd0311bQNYPte8t
ITJW56H02dIzC7HJm7VBRD5v333T1ek6psGBip/BYyS41oOwWmCKbDlB0smajjWz0iKforxNb8CY
HvCARqhu2+d8mqjbYCLH+579SZK5j4YeAXw6+saKLqVyYwSm2OZCDdt6cI31mNMZLMwJW/gwNTeD
KTM0C13zJ63j7BXpeHLFQuk91W1f7DXHPG/XWxuAMU7BJYljIM6S3eOi6j3QvfmmDko05eVib63A
mW9irrqd9AEHe+G1K8OnDDI+IwEbhUqQVqPxjjNabn6dartuMJffc2u5K0CmHN42wXLKZo5/BlH9
gjSn3bnloK0bWbtP/lLFu4bw+6ol+xv6C5uJqQLQ6k+QTYXlZxs7p0eKZlnnsWrgay+lHd8NUsjV
4ND/UBGeEOWXaYaa0LDu0XThvaC+aZ+0i6Qd0Bme6GlmV8FOYz/Yg1y77fg62i5tdXBCOUX0fA4q
vW7Xs0Chy8vUVcyRQpjNnoejmhNW1ULQ6nQljv2E4KV3gxmTaJUMu9mg5EBUdsd7IcTWwMSMz3bI
Xs2K2yQ8B4dT4dmwDdSPOINEyjJQvaHd7TYCyZYc7FtzmIPtNKewbfssv+loxwu9ejRPbtqe0Pvp
Lrz5yT7odao6cKs6KqnJ09JN3/rPbu0ZEFOzVx8eq6nnPQ6t5YMd2GuZxm9FV1Z/gN9nkVTeKvMm
faUmhWfRhRSJn2j6oce1s/dpA18XkEQjCzotZmXMmJxGI2kjkbPpsqZY1+k00BQ0ZMfZ0WhD0hjK
idu3awb7+2ymRUjOwmFMBR8xKD5SZThPjZ59rLK67ECi666gCu/MvRRrfEEY6gA2T2FJVLRWKSiL
UpXOozSleagFs5Utxt08tereWCZtU2Y/gWcvzHkIdAt7PrE98nZsvIfIO+OJVFm/5Glya1cDb7Ls
RnZn7vTSd7r3G1O5yahQjX9fcPJ8ZeaaeZ/aGf2VlqqecRDZp7iXeGKBEocDXNR1mkiq3AuEtiRO
DPSKbJBrHUJtpwevnVpurNS+im3O8cER14jYTcxitTtfxWmRrUYwLU8V6YZrndD0d66wouF0yXdD
Pwdhj4K6qPMn7hkYQ7v5XfZGSzopUOuxQqw+1/3z3PsPBGQnWAJsmw3zPQvKx74S+Z5iXi/CXiQQ
Fjs4apaYpWYayULM1g17lT5ksFwjII7iMRfIQJdyD52/Rvmje/m1yrTuqNHTQ75BwAct/fkHNsRz
kCGNqMdNhgJRrtrawYYUHAOV22EhNA+PVKz4/wBjXdSM+sNF5gDcnmR3oNJnI0iRM/jHvjStdd+7
r67jPNm2Mz1bvK67zKjl0a1S95FUfwalPe23bg8xW1axz+N0VrFS27rzq98qUVjFpTdCF7b0+gA3
D2q/6PWdXVtuxGYAY/LsgtweBeUnoVNRkj021t3ZYaYL319bIsOxACDloFkdxAH286u6ypC+glJd
6Wlg7yrsG3jHKmcDIhjFdlul65I4aOVqmgeu1p4jo52qlzYN3IMyOe9VKWKXXOQ3i9nNoQe/ck8Z
yUFvzoLCLmUdNcYN5OP5CH5Wu0NMkT9ZOXedJx1c+SbSTxX0RAGaeev5BjtFx2F4+bCgO8EOkmjg
l9PDms9qu4uI8G+Zt9Bls3het4t9peL66BmZgYGmpbhCDBJPGrjP2JrfobumUdUQpDiejll6qsqt
ZhcDEcDyyz1noaj2e/CkCiJ0Ul7o+YDfOVfKwG3IX4ZsX7X0XJaoZzfDRKkfxx0LWVLjbiqrK9OK
4RMk1vNSeWBbmgBBkndsR5qFzE4dpZTIn3hNQpDyx67GioFsHanaYPyyWNraqcEdUCH30QeNvYH6
MZBNsYhBjSm+s52ATftSzTu9ktkLThztLLtKbxs2FPtxrs0roHJO1Hu+G7lBQCdakx68xTy4HWe6
prFtsZgaZD09o31KW9M/4UOqmVp0/4D7CgSryT5vwkTNKcPAsuzrq8J1FRrSYJ+l9bRO8QaFXnFW
kzgYESgwzX8ZCoNYoz/xRrAEalmGn6v3QsPUd2MPJQtmDbHezh3K46In752FI7WsbxDf5WGlTTC5
77rFhXk6bbM0azmeGKn2cLRkBRhRbmzb3LUmGiJPC8KlFee475XyYDjdIlgNMzP9XN0PS3zwfQ0J
c4onoyXMvCuLZd1awVXPAtf3/mamNjgRywAwWeBjq+RtDtRUagIaa6WeODw9wda5MuLprut4+sLG
kWYUjh1V5TLuhmE8JZRCQSfP1Gp2MnEqiqDejNMyPPiJS0Y8W14TYTabTHuXTf6+WOT1bWgHkQuf
mi8FwpgTvWzjexI1SrUc6nkYdiks+DDLeVVSwjS8iEHZPCuVP5acecneeyptsWo7LBmTJt68ov1I
upJKahaLWJTGuSvzmLHQI9IzrjWR3HPEEi3VcmdKvdqbJjKP3uQwbWmRRPhV+jxp6k8+WDvLpfq1
CSY2QPKedEGxzd3RX/mLSMNkGo7s6Y7lqPc4Ko3dRB1sVBRxGnldUFynk67deClf3xiXtZ3rVy2V
zEw9VYFXOQ0ell5PqSPingExJxEKt2Pp7TJqW2cN2ujBUbOIVBaDjQqqVSDJJI1ps8uKhOpYs8If
XYgyFKXqX1p0S2s7jaEbdOmxaPUdwoVXuqr09WgQJhHjKRizXRANZUz2aZ6um4biXWP6Ke1+RyCp
ISCocD7lv1wZDIelTxV5MLnzJ7EVTfaWt9mR/fmVM7P2x33aPMaGddV6vx3HfKl1ebD0ZCWnW0KD
VZGRDHGDIrvK856qYFLz7GtGfUTjI7rsRbjiV4cVllC32Egrex3j3ruyJ384+D05PzNprevKrO/J
5TohJeuP4EpJ+Y7LoetlT4UqbdCaMWqR6Y1vmcns0lr9ddFwHOr0J3uuD12dvJH7rLE3vgeiJgEG
EZ6y+TYEdHzUW7bUMjOMfSrNs7MW46VMVkNGc8ugzFuYuzCypSHPc1O+bxW9GsHyUgU6zo2x2c4U
tgi4VpHiLC3y7KblPTPtw4JfGZ86UBMsSSesCU04+T+Y7q9j62Ps8MtTVk20p5b+evIgrtvl9JHY
gUISyxQx29qfwtJ2hum2e3pU9mx5xJ5Kr5yjFlX+HOO61A6DMfvOlvaYnET2knhyRV1YyYl2iTZe
5ZYK2aY/NVows674VsKU6U0BtWye/NGZ41nnNJ9POa271Bye8LnzoIGdc4jgsX0zGptgRRuo7GkC
ErQDRpGCBnatVTezZItetUQQbPeLR/L7H1qpNTuNrtIWa8SqLBpM9Wx/MXSGRUabZqrrztoa3DdS
4+7KbIw/XRncu5QPGgI4XJKWfURSs11bcV1t2/hnBlR81lS90ibZkX4sXmYj8yO7rDAvHakf1yMd
5WvRMWZRviWhh8cONWE4lM2HIv7TTRhnXmy0RLKCGrlZ5+RHtzcaJesInBBBOu5VqfSoTthcYScs
adGprgZu0TAjPtQziO86TjP+Kd29CHFL/eG8nJntdKV0KW4nd7qnVWadWv3Ws9WLF2ReKLw++A3p
c6u7LHgxGyHOxH8llYHpYJw/8qILdRQ1v3QffZDsaFibQaFp5cmXyb3esuVuLOFxKImszo03g1/n
6znOdxDAUZVXIr12MjPfBmb/PHbSi2ZXXHPGWTINcUxiDYBNYgJqsjM/65JiOMXaupyFbQmW58zI
30h1kRtz0wIyHgdtSrWrTsOoUg9i7brpzNxTPWhT8ag7Fvenu7EcCiTi5kfP+xl1bf/o4wRZp0It
dJsuP1oj+Ikd64cZdD85Y1zWmm82kSEmsWKBcdFF1g9qMY+5/tuwpUea1Ml3NlXVRzUWZbgkPQoz
EdhPE8H62urSgwEdbyV8DjVyzWrv8TA4q6avd1XWs3VKsW0Kk7x4jFMk1Iy2/J1N0omaUn9pBq1f
aTlJh3auqshZKE5rLRYozxTNvUrZOCUg9dlLzvKFXeB9DEVqC7CbEk9vKpiVZnvnx5qMMm9oIt02
ip2rhmen1robPc7i9eIblKI6AqfnVEwPpd0Wz4hxSQzbaffge6Ti0jQZrzn5c9fa5LsPnhq8u/+h
7kyW40a2NP0qbXePa4DDAQcWt8w6BsZERnCWqA2MoiTAMc/T0/cXzOxbEqlOVpbVps20SEpMEgE4
3M/5zz+URfdURXKi/vBI3aBAmK/Hog2uaG3kXWZo856TwL5VIeHbPglhBBiPOP7U+NaLjhLFjdRn
c+6rjcqanHvNXh6Yg31blfmwfi1VCQwI7RVKn+6y5Ai8JA8bNmEzFff2VMi148S3hUfOqYEh7YKu
JF/NVuffDO7sHUSVs5PgRLXQUj8jZc03GUUyOREDVgYWYywYCGLDZIHQ9IoY7bnK7glEbtm57f4m
rZ2K6jBPFn6HX19UAH6TvG20RnPVUxoc3FJpkrWIXC2MIFklVkeaWFuO23koLmaL1TtFsbF2azv8
zI5NVmzXfBlmvDcXBXFSyMMMvPudgpBRN6wOVlLKnTEKsSZ9bFpixHBIM9Esca33j2noC5DAoEN0
gnTuPrJkfinErPEnwZVSJdMNgVmwABITwZ1txbg0OjEHZYBnXhrbJ4gJ401UGWf2jfnDbnleSe7Y
99LO05VjtAwe625ejZnxqRqZDQxtWtNNMKQf/OBOuRLYrmfjLJe8HnbFKxhPK/AF4wHXDIClEY0z
C4hwedU4pLiLrtpaPZgB6KLrrLTnzYcx4ib2k1PvwoCYmiU0mVCsCNs757ZJfZ8nzbQvHKNcpYMz
XA/qDDnIQRGmnuYUUoZ+HDqcMeep8Ym5G+5BF3C6Z4wu2c+DbksEmn8cZy+8FC2BRcGYwicYhnrT
64pQXpLgyR5x8MkqbR1cje0Y79xR28+VlvNqJmrhUpOdXhPuzCSL1BEOBSeKNq2mFUmYsW2Y+mLA
7ZSZPGgZaGDYwFtUg5t9CxqJNVCfWRSI8EgEDPHZDL4SE5fsXN8Ru7Zq5t0gOnmJnTSBVJEbZy8D
r9WJby7lMqrM+dHtW9yb0pYsQbcxb1XRpl9kIuz9OOR0p1FQfpLeYH9lSObCgSHRO2aSt4TexVkB
YipXep6iK5DPcDmGoTjmXu0vHNvMQJBdwFSNAvZS5CPJdh1ByqVWyOeSptnVXQqcN/Xehim0/anO
TOu656HsRJu3h5rq5j6hkr/1q7j+FvZiIqITQ/+VmZntedgGH9+C4qJbqDPWUBmr2eii6xHQ7Ic0
omxjzcCtpFIWQ7/sgwTgOw38fFXESYpdTGWA5Lekb2sS0a6gVxO610FLWFgkge/nPomPJKzO3+w5
b3lHatw8+7J7rs2K/qLI/W0ymeyM5OhsiDuQ31n1RK2ERMHAX/Ru575tlh5hxoRo4A81gUc7zlNI
gvxVXXv5RdLPtPhWgd3uggmtRKZVtGO0mVTENQyR26zIlqwvB3uMrts8tC5VExqrTKtiHZOETGI0
IzvAUG9T8Tnh5tgK/ls1es+ddLOt1QBc66472w0Qc28AUAvxxXVH4t28vJi+ByncUKaFDEvDPHzu
DTXsTNNW96pK4waLGTmshGhG5jVsvAykwfhAA1yTbDnpAwMWXvUjZuVacd4cY8XDhBYnvWeHWesN
Q9H8WWh3+FH4vbeI4wCATXjOdVsrNvpqDH+MrkxudZuplepsxn5BMOyJ81VLEliY5Fh2fJFJytyQ
4/4ylQ0KnGk4pK5d71JXQp0YE7f6NBccPn76NQpV2JyRm3RriGpYDlWNPasvg21CovAAy30djFMB
qmSgGygGD6W7Fx2Ziz0mJScnoYmsEjO4S/24fJjriUDQEFSjWGdN5r7IcABaMvjp4TCme8IANJ7C
bX0hrMS6JBPZXBKC2UI9g8YTgHY/m4YfHkvVM2ZKiPtk7KtOnS2xOKlqgi/rqia2dtbsidHsfCdJ
pEfeBs4SxyTu+h4ZzGRVZVfE+LbJomRqcl1Ay7sgzSu6a5oSioA2IAsQmgNCl7PVn4nbFw0JZhd2
z+UYXVjsSvSqq8hzxNpIKlp1VdiH3Aui5zhhCGlG6aewyI1Fzk5gLDEFc/SqsvLqiwrd4tPAPVkr
Z+R0QF+MsRoUoKmHVrPQRp5sqqh5HhJyLhtZf9GeGjdop5vrpBoaMul9sRU4Vx5T6dqPKmmbrdRT
xhTOBpoaSyr9xpnob2rrwizItVQ96QuBkw7LbC5hqxF2xqVQzFbF9EU40zkGeggumOJ4tM6eWquY
+JA8thLY+MyLZ2JTLnzPYF48+O1VMycuAxNmQ2GABbM12O2iYnDzrQzg1w3Ebi87iD8LnaJpmUkP
2tjBCNBlhslVqByi1lvbDjfClixKnTsrtyH+S3u8CZzP6VNk1/WpGL0XtzXrSzGEbApNbnKyiPSB
Pb9fRy6YZ3tvYgJ1J6cSqKAu7F3QEZciI5UcJjCyy1wwNW/z3iAmp/6RZW6GEVWbXQ5DXFHexnhy
DkN7N8DPZK7uDI/OGMQMOE3mG1iEI0hOAGrsvGiuZpFMKysgRxg/o+TCTbHhEzhTnRxZP7H81Y7Q
vXFFx5Ztx6wxnxIv6PdTNDBOVnCXCIwxH+LagMmZlLeUYyXR8yLj/kXGaXAaYqaVp1Yw1CwavzRh
zAgZVgetXmBoSV8dNnz8GEonUUFfunCYIQS5Nq9Fna9VVBTr1qvp18rSP0L6jy9aRTVtMN1eBm76
LfJKb9P7gFZRZJJZS1DYlsO4ObgcQwWTtkEc+mIg4HmU4laLifDgYgw2thF8DoJWbMaIfLcx6sRz
UNV8WbXTZaJ6Zxch095IU0e7hADKTVn04W1CzgfFxeAYR131w1L2dv/SEvZa8NnknU+sMX7D/Qy/
JtLlRgUzY/y6fyFHERIx3f41oT1TyWTZsy6dUMXLyWEiVdmW3EvIPuUqa7r6OSmCkUfY0UcQu/2S
dFZ+IMPOvcanE2J+Ynzuwim9bCvGkkKKbF0FAE6G6lvCq+xhA+o3HefY6FZhlufLdm7nz3YYqVWU
KXtpy6m5y2q/vq+GrL4YalvusOQk/Y+z4UkP+QWMt0VfFz3QSbSUGpaFYXa3AOnA4I0tF+Q+Vqdg
tJK1Fq4IFwy0+dlFUS/bLGI7tATR7swhmdetZa/7izKqYAJnOwbhq8GbIuLHmnxfzhggRYPZ3/fp
VK2NftL3eoY0pkLRvXhgVIBuc72vptJZqyngy1AzgaCGKBbOKB/5X5u9w5lLlrJ4iWBRcj/bfuMG
On2e8cV7GGTSXrAxBJd110eHHPonhhO2v3ZnZA+TlbTPFryKL4ZsPJc3pwlWWW8+dnyqDXdX3gak
It/5rldFi7Lu9Loq5moVjGRxj0a1nkiIOlg9VmOiFdMdQskJDzlpr9SU5je1VUKFSko48aLy4lPo
e84WOzRq79rq9hAXxtv5nBsej1O76kXlXzUMpT7RKtNhRgQtvRhjhOQuKOmDylgBbXeivYytfjrR
QT8oO5s2mKk62AeHXXUZWsNDOdPXimqulr3tPffaEYcaP+xzBvliYvCYMIqEFYna8BYPnS9OXLx4
QRgDBWjwVcwagC3ccvhhipnRT0KEMZtq3q7oVcnzjugxcOszvwoV2JuscOKdLP0SaRsjw2AhwtAm
xLoRY40NPH9NsLCxnZww2Xq2q0j5zb8YwwQHdMajbuv6mpBjPcGL8lA6qpJMyjovc+avDjlOrr62
goIJl9L1zdTM471WmNSVTOuQ3DExj7Jk2CSx8SUdvXgJE8vZOiWjk+TsHbnBNTE8pB454wxF7ZUd
sjlgOtpXR/jLD5PhFJtalukuxzdz2ZPoeiIe8cmBunLQWW9/djzoKHHURxf+GDy66fhVY963SrJM
riFEIAYsWFJ1YAe3ReJtTec4EN4euZqsSjfTx8qr81undjkoiRmDvGLN2kA3GM141MN6D5ldLNzU
OM1pqUHy7a8lG/KS0/1HTCJr62zC6sa0m/YoCCc+uqgT584N1wF5dWsvjPwrM52+NpaVr6yyB+xt
Yo+zq8s5bcHt0kzR4pD16r34FU5si1bBpopm8mAn22wuRl3hywdOsW4dSKCNDxsPpdXnvimIvRQd
pjtmoIwVpF/3zmULPJFGG11XMCCeYl3MP8RU5PfChIih2s66hdiRsBF1OXi7oUhG7eNPjtEg+4T3
R4IsJMcVpHtYmobYBp1R7g2fDnCdOyK9adMRLhGYbcXYL1DVV1+gj4WuU65LSFhbixEsPG2NWTbp
ZtCDU2sJD5bjYyjkZkKbyojLKK8joLnd6Au9nYhXZbhjNZf4glNSEkgQNEN2SNNBEAzaBYzdw3C4
6yDebSB7cWINaUCs+9TfV2aRrqjqp20ZxOHSAmu/jLQZLqFNgPj0NDgu85TFq0ltYABLhH7iA9Ha
X702AGhTlgGMmMyGfxpGCvEhjP2ND9nuW8WMlXZ8hugk+mTd9Dp/rFxZwD+swUKWHTGOK8etxAYV
gekdIi9hfJfSW1wlU0MABIJLDdvGdW60ajkr8Xho6SZ+NMD4x07Gmrxjt/d+qNyDotbB2wmYiG6C
bHaPZJEC/Wid3w2ZIGWu80El23j66sNM3RcGcsIyAT7sSalaBXEfP/QQpwCk+uHQ1iVEiMAv3Aty
SoeFRTgQHwQGsDH59VUDcxUoPoZuEKbqVpkZlBKjF4t4hM1HpWJuSlF9BnwkFrEgd3oOoZDPUf8N
T5Hsq2+O7ZEePHjIwLU2fjUX+2JORs4zTVNSskBr7U5bOiKxtOys3vtdrlcdjdHjrGfiG5q+5Rwi
U9iP3HBP4Hez7+sBMYCK4XKMwuk3HinKxzzI/ee+B9Wr3SZYq2yst1FCNVP0xUh4BROO/Tz0Yotk
o6d4dalnfFq0aIJDOSbhHAMPe9VT7ch5PbIXLtxYj5dKI1SkInKJuaV8IDCB6aZtEQRMImL7vRXG
qJeyKYrPwNXZ7dhA+yg0Ca0V9kdrZTPrnS2i99q8Gy7HDjIlpqJoZjJ6knOuHjOw1L1VVnQXmVWw
MfOYeVxmPUGk6c6RY/LRs+tgC2O22ORDYO3aUsHgkqEdL4rQlXc2uY2XE4w51n6dLCveI7Ad8jkH
YjJRWLkg+QYp3QMWwp94yeNjICGf0iRnj62P48BCDO4EfuM10drv7OEkqiD8EvLvy9jr6YpjDs+i
DLDxmHS3tzIvXjdYBK9LPyRPeqDPTx1QjRBnNhyt2HPB6+8cqO0r/DOZI4a6+toQmUE/EA/bEOL2
0jKm7tBbREhWekh2ue81F3r2xx/KCXgXfE7QDcdPuSR1N2G4OpCmYTQ9mpQmnsM1chz25UanQDXh
9IlkULUEH36Zza5b9zbMStMOp2iJb7uxlW71JRIVY0sIRmuIO0QiQEoZ0IiQvwFOisRDVeO3wZmJ
7U0Yf3aqj1bxoKNNxRt4NOMZtVFntp8ZGafrIkEROtOs7szJc/dp6cUwCYL8S5KkT71lAnRG7CFS
IeoIiunJMIoZaYx04IY3xrKEz3uboGBAQp/yKk+OchLYI4TVuGHH6yBJ83yVOf6tGLX7IuPP2zw0
knr+nWD4H5vvxfE5+968/abz7/n3d5Fz+OfvPUeV/fLFOgeFmm6IKpluvzdd2v6cE/hf/cf/9f31
p9xP5fd//QMCc96ef1pIltvP8WdIW/+dy/QuMu1/598gniKa/eNH7b796x98/59haf8kOxbuto92
V8GROTsx/xmWRgChMH2foDQfvpZ3Vkbm5/C1f/1Din+6xBby6BSRaa59tl76MyyNf5K2Y55/kMXf
W8L5O2Fpr3ki/6nBU8J0hbKIH1Tsl5Yp3vofCt7RVtZwUoOgMBnVxOoaniEDG3cu0Nd2GRneabFj
muc99CptOW8r4yGoysuK8eDGT421D8Nr5HvibOpPgDZQrvtRP441eIZ2CNgO58q78KWfLzGXfsnM
+gvxTv2qN6YbPLf6DcUnSokOedIsigRsBcNkslUKdFc09rWlvwAqPZXDHBNDbB+mMXgw3cgmrnbi
CKjqg+W90gjyh9K1yI4a4u8AMgTdEqtehHJlpgM8DabOIB+T2gtRtBsbLdbaYpazJoyG4G8L5Ys0
zFsuJbs658hgqFWvaemZWEF8XZwdV0/hDNMss9i78oYcYzrfihbV7VeBUbhw5VrONsu4mEJKl9lz
54t2gFNWFvY3VArgfIPHVktmYUeE7H2clrd2WH4jFfyT7AMa3UY7P4zR2nsjsb3o4SXI0bBlxwRR
SnzK1aycwQW9/A/Pgv/pt/VKv9RFU/xo376uP7+t/z+909bZ1e///VbfnSM/fxeEyP/1n0GIvjDJ
LiR6Bvn7+e35890mCBHWCdmVSDCA9M9WE3++27b3T9cSNvi3rWzYUGcnoj/fbdv+pwDhBPJ0bFSB
Ptb4/3dHu/7jpf0j9DX8Xvz59c9Bam8cIBkEc2k+VycVWnbhmG8kvA7ctJC8lvCaJT5dRw4h9L2T
1QunG4wj0cIF/AFqndpr7YUOOagXRtmmW5K+2ku3SSMy61LpLViJw1XJgbaiBSaWLfAV+dYC7/iP
vBnOF/TTZnS+YJIOpVSmY7rKPKe1/uzPUZcRoZNtHV4jDDNuoIUBnouku0hrES7dLvtcjZLpTe6z
VRgAhJsK/6wPDDx+9WQ43zRUOII7xh8e36vN509+JC2kx1YqrMSM2JWnYFbiOeutagd5H+5BYybN
SlZt9OmnlfW7Z3U2APj1o/OAhG/xyc//8XYfjvTYVKFoiuuoybV7apE3PjmZK46TKPQGZzh1OZdl
eI9t9VkQ1ReWWPjl7HmIV4KEXWnMvRvRDgF5rkmYr+FsWx9EX3LmvL1E37Q8oUxX+s67aKossJup
K/P0uvWn/HKQCNAiv2nwGYKdWm3NSlk7xL/O0e6j8SP3tddn/+YG+Z5SwpW8a+pdEldj1rGt/Ca/
jnR9jM0yuifanj4FC8orAyrLHp9RRh3kg5C0La1611SIHvxUx/tkiqzV331etrRN5cF6tWyHt+vN
u8V03ytgYVonLIvSe676GxEWkFQGYI3ecvJ9XZjeBlQsu9VR/6nve6g5wvDspfbz4HtSIME9iyzN
TeoOwfVfX927J2VLKT2T7UW6TF3cN24THVE2IAHJfEKgS0mfuZ8TTUuGtUgkACgKYmc6JmEIVcoq
8D+w5nj/pGwKHgbqvud6tue8NQYNUid3B1Vh/hRqcAOK7PLJwjHuIOcJQb9OqisM0R8HAkkxpW9L
+9oui+h7YqbFVaoy/YE/g8Um/Ou65UFJEx9epVzBhb25G3OsgJXaQl8D0bD79aU9vMwIr46mPzbZ
RWSEKAKBAB4KvxIQCs5PRjjldBkaRR5eJbnIIHX1U/tgfvxSWe/2PBBZ5De2KeiolEug9C97nmPE
jsbwyDtVpVkwmS3mozeI5smyer15nWR6HaMM9IftIY1jY19YRfLBaubEeXOHOCc4vQTVpsVp9cbm
Q9c4InSB4Z1IdIe6npWl3pigDwdTZe1DIhl0/vUC/c0aUb5nuaSKYEhjCvXGx6Vvmj4us9A4TdjP
oamsQQhHfOa/WWIyT1NZyFujOIPWoedfQeE+k4C4uMVQtfXe1a7/+NcX9Pq+/rK9sHl4jkSXQV0t
bPHmMRCN50VItYDQwG9vVBD5L/VszRcmYpmLtml+pH3vb0LbA1ycR0TPQ3gDA7v8gUU44jL29A4C
Twmd3zDj9djUwcHM8W9YaO09yC4vt93Q6c1fX/WbxFEOK1419kNl2R5nli/f7EJmD3zV0licaPaT
9dyU7daoom9M5ZkEVQN5CZyn12Eeo5VgJtuvgzw3LlUcpMuuCCP4VzOKmARoBtNP8nFqs4UNHTIc
yuveOnr0izcfXPL7t5FLluiMyGUnh/Wt+UchkxzYInJOKlEpKs3GvugjmWw0h8hF7TXOoR3GaeeF
k/M0Qhi7SMLhCZ+OaV3Vrd6Mrok2dpqij3atd+f++VY6EEcUtQdX96b2oCwowVdreRqiJn7E2i7Y
xFJ3D41iWA/TVNxkY7yKa/T0ReD6e+VXE04LcWtcWd3s7lHmWkd7jmkGbLd56TgtV7gp5OsP7t/Z
VebXheqZDm0b12g7wFDnd/mn+iTrUoPgBy1OSdxSCTTNWOz0lGAi7QMocWWM8pC07+w6fc51nGB8
M08bo7CdDwql95uGx406vyssQVu9rS4Ns7dqKBLihDMeeymzqm8+Iwj0zmF2DJr2o993Nml/+8Fd
z3F8S52bYu98Y3764Iw0KQr7VJzsIojNRZO/YIaWb4oyltfAcw5yMgTUkM77RUsi2Ufr9l2Bxvqg
6WZ1nHt26b551TT945zmvGpjYKHKa90BnqLrHTs/hXTT9nsl5+TSy6SG/N2WMOSr6saJCKgs8sx4
GYvy3mN6cjNyav/tJ8HpITzbcjhybXR2v96ZDH0Yk5ugOTGqL58mevKUKSenCeyL8knmvFN/exHa
5+OKxoL8d8mJ8etvbJV1XofOcKJtYBEmJMDsUzLW0GMTJlsQcrxytEaebaoeyZtXrUa0qAZiuo8O
kvfbiW0LymXPsQAzKN1/vZIAZIAYFG88RSaefq3X+Bdlh3y6D8LIXlBf6SvIJMF6SLLkss0HDZFS
w1vtCwVFDLnvzCv72dMfxe69L8Ho4FyHSHsaOh7P+d9/Wq1kJ4UlvYR5Uu6gN9bY13sp7IiZdeE+
WQUaCelP1iIsZr394OG8X6m2dB0qL34r+NDbisJyutBDbS8xXyjVQ9n3KVVWXuSLmnSVF4aD1lGC
bF7bkKeXIc6Xi5nc0AG4E+pLEpnlasqHYTtGU7H1QtWOH7R5719klgyglmW7rimIW/j11lRmA8mm
EvJk2kP70LU2UGrVdV+A/evL6BwvruYk6tH1WQ6M19T9+sENOm/lv+4kAGi8L8qC62HTof96AaaL
jzkUZLq7wjc+NVPGoJFk2ZUlQtydz6eMqix9FdZGhIAhnsLHPgxirAItf3jAvOrv5QOdT/Ffr+fN
zga7L+uTIZIn6BefEUztLT/+8cFn/s2iADS0ufMm++e7ReFZfVx7oYeyqJ60ufTmtiN7nLMjRw99
2YVpeBknhDTkJnkETJqdbQhHdaf6PNlFkJq7pSWt9luBOcDa8jv/g0X7m8PEgjfOOXJeu2iJf30k
dREVjjk07kmnrInXXUSPsXNo4OY/IZ5pHv76frxfgx5lk4Jdey552UJ+/X1TGBuSNDHnhP9RvHVw
JqJr08VdlhYxBbANal5j2pKeE60d6agPXoE3LpSvhRt1Jk/kXAidq7hff79RW7hklJ5zSgyn2zF8
CLe5l+Yv1Vl0bsXOyprOLwhS8Md+9vIrMXn3jY81ZZwM7jbE6OiD5t56v0A8LgjkybVcDIbcN0/A
BuIq7dJ1TwbP56GOixCAwY7Di9JRXg2RUv2QMlbLqOaMJ4Bn21UJEelRlKM3F0xXkaTqr4MZDi/E
drUfBRb+5oFxl7jVbBnUPW/r8xIKgxHayjtB5CZ8uKtlsWu6bHiJI1HsEisZX9oQnvlryTWOs+Gu
/nrF/KZRoz/grHMsjhpHvs10aMdC+hpT1JPXx9NtE54tZOKEedGUHAqnbQ9ZCPPNQkG/1eOYbhJX
lh8hZL9pU8BALIogKSR2d2+deDnPC3emLr32nW7PhplfGSDXG4Rg6jo15vmzN4K/k2Ab0pP0khga
fZO4SXewya6LV2mdQPMUzXMXMutnwK9RnlrdyTWsYlFh2I3RnDLFB6v9N6U1JYIEBOF1OUMTvy52
WGPSgPWJffC5TEOkpW46IcADShe4SnkT5hzOh53G+wUNtio8k/aaxt98GwRKcOXs9y4scM7d9qEe
6mozYQqULbKaGmz9wep4vz5tKMK+ANp1wcjeggyG044i91BqIyWn/NJl0z8yFI8OXtaML5njtziw
YcGysA0oLKAJ/RojrP6Srv/Bgw1CLELoVBchlkUrqLckc1lhjfOPGTabsyPI1pyiPv/gwbw2C29O
Qvpdyncfd/L34MPs+M7giAYUqysH9AHQsZY1vPxLqH1cUu67eAWUtd0eFKKieyXlN78EeeyghP9o
B3fYi6I7u5En+cJtjPS+t5r2g636N3ulDXrtSQBs9Jtc7a/LZ/ZmC4iTi2wqs8dZDNbkMVdJfiGt
tNuEaenvJt8P7tNzH4ISYoBTr1dZgYOu0+vvjin7j8wrf3vjpAMEaLL7cQvfdGH8TowSKthpzexw
SjVW+zBaSIcDXag7Qo/0gUjicZeKeEbCmRZf+ranUDagmntmbN8ZbWdfxkXbPjgwC15kFP23btvr
CMIG1+FK31SgzmjaiEFSCyx5sI5Q2NJrJw4++UOJ6Im2cZnFZbrFjK04mL6JFLKkOJxdb2eVc3sy
QAf++hV5vwvAy7K5Ihi2lOxvG+wQlSUOsoN18suBdz/X5VMflAByaYSIYFKihlnAzfzr3/qbbZtf
65F4BgTo+u82H5/tLT3LXU9h7odfRYcDjNP16ZLKtFkbYh5uYtQph9ov1Y0tZpwtXhH2/8ZVeLbj
+lyMlITa/7qG/WQYQ2PEwiRBUpViFeQ1sJ3daB27VriAlPPVrObgGb09xlbnv8+79qNkmd/cCoZK
TI3leTDlW86bRau6ulP2KOaTgFxyKIq5wPbQky+JltZRBUMBtTVlfJpqpP4OoGgjvc1f34jXvufX
HYdrYO6NdoYLke/CnwerhJgvzdNIl4KLh2uWT68AQgizJ10EKMNw3kwS9yKf5ugoo8q6G/Oq+F50
OppXrnTKJ8ILqS+wdwWbRF60M3opbhQ+rgfn3OuGui92teU2MIAGGOjpBMkIkWuqL5DVc7oVrfY9
9AV0yK+zEmJ32NP++oNyW98fQOcjjydusfTYwt7UeGneo+PqAEhe94gUYslRKpBV2PbqBtsQ61CT
yrMqwuo5hpR9i87OuzmTCA7klNBFh47caFNMl3Uu7kLtyvVoYCpX+JiZpo4zYzUkh+/4WNhH6Def
a7t3DtE4D8hLSX/DxKF55GA8m09BVvkD+x5H2z5V5HJMq97H+wHhRwXDKJL4E4pxusVBqsKrUuAJ
Fc+4uFlnmJwymWP6FUHyJ51gG9NDapmNQ9/G1b5rcFvwk9ZZJ+aQf66yUMF1ivI1ricF4QR1cuPI
MWThW6ytBNVQa/kWajfuvsGj2rkouPf4wVX3k192P+YWt2eop5CcexFeRZw7sAzEjLDAwDStN4yv
8JlMIvzOUIPN17S3yL3rRVk4PcZZub2JI1VdBak3bmjwWCq0cN5NP+TFzmO2d1P52GllJXDjnAR7
GapPJnYz1NpyE5ohfmNG2emXwsWsYs79bN3PQHuxVXp7/Dfjfa0avXEYFYxZHF0kMJb3mJuM+BSJ
aiOCfjzMg4AMSl1yE3f9gJiimr7nKkqOOgbUz/JghPuZDofKrhoy5KTxycuH7/mc+EcyFuMSIlyA
a2mAoW9kZ89Z0vl7GjjjomsTPABjKzp5PrLLDKosVNpOTzhfONdWCvoII/BSJwYmtkNnFTukXO1D
Vtn9LY6QnEBMhB+VlVbQWRtrJP0Zp7HF6zdJM8UOM6qdu9pKcOzq0OGrmChAOeALVI9++sdZhbGw
QHoIvle3iKYNdCVPUVw5uyx2i2sC78yN7cCbXVQO6sfISeCQ+OdOU58r9ayTzqHqKm7D60NDsSGW
AZXc1zhJ5BXQjdrkDfS5rvdzOH9TWG2nAfuaoTm0ZVh8sYP+Ku0thXzBQ2js5MGSA869kI0DQRHb
/FVqBuHGkVN7X87EH0aITi+103j7OklHPCfrYpGIqoEFKrPk8HoaYZihEb9VMy6gRm7fp1KWV9aU
EHsiPWNfpkW6Rmgmj1roYjlJUq6HoiqucyDIXegY/UqPkAj7nInBpIdypfqw3SB2Udjagcjikdj4
V1Xu3/a4Fl7mfjVuaxjlK22M5kXASma+ESJEKGVkPaFXwjnBnLAo66B84IaIMcJSSjOCp60AIiZt
RCsLjuNSlLX81FQaHhtcOIM8RHz3fciebonBEXTQJTrnR6tRgq00eM7CNLltR6Wehy76HDShtfZy
mW1CPImvU3iBtL146rzuihGv2QPH0AXzMS5M590K4VG25GV8ntmcj5XJXsog5wvTG0h9Y170LwD4
SP+kDRuoxa8DsWmPkUjb28+IG5sHyt72QdYmL8aA4+NirFIWIfMCBMhTET0nNbufEcPn5HOeOxjl
bawKgfMcEGYyTXV4GSDE3rh9MD9UJCisfVQsF+PZ0afpzOY6HvBInGQbnoysDXfw97C5cvLsYFjQ
DdCdGThReRKC5AK8FgaQncUkE3nVJy82g2NQuhEIj2J70bEzrlU73RK2RLSk6ZZPaA/YCNsxZEsp
Wdc457gMwW2HU6ap4+opquCTwqRisb/evXRyXWze0ZTGc/YSVLqAzE6W5AZvDdzuvQivRKtPX5jM
OZ9tpxm+ZeFYXI2G9k5uVhh3CEonZsrCuajHxt6Zqhl2lpzRNQRts551Vl5gSoU3KpHbuL/GJQZg
dbV047R9eO2rsIamZJ4jQJ3XrWwaRfuAAAYvEMwxxTbKmHaJGJl61Y3OniNHPLoZu7pvF/dCm1fz
+H/Ye5PltpEu2vqJ8EWiSwBTgo1I9b3lCcKWZfRAAon+6e8C/f83yqqKctT8zipslyiiyTx5zt5r
s8suFSGSG2V07sZKgW/0Nex0w1xO5dzUB6BQ+ZX2IRym8cynzbOpXhwDN/qEFH7ke9bwsPsOvM8U
fCk7R32oLmLI6ilET3A7xFst04dqtJhTjDTTUcpf+owRLmReOPu2WPzrzvbto4MY7sIH8htaAxaL
lc9dp6p7nC0YI0HruzsLreh1mZR3Uo7Z5dB37r2/VptB73Hnzu1wImxMFVIRegcsxuNYDo+WsJnp
LMGOonT5AFO+XA9zUf/qT2ZrcZSlhoMXhvZHyq06FINNN9COjTHESAX0IsZ6KI1EXNEvK5B9BhqC
f80gpsli9jYj+QJ/9koabgbqLh4vxYg5ohxr8VSilTj4XTO/V9R9W2cqYm+bLWBMN4vf6Wc898g/
+qBJtyoymexN+tWplYETMsNEY0emFcLjpo+ns/lkBQ5x7K1X4jhuiQSPmvy6TSEoLzAYAILnN+bU
25AtcjKFpng8QJrDR1OOHzVJsdcmKsVTLm34Do1r3hSekz5auZAgW/oVUz9Eezyc0UNhTN2l5XX1
bVHN9AOdqFnxqbz12GrEs0yd4haIF0FOyWwOX2FOasidv6Z3aoUypveNnZcfS2QjqVkzaCudxxtt
SLmtXSfa+DlnPHPk16HHggPEmRvv1kMDghgPvX4XjPNLMRvGaVGVXnX/7Q2pfOnhPA3zROWEtmh8
2AFcSHBYlJpby9b1MeAFf416+NA+4qvr4bxDNtlC2pbTkPVir60lWj9qo/uMt3zpA3azegGsb6sR
P/n6LlsUbXFT2w/9OmaqAkgpYFR3dSaHeJsXXKne9+mnZxwBbV4zP3ic7VFe9vBZDpRB5rMwAMXm
yH957FyfWUTqocAaMv++iuu1Kl4VPGMs5VdRTAZfP0/8+8kyeWeCQlhvirKCQ0Tbsnc3mIsz6Eea
lQf0Hn8yjg0nyrWOhPuj3nC08VewaDLeAOn3D5nmT5d1vB97s/4S65gnMPAhmwDudU5If5JTmpny
PQDfe9MGOTkVPvLrI9pmfYm3x0Iavejmu+M0fFwBchH/woIzHZnbU6x849avU7lv7GWCp2Qu1bGO
ZlZfy/Cg5Q/w4/DsDnJ27hwMesZuboDz3GQR0vk0zaeHsUpv88hulnAYVitR6nrDI9Mo/UP0xvCl
s9z0CkI+XCzZUE34Ylq847nLA2LW+kGsj/FFUPViO2lsfW/3qvmoW2tEy50kBUB+xXkczkyPwU53
KSw+K8W7Y+2xWS7AAJvpjZUHKs0gXbrfoAPha9EDxT0ovuJqi23wHcl4OS3Ws/aV84DY5m7O3Gev
kMHzbE/+kXV0wHY38subwqDqqnjLauQuUSI2FoXGbpaZseVZx3lCvRIboSxJHFe1hcUaMszG9tSD
G4n8yJCH2bcGm1PQmn1LPDVembnv7BN7GPe2F8nLpU5OTuZWFBEplD8v+YaGisotgZZ4O2O5DS1s
YxjNENTl3dwcnARebUGyFvJXx27fJ1+tOL1YLjhrmIJ/xz/V4EAquuimIhyq2naT7fzg2YuCI+TF
Pruuk9xvQ1nP04VXAnuopHJv8Myqn1Wg5Lg35jQhLyJwstdiFusO4E8O3vbJbr/4Q6KNK6IgBpjC
mVU2V95UGl/hgXhbZeog3kzTfCh04Ycoa+MNzurb0rdP81j2J8sfp5tRQp61sqK5ziLx0aSa41CW
pcV9Ufls3uwD+TdWRHuGWTMFZShTFrOd7F3raoZ9H2xGFXjf9EAtD+JQJ/qUV5XzUsQkFxFU0U+3
g9ZBfwdVJGkCLEdFkx8c5vIvJn48fp4/dc8IP6mAXHtJD8QPVLsC7t49pLUoxPTsMFosOAEswq7c
0A2QU/yqHwrZIDgmQC26Vand35ar0oIGTn1sDKAS/QBds5GcY615ooouI4P32yoHXh2rrHl1zv8s
E2Y6bwF11kfBMIPnJTERA55rD7UutVnJKeX8T3VEvVXMPe/7MEp/GzglMSItLPtE2t0dCXv+thWl
ecOmyahS0pQqy7R5S7N2fGc9H3E3cpRjG+YTo/XUHJeKooAQlFcB+YRsHQnPIiTRV71heSB5MJhS
+RMOlstqtK5lRbUeCKq4zy5tWbuXUvb5tgD8hpK6TOuXbj3wxuVIXxZpyPgepT5rnTOjMduA4kkg
RAJDZm1ee39d7rDsTEp2ipdKBR3mmS7HxO9P9yBK9K3heN2z7WL4l0HMa5hE1q9fo1aaH2jE6rxK
Oly1MVkBiGoGg43xyj/RnMYOjtHyBt9jHeF0q+iLmkaydtD45vTVnU3iN81eB8t0MZfJz37wMQ01
aFbYDu7GBik6yojqWCZBdMHq4D3HI+l+SdqzSfEVN5S7MYLuqDgZQ5ABHKO2MvwiftR1aV3zzhIb
FwTDFGZOZz7UXd89c9u5flSbZCNMSbzrcnCsYLDL+9KJUKLbiy1OKjH2Y+9Cduw0+OzK4D/i4tu5
E2KOLodxLYaNJfJoi1TE3vhmHv8IDH+5nv2G/n8Qi+R7leJT3mgAOf5mWC+O56+PWKWHO3rB9uVk
2ADzZ9xIv24svuxnczJpHXq5vCjZ0TmdIO6nB+U+5KqEl8qtXTKBENHJRVTsKoez/ai78rtH4f1I
kEa9SxHoG0XCcRUnHeDDzCx3jpnJp1Lk5pHzHxjIRdD8yEl+qJEm35AtgvWTCuHRSDs2W9ZBno84
SiHG5JwayjFJOW7zBGc5Tb0Y3Bh6DeJxNueN4teOasO/DBvG9Mdm7Vgkkzcd6ZTPkEfq58RIvzOt
dG+zBnQaO6Azb32LIzmWrv5q1BAfTQau9/3ctu9gHvwHnTS5zdLABXOawPjQHh3WsBgXjM4x7eH7
0cnVTTwDGzDkApFjyeCYA4ESGP50R1KDSFFulM303YTwTF9LUCbOfVTsMf3CaCPx88JJCnH0Da/Y
jf6U3y5t1sbQkdOv5wZNXMAuZjynUNUtjTe/sDlzPz2Jrz8aCvuZNtarU6zI6hyr0VdD59AlOzvB
ub9KNNHbVT+KKYruzo97E5M1UVNbkKm0vt15kQeY+Mhd6KbiKV/710LWBGVaZgNtACcVq8gqhGpG
g9XITmnCNdLA72vYRBz8Wo5MCzqLh2M75H3svM3YpUu9KZbuGSOMFRxEZrUrNIXEQfBAdECq9j51
Zgp41xhbgl2KgjHFwrG7BCbQQfRuY1yPE6aUt0CAb913xMbzpOOp+ArPeiB3wU5uz6ubg/TiwnLd
x7RN/ZtBU/Ltz13C8xGJTkeTgpQpzLvIVu5zu4qrzsc79iOahd3IWwhqQd2D/AKxxC4ZXRFq49+P
yBael/NC3Aq+dBUll1lXQ8pMJjikPdKBE0Ow4RJepLqZLDiigGX4I+DoDeD077h7o52dNuJOiDbZ
Q4XL39x0bo/p5OAvdN0bmmPGAxGTHF7WTp+yl/G9MytgnTxr5fXoqvatcFqsblANQZj008O5sx0A
pryU5cihZir3Y+M6xw5m3+1Z4Qe2jlyatSGJALZ+LRwyoaSOwT6NsxG2Kop3Rr22iPRQ64ccvOlN
gQjnfggG8nCmfrjpkZYcfG9dWJXnfrMtr7gU68aHPbm/SQIwEozYcYEPmaAtgrtYtJOzd224Bhug
OBHcIyroqRREzYDIvChx9TCDsIN3b5np2aDvHiqvJ7hEEPA61zemvZgQWzqipwIRURWZ/t7Qhnfv
Zej7Nm5DVT74swLs57jJjZsuiKAmzSNynhBrmEqc4rsi3bksUvOWDhlJDHlQ9D9MEDPOqZ/h87Pj
ZON77y7uZX7uVZz3eUJd2KO8ZW0EeI3gWZNewX1YB0B1kEZhHbje6kyL78k2mQ50jzyaF2RRnJ8l
FPzmvg4cmgZA2k7wzNpDRQ/2iEDUv/AbVx0b0nOOQTPuVBWJK1MMydOQq28YIZMrChqKMjfLrwA4
X8CLsb5r5XTPxSra8JXn4IYEmQW1NrlGnEdUazHNT7kVTE8g2fObIKAwkPCyD25GZlI5DNa+dvwb
j0P1VVAb1g+ep/RtQC99eX7i/70nfh70/t78ZwAsJRXrquNnUPr7FCTJeIEW8DF3E4/oQbq9ejax
jx5HkLr3ujJ5zhiUkhuUJxy+qARy2C4DFTMq1vpuThK81UZWeHqTx8XL7DiPmE2njXIT3WzOncVz
XxLvOyXEyILLqU6FDmo+WO/TUzP1nAHs2nPgp0PPjLLmchSMu7Y9UXPpZoyr8qU6H1XmVQ8uBGtS
s8zLJQtbt6Ht0z8kS1C//VpUf7WwVDab2yVPrYu2TufbIK7G93+/bH8fLeMfwgyEe1AiX/+sjSkH
iRVsYnzupKO8ciuRX5DFMHxJHMuE0poPN0mdmPtlViWUOF39QZrzTx+P0JSZEFMbpBefpkZxULB/
jWN6p43EOAGfyn9tFYjh2ws11jB7YT42e9SC7yq3rbt///bO3z8/WAe/OKawO+Kk/DTHnIcoALsS
F3eoYXgqzkVJEzD6JwmSJdD0HVoKa21GhKR5QxRC9dNsfRINqqbgNa7XNrxipk14me8SiELwAbOC
Xpu4xIkv3czWzHrgRAnrNLbq5mikE0VmI9JD3Kf8lUm6Rx9C56mXDcqM9jEypvl1YSUmSIuUOBNk
b8AGmroTv5RRVvSLasIKN4gNkWFUS4dL+lzl920kprDCgvp8PhAYCMreSbNjbtPE5ZdEDM1zB+Hs
JFl+L38NIuXaLa0tzZgsXUfv/351/35xOdlbXCO5CvH+pvwfXG1XY+vmdwamL3D1WCnulGnHR87Y
JgnUy/y9wjiPImpOdsYcO394uNab9/uKgPFg9RT5EhEnZpXfV4QYlzK99qK+i6fIunJydsdNkhLg
gEt5LYYKEUB7YmDon5Br2X8YDv9ddUY1J9AUQ4jmCXOt3z9ddkWzFJiH7tpRUjYVieRQV/jixiP/
K/Q6Gw/cv1/vT2mnCL/Yc2wbscVqoGIt/PQ0Jzlhv6XfZ/duWrRhn8SOjcO8hpZfc4I8C9+wlyki
Ls0ON0zXhkXjdndt1Rs7DwPorzau1Xpin+sABvUEgjbxGOWeRc8snNPlCEM/itPl5WwCQ90vnv79
W/ifR5tIHzwPdxz6b5byvy3kHvxbBcu4vyX6UF0FrdVcuk4Dtlo7jzP12YZ9LicRaCApAx5Y/t7n
zXNrshEzz4nB1TM+OtImzLYwxDAm1dGUbDmcgkQLyus6q75kecsbNJj58pUyoz7AR6C8t/3myU/s
8SMPzPnu/PrQdqOvJ9PlYWIR/0EiRbMnDoFMnHxyp6/lYlmvOf56kGsRHbGU8Bfht/yGfmNfWHMD
mxdYyL4ZB7ktR5BFUHWD2wjSLxTbkdi82fV3dKmUyYMZlId6ZBLhMwj9xnnTQb0wFx3JKID6D2fF
YpWJ8c73ILMui3oxULde4RFod4Pb94+lw6q1uLeWs2TQc5Zgw9DX+FaCN73XjKN2sqTe8LvO7A95
KxIA4RxjlNXlP5PAqJ7PbYK4UxaMsGmon61KicsMCs9Vx8D23U8s8y0tI++ImqYhwZ6VrmpcK/3D
U/z5vcEn4XgmjUDUDKb5N9uJG4zVnJmtuAU2ygRw6tlp3XXZc9xyFwzZ9GsH/H8G5T9AB5DD/uXF
/Bt24PLb8i1PdPftN1LB+X/65U/2vf+hkabeQllLighi8P/fn+zI/6FMsJBiSJ/Xl5v5f/3Jrvs/
5k3oo7HDyFXnyO/w//mTHfE/V+Lq4zGjjuP9d/6LP/mTIGh1K1gu2gjaZKgCMYH9vvpWCejgriMz
qiasEaD4FOUfpiJzAgqpYV0SCeDeUPKk6R/2vE+L16/PXX95Dw26h5v1989NEZ9HYyRQFEjg14KZ
6R5gHMfCsZCnv9yPu18b2V8t2J9elPNHkTaFQYH2NFLETwVvuTD46ztiNwc1eqfC7l8CEGp7a1mQ
t1vGH0qlT5vpr09jQwskLmZc5J+2s7HBapd1E0YLb8Ak5ZnwzzmKbUk5SPdqHMcQMAolo6wf//PX
xI+EgBs3H5Wz+0ndlI6mveaKcid9wo4TLcXPXpbzLs0Wc6cLXf+haviHywquAiHwWg9aGLZ/v4Mt
c9Ukyhm0lElRTrCCyPHdxu0y3EsYU8EelmVX/uGpWUWqf6lUuLiY1dB1WjywvDif5b9aduhBRrfd
D8RikBnABNWvzT/poz5/ikRQCPQDSxUvrul81jriPwNK2nrj3vXXGGzVJRdNlsnw3+/X5zeAT/Es
vhAGCInW/nPVlTjaqPDoTivAraJ7WEzpa6YgO284n4njf/8w3PTYFLEE/91Y1yWc5SOJs0JEiJ9k
Mj3HFhgeO7Xe/v2D/uHa4fN1aMGt25J/Vrj/xXKj7KyqUihMeyPwbnEwtABCg+kPj94/fojjrusW
zmaWrd8fPZ5oTOG6I9jKdt5tB7Z7vET+H5aNf7o/WJq4WqyKaMc+fYidRIWMfb6J6cvhoJYF3GRQ
XxWIwPb/fs3WN+UvTzWT7VXrT8dZwltAHPlpDZbWPEIsLWjZ7Jge/eGV+fTDMbWsO4vAIo9snnv/
6YePWAIJoCnzPfWpxmWUiqh9sGVmdvd1SeDdxdRh6g2rJcpcbNnEo73Q94qmh3//jp/2mfXXQE1+
9kTxDdF5/H7LDMhx/gJict+JMUchX0cN1IQU2AKxL7mvLrwqsb9OA/SJ//bonz+ZZd8Cv2GC4fjs
MnGX2S7apS/2zDOKw8x4cT9n5Fu2PFxP//1Lsmywy69HKfN8iv7Lw89Ar7IZRRMVmBDgZsS6fcdH
0B8ZRC2HxSr7h7zx+z+YRv7pyq6vtGQd5nDufDrMRJkloOu3xJKnJiS73uu61wEu9rGSHQlRU2z1
xNIMtf3xH78s66+kJyJWYS+8jE93NLJEXeVClXuYYd2jIT0aaElVvelibA6j7hFmWYXz+u8f+unN
t13m63g/8cfYNu6clR3zV0efM1qOVwVmuW9mk4Zv54/F1h5Te/jDW/Pp5f/1OVRZSEd58ym1fv+c
JI2CURN8uRd9HF27+eDcKctz6afO9R/e/s/3DwSNZGbJ8Z9ryRO67rO/PTSkuyFRJTOlC7uv6e2/
X7DVCcwP+MvyQuofXT4WY5Q5Et1vsH7Xv3yA3TsET2O2PwxdQl9UzEt1GpJcIDDGpAoPPR+ggdOv
hBLo1ZnFULDymcuzwJrVZjRjss4KMi3o2jmk43pqToPNlMXBF6dzHQZtiV7WJDDNIXjw3TgmTpyo
NhLRG++N1kJ/KgiIiEPbnyagmbYmF9Ee0heF9dELlVGVF9lIsm2o89Y+9Uur3Wu0pgYtSKbSqPFS
eqWlIcdXL/aI2EiVlTxUeQBQQ7vGWzTNzo2Zde47kSXeDzGI6p5+Qg+1lcHGW5q7cUcLw4b1DO7P
bRlikTwUJjoG3q8QZaZb2dXzRZfUmnyzGAnmrsTy/chLHN30ul30Vrt+N6BMyKv7Vi72yhcdnCDU
9hAf3U67aHXMLgVKYxI0cgEyFKY0tCgPOwRNjN3kN5MMXTPm8nNGmJyL6gyu9wJj/s7Yx/qSFDZQ
n7kyy2KDkYN0Nye2mlPG0j6TJtu5OFf6vlZEssWglj26pF/iNNIluZWiuG88qdBtNEQHYWBhWFqQ
OBtdRJ2M7U3jryDTlhR3AAOYt/uL3G1gtlLn1EQzjp6Gc0X3p0rBrGyDGfnypmgJrAZrL7PpIuIv
sHoHXXAobJIqqE/K4ujFBmjJRnZGvh8LH4QWB+hb+vyC6PUZt8rRyFVxrYAi2nfwwcc7ZvYg+MeY
idWVYeSIpOpIGW5YYguu8CXH4g0ER+CdVUI8ULHNYzlO2CcOo9KuTbiV0eYbPRr2CyNjlW41zX4Y
qHNZPDINb5MtKOSZqHdR5eZJMlF4GPK8JZeSALqfHImVj1DGr6owoX58i7y0to5+wWz7J5NBjZCz
Va156FqjG7dpBYV139kSCiNFHBOPuG1yEk1l/rVYSFPyvWEK9tYMe/uiW1vZ217PM0JG2Gwbu1vI
Ja9zWTTbtm4MQaqoazFNLpv+HVi1CZUeM3sVEh5oXSppJd5emX1u0pjsxb0Dfp6RmtA9Taioxwk5
6sYkT3CkyNsywYz9vZyNSIfEYgdfl2LRgvu5VF8Z3sTGMyWrGA5TWU8w3Zh0XCqUhXrrEoqTHsjd
JkfQRmYRHYkZ6DqUGouO70kHipztjIfshCFiznY5NeklKYMBbO66J3zZT9ziGeEOKfc1Up1pS7L2
fA2tHdM5bPeg2qz3GAGeHYysInbiwTMmnQu0L/GGw8Zg1EIHp9MN6hIkPBHHBjh7jJk1Mx0kvYo4
qUV08fe2hcq9LZvCdfa0dC3ilwtSug7lJLvqKXDqHsWWyjt/5ywD4gfR+ea4TVrSIzZJ4Y1faI54
S+jaSf9qIkBznxnNeS9pirYcfHXvfcxMCkwiyUXnHDXjBU0zaqr1hnAffZoaz3XJtscmHgF47o6x
KJjn1Z5sXwm7L3K4eQhF08it7O3sFtJA4pLLnsUKQVzoNb0D2rVXYEsEr9CzYKJ+rTyI9buF992k
+BinJxSgcQ07W8TOfhRl3YWVbIpDO89GsnOHekZtJA0n3gf8xj/HYTLMEARpfhNZLqJTVxfLh2oq
/plj9e6LMkuzD/26UoR5a5voHs/rkm9DkNQPg5fCpjdJvqBZVjMouczl6kavCQuc0fPJlvgsheHs
gPgWWnocBcaABC4tOSMT/RtspElg92ZR9D9PGr73RelPZrTD7ogKjoGXKMLcktWxGxvijAxdNntr
mrLkSJdygRpP9AOoVyIz+m2RlJG1sxInupOOLt7LufRuY1cB/DNdw9KEYokJjWpdvPBsZcUu0OQM
bnohDe8Kd5KKQ4IBApDLEX7qjWiMnizUxuqPhBGscea5Fefh0LuELHZydUpgcYDArjld7aNhUKRe
8joALB0d70D8UvxaV0tQhL6l3RmjgrlcTR36UoI1quqLat12l9pIKcOS/J+dPyMPNoYu/S7UzNZC
KCX5RpG4LfEXbSqU5wd7KcjIqykvoHs2D8wZSRatC0H4G3ULJKa1w0J0eQTC2eNEy+WlkXytqRPq
TUWa6iXqjkEdAvjxa/N2OEWIbq56ajHWhnrXu8G3ioRK5PbBrirLHwjm8STUyLS47z/cXi+Po5X/
tHxvnwjARan/WDR9DbRFfEHAvcXt9QXQ/YWjrAc3rutQNFpvZj/LrgnpRjK6EAvqF/RPEUCBbW+u
mqSdL+c1Rq1OeclmtrjQcw2ABmN3clYviMy9A5CuOsTf2V615KK9oAxgUc7LO1wI8Q75RLTJdYuQ
fUgh9RBABAyczEmiR/Qpm7lFfRXvDbXMR5Px6S18++FqnNWidzrx5BLqbE0TFi5vP4FWzYfdmOqH
1GU/7TK/rZ9ahjen0pv9jS452qHkK+aDlibyWlyW73qprYXvPuTTBky89bgQXPDglDZFbBrMTymp
wKBhFd2ujC9ywDciDmZQZbdOg2XD0ebXII+8K+Anw60k/ToBXE6Myi4oW/vWZTyISMydGkLe8qLZ
9BYBhaKi/K5rYz6p2r9GuFywHDhEX1TbaHDrdzdz3jxjvEzQ9ITsJZddXl5YrZPtE4Ytb1qYUL1L
f6/y6WdnYDnwF0PcwoQqrxJHXpJmYX/tsxi1XjYn9EWsOd8LEzPkrm1F+z2ikM1C3MbRHOJrW6hw
JjOzieYgBGfHgN/+kLmljw5bUrtjh6wOXYfyrq1VfU2kZvG9ocX+UqyJxZibhy7YKUX6yzZmdePh
t4TaYXu5zIoEaUlqtafMHT8WjkK7ejS664jjP9ra0n0dYpH+QO7ofujB70iuzakq+qR+mfDB308+
vZD1FeFxywSe1oEPqDBR2yhtxdAfg9ERP/04/ToFlX1vkaTJkGO+oDYqdqZhGj8N4PZXdRBBA83N
L4nftK+4WYlZ7buT2WCJ3+QIvlmr4qW9GfPqmJFWGCK+be6bbiScwO/JrxjjoARu7/8cJhRSzRzh
Z0Educs7b9mhJdJbFCALEeII5Z/ywCGdGw36DlDdeEgB0oUCCc8HPXgSThWJrqZoLD7YrB5kCkZU
LLe+QRrkBgmyd2rcGo55HEn5oZO5gqcItYW5KKSHb0AEi2HNHh93lKRiI2FT72c5BLtxFMCQLHs/
RjARHCu1dkzBC2LtWoJbfLgdR8Z9Nvn17qRO0VLyyppq2jfk62yHXgbbvI9cZK5aWMiHIxkGyfQS
9TJ/VLXGSxGrYD41ApFdEAnEoWNUvdmkVjx14MSu/IxsZCb58i7rcelUhDE9oBYiS5ZzPNEJaWcO
eUhpe5suYJsx+hFNXPpjfuWwsW28VvUnhf7gQFDFuJULyUfTbLOkuB2vHCMN98IApJ2TH7Tzh2EO
+c7JfiJMnJgWrXdx1sGG1l4ZIvCbSdwr++qEQ1vfkh3chm5ZahIWXMmNKwFTUlkbOpzJrL7L0Fy+
OEpP9sbO04aoclnArlVIjRE/YUach1ntyoKtfb8sVnxLK3chvtBmf9oE2YD616pnVo3OX04jd2mf
BGZihPbYKmNrz96+GygEN21VAJceFyspQlca0QKWfEx4WUYAVrweS3eBoc59L816SC9LopXtoy3Z
U6/RqncdmYvNMF7ZJfBasiT6mtrFrOwdvd9G7/ymphLxczXs0town5zEIF3Op6rdNF4SxyHCzGVE
8S2Wcr+kDTYc7C7WvJLCwWryHfpMZt0tuUB1u5tLWQmC1hr2TqkJywn8NnmSqPH6+0Y4CnyN8aGU
gAEzg6q2dSDw+LjG3rbrkl8j7p4Dqp2Ppg56ciaRfj/E1He7OtXidnSyt942nW2LRi7Fi4ICODHZ
vCnQQi/2iVscyYbqN62viA1CB9ijH05wXcQ9pddmjoPpbcl7dFqCEflhGlnbJjbZIkTuV3HYVBgU
G04JFUcDjF+0oTFkMYqNTe9YJeZ1tWSvsYGaKInRA1d2tpNUQKciUd61J5r4ajCq/hHTCMues0A8
BjycwCpHkDbkbUXYnFRpiEop1XdYWNVV2jv5jpfHumMU6sudVKjf962I0fvBErlKHS1vkCAoQira
i8Ggvls42BAEkMbxHccpWOPkUG/ozTQXRO7NOJDGIrvNSL9rla4Ptjeb78QXzC+unSeXjWNVF5y6
iQYkgAOrCeuTt6UJpPZcgRcGDaIhCoMBMVB+dCD7JchLZzNig7Y3cQHeaMe7UB2pD72D3TbEPtdu
jewnS67azH+3ljgg9Da4dqq5tDZTMcQ5QT7pcOGlxms1IzFOTWO48SNf3OFTqnYa0R06wem7nJry
VplueQuMZPrBk/VCmw1lNHFsNbYiL7kaRmK58T1it0+GB0YjR29MjTSc65hrSziQOJpVPIdpVb8h
6jVoQhDFbBY+jpTENJf7yKO3hCBiYcAa+8GFHfcyRCtfh1VVWq8UD+lTV/REcrQoC6dNYnSx2mVt
VIyHQE/xk1+S+Lu+2DFBhhFKprXG/8rGSMlWIV32WUuppEoKDI88hMKMbydRRUe/lc2XUTUiAZfd
Vc/QAwSXlViYEOFI9EjU24DdSkbI37zSkztlkhqQ2MSXog82ns1qFtMGqa2fhkNZttuxF19W6e1j
Uct2Csdi+DZrTCg9tX+ck4WDTyVDxo57Nq3wfqJbGdXe94qrdCBgkil+RG1Ze1Ozeq7Yf2QpnrDV
jh/pkKYXHH9f9YoUJkYjIkVbqIGNNPfQ1FU6cT5U0K4muYTQieu2nBQ1SNsSt+TiUKQJXL2Rd+u8
dnGA8t5Gfg/nL/G/e9Mckc4oyZHcLJ0wuw218LyPBwF+xqtKQaw5a/LWT+sPmZEepczYuCYd3C9P
+HCM+6ZYDxBIdec30sdK0hPQ3N5EZRANB5pqVbkrx9l9ThNDc7aguvsqfFjhQMyLD0vjm2oif34Z
3UE82qYi3Z1u0bgD9AJZHANTQVC3VQ8HYZh4v5as8kljz8iQVp19GSU2sZhJspBD6DeZ5Jo1xTWt
iS7kKGkEYbAkHrUnVwPRrO5mjJKTtgLE79z8sEyJ60DqZ017x11sa5sPA2jbuZfdS+/HVPpTreRJ
a0++OklOEFzSN1DIM5gd7Q4fpMvtjKeq2g4LRmgPeXy85/koRni4ZXlNHwFPCqqCitxafPXfeptz
WZjijL2LSBiYmAhZpqB2Ms1sWy7zPGxHcxHvqWZN38JzlUgLUTeNeEj68ikLRIEYWgmrx/JHauJW
oh6NdyweGEw9kqwfxilD7mKh+iZcWQ1QaNEImj8NXxB7segOP6arvUZuwPcmBHbnhcAaMA2ZDhXV
ADDLxqkPUdXla7BsJsWu8Dz1M2JGPFLMlgXhzvSarlEz+lfZPHMezjKPRd3HcnoX2EtubkErmXer
5J441qAHMDY2LScJSrmpuwqmmPgOwkGZh9HnLeCkZZxNkmhwyJTKOaGgL17ssEXGSp6m0y9fyJEe
CPEcdYeG3+7JdYzcadh7ObpF/p1LyCX793KoJ5RrHGSm5Haq28Aji3BcEsYeqILXiJOCSSLy5j50
4CvDCOkaew1lmOPqiN8FSsVCFkpP8Wi6VzVE4SCMO6+/j9mpDBICJ853DivtRGCxV+SUoIVnXDbF
7GU7r+2U2rRJ3T4VhSZKWU7G2Gw8MkK/DysYBrdbyrmDtt9AN9suUncb1FLdikywZ8JWZEGSdkBC
UpMa/4e981iOHEmz9auMzR5lDuEQi1lMBEKQEdRkUmxgmUzSoRzKoZ/+flHVM7e7ze6I/bVcVKUl
kxnBAOC/OOc7UR8XKEMIQ49G/YF3peX5OY963M50vN9uo+RbG3nkxZomIgTWLuUY4IusB7mFkbfc
eHjRbER2bgviLSDdnvhY9Yvv6H/XqUOlmYxGvUunD7+NO6+XGK1q3rsWAdXbHLjHcliiIqXvW4zv
gWNjGYjbwGmbXe1PzGsxMPSEhoAZyfZYPt03cAWYtRrfEvLot1VHiQhwFrOo8Jg9FGJYzrJv7f4y
BmPCkTSrGmky6vFOLcscbq0wmjV+IMsK4xY4PrNqqWfsMhRF3PUVxssDSsKovaqGVkmmfaX3kBI3
5eJ/9gAojJ5X7/MMzeZ2HdnDEzQFp+K+GRt4sfM64nPI54hJotesRbMJCdGiM3G74ifGz+llrmT2
vLiU5ggUjbpeKy+psEU39nztqnaZrjCNYoEb3WoYr8qi995Em9LT9zSxbzBnLNwtie+Q0z0P/lOY
Owu1mkJVsXW5q5e7XASENZWRM/zIRIeg3o/6yvu1hGgnbkMLn+UNNa/bbnLUh1+zPdgZeSIjOsQJ
ZZ537hum49hcZR3OG5cRmBcTVy8MyTytc8L86cJdgVUOHGCF3f5NjUrcwlbgrjbrVjfEs7f3YmpF
m50iRNSaExP851TvxIgJBZG1B6ituEq0k/T9FqF6baljXcsSwO2IL3/ZTgXwuPuQoxhtPhN3eumm
oGF3BALQuGSfQ0xVtBa4JgYCBzEyUNnHlSAoJ/bS1er2vHqZvjaOaBn6ujWBX7C7g2jrR3NJfHVO
w7MdiKrHdzNzZW/6kcc0b7rHZYcNt8yCawM9zt6SG0E3XLIjzpOThlLb7pK2VPPb2LT2eoWMiwAI
ohRpN/GaMJd2rClPd0TTjUASuqTpotjzRv+AxM2tX3svnyg8APNmXPh55eBFFHVKYNCUrjgJcKXt
2sZu6p+cIIN7gi1Z/x5t1RIsFGY0aMtksWphHIxswTVK1Nu5oZw9FL4JERt2hateiWzrkttiCDVV
br1EZCK7jLViScNjkXDK9n7D+aPar8IzGFgDsmPlrpm1G71DW2B9WrS2obCSXkWkGe8ovfarfHjN
c+YiW7xYHhJszsMstqy8x4m/LKt7PerEg1ERXNqsuzW9CONClYQ9QyvpPbuSXJCYeJv5qx+leGzw
NRAHki1AL5IymV8dzlLvNI0DKt3EnsmR93ImNjzO0uDaku4c7LJxDEbk44gw74eiVo+MfjFUbNLZ
WNZeNIlD9J8KVcTlhC6cdKU6clAcIpR5S6A4q7MnR2+49xgmFAc/SCyoBJZHdE5T+ctP7ProYrmK
hM+sDF3AzlN58J1Pg83Q2TVuBNgh5KDY4JLwvXjkOhHXKIBbACR+UJDcbQpq68n22YGLPofkUbtV
iB1WuVm1LRM162PD3diT6ayb6ghTff6m3s48ThcStx6yaXbnj6xSDbFhjS3mGDUHI6ECe7aLMxiL
GZwjghrL3w6cz4UKZyGwkCGmdYmuv3hA8RZOFWgJ0qDClbopDu0FDyho167DedM26ReqoktMZu2a
JwSFUO+8JbCfVg+qDCFCQApWhT/wUFc+lrWeKEpzcFYdkJsaMJWK7Rp/4oZwwjy78qe+iJMKoMLJ
2ARYb4xY3XvtNd4TgbpBsbWFHn5HCunSaWVflm0WUpLvG3ecOHmhYz55dME/pZPW+c2SrurbFWCD
NvgEGuuRYFb/kVxYm7/GRiB6X1xE2/cMUqenJXJa/5oMrnY9RVB41HFcaB7Pg5V6xb7sRR0dXDcY
ag6UkgCZXQecXt61RVY+zSoY7b1xF4Ej2IHIGF1mQXTR4BCiPBl++6NL67126Roe5o7JCEQPgjZv
k3RQ9PBcaeNWlivBzGm1Sm9ruLrvVpN0t1RgWKtgMHTVgfz3EAy2WPzpPBDZZjGRtuV75mZWQ8tK
D7uzsTiJTUgPyz3Z5sknRctw0kB2GmgBpVquw65Lx/2svPRJtRFnclQJKker18zIW8urY7NSlu6q
VhUvrclJnAII1VGeDIIYrLlKS8Y4NoShAkXb70bNZtmqVCQZFlZbZnXs+YlVnXicFs4t7TCLEcGM
tudGt9297Gf9LVQkmBX2kSy5LAll23eOGHUMH07bV8WSl+VeDmiZtz7+rkZt+HI9HgGU8VL9RhEU
fnarnGo/78dgBpGJCWY71y20nSDL2vqpGuxy2nXQb1iBLInLOi+aunXbOpV601V4ia/XrKZJmw/s
8QSAmf46YPTgQX6RRUk/PpiSdEmZf0Tz2thxB5vlQ+uBqkUQcpLuwGgIrj/Exrrkpkuy6VbhDKT6
xUsmmJQy9N8Q3OZ/yVVIYsP4fR4noht64oCHOdjgyWwF6a2Bvu4XNqWxK9z5l6fX/OQx76g3synE
SeNG55Zn1/iOkw4MgBoZWFMQTumLjW+quo1SttUx+OLlwEeShoQ7W6m/sxkZBnFkmfWY9aXPAj+p
2SCk7RpZu0HrQJ073gh1teuZfEMZ3OGRkWmTXpN17+rDSoJYDqQAw+9hxuYMbGe1GfdPoqF1NtiW
wTLivv5wJs3el6UH83XGPAxQWGxaAFOHcn2psX6I6yj3wunaS+g8r9YwoC5UBDt0Ozx6Q7gzISD8
68vWG6lnzlzU82vGfDO1x3oUBhjKLu1J9NhJbzL2ZsSDepzKqfoSxkHDmCLiJKGtTXO8vE1DvgdY
jfo4SUVtTC7TfE5onImCXwY+sRG7fH0kU8Fjhiopr/c18mvDndpSeieVtxS7kixca8tDTrwlbXKx
dRTVqq41C+5fS6TmYoeNq2aSZXrAhi3jF73DfOHbNxmHY7NHtwqDpePsfXT8qQpBeZSuH1tLW/l4
4dw02mQRD3NO/8ad7sux4YrEANfa7+xpnecO+P6jK4jaPfqrDIutwUFjcWKtso77vND9Y0dxw9Ys
0dbXuvgVUVC8pKuyap0f9FOFjEuOdR3DyE1evJrJe8zP+tKJrgUPhwvdeNj2buItu5C5fHIc5hH/
aom1RV8xna+ZEob4rcyx4Hp7Ddi5ExBvmB7tkHIAC+lFibNSl3ZaPGVBgOlxQ47dhDnel2u3h3wj
y59Q0JP+QWKVOScZPch5cEOGbJiRJZ2c5WTzBbMlP6pitvv4UkcmV23jqWXXUj6Oe4fxvf8k8y66
G4hVnHal45lH4B8LZt2mbHDslQ1UBLaNjcvW2p+eC1ss0yEVvZTXneWFydFCExhBo514iZQ3C2Qw
F7LAHuueS1iDvU7NXdFiBd6vihb+dixJT44h8uHMGxLh5kRIg1naDURvMWtF7k/wmaqQ7ZdJFxyC
ITHtR9MWBHhsdcUoYpeTkAY3AxrGx5yOwbDl55ibfR7UF9ft0BKwmeTeJ06H/Hnl0yMMp1gcyztL
n3t2B40puF1Khek18peaUS5+ECQyMtHDIQM17V6RORn4bPUlo5+du0yYEaitg19t6BHV1hMmGIBI
0Fj4ZZnXPxWhw/WxQucTbZeyGfLDyEnaXjtsTWg8SNKW16tKPfGR2Kmxz1YqB7kwqktgb3sNoKkf
weowHT4jK57n2GuwFPwIUk0lQv63YiO5IZnReNsp0HRetpNp1kbroqPNCBNq2AMhAmXWzLUzXs8F
Dd4uGNZ0OvqcaaNGXuM5Xwl2Sxz7qUujI2F15lckfk/E1odh/umWky2Y8SiJQHn2O/80Uaz9LuRU
dnHWAtNj29nhUx0I6ZRPgJCmcrMQNQx9fvaLr3HhG7OHoAO7BiTmfCGlcH+z2STBsQOI0h7RpgwE
ac9tNwBIWgOfcDo5XXdz5wyPkzPO7+z80nIHx4a8VzOOLbN7kXrfpigs65Zbqnwx8yheUulPH0Gf
yXvifiGNWqAZfiFhgq8yuQFW/0lK/TBCxbrwCtuJxQBu5zQOsAouEBrI8txkjj1/+11+IZWRBGuu
ciWdaVfNbMVvcjp1vrAuielgpeF9UIYxaajhWOkzM04KJ0Q2OJW5mfUb9jX+16LhQ3DdhaQm486f
U3YQXTuIbQGDNNvZ/MD98xJYebgHb2V3N4gicYegEIMThKOXoag7Z/hBkUEbtW31YHj+tcAh9qj4
8oEECemVu4ZxPylcroMwCbtNvw0nV+Vb33Lcipo64DGMTVMFR6EUOeV0Xxx0WdrO0Rmttm/HqgBJ
eqRoTt4YMRiqggKQ1M5HRvjblwQlGB4t9S7vscrtYAQZHLaIuX4abbdkmAFbbjcWzLkOatwk2+VY
EmS9nkxaF/2FVUA5YRExrFilj9hiFofwnk1JNKZzWsvEY1Q/NfVJMVvXsfBG7zGyiH3YatIJT3z6
ebQV/rq68RhqYL0mddgWJ02Cvgw10NpsyywCahAwp7a2VcZgcJuNlOHblV08L5tyjunVygd1yj2b
wrdysgQF/sDfvkphccmDVVksSUpnaO78Xqz+NkB2GPLti9KO7RyaD8S9og22Vheyycc/154n3D9t
LMIy/cRqPWvq6aF4DcxCmd+VhgRik7PP3OZd7txALLE+SUdrX5BGwBhKvKL8tj2rMvu+DZnRTbPk
M0NvsNymaRU5dyhvmUDzsvAwQdIoNmgBTLZxpOXfzyMlYFxV9fQxZCGZuSGl02PfTKXc1EFIGvtS
u06DWUpLKCR0PPejqvzbnq3lD65jtDFTPhHobqm5VZuWpSzDA5bWz5U3KbFFI9ATHcsetAFwUVf3
btTPzKzK8FLTlGgFNy1L37eEzr8GkdAoc9mUmrsUvNeMLKzgCnNw8u0z31s+yU6RD4FbuO+tLFnU
5CiV8k3EePWuWOfG2ylV/WSYGVwV04CNc0xD+RN+ifoKGH9WG1n33jkZBFTjpiydRzEHZXpXNa3F
1HDg7opzZm2fl6GES6D1mtFzKu1/Svh11n0Xub29KexIkfqbJ/53CBRRo5TSZk+ETCMOYh1r6rDF
yW78OWNEb3g2kOisLTu5HjJ8ch++cTvG6EkOWV01BXTsvDZgDnWRGNKSWwA+Dy2b+OBuhpLE1xhe
4yaRCVkjGjucc2ZlEqyxXRjAhEhbOm5WDxgphXwjb8JCegJZCmSTDWJiqoxu7bNvh3t4ZDwVkFuD
SKZv9riBQ+uqI7CXz9hkjGa08sYwBh8hjjn997ht9Nw2NxJcBlaCKou2Th445zQnaGK/RKlzX2tb
fEd20Uc8UReCwB1l6hs461j4FTlK31IXxQvIRZ7v4HvMb86zAR2FZXv+psd2fMkUX+1qh8gx754h
bnk1MAKp3N+dV+bteb0Mn7+zLBfZZxu2WbHTOi26be/Vc7EtdZT9YjFKAvgwDQCZa0UJvAnKUTpU
tPNCFPbS9rEepvymRfuUo2UQdfbiDH5KeWBSuR6CJlXOZw2EakCL4y/rK99xAVArZvqcpA4YeLIS
gSm8TlUCk64ONUoVAAV7eHKhjK2y7BcCkJHweEfeB77hUTYhtLQomBn6m4RpvpaKXgO+Xte6sHAi
fm2MR2j4zupSbghme2ze2Nekw1YKxvYIFBL/tfETLd8jyOLr2RSEmTBnDIgNz1H44FauJvzGMHIy
DL2Ir56MU/UnkwBriQvIj0yLm+GS3TeggTyy8JNFLAJ/KY4r1xnAgGy2yjgII/SqjDMZeJBKNCaY
c5UoqforkDOtSyFKq5Y7Kt1OC6Pphmmv3QKoKRUVH7rAYF2PI3iZ7scoIFzdUeJgv8o5yvRnvgJP
u9adLbsbi+z2NLtZyqxm92kX9dwktGZ1uMZSjYrNZlE2zi6kaQ/PGharOiLWq6uzpcKeWYpEI5WQ
umT1kI2HHv0gtVKIh6bxhQWmKAqFgkpC5Xex96aV4pQk9prn3p4NXe5tx35aMkkZYVU18gqfj+wz
9dq8vwa3YQxYuHkCNqO6ufqkGBm7fTfL/L2F7FzsB8Rm3XHmAoHqh0gk7lk+May35u6nWCsc7DaS
mGA3JcrSp4hwEY0gbpoY/PverB4WEmentwxg2HCzVE49HNH8QamopjXJqG2zWjiHpRDyDc2N+224
ivW2hXM0x4qM2Ms6ciSTk8/VsN4RHIgdDyurLR8bbkXkQYhpp3he8fifSavOX7l85+6QsF/5Kn2d
JSdsuWO9U4upGPuWdHxXSe5DI+E9+sjcPMQ02xwMKrhujzbzp55V6MVEiAXhNkX3nKIEXQXrfks3
nB/ZyHVy64HmyWlrk/5VAoFEoJoXLMKBF2TqCKIlZCRr8elyduR6+CUHqLobW6+Nj4oihWLGpKMa
r+GL+aHaYmgLzHF1GmlRApN5HzwwntXMJVbP/UyY+eY7kXueYMBT8QNmlqGyXZJWBgks4lyJlrRE
z9XE4BObde8FY/CWIrGTjLiRAezbAjwJQ2i/Ga9lGVXL3ld1UO97ZiX6GnZkXh0Tj7cTN7ooOeyt
Ip9ie15MxIRuyKka1LxEZhfJxRoOQY9P4NQy3OeoW3tIqtpfKqRBzsDSslfdFB2SKJvcd4IcKGFo
gJbu6AA7SU9osisnTmEfNixNMubPrJaIQUfsqCmOFkaeG53Sqd8NovddnOKNEGje+s5c1F7IIvmo
RX6anQmLcgvMkMcM9s7pibuhsJ+FM1MdD9B0BMUGiauJg8DqbFuJILyxW1vspyGHGWCybrA3Pie6
RZ5jiAFKnlBrjNw3aaXd6i3xO9WeatpTJjgQsIqHxkmWjFbOZQhUO42lX41ZmdFvm1YZlhssCO+L
JqnND8Swyj5HTr7gWYyaGWSSXUNN/J11wPwJJUiZiNu7Ar5TcutM6NdYelVV9WCm2h5eB+UGToXr
w4M4tyEHo193NtGg5t1nrkiVx7qe1E3MsCW865Uih6t/AobwNqE38akCmzoxMVjLZnjm+hcjoCVR
Rv0IEmZ29O2AE10dKhVJa9eLdiEwTzJ/HOMos7ruKgdypa6XMkDHsTRNx5CCDX74u86AIL4Gdims
q8GnEXtY+25BuNImRWrfrRNBBWhDzDq8131hOzeNyMIwTtYsAHyIShxxPEWsYv1bFvnaL6da+aoo
Tl6tDDj7MSpJhkEQbyVdDDo6LQ6NB1P3ljFbV5/ZVsrs1Q8Q0JyyOjXL3WTqTMSVjurocvQ5Z70K
2KUGzt1VBhSm3fhMSZEfRjkivQyczJEOmJ1hRhWHBqRDpoiZgayojaAt+iz7RpoNbBqk6RHDXyCr
Hl1wP/IHp4EI+8AKjpSGKkC7JBEFJIcedpk3H5KJarV5ivKM2dNVPuSVrI5sQhzd/QxFVnNHFiWM
7uUUsuhaKXbHbngYhRgchklSg0X4QXh465abURd5s3xqU9P+7Xm0+aK/Bo6Skjg+zT1zMg4w6anY
tVeopHvy41IbwUO2mHI36sVHAto0SUQZm7YSJYAxoWp5ejqsAjmNVQefssxTvZi4ngGlL4e0H1WU
7SbhGv8xSZI07zZsN0PXXCENk/N9iU+Go2LktUVPrp8l07FjswKvPWgVg1H4gR2QThMe+trNf7TF
wAY4E0o8TO6qvzPMMKSB5JP84lgbPUrSNnwNYPB+RMhzh02Dq+Q5H8LoMAt77Y7asYoPu2vlKzj5
6I0A4XTEB6PBSuw7OCTMxHqyn3cYiGzMK1kN17Risf2XqfR/ZdL/n0WE3zVf1VPffX31Nz+bfw4T
v/x7n3WzdOioe+Ku//bvX8zv//CbC0SpXx6Gr255/DJD2f9HUvblK/+nf/gvX39+l//Gho8t6v+d
Ev7v5S9yFH8SCf7nt7r6/W//ytf/5b937D+EDHCLsYl26aovUWd/yweP/rg4onAxY5iOXGSm/+m/
95w/fJ/lqcA1zn/dANPU3/z3bvSH75H7Qwyzi6sq5I/+413f/2W7+q/ywf/JaAb1hW8feX9mCTlY
JJ1/NGddIOwtgiK1vQCXH4qKHmoTQJnf1WUz/3dRM84/xyHg0gZiRGvhhZdob0xf//TPSUbdainS
bd/V3tuKJ/2XCNqUDE0Mezeh5YEan8Iq61AcOdMvgwiRXapyxtslX3z3qKloVxjOMieCkTQHFnZm
IOGZXcmDN8CWidPeJ9oscSNNblivOWqrZrpiR4jtJouIQ98QNxG+FYmC7IjiAsnE6Dsdw+rERgEV
OLn+IdNOwychbJrcJPQw0aRHXgvbq40qMDtuvb70xpjJY/bGwlZdqWxgOy/lEGHKYmFLv501Dc/I
jj0XqurE+YhcK2AqswTpDxOxj94Ku0RFNCMaBFcmLUtsV0AhGqQ7z8w/BZa3hP/UrzgK9KmemvyR
eWSXH3PO/HFb2hUdBGYH+O9i9BwLc0vb3rPudNTO7lm6f+XsF/1db6/9h2JufJcm6erul7mTb6EZ
rGWDaRNkOyj3yd9aa9X+4EicsyPeiRFuaaGWh6DoKw7PxWnqbdhY7TuBVMlrxkq8RgXPDmoDiYp+
FIUh435XTNOHJzLG9zxgQ/azI1JXhDX6l9YQ8cGMLSwRBqT+mO2IRUMzoiL7YbKUdo+Y+fC/BRz3
cOFdHC3tNOh+6zJwsDZ94I3iMM2Y0LawisITV+1lC9Yt0XMYOikSdx0y5lBVQxOJT8P/SDHROxvd
O95P9HWWsy3hXaqdTxB4t68A/N4vUz/+yrtp8DZDRBbehn5txg/mGbRqngidF09INkrMDML92LZr
emBWuYgt9frywvQDzausPDSVvuePd2OSlisdrga+nhBlF0s86PvKr+354PZe95UBqKp2noO7q3Am
pHXUHhPtMkLO3xd8AWcSXfVzpRyTxQIzEYDgZjTiiDTe7FK7HIc3b8IUt3EWanlMXlnv7MoimD4U
hEGWybPvmk1HOCGZji2Wm403LI5k+DNFGri+8corn8493XKZWL/C3A/S2MEb3V+uugSHCukQfLJp
kqPyCRfjMl0sCTAbUqt9ojzm4eDCHq32tjszCHSYsc7bhIHftDHtNP8KJ/Di27YtehbkALmLHT0Q
Wr3Wyi7pBs1SFJuBkYTe4CeevqMhB1c2hQhQZ17GMyt7ZrSIdE0Axd2BioRvoaGhFAurmgCgg713
oulSonVuhBoJOc7OdcPiJpD1RaJgzeGtBqaT7jCQtL9XdxxW9if2AFmkjeqFMIus/0kPgVxuIuUj
2KVU5h80rPRMDOOoopIsC1Ctrcr9mlyp+xtKi8DsgdWhjl1TO5PXkbWq5xTX2bRz5qqr9hLl/WeZ
rgyrhlEL96ZfTIFyah5D1HEdG2C0AOsKw9sv/Y/Vt7o+dvPOuet96JwBWuVnpA7Vo4rSwmxFV473
MiqlvVsZ1bWxLNxAx3+eT///oP5XYrD/q6P6/LM2f39O//nlf53UhEH+4RPD6QubVGOfwJ7/PKmF
+EOE8B44uQB2Xc7cf6mA1af/9q+O8weEBlA4HKM2gsiII+1vJ7Xt/hGhn7sc33/Bd8L/zUl9ORr/
Os8v5YSFnT+4/PpnTkdTWxnsQh1deesd2lQj9n/39v9WEfw9ngbSwz86tP/vt/6nw79I4RR2g1Wy
s6nwHzoDPoMVcTeW22LddW7qPNZch7e2EdGNnefweLIKtrqz0rXrbM1YTbCX7Tctu31S7RoyZeK1
c5d9ENTVvkHBvm7ELL3rBZrFF0Pd5d7YJQsQs4Tpa59E4U640Xi39n1zH2o1vQB8h9c1+d17TlLG
j5ZsyaewDfuvFc9ePGH/Uwjy3OYht/roKexXUhiFnt6wRMx3NMMwetcheW9RBQHIlSzKZtonsZmD
rPg2kFYfM99yt7Wx3SfO6/ZXxHozrrN+MhwhwqZGQH2x8UEo9kenhc+5agRzpAnJ7krjo2Ewz7Zr
t8ok4RCWXRFrMsxfe4GWVxgwLfFS6GgPDZnVEALHX1UTDbuIdpqUjiFrEevZ2c74iyaBCwOqYQT/
e151EQ/JnNHu0+R5Uc0mlsQo7wjoxD+2lmmxKkY2+5bOu9FOnp8iAstUXM6u+lKmm356asUHOEYR
uo4imG8vWCdKJ2Sjtzk74G0BQjJGQ+jsor5NbhDx8jgicuDOb9EgbR1/mT8nNrzvQ+ahVevz9b7S
SbFjGCwfcbgFMR8fSpQmc56CPI0GhBYyPEagGRmqI6Nb6JY1e8aAsAVLLLs5swrQdFXLhNgO9RUv
SBJZAq5y5md7jasnOGYYVUiqtHvz7Vye9JsO49gzotDwBbQ5IlWnNKxu+ATV0zDI5JA4AKYxmbFV
Ep51hXigGPeaG+QZ7a1PKo8e3XvIUcNN1swMh1aX/od60jxRt+EansPsyFvIT51biPPAbLeMV1lq
bzs0qDtILxV3kljYy0w0LACNWlPyHaqlB81ni4M3ImXZZyYkvTFM2WCH/fTA8d3FPLoJhKj8YeNP
oRFboM/Jy1ov7XaqmDCDYKiOfjJ7P8gQV/f14GQfub2mN5J4tTuHIB7DOtQUx7kcnH0CkIUSEvfX
i+/P4a/JmKHa9MyvYnjNzc2lgv4eZebFNRmtKHaaVeg9B21wvwyzdbX0qPCSQaFRBiaIFrb0f2vj
pQ9DR6pCk+rswB4xOoCXaX+ZIPVOed4kCCslXpiubB/GiBeurTDf1UySQOlHVoRzg/NxH6DQPNqc
mJxpvL/fodeZK20hQ9tg0+/bTecEdtwg5UDYVzE0IscqaMDsErGdx251MV7oMifTOZs+FuZZb4Jz
98xoQJ48COQvGQrMLUI7fZeHvcUlq81r71TeS2QWRQjLOvwc8abYzPZ8s/f5yVyPqxJPhHHJ+9Yh
ZcgdA22hBMlwA7djwzI3dK9rBBm7Fsrok2rop4Nqtu+8Rbt400nr4EWRv/Jo4UHey3KwbpDYEwAy
Cj0yKKnGyEOFJut0GzJ7vidELDhxKTDwbLi//MWdHxCOptg+i8h9t3WAth11pcO/MOLtKGUyXPEd
uaXQnLzjnJ9fEovB4OwO8/PQBHx4bHe3xVjO/mYY1vkiGSWhIVtCFrliAFKNhb8tCvdNQAV9U15h
H7JuppAau04S9has+9lP8YUH2py8WQd72UwST0JaXge5hWwsy6e3CPVjDIHR3jPwt/3NuOL8vDjR
eTTmw/jYQ+Eh/6+feMoB9XlaZyGQHlNVxpDZWmxvNuMeXCDBVZmyEdiEIpjvc/SSZ5N2vBr0J+or
Xaz82yV2oo9L6Ng7KyF8FkjlbB8UeZMPc4bZeSPWsHtERipjbJvqMKrc3OW2ZR7gVoxX/bD0x2pY
AZEPVnaHBVnegGqN9r41jq+4GMLNsqpmeXBtRU7qWvUwsdfZqQUeAPZvTOZMkuwR03jdVtcJCE3V
1BdxdZ3/lLYzdqwWEiwNpI7cZZ2HgUlXuYMGjuXOl5XVPsY8tTSHNSsaht9l3j2s0dxdtbMnn+Z8
Ho+jZ4XnTpQLyGrPefXaccm2xazLl6kQ43lFM/oBVXbdIxIhi95e3DuWRSz1p1Gt54gHwQNw0Yun
IOv2fLTYHqbikeLjI8sW93YJigXuFzwAvC+j/PatfN4Dxyj2dq6j56Ty4fx4eXRRohYn4eMpog/m
MdOMXf7ZNOl01bOq2yd9rt/TpYxe6PPMtRpygVsZEeJzWhTTfYpn/Wo0y/oLS4UVD2Ed3QxzhaUH
0WCFKVXhw+TIm042TeTBc92ZB3AWcbOqFRn53IGaDrNXm8JpN7Zd+zTJIPqVOg4PEy6n9EV7hROD
eGbLzcNMnfulHs+i1evXCHch2giVrOSsB1E80PrGYkrG93p2LdIrQJ1aYb/sJiwisBoy8gatHJkM
mC8gzp0UKKaLTGn8YdV0xyoqoYyZmui2JkYBYc0ozheV/tXI7I4vxLPomNFlSUOCBN1qfrKi1H/H
ooAhNloV9kOytze+WGr2MUAkSJVw1/kQtTp8aMIs4xArkEI1Q3oVTp1z5Vpd+TQ1s3vje7V3jfAp
2LIEbhnVc/Bg3U57BIL4KHeBqmzA4G5inSvtp29mZKTlTjBbGUSCJOEhUxUnu5rcZLMOTfQoe5eR
xmhXzzyb2wPCPrxfMyEnIBiWDrarHS2sL9eR0AtZ1+KUoD65kSJwrw3whHOwICBLLLRf1EO4gFDO
RzeJx/AdZx28Ijqm5M5JZH4tTd5/os5EQxhmu3a0EdBVZYHxNhr813TOx0+iBNybxHjeeQ1k+OGa
ksm4Hm13pQZK5iOiSNQrjv7COIWsIRlIVS0Kxpz8lceoyEe1ZU1ds3IIo0cgM/neIkR7VzRAm2qL
R33b6eB6MURQ8KmiRwKU4X94irysYe6RikyawNSC3Q/AHtO9FtrP4Qz64sSNuzKXz8k6SZf0us8j
+7uGRIisu45g2ZEaHCB474bz6DMa2fjo/d4xoueQgepwjwyV0Ca1qJuyDJJjUP4f6s5rR3ruzM63
YvjYHDCHAxswU+XUVV0dToiOzDnz6v3Ub40l/SPPQAYM2MAHAZK6u7qqyc2937XWs/DHYRNQDpNk
tZsuGlqo0KGROBYyNBY9fQZlj+aabSnfFLjfesJbZNDgBqmNdKeC2NwrjTQ91cwwNmnVqi9aE8lk
fuTqgitYW1slsJOVVonCC4Jqx5ZD6JcVpmhrFbF2nCdS4k+5lZGixwYS2VzT9VWL9NAt1Yh4d9Uy
xNCqWg2dQksyN6jUjpI1ffjoRgnQVj4cG7YYK1awYLOQKOJoDrvbx0QobViig5dJEsc7rd/mTWyt
8DYGY7yHPN+9I9HW3qgX2oaoEfyMtNJ/AnNgU6K2L1B8vKUiX10ijLhVnAWaw0bTeOJkr60GLtSt
GT+O0WLTU6lGkR4NFL1wNDVuB48JHkt8qwUOEcr+OVmADDltlFPTDG7xEitB+qWBzfjACVpj0KWT
Ez1XXi7QIHJvZEZ2NOXC+k2XvKYABBl2YliSI71pekc/mCIgqhkjT3u7jHJ92wXY3gHEP+b3ejHO
PlG44S4PRnkXSxITFMYTduNIZzWceJLqqxH04JDVM8jeptGZIbWBPK9lxIMzk7F8z7Qqw388YLsp
u3YovFzqCseCe7EuYlwOTpDPCujmsF4vfd+4fZGYIHuScYdxTkccwby9iuRACgi1A08JMBIoSOSR
fjNLc9hVhWbuqubxjow6Nxxp5rjDcDL8xBjdnIHekFudJv07yXr1GtFosZ5yPDx2qkSl4NHWkF9A
G8XHVF0MB+shlxMsrPs8h9yqylgYN/ZVJPOJzh6KSIY9mpFe2I89dphikJGGSZLC7NGpe4KAUBLE
UtgSezJ8CXpClFb8hi5lOrUw1LD4QV/687jk+wq/1kqQCurCSA3pThEsumf1ynKTrDjctEY1nrUZ
T7MVy+WlyUf1SKEPKtwojlR3BE23koYaKXbo23rLGN1YC1EX76hDg7VlyKWwDhqpvGWLANeAY5pT
akm4twRgCfIgyL9GH7erUlfq17jS8Hl38LIqJq7flAJxH6qFdhzDiBgWy+a8eMNU5XsjncYV+ev+
JTKjiUd1ExKol41z07fVlcBpTO6jqykuUjQY0mqinlkXw2+5TJS7vEgJXLtZniVOIVNELwsVWhFd
rhBJTJB3BQ7gjkq7wPLaRhMOUovTx4b6PewIXymHPmmtlQr4yMlImhZOu1ih3xPMb21FlB5Guk55
laSaRjxYyg2cGBJObWgQ9A6G9K0ppfKOP48HXKKKii2pZNVLXSMhwKZOIwAsmoRLc+MnTHVa3Spy
Z6h/xXEJpWXXDIbIX3kiLpfII9oxMcsbuQFCo5xbtdViDtZvhSe3s6dHJsBC3X+RQTDQ92Y1mMBm
rbg1FAdveiuwnoNSNjiVJt3s1CYeYZaHh58Ps36AVqz1WIrIL+JF1qXz3IrGF94vEt6pBNtFY6d7
hNnDRH/Uq/yctRiyQpL0I2Gi2da4kthwT3l3V/LY/AzxpzS7bqaozRlwf6M+h/qHnKQZHXaSfKa9
x7gVXYLRgIiK6ab8Fg96Bkt6uwT9PpbTFFtlx8aCFm7+IN0SHmSqcije0LW91htspHmWu2lixUeI
jfpb2g/Jh1RmwCtSTX8CXRm6Yw7qHCtKqG2U1szOFLeIqxSzyLcp5YpfyWwzbLMYXnu8Krmy9GjI
TafQMwcSCrugHFAuGtYHavaMA9568Vgh4fntuBgnWRO4KtCa1dOs9DiuGsFwqUGWnhezaFYTRjJg
bn171RNB3JPEmciHlUntUFdgHUa5KbayQWCI3jE5G6GFUZThlzLXabJhQirZGhW+PwbJg3dQOkSU
lnYJSWYMyi2w2pYWsTy9mmNOgE+zyJ9q0uAvmEjuClCcX7B1LRNwIzrO1N84EBdJLpla/j5SscKj
h72/LbRVvtN5wrsmKrbDfiDbY0ZJgBNFIz7ixdJ2/FkYqgMS+Jg4BAwcvWdUZeK/6U7mV1mpk9j7
Vmwpd2ZMtATGobBm43zDLrBczaJWAcv1rV8MRX0oWP8eD/Xebxr2izx9jGozWLS6hmwrvZkRsBNi
VT4SuuJRKDYzWdOkeTO0WtM9tZH7twgB1Y5hpL0ybeC4WnSPa9+cYCXVRvHat8GVftWBDLM0Hygq
49THMy9h71WU65aWBlIEhcEMRae0Bi1EEpZPw0ifWzEtPUGZpMjv9F64gFcTDmXZVi+DIrU/iVCo
31H6+KXroSUXXYqBL/KsYugv0Aco4ompKkDRczUvHE6sLYy4iMQGSwa7gsf7VvOh2j2sJDwLrGxN
4lk4aFj6aJoqLFBHC2GNWS71d0wUAUZBJIIx4rSUDw3xRixJfkifNjUXerZKkr4/oPxkxwHpGT7b
KIJRCMRy8Rdy162N2xtPminW1bnFq4SWlZvtmp2JtOU8zoYLmEl+7ZQ0fItA7MEw6waXm6p4ygbD
+jaIYGI/InqyhzaH06epIrq14lShgHrITL6/5vhlYEs7YeWRV+zxcBWmRu2JlfQSPjz9WlMVOK27
YaeUBUkWLJFT6E+MoCQeJ7O8lZDG8IKXwHPYIJf1k5JX2orA50OgYNOnOW3HxypNEAL8GmMaApEq
0xbMKYe1UFZ5HLrdaCTrNgFeBDVzWomFwcKccEBXbUoieTR3UneZcvhOj3WuDeyYwPmZk6u1s5qo
wH0qFpWPFt8clU7Q9x0uAZGtlzJ6AK56l01ThssMPyiqRBVDhlWKSc+3y5RLv1WcZi/q0lFVEoep
0NkNlMUf3cBkZQO4rA/jlJlnpW9jyZ2iLl++Dfo5zkNi6KXPAkB6gfIgzjNDPNJxrRg611ISa+FT
b0jMcORFoyEVHFjBbLBU72qGOlrg2X5EkcBY6TT/vcA1y9k5C8ZOk9J8W+Huo7I2Irda1dZwrOqo
WFk0lg92t8Ta4Bc8PzCQEzd4iQfMlFiHKTBzQq3o/KIONMm22kJ/VlSWiHOA126VS4m2Z+Jg5F6n
YEijHmK8pANqUq+P7TcFQeMOc/qDOdFCN7GNTit8XR/G50nrBYdjpPo8CrrwbYKnWOlV1Rz0nL5H
mw1Yd8PqSGZDzctTZwTjWwF+A8KZKDyyYPlyqSR1uGjCEG7RldiJQCejqY+6p8lRC3V4qsMy/sll
eDPpYqSyLev0AVrVortNKuCHi8HtfxBnAhxILZZRk7gsYSsEJF0BvyzXqGo7PIHxo02kEITfmgUu
IylkFVttMlLfyrnz8xR7WjezoSWxzilQjonzlmIpHFOMhBt4PSWBihb/1hxqy7s5Rdx3BsM+8kgC
m9ACmIjMGBY35kwtK9DH4IrNpXzrITL9MKI0XnV1CNddVjTfSy+oB5FIzfsSLupoUwy+MsTxVZMW
Ai1DotT7otXUdypm5ickAaCfRp8r26wRshfohP0KbGWK2Q2TeZwoEqfuqg3bZ8qTsJwVWV2eyNU1
X6pO0APNUO5OhC8zVwzYk9rLEKu+kpUlS6hs3kFmABlNDfUwCrLmDWIKJWmO12kbngLcktQ0Zi7d
aWsJZaKLgle5i+PvpKTt1BjNgbonQaa81KhSuxxEhlwV9AQvblHfxCozX5idhyorV47JxzTJJWER
LM1Xyl+X3wGF+3nOi36rT1qFnacpulVolVy+Gg+1rSyOtKwz71s++iZkyVGxIXgW/apcmYmaoQYG
2lfMjTnYZT8GLpwB6DaSFMDqMCyQ8NNSryRyIvODK5qhznZJ+Wi1pChcZSVwBDFH1zQWKlu8fO7M
nRBmrC8xcXe/HtTwDSNE/tYY4XJFXIyfLK42hhNFeIgjC48so6HVCIhtVXHy6e1E4kzAyYnDTD3r
FkrtFGX2ohv9rTfEhNSwoG9b9o2MywSmJQOMgu0MLOOmLax+YahTA1qVxSpWh9nLxFY/tfXUXXC4
EcoRyR7ABogdVE4ZV1dieBml3RcoRoCwokVYj6FKeV4jcfYJhn6bp0V5HJmKviRi17MfxhexSROi
AWxSozuwHeWUF1TS+F0pNb6OHbulPaVUPzBN1mt6C2bv0f/zZtG461Lp1RDF/CNPX0gwH9Q+qV0+
sHwtLQPZcCByV8ohsqOYBUQMwp7MGoaaI5atZh22Y+zxQFD3ZFoaQA+zeM80EdeWGWK+Cpqp8Buk
k1025fklKzsCh1EachZWSL5KZpm4oSKYn9nMadSRdLOlPipskhVN0t0PARrz0EHyTFzs1CGQEda4
jzHK6OMtikR6zaTBvBUNsLVtUWL92pAt10VHz4yYMJBo6vfZMMZ9Tq5+I0XjsBeQ5wVHxb+svrYF
ZVtuPQCb8yW5HIsNY6XheRkEkbJbvb0NYijAu2G0xiauUtC5Bmy0kcfuXh/gESjSB5SL/s6kEsZu
PAf7BKLUS6IH2qEZ1IhJNKlHT4T6w5x+waFuG4rZQkKh4Nz0O5MmzseJqbPIgcfZWm4f7hceO0Lr
WnAxrkkvQW5TpS4QXL3txhvIaulIdarwXqgKFtG6Wxg06jXeA/Q1pVyzKuPe6PWleWmmXBvJHsp8
BZEASaVGkOGHJwDhvJVqE0iOykr71QXzINod2a6Ig0tbaqCDYaSxfinwBAf0PlYSWCW5M+kg3Wid
CKxLAXA08+eShsQ1a1mwKimsDHd8bTV+zKqUB+9aMHfDum0JSWEtFRZOuFxZFi2RMaFmlu1MbxpP
zx+rNY6L/COmv7M5RoIWRavIWmTCL1GHzrEUutHyqJRoqIajNf0IjUAEmBNcW3kauFva2KxFsTYE
Y+LSEVKhNh1owuO06WIzV5y6ZH0xJNoVfZNE/lNusk31+NFljZXTUJlymmEjragfT/xeREdywkKQ
VqLITbIIUC1p9ZyjdUIgZ/LpSWkgZQ5KtmZemD+VidU4AWjE5ziWhZOUknh02HKXL4VhJsuOUG/1
1FRZ8r0QR10BrWjOtNXTyMtJYEUxKdBcnNtAc+fRmHbAURvsQGWy/OaJQOkeMMqOSXEfkWlV4GvY
VVyyLxP1loNSRpT5WaNOz/CaaTFEqn+hfc/L8kynY0akNqkMQC0kFdfGSPYaxSrud5k8Dbf4UZcc
iY2+EUGoaX4bDp1NEVfxNWM7cihr7FYmpbgHDJHynnWuf8Ec2/iJDL2XKL2V7EjT1i9klpcN921x
rIwwWkM7zC4IruE2smqGMiTTVJwXhfrbi3n+1o3Do2da1whMK4yknD612poVpZbBJdVkNLMpSYgg
ys1PxypJF6ll4euepfYaS3LikY7O7WrRaO7ItO6aE1DEfdKrgg2iq782cx8/QSOcHca+5ZMcTdKO
2wrYjBnlh1CvcwrmuuGWAUcCLpnq+1aR582kLQh00yA7abpkvhgRgx2qSvvVyC4e6Rqc0ToWBf0t
DpEqksWs7zMUMNo16nQ7iIoM62dmvtOlOJPitBjvXZybnR0PdbLBXfwAOxX6B/Z+A9N71kr+BH/o
HCst/jHuFOEFBxs5pKDucerB+Bt8RYRROJRqwtxjVO9h19Dl3FJnfoIdFR1M+YERFMdQQUDU6yOA
J04Q5AkFrzAo5GPOHoWK3Skamr5IPznR3H4/9wScjIKEjZm3qAfYzkVvGLHwYEWI3EdS6i1NaxJO
bZkN70kwp6aH/GNuJX5cg3e/z1D6NWnWTwQ/JLw3Qi19N4VUuvAolxshnUHw/nkjza3M+fdnE+vf
elj/2+qnPH7kP+2fv+j/QacrRIm/cZA8nLR/sbU+3sB//c+Hj6+P8j9d/zsFHH91u/7xPX9x0WB7
0UXMzpauSAr9Sn910fD/0Htn6IYhilSBKLzOX100Mk4ZJENRYfwnq1hR/uKiwWAjiTrtBBKVebrO
PfTPuGj+sMv8GxsNjp0/eV3ClHr72qqHnTGoXmAd01J5RrcZwwd+hUOJx4zrpR/8cdcV+4eK+zef
0T9w2fxR8/GPXvdPNRWY5NuOlpFhN8z+QhWBdBXH8liEz1JkrsVadk5a13yQLXX1UHdbY1ob5Rax
t1ef6m7NWuPA23P05YfybGIahWfNgCb000gadcSqY1g076ZUrjvsk3YP7vc8ff77v7ts/kODEB/a
nzpoDAs7WxJGwy6NN5P4k2ifWfzOXk+dMycp3jTmYtVXIf3iNxm+JH0dhe4ynsVktq3paM3nkceP
kR2Ft/iT//YYXJQLuZ29JO8PnbCt8ytzktRiw5L7MjygwB6RNVqkp235Xv+mjO4eg7oNc5Z1cSje
W/QQW/UhwfnNCviup7mV23q9N7mLCwJmzyDHDj1Qz27sCE7ipl5xEuxPxF279YLUjvbJXp5JMXll
8IIp2jFkX85u8niceIbWm0B606tjlj0X05Z4jaE8p1iYRtEbsxf67KFHsywVhM5hL/ROO5wAQZih
P4AgybbvLXPYLdlk7WGysLETKA45JZ3ZVsk/gOnQgIJjN0PAxXXMV+Avnk8AqkrWPX2dNTdecMDp
0RACbnUHOGJCSIrob35Uu3tdbJGEFW0tVWud45G6noZz3Z/MkAVwJQ4bZfjWyxlHp90P6xza9gO4
Tc5+fopGdIfEKZn9rKEJVJ+R2z8DgdLSp2g50HcBtoxRiJdZLm4fOsJKu/II2XR3Do56y0F/dtXm
ZD3EXl/alhGCLplcBkrx26hjSB3t4UP9Er96VnUOUESKdGBgKMoQUUmmIdY40tNk0CYAxBEQ6xfq
o/lJj/lbsWr5YFt9I0zr8Rq/TnLn15b0Muo8QcJjG6zm9oYq5JAAhWRcuwHwuZQ/u3CIe8hCMLYC
TBIfVI+DnWhWmebyOUXeZLBzhaPNBsaNsrVi7FBBlfvCf1gem6kccP4mnu89iSElPeqIRta9HXy4
8f7gtRvFQ+R7ttbyVvMtX/NFz3IfvE11lX4W8X9QoiOxKP4Ddx96098b4idGpVFnWv1OuGbnYFtv
pXV0Uo7aQdkWx+lYbIuDdM7/g8pT6dHJ828WIxUx8u9fjbMAZVYpr1bs+3t9bM7TtXyHErTSvOTY
HPO3+Vp4zcE8lv+nr/hon/mb8hd5NiApwbbYSSdxS6ftfdnUq+iUHvS9edK2nNz2+lp+MY/K7d9f
tMCs/X311L/aGi3r8Vn/zWsOGfitSdL6nXKqawfHORYK2I3Si3WMt9NG32a3CcEdBfs+b6UNjmNv
8dM1t8C28fst/5vfuMqm3RZ76wsS7745d6fKj3fFOQaBlEEsXUcBXatMOmwBthpQXRflWh19mXy1
7EH/Z+oWixA/nAcDK/eoKkEQYe4hH7AV9Z8SpO9LPLnMHeDD1rPL1CHxJA92i0G80dkfS/8CRAu3
Rz9T8eJor9VeXoXgbKZ9N1zEhvO+X3UrTV9LmDqO1rgL2j0ZIpQ2XNrz78yklLd9x0g4/04Y85gV
MGP9xSTHXCpf5ReRiRD+ddv8qJ/qo7W7tSuFpgw87RLDaCc9dGtONbQr9K8NRIcz8OzAfxirNDLR
23DDC5wYXDHc81AgTJdJK12uEBRVlhICw926D31TXtX5tq9/LFbfsvq1XtP2K6veOnS04jdkLmqs
zWQ9fcmHcSe8pYKjgQsDwbpCxYXQ1Yt28yN+UguwwaRE00TmNl/h5/I2GjZ+somt9ed0Fi/46li0
dlP6Tk1zmLuN4gg6WFoX4nqDFJ2tRQpNAsisHhdEi2poL1/xEVrGOlzXd6W+WOrjOYI1lCPlut3N
O6g/4wuiz5N4yTbRTXntvdQm7MgtmR3Kde803ESd+83o3tV92Dsn68ynL40sj771cOA7A9eK7Fas
vcQ8N4qb+emqWHMC9xZbdRZfvoyMuxzTw/zjpUdCWaJT7WF3+dZJ/I3Ou9BN7MaJXf5Q9sjLJw7O
q9fag5Vz1zMuPltyE8VWvfHAQ29jeIEPr2rLW6w2GNeI7HPxuzy5YdK+zCfpGL636aqzLiGI4/ne
ch+Et4LzTpmh3OvOXHyKP9aufqremjcugpp/qacmq2Zxm3YNJENlYOdoXpPbnER/RWYdXvyc7XRw
euaweeD7b7QvOdEJVIddPgMg5Fv5AXrhoL9IT+J8NZl4X8Qz3nizeNJMX3kSN8Kl+UiO2qV+lS7z
ydwLHiu0p+xlr3YwY7qdnbiLfdMdwI9Pwiv2tv3jwxQclPfte7ex+Gpyu07hFn7kEwhwKvtNcnS/
v+l+t4o8vFT+2+R8TZ7pz/v0m7FH/NZ9xOfsGFz7V/xgSPsaBpFzugVR8fhpMG62y5ZnlksEobXV
j1RZdbGb0N9Tu4yq29GTPoESF67oEcqgDYHeM7uaVVQfbk9HXdhe2Pr8xHU38Qwmxa2ym7Mt2/IL
HxGD4cA3wcHyVbQwJO5MfXTYKToS+FnsLrrfXquDTpZ9XjGHy11hVe65E5mew1Hxqojz956qk2N4
iYV7+Q7+fT8w7IQinrvj70h1lbWZufBl2kJWreJTOx4r/qM0yPS01knfAWGscS35CbslfSO9SC/E
cLxuo2q2ucraDTbBI6PlY30kM3wXdst5vAxfBEqIuNM90dQudyRKbcSVjAYJveELDm1+IVUEAQVS
RxGtagoGsg2RrKbnwAlGdW+mux4hqnfb6aIp66bdLd1ZVmwGjrXc2gD1jMyVFyjExwn30mqSvHHa
Vi/FNd2Fuw7Cwbas7rL0VhmfVvquCy/Ga7g8qiqMNYpkEAPNpsakvYXzLyjqIvGS5+ySTd2tLbJP
lA6vo0oH0wgmYn6PdXKYEpsNakQyzPRQLxh6wBWKvoXX4QY3+GXIqtwp6/oxHt8bWBArGQiB/GDC
8odP7fon/zHfjCf5LJ7nU75Mds9+DxrHV/cRvnVPwyV8rSGAjd2K4RyZkRpHEkQz9oSyR2prnXVO
EL+H2UorELLY5leYfR0IFGqziVKAX27MFqp5IiLvdFfzp/sGjMGumUFiOuz7Y3dS3/Qrm5x+flUF
fUPtDnKXTIkJFETWCEB080ccn4ZhFQ4bS15noa8+ld8ASgdsycg6V/MuDp9p+z1LG+E1v3ev6kXk
ihs0u6aUiM0t2X/rE26MgsTP5/NoI8odsjnVcF96P8AVTWIOxwRBHhtggzFM+4qtMHHlg9V+K5YD
VYK2CjIz9CPUyiZ6JvLilZh9uhfVNQ4gnJfZjlm2WWQ1p6Yl1HrKJb8Idkp3riW/IuGO00T0mh27
Z1RMfQ8Q7VRfAx9XUkRoDz6rm+FbJiI2O9XsIkV0FVs9yHp2lTAidEOSPcOOgkTI36PqTUxUc64w
hudvPN14a8Feda1L8BV+PwzZcELvVXGe8zcdDSrq/Wx2hHkzqD6QPcB77DLHcCUqjEFtglfM9XHA
ccjA3yU9LdZF63bkt1nn+Jsmv5A207O8Z7bOtVeto+ZDUXZZsM/VT+zF1LXr2oZZBmc7qXmOG1Ly
YLGtcZ3iE6EDB1gBWavS1aSdQpw/+5QAlegyj2c9tzHeROk9Z5iuT9RC3XhsGmxgOl84zXfWxgsh
jZa7Xtgp/VHrj+lF9eKn9EM7Va9K+Z4Bp7XLl/hanpTnYAltqbsjAZab1p2epPcza5LXOdVz7Ja1
V9WctKiWiGApABxLPYQYLXSANJCPhsJmjh1GRyh7I2VDLwS7d6Ek2eIwOOJm5qm3Al5wbh5j//X8
GZYX+arBP4FRBr4JMO6tv0b8tM42X6SDeKvPeGeqxUHR59QxwcOf7ekyfikzy4TNRVfH3pBt8Bo0
Tu9zQaZfpffQFh31xbiZfnvOaNJagQQhsEGEPb127yaareijIlnVzlBvTbUDp4oTDDUSebZdJ+vc
rT9VyBzPgA7NXX8tLtmPADn3wBWOEvuoZsEJ9xn/JnuQYRha0Iafo336EhzhBwnk5jRHCtcIrst3
/WKxJ8PMUT02NrK8rg28VxSK2UzJG1984s9sPsQW57/g94ZqGKTDLg6SEef8bIu9stbN5CK8Mm1/
xmLOEyCFdo/3EFLqMWkPAv2IwbbhuNS2d0rRNHY5/igM8AMK70GMEsdV1Qi2KrxJ9UefZR7BykOG
M5TjtCW9Qnn1pvL3j+33/4V82fEDQMdv+f/FYIxM1v8+BH4oqUvL/j4FLml8y7/Oxax/ATAhA5/6
X9Ov/5kDp6HdUBWaMRVCjUzAdGZTf5mLaQy/VEuzDPKXf8md/WUspkr/opmMsUwmahYID9X4Z8Zi
KJJ/SoLz6qJOoalODoffQhb/dFILOgGjkGjkh0iNYA8ZasdFCRcPaGwtpu14aNMcRcDVqxo18z7J
Ftca7vgIHaA1ZaF6TgCwij860V/zBKiF6pxen8dPhPTc+EitoBTX2F1U/QPxeJTsslbofU+gXyxb
YDNVfwZolxbwP9TGbWHscoN0WYBPLxFHQkC4HUIcMY2Ekyylm9HBwaS3eDKF+Ja1muKAwxvzW9uS
zD3rREbyvWCp2RN+EV2kaXBBJQ6LtL3AwVXvIOgSYTtbwNbxWyRKDvZ46ts13T8aY+1UyNny9cCZ
FMkuxjaPDxQwApDXkSdRVS3olDVpjYnzyUT/1ZVyYyQGe4Su9q1XJAPkRIKFDBOUkQjS6MBSH430
ZQ5SRsqmKLri0EJN5MxCDZcCpAgHC8gl6IH6DulaJICXlHn3iowsG0f65uJoIzda2a5DqZLbb2aU
JM8h7uQsOD0p1nCpUKXTWBhPUqmw4zLLyIifaX8o3VzUtArIIpgMXR3bVa+1FJ3kHdznJZHV2yh2
Ru2TwMN/r2YZRXYhOosZahUhYjIHhewkwUj7V6oBLvqJ8bixTyrUYnKL9OGXCvMWGirNPzLOEj02
NZOLAsuD/+hgOoZdj8kvZ2as7DFxJOBVJqK0oleRfnuM1ehqYHmOERAC6EENTCUa8Viz8aRo7YVM
RhVsVagiaL61LKyNKeHMNJbsubjyOLxnD9uHbEypWnsQc4T+mmNsnFc9SV/25FRRlM1ZM6sQt5OW
q4+LpRtgaLjgtnqe3laYL2yxWrMdu2Nm5lL6UitYRx2zDmg8MFVdNtdmpEeWCPinN81vEJ2pSnNR
Ms0aJ5+0Ik8/UvVMOgPJh5hKrhkuOapuZH03u/0iDaP6JnElKC8jlkyk2qLJCXsNE15rplQkiwuc
uKmsPGNDEtnkUpShu1ZgsJnVhiLIN7i1xugMzUihUDVNG4EukiHXiBsUoTS9qwpuVtTgaeyvXZ/z
cJ4Lk14sSw+DkIIMFQvxKC6TsbaCGMUYG/xMP6cmx+y6xYIaF4z71egMWP6xbdCyOhk3mAoP8wzc
ELFyJN757E4ZAHzGeCM59YMAijPIvB4SlpJh4lWWYatjXRd0WwAjR8TmwRh/JOSKKlko50v7VlVc
VZ9YCuyobDXrxRpEi/wY8Zd4/jGiqdQ+O0MdkR2B/KeiZCdNChuTpsVB67w4KSvtXpnIqpQzzJaZ
cphO9cA4ROQvBJMmA7DufpU/LLbbuH8Q8bc9SIAclRetX7vqS2xOq2keG+W9UiAirBULY5hjwMXX
bwGUSY4iUkd/QJdbQ/Y84I8C810obexleOAhXi5d8BSIGnsBVQ7UnOiEiFUxUDAd7SwaCDgjzlrM
URLsg3UOS9h5zphQUwtMm9BrN6sChpdIyHE/kjd0Wug9NXNgVb3lQmFy9xRxwqY6FjWc7kYbK6+6
Wc4sjFrc1Kt+Jnn1Sr2RUFIMI6qcY4JqftVpuYpX9USG7laXwCbA5yt4EqleVF/zknqPepKmjZpG
VrMLUgrr2qmFoq5AjduPGn/UJqk5+xRhHGorvRwkgvy0bws1G4V4eIJ0WL7WYbgclTIubIk82U4D
hXFqrRK32UM8P6mYNjn/M1qg4iimd7iX2FhHFck6dHbhLQRz8Za2HAGgnJHiL7PGUNbjqJvfInxr
jsN8ry1ilWMz2RZbfZSYKzywDqZUBSfQ1ngVMCqGd3M2QrZrGcIDtS61F09LehmlMf+hCG55DaQY
1y0I8Lny8dlOuHuXBsE84CJWcLnIFa6UaMIrNM+IkJwbGu1Agrj8TIVUfE3hbjwmXTUmYSri56uM
f+bA3QA2v6vnajMXWAbw2aqUmgRtD2jfoUHF7IgGtREj6CoQ9AP1yH150ru4v5aSJWebcmxFfpSm
PM1KHfmBjOGzB1bIXKKoqF+YAZ9ALwPjfBaX7JamPR/JLGDfDzvJRHH/A7hKcpueQjCXoxM1Qvsc
ygIIVx0ZtXuZ6zG9hw9cksd7gIViUU7hhKFaHepKmt/yYq43I3CQUyiarAshFqo8lKKnqcuELWU+
4R5XAusPqLcd/vkmuKrqIOxmigsBgAl8IKHW0B5C1iTbjIEktyvigxz20kKjkmJWhDdMO0zHetU6
P+ALFLZ25mEco3nbpCj/UQvxgfY59dXEoIcHfa6bHanZhXfQts8DIVZbb2bhYMIac+RRk3e62l1b
7LpcZHLKmjKbEpJLi2205iHmxX0jci0jAo/UPH3rQrWOEwEgfhuml8Zok2tKJGVNlw3TDUVgHNc3
TICw3JqvuIb+B3Vnshs5lmXbf6k5E2wuLy+nZrReZpKpl08Iudydfd/z62sxsvBeuMLhjnzAGxQq
gcoYRFJmxtucc/ZeO30zJ2bduhK8OyCyjv5UBm/6jKhh1c3DxRzT6eQPfYkpdkgPIuUAGZwgOioH
LV5ExhxjNxNfjO6kXYHrljhblInOPRjZDuqarJixO7NcNXXHDMhBQbRKxBi/i1gJzGJg7Vd6Vmsu
BU3HG5rq7gPK2xjDIFoMULvqNMRzte/yicZoOydPkdaTipz5NB6d2L3IASMhaCzj3UdHtRpIOngg
EE4ndLJP3FeTVAoqlsC4OOjlD7CgWxg2EG4BlLsXMjLVe4DtMUmB3hOr6VxxDoodOS/dqcxMRhKO
7l5r3U3u/Yg6G1ojbaze1Kzb3iqySxpVoVfm6V0VCexzXDWp/Mj6wONKLWJgou9yx8U2GOYnNmOy
CpHW7ZAP6Fv8KQAV0eufYoPcJWb4lTq5RRjtR6d3HhsjICAIVdrNKDLnqsV+9mIiRji6vJZsl7TB
izm5EznM8pIA8K0shHgJ5hafvg6Gl7BARgC6aTwWxXyZgJawbGYOqoKAgLN0uZK22K9iowTNX4k3
u+0/Qgj2u0Ba/tZJY5TABj0KeNEgXfXgo8UZ/6hqdPERx+o+zuKU/XYyN02JbQ3NyTFtI/2mbJkk
uFZ2N81DhAmGSgvX+cWxshY3PxOpWfnlrnGG4gZL3iI/D5deblUF0R3vhMWwMLLcdOf4hrTuijip
L6Lzg+/CceMvVtEV96S+VYThtcW+l+F0E/tjSVnOaTGy2SkcaxlGqG/5bNTPlcBLrNvC5cvX7/KO
hbyLx+ZBmQu/mJ3Ga3OxlWoO92Q8QBnN6Dhl80Ded+5mX6zZGhZ0AMIkSNQivguI2SSrrxXtteRO
eGP50j4Vc4fLiq+IkSXZEnaV1vYac0Wv6BLV7gn1znzIUTlS4ssn7r3xXdvAokv6Lg331gj8YAWU
YAIWT2K92fbFWaAVQp/FG0vmCmIDBCi9BVOYiOV+JMo3KJwcDGD4Q9Nku5uhuwX842Q/tHETAiPu
Ne29Q1dw8qFLXWoLgiMAxLLbcr7SmoVK/RFODM4F7lK4iXX1xGut1vWoJDdSdAH5ZLhehgSVcqhh
DDw65qWRMWFcBEsjSwuKc2Fzd7O5Du0KyFbfzZAaIErcGH27ybTQomrZheh7VtRD3AoJjloFISYv
oDBoqsNInZoyiV56UObcsF1/i5MpP4+suXo06YvlojlooeZvEd0RTN1YtGX0GVMSkjufCoTCYqWZ
0v4S9JWPADzpTpNgjxn73nxDld0f9Cbn7JBwnBCv5z8IWbhAOZ3QXk71GZ5W64UO0cqm6LKtqprx
ZMzVbSsM4760kWYJ+EKHzJ3VqwybpzyEqYdEDalXmNKAnpXue5WW3xRcvQ6BlaNP0t18RxpJjo/J
x6o2q3DnMkJ+MET12iUZpnSTm33X1LhAs44NZ8xj1mOde004Witqrfo+COJ0b5P5jBoAox726+ZS
4cLlSxr8yatJZlgPiCMh2hIDZwZuf2xKZlMtcemv3dB+qdwwPdlJJMErZpJFnr+1KLK5Fc76ziUE
MV0pEgIGzxod3WutudzGslc3LSL8Uxih0+oN5s1gIWmMJ7zEZmw+JK4qH/MIUV6A8vKV7fdLjpFk
F0QZ0nHJ3UYzyAirwL/LVuEzls07L9i017kdbuQkivupKB1ihvmua4um6Sj95M5wIXd0fZ6dRRcK
j8sAoOyxfBB4bZGgiulot+Sr6fVS/2ZC/EgtBoGzgfVsmmkw6hPtp6xvCHLTOMadkcY192FYqmxg
q6Cy41Oeptq+ja15P8001ZsJ9fDKMjNiPBB1X4Yhh1yMa8ffKqjiRwOsJIOnGSdTinWL4EOnJku2
xZ/pjOVZlUNyyBs5bKzUrR6o8smw45qxvNZDRmnEcGkMp6sVl8E1KJT2AORQ7GYknadWJ3QF9u/i
J2MvxSxcPzVa6L673VBeo4I6kQqVEhkHG9Cxydbe0LsnOHUdGlx6Gz6Ujp8wrEm7BzCpH41wMXeY
JRyQOKiKBeIFz9OGDsqXRaLFLSBMup1uMN4TIAHOUlnxgayp/Ilit3+b1KTf+XAyT4korQ0d9uy2
CWV8xAI+rtIlspjdIds1+dhdHMAPNF/HF0Fd8OIWUfhFmRjZmDY7G5Ymo1uOmE0gm/QIEFdci6J7
LHCLGHUisP3H48nVx+o9kf185Jjp9oZeireoY4i2MOVvg74Yn0sWy0vZWy4lR82tLgw78n1q7bki
inET2U16Rn1Jfip19LsMuRCoCakyWrdz74h+V0wyOMl5pDerU2jnKkyOluPgK8rsazbGghFQS5Bt
ZhKl6aP8aKxCvlKhjOexN4jYsmCP71r24WNJWBQi5/oRUh+RHrbJ3hlAN4lGRO1uG55GSaJFiy3u
0CUl3Y6CZHSyuTqvDCzfc3Pj0huNvwmd+am08mrTAjdjl6KdENXtLRs2Wd21JPXKCEo06IGlDrhO
u3UpIEQIYRsHZ2zvRNoZO8cU/XMEL3ljlMuhQjAbZGOyfiPVVTsfD8Zj4corkZnGOszN4EDM3biC
SqHWliJhPSoBFGAMNc4u3pxVMVDXa7re3dWOA700jm2G+8PkZuvQqCWyz6CqSYtL093kWhengG9d
Exe3kYb+Xul+sA9UREADv8TKjHu5j+uo3uMXYcpboctCiJ8fOM+7ExL36TpjRr/6KqlPgBCoPQ2r
5qIR2kc+fH7MmhIIoFVWXDzNR4wJ1sbVu2NkJA5aR717xFqbMkiItEesz9m9ruNOIxgAundQiS9D
Ms3rvAS+FOU+iARhNg4tZRntKxUEt01K3Cm+uG/YwMITTsWJKAjSTE3K3e9ktFqLVyrBr0mD8Jhm
9YA0lEubVxD0s6FpCc2ItXhaTDncNjvxaqq5fE/nilmYotPo0bdpSM6W1V1dl0xxKYPgOTvJMn2L
RLB3ApwQBEJJYI+zzTRDszfgXiXXGzxiMhoQl1ZT3R/xcOnrFrCup2NmWFO65kc8Cd1LFtcLUHyQ
d01YGTvoh/VOd2z/mSPZZ9wqk/fY8pF4zdi4CvSH3OWL+IS0FE6M7iMOixC8VsrC56R3CCC4AVMw
2nl6A/KnP4lBQveBCYNOYtaOgxGfmeP2m5xwG1RP87AiwyEnLDlI5+9AIHSSUn2+34ZAQ4IdggUp
EGwbGDeb1KBjh87Aze6iMTKY5i2og7jBOyst+70OS+NGDYRTVmNJDV3MFiJWl3UbxVX+Sv74dNbL
Ltmbta5hzanaOxsfyHmaclbqmKPfzqcczwZ2tAYv1ZdJhJO7MgqHqVKrptuRFJcXInSxIRCR9ihI
WTRXYErqc4qeDzV4RKTZZE07DhAkUyj8vklotf6qzTKL4EYmqQTQjfdNrL75jjnfZOM8HMyQtsyq
JDli52SB2kakUeMNj4jzprw/y5o5L/SDfqvl2bCRgaZq+jlDtWRW5moTW5p2pWdKHwxD8NWOp+gh
JDNjRdfZ3umtmAEh5DJax5k+e9AmgBqRVXgl0Ks9aaau7kOoODduIknfcNA6D1gzV6Xb43TViIrb
tjmnoRsP2FKp27dj2ZPnIUF8AjLG/9jComlibCcmaAESfyqLk8+0mKXI3EioT0F5053vdolqhycD
kTRCcMvCMearDvx8F/pXnJ7TRmvDGSGLu7Q5E9LQOJPwiHwrNPa/pbdLb4KGDrp1ZN+hN/h0Xaeu
6GrgmBZhlfbiz4bx9EAbfqz2jRoRAbF8SZyJ9XRnBpS1s5m1hyAOA4qjsN6YWRfN28npm68yk8v9
eeyMd5iN4SOMfgK1OWmGp5DwIVpRhdoB8kKTbiAH1O0SoqlAfL/EZ9D88UebFGmoKjHilOl9CFLz
0g3cN81JcKPU1PigOj3dZATofC/wOH3TI0PwZzjGF3Sy2rJq+quQpXsDqUgzKNyxJigZ2s9BQaUO
pdu61SunZ6I+BgcpNdrjnaBhbOhE2REzbe0AxGM7bWRNmnRzVWnhbAVvJ3WqTXioJNhBQkvNJGFz
ZcSlow/0/KXpR+TtOKPWWUUia1vNN9jnqE9AbzDjJeOHON09V9vvKuputBgWEF2jD1V3FzIREgxR
Tm3czVYpEAQaYMWSYd6GcaIjd5oTj66zeSQuFEMS7+OKewFiqYmob1AXtBbUsxjZ0EcOV+4s5VVE
xbGMloMi1a4m7rMVl9fHXqI9QXsbBNpbU1jcnEgvfMvi6lsAaIdmhTK4gcREaggzu52MkrGw4Bvn
GgFtlGYms3qrfcBGyjjbLVS6HvwEVRShDFutaCl5ZUJdJbPyR5sa6cscR3vTZtOUuDS8EKDToc9C
ZK9FFFH251bN1N823qeK7YLC3N6xbT+MUHLXFqFDHs2089xW3AP1Bjw5QXTXqMcUkWBK403WX+s8
GJ+r0Gq9WpdyaZiHa1nT6ajp+d7VQ1jeBLbtn6Wy5KYyxD099KeKWe+21LQne8Kc4KuKwT5wONZT
BCt9VHeED53wQY0X2jaKN41adOz6c+I06Ucr2BA7pxyJrqCjgHeEMghXyKEMqEhNAvSgSA39piVu
6l7FifpiGHD6B9Pl5oaz+jAmY/PF6k200b5pUmqTRIlLP3+wEsKk5ilpDnpdDVtBsbf350JbsB3m
lpGJeycDAxmTk/kr4s6c29x2l9CavrnXcZwyno+H+0KwKIdZGatQBO2zHy84U3dOX4Zk2WRFAiIm
Mwa6a3ZmWGg6AHKsIo1FXJlms9cnQOOkWQy7uAS4tOqWwIMoFF+UQYO1mJBADICFV5WRa18bWgJX
eEg1wAFe4A4Wz7HQy+YuENm8a4IpPivfHh4Dw9V2izEIpawV0UUDk7yFc/jXfh7ug8qN7wYVdhus
PvUe5L79yCCq2JU07I6t5UT7FhQr/GXbPmQGzWC/SG4G2QS7UdGRFgUGVUPP/Js6HeZj13OZzPlY
32floMfDIQkf3mlWTJpALzIqgLWuxfdjEbKvxZ3cQobzn1B+06mNK6Q+U4jaxZjr4dFBHIpIClz5
qUmtllqiZyXgBkNZVRrsx76wz31qTzoH3YBkiNTECeW0gYmu6SWqt7iU3O1AzJkMa84MwWi6ZLm6
pIkNBbnEEoomsHlzWgvyCJ5qC+NwiumaU2UjRrpIej/S5m465063FJsDNoScjG03JjCgPJOZQy8O
+powkwcfXtKd3fjGiYaET+gi/qo9sUPRhb4uadhVFz22JaDAGowOm5hGCo2lKrABHd31lZVHj1Hf
PnR+mt0WoFKw+RrcjxrD566djsDfApvuJsCEglN/KnZ9BJfYbdPivJh99uiNqOCZU51Vn+V3bqvE
uxlqdDxpeYz3sYgImm4V9O586Pda5zs3Yw0LolKdRWfWDb9qU/eeJ7B5V6YV1s80puJg7VoyBEOL
MssGjXUsS45CAhZBryQFXAHsyTUbWel6s26SdWTa6DZo/q5SY4gBGvVINgJuQntVmVcAE8NHlRGv
N/WuRvesfnVNipGVbleEIHfNVxLvBwjEiB4JqE5WjpteK8nct7SLs2lz258TB8UVUQlEt1vzNG5M
AuQQnfEgmjd1TQABSejDjBQ7X5D3HH5+WV4ZKmf3cRVw/3cTYT1S2EsBaKuQL1OMfy1aV0GfF+uG
Y9NAWzTa0do0oY5+ZG1HR0UzB2Ywyo4deBcOnMvXvOpyZrJTLao9mUQlBRaAp2Zjd5H5gdHcZUjb
mn5/JyAflavQN++ByJmAfzJngElQGEO5HW14QWs3slt9ccATLGKm8LqDwbTum7ZKi21DSs1TUXPC
06ks4DiNU37HJC7fFqMMjhpjsOAA6zpqkdtAn/IIVlNfcJQRusdsnX/OO3IBOXvInOSHfunaAHnp
rKkj3bHuypZJf8FQKPI0HO0odqr0QZua8MOx3SsIQ+frxHBoY4bAa+pc3dW8SCsjj1TqNcw67qNM
wi3wdX+6MYq5ZBZuNNajZpoEic1ENR/KtBbdjZ36xfeCMK+r3tus+p6KbThovmNf6yQQr1E4WPoB
3HN8jSlg0QwRF4XEMVVkmc5u0V8EsKv5qNNgch8ToWq6OiF7w7slwIiuBwIYm41w83nJ7WOswP5L
+Qr+lC+xo4MWcnSLpLw0YavRkcIK9kCEhi0JZBR6/xS6Ta0d0lYE4UeriY4iTePtsYFpUKI0xQ/4
VCLeS8H3OlsmMO8piKC6cDXbG32Tv00cXlvgb4jJstZGqVcQCY4woIsI24mins6phm9RavaWLwxQ
rqbX6MPgksjU/CYGNvRlS7RrQrGo+6q90ir7YlMqHMZ26L5y5SWk0aqXKXOTemJIWg8kAHIpO6mB
w9AtLuZB30M/mc9FRExRbYpsrffW9MPlIHjITLA0a2QF8knZjrgmXKo/iLETj/MwqBediFMotJEj
sdejTCYDNbzpTLATsPD8j8IuAY0QscPO1VnDbqoY1TJ6t3H6N2l1Q4iAoutV0fldKVrNZ6cfrG99
U2X7vmI4lQzNi+g7NlOrOtpFBbS1yZrqsR1LQvOIEvhB11P3mma5Xg2m+VYU43tQNsUpkoaBTNNu
UTqq/m7yQ/o8UcBtlx2a5MKQy6YZwzk360Eedb9XuypnyQ49t96Mt2hNBk1xnabR3IeaLM4gCXmF
NULn4DK0uScNZAsmN4NzxKo8ZI7xko6h+aWSpvE1lrw/iVaEjyND6otbo18rXWYpVU5iH2mpMOHm
OHl0kn4+MJt54NptIoYnfRnqBLjwhHCvM15lplhdP6kTvlG15+13HjpiQp8kwtSrKuDoFTmZzqso
twqv00rM1UGPhoEgYwifsaNfUM1Y2KCK/kWVTfIYkPd11vHCesgeijMIzid2JPOxrSBtdcQZoSdr
qVlNQgKZGVpL2nG8RJeb7YBgg/b0LO0Cb1V31AfHedDSzl5P/XzvV/o3kMhDsGojmg4G3dZjrs8d
JZrtMl6MjI1dTL4306JYs3ZzVCE04iqmbisiLsjsNnLY8I7aN7oMDwmOeipuq5Lbmc1rTZ5B8ZwM
/rxtneJjDky2DDbHYKVIWbgnyLJYk39aPEIEc6DP9NgSuNosiy5JL1WBGEDKsAREZLG8AovLfjBY
5MjWYXiujcrc0Fj6WlsBPC/kMcY6VfW4Dtqe4e6ENwCbdbNneZl7RtWg/JdLfMqLSLTsrO4nBZIL
Osc1EBLrldV1z2GaRj/aYjQgm1nET7r9aJ7bsiq+jtVsPQxsAcj5XOOxz9v+BzqF8QcgeWefaTFh
9YzEhdWBkNX98UYzWWaE/t0HpnEXO539FLn+hlMBcqtppYfEd5E7om1UZoXikL8h2uVaXd4yioJq
YKM/sTQrWfnDbN7H8YQ7Jx0/QP2+9wgpdNIi3Xw/p8kjaQNE7eHOvaNvCW4Aznb06DfGTaCwcW8E
cXAndxxREVeisLZLFxYtBiPWiPNzX5s5DureaZgGj8wCxnFA+CDgJCVWEZ6SIH5VYRhCwk7i9jnB
aYvnKbEfeTWQI1Yigfoq5Z60dXxafcWf1M/OTYd+jKafbUJbnhHAZ2g6dbgm9arPoB2tKhegpElV
fnaFa91VWbxTbVN7k6UP77z1mjdzQ3uIiz7ZtC408pC4SJK3yc2xC64fRteK95GZwV6C0g8ZABnY
mhmZPwRaEj4wKhoebXr0h6jxEdy3PTeEKsHxYsPHwpwGt/ylYJRAnJH7qje+PDq+K051AQtYS4Lw
O90P+rEhsVXGmkMoZ7hSDHb4rUAGAwcpyub8RvWC/KKkPhQGa/Zm5su4HbVgbm5Q4chtEBVTsm1A
4AA4i+K1xpzV4y1jXNXM1QNvi/8GIVHjw7WhdVt3sqWdJ0wG9xogQCqftNsDF3AOxsJWTTQh95ok
zQ/caXsjZdRFzxmMqaM+B0sgX23vEpIwN41r4hdr2/qcGwQI72rGLZMXVXpuHAnyDAUBk+UQwEtK
BBZLBqax8HpT18bjXKHc2DIhQQYunfmGnFiUzgZoqH7bztKK3mKdbjZuQW2Mhl1L2mn7I1Mdlj/f
QN20Gqa0iq+yD8z2zCf3ryXdv2gjwrkz+JUoavRnQcawuhoOGO8bDZQDlTrD3T7auJkOopG2FZlG
xyIYbe1xsCJbnbtEdflJZBbyIUtL8SvUSZi1X9vJFNotWrI0uDLKHSAlVEK0H5Nw+wQZWARL9HXW
Kh9XhaGgM6Lspi+v56ueGFAnfHdL3Uh+hNqg+RuGvsxh02Te29xgj51dzeAJStoaoq8yGA7NfMnN
cV7rCuV1RHP5gX7MjBYaaeGJXNHpAlJI7UPV1OFh8ols8loD9czolmSwVDCY/Q7Vex/prtfpwn9o
Ef/moD7xdBC/biQ3MaPyH/SS6i8OEOl3W7NTh+aZKRMvj6fxOx2K6dtcDsaxxW793htW6xyHrCjB
zk0UW9tc62NxHIuKd25qbKCHUaitywJjgoMyipGNDzYWqZqm7zJ7mH7IkHJpFMJnu54IYAUb0rv2
Br4yVo5R2ca2VdREWdCVe5uzZNxkRW1zFHaMG+5b3Td/KGCjhxow1D4ZiT4gsrOefFoUCDGL1UzO
vHO1SUFsCdg1wR6sGUrY060dlUXgtRkpAuZNOA6R+dpVUACBORnJGH1D9BnSTTNlXHf9o5bIIr2F
MKsHiOKsyemquxICpIZNLhUpSq5UVZ1zaSMQHUfluom7Dcoh4oqtVNvdC7PUrRh5oW6j2UcnEtDy
DzsfVdzGCaNiNwVj+uLUZqO8tuzGxnMgRV1oaQ+NRglFYvl9aNXtWvrBFwYJ/VtezKBehsBHWWC5
dJEmD7Ysg+ZNMYkseGFzTJOXpqH40nXRpHuCRYFlEPbnE1Pfu4A/KeudFplGWgScmZplBe2mV0Xd
38YEXCePaIisFqdA6ffa3X8tSuT/D3Ls/225XIZEyPwbUfZ7+i3qv/8c+bH8K/8WZTuwCmyHPA+d
sY1F9/X/wAoc81+wBiQKa4KvGaD/TZTt/AudqoV9FiABzTrp8C/9jypb0/8F28AGHEu8Av/ikuz1
n+iyfzbqOsJxXIja0lW66yjlikW0/TcrazSNUySbVve4abjyvuA+BscD64CRYiFw6jo6Ge7N376g
X6AKfg4a4ZnKsFCA0+5WVP+m+GT6910Cfgo3YCpewfwiparDFmi2m98/xfnlY4Rt64bDTVt+zjUx
/DKzgELqHnzslelYG8vfN+xN2PknkineiuQlSfcl0sj0WM2byl1H5VpPmNmRB3GonjCaas5RppdS
I393DTezxVGF0YQLlmBcs4YpS8HbEHVN2xjhKZdFY4NGQN0YF5zoTrEZ+tMi261XEv9OiG10Hb8n
36x3kAr2vNa0jW6CDt3GWMU/po9qQKPt0Y0VWIel6UXzyXFvcqTfcC/HgXsX3NmN09M08fx/5+qB
CAm+F7/4Tf7xHvCbsFnCwYCeIWzzk6V5qDnNjZ73oDKZRemks4QDTKM47u8T0pLX9hyM62mW19//
SL/6jYRjuCgTHQJxrE+PTfPSnoqAx8KCHLdUCdT/blP+wfxu/WzU/vcb55gmHwzCx2I++Pkt7xuT
TEPBlC50Dn3tVY4n8l3YnAe3wGwGVW5VwtuU9XuWPzfpxbBvswLQDns9r/+Egn09rmpxMNC8wou9
q90XMrHWuX7rgIR0uPbeRj0jo9k/jMPbZD3JbAm5ewu6y5h87fM/rJ9ffhwFwEvw1ZnLKvr549RT
6BDAEOteoMCG3aL2AIIRb8Pg5q/wMDhQ3KxxbqdrXHLeWLgre7iLbf6RNxmRotoRC5/p27A6pfO7
Hf3QwkNfCS91QGU21JQ3ad1syuGQVJuw85z44grPtsDE1csw6So7xGmcYt3h92/D4gD5v9SAf/9M
S24feyEvIRlJP38ujBo+Em05eymOhRVJPVsa+uCR1ULc7XpWSyX+8N4bCx7l8zNdpmauzSYNuu3T
d2nZpNrkpk1upsA6H72nUeJfQlugVi45Qys0VlHS7QuX7bArrXCnZsf7/cdeXvJPf4JwhJTStqXL
57Z+/tgw+0unzuXowTKlH2PeWFDpSBn7IARF3/3nz1IO3XpMQCz3zzgIQSi1juJp9lSEzGnsVrpy
HARXBTKpQe+3v3/aL9YdpxhHH/4ik+J9Wf5/O12m0gIrBgvNM1vrBoww2muUYavMtCEIpPVz4jjr
OGmYTao/LPlfbCw82SGySNocsvanc20cxyqpWpuPSBIFc7A23k29DP5wxvziKRzsrmQdGrqBXern
z4cOjtwYPiOhkPTJu7yinS+s6Q/vh7H8z3x6QchVcF3OMlxc+l8n3d++xgS4XW51zK3xCmwUQyZ0
Q+HG6gxc3bTkgS/f5lqCGnJk3qy1wx826V+cDTbGLCHYOAXXlU9Qj9kd6GuiKPKoUZcx8nvVIo3R
px5JeTNNx8COPN7gPzz1F5uBbXA7MCAz8dTPNxN6ZMjT0mBGuTcmkO0NOtguwnVALIzBadL65er3
b+svn8iu6ugmA39dX7aKv3/NRpUEA1FHXlwwGRHM2ajofDy7c2asS41R2xy7wR9+3F8s/r+QVfbi
juP/lj/qbw8t/QwbTj9OXmbckgVJ91LC/und4sekrD+8rr98FgreZd2zGBdw1t+fRUpjSGoGz2Kk
sSWDnhDWEXKQjAGMTJrxhyX4q6fxJN21ueOy23z6Ov02SoOUF8RLuqd+Mgdm0AVTEVi5SAvFH77G
X61ESXAHJwf/YSP9+aNZejAy7aNmMiOEriY+JjgqKFh+/4b88yOZukVCHmZIAdbO/bRTd8E8BLrL
U3DQio2dfun75OtkM2Q0regPJ9M/9k7wZrYQrlC2kILT6edPFFWu1Q0N2lFXcPxh7Rn2XRcAikj0
56kh1aY25kMDpLeR4fH3H9NY7kM/bTg8W9I3NB2o2Wzcn3bPcMIsyZBhuWBEH3OdPzUxLs0R2aRH
BjZ6eZDESNI7xJjbnnQ4r56bJyQAf1oc/1iR/B2ubjsmiT6Km+mnX9UfkRU3Q617w9x+M1kdm1IX
u8lPdomJpC7SmNb8P3x0rqNcBCTVkC0+/cRxpeZsJM3XsxL6aos2Z6jcq8QEQotRQKuNzGvUFcPK
tStFa1n8AOZLl2hK/vSXLE/69COgHbep/lzQ5cL9dLgQZWMYjoOCHYVJt4myFhOkqR31uEKpqezb
pcNAl8JSW1cHODQO2oZghqPthhdN9OEfLp3/OAQoOCkSGZJaumA//nQIgFxjhmjESwwfCYlJGC67
8bqCDVkNtcScEh6zMvzx+19D/GNZu3SGXZOQHYoDqt1PL6IZyNFMIzV5ukFIbPajp0AIgtei/M6a
gV1gr3BR+LjQw00jt+78nMmLSC568yXtn7vuYGpfQqBMS15SubpGCxBq2AcAY0mHcfLdEp1gf0cG
DzFDQLdJH/wQZ8mmNA9F8BxPb31IM/I6JOexuf39RzP+2v9+/n256S4XPzzbXJ7tT2/arEkjxn3D
cVPvhX7UqD4d+9uk7jLmu3XzVuXIfSW8y8ciPfmKqvURsglT3yykhLEv9fBsoEwOKoKpwaS1r7Lb
tc6rKvc5ZW2xw7Y7uduq2qG7wNXfe2W6xg5YautgU8m7YNjU7aFottBE/fiQWuRXXPPuqpFCkp57
82SV70V+hjn1NiZ7i7aW9DpJHBqMBM96Hd9Sc9u1L334kKYXpDB2dwONQNpQC+zwdYxe+xmBPmO5
h1kcLGA30RoSFer8wd9M94uge17pAxLiFhXRXVufTLj51VPh0o/nvXocPmI8JtF97m+iYJekBIh7
5hOJS7l+F84XruN4iZgKNfPGLT2UopTZtnVCEK6g8Odwg+gzD0+O/1B1a+XckD3D9UVTh+UqisCg
ck5ICJW+79+w9o04MlBFtaDkPEiDNwQJye5WN7dZAlNiRdR2ph3xQcX4m4270E+2UXuY+69Z+HXM
N5OzQs5BwJUgv5Bk7wIeB7HsOADedXmuDgnSSdyf/cYfT0AXDRvG3GFcpNN/OOH/uWHyTjmseVpL
uk7J+/OhoTidshy0txcWFrM3A45HHcSbQMte+jglXYF9/Q9n4q+WqOT+aytaOkIZnwoo9M5FXZOV
7pn8lzXJ3gviFb/LH5bLX12hz8uFm5kOOYCTydA/bQWLpqLCpjh5Q3+L/Ao/pTSvhJlhTZg/ACMq
/UtZP07d/Si+WeI73FumInuFvc3UD2HjYbbIGT5j2eu9Tm0w8LWERrq7YVF+h2uj8aR6jfFL592m
71/D6zIpu9dOGYlvzDQ24ZWiRZgrgPgzkKDg6JCTugrlNjy159b2MLIS/zeTYbhDIHGpHkzIVOla
AnKJPJIYiisthcLF97sLLn16U3Z70lxgzR7ANBH0nX707aOKHnJgHtMPQv30DVM7gDg4cFn0tNxX
U8VYmkxc3X4p5w+cWbZ/auCA9J6aLhE+ngYXz2tdX8pwbxooq72xfyBOXDmrlqnXuOtmrx/OFqQr
QoGwSVZboY5N88bktr3680uRPmViXAlWWW98Ufin22w4kvC+6qExSu0d3bkob62GdhhqxLq667Nj
0e0dhp3Tt9//4v+4a1Ez0simx8EWufz/n1/ltmhTp8Kv5Q0SJrsd9R92DT5Ls8Vp9pkf/+dPMwzO
GPAYiprj09tFSJDoG3RDHgF561jQxRsq0DcOeiwvxyn8+6f9s6Kj5UsvSrlgMFix7qe7cZ00S3d+
mrDpKQbtGWL4wEI9jJYUj85/s3dmS24jWbb9lbZ6bsgAx+Qwu90PnEAy5kFSSC8wjZjnGV9/FyKz
qkVQN3hVz12WpqosSeEE6HC4n7P32sw8K7YH3FLxmrbrE6oB88LrZ757i6eJbTJ7WVMDuowE4vTu
RnaRB23M9Q5kQ63jJESRJpz6wlP7u1HojVBfZrPMlnkxSqXWk4xliSwll99DZGQr7O6XDuG/mSj8
cF1Y6PHnb27xHhWJ0+kGesUNQcK7ZKrs2eqEvUIj3MOWk7jw3Z1vhOaxKBbhQTUpbCy2ZVGZO2nb
QVSscgvplnJ0VMponHYAi4EYzxBk2zIoLizsy4sEVU+IrKDsT9UfpcZyYS+8qTTx3BFw238q8h5f
qrwR09cSYP6FC1wePBiKYQT7bp1tNy6gxdTohsxHBk5ZW3NI7JnwtKAcsUrn/dxDFt6xC6uNrYfj
7u2HYvnumrsCkkujN6Czv3w9lPxyEibVSBeIV2tMN6y0sLyjFZgMi2YZJnS736iTYl8Y8uw5lBpv
S8fktMM2m6P/YoLqgQpxorMprJsFHVqlusHRtLH7EVG9Em8ndAKESwi3bUv4xJN24fk4/1Yh7zAw
dR12txz0Tm91mCjI2mMn3zhYa+xoRNufs22qRmoNzeQ8vn2DlzOXi+VZ5CVNsYq99HJzQHnJ8gjs
KjbqcFf3WCRVxKiSBHTMJHawg1rwucl+vj3m2ZcqOMRSvNL5PgVtq8UVYkptJjayEAzlUCHygXxo
o3TdlPgc1lXR/ozTPLwwgV9LQ78ublLobH0oOnAIAGxkLh4WHGyKlrdeusnl/RTu6N2SQ3Etq/d2
CeOtUlZqwY4RhVKF+MgB5YYeKL3mX2iLTv3nON4RPBIQ3Kh+Drr3tPFpPu9CdAsmcaH5Db+OebTt
HY685JzCHeTPOsV9q73nZ2Ab4QeYc4ROvSNlk7+qpKQdeddT/v7tm3s2fbhOW1KIYMM3l64X10nM
Ao1vGWebsaievL5S1mVh4G0bAOiZFhT/t4c7Wxio4TBz5jaK41CZmL/rXx7QoS9GayDbGxECx0A0
YmwgHGSfhdgmSfJzIihyXavhfZcZ9//GyBrDs7nV53LZ6ciThoivyctwQ3zmD1INSLToTRh+XaC4
AN93xBMQHIaW17kw8Pkd5pIpCFIxZ3NgiMX6QIp6XOsEk9ClVN1RnVNYQpvD1tg46yK99CY7a0ZI
7i33VTPm2gs118XTkphA181mGjDw1jSq6g1RodY+rYeD2VsjocPDLnO67JZGmb+xkjrfYL+78PS8
lsZPnx46MfRDqTbzWWjGnN5svbDNIa0GEtqQS6SgmlQFLeF7rWM3KiB/G+FWRRm5VzX/uVPontJh
DQ8GUMIsOTDhpxxcoxqjUN2OMdIrIFmEH/lYW5Cm8YBkTwGdKdnsVOveKQ8c7DmHYsAl7wVhCRIX
QoXKLzRfYHXyMPErD6EGjaKiwAGRako+9OGuwQrGjocMUQa79vjR4LtAilyY87/7Ssz522cdoUlJ
L+H0bnSRJv0UGxxl6NtQG9AZmmlzlXAQwRekrftMXUFLMDeVbz7kTY31hwiXC1/J2cI9N8uREVBI
hZ8G3ez0M6ieGeJI4iigdYmymsBaDRIIZvfBHmwfoysQU1/Zvf3Inc983sSmNMVrX5h19HTMRCK7
aqqy3UzNtGlbgKP4gcAfGJRFDHX19mA0MfhxJ5NOp9RFsRiJBMPyljodrs9aPJBK32zUB/1b/sja
on6AgWKR1uQ/4Ibwxi3/qnzLMIvQzqw2OYHLFH1IN4/XIl7Vxkp9P135hyHbaOkmheNjfufXdvjY
OndIdKLSlRpIxoYFG1eg/mW2WzOFlLUwKbEe4OnjNUyqbSYe8/HTAPozGFfYTXJ6oso6VdccjPgV
uSleJey7EYnz5Zos0ijYIMwqTaoPW1OsiWuT2cZu97MjEBC/vlcIxKOUEeywyJem60VrDBPzrtvD
k7HK7vW76b7Bdknyy7P9Ed4vCoQAJrGy17I9ZGPHcA3/eyYxHbrUnqdbhyNdt6b/QVFLPM3JzdYe
+2ri3Bbmrqp2VbRuSCtRD0W9azQ3UzHl34K4bJBXOlh7XP5PAA1gFCbhjs0BJt7M1+x30ec6utP9
I+jbcAXlNrgWt8NL/5PEzc/CJVn8B8C1Lja3vnkHYaYfr3O9QZe8i6F6jt8AXBTxtzB9SDGWAje+
R6bma0fUaUDMiaZyvgc304UV+uylNE+cmRvoqGxb6cKdThwlIZIx9SYmTj0yDZwCN7ZNUUcnWFsb
9OA4AeNbh7bwN1CmrMOFifvbeUt3g8k7V8uXRdrQzAcsq1qzIZNxm1fRCr//ph87V8Heyrdl0svp
sAEi80Ug0KXpn54LuHwLKQA1H9uQFOtPL1/jgiOr8plqSn1MyS1Cldo+YZ2mKpINFwY7W4fYl1Po
MXk3qfNytFgTZBjYjV3j14vIM97Xo3dDhX5XYAJc6WPyxW+YDNFYdhdWBzGf4BaLA+MiFpK8FyWt
gNOLTOOwrBDnN5s0Qn2qdSQCGxmqVgiLhsuqnV6Fpj5rILQ1+oHhrkkssNVdqK3pkU6blG3aNk+C
K4IC6k3Wih9obeWRfZsAW292xKeGCvXFsPHWzUyVfXuOnN81thBMznmHbxDjPc/gX7ZN+JqIkXbI
leiU8qoyW0xdqD179oxEas0m5vxjH1043s/fxOkdY0wBnmuWUpiOXLy18HDKGuJcyTathIdrDq5l
tceuFFc0chSW1fSS3OrsfaGjoaCW7QjNFpxSF1fZeYiqjQ5JFIWP5pgoXxPoWLInoL0fy+c/vaNz
LwgZ2TwNNUddzMMwz7uakLt8o/AuckuVahxMEtYZoO52u8l8xzmyLc4uvBLPbypzT9V4AwtpUepc
HIydcDYyZjlGUdGVGOvqLXIb1U0IcseUD9AtIv/w7Ss9337oTJi55kkrnNajnB+NXyZPZtYalJqY
fKmhg/7cUGXsO2qa1tR6h0ygP26spIcFlxKh0ooS9FAfrDst/uNlFgbsrNLirOoYYnmOwwEFAqHU
041KXunQYEYlEBgsYpiuvZKohJIpPFjwk83p4e1bcD6xTkde3HW8eK0N64aR7Y09SG/bkdyMQdO0
t3504Xafv0xOx1o8NgX1Z5vljHzxUvlM6imgj1ZHBklcW3M7NdeGiModSN7gwrjG2ePKuCyrLAVU
yVB8nn7LaYgZuGgDioCgV9ftWONOVDL/wl72d3eSbT1HDF4UqCIXj6g/kWuvBCLbYB6e00MszBE9
xDg/xJkYXBIb/GbqOgYqIyaubr8yf08vKkIu7kw5vupoSL6FVvwTYwIOIc276Xlz5F65zdlTB4lt
H+g8+ntaoYe3p444fzvPH8FkAdSBHKNsPP0IfkWzkpcjpJHucxHM5fTMDujbR9k1fmtIHVUXXuUQ
91aNoX0xRgUfNo0ASGKEWyO1v4YcKdcMUW3b1oSqG7HnJEuvWAcKMm0ojH/8huUDA5phonH04rad
fuBWNyNdQxa7CSLlrujKteYbxc6qYsIOxx3lqp7sJ8Kb3r5PZxPDoL9MSQgxLiV301rsoaTi4cCq
o3gz+3R3MAw/K/2wdgz7o57G8t8ZDBgFlGpO8tRoTi8x9ySGszqIcetXPm/vmJ5GrH1qC3B19G3/
9MrQR4K35vAGdPpMaoxuSe2rgIYH5MavVVln+0I6LhbaTabBY/zzwWbFGXtRfa7sL67Mq1u8oRhO
N9Qv91iYXNMzuhXoCxKLQ+vn24OdvYyw7dh0EdiP8b41lhu/URkQteGj3QDJpOgUwegvHfllNlhq
qd0d0qC3LqxS2qUxFy8jBTSY3YVUQ6SH9gGWg5sXcPTjrFVJsYfgPw20sYlSiDXijLWAiNxAOMeY
rTsZzh+nicOZNSjGle1JmBa6fUG3crbT4p4gFqBOQ8PIUpdCtWHElE45EhBEIRWCefTkTjRfy5wA
77wlxDIO7mXSFxdWmflrPdlrIe4x5ro8w85n2OXudLCwC4oExBwP0iFRpq/49S/V/1/bqP8ziqQa
pFuQkmYzwTyRl2oqifbIFwLmZZwExU4Nc4S9AeVpNe0f8E8VXzHmPuCB0/ajAq2rdbTvddy+jMZ0
FQTQm5R+KmbIzhcW3uLQqzNsR9Of6goXy9sz8/Ql+tcnxe/NJoFyHdN8sZpAAq56TwkiqpLWje6k
t03pQd2o/ehQcMZ19E9B6F+H1mhc+Pq102+CkQUldCrqM7Ieg+iynB5kvtHSDuKZCJt9hL+dqMJx
X5XJa1qvcFVU0bWJotjTfJKbh2AbgoPMD5lZVZ/9fvrw9o1YdBdeP4/lUD+ZX+toJ83FC3eIlN5W
IUtvgKNY4D/J8ZCkS9vV1qnJB/Hz3J0a5wXljbpKIVteeF5PH9e/h6doZODuYJe8VFCGXksmRsTw
XY2qAQPzswKUc1LUe0x5+Kc7Zbgw4ukD+M8ROaWZNG2JI188CsUAqY+mwkxbjFComZNNyOt6yiXA
vGDU92UHLQXP/l8z7n/NR/+gE/bLnDuLSn3O4x/Jl/bXoNTXv/GX90ihaPnutaUmaWujoZM8in8l
QvBb4t38BrakJEGVU6L5r0gIRRKiKujZYpmh7sdCyrz9p/3IeUdREEUaOwbUYBxM/sh8dPrAMklY
Jgj9NPnQdJ9YuE/3Ajw1Dp6SAl619qCXdzBcCKTMHkZxlYur3j/o6mPhX48ZAQcDtK3bIt3W0W46
Gs6q+ujAMwiuEwf2L++ho29BZwN++pMwgnptPle7njaTBuvknvRQv163CRr/O0iYpCI31n3X3ji9
649Esl2j7FsJ42BN2kpGaxLtFPhM3vug+gSHjd0euezDuiFuXbEKXEvhWouO5hzW91nRPlnZ3aDe
ONMeF3gi7jKCfdSYs691o4HJNhJEH8Cbjf2IrcJ/widCmNCqhA9+xC524QF8fe3/z2vi7zvKpoAN
CD0hVECnd7RXRZOzQVWf6tB8MTugSPDH7St9sj/bqP1j4tbzUtn1HxUOcTe2PnabqMfI/cssvP9r
vP/I2vQeCHtT/9c/Fivx/DE4ZbCRdDQqNmh/mV0nx9asloVeG9NTHIgPWqvJR9NX2WrrV2YYvfQy
/2IVxvtUHSi/ysoVaiHWpp6MT3mEUbvT3r/9eU7XJT4OQcFMLymcuYJEW/D04+S5FP6oy/6pEpUK
ziN0kI0ZLw2QujSyjkLXlAMdTG37Ouz/rkv/EHON7v9tinzqw2b6USVfsu8na9P8t/4Oq1HfsVOm
Z0k/WlAZm7+Sv5Ym8x0ntbnDiJKblYG+5r9WJsN+Jzk00IKkZW+yweCN98+0GvMdrx98jHQsTDTD
uCn/+/+cuN/qxb//On95WJgR//Mc2ZRbsMggzJn9OHNiznyy/KXuooe1X2ohNUZhTMFLbLDYqCLy
rZU2A/xXaqnWayeeqjU8DH/VBVT9tV6x79My8Q7BVJI8QpQHJgK/vqUQVzwF+vC5AMFzaLxWu0sx
ZV3FSuJfO3h/b3zZ5ETS1VF+k4XUzcLJMm46Bxobm3/gZA40iqwDnzRAAznIGE8+BHrymkWn9Vem
rrRu61nxMaqaZqfV+fRpsCOEmp0p60Pu5OOV3+nmFXpT5GV5eANVtXDRG5GOkMFZWfm1X700njls
5+d9JyAeJSbJnc6QIfVIOnCoShr4rj320TapAXrGRgsZj/O1BpI3NF0AFAjj0jAZHiI02ivqd87a
d3LBybo0XB2U1tFumt5N/EzfpcLuvvXJ0O7Ii/1R1aHYqjmBMjlmVbo5ToTtEnBOryQN7M2qu9Fq
vwMaDO8APhAg6J4aMDuoQHaEwmFzBuBcBy9qNipfiWtpYM8RytKB8F2bWjgehzo1aPxog/JpqjTx
FW2JvW+aGQGCiMf55BNDcazCsXiqZyAvYM5k39Vx8nPwhb+PMwIzPb1Z10Dw9l2eZYcg92hKZRl5
jZWa7WVaFO/7ii50i0btxme5vaoDk56QEdfdnsAJ6N4iTKCY2zBF2qKa6JQ6yi0pOiGgpTR3IcWz
Y2b5I8VQT9GuTkoIliSBV5iPRb1pTfNn7pdEQFbEXE5ePj1MnWE+gLpFmVek8pC3uuPKUqlcx6nr
q26in4WUzDpa8RwTiqxnb/cogX2+1PciUfoN2rJ4p5EZBfEGouHgI3QzYf1sSl3Rnilqky1q4AUm
8QCOpUlRpBiAweCjX9f6lN32KWf2Jra/AoDhT5Glwq2jHUxb8iNV+XIHiQAvou3xRoxK+2j4vXGT
ARVdY74JVokdphvbgwcGtBsGOMr7Q5Cijy0ITVpZveOiJlU/sLZLUmK8Ztc7mqasHdULtglkp23T
knYIzNV4wQIZ7KtG8cnG9kV25TkZ4XW0hMiqzCWoIagB2gtE8QmMbNd98yHvrD1fFyU1aoEJtxi0
g6zNplyRUxO4flJ5/EIYTJ/ZIcICnVZzCA92TTo6TWcR61uom/xPpBdTtxqprCCw7K12ZSbDZ6wK
6hqSz/AVRKr5DEnoc6xoFf7gRL/VKqKa/C5dU9vWXF0xtTvYBN62TkbF7a2UXkURkHuacouaztJu
SlgOgJdSQrkHB7QsEw2UZU2f2V4VY9J+KHsHZqiHdnbrme2LYjXTe9FVxRzJ0+/qPN2pw0xrVmpt
Q44HeDstfsllTeq4YXsfeVTb6yiSyUMaDB/Altj71lT0rSXm2QigTb8bjOgxCSFRj0DOQe7F8b3X
4o0w4pkIF/c0U0tO5u3WyaOZTpKX8QdLDMOel2571+id/aMkkOlqlNAhU82qEVmKJqQR6lGu1gZK
+KnBboBDkSJuRAuOnMiQvgZYZjkUCeMy4hibkjynxpWbGx5ROO30Vemr8SYocjLwbJLTVkZqjW5R
EB06GNawq6VCIuyUOD80hE8bh5/nKuAnj1mS9lcibgwwc+OuSMiIVwyz2IB3AGppKi2qV9mGnXMH
cUXn8Fy28ceSR/02x50PIkLJpodcyW7APhgbXfoCFqqAliyGkpSWHhTXNrGN7HnILQNxEZAJF814
TcSiwDTnqDSb0ZML2+83GPAbpIMsd0kJLw0jvsDkR+Bq0jYgJclEexYAz1Knl9c+Gh/617nYNIKp
G+fAuSG8Y0/3/Jr+ksOW2Qjaa78jjNgviNgQRUPgZNx908uGNxYsuoPeYgvQNNGSGcsMCgYzBnlb
E6CZYPQOq2i6CS04w12Yunlao58ysm+gQT8ldXqwne7FRvBvqMETCEKYooEfwSDLoMes2JdC4/AH
pNVx8aXz9PFGwd59jQaVD6vr1V4NE+z3eqMXa3+gVlFMrJTRVN+OTqu/KJzLt35ipMdAZmJFZkPx
HIf2+DksUxC/qI8IC26Ji2u7upntZJ9EUr443Xgb986dbFigKhBLyBaqXSNmzYJVoPwKaGwjp72d
FMNY+3yth8Ssr5pZ9T0a8kFPNH8nlP5rBrTlY1MX2BtiCmt+Nk28th2k0pAMNyEh6ixmQWscvIh3
o8IW/NGHPHWHB8fYtF0sH2A9EazUxtdt7BMUimATHzOTMN0bRLk+FZ2NIGbKIzr90rfXQxh6h67P
Spfd+sBq1yYfMTcNx0pqE9jbkWSROvTWnrTzl7YAf7eJtFasCjsnNEAU+ldPw8mnWRmhGlOj21cm
RffvecAxxElS9aEqAjtaKXzUO8MHAkzb5ChkNB7JlvE+5N0AuT/My+R+8LxvWt8nx8rjJWblw4OP
De5JgRng9sMEwaduSGq1C/vgxGG/kY0ZfCrHEKJXWRDHEyt+QRnFwwuhZubBLnm7sC5LfjFNl4mp
Yqo0hytTDNZdPKpjv/YTrXjwh8n+konkHi487mO2VRzBgrTObviKPUS8NrjCfhrbD3qsfqxznqhB
1mheuoSA3Qk5TtT6yS6vZiBO2urvhafkMEk7QmQytp42KTiY1cqKTQQ0ZyXZmElhvRQhAVh+oZNR
BbfuhpDT4jaguP9Y+WittBouaaCUE8JsORZkjUa8vZ1B+cZnBJ+qqYPkvdJJUvNKeJ1+IJU5PoME
VKNBTlKJrY5m6HoKLN0F4UuwSA/FnzTl1xyGEnaZ0wYoBIpsT7zaTS8jbRXbieMfOwMKpdIhS6WR
TpxP3BoQHxoCQPOuir1tD/X5c0P4XYyhhPJNFmnxWmqW/T0T1bCXmYNKzCsCdwLVdRwqrXqOOtny
CtFG2G2aBKGvqcj2S6Vo9gmVgQ2l6cjcB5Gll+sw8ZD9CxljNZMaPkollW4e+v6Oiq3CYW5g4SKx
ghyM3io+TFVUfqqQuavXiey9H4lettpT4GWDSR6XPe3yBEr/egrtz1XYTbMgIzQwWPjEwtR2mYEo
iOR7I69/VrryM28s/al3PLmRqYXoi9c+gdlNkX5xCGMEEZGg4YnNxrmtDLtlB5LKD5M1KdGG31WO
lMpdTQYJO5IgJ1CqrlybIwMIsXh6NMFFQ2cHYdr03TpqSc9RxyqS7LX8ZkUiVroxzKHZNXzhd6Zi
fTTYS+6gWRNI79MyAj0X/ZAp1n+J+BQUHG9S8l3ivdpS6uWbKPeg5qb32TCB3Ek/lzTnEbpmuMxU
vhs7jK8zh50YhFm2qqarpZ9sEF64CcNrw5ye/Io6etEo3ZeoMW+juKnugVj6B/YpD5VR7hKruK2q
4IfIHQzg2WOpOj+yZHoMB+ObHiPNyVV732O2vzbZLPWyPySJfe8lhbaFU3gArz9r6cjRpbHJyhlY
hwqN92YY/GHLQhivK5M9fa9uEiNwxZhMX4fIC1g2+5EtmtNEaPICq34Eo6E5ey/MqaJHbZ4qD7nd
mOQmxeE3mx3sg1D05hmBI8FoQUPwcyZGH0tZXXIjkn6d2yLZTIOePnmpDlncGRCXlY08AoH0t/3U
T3eOOY7qynKqjm0u3KwrOVlk/dkVSkfTV/qHXm19xEuJqmwCONOPJCDICYqeU81k+75Q9jgTQ5w/
E6eFIOHtmqpGcFAIsLi3p9yS67xtplsDGvAPFSELR66cKDmzym8Dz++QD4XmvSEIrbWLEGvOoJHo
giDAclt2OfDU3SQhcIl0YKUGjzGjKLu2wo9vYEuaMEHuwROSt+FFhKWDWr02ka/ovHv18grOZL9G
UTjcpI2xHvvwhTwpbgTpH8ohGxN2EKnlgqQekK6kdswJK0JGNfJyjYQE700vM2tfstQnF9tun4jC
w5jXTumeOKlqJyX+cd+0jxnJm8dA1xu3r5LuISjFdWKU92iDJoySfvlRVSr9sYzHctWKCFEM/s0b
q5yCrQFSf21HSepWke0fTKF4bq4603ZkC35nh1LcBNogdmVqGa6Z4DyEVFc+RCnTexJ9f2jrtGdn
Mdx0Zvhgm512bTS9cgDSndx4s4NJVTN8/GRKoflswi59nJrhewtrcd+36hzprIApHnV4nquwJfnH
5LHrV+BZzXUYDOF7W/Q8sr7vPGpjH38kXC0W28aDr7rte7V+rqQTcnxIiWblB6T2tR8a/BKHxNh7
IhvI6c6K7Vg5uOQ0VgRl0sA4B2m1DozsxafXc6spBrOtg9N+bYKqrTd+obxUuYy2aUriTU1+2lGC
qz2CJuTAmuj7mADB+7KrbI6RkY+KHBAkK1z6aJpTswsqdSKkrZgDr6zha9WhSoogwefrUS3K70WR
5h9NqK8AgAbWIRKccjLbwhy3t+npH4ZSasQ/WfETvhPM0LZpAs+rksNg4xeC1frMZGDz0zajepwU
oKnbqgDemg9KeSAZNdza6ji3OSK+36CsW9Ki8a9zLcFK8YbhLh0b+VT5BXtCsjrlCzGJ5VXdy4Z6
R1HctCjq1no1YkCdZntLOyhfvWkc8ZDV4U9yLMluoul0iNV6eP7P3ExL2hpSIKjUgvnpqtdB4el7
gOdAH231iyaj/uo/WzuaIgodxG7qDlCz0sGw6jvDLYq22yiEY0wd2me3ED5w7IxuCcEZ/1K1/FGB
7jlP+WeZDk3p6FtejFXoB81/34TfqhxGb/Pmn3J/5Ldf0h/18g/Nn+ZfP4sq1N+fbi7mn/wLWR9h
Mz60P6rx8UfdJs0/C1bzn/z//c3/+PH6U57H4sd//eNb3mbN/NMAQ2a/FuLYELxVvrv5knwhL/TL
2V/5u3anOe9wQGGBohP5Ko3/Z+3Ocd5R0EdqoaOGpEo303T+Dpq2383qAuppyIppZvJH/lW7U9+9
9osch2BNOguU8PQ/Kd7NteVfSnezNIwS4ayi4L/pAi6KvbExQavuito12qnYSxPV8uST/JF4XrT/
5bb8ps79u6G4A7i4KRMKXLenVUJYyRlCpKh2G7019nYWvnCUVbejAFT79khz3X55UVhpkE2YugYX
blGPDOIkH+ju1q5qTA5iz2Z0ZRcWW1ux612OJPIRFkJ5nXDqf0nYNF4ooC/FPK83dW5iYs4yjLnL
fXql7B9MASCodtnaD0+T09Y7QPrRjjgi770ZZpE7eWX0jXTh6Gi3dXxVqqO+EmLKN2/fiNcm/tmd
QPmAJh8jnLYU5JddW7SK4OulGQ/3vpmK5oGEEFw8gZVigeV8RTmmCK4CT6tuHaJ/bjIvCB499g2c
TscAIzzQyufYymaZTYMdqunzD6MZ2/uuz52btz/vPAUWH5f2AxIUmy6Cc2aPNgeqJhG7QtcZK+L6
REeCGHHNgB+jwT7mdjw+vz3gb+akbdMAx+WFiUMstWRhzEmlIaASsy9pf5mQHKk9wyKWqbmkGxJz
f255cRTc6aqwyZ9lyKezYnTwjKptxayAT1wjT8yiQ66qXbMhESF9sW0727LFJ0MGwnFK5E41ySei
GMiDTic9u4uF7IjtdtKmQgpv+R+nDEaUonmaszWD17OW3hhHiw3xDgvdpG/VcWizbUQ6I+r0KJ44
1FDHTi9MsvN7aAuoKzMPjItD23F6XVkSdv4YerUbc/xeAU3u1kaE1tKbau9Cq+y0SQ8Z0mIoixco
xh96seZCLVErnYMRN2d+hJ1y2xqcOWY8fseGR9p3gWUGcKUgTf/pJGGKGKRNsJLAHVuqh4KxIWZV
IocQE3FFUWJBebPrem1obbh7e6izOTJjO8geovtswx3SFxeYVbQsmqar3HFQ+2M9mLCWoUZf+MZ+
NwrtRuS5gubNmTS9yGqjHTJZupRCxLPjmXJPZZEj+dsXs2hs8nXh1+QhnkVyWDbRw57OjIrw5ygq
VcwkNVS6g14p8ffRqUeY6JQYPptjV3z3KDEaG/IILFKZYlIfVyggiOIYsfjGNxQs0I8aiUkOL2mY
oEkufMSzyTu/Rm2Aa3O7U9JWP/2IzghceMo16CZKWWzp5meHoq+Nr5Gfm/tp6uzVFAzIUSzF36Qd
Pibuqs0GVvQbq221Y0rkzXGihHvV5L68evvTLZdDsFrE89LFQz2IFHXJZdPSviLIqc9cxaBEHlX1
Y94VxJVRVmkmoVyY5mevrXk4yYYE957Af7qUTztto6WVamZun7MJ1gpz3ente6NLP1TxiPez9SkQ
UWdPBa6ZSYOWYT68fcHLb+P1E6CsNFVEGCzHi2/DIvRPLUsrc7smR73gjKkbBxOJuGGtuW8P9Zt7
y0uGZwwJPp3/pReFGIWwQCKVuqFlrtlXK6uAwha1MtgqZWlfuLenPXVgsfRI8fZLbiscgTPiFlTh
zI4oFbiaHVFdMJQhRYGuYddD7lPekxQn92pt6fo2EkX3bwyOWYxv1ERcQH/2dI5LCaKpkUVCYzFW
kHsVo9hEdieOIiUrCqd5vc6x5XzprYnS49u3eblic+E2r1WBcsWaJU+LJcAfUXWqWpm4UynNG80K
4l0nle6ONm3Kkx6OH8JIVBem0dmg+EeQsTrocki7wgZ4esFw16Vf6ti1ol7r9h2TejcxrXhysh80
FuCNQjcft29f6dlXzKA2hhuDR9aAGTnP7V+a4F7SOFocqMIdmkheV5UM9/hXxH407WhPbVRzoySL
v/WZkl6gTc2X8+vGgqXr1UnCMmazzVtCFvoycqailsKNhwATKk/wtdlU4oJL5jejGCiR+fECNwkK
y9PrE2mHKE4Guiv9uiNZQmp0m4fywl18/TGLi0Fxz384/bBtXQIVajmhRdQinYqvR09UUk1WyBPf
2H6eVGvDrNVjm4zDngTG4mATsXtVE+OzVifon6naJLegw9vkwmvibF2CeCogzLHNATzIE3x67ZDO
tTRDRuFWaVmzPMJOL4ZqM8B2O7w9i87u8rz3ZbHn3T9b9ex5lv0yi6rRIodgCgQMRzu/SoQagIMa
L6FGzxY/xCJsevV53qDDXSLrQFN2Vhkyik7VBR9gaLtqCDiqaoWxbzrYKn94VZZGggieO94r6OiW
4kr2O2U4TUbiFrYW78n8s9G7gtV5e5SzJ5BRZgiczuOHKGZJp426zG/xJCduM+XD95xK1XVZp7m6
iqQVHglRq2iqCzVE0UoQwNtjL4+cmERAU7zCBWZMzXKPyLa663uyJF2z7mjFtNSJI/pPGLm9XIcN
nPpmzK4HFlAoEqroNsDtv+ozJ7qcX3U451/q/CabFz6WbFMujc+NUU8sOlrixuxEHmRDGbXwmnRd
SRqKfduLCwris1WWS6Y4zdUiiWRCzVP5l6kaFpak45EnbhoSe+JBtCIrL7CeZKyhoIhiZz9UQbN/
+z6fPYmvg86Au7leAVvvdFDDrqZRVxpigBEgbFS96BBghG1irvVcKS/c0YUmmdf2YrTFdnymK1h6
Xidu6Tl5uR6mWvvealW8bpSi+JBbdqodiUkfP7EBrsY1ioaCwp4exBeu+vyrFZw+wDpZsF5A9c6/
/8ut7gLS1dgy9G4xA4FjSfuZYEFaVAQeKHF+YQ0+W4PgSXM0sOjJctx6VZudjKar49g3Re96YWvv
SA62MYEQpf72N3l2OsCHa/DAAtBB/gw4U5xeVCYiIokNpXMb4E8dOc+aszOKsftKw5AExqiwY0oQ
ZlTskzaT4YZGTfAlnjLvyqgN5b3QQtq1Oeqh2Woec3x4+/Od3wUOs+wOoRfBtkRBd/rxqjYh5Sio
U1ck3GoJnGnXRb1y4c1y9hBxltU5yqDhoSSAGu90FKMk01otGKWRKPBbxCyraBLjxhhJY2wq64Om
tNqFMc+uDEwHRSkAHSDeTVgNp2MOZZP1GbnermQn/xJ6ZnZb25AF//D+zaMYNBJnqAxr/+L+xbXK
4UWMresVrXMwbc9D+GBYF/Y+5/cPBRtHTIh6WNYQ0J5eCytBQIa72rqWQsdM0ZOSk9wobiuTJZ/d
RXM3lfElvt5vbqBAic26x0Jv4Ng7HdTj/VIoOVWjhhSATZrA9XRyuhR/fAM5NQsIDxqOLE4Np6Mk
Fvk5/NO4BcFxSLVUG3qHFtmPbw9ztqKya0QdigmIlyaq38WK2nc+kfJ5l7EXwAc0RjBxSsdsNykC
ut3bQ53fN3xeqGG5FglRael4kAPtJ+HZpYvwAtxPYFpbK1e+/RuDODYFdbiHvCcW19NVE3KRzCrd
viPLW46Bd+34XnfhaP67S2F5YMtPQhabisUz1JtZEExKX7opQW+EDlHsJfxcv3CQOf9usObgL8DS
CZX9/3J2Zrt5YuvWvqGNBEzaU+Dr3MdNYucEObaLHuakh6v/H0r/QWxnx6qtpbVUWqWED5jM5n3H
eAZf0fshkOb2qKaOAkAZD945RXXSsjm5XQ1jq74YBp9v6F/z9EbyhSiCAfD9pQxNLGni1c0hM9qF
PKVivl+0Vf9ie7s9lne7eyx/27GM873F49vkyr8vLSlmPwpp0EXLZK6OVGW0l2Ko4jO0TNNt5tXL
F9PDpy0hjh5EZgYiZwEX+OOWEOGOO5iQl/mGRpq0ceveEgFkkTHSGN2ZNnv+WeU6eTil1fDF9ujz
u3t36U+nMnOx6yUvJ6IzZLqjW91G/WIZu7Sbyy9mis9PFfwRBn9CYiibfxqMjl3UdpVsM4XrNBdm
VxEQXg7zm0H425FkkvErBM3nWdc2YCyTvoBvEMrUNph+249oU2Muqux7iicrQo3WQBwCkt9FypP1
53kGIKy0q2z39y/7o0MZc/9mzAJBR48ApfnHyV7FbUyuE6l5IlNjHXRTVT6WCI7P2wL9d5gnRfq4
khbvBbrDvAZURhTznk7MfD+IWiF09BPkLZqthqBe9drZxZnXJEdRAR27WZS2eHurbNouJPnOfq7T
BYPo3+/h865nKxBu+UEwEfBAEkj07tERRU685pyrY6/Z7Z21yAQxBBHJIxNuZZ4BjsWoT0AwDYCp
gIuyTwHef7fzMdYiZwT6gyCDv/esX3M05CT3QR364id+GE44ESnXbBxxNn9sOj+6J8HBS8eKfXFy
gCd0BzMvl/u4TZo3B733q0hy9gppnZuATExfFtE6FAawnFkuoHSMfCIb2ms0Y4fTL/5GSDdZ1LHV
QbntChth1d9/LeSMT3MKLQFaoYSSOBzBPm7UstiqSZYw6wOKSgfOddF61Y6Q6P5V4UQFECQbWYRZ
DP9tl2uz+aiyZH6zpMh+EUlKNLxLW9ja1fq0xU3Xea12lsoTCq7MXzlteySTFFXQp1RL5/Y7vUxN
7sghZ5Q4TLssQtsZ4nMp2NASB2VBUmkxTJPY6hXNqUAxuisGw0oCWWnu93wgDdRM7B963LlL6JPw
vK/Q3u4xeCdV4Fko/UCEES9C3qeulTt/tMQ9igkUYXazgpBARrm5HiRla+QkjjkwIlwSEtGcT9YF
EX+2cVQN2+dwkWZ2w5MfbgdLTF2o6Wv90tVqOvkjValw9dsO6DEZwdU3ldT6vCMPD/ROzab4puFE
P0TI1JMby6iyaqcN+iDOCWFeD0iaCZA0Rlk9Tgu1/aAdN3PDOo7tvG/yJr0q8ar7Abctqn1cZvEB
h4AAi4scBt5RDZhXi2rdKgEJu6uZX2wF0jbCz7+kx7JbUnnZEu9oh8wqxUayU94zRgC9Ciq37AHB
jIm00Wd0iiiipCV+O5yspHwarLo/Vx7OroNFStN6TFa3vV6hhHX7YbJFsvdNQnjd1OygoXtz8V3k
g/asqVK8Ccpb1cHgzE58YN8nh7UU87Br6ZROgZvU8qEcMUAFlrLrcmdmPQaAGC1/uSe120GPS4Tf
P+5YCysOzWwd9IObJXZo982knnXpr7oKxKB5Lw6QxMdyxlG8J2SyUoeeIHT9wlkQSZ6YyP2e8CjC
JsKqHf0tUWgsiBxcM590Q2j67Wu8rGoJlSA7+YBBAbdGOzmliJK576/bqjNgTFWFebkWYrFgcgqY
HJ2hwBDpa4rWcuynEkZbJgnwMojcntEpUjMNegOtXlDqOmaImQjEOz23syEg0Nb4pidQBQMzr7I5
gG+8PJpLoSOg8tP5yhpi/W4xMAzsMhPGKuO/Gu8SVg8Y0lUxx+jPsbOQ2FxmbWjKbHu4GVuocCQW
Ev9LnbSvSexrP6XeaK9pWbtmEMcPnBwhVs+4DFvqkTvHGom97aZ0/TZ4NcNL2TkaLktvnIu6Xes9
Bs1iiswKc8cxLm31YLTTWvPQ7a4KMrLbbgeonw4FLyM+WLY7r3tNn3w/yFOPgzU7EdjkggbqXVsY
LeJkY5EXq8j9YjehHl92bCRxZ881jvxoygbUv4ZezsTumrET9HqC/nUZlkSjl9+sK7T5tDzvcpHf
M9LymyLRUPewvA1DIMeGQlTD0fK5aPO4jkTHqApnfHU/52Zy8WwSa3oDO8Y2wqXTcyc03Cljakrs
9BwuxLiQcFqmCa6CViflEjUn8arY3oGUeCqXez8t7IfUNHsR6dLQHrvYlC/dajawn3TyuaykGhSS
KSJVkcRXcOQH1k8qUy2xqq4Xu3hOiK3BfemYy3U/m3l20DhOzhFMh+KoiKOr70pnneDrm5nFMBl7
CHAmwBnnMDotGBCDFFdnlzcYI++cqcJOU7gC3rpbDwpmNO6ih8bNWIy1SUiMVVbl78raNsc9AaI1
ikbkMV3UuVQPebrzqnMMH1bqrkQVE7stQVsVJNbKgBJwbJ/xvS7T+UyD/IfZaP2LYHVz4Y7Y7i80
pT6ix9lZ78Cto6vz87H9Ya2WPeEk6IoBte08a2AaRPWmwyVGj9Ukebv3eZtaWKJLiwqCXys67Xb7
ghB2dQN9RfmHV7+iyjcsi13uCl9pRaiyvFPBLMb1fskybC8mQ6+OECqrNUKJ25Jslw66BFhZV4RK
0dx7LHusZRszsUgibZkSi/S10XF3rPsm3rSh44fGBmnJNLhFeSPTsTLDcW6yq37VpBPNsNt7/Aiq
gSZH1ep8IvnXOatjjSUMFbtyLufMGBpiw5FV7lPk1tyAlylxbJM0jq+buajqnYmDB/55zEQcCjlR
fHfJa+YT6oV5tsW13jrG4r7gEsHh1eNKKQjQLOxiPxH1jgetNtzuoXIqsdyLyhmXnYc0Eeid0Xn/
VMJPvjOzCz3UEW0iNMrm8baj/sLWre/wKakuFlhsQdcJEPMpYsiOOPFwwk2H6HZmagmTxGPBLZKZ
Oa7KevMfC/36GonEL8h3YVHbSV2Wxt431q4NMn8ELZskONp2xUyvOvSdtHntSkpLu05qpnFu9QSK
hfMMhCFA0mn9kjbB64FRMNPd6L2u/6AhUrtIaEsyDueiqcR5g1AmP4ILr4e9ZJWHkT92Qr8UJKCM
gZdog3WR1qJaj2AOdPOLM9S/6OHfDlH/7s8oTApslxDS0F2830IOi9vXekxQxMLwuWR2q1xaeW06
BVJZcEELRUWWxHfV+3w2EB3YeTTEe9TTdN/1lDMia5bsNWqq8UuQobowkM173uUis8SPCNCyDOKn
S/dXq3lOva9yf76uF4SXoZn7rGJ/38FtP/fT7WzdHn9zyZsfYWj+nCPIU4116u14QOXewkXpJ7H/
+1U+7BL/fWg0YNl6o7nDSv+h0GbXvp1aSjonvWSLYE3EULpjkZ48f/qqkf6HS3Ee29y4nKQd1AXv
3w+kiMmds8Q5xRNtjwCKN4XKDi38mY2z7r/fF/Uhk8BheO7ik6puVKOhZFE5J07PJmJ9Ehq0pWWy
sEEU/edHuIkYeX4ofegAbvf926lv0enlLhgPTp4JnnqyZhTwNmAoppf0i+LrH44gcCopvzPMKXl/
VNBJJVqT+F/rBKSmeFjxXh4xGGswRrUk3WsbpOjv9/ahULAND8AKiAZt6A7c3Yd3xjJYuGBY7NNc
Lo9snnZ90T1oNHK7Pv9nmjmT+QtC6f/LReHGb6xxFFQfai5T63uYqwr7FOteeq7WDoNmL/xdDo5o
N2Duy4NMJ/ZliK2vNE1/+OhsBikVEZsiGbzI9+/SX41ugb5vn6aCceL0GEBK212/uMHPX8JWvSQc
C7wMZZhPUaKjBtC9HtdTHW+7HVfpT1s1JkxZP774Dj7fkGAmJC53+wZoxX4YnJC/6mLKtBlRI4cm
C+jm3uvHH39/YX+4H4KdqMW62EMpx5nvn9qyZqU08S2dsOxhtJS+SRVT+tddL9QXUsiPjXBGJARD
GrTIGGiyccn314p1q5CL9IbTmPfpWZw0Bk5MZf1sm17Do63NN0S4u6Hpjg0mycQ/lpY/3PtVMZz6
2emPtP7s//yR8Gw9JLxIOqA6fiwVJ+jfRmOJ21PlkBRe4Xt+rB1tuJR2aQbl6q5nNK/L87LwvkJ1
fH7wdKSo88Ms4AeIjw3kxKgT0S9yPLGxnIN1UcMZmySI3qsuD39/x58HEppdLvJvdxEZ6jY1/TbL
ybqxCwPn7UmfTfb9SBRA3CVfzaUfMa28XovatM1USheeJtCHD7Dz+7iQim/fLxHGJInMQsfBbkR5
dN5T5sIkS7UebrFrvjjtGO/8uG+xcQ7Nme4PRTgZAOE4uON9m1PMPfaUPcwT9ltnWdK9Lbr4sEoD
AoCTqVBzbG1n6FAS//MHzifHTE0xn5Wbd/P+YVGMzlJdZNapax39QRoDR9E+h5dUb8DLv7+YbcD/
tk/YJPSbgIm5meYv/McPH58hlGlgElXIMDHK215i3KmuZ/9Ol/tgWWvZYGCapi+CGT8MB2qOyGvo
p9NQh9TkfNSJzbD+7Frz8yNrn7sb6IaHth9/lZX4h6v86xBg+qLnSiDV++fo2uk8F6bbHfV6MtA8
c6o6Ig4x6y+e4cfy47/DDjUh+EKivimhftgGTQo3lp/b4pQi1M8Otophc6ytMPuz2BzT5xEXETBP
QANBjI3/WnDGMUJrXXi6tTsOebhQnKTAyvK8IRbIGfv7W/7wJLYfSKF+6xdSzOZw++Etb1iFfKV0
cLIGkoykILqsXqz6+N+v4m08QN4qAsuPum9ZUaX0tuWvSLskojgv4HwOX2kMP9+LDcMYwuFGVdyU
Ke/faj5Lr0UkLE7t6P1EQUCHFwoGQpC/38znyZGtH6hdVMNUbtGgvL/M2vrG6KyJODV5p99zfiET
S9rZUQ2Nufv7pf50R7R1+Q/hy6hNPkyOllbOFD850qAPGE92DhAAsdJXqUF/uiEbuTDMLdir3r9z
529TcCtHD6vbaJ4qo8LgacTzDV7tktO5Gr6QeGzP5rdJheGGpot9M6I92hlc7v2z6zOzmhY/NlDo
AEiJWq9x99Ys5qNlpf1VIeNFUj+SCnd1V/dfjPU/3CcGFcY6+nl2YR8dAeh0ejNtOPkAS1YX9Uiu
DUTh5cyBX/LFhvpPl9rE2BwZKXp82lDrRWdhdLG4z5VymjDaGA6PRbmzaP4/yOl/1SH9YYxsCaRc
bfsvjcv3j9RV5tSuEsoDEvT8aIwt9kst+T+MEYL0IGfxdXkoVT60ectYWSKeLXFK6qHcc3NxOI/6
SKQtcaP/edBzKQhvbD6QGHzs9Zra4LkD27XTYtaUL10PhkwTz19sYP/whlhdUMtSpaS7JT48NqtK
ZOvXJYMej8MV1ajNfi2HW+byr/qFH1bSbdBzKb5hTqjMsR9PV3Xqz1lX9OZpcKb8W0bBGFaJbk/i
NDtVcgSwMj9kzajpXwzCP153E4Vs+jwylbaR89t3rZcAOrymNU+1TJ9aquOBNpLYMPu/LGtpAx1m
3N/f3B+f6ZYGss2LnLA+XHC2rcF349xkMfFpZPkZbSq07KS3F//9SozG7Sy1jXvSx97f2jgNZZeX
mYAaOhjflO3DPG/c4Zqq4H+UZ/kc9gFl0kFEMuT69r/g2d+eojvFHqoUVkhzSmZExWt32fmr9sXE
+OldbVdB6Mu3xXVQYL2/Ia/VVL+UDPq0htMSuIuSN72raTvbqoUTlDQ7bE7jafn091f20YXAXouP
gOL7dvjnSKx/eJKGWboVYF7YX+PoQjtCM37v2fX4oFmyHXaF3XmUW0cjP/a6nThRpROrce6lY0Lh
sm7xDfz9B21j5N0KQQEClyROGY4dVI4+fJcNkxyO7qE+japcw0bV2f00C/0LtcD2OD9eBdEKVlBU
IvQwt9fx20vV5th2kmVqiJb1451GafO4zE28N5L8ocxn/YvJ5g83xTKAJ5UcLA5VH7V33gKAwbZA
SPV9ikNSimFfQuf4r987Ek02cigSLMoAQrx/lX9/DUQyfFqrKXeykyJVa9NesW6+f0aeUxl5PMTp
UfW2+N7FFV2SVNeHN3Ay6o1iOugqBf2tCeiUwLypLH/swoqGwE2XTNrjxM7mYcIN+o89O0YV6vlc
tASOTnO8Y6lyu0MKYCqSdQ2EOq0tA+y2PdIHkqkxECWw6uKyW5qljoqs7m79kUZVqKYyrcM11glU
0VUtz0Tj4BKTWMohSKaLmQRllrb88RmgMPFHBTV4Hwe9fkicpol37arMmET5eXme3Y6yetZpub5r
6iFWYTuVLY1Kuo/PspdLDAx6jcUOWOBIok6VonrwAQG92rk7FDuY2vJ7UmJtCfOcFn8wxqV4bADJ
jVkGJ6JuRe/ts9IDLT1Ni30rEWBCCOrmHup2odvoEQywL6oiemXKxbrczqg80GJ6HvHww1ImoFSG
hAbG6FrjHaZaLwWv7Co7QHFYiXBBcnhaLSoWhyVt09t6QLIQsdFLr2Yna8pdOXXspUyaGC9VYZdB
MXr86wE7TFJ0KWrpMsbY2FOYDld89XergVs4SDNJcBtte5cW9aDEpXI1+BEG2j4FLa0FRdfVWHg0
oH0/1rTpv9mpZrk7Lc9JLWmTBfSOtBz52iTW+i2NyaEhii0bjF3lzvRNWrsmWI+KC/IKmo/Uxtdl
hS/Rj8Vy1FJjGgF0WH7Y20kJV0GbiYVdsyTKB3505LHFB7FFb+zJT1ySlUdcPjMk72ok47dFSxCx
tSgvoGmRayRl7N7NrmY+COlRoim6fvhBOPeS77x+Mp8KKy/fYjABIgJ0lPxMrLl0aO7nU8czioHQ
wC/QNsdDw68dMRtzbWbMPEin3j1hYzM0HmsKTnVcDeKpp42+mGNL3SH1GK85qQBhLB2GdCj7nN0n
puDmtWlmsplyPct5CZz0jjAKvBdbrMN5aiIEiWYxwNihfI/62Ex9a9qN+lTEwVQaQ3VwWq+E2SPJ
NqYnrCWUJXx9ZVRZCpKSl7fmL47Rc7Zr6Tp3/KFe8SQXYzRo4Ul11sfQaYLFltX5LGB2hQ1Em2dv
7dS33qcT04xlNlHMmAubggc+5V23ID+PalGnP/TEXy8Ms6b3kWpJ/21xUvUDPQEqxqnMEGskwzDz
i+qZDKhkNZY3aAp+er7IprPonSfFiaYYCBXOWQ5ttVHMfqiTLA58W7dfGj/xaDqa+vSP0aQVgRc9
zTm6yCmQ6srROlR5rFiPmu+vv8w8Vq+QHtpvmZmPDxXrOEQtLa+fiqboL2eF7TnwM0WIepJt6D88
4U6UjgiOwlJrAWt4fZq/uUWSWLDb9Mo8J850/ZGUqZbRW7IQmTRzjRIiARvxUhEEVu2cVXonp6FN
fFxJ3nzJypZmsq7mpggE5Zkb8Ejz61QLWv2oitTLADRno95bRWAZmbpqanstdpZo9esFXjxANtWt
d7BYiLPTIRqOO2NqjTJQyVq/dngb0tC1tUIe7GnDb9Q9IqFQOpQdEYa1YEvaKbWDDa6RExTv4VVs
EqcVkdVXLr88XvoxcEbimILe6iStxCGDYbYUnUu7D7vnzD8v3rXJiG6ZP+2uDWmg9IA9DWu5Xmqj
OYrV78vNol6CZcIj+43mrpFi4FOZTSQl93OeQGB5MRudtYD2HOUECGYV6ax6yUgxbQUVc0xg0uwg
kzQnf1qaNSq0QhlHSHTcxbqq9BUoEyFqVowrNzRs9hwh1XolQ69KMVSboja/m1Lxl8e97X2z/Qas
VTa0yRaXHvN9p2m9EvmlmKptsH7PhNDqL5NXSBOiT5Zc+olu5wfSNLZ3o03LpmOzOhGpFbxH2HSd
imnC5iS7SxSc5vdEFh2zl7U6P9SEQOFIW0bpga+Pzg/N49MIfGpI9J9Xr/6n7cp43tksaSkqodbO
9stqoEygk10/edi3zlVFTl5EKB+bAWtZi460KGclSNuQZX1sm7Z5KU3ISyCaHfHUTHVJ+NnQISnM
Db+3D25VGnaAumO9yp3FfV7GtskO42xY5Fz6QxaN9kpnMqXt7UDg0rrnFslJQ96nbROAZms/c6yD
WTAntnN0EsRikH7y/A1KFR8h3YKkjiy9UO4RZU7yNg+Zepy7tQaahZKOJh4QBRGgOaIVWhRlq0GJ
qccnFAXcRI9gLYkoXBqwVJSpjeejO9ssHOnYyftSpY55pN4qtMiSWjVG3cIPBOQ1lWVo1W3rHrR5
xOqLJmRFeOdZ6pq6WWngwnc6P0jILtNPW6B7mYXNaBXmidMPaZeOqzwRNosx6PfOZGTjsSOsugAE
m3ivs4GaN8jqlBerJ2LkJN5r2o+8yjtx0MsR3AG5YAVVW49oVsZSE99m4GDg8/fumzXW81tsJwmS
HkKOSYYAR0hWPU3hOFgR7ZCpzvvyggFl4Q+KGuY3U7rzIz9iecQ4sdwWlir+QVDgv40TeNqop1F/
TtwWP0RrvGY3OPPEjFmmTxqCiX+MyVtB7XRbT3nKMs2NNHBXb1PcFQ9FI2yQgMD81mFO2N3kjU6e
lbSmozu0yCwoQ1Jp8FvYFtEW3ktDKxV2FqG4RGzXa63uERNvi5+qHpbskgDR9o5ZSnd3zegM6JIk
jdodcfZ9EXXjsL4SPTN0B/TSY4Pzv639AP4dapzYKlR8GJwckk8+pXLYGyBynIO1FOYVn3A8RfQX
8nxH03d5JRbUSQ+Tgf0kXPHVPOh9koPH8NbRINDclTfKLrOfeZzwK0tDxAj1TFW0IF07ll7HmsDN
Liz+3zUfGWDkzRTenKEAfzgnoprCvkXCs2dyKW9zEE8XNYyvl7ZHDMhtLIAgpwrIW9BmXQW8yp83
VFzlxaC8bDL5pgmGahhPdZezD9y+Fhp5bBVrysQyWDJIQoFXdsk3pewReQkRbjceYz8NihZwAGzK
gq0m+L1ZRmwJiakxwd2O0eIOOcOo21Q9m/rmrp+mAhuRQ+J4gIoo+2fgyKCf2LpO555KFZC8sXvR
5+QFblKSBWxSOPsNer4cOjac913lEKIX24h2gtmzm6tCbERmhpl7qWwLAvSSm5kbUXvTh8gCkaRC
jKQb5g663RWsCEEBcRjWhN/jyiG0TBin3/E+pj/1ttQvVz1vfo2aNl5pbFtfDb8UxnGcQUtEZYNE
KGxKYyZPeIHxGzp8tuBG4VFpYQavqY1ETorhsStNfrvrS+vViVfzPkEr3u6VJcezHE7mFewttezc
VXlXM7xpdIxFvsDwHUTP/h6lTrwfsnSo0IDk/uNqlFV21hYNbwtgq1VE46AR90odCry0vxJhF7Vm
xyQ7aan2uiRTEvouRV+7qUpxpjj4jpHKazk9aE6y3okh6VFoWKaV4YFaLS+YeCEvbBZc/JJJJw0W
L5N3ODtJd53pYnyJ9bSBmS/9jv7O2stLq9eRzFijcp2wVzZizWFCGhfOqmWvB5BOosXMrVztZJmv
HhIPPz3ORpxfIF00Ef5lqJbDytXzlwKI2ZOFoIotL/s6RuVzUxt3Q+27YUnWAJTpJyWmo8oXwAwt
/5PIOUoWjeGewi623fZG2uvetrydg9x+6bU93K7uIVYC3/k6LLCGhWpZk1U5PWNKuWz9aXgqBhhy
KdpaNoH8U9n5dzY7getcz80nJKpVHawJfd898DPvm4ZAKWhU4l1BCrB37djtCreJ1qL/JiaWQISo
NlKpMTd2VCtQrOXqTE7uXWaVTkRi737yySOtYr65ECU4hyjNvkD4AwWSwN66RwgcV1fCxencxkUZ
2ohyLaThoTGBoI5d69rsFCLQwhl/GrG57lxy4O8rLXU5srnTWZ21+k2e+P6NMbg9QQlmdrb4zVnu
9t1OA7F2M2jDADpVNEHWVv4Pz0IPJeN7MK52lEG9vPD9uLhd0rqJdPVMJGgGMfnbZEL7QgSm1uw4
Mj9ufnN6oFBQ9OeJKdFOhutpLZ5jE1HoNIITGMi5drTQVe0OIWLgQTMk1uw4VNO1664RWT+3OlQ/
i5zKPPmVcEosipNuDAo353RfkiMHi1IiiBrNcHXvW7aJmgnktyB6DUzCRH08WeowFSJAqUFJOcqd
7HFdz90RdhAM16CB3L7X0DXAFB+jdF53ZXox6JCZepHVO9qjaxT7eFQlr4Da6MheYO5vPHemKmkk
7n6pwNuudXGuiarb9YZ8dReOFrCgzQsX/s0PVny+BATZRPoZueTc7BjpAnBvjlYHyLEX98c6XSOL
NW0EugxsrrzJC/mrFcXOi4cs9MfeusmUfVGly2tWVmu0aO64c7B2Hfxe3VZekt3rMjPPx6HTfw2K
IFhEcl7krGkfAtSNIB82u8z1+tCe7G8OVqeo0nCX5OVt6gjtvM1lHYpKPBlsWEG8ASKXTdMGHAIu
MZd317pq/RfXbZ4FxbzIcEp7t3ImD+22vCS26uCxzsLEXpdgaLOfW8zaeaLmKqy89ujozZ0p8tuF
mQGxIkhBwltBCf1azOxeqO+VoV69Yd33wjiTno6ks4/8hVzbzLtV2NpLPXnQ4UIi48MHMTqcYpgV
fAAfkdT8Y9XxryS6ABn0i/ezSMUTkec/01L8EFQ9iTcE7xI4KTzIeeD8iCjzYZmx49EYtiv5YFrJ
i9vJ5C3JgXO2e9MpWL+KOCqn5Wley/objUWk781josnlCrn2fGfVqXtuFLCDnc4I+X4PheNSmi7Y
rNvdqQW1R3ZXtwTxKNWtaJAlm27Vn0m3PjJBo0AoCziCdmJpHBi9N450zC+2GXmiIgM47/c2G5/A
kgSa9nLfpP3PPPNJL0E0Z3NyjC/YKTevVub4r2Ps5Xd8+SoAZkN31hgfY47g+9kXl6VI7goT8JGm
J/NV7DS2ol1a6GVIcXSX5Yj/2eafz5p7NZtWKJASzm7zs7ZgRfcA3PNQeesNy9oeROuVlU3Hli39
gGiPVIU5sOvaPLnprCLfm41/Zn/NAn/ycbyofTpN14yVX0vz0NbUQZR2LyEpA46yHgiBvE602EU7
JWedHyfPrfk05xsMHKL2cDUYg3NmiEac+dZPxvkaIZsXdYjZcGSlpoyDe+KbKvMKriaFlsj2e+PM
VJ3jRzLLfTjLAnGUAoUQVwnJKH4lhoNfNomgB5OreW8SIJdXbe2y0sBB7Qq9p96iU3MIrXKgOpaM
bKH2LLXlyQWM54RKabp+8mLmYFBXaX7r63NZXepdbmp3FpR5MtaRwjr6E9Na54ZG6wrt1JYEwF+n
pep/NEhxeaCz7JwryoU52S1VbXb3Sw34PkhXqU4DFYxyh2EIR3ETo/4/0J5L0OLyfzS4SN10emlp
nmAr6HQGZunbaKxrKYHIybj06oeJN9H+Ep5cBAssUWbWMGW/LFMu2p4/zkROuSzec/6qiFgtEGbs
0rxDN+4RH4FGc5in9NClQtb7omibN+yxwInRSZlHtDwGVRQ09m81cHt2yD0Yh8NYy/47EQHZL78W
2Q9R54Mb5GqcqL5QnX5ck8m9ZRnALzGNVvNMXcUUpPOuM1Bkyvv3PXEcFfHrKhkveFCS9YK8Nysk
lgZidCp4Z8iqrOVUmtirIn1o8uSaYih49mIq2rs09Xq4Jmm64+Q/lSez8wfOt6oBQDZTLh1DIHLF
tDeZe15it1P81eusYe4wZvKOLdnJO3OqsqvBIWw40SWTWJXPV4pyxt6H6vlkYmSSR2vC7LBPOw15
OKp+6vpazz4zGFe+wFDYy3repuihKO2u43TTDGn2ghIbR8mS6QWnTM9IO1b8rGOzOwz1k9Yl7NpX
a/sGltWTj7xHh+jGfiDEyBVA69FaCPXLbWNd4E/y3IJXU7GH9VWpU07uNHSxNBsoOzH+WSULY5Df
WRLKN3fJ0Ay3pkL1bpRmcbm6QP6itC9F92bNrUPhjLSRMDWxsOCUG+aXsi9S6NUL0QZBQu7wDdmZ
aQPZqZYD6xdxI4Htt/F92ZbTk7HUcRyZo2O+VhZlijCPBZDzpSmnKiprIv2Omd57sMObsrjtVvcy
oeT6nA81KQKCVOszgmEIedJsD3Kt6tyCOnVGKZXZL8soSMdCe+v9qXwSxSIujFQQKaDPOvszry2A
IbcyBi2NwhV0crVod2Ob+VU4TJakwm4ADQmkmxk/nGF17/y4VvXeNODnljHa56DKje7JTB35QOZD
dWfHDmxh6vRszkSfyDpgi7ypKsEuX2DFYx/TqGwqv2irfO5zeBZC6c1oZ9JX+di6hWdkd6qI+5M1
azGpbvVwvVpw3b/qTdB5eNe94VSETg9WAhZFks3fNzr+p8yWZUz0Vj8tmjTGA1t34gXz5rFFurDD
ImfsFpIHjqb0xR1av/JsohK3FzDgv+jrfGp4ogVGPSTooaFco4/2vkWS117DzrhEotumhROM+UzR
sNbkdLHaqfvFbX/uWZEWSy8ZdSd2a+9jG3lOS6OA/T+eJOW8Q88x7mFiCdktjs2XL23n/ovHvPX0
3z1m5qCNOIJmbgN7ftTLGgPji+PsQKiPH3cvRmc5zwDzkL/VsuwpQw6GT6BZZsHhpiBuTwefLydI
GnCJh7//lk8Di34WjL5NjwZdk4br+wc9qGl0VR7bJ3O0JJeZu0Nj1l+FiP7hKrZOSCbqZLRauBXf
X8VoM7tZbGP9f9Sdx3Ll1pZt/+X1oYA3jdeBO97Rkx0EySThvcfXvwHpVsRVVpby3WZFSKFUumMA
7L32WnOOyTfcDhurSLOjVTCW+ufP8t9Gveh5kEBxxANfpYPi+PurjGZWE+4TLLug1qWzwbFvW+vK
8KgjJ+K4Ffa+Emjxb2aDv7hTcSKiHgQTCDfnZ/AFwi4CXwtj2bWxxaCMHY3hEcAPpCPLbx6KX32L
6LBIMEApsmqX/v750lhoGqU3l90k58uX1FXKOTTV9jd3xK++RWCvAN549FZd2d9fxQxolpFks+x0
NVUueCr1yiYMKvL7rin9XOEoKYa4c/752v0pR/3bM8EHWgki6PlEZBU/a6W0qJ4bodGXHROrCJBi
MFNh6l0q/6AbO3KCAoJBLs28TI+aMs7PM11TfT0WkfmUt60yMZIY1zJaTNWj3IQCzdxaZEbZSqvt
6p/f7S++IwQ0iDEgQnJc+FklMZlGI1rTiB58pOOlrtHNZZe5zSJ0rhhPCDgrJLD//Jr/bZViyL1S
0dCOcvnFn40fpDRkWslUeBcxYWvlOHWB6TOXi5KXgvHvP7/Yrz4gi9SKbmaF0tcMyX8f49dmPcZU
XOKuUGYAd2U4QGSrhZhoJCMS7wqcdw/LHEvv//yyv3iYEPGDr8QFDQbgZ1VnpFoTbmKDzl2XpYdA
Qz1R5JwOSu23BvZfvBRCF4hzgHtWaeP6DfybUEGfM0SbtTztVKtovNoa8EUrodHv8qJIf6MF+dVr
8cwaJgs+UpSflWQmKagmRt9lZ3Vq9SprM4NUhWaSnWWz9Rud7y9uEwDAcH4Q+ANasn5aBKnhI7XV
ehbBUtdDDtoZ/FwzT/chl9OkiKON988X7RfLEhZquIxsaCta9qdXbNmmJ3FdAdOgrP1izQJjmqvc
/fOr/GqBAJeFlFJm5UNf8pM6dBBKZOYSHywFtPi5cPdecEkxaif5Q34W9EE85TE2YRSxxc1iMz0w
3NXfpxwVoi0r8XQMgnjy+jhATEHLMNwwd55/c6V/9V3AvaP6x4WD/OWnN9nGRVk1qrDsVIRpbru0
pdv1Xf+bpeBXr7KCdfkSVpnsz2iYMZytaWiseRcsprzJY6YktRT+Tlv8q7vWAnqEYlCHSWT+pOWO
col8hYDQutlYhK2ckyo2M5Hh2I+45M+L+x8h+f//ePuX6qu475qvr+70Xv1vgO5r3AL/c2bmqSze
P8u/IffXP/AXct/4A7HfihtBr89ug13nv5D7/AriIQuAyFqzojDn2vwLua8qfzDboHzn5CKDQVqX
7pZsk+j//p/1lwgRhyGDavEvhP9/pQ1c/9qK/ykuEy0nS+S/bdlYhyh31D/9Zgw+ACL+fQllI9Dm
YJgHu5ZvZL2Ebn+4EQboLH7kkD+9Pc2G24s4de9NR9yPXuHSh98Yl4VZSdLScrUPaDtkwvqcDZmK
HoqT+YUpyL73I9qv/vgyb7X94HX7Mdxq+p7RC3qX9vzUeqDEt/nW8Ex/aY5zQ89V8XKdm/RJnLc5
lt/OJuXRwTSfE0lyV8U2B2lndiZ/QObi4UxhNPimub1z63kXt97BmOJmm2ine9GGvHW7PES04HGh
HPsD4I/efkK+cxTP8i3bYfzdI0ry5X111DfyBtDF60FwM/4SwRWf1W2zp6f+EfuB12+f6B/eKzZp
xrxCYKvGJcWcfwx8JabPaot3w6t86p3evgVO60kXeoqa/bS/PT1Z9umw/s/sNMds13pvqsOB1W6O
zRHa/T7NeFcHSBL2i//wENofk1sdO7f38ruSn0yfamQJBkFmhn0Qob/ZXI54ccAE9E+RT9YZoXf8
dW+x/cB3ZSc7AO783OQan5Yt2LpjmPZH80pE0F3ncig5Inggso20uEc0Knex7sSbpMMUTZ6dUUS2
cqs/l424IwjuoCbMiO1S8SVehD931G7xFf30pt1iUb90y0BbyotyT77EfPZ2zz+6eRmNa/Oy+JnL
aOcY7rgPniZvtjVXf8v2q32b3LPMbV3DAL1xrd0sI44ZeYaT3qoPlSka4q6v6kI8lvpFCNSNhNRN
5nafBDijXDsUMZdN0XZvU2FrgiMhpOBaE868fA0nZB7pRrEBxaS29VxUtT3Y4qPCp+GLOw1OIHvk
xeOrdHHbTnYZ7a5FtHttpl30zQQjWRsfduKHXncQd/Shjs3r/IbWaZJtJP9NSSdmGwHFH0K3Y/8f
NzWZmUfiGIfheQmZdZ6tG7FtbrUxn6tTdJRPyn1zHDf9o25chQ/ro1yIwzJjh14PwSz8QNyn58gV
LoxVCSc8jaMnwlo5opURNZ92J9s9P25oa0+2Xm3Go7ErmCRojgRxxHJnbPLSSWlRT9uMgfvvgjC/
xkYkMmp+9dC/00DRjt2FvIWm3I3znkFPGW0VN9hH12SXHKnH++/gxl/pfix8W9frcc/7J7/uvnYF
loByYnO2ERSVdvWAGV1RUC847bf+pp/yQ7SxdoGJXtMRPGWf+gI3WBPbMdLcT8hF3APSxo08I3Jy
JyCM7laiJEduM7oEVE4v3HW1ZsfP0jUl+fsV2oAd3IufiW93NoOzTb8lTVdxBpfsJ+2TD0bsrc8p
xr/OW9mynTA9wJvg24GiNbjhWbkEj4KfuusTLCqP83PEBi7a7QfvK3AYelQvGuuG4dA0vyXX8DD9
0E2v/hI+aOwxtZVRSis+o2ZtU4TPdejI84OsuNJ2PhW+6vizN5OuaHe7xb1Uvnb4EOz2xGMTH5If
6Vnf0+DQ3wuXttpXUPCViKNjvmYfuWA3W/n1isDmXYmdBu3JVb5TrrH1qCS7QX5d5l3nSDflJL+a
x6ohxK2Ekmp/ijtpOZkXb3GMjflCX/+UH0k0sKsP+bpT7ja0nc/Rt3I2r6RfefO9sj/Xu2RbIjhA
znFnpLsK3NGT2vCBmjOzOiKuXJZl7/092nLwsHaifR9ty+s+8RTn2SN2yz7Prqfd5Mj7lF3ZDZ32
h3zkR7boqi/F+6vCYk44MIk/fuehafOj996ln8zPgCTwJi/bas7ijcez7EvOubCbJ2SJ6mXZ8xHs
eHDyXXlEDeOZl3In8lsYHtuVPTg6WGXb4vdYGzSG2Vnbjy5viH+ej5KT2Vm5ZegBCUotnPSkv6Y7
Ndh335pm88Ps+9XY/Pkuzt3TTMrtgXm1nT3hkmNdJJIUidyxPo5+T+4E1jx7+E7kPfFZRNvRk3Vm
n8jenv90Xr7jh0drg5gBsq3ddnuOocElo8/JtGXTz37v8md0W8Ol7KNQXUxQKY4mntRP+m5MDn3F
C6/a5lU4SXwGC3wG8Ug2uYEuq8VG8kr3XXl/TOxkf+9sv4kP6135QFya/3guFpvuRmDa2rvmpLuG
fdM4SaRkOvMVU6bb+2Qiuspm/ZeE5ZtROcIbeyxv39gwmgwfincQk621aY+8KfMFych5PCK31W2U
M9HJqt/mwBF+DKprdC4msFi9BN7NcrWR7QuUbXwBVqZW7HPaa8Zbpv28xpyZPvFsyrAlA6ITHbXc
69a/8KP/UQH58PtMp/9NaU0rMvt/LhzPX9V79re6cf39f9WNpvkHpySF9u0aGgS7gV/5K2bdFP+g
cfAXjVNZA1z4lX/VjQrZ7LgCOFGApltteBws/1U3yvofQN4QrWs6ZAGOef9RzDpv5e/dBWgkKg1m
EpzXE8e/nbkTIZ/DbkyarZFpzQ2wR3+JoiDfYfxbPM0UhJsor4m+VjfgB44FaAMbuWmFTcLB/K5M
AZXR0qm9oMmDbRzNsWcpcv+d57HugmRLP0alH7ZmaqxjiSQZvjJSyj2xyzOnHHt5Za+PPmp7eYP/
JbrH9Nmeo5LoYjUqamoGxogo9cbpZOZBeM88d/FQ2YpfKQlBboK1p0FdlBpbprTpzRKRz5TDKD4s
FTl2Np1H8w5fkLTTrc58GQBr7JI8yz4WMHmvoHmoHGqhrn29RMkxEjp5ECQpEe1QTM0TeiEm7m2R
ujhWiv04GcZORa64I2nQuFsnk2clGuvnWi6D1VBFLBRTL6kweKZUxZ/quvyKEQbfajlSQSD1kfBq
jEh77aEJqjOgq/qkiwPkuDjXrp1pOGYphoc2TqUzBvtpi15pvhuSKnvJZS18jNNa59icWChkLBEg
nhopy9tQdt0hz4U1x5vhNNPjtJ48nLDmJs3U7tjHcvU2aUwH4Tq33wp4pDNKtv5HCtb+mLTW1Dqw
xJB9Tkhk7D4dpF2NkOd50lPJJUpd2c8gXahD0EuuBWsiq24dqc1zgOIQRSNQg8+qnvPPUs6L3dK1
1Y9Ug8RjJ8KgwG0bCZ8sxNltMRD6raI2q6TmXioAoikdU2ULiSXaebtOy+cpk7Y6whR4XKFlxyly
i6XqiZZkXFqpFhLIh6Kix0j/3fAgSecbAz6JLYCWIQTUr8NI3UZSd1akxO4XtA4hPfY7oiCkbZCM
iiuU36GiSJtYiTMHAWdtC0rvFcnyoc/tVrLyjSClDa6BhqIwLV15ZGvp1bu2UFcgYrZsg1TwIouI
zNh6R0tKlWdeZaYS30mBoNKQ8HfaWKjEH6NMLDdJBt9VNYxPJFi0Xo1h2KmJ/LNV/mXm/q5MY7y1
suh5tBDNtEqTHkCqu1P7oa/VkQqhqBOsjTEagoM+0BblN03ibaXp4gWRsIvTZGMIVvEmz5Pmm/kd
5o3KLwTkk5SkmfjQQzMp8+gESkgn6T6wiXEGO4gixiiGGwZZWqX5eB2VgIqy6zdhm23lqPjEimTa
ErDDHA2MXkw7hcxCJ4oXfbVM0+AxEaeK9UWlAbmPDEKaS+3VjMMfCCEvyK3I2pG1r9jQr2nMuS4f
qwqRZMdAm2murU4RUE8Gr2joBeaw4TFfUBW2kNFQIFyNyPIiY3To9mL+aDKB9xjfLZFxywOjeawt
gcNjF6ebpk82LRLKMwRFZ5I4zOpV4nYcMSfDGt2MsIYRUILdGWayrSTuRF1VCyJf8mdxZUYqee2X
PeLUrNLUXa5m93JdfPfZI7pU0QEo29sNzVZb4fkE1Q3ojTmtJ0pduQdpJdvCrOwsNlC74al7MAbZ
JCNZ5AaZvnRasXu87o9gpIsrQY18dHOyK2Q8voW5oGONTQ0G0nkPJ6lX7osaIXsT3kwDyQiwEfE2
N6HxXaxh2tHMqXXIJ1drUuVsqMs7jH/izwH9m+9wPrHYRKXVYM2JNN3Fuprf9Kbp30mLX0Pdi+Yy
qlq4EboqOYtMCmOEdUt3qOhwuEMlBfuUyNiZAM4FatoAPSxiiT3gQbio2lh9zuOivAvlGH8ukVV8
KbmoXMOmxVtc19D5rVJzM1Nl9juOT1onMK7SA22rCdJTRqa1bUkc3IyEssvU+pFE2bHZEwm7GkOn
Ej1Vqurf5qQcmrBUnaYNVWcxxRLHUfeWYY7oSONw6d9NBwl5zb5ALORlE0p4qWvPMMAqh5B69aGy
qv4mq9OhKNDYxtPw3pPJfCV8eqUxiW1kG2VwCQw9/ySl3fjMUOjNttIX6tlKeFTTP9GX8KrNwpHi
mXR4JOC3aS6SdeOae3LAHoRxoF8RSrc8lD4XdQ0U1WLJ19B6PwxCtXJWJTEEW7ZMLGfpdMxk4DtB
tBgv3VTf17k4SjZBvcH7KnhyKiSkDuD3DQygI2RLNBdsHyypYa75QOHZcywp20I5nO2V0M8ciMNL
2KqjG0+tJrnExmu6QyBw81HpiGEwhI6HblAZgpADfTZKoUhsNneO/uoySpXHMpa5aozi0k7HXind
lPusaU5S3HX8RcNOlTPmcoMVulbCUY6htjMwvFHyTj/33UtWNfkHId+Kk6TwhnGBBB6NZs3rgNBJ
aKTwMmWpz6XI2YzR0CaCgYM6EbZcRC49/tgykoVLM/FBiRvtQVgZCYHQSvEWSAD4MUqJWNym0XpO
olQxbXMx2Bqs1aBjCmbjNFaLbgAvpqN2g+UuVeNBLbyGWqiAP1zVhoHThVkBGlno3aHTALAlSG31
1l/M5qVJO3ec1G9TnOjz1BPMZL0N+HaGx7GE29VDhjrF5MzVNo8SJ2EitoO82VeKkBKjqisHQCWD
TWSuTIb7QhsIesAWbaiLVwYbTh34pfxDMLrBA7aJ6473qRPEXqo617AfP/K0PgICIIBW4awxZePX
MI2c5Bph5OTcjWDyWP0GVYztJRvkLa7B0k4nDgvGvDc5OFhD6PSGhK2g1p1Wl+HjBZXlKAquEEEj
djaz3CjOdkU10HgT3ia9LpC9GYT2UjMc5gEIa7Qo34z7LgsicmxO414R1K2VJqckRRc0QbSsFoy5
6EA+jRT5XTwvwBst1YmBFdrSqNSeobTfs6hjJr/oWvM65Mp1UsN5UypCvSeWyQ5MHJRGnX9hA8Xb
Y7qsRTgZwvqNIqc79J3F56hQr1hmJbmLMpI0r6U3QqTFORDsvKZJk0TVwQAQnK4IWqlFHV+fSLIa
XuKh3yrTHe4w0emDT+wO8jGUdK+bTLdDCUNqfOGobXcuhMgf4KqEoHDbrniOih4LTZE/SVruLEy1
ZvkKkOeUdfNORP21T2qaLVwWV4uid2DT6OZU3Sk7hH2pstxw0h7nuDyD+bsOHaDoKFe3A2v0VpOz
5wUbgm9O3U5L25MZ6yREwSM19upAQ1bto92Q40ahAtjTnHtqM0G9LxbzWy5nO0MJZUa1U3TpSzWh
xIOc+GkZy+IBvE7HaY0rHz70JaYDGjD3y7lZBWRJvZq/mWOcHNHrO6nIAAsTDjZE7WxkqWQPsQIL
d3ohJCq+VL3auOvXpGGp8vVcq0+qKqjnVL9Ha/aEdXOnCaNX13F2p/TTN7oSBFZlKdpDy/xkNNXm
hxBrhzbEFtMHxeMQiw8jgR+2mLdH7tmUoit/WWOfWQJG05kzc+EpS301LUe2vCV3IAlfAf9JSNY1
5ONZgqdISE2nybNXg9zlFitUqKutL2mjbEszT5qdF2Rfa3lEUHdCkl5aJOexKI85Bg6bsMG7PtS3
VQeCWzAflH6k0sDYfd8TB4RdY6LGKLA7ljzR5ez08Y/E1K69Im5GHN6RhtRzHHMkb7N1lKoF2k+N
tKy/6mF2SC3thLIPXs2A69CKi2FbpZ1ZunCS0XBCWwauRDNdhsgsoIQGjUKTfRRUT5tSuI7DJ3zX
xNeMarHlqYg20Jx3jVlFnGvmLxZ+IQ8PM7XoDsbnXg4laqplm1ObxmwrrYxJC5FMdc90Epl1KuqP
Qqrs4WtrR7EqD5ZRL3aW3OHYn11JzbaZVeO+MA+JID40lDxyrXzUQ8NJodMuQ8siWtF+kxfpEmgp
FW5SHtmTjmJQPgnTQpNQNvchizjx5WSNS9soyyIMlt1FlC6xKe9afb6tPiuuiI4ev5d5WOWFjvZS
HVCt3qtiZ3ltG72R/npKFvrxY8i60dHZjVmnm+pBb8ecXhY0ijMSQ/01wHSiJSLHsGH84IZlH54b
uv1ZagsR2bZsoLSEMKOyPR6TGZ1XKIdnYQK+aoovFFNBxLvVXGKqKXwscfSMprg3YgPboSyxrJbp
0wDEnucE8wVKP26HhYxDvYQUAee2LIR6ZzU/Gh0Xz4wvDRPRcm+wtzhB8CRIw97QM3WbZ6jnUQWr
mYBOX2Rn0avWQb2PoTWVI3cMtcUpmPx8Fmk8vfW6dY6FfSx0E/6u0GP0epRF3k7XDZhsiCbg3FtT
AHVqRvQtLk6jazZWWj4Kk74dUeWlPbDXogNvp6SqI9TqpqjCx6JdyxCr9q2263ZmqQFFVwD8tk13
n49KxCNW02tKetlPdP1WpLR6gElfyjb+NDraS9KyHQwNS62s0MSy9lIjh5u6F4kXIiwGVq4U+RFN
vUHhi8iHs5xIL3Bfa0eRyyPC5i+CzuMz5pDEVuXiY+a3dIGcuQNDST8V5I1gSS+DLBYuN3N7J6FA
301izu9uOSPEmU43PbXewPjKXjmFwzU38+XGYLi1pVh09EZDOpksjW2Q4l7W3V0sqapj5bChqqE4
KpXe7Iaqb1yhED7yPvqBi/LdUOk2C+RZ2mKJwl/RmxeDke9LMRqX3Jxil3NE5WJp5WNU6UaXsqNo
jAlL0ar2zFXzTrOEh1rI5m0SVBroZ/MwWtUXCVMjruVmOiiKQb9baVdytBRuViG0Vk17ZRTvuPJ4
ZDUt9tZ866ztZnz4nemKLW5Obs/81HW0PlKZWVtNg6CL6A/osbzLQK4VQ41oPA/uW3Xyx6aCryl0
xMB2w6EO8q2ehA9Sk1ebqY67TSvnokus0g0t6D4Z1M82RudsXZLQdMLe/AwTljirS74KNMJMDVRP
kmkKiAyhR0u+5hYdwZmS2qDymlX4dhYmnrB8HMpKssH7bMIoPtRJFtpNBCAZkSWN0EHCMTZGlKQM
DMYZ50eXiDyosuFVyYy6tLbnyFrcGKO9u4iNtF2Ehk9qcOyssc7pMyaUoWu8WVBxgw2xdKwEHS+Y
eMi1ZfCEIbwA2faXdlzgHcTezFW1m/q5YZXejRLZBZGuJ25YBa8stWfVCu4zkgHsOqF3lLJhyM0I
O7yJLmUgv8ATuaKfSz19HNtjFJj7qhI/4tH86st4dd5LidOLQo46erpJhSQ7RmJSbDDQtdlXfWHo
+luh1M/SoDyaEbuuPnUkdPVe1GsbUaK26gD+dxmGrUl9yLvekyvZice24yGNdkIMFF9uP7o8fUyw
WapJeaVb1jPZMFt7ge+RzdkNXe93EITrnYL7D7N9ySIbOwI4aF8gYbGO0u/UAEQXKsKdIiRXsVq4
03PJqbUS7PmK+V/Y+1LuHjUCpyag1MffG/IBE7DKSwb9oB/bz1YaAzfXVD+k/09MnOWLi3oqZ3DI
YeMHavSdSLE/dpotStPwGDboSwWK0Yr2CoFRnE6quX5SYvkjM9kJhqrld7ZZ4iWifMkJv91UNYKk
bArklTUtRDc9wxo7W9QPHJxcKAEvvGNHGfK7PK8Bn6qeUOfNJYiqYk/8dP08KBoGoNakCdTFryjp
rvNctl6j6PdlyJe4yJM7xxQBcqQ9VdPEwYOZaTbS9OnT+j6JMi8KYliRybTBBvzQSMapWMZTEg8c
DvJTpj1CGTRdCNTPMXigVJi/8KceW6G5RF3qAfGpfcUUsH+bPS14QX3NC9UV8KF7Md8HQkWi7lLo
EtyKRl5hHi13siZsrUQRudGZcWtKRH0ZVvYYBnsdRQyWShMhOJa352ZdXBhCBpr2HMO5k+AC+4ZQ
7dpiObb64hOrdzeYjLLmIHpK+8jPMZT58LQOdT2cpV7yMVzf+rDHqhBhggxRXpkLJ46RAZgapkf6
AnyvxaFRs9a3UgNz9+iLmXUdViU4e6djyAJS+irB8SGWZ1ICLhbRBtTP6SVQAfXhktgGReFnKs1a
9qdUjO6ypXhWJ9gw+rBmRhgJDRd4iHPKHNcsxBvYa+YITeeADBo3JFYxmkWmfD+1z71ebGPFX0mE
Tq+FyOHo/aCOETGmfq7Rnm0iMmqKJOM6aulMUqu2kcJgk8hMHs2GQoVbfTco+E+Sg6CaR8MqLxw8
93mn/SDwy45S6WEaspa0DOEpKmlhgUOiqJ+f+zDeoo2gBqjudUOoXaN8tlIqbdATdtvMynac7kWc
wkPD2b8PYqICwMwlYt++ZdDxBbE9CDgRcCc0zPJVwmtFHc9Lr7j8z7XDr+Es0fyAt+iCl3rPI3VU
lvRxGCD/4817IvSaeGkmpulcHrTCPJeLudH11fO3VNJtLplXddPsaEN34KFwQdE5kqQ8BZwJbFVg
JJNU12RsXpKKqk0ymn6DuBadnxJUB7mpD2lEm09TL7FGgoKc7czevNRYPBo5dSfgHgbmTJt2ZOpI
9MiymqOdvJ6Vm7eqYgrX67Rl5XGThxtRns/aXLAKtMUeCwcmHYwdZiNT2odas/rYalek0Fd1is9l
jM+GwtkvB6aFttOJakwDY7o3C5Uhr5KBkpU+xUh4wtgqOjXYDxIUrS+8raXdWNzf4sBaN6TZfNe3
fewJZVc901tUkjJwo5GTTEh1jl3ErWft1Ri6VxIxYjeDA3IMVo6KuDTh2bQYfabjXq+XxIev585N
SZk1LI6at8q2JPVG6/ZSnH2PGDgedRFHmKoZDXHbXJQhtYZbsQDtmGOQOk2LcVHH5YDGmsOqmfQH
dGSEumTpETDDtjBeoKqk3ty2JYdxfMq9t6g0z3IUbtM0bBC4OUNTPZpa8JrlluTSf4Gq/G5l4YM4
TEdzCPx8uctkCseaRMnB/A6p1FUmE6ahvMlZ81mIFcD82Js0XKaa8Kw1xk6XdW8Zsy3Zyk8Lwoal
SH6Q9vQ1a5QrXXQvyDc8V9SOxkHUs5tMTITd6cqxN8NjkFReBeszEfWI8aaQeJasl3ab0E6N9WE+
iHGonmI9Hp0m4ipYNKbmp0SuZYeG9cjOa13LJXlYmuzKfITy1mQoENA6ajjekVKImW4awwe9oQ1t
WqwpdIxY7wg9rVV50xfReyemlLGBb2Co9nVFfdSDZmSOgihgQiUgqJXC5LIdfSwZC6yGvvRnWppe
PZ9kmBpTddf0amTQFCUaZS4+2b05EmKiB83FrStH4bnrwNBoxns3SvA9kEYYIjhdieaI0VKXdGAW
8miD0UxxolI8t9xZrT7dc4C7aKwT/LKuHzUTLodce1ZM7aph1DpieDfcZhLe+iY9DYhpCiH+QUn5
ZDKQ8tKKeyalftsJMxKaZpIDL5XFfZSvPVAIFPFKWwlxRKDXCL3Y+pJBG9lGlGynKF5tm70jD5IG
rEAEwLoEtImb745eB6byyB3UuDgUjFymrHfjvJTRVsTxlhN/dbBiSjQa0VS47JegFKzKG2SL+FUr
dlrQkxtmdiWeZAzpUJNKUbhWvUi3hZxjKhhxGwWy7ic1NKJYflN6HpwFMEVUJQethgc5iTF6FHBI
oZvJJXXLrAsiIi2t3eY4u/dDsugPRW11RMzidLpOSqkRZGNab3BQ51MTFOW71tJEY3EL0Sa3ktT7
vZ6Dd7JalONtOpm2UpIHpIa3cR6JAu+RN040+yf9IatEog6FIK9OY5+AxyjFYOh8cCz1jnWH5oHc
+3JMpNIsQqDQ2qvVlxE21uRTnLNjKWF7TPKVMrWcMOi3K5rKbU29Oi+0Cz7qKiiuUwYpScsS8xaq
A437fqaVlpk1NK4hzJJN1WVcq1Bu3hNxQHRD5AHIe7HJW3IRY9ktyTvbk7GUGBxgJgqQSq83Q6hG
hBf0IiY2rHR6PYs+oDAJcVWiWD8qKREY3dC4hltsHkoCzLyMg5dHcFztr6Ena5kheQuEmmMKivIc
kcngVmMPbkPViOEJiqr5mglNcDCud57R8x7ToicbZ1rGbksOpbwfAWcRTB2Ld/jbDODNpobQeIF0
YVPZB7GT9q2s4wXuu92w6P1HqNfZTjdSDs1WvWAcaL1AWxVCAiVlhfvbKfN5PPKNdr7Jfiz7QrIU
kzNxbbcddY6M7qqBCUW7Pp/8xYCs4hRZM21E6ACXWZnMYyCsbuWwkprviaQaYB0Vj4yFBe9xGdo8
dtR+oFskSoLxDIt39Nq0KreNPHO8XlJEITnq70PbUFv5SSCwE2lREWPTb1XpWIcjddOQE2UUhBn8
CTN+S5dc+CGArFnsqOl1X2mkcBdIOaoeXq6g0rZISOKOfQ8nDK90P5azVkWLz6TWKIAMpZAAcmm6
qUslu8FgNX7HI5LaSRC0m1nvqkNII2ibTvkrQvzlQZKEcqNYnDLYr4Ij2PDpbFLPXOlhzLukhAOg
gNHGvafSZdAqdacrfXRH3oh6ifop9USczIhSOMTbOEjV8cJZh7GcCWeQ4h3I07IDeR3SUefp/2ii
xDi3cw+tthSsO1PhwO6QMiecFHo7XjXFaD6FxIpfOytqTmpkZpdRKtWDNFrNK37/BnFiqwFxKqmK
j/TY28AWjVhoX8ng7ZxlmKgqS7HKv/FJK8AhyJzyQ4x38dYMQ2li1pQMNEXCmfFjcciKnplTNgAP
yNMOx/wy9rCWNHnSriwgOj2aFOaFvEaB45nuqtA1KqbZ41DCWZDpX2wWVQjuxEq4wx7CJRBMlsVA
KvL90lnT0yIM7bNJL9ergYA5mfH/yDuP5UiSLMv+SknvLcVM1eiiN84JiIMHYmOCQCLUOFPjXz/H
M7MrI9GBwHTL7GZTKRUM7kZUn75377m92hNGMV6C0ZVb4X/N/drZ4t+OAhg3VnAXzzIHpCWr9QxI
u1o7bRzd6LSvWYPKFjhX2eTptmOJvw2xpZ6mNnbLLW97qC7sfuAoOMQjvXZ/GNwK52kfwEsM52Mt
I5c2I8gZa+n6dGQ2vm5Pws2gOyRddOlzjIQvahhIyXKoBTJMgux3fq2SryDPgP0AnGy2TV6Qf8XG
0KJLJCKLh39o75UUnmQmOziPHYerp9r1yDwyvGk4dHY3XtBlIxCgdMyLchrDrziTHVoi9M+XZTFP
Kz+ywssG9OO6TOni06mmijAT9ZLbXXobuFDtz9W3f1RBZn+pR8A+vY16zSyK7qb2ansn/dnZpMU4
Puo6usOOEN0kqlcbi8g4YCVJ7T0jGFDDZrBdm4kgBiC7dwvzZDRzZ9yRBuJdeYP3bGe1+dbRK8Za
PjDpcwCGAPapOK81pOstBy8PyKtzq/Bk4S+9n2U0P+RsSi6RlfTcpgfmlcFdH9sAJ7ARFYsKJDok
UPzl8ciqMBbJQMLRiBgiQAEN+6M0nnDj2eshK0GD+O25S5WQaZZLd3ricucXgx3Q0DOMEFkhB18Y
I7RxiG9tlj1m2YsJ9ADiQ9uWz2bkB08zY4atY+ebiOS7teo9hdPPc566IPcg2Tqmtw8irunCRCOx
hhs03MP6Rg2N4mWduiVnmc6ZM4yndnIvy47Ods3MNpagKTwYopskYTyk8zZBduCNpK8RH7xC8cIe
HuCpz0Svj1OahTdaDBjLI0U3NGvzyzCaTOZ4IuVMO5LNR+8IaYxLWjtnqpQRQULC2lWVCggnY1HK
dFEBHumXc9YF40LxvFw2dtM2u4kZYwqjLO9P8+TSOg29yr6cZhlS9RbTAPDUm8GaVBWnDXwzmsPC
aF9wzmvXCgsHre0A5V5A9zXoBIJsGdIJ1FMoWfuYoHhNPXwLDUpDsAL9dTnZzsIN3eraIQR4aRSO
k61YmSekxFbl3fdlxpQ+8NzYRLuiqhcXUk+5lja1UZlr+q2GytqYcgKd8WCyH0lgkzFW8DJ9mvwm
QIWHXuVyavr+xUktcQNQnrkVGQs2gdDJ8AVQDaM2dH9qrfyUEz+j3/xa2J2rEZw25kryiBFmgEZA
GEF05WlDrmgSF4epHZrvLgOqxVB680k4pr4A3q32JtXpGg+pM/7pIPn/WS/n/1Ivd3ppXl7fsn/t
dfYC2e8fyrnz3/xTOUcA0W8BvGARoH/jLHxG0P+pnLMs6zeL/PQzJRd/Ba/9v5VzlvebxSoPuxtN
G7X72Ur2l3LOcn47B9Pg4sDPZjsOpqX/gePC+qluDqjTOzeeEaq4TLEtHZAKXSVoNEWYH9LWvEpL
ezWPHg0M4wv72tWIJFs0tNsDoVgL1M4K3W5BKN1rMaLcrOTuB83hX56Qf7G7nki2a/V//sfZm/KD
BeQvJR+f6J31Y3RaQbjfpA9JZR58o1YYICtGbEFegDCmHi8bf4FMb00cc3vhO+Tq1jZq6nzufqeb
+lj7rViO9nwAnPlie7VaWIbvrSDAMToGrbixiuyeYY63YVjKgjxDi3RLpk9I+NAd0fgIc/OQdfGz
LefDPJf3c55cYV55nGatmH81w66ALLbLGwP+jF+2a8pzxWRmfnP8cK/yckU8w8ksy3uUaPd13l15
OcaMSEfgC53ki4QRt6wN63VozEerG91tkZl3k1MqNMH8T9e61zP4rl9fUPlP+96/L6jzzmyFmZfQ
lHrsD0GCBKmv/WUHrGGpIh+RI0IOHPcrN4tWXYwwMqwupip5LgtvT9/SRuKkVr1GCsMYk4jtcpcr
9w1IItLlr4zvMc6PpzZxjBVwNbXxiyHfD+AXV61A2Bckol83U35Gl/Udto0xWxLLydJru/f075nr
ej2ENm//668q/ukv+/urnp+pH1SgNLnNHilnf5jC4cTQ79gUCRIieclF3jHmZk+2+2wZOaH3FEqe
X/y/z2hJknU/U6I6bc3Uio5Mpe4obrYEMLx2fktMjIZR7KnsiywF9Wkli5toUqdOMbj85KPzsv/s
sXfOL+gPHz3lfA5Z0awPTah200xvyznEcNIgqaxwZW5NO7z1GU4pmua0JJ5713x005ahUrRKm2FF
tyRbZimPr1UzsRh4aEEwWheBBG3rlbdqHO5+/VHPst2fftTzr//wUSPQ9E7qRc2hoxVgxcWqAO+R
9sAjeqaXHK9eG4fHxy/vM5nczQ227jBS5o6Ka9mU1UXOq0I38jPWwkc3/Z3016VqsBwHcYsvcY1A
7XA63qy/trUPIxv+yM7525L29zN1dkz+8G1JAmB+ZTbNAYHaBc1EiD7TsKhd4i6dc/Oi94p2GZl4
qxrb2rLisZtHwI4ykd+pnP5yYkbX4VkqosEQqwwnkIP9xcviZ3Ih7yyhd2Xivf363nywnL9HBnjQ
csYJZtZhLBBIqbcgbwAHYEmi45t53idLivVP2sTf10T885oQw6pj2ND1wSqH/bkx59Y510dtkQ4u
7HPd1FRXHVO2wJmWv/5m4p/WwL9/5rudKiyULsasqBGTzXf2hDogRcEU2Lgm9OB+hzcerpppNB5S
1YFNTnaJ69CdMOaVQd3Hg9HS8uvpPWbK/JLUNAB1038LkAPC5gIpiyEy/+yzfnQb3u1hrjMZbjj5
1aEd+ucqJtFbAM46a2dmGF4wceM627oqeBBCo72bx6Vv50+NgHzjKxR1bC/ryWy/5J2xChWNQoua
NghXyB+XaURy6Ri/1rG4BS03I0QU5gqi9Vrn5icJa+KD1eh94OTs6xqzt6wPc0xlnCI21Vg1hHTv
zVk8IWSgy95tcztd9qpZTZW7IV+bY4NxzVD9coL1CmnmxkDqO4vudigZk2oP5nKyC3MyLVAsm58s
nH+Q8n/yfr73RRcFA+88DOpDog0kBp3wL+YWkd7MMeMqGGZ3rThzLqMRgSqiMVh8VnpbupV57VjK
XeRnbQ/CShpMimT0nCa3EyL1KsJcMpDSekdy8YMxJI/00h/Ief4akBHLeSXb0t14MTm5U4nE2M9G
s0Q7OB39nFBw17HvZfGZO9v66H682x3C+izXsa2KCUe0dIv46LrhIXfh05JkDgf/Km2+cLuOziw3
HJGOtFQ2RVYYn7zwf5SDP7vI75b8wm+bjkT2CoVtZi6zeQJvn1P0oGaLThUlBdS5YUXXwyJBffiW
Svu1Ih0DMq+HrzSQzdblDGX64AmyiUlp0P0+5hxxQF8Bi9MJjoPcIu+2AgW/AOWWrxD23lRVau9G
tfRydyWr5phn/dE+J7RBvhtWReQ7a6CIwaboxIVfDekWqvouC8XLLAyf0qyHTpUjFrcMqimOzg+z
n+0lQI8FmxLjgNq8JWplgMrZfHVgFSKZCE/OFDFEL42rvmgf0sx7imT63LOIo5pBrKXkrorUehzO
fNTIfv5kdftgRX2f3ueZegB6KrqDOVLQalXf6x4FVwU6Z4HIi05OJDg3NsAwja6Vi2woxNplUVyx
E6cbn1JkyVj6JYhoUcXV+fQfKlq0TPeaYSRybqQQ/vVnfRc28e+V2H63I+LUIFBYdv2ByftV0196
/RWktpMtSfJucFjYnXNg8i5Wowchi7oA5BhNBEwAAQWDVtl2BDFeRjNmg+Y6HZ9nlV16hr+t6fNU
fr2rRqiZ+Ea1h995ltvMVnzX8MB4ghLHXTU1ISflV9qgu1wKazl5zS3oQ1rTDLoZRU6hBYHzJnMv
WHtpnFzk/e+j8DYKcn3MpP3X10F8dM/OL+sPlUFI4lscDX1zcEAcb+l+Z/dpweS6BUq0t/zGwzGH
/aAklntZ0ufkyTRXxhxsO8uZX0Du4GhL5hqFUpGttVl7K1ljVbBEz1DaxgKiJ0ign3zY89b8szf4
3ZZtTBCUFKK4A7RCh+wAUrv3sZtMl2ERhdTK/jVyIEBp5xcQQbOHmY4BlArKC9u1FM4RMpDQEkfx
yWeAeDfkPtPU2W4uAUXD1i7K9kyJxd5Rpcna1Z/UM+5HC9+7XX9C2XM2a5UHmr7tarbxTaZt6u5S
jbKwD6p5LaOqRWeRoHuzUWf2eeEjLUEql6v6ggiKW68OkYzi97cQLFYONTOE32g9dq697AEC4jXE
zyLzpAXHjszbxcq2ECJxYbflgEBTb2Q4hagjUKcWfCIiImHvMKekO8nAEXYNoIEs4jdqCzMF8uRp
UbV4GZopuXVCir5z1RjqrFxFqd71U/YMeuwUE0Nc2RltMTva1yFDYaNYJyHCtIUHkXqtpAkNFQnp
PpzSlPfoXNWbxbjVvfvUpmdln1eqdY+ucSmyDMXg4H+WGPtR0Wu/K2CsOnU7Dq/VITRarhdhgAut
B6B2Qx6O57ajImac5p1Xdm+jjcenNaoZi4bGoVl0w7qU2lnXpfVkaeeQzvKmTyQSg6jmdCKd61H0
F3aBWKSQ1idb1EenEvnumFsOVWF7SZUd0tR/ivr2a3uObHHMAZSpiE5Eaz8J4T3lIroe0bdtM1wq
q9g1mMYU6MtqEZ90br1MSXz761fuw0/07jQqWXKj0SvoZNRWfG1NqI3IXhDtXSiLXWS4uExEUK+g
YjrryLKtFS67YZfVxqGxy8jbssAg653pGV2qcI6xCYXqk/fqo77Pmf/x49olemD4ujWrg4ow4Jqy
BukqtdrKDPokRdS4TyEUeoZ73SqOzQRJAF4nRGzt5RYIW4wrjH9Kc2MMnaCfAAey4kH8ZIf56Hzx
Ryvjh5XVQmHmVx2q1cJO9+h8twMMVdPwLz2G3S6v+pnU6zj+Mreim//l3XL+eUVyZIkEazGxCGNr
26bh1swdLPSxf0R/Bzzf3OogWNWOh9kEPUESPmgCZAXuRzooSLBniSI8ao+ffJwP2mDy3SbLTXeG
2rLGA5Bo7PiZu5Rtj9QuHU9hAskk1fRRnLR4Y5p7BJW7l1F5R1wVdHd7dtayRTMBGvq1jG3ECk3y
4vrGJzwocf4MP9lL/ijFf7g9PJdm1Rljd+gi5Bn0cNTXkJr5uzVZwaHpS5rSyIIhcMtNHPfHlG5Y
pvVX0ykvGrijyx4I0673sfjRMYgPVJfDTatcMg+s7NYByT27ybPncaDDcIk4rb3+9UX9aMeW7zbB
MDPANLZ+d7Dq/sEhHAYR17gYWwOvf5M/W2n7laSbdsk8hilUiyQ3YwheMWFwuuiKHJtLHcNAsDtP
btTM885FEGiI4jdVUNX++lOeSTs/vbzv9jy3MuYIG013EBaK/sBMLq16TPG9FL/LuuP0VKprl4Pv
glysC5DQFxZ5zAsQjHyynI/HCns/+2xYdfjkNRRnHVyLSrTbPz7f/+tG/4fwpfMPei0rZGQqasED
/fWDVy/tyz/+z7po43a66d6a6fZNd1n7X33u85/8v/3Nf7398a/cT9Xbf/7HK0Or9vyv0dwu/tGv
P2dkfuyMP72ksW5f/vtf+Quq5PwG8BKwkjBp2DNwZwn5s8Xvmr9BO+SX3XPQLWnl3Or/Mse7jAXI
M/YcBkTOH6Hsf3X4BUwl0GdAJ8GtBa4Z2P+TDv95+fpv76q0xLttMfJa0yj1XKHWAKRkhz64CNJz
1mQq/Pk8fNghs366HPAj3u1z2gvrMmXWts6JH1yQFJyusxjkhN+2pVwO9Os31mCLTU++ATYaHNG0
un/HRi5RzFkIjs7nw1RUclz/cHdOf367H2cIP107+UDvNreQ9JBCCyw2lll8x/J3N6AMW7VB+RBH
9sHIDLJKpk/2jY+u77uT8cQebYmUn+W1eCrN9JCaYlMk9ddff5Wf9lr5Kucf+8NSi+3ciseasmo+
TywrcxvRUxHebdXo/a9/ws83W37Eu52mDBJtp06DFKuqEU7W24E6xSO1glb4opuMpUC4kzN3JpLq
syXuvJT97Kl8d3QaWiQ+CnDemsmTWeZbs852lUPZrR4NDHk1kXk5dwwQs5199pj+9CjB93y3+Bc+
WifV63ENvPE8t0BbZWBiuQyhJ5DHBJvZp4mbIs+utmb0LW8/eUI+uoXvlnMrkXYV0Jdd08QBTSQA
CTYxXUcYWvNtJ8pP38Ofnkf5gu+KdreZDMF7yA+KjMMIA5cvYueXU1DcGpqei56WlQU35bOM5g++
2B/71w/PZj9bZ01ASd4gLzvG900r3P1AMhKN2tWvH86fboUSZuw/H//MTqXq4m5cl2axM4Gl0Y1f
cadYWNYFDMpQfy/yT6qDn9fE/LB3y4YC92BYKAjXrmGBBEN/WOzGsF97cfOYtUS8pxTCQDaS5MR/
TFoXDopnlOrFxgjL4xw0n7weH33rd2vKmJSeJmFxXMclrmJ7uPR7UGnOoyi/QofIKoTQzsX/7gK/
W1/sYnRbrbNxLXxMPY2/LMS33gVOZIzrkDVglubCaze//mE/PxFxhd8tNZF0fRPBBeA14ykwjX3l
uucVYDKwIvtUU3WDzfsy0N/x7S5d1uwxmtfG9BJHz0AHPvkQxMz/fPV5X1urACyCQsG1ZtLshxdK
uxqon0+EArPXTqHZbXL3NlZdCnaAuIpyhxplLKutwFfTz2h6Zi8dGUInBISIfhRooWwr2tPtnL5P
ceEFBIPA0Fcq6Pa0y8REk9/AXF1hH09xf6JfXKKsIaTHGXD45kYHrg+BSf6IaBn0V4CGCx7W3Ieg
YyZDf7UjI4pX1jyYD6NZpepyai0PE905gWoJjH+457gQJ5dj7OcWSR2uyWx3LFJ1PQ5p5ePLo1eC
bF37zi7uG2leh6TN5Re68UqsuFXeyueMBHR3Zxl6krTyQ2OmA2f4Zj4vYvIc2gsEzyhD14gSqoDY
l6lATV4QQbAyBFGRm47Yibc56gE0xJ0dJDelKkqLWYCdTcs25o/cjxmBI8Roh0NwyZ7Z3xl+WQnq
akIHT4NFmCk+pmKiga8DS516jpl8ST/rquq7qV28HVNH+X4rut7gSWV8Vl8w2+7mZ0yWpr/qOTfD
U/BoBFmLDP+Ye00DtcVlOoVhQSkdoUE9OfTBcCCUJIqRiCOYZj66sYsQn2CbmRa+lI3/2CYtYXtj
HmRi11j20JylpzVRnH4lZP09BgyL2kdm5J85q9pqIBdbg+rFtRWcZaplyW+M+IndpPgyZ40XHAkI
UYDTaPMZ16qB70/oVmBOd5WZ5vVViKaxP47RYCan1una9LXF7Th+jfGvxq+GzdcbFiXlQIuQwC8b
86nF0evehE7TjURs2nbSb/WQ5fZNNiO/XXfMoLrXKre8fmsLvwnd5YgZXU7QKtoie+CJyuzT2BtW
vivLNnQug8nIeoD4XSgblKZB3vtP2BDis/001rEL+c5OLHRtrpEHv9dukrr7kIgKBxxDMBTr0gcT
huy0rNZxKhjut5VNdgsa9lIvpVFOJ9URsLgeyjK/HsoifE6rxosWOM8MJJdOK8l+MhEhuGoguGKo
JnGi74AGyozUPJDjOsYtcARSDGdAShEenJvOS3EJI0gui7q6FLhNt9rQj3ZmtosZk9LCo1O98HJA
a93gXnc99HNEx27WLsqJTXjl12Z8msfOujRbL1zPPYzdpwrbEOGGen6dycztF5mukaT1w3mYVCQW
oD5/GEfUAyH29c0wGrD2TB4Edr7GKV8NkvHIb228utxGfmoQFTQdc1oX5I2Orz7uwlXm2a65rSI/
PA5RPDxY9BfiZZ6aclidB87JqigThKiMk1Edx3YFnUfgn8Af5t65bV4ydOqNU3ZuRzrGWS9pC9pr
B9EFAqdmrp/AxQvcKY32yFXK1O3Y5WRZObWPbFwAqzpECXSWXVXp5snKVb5rJSyp0o+JlCrloHEP
zU2X7VnOem/n5KF/VVTu8L3tWJvwXqsGFFvYpN/6eoAsQ7uPzlm8EiQ6Lc06kqvYH6L6oDw53U+m
M25jzHLMd8zb6dx/1i6PDrCjWkskNQrGKtRuRhQEu9j3RD8kNmpAbGGTY4T9qiVLmpvg7iZPeeec
XeSlGwMparVp0eEN61agWWa+NHOKVIU0L80oxWJoF22dHFXexehmu7Ab9kWSluSVGQR3yjksoKKW
ctKXiVXvC39o3qxZlSW+omSl8XQiXKFfuU9Lq30sIp4IItQmxlpJPwDxweVgLBt7kiZ+ryRPdgqV
8rc8gTG9TccyAixhlckjUTlIqpiQM/tqQ/cmHqSEI9hxE1ehVOLIxYPvTz95+kZk/JUZz5ZYZQ07
ISOhfjxWvRMOS6sJRgSpRA7xymgjeksaJ7jyjPSqJMQ2v+uc3rrWDeiOhc4dVJuF7h/rBCNg09rG
QYK7oU2NTwgV56QckkbjEIiPVyTlJhqZi9YkKy1RlB8d6O/V2XDNoKwe/LZaa4MC/ZwylUFdop3j
XXisS/OjO4yz/kY7Kkv3EXrZC1I6a3UXFl0BFcdXRfumZ3hMu4AMdX8fMhV6iRmfFhuXtgD8qEi3
/k1XOCrYj7q1npRLxx+j88TfKT2aHAzGhYnSt4nw3FR+WPZLQQ/6QjmN4sX2rNxZOoDJgV2FAh2p
Nc6WWk5zJatV64Q0wXTqSfQazE9J6vLLdLh1yaw4a7Sy8JKIBVqXYxs3CbQzr2tXeZWF03Vl83Eg
TgnbehRml0wbHrmexyEPInmM87nBvuLWbn+RBzwQb35UCRA/rEkz3XIXKIG0zTN9w0qAdYdKDBeG
OxvlrtYp/layZhtkPVkM+DpNzONMBBspNIkJ4QbusetjUzR8BmUJId2bxoynh7ZJi0cgWjHcxqhq
ur3Vm6DWBmz7clN1cYOJug4rovOiGjcHG6e511VFuLldevBQVYeMdEKUAF2jKDhb4cXOl86Ejmjd
DKVfb2FFT1BHugp8RpYD3TCVY8+IoUqUE5OQaXIzhXFznfeTLtdkxMfj0eUUEpIsVKcwzTA/7Mqq
gglGMmhR3Ce16m5G7J74dS3yepYRkQf6EBle2m7DEW0MquUkYFY3uqZx05odmqewi9Cq9ORTdZft
3IQQOLWiqVVxqMEPgbEDnKRfCJy6rBhqYEctvHqJvph00lHMY7qpfLetr2QfMW1kLUSrWM74gRdj
HBDw0nrOUCxqZo3d94k0JoKLeRJQvWeaG6ZDsj5Wda2EuYwtx+KPWqPZPPlRSFZTbRGFtyKneUQ2
V4/63kzLKsZLOcPk9XOn30kn7H8fOr8wNqUdsqaTDVV3R9erAwY8LDlbw8mmmemDdqb7oGkyZ1EK
MZjLQrVTfqqjXn6pnEpQ9+Mi6dZtEOJf9q14yNeRLchg11qM3lYaTFdJHYGtTWiHwtEtfQqbW8UA
z7zKA2f2wPt0yBQLyxBcgVy0Vz53K6fpMoQBQ7DAeuo8Y+ROZ7GbFjujMxmvFXE5uNiT4lxeZR7D
qSVNMWbj/ajTa6YXHjRWNivy1mcRMFULojQ71sRK3VcgbbwlZW2xxQ/kXyfI3slMdKtY385WM9zy
uc1v0g8nYh9EUcR7c9YRihgS8/rXuZ98sS5GouShRLXDtEq8WHuPELrcZudy91OSI0GTq29d3nIm
wVFm0J0di+AeD9xINrxH3cvzT27ccjJas8D4YeJg7liBpqOBlbJZ2qrgWJF1SQWAG/rbRayKsd/n
2MGLYz7HI07OzjcXZdVxCsL/OfbrxKvGl0AQX4i1KiY7c6f7jIBInbUFfK8mpfHKZ+3hHXm8sOsk
J+dn3UlQDNeR6NPxruwAcB3n6ZxPLsYpzffjiLhw1XgofQCdWQSOWi0ZCMvZcrEzxIPwyXnpRaSP
QdtO7c6aXczw9LF69cg9l87R9pq8eSO2uhfwWOy5fklxczDIZFw7niYnmiD39kYXrbs2YYJRJGa+
cW3P+lIK0IKkUSZ6Jay6c/7QpEdbRukCAppNsuYqKMqu21V6TNCR2zABsQxw1L2R5wi7JTjPuHkA
eVFVlykVf4AfvBgvcHa3DcWalFdFOMNgz/NIZg+JcPLuIilovX8xMocIw55Zi3tt4TzwdxOJJPe4
AWXFc5ZV12WPunTX4HpxVmNh49NGqhUUjGsD5sxtXZvBG0kRDRqcmPPQ2rOnzrgwPDdsD4SoxT52
gToje9yqgDrXiXOOA/TsOvMOPPW4XoXpGAYhsWFonEY36Ae8UQZv0LkfE7nZugi4Txs5mROUZFvl
9sJy2w6/MazIe8JDqH7JcZzH8rkqu2R4DUoWhVcGRtZMaDJPrv4uAJ2WJrgUj5D5VRz4brjsMvYR
9KblKNe6RmvMaCkYjgQks/Vko8JDmjaK856K2/jFzl33yzg22l+PRqVMPJwewzhU/HJQG0oHLaaV
PFfWIRqPFLDoMbSHmhrb6lsjor/Zy7SvVqwFUcFN7XwplknhwvwRiTaBC0aTaJDnaCOgpGVXWsk4
neCPENYON5ROGZzieJQ954EifMRyrGALoEkJc28lJNZ3RH9eGGLo9Ptssr9YZIx7qyQsqYnQ5MXq
ugewpd5YZsmwgUOix01EHKq/950eAe3CITszeMblJfQtIXWFd1uUXpUtteMWattU9H1WpAGz+Hms
o+HaIdw8DhY0IeV8yW114yNjkuBOFG6cbAFd9PW1oWmLrXpWmORQlvVwN3NCa09V0UX2TRWn8NgD
js9YfPDeWGva7w5BTkOK8bqhvOvv9KRNtq+ZaOTDpIewh79myaeymcV3QWI1RpVSjS+m4Vl3aG66
CpQsFfQiUp0syFvubEhfwxC/FcUU6moB7CTvKRfLlKfQ0iPtm4HA2IRv6ePY1NVVTk2y4yXsvjBv
h7As+87fCRecVmJ6JDW6ZuY5S3bcUa8l1MvskjD2HplvWndlmi8mDgMZDqdBcie62Tklfnjuws82
x09u7wqmh92vhFOLE/RYPG/SCiu5aHO2N+SohQOj3Mgw9EeNZtNLSkimG1GbnSKWjV3/dST/A8e4
GLW9LJrICni3Mt6wqmqgLLSGeeZUOplzLRDV65NTTaAKJdJfsvSMOc9IBmh1dOT05mjWtywisaBx
CiIKlK/aPSp+45IkQgXjRxaDf6Gh4VKvGyUZhQttV+4Txyn/d6L3zPYZ+pAeryPP6EELJnZHM7zk
GMLuVDjXmQNXAn1cb/s3/BNk1fa+QV8pzy28d9oxijMlnUDRdGe6AxqkuvNLVy6r3LEewSFxgBvV
5NyllpfBb3d4vJfZ6Jb+nv2mjfa2E8l9SaCnu827VGJcPh9jcJzWTXw5TCxz67QhehvWQGVClw3L
gXgHdCjhscF4m0FmokpdcpzwbzkcBaD7ggFOY+Xr+AsWw7NHLmzEUoncfwg7PwHiUwXRfa1q9ynl
rAtf30zjlyps5zvfK8CENwMbut9MNvbBSAYntw/jr57ZZdbKGNJizw+ZTnKSxpqFNb1BPo47IiMn
mZTC0CcmXqGZ3+fJlAPux4QCjSN16vMj6zugBikD1GYkyFOxz3UkqAK7Ql5vUDFGd6o3iGmt0ooy
R2hZ2t+N2lfRXW7riBkukzIHo7/vk+aA/jm9SoM2u9ATIoKkMwjCBWfr1eumQch7ezbegfgwBKtu
yK4FfDyKhYOkt0shG/OAGdaTpkPRLJwR+xaZ9FGul1l5Ns0xR0iD8orwwekBe1m3U5lvTsdWlUXz
qkczZLPI21YdjIkwecX+FZP1vkjozJ9Gk9PYMkhreF4EnBjGiS5XdNnKyDex61fefvYJRgR0Mnr2
Cq+Mih9y2hHdCXGXzWGbNsMIjk2pG8Z8+bQOdJdfObqXdE8xTEyEh8Hnk/VQHycypwFR9kVNXHbI
RtoGQQ3b07b9bxY8Z8JBiJ/nqOrEwR29UpKVQllBXejIlcTbGo+PnICAGhlGM80EPidlezQaz62W
uFKmJxNy6T7E0og+MAiTq6ov8++Z5Xl1wZnXYrUIp2zOjzl51eOxx3Z/xgvjQFlOKXTJFbpuQ6Di
5Z5t/STrgY06hROHd56jcF8aCZDcrIJWxKkXCMJBhF1XcTW99g0Ub6qYkrcQD0hon+qt3eUSEM44
9kvquPA6FoO4sMPgpuuiAB3QOOBsYNmcL7WMK3GRFXbxlmnXu/GZiT5PPnGlhyKyspAGXGaCLYI9
2W3nM66F/LUhvnUcKW/sNkRVBLh2Qk4/el9EMRQYmMhYNIt+M0Wc653idZC8EgsbDdMXMzfh2GhJ
tdaGgJ0TyAoqDNxrSUu4X2pNUuW6p3x6JGp+3NfsnTf+1Gpjn7uj8hcZiLUbwrHmQ689jDBTGGQH
VW1fK4Q07eTCqLFNYku2MOSwzboDbMjIStSdyFT0xfJ5uGIfTxQeJafbliX5x+AMpubMf4XkvSQb
XF4R+CuuXDVPLyG8pIccGdn1VAWttSPc8JG24WLC1+eo/n7OMjy/9BPVIXHA0RI560RHp46iPTfG
WFTaRfWIPizncKcbBAVcfueB9u5IfgXFc7PsjAzXRNxFZDbMPQyaIJUWaFRbB7eBCWWP+EH/2pAJ
CsC0ntTZ/1vDHQiRoNwk5jD2G87bxE5H8VSSmWDa9TMpc+cpYiglDevcuLECo90j+2gr7tVQvNrO
PL35U19h3DImB1N7k/vfi6IgT9rpE/6qW/cpErcWiEBc/B/OzmM3bqXr2ldEgDlMu5vdyrIkW7I8
IRyZc+bVfw/1/wO9dVRNQBMfw8BhdaVdO6y9Fhm2fRFF+hOpKxioK2/sX2u9AG43FjDDQDvZdMGh
9JykIbtlIekKIc50009TnOwhklu+UmI3piP5zoKceN+OP3KvQV54sGv3LxdLv0DDFZpNI4dGV0tv
SX6RPbQro7+vbfhYMdfOrzR3AvtzhRcRQzNqbsHDR650zjU/wBpBGQHgkBTi/H2ujzPkb8WWoKSk
Hi7CXvQsULUgZ6xUX5pTtsT0fMNDA25reSD42kODdsyzxtuYmqQkbggFzwxb1KfaREm8SG8qqKUC
9QbY4EY59WMsPAdRKHMCueUx6fh81JaEpajI48Dde4ZzWcN4e1iC8JBro4XmtovshdNfo8v2HNvW
77nbAEBJ1vPtl70rfOIi525aU/gkreDHxICF9V3J81OoP9k2BHadf75U9QbS+KBMLsqOJhro6agp
KJMDRCVwvE4x+xZ8inCAjr9H7dIz6ASDrcP6vhZHHYKonvqrGTZXcKuc8rHep6DloLLcrRXKEjr4
tc5Wj9ZdT3JPiawr15t3jLPvyj8AkndJ1mwh2Nbt/ujHi8cgsJa6CSHxHzAdO917sEhWx1Z8Y2jL
HfAcaJTVHYXMqbEPay13Y80kaJQ3mMO7zQlhT87ctQreLMM3x178xaDC6E5wF3uoEgVHbX52IFcN
WcWuux0TGMJ6fEBq5daNM0MxTcyZ0B4wTPWp0ZILLep2ZvlDVZ1D67ye/5WySqgoDOz1qpFFdGi/
VUKpIXfBL6c9FTPvCcXQtexJhqNckCgnUJjnZ0ofuDAPzni1XQhdgQ8fbJAoexjpNbIPKtXYpb3N
APPit0NBdufhuDBfStyR8QMPCJiZCtdbsXGo3w7vR8MKZfasXqKG5MXkKzkJX+hTPOZfUegu3S8U
1desM0vRFEcE4etDOv7ZWHLJeVSFqjr65HDTG93kT1qMQsiLZhW7NR6r7CejuUWTcJ9m4ABpVHWB
AG4MKjEVqlBfbzIaimINU6E4yrFO7sy4O0BDTfYweG21+aKxf4I9sWY473HiieYKn5lXvXMT9yjB
DfTWFVmJ1MEWokJyPVShBO+oHZSUAdiCLlI9Pxxhzp6VIv6yMV8JJkQVgD2Z2sR1sfx/DEVo/CoD
SGob525ObjlavZHfGiNyYiebZhY0v7ly7oiQkPUMBcfF+d8g+wkCzseGXDnI1GDyI/2vmacP9pJf
oM/p29Hh/ACS900VDJsOJ1ltxxOy5UQ6+9rx/pVldcFROv952QOnCg9cNOhKodaAXjgJjvpvgPPM
KH8AA3F6evLr4wjNg40sGIs3Qq1MzvP8wB+fVTQgsRPvLGeUzoU19eEMjs8boJqfv3ZB+NON1G/V
DOvHXP/UDbPegGF8vEsIeP/vYLqNYAR5nRkKT7T4LPduGT26/A33nrh2Y4yPz7q6sie8n1BCmj53
WwsDV1rfVDt53ESyfIzQUUXV8bmiQb5zwZLlhnFDl9qRFYLYMblZIVBzPxztMH3CWJ/fGAlET/UE
K9ImrjFnM8OZTnnXzBTnuue8vEqwV1hMjoS19D8/PTnBRHSqndMKhKFcgXLQ+uMfuMcAbE4An+sb
PG7zrMuOnGAu9ETPKDsxsbFqDuS8fdR077EN4ZQc3az5A7Tq/BKuW/7fR0cVtYvDLLKyomBO4BZ+
rZZ/NUPNd3o+rwdt47h9bBdUT7ALbYugymAzxohSaFjkvoMgIjHn6fwUZKdZNAtk3ZtkWhBFysvX
Ug++AFI8/2XJDxfleFEVoc9oRisEhaHfWbW8lpnz3RnaP+c/L7nqKyfK+2sYOBRLBt2YfGPM/thz
eEfT5iXZfJIyS/q5tXeFq07MPE9ObGMzgeSTf3MaquD1Qzddnp+D5MK769ze2UYtLWird0acBwSJ
8LjpvIZJ7UEv61O9+ojxw6ZfJlsu4bJTS0w0M8H8A7C50kysL2/ookKbXpSf881VV7jiaTC5Su9V
s2+b6n4NKibCAgNavvVqrA2y6VTsMShNddo0KxLHT3WFy14bcMC7HSkyJ2guVisPwgG3e13N5rtl
1f4KsFTnZ2u+w6Sd3zfZ0db/d98A/Jqu5aHX0jfOv2TqNAqG+XLEwTz/fYldcYU7P0DV11m8nD7h
/KMaoFcAlWXlzVdUdi8V7elzowhXPwcvSI5mnCHvpKWZDstd0CV36ztj1suFV6aHT43jCB5AU8LW
iKDO7Ov2DOgi0ujwKX/oanfql+Hhs4u2ygu+v0y5ScHTS5hOo+V3fdnfNRCKwYBwPyvx7TB+bmsc
wSSQ6yqBLgyzPy413hlyPmUPaU/5UoEQC41PAfRVRzAMgVsFbQD02reRHvh/kfRo7PuIeh4ygRuD
SJ7JtbHk/YIlIfA9q2KQOExpNQ32sa6vESuvsbtoBy2P/c8dAMEuhEo6mIrGAYjSAebS8bZ0kZhX
AxNfdIIAPUs3AgXZjARbEJVW61Cop7vLAaCn5O6FYRD3pGSGuzA66AgP2dq8kZCSWFRHMAIetUJK
bzi23pzee/AgU0OoLxq3/gVSZGPl1hX6wMFwBEMwmZ5DNZmoww0HEv+gW3cqtvT8tkismCPcf3PM
WiXwgGSrERpksKJ+Az9BOWpjfWT+pS3c+zGzKWh4EVYye+rn7y6pB9pNiyO158MC8Vcyad/q6nP3
0hZufxFZQMdKdoO+u5KVan8QJXt7QE+QTOqQGbSBZmzMTPJs26INoAsSHi6iDKbk0B4NnHnH1NbS
bG1ShOna/aaXLjnStmAJutQYJ4OX1QeRe1Qhi6fD9u6tScG19lG07Dctm3S/BHtQzihzVZ5H+GEp
J7I0WvicJ0h7oIHT3M/FQ4OA+6Y/IltDwSbYre7GXs28CDowm3o5INDmrdEnK7mQdoxs73PvzxsL
wDsvKwSGgcZQifmpxq9W6K5EaySj0mXagV2fYRLZTMysd/+D+2oLNkE3x0I1oIfwjdwgT0wopZ7q
weY8QFh6GKmII12VTdSUl+5RDxzvdQhpB6hGLXjUolbZn7/ZssUVzAZkdnYGWRE+EeCO3Ha+tBAX
JxSYe82B+G76Cjx33Gq7ktgokVqvx46HVYYDlkXtXy+2GphcqOmen4nEyIo0c7YVeH2o1LMf6mhJ
NZW6dwP9qR/D/WiYG9dZcsXeOAPfnQ8aDehNURkDoJpfDSoCvOOvuYYThUjYJvutAUE+P53VQnxw
PkQ+NlA0SmANDLVuCE1oOez0q3+XKTyDWx1Ub31MH40i2AyHNhINhWAe9iT6UXvN99nOqMan7a60
Ue8Yk6txQJJsQqaGICC3Ur82xl/gTNFh6k6aFz+BvSdQaK8X9HHOz1xySizBuIQ2KHnE7NhItb8P
uduQbn0//2nZoq5Dvts/M7fGqlvPiFWaNNx4xwDkej/BLjFk3s2aKzw/juS9tATvwoCyyUZ3Gdcv
C26AuNLnseSPnw30LcF2TLNraU64Oi+29tsd3BvIMq9ht/t5/tdLbIIl2AQggYObOXh7C2iv4xBX
iASagIzAWbe0PZQAGODN3nvl0O+0DEWG88PKNkdwMsBSdUOUrggGE4J8OJJv8c2u2jwnWULqZGes
LD7nh5Lsj0gvpjdzprQlAYBD/WrUEQporK8Npv785yVmQqQEmxQ6j2Zo7H1PAazncYtUp3xNUpwM
rbzqu+kqry4/N5TgYEQLnN2NBUvBkDyuZbRyycCunSjcXdGbuDRbvYnrJnxgKEzBUIAFKZYKMV5f
TTLjVzxQwUWkaoURpsFtRyNrNik5CBgbnZe23XJqZfskmAKwYLVZTfrsz2UMQ7h+YVr2Pczp59dO
8mKIPFLAb+luyvm6VujfY3N6aqPhaxDrp82LKjFlpmAHEjPG2Y9ZtSoG74vOHLa73IjJZN8WjACM
XdOq94GZjLrHNV2CnMWGmZQtu2AA6AFDh9zh/Opqta+9/qqw9LvNHy5bduGeB52eqsvCsqtRRjNA
f5Ov7btAxzfTFZIRRCoeJ6LLyKkUDFjQHai0mYX95JqXSpVtnByZA2ysN//dQ4Jm5aR6C6h9IOe0
GD7j9jb5C38S5tcwozHaZoSvrcv+wd0TuXLmuKli1WQ6uVF99ZAnHDtEDbrlOlHDi7XerqgmeJUB
JY6B5pNFc14+dUFEGhzb5uFPCo13hj4Mr0iOlRXsyxoVp2jDfMl2SrjgSlN6hhZbxGJg/qYVKFTn
N70NzCgoNjxcyT0Rm22niI7fujEIwYypA/Nq/9su8EgMvQiicdJEMaqkXvwycxHnQCMI/WslfSic
trvpq/qnWlnLIQiAxZ3fEdmAwqVvG2CKsK7AOkYvlks0Am/T3gZCEYK8CmzttBnjyUYSbMAC+ipw
jJCppVl1YY/w8SMvEKGlggpc3hfJtR7rja9YFO7Pz012FgS70ADebSMERfBFq+mQZPN02fdWfNQW
TbsIwQb758eRWDeRkQS6ZUK5vlw4c4gaO+aJPo4L1dU2piFxY0Q2EvgpXYR5IIZLGuMhnNobtUuv
G5yAHWQjvmmm3oaXITnYIstIspKU0+28+JZbXwN6ftEq93R+iWRzWLfonXlzE8NOupprGQC5W4Pe
xKU2GrfXNg++vsU5LRtFuPzkq9B6dFx8F7hFXDs5qU1xPSW3QM63e/4lp0pkF4kqo8HXA8/SjN4R
FsFfSqPcRaF1qtVh4zWQDSG88l3fl1o4x0hv5emz6lGIJRdie4pft3RvnN8R2RjCxWcfqMRoTCOJ
EcuEyj2FGr1P6DpcItTrxo3DKxtGuPV1VU4egmaLP5pThbQwAqteolwS6NG+pm0YMdkFFC66jR47
tFxc9EVBbbpU51tEayBX1KON8pLEdonEIKnazHZKzwQbAOeysqDw9LwCvhKqF7DSHjdTibKnWeQH
MejvmJMRe4yCCfSDdyZVJIpJq3hZS+cTpaUaRa0S5bVtV1yyfCJNSBkgWOvOxfL29bfyFZl4QGVL
9jcB+1/AFFKEr2tijIKJRh4wVVKfYOD8QZSt7Xpy3pmGTNXMQg9KHcW/Y1K8LujwGOSZi2CARvx7
Clr2/DgS46AJxgF2MzNN1QpFGFKMwxxSIVQf0Mill+i117fCmvX6fOBaiYQgcQRvsG41up87x2rV
S3bUq2laSa/vE5pg7bXKZU3HNLb29fLP2sq7fEwEZ6gigtPMK5vOf8aNoQeedNMPDGSbuyPPd1Vd
msHow9RxB05JzZ4BV8KFCkkHYL02u0q86FZDT4X8Z8p2b6ZZJVdfxHo6etPXaA2YfhQlhq+qHf1v
UXqaldC5NvMeQebzGyt5tt6u0rsDBHOOmSZeboG9gp96ovlt50FIsvFyyY6nYFuGIaotRGQhtIzp
tbG7xd6bde3T5JftAHQ/okw9HXpt8wBJfHMRRxkZkZJoc2zxhqWHhkDGNF+m+phF6aGdb8viNVa+
TcFjv5VCleySiJlczMaDhCWyfG20ryarObXNdFuhZEdzxMYGyYZYb+S7DVroeMLZSiw/gcSRjkGj
u6HDabwM47C5ngj3z58DiRkT4ZABCIOgCUrLD7XiTwJDLe/bpeX9Of91WYQmAh9p9y6yRV9ZYPXs
1JnK5QQg2SxUWr7TC3fRf9K34VtWcwly/+/5Mb2PjYkIbUwzhWBmPdmBhtRLRyA47TUXdfryFkJd
Xp5LQ9minZeBGUSgYxtG9uBOvUVf1Jq9rC+s5jaMrRODDSVSnbd94h5TdAWV5LidL5ZcXnW1o+/O
RjlCXJ5XjKoBCoSq4OsQPOjmckimY2N9Z+wJhvWxu0va57WfwLWjvbKV4Jctr+CbeN4IrB8GTT+v
2utxpUemP61DqKQYvw9Ld3INBBF7Gt/P76bsGgiWZJ5d20VtzPatBpaS5jmfrH1Qzzdx7XxmBN37
D95xhJsh6JlQo9bXE/yF2ZT+RIqUXN6GZ/qhNWSE9d/fbZdR0ZE2lAHWCUXzXW6Co1aVa32hPWjJ
r5po8iBaeji/Xh/eZ8YSzMZs5N5QqqPpF/Bt0pQ7nHJ1eK23JAg+PHl8ft2md1NRim6pwViZPr1a
30bL/BMH7tYyfWws+LjgbCACDw3H+vYZIXwL3q++fEzRvRufMvSgkWHfVXBK28WG5fvwZDHaOsV3
U9GSJUrtpbAhldNd/N/wdsrClwqhnE9vhhCS2HaGNmbAEJqSP+ue+S1Lm+NmHU82AcEKhKZSm8uU
2z5dkwM8L1C3NTUAek0ff4xwd2w8RLITJVx4Y2gVaDuZRICs7D50yktTced9Uuf+546scMVpmY8h
ZYCHzbUnKFe869io4ahYNnwRyTKJsEYt6BFQUhCJ0BGsOKgzBeTQgV5yJWjZ6WNmbJynj6MQ3RMB
jqalD2qVMJCNOpQ1eMf1GEfjH6diRBNaUAB1CaT+tNAfmi1EosS2iIjHztD6ZAot/DilO8I2dDUt
2VEFutPSN1ku5h1u0Pltkl1PEfyow0jTgKYa/DD7R8OC7QZfw8pcleL3IzwYgPXgwjnocKWcH1C2
cYI5mKOqgLgmHyA9/VXV9gP68Zdq/TQWG6bSXE/wf8IONkywADmMYVDce4PvLsPFTFTfKXST3mhj
g4x2sktIT7ilsqems5CjCpCu3WmGfkEQR0S5pi/XjqqpLB6bMDyETn9p5bd22FzSTxRH2jeP/7dO
ixWehcjoqwdsv0IYvSiv+BdzgJaeNLUVKz9UKCNBVbh8McmWay/pfWeL0PzjGIdJCjbIUN0IvV8g
sZadhguSKxmcDYUWe1eqabZPAyRpt84yQUKozXt7zsZbDQKBF0hmxmtoptsaGh96R4/DZJj9aRoK
dK0R9LyntZPwuunU4JJ2j+hhHmEY3ggIZTsvWATPga1wicgN1mGxHwf3kFkDWlYvyWY6en0OP9h6
EeKoDHFhBxPJfDVSnk0aRVNLexzXRshxoP16fDp/hGXDCC9/0FhKCW2v6ZuwsUCOGnwp0uzLHBUH
KFxQ4Na3pBpkxkeEOdZxCB+czbu/Gp8u6m/pHvXaUzYd4T9E6Jmuo2HnxNPO/VT/C5qU6+a9ez+X
dAGWQy3fX9TmBiTxz8ierxfV3CisyZZOvP1hZbmFm2JNETjaGXV4ZxWglHO3PBbK8t0bN6yM5Hlz
BCMQOuY0OJA2kTBafrdDcekmtOhn1Sc/L1w/U6VVumsKImELJqEuXm5n9L69restWyX9fzehRu0J
oQuY/lXEuiN9+lpOy1M2tiM0YHSlb7qwslUSnICEEBEpGxQqIAS5dDrn1k2QtKv0jVX6MKjgLAkX
3smNDHJJppHBBAnMZpU/QdQdzMmzlZ0WL/Lpczl/JSUzEUGOZRwsTtIzEy8avgw9tRvbvnGnbOOV
lH1euPGRkgb2Ahjc99R/FaCu0zyYxxCRYP9zP389CO9uXddbdh7GA+ocY3kTLIofBvHdpjch+/XC
nYYtTk/HgV/vzpX5AIQVQfo5nq+GKK++n5/Ax31tumevY7+bgV3182waIzLvwY9oPGqRet+RoIdD
Q9lH1VVTBtgwZY/fkhevJFk+d8Rs4Z47MRxOEHuRTynul/Rnr0UXq0nM1ee+RpE9c3abjrnEJxPx
i12YgVc0Gaq9ytQDmNMgsb7oiI+V+aPe5Bvui8zki9jFMIyg9FqP2mx2R2tSMx8EyqmtG3+ltkNY
4y6q4Cd055d4zv5uzk5yRlzB5JRd104oG1PJdYyXMvqLKOaNVW3BzqRepmBp6EWu6k6l6OWWg3MI
l847lbnxL4ct6oAeUflniPT+Mm3c7jq215bpfIuLQTIxUQQ5GFs3yhyuVjOB8lNW0V47umyqLd2R
9aR94HOIuEtXg3hoSsnawI9zm8/e13EzS/JxI7nuibBLjfJ33GUNZyEwf5aGOu2d3r6GHukhn9Kb
JbAuZ0P/rpeN9haZqHrhg+g6pa0KEzyeb1o0N/AmbdxxyQUQAZqQzLSpkRIytkbyqzZhnJmCGRa2
fGWMoULfON82ewclvqKI0NRax5nMgOgx8qCBikLvbwaLdbV8S3Xg3edtlmwMwSzCbTeDqdIt33GC
137RD07Z7KvYeN58x2UrJhjFodahIqwI4/RMvx0I52tb22u4pqtAqHLYfMclD60lWMEwnbJ+KJlJ
uijXUWi+Br21B8CNg2jOAUA8eDC3kuSyqyziL60lTEM7cPB9sEOGBu8KjdJqANUD6rwEWBBP2QW8
g1sDSpwhEZDJGqqDGTIedP3PajXdTpGxX/Tsrprbw7iFV5NOS7BQ5uLYeg6Fuh+s+HdIxsqiu0BB
7jJNINyOizsQ0PveSI56aTeH8ydQZuwtwUNSYlKGBhQ5/pxWaGv3h2ZI+uPoedpB9+CBW5wRns74
MVU16GZt7xqZymjDZZKsq4jTTCF9A8eVkKCxtPu08C5woU4jcGUowk+buycxvyJc03WzaprNzPYX
yDqrDK3rub7Oasc/v4KSG2YKjhM5sq7nEUEHlh6C3RJ/80aU9dRYfyqG7tlx9vNK2nR+LNmCCfYi
ju1BNWJsktoDgtfd8u7NCyQAsHJkmDezsZLbLMqFYpEmaCyprozlY0LWwJ1hjIY8pGiRNS3LXdgl
F4tyeX5Sb9XYD94vEahpuZ06euv7pdG3dcgH4xYZoa+kf9A4VMovoDj7Y5yq31qnfxlUiPyUKjpE
avertHLoGPNpv/FD1jP/0Q8RYqpJ0Zy2nLkLpvIMiTwxrlYGl1H3Mi2vhvJsFcWvzXYeyaNtCt6O
CkwiduF5hmHULi90o42PDYww52ci2z/BkgylMyl6tb7acXejZdqrpal/pzA6Qfo3/9aqOj3Yox5d
RGb05/yIHxesdE+EKylNoTtIaeKEAFcDxrYPjIc4V5FYWyMtyqSdpSKa8JyqpyXY6NeQTFMXrkNT
ZkM3lSgKGjGS55kxnkAvPs+2e2kXyaXr5K9FoV+Z7hJtrKts0wRjOc5ukrTJaPu9o6GNCeNhl+lb
/f0y+y/iWkdSLbQpIwKAoboMQ3O5ab34T1a6X9UxqfeKqd2D2z00ZfKv0yptw92XmEcR6xqpFvos
qBdw+35os6mTyY72c6lUG7dK4uOI8FZ1NNwSllLbz/vyBBZiPzbJbTR6/mcNvIhjzcMi1pwutn0D
gfCBTGjc0ZKRpGG7MQWJ2TUEJ6qc9E5vl4glWqK9q6Zf9TZC08k90U54yrYKoLKFWg/du/iVUnJd
BgXvlL6YdKnWClyP4WXd685hMykluTEiohVWxN4jHrH90b2Ll58ddesaUrhpKfeKY6wOGxR7G6sm
eRhFWri2Vkvc9J5Vo/aJDVjNqXM36KG/modNmP8bZOgDqy3ywU2m4pAn5vnog/ZgEjT2ZgixbYRI
SzFm8YVCDzVE7Vl5cvX0wlEQXKhT53GMZ0BBxZwdHFjH906+pQQmMRIigdw4QSnuwflKyzZdSCaE
8hRStnBTkkMiolstZc5zmo9wRUODQtCk9w/VUuD6mkp8LIfB3dg8ySREmGuEsocbmRSvqypy9mi3
5l/AigcbdlRic0TZuQp6QDpbMNxpY11xW7/qU3qZw0lx/jGS3FcRFBr0gzmSh6G2H6EB0M/OLqlf
ID/OiBThvW83HBfZGhn/e2GrUpuiEKp6X0tm6xhAg3jfp6X16/wkZDstOAjBPKHFhwIqUuTBb9NZ
7qc4ulI42ZsGR+Z46YKbUEGSX8Yh/jdI98PgOL+mAjFezwwv1AmnXKGEbVm/vRYJhQj6c5I/Xane
sIjQSm+socRI/EdULklz0gvMsl5Jp/uwOzVteJtk/QtA3maXB/q0nxJtI+CQrKmIHNWhTV+Wih3r
Q+0BnYhinwaQ5YZ5VvrlDDv6+a2THG8RNlpXZs3Cpqj5OPmh0upDBLtRp7Yb+FeJERcRotkYK+Ob
kLJlZeYujcrTHI2HtKph0eaoaAOtA/QNVLNWbVwo2YTW9Xz3NCVKRj6wACxjm8rXpGseshhRMqsq
k43ARnKVRDioM1VOaBrrjYUjbL9Szu9Ge3k9vx2yXV8Hfffr0zx05sbi48Zgm3cackVXbVssewg+
l4NjIZJyfhzZJAR7AGn96GUp18lwrdehWE5V0W5Qgso2QDAGZrYEaQF3uO+FJooOuvYTuP4Xw3s8
/8tlKyQYgmRCccCeyN5YDiongw7+qwTNplx8Dtioe28+77s9yCYI/gMEIBCa7241paKjKYp/u4H9
t/fKjVMqmcV/wJoK/NBv4UDv5UgmOo9xqqC0Yd5uBhyyEVYr9m4WLrJ7KM+ovFt9cEeGXyFRQz1h
IuI4vxGSI6SuL9q7AerQQI0pM9gIesC8OJp2mln+O/9tyasoIjInvQ5tlG2oHpgkx/TU6a7sZnke
QlRKnPoljJAiOz+SLBgU0ZlRneqGsrBOrur4FIzx+/D+4G0/rD5aq9+Zze3qb4bYRd365NoJ11w1
q7To4UTzkRhMr5COco8ImG9R18gSZSIiU3Noaogdlm8e0ITKTr2a7CFl+VJrf0lyUhIn8wx0Ydfo
/Sc3TLj0EXSiiLWxims8qNfm9ybxHoIGrn1t2C67SF5gkW5ynoI60FvP9IGDE9MuUJjYEMz1i3oR
O8hzlot7Z07ZVs+vbDghhK7iPgwhYDf9MDUMZ1eYevu78jRqWUWTXlUoZNwaUVyhMN9pW07zx9bT
FZGYk9LAZ49UmT+M81OE0gLKaUC0tg6eJHCHveB/b20TasiGaKDSM/2vVtp7t56PqzerLckOqZ19
qXRXs73gzWxAwj5eRFcEY6q6OSilyYSQZrmJvOCmG7V9lIVfOjt7sfHfnC2gtWzpVkv4ziAZZlCE
g2ObvuuibICO1irjPGyv3ccW1RWhmWi4AjIbOQ6NaeCg99ZBAYA70pCqQEq24Y99bPlcEZFJb1U0
NI1l+mqpZfs8inKgBsZy5ThLe1K7onusjDHdMEOSOrTrCW4AGkIDChosWZdN5qHP45VhPqb3o213
QaW/hkPytYcEpgsRP7KdW71N/zQLekSw112cN8CyVRUshzKBsko9JjyO1XOfDcjOVU9u0D1NzrCR
NpKtqeAycCZU23EME7J8+5eF5NiadkP16Ase0NUmL6JsIoK1GLQMbVR0NMgqdh5gx/6A3k9+sLzk
ZTMM+vjNdUUcZ+YavRGWJosVOo8kSI5t3GyBAySrJEI3+2EgD9HSAISAbOSr5AqN2t3bRarv1Na9
rMApnN9xj/v43ySIK8I1myHscw38A4CwuvsauU52l9UKoutNVPmQAFHqU039qhwN7yFBnG7joEle
RcRW/tc+tJ4CxbOpmuSqTg26EYqlHfhrXjy7cGTmQ43Mn4oEGQztnzW37mqr3tkkZUi1DmUoJDxz
Y18noJHKuwk8R89/aL81oman1SZ9ChvujOyACI5Fp8dNqM+Mt9jAh1LCn3bqNiJS2bcFY1GEVm7B
u2Gh5TFnl6VOjwN1gXZje2SnQrADyAQj16fjEnV588dWxnuzduglgskI6RafNs0rhIr+hrr15fwp
lFxXka7SSwIz19c4QpmMqz40XsIUzKuB3g4KUcPP84NInqQ32e132z+aCBTHHYNELmTnnYHilHPd
bnX5SL4uAjjrEt6zuQBjEwBg9fOChsEoK3wt8zbebolJENkpLVOpakj4ccOnZQdHyR3OcenVVyCQ
N02aZB9E0KauhW5rmoyhDNNtnNWPSV+/9F77o9M+h953RZRmgrRZNdmgrbxaPzoGqopt3dVorLsb
WF3JzRBJKU0zUPJwYADezGZX1vpl4nrtxpWW7bJwpTOnoqIfcDECSI682buyq/pS1bzX80dUtv7C
rV6ydlE7lc/bqIktq0YiCO4moWd3Ey0gm4FwtVEU7rqxZIi+LG87rbinXvRsDZ+iCNBdkW+SBK1Z
Wg3XAATjYwhJzGGG9wTBqRdNjS6KNNpIbMhug/DAw+KL1h2Jch++xMPQ1gdejjJTHkAebtpvmX8u
QjMjbxgmu8eLCC11vyq6EIGuAhDz9z5DXO7RDlF4rA/n91462uq0v7NPi+VRyDV4LhBlO81jd2W0
0c919RbFrEHOZn+JtEq8veSijTfb5yRHTqSiNN0+LboYlw/R6+YhSY3sK3pFdbwblVLZJR1q7Ofn
J7mXIg+lGkWN4Rq4S3GXzLsKrb/ZKPPPeeoihtPKAl1tetDmQ5cO6q4t6G/PdDTK8wKwO/ry3dE1
mvrX+alInkcRulm6M4xxfcNOKXQtkBZMkVLrEmjyUuPX7FkXdqxzZbf8CMlZ/w98E4HNDiJ607f0
yNwrqpH/S2d1OcThguh4ZRfVDiHryD8/OcmBEHEpeoVoeRgqhu+swaiG8nNkXDlp1e4w0+eHWE/0
B06nyBpmdk0ToHzt+Ki8VMZdFSFffii70X5FuJhM4tDF9JUXeavWUH3PdfTJUyLYvqhv4A4IW46g
Gd9DH9gDSkn9nrh0yIxwtxTqBsBA5t6K0E3kCRsEKjh6ZeudvCW6Ndwc4VlKMbvcndCIb+KrvJ2G
C6PKuGq5VVJaGDfy/LJIUgR25m075DWJHyCrzd6Fbga6OezWWqWlCSPSEH98Ge1kZ9noySMzuHlS
JY+LiPp0VC+vlzKj2bNI7uwpTXpaPOYGkfHJ+3b+7EgugwjlrIc27IImJe0E5sycpkdnQoRERZPc
rhMqAPCcnx9Icg+s9Qe8M8dpPaWN5zIQ5/DgqSb8ef23qSxx8LqNWFhiR6x16HdDKOqYV2kemX7f
9xBAp9q+DYCAr7aR3btIFPVXli7aCcBKsfXKrGf9g7sn0miWc+6hRsz1LoG4jJBHINnyc3CKPaIq
35yxOTRFf8I3ONqA+XcDqPRNrKdsRQXnqcuDIamH0PSRWL+JS/NnpVXXURB9WYqtuFI2hOBAlW3e
10vdsWlp8mWZn3t7OESQso7z8/lTITt+ggkx+iYzPeQv/akdESfM66f1lbYVlMpCddhz7M+PIzsa
QpoEL1NB8JGjYSXqfR0ohyn3fBNe0r3rhpdE7McFZOflZnAseZ1FOCfMVFPgITzp13NzOVRU1wNt
I5iUGAURrWnEapgqMZ92aPtvQxdlddy37VYgyZaIOM0JOe5C0ZI1bwZxt2akzYU2a0A2ZxuKUNW4
t8Zhiwlaskz/ATjaipe5M7dH85L6qCr5z26Zt9LNMg9QBDT24JCaQeHrU6lcZA3iesXCStl2Ne3x
c+/q0EQJTIGPFim5C6QTt4oUsgdZuDYDEVgVzdzMwGupFHSXQzvZB9UhI2La2repGi41gLwbkazk
bIsQxhJ6YTVvKFbRAPpTTTgQJuLz/hz9dhJGLfUfdZF5u6kwnM/Z8reG23eGNk1zsPgZUYnjWE+K
cwxwzyCWP+XNsnHIpXsnBCRaVE9uUBBX8dDmrXEBFBTqC7cadmUY7IMpPBTmdLFZeZXsmIj5U4p2
rNOASN0AWmZU87zPAHvnSXIYx+xvXHefhcm5ItBPsdUiRcMWgo20fkTbFoCkc/HZlIMI8/NCSn7x
CP4Tcpn9OpmkgDczz182gV6SN0GE+aW2OizJWr90EblTtPZrrzpXRoLW++YkZLsvIv0Kc8garWGM
sfyD4M8u9tSLlYa+S48cBKp+Zvqaf7YuJXJXDrWmeurUEMPbzl2nuE8zceHmZGRHSzAGWmMuKcES
7CBOsCOPfkkcdeeO8Y3bmccsMJ82O3ZlIwmPqa2U1K0dDEGjB6dwfmt7PHgdNAjm6NwMQf0jsea/
n3pQRbRflgR4pwY7NFkXhdLuhuo+M00qyd/NUL0Our/O5fmBZMdNMAT2pE7D6EAasgCvB2e88xrv
Pu3/j7MvW3IbyZL9lbZ6R08siG1seh4AMhcylVorVdILTFJJQGDft6+/jpy+d0QkSVzJWmZdUkoM
xnbiLH7c+/tNP+rCg7fG8lWQe495huKArL+BrvAGHSxQEYbCLEp6zvvrs7jwaK9xfFMoKzNqhQKE
C7F4TuzR6gStsOVvfv7KuybAbmUmxbWfGokUUYAOiErv3ERuYQkuvNRrjDcS+ZFOEooEuUxDr6Hy
780o51J0t4Yh4oC2Ce2QqWmD6W3ai3vg5iH+TYKjVtErUnQ/ZJHCFcGqheH0CTLZW41fF0Cr+gVE
sdQ56jNISYH44KEfsgMj2U2GkMtzTP9xZnof5dFhztqvRKQf3VHvAP85Tqi/CiNu4VKM3u8dkJWV
KIouMbJD3qhsyTGp2Bd0Ri7sCxsff+mMr0xDGDZGzvEM/9dysgeplfgqRBd+MqAwP5qFVXMGFvzD
9blcsENrPGOeVYIHOYpRKQpOD3lZBx9E3Q8zunAbJ/VMytRDqlz6A8kWvlXiu3TDVnaCDno0Yin3
UhQ/lwWkITgZt7rKL1ihNWLRhCYnbYX7G0NIG0+QLuNXefLN1e7u+ppduF9rrGLKc+mIQcPMBT1E
4wOAWlJS+dc//IKHuEYq1qDP7iMLCweyCvIhq9Gvs4+NrgdvGLvJ7qthFI6X13NT+EGgXMAluNNs
nIZLS7f8+U/OIrHgkICwNU42kx/HvkWmt8je8qYDBCCNP16f4YXzvQYuNgmSXsSBx5044xMgdOA3
6XZNqV9r2y9s4ddHuQCo0msiS9KgX2jqEUbCu//eM3Fnc+gm1LLddQxK5Sz8MaPzttYCspbVU931
t1ZsePmXlnFlICTJTDE2CMukQG6Nzv37sUzaXVsBPGmmjQzKpUFWZoK1UTHhfwuTGW09kuj7AXtV
C31XT39dX8MLxuH5EfjpOJQSrJR5UOGlguS16W/CaPLQ8gLJyz1K1J5I+IbJu2AQnn3LnwaaioA4
zhijMoYALGg48qCMv9ncjwvzWKMcm+WG2DAV+7zXd9D5foTbwJp4L8v6sBBnEPZ7if41F2U9hk7u
VuhHAeCHHWQXEJ+62bRhGi7s+BrpOEvQvGQRWhnHQO9DOX5Lu3DHwcS0mQq5NMLy5z/tA1yF2NoG
KOyRRQ+qNZ2/nKu8SO7iPNqK9S/c/zXSkUTTnKsEDTUkrdxXkHWKb2MVgrqoy2dAPGy8z6dhK+99
fkZqjSZRFMFJwXEV55lY8P112kNnyaIkBRbiLi8/Xb8pF6z2C6LLLA1pxoCXdmX+tyXB10DngUfH
8XacDGiAATCPOBB6gOL83pVZYyvLnjoDuOGBL1+45iL6FNqs8IJp3sikn184vea1zKohScIB3SxZ
DAXAtB2QYdbx29DYfJ+25c31dbtw8ddIyjkf4zJt0emGt5rdaOG+UXOrPTvaegMtcukdWGt35ykq
LCEl6N9y1BMP7Nu2BL1Ukr2Ox+lzn1d7PuRv2h6q9zHaR7ysEQasg1sNsucnqNY4SsoapLZGir4G
1tYesf1jzco35Vau9PwuqTWMshqhZldV6EQkU/AllVGzd6b+LijQBxw4+sfvbJJaQydN6WRJDczN
flgkp0kr7sAK8hqI040turRGy+R+sjpjQac0gcQ2eo+q7itNeYwyZtFCVaMt0+n99UmctzpqjZoU
UDkWMkALeyfi20YFCIwK5yikWrSbEKT8Zs5FrZGTpM86gSI138u4B0U8776BGxytve1fm+/ZpV1f
+RdlIsAsWuVqX5UTv6mMcPakHsi9sO3ox2ER2t8yMlDrON0ZYpwUffq12ifQhideFWXRwTZxDY2j
tMw3Hs0LGSS1VulG/27blMICTVipx6GQncdnyr1yHl4vz081Nh/r1L6HQRr9zTU87xMos4pBUJHv
2eCixkXzbkfqwBegguSc3bIgeYD89s7ptoAhF7ZrjZYMbWmrPl7eIOhSLwdCMruvs+Y+iZxv10/3
pTVcgxlTAu4dluRLXM69paY8Bm+Bkoo5Cr2cvkoqMBJE71LmbDx452MgtQYxZiBrrasuW+qsiXMb
IwFrg665uT6bSx++GIqfDIJtbCriER8eOflnkdG3dbil23vpo5c//+mjQUBtLfpRgGsJg6/lkH2i
td4qMF44Umt6xy5XacAjfLbOrT+jP1hqdG7o2be63JngadNNu2Aw17RP3J2SkDUYqOgyj5Q0eqRI
hZR8rjYs8qUTuyrBgV6UOxpcPvt+pP5cxXeBTaANrg6bXdUXD+zq/k1TTJIhQpajdBtvSj8BxIRc
cVh+JdHfAkYZypve5mW/sOtrhGLrNoUqkL/dpzMfPI2yPJ22GgsuffZyGn46UcVMSEZiwPGdtvkA
ZdbXhXK27O+FE7UGJVa9a4sGmmb7cSTMVyXEHzohCq8q591E7ReWQ4c1Te+vX7sLu77GJ7ZdFZsC
Kpf7TL+XbfCAKKmo6j83kennnWTUm05XqhtnElgJZAhdOiEzcwD42oORGmToVUKBDYtuH7AL7/2a
SxIqN92QQQVy36MO3spsJ6fYX/AuU2GWfPH1Jbs0yuol1m1RlQ4SrnuSpdmruLaFJ7oez1QSueij
61vwZE+/+1CuVbM7KP9lXACxjhJiDPhTXvlJP/+1RBadLv8KZwttopz4IqE3lKVbaf1LJ3xlDSao
TTlDhZxvrJyvkN1pdzRM3bvrK3jp0K3sAOXFFAVq4Rat6qzdE97FbxWHuBIIjeo9axC8bbwqF47f
GtLI2yoy6UL/SRRagO13noidLd3dYqmpEl6q2CMagva/Na+1pna3ED/NUQSOQw23Jc/pp6Fy7qHo
YP1scDegEhfswxrBCFCV6l2FpiYqAy9b3ni8PE1Dvah5ClJ1O7UbA114cdYIxl7OVaA02rU0tTdD
Hn82un/joJZ0fbEunLA1hrEPx0DNAPbveWme+oo/mFht1Q0uXNE1YrFGx7UUC/1DPYTfQ948dmEV
31jK72jsHLQexMYkLpzkNVZRTxQg8gAkFiCKq3NuId1e7wrw39xuEqZeoB8AudmpCZ1t28a2d9FN
m9U6u+tCMiiUPyLHhRxyk77JSQCwXWGkdHwdWfWng+6CfkeFK6D2kiVRt+uAQF/+fZqxm6EM2BYt
2qU9XFkJbsjEOwdVRrnUGMUguddtdRhc8hbWsD4xEIK2zhLnD+AwEULIRg0hhCxdLxfxoSteBaic
gpJlu6594dis8XxCGAk6DOQ+06ErSi/kgQgONUE+3ONlbuQxcOOkvMskBb7h+Rb8x7fxP8PvxZv/
gaI1//1f+P23opxqqD+0q9/+94ciw6//Wv7N//s7p//iv2+/F49fsu/N+i+d/Bt87r/H3X1pv5z8
Zg9wczu97b7X07vvSOG3z5+Pb7j8zf/fH/7j+/OnfJjK7//641vR5VANe/c9tEX+x79/dP/3v/5g
S2LnP37+/H//cJnAv/54E9nUlqXNvzcv/tX3L037rz8ok/8UoPGXqFNztNAu0Nzh+/NPqPyncakR
Akq6LgHP2h//yIu6jTAq/SeuHKVIGwnBGVsItpqiW37k/lNSSUHBrgSEjigBFvD/fruT/fnf/fpH
3mVvCpu3Df41bt3/AgoV+hWZgGSVi9QI14SuE7OJYM1U94DQ1lHi3DDVd4DNm3rDLXs5iusyMLxQ
gXK9MOtgnMZZuTgA84PpBQdNWVX5TZQNtz+t/L/ndn0urusqDMSVC/zButdm6ludmt5MD7kOCn9u
ndnXDQgmro9y+gYvK+bio6USQi0rt67lauPoQqpyfOBD0ZCdE0SM7zhghNwzugm/FFbOoSeDUIud
kCmg2NZJ2Fbu9MyKCoB6wNHK0RMu189O5zahQKYbcyV9syPguz1MAd/iVlhlHp8nK13wu2mm0eFJ
1jlAWWWjE4Xl8GBbJ0l3c2KRBWYEuvEejklj/RQA8EfwPjlP/ZinvY8+x+xpnrtO7sApXoA4y2HD
Rrbl9CVfvpQA6IO4RAvsA1mjHnNd1QEIMfoHOxdfVe4mN7QGoa8D6YjrW336HD4PRAmVnChcE8nc
lYMHR7wtLav6hymMim8hbDeiMJlBT4CPj4UuzMZ4K2jC/wxItYtJSbHYg5VPHqZdE1uCmfWqL/0C
rWi7OBnGT6Iomo9OHkC31cl69SOQU/M3pWX0I7VS+SDhA9zj+txfHDAXVoYC0gnbg/mvVS2aYsyn
EkQtxxiWY5eFKEi3uHwbl+nlKLithAm0sHJt2BqTQWqtWdYH4liNld7PkFO4ryT7NZkhLKuL3cMU
jCuNNHhuT10PzXOKc1mWD5UAtL5VtPrTqoJ+vL5iMMmnptRlimEgoiRn2l2bn7rrygKcbukDp6Gd
b6IsjytQB9Y9JlbFw6dSQz7cA4mydjf26uU1xdA4n0oTYZC2XRcKSBCVKNU2xYOCz1j64I1K8l1d
aX5s+zEaPDGr5t2cljW7ExBpjQFOHUTn1VxylHWTKXrr6NZp3/3ygmgJvRrpagZeyzXEN+2zmvW5
qh8AFu0Kny8pX6+sSf4jjeNK37Bsdn9Ucdtssdq/uLcuZxSYRjyu1NV0nQ2IFGcVuODSBxNEUARW
IofIsQ52DYQQH6rEDTfu7ctTvIwnNScE7zxkTE7PVyabOqxYnj5k4cD8YWTD3qiC764v52mktJxi
jmVUmA+uCw7Jyhq5BjTtXV6lD0UTc/aYEDVDFXR22xH4vrDQx95U4wfpuvH3RoG/aeOQnZkkXBE8
35Kb5dfyLv6cLMrTEeDmongooFro68QZvB6kUxsGYUU9/jxLPGdUMO6iQR5n+XQY0YrcsZXOH2hI
4LCmTo4wYdSTjZHWDuPen5ta3TJIYn3rJbGOFzZF9WdvVPbRyCrp/HBSzVMmS2j1ycYpRm+oKtHt
Ysxrq+a/imWev6zGC0GWE45Lv8ZEUzVq6+Q0f+gqU3wb2im6ZfWc7dQQ2Vtl8v6pDIf5zxKMWjsE
1N95PCf3RhD7ETwUwR2fkQwzRLhfrp+UVayB76UYhHO4EK7RlMs1jmga+niAxPt0TCHK+9glPYAC
nC0dZyVFC5OW8zGcSHuHdiJ5584owkWTTf6+/i1eHJjnLyENDK4Q8CFWB6aqw4Ey4BGPYaS6D0oE
2YHE6eaBWS7XiQeLYQQmuXhkHGpvqwMzRqDopM0wHoOFUtVLkf+F4jTneegPLsBmcZSmnzqS8/dl
MrnBrpytqn1oYuqbIpnR69SNUGzbuCwvXBSFF8BVIAiCVBI8p9WL09ZJMbFxHI/OKDiox0xzPwk2
3PDKIRs35sxQUKIkFJuN1ln+/Db8dC9Zxsuha6vuGAse7UZQFxztNI/HXlv545d31HAAEZQLH4zr
9VBgbslLdKV1R9PN/MBF7YL9wW4xiL6w3giSBEht0FeKkATe56kFIHNMMu6O7bFL2u4u7dFaKEtn
ukGjaPm2qnnwS5WC5bJgPM65ZBQSffiP1Xh5n7KZYzzou7W7EXinPZ/a2EfHhoC67JxshCkv/AQl
kLUBWwq8V9jRtWeFhslgqEJVHcMR7aBcl2+7mT61XL8fneFNkDO5cUJeLqikBEdECo3Xg61LCLQG
2XoKzwc3BCoyCY+bt4WOw3dOP5BXaCQmb68fk+cdOr2SiwGCm463ilD4AKcrGtZTGAQin49ODf/D
cy0tlOdmRUJ3Q12RyS+GaU693tDY3qtx7JgnK6orH64Jh8L2MLcf2NQOUHLpYiB5mgL23ofJzKOb
WEBOzB9mZft9maYtyNdFLulDTcIcagpNJbUPZ3WGCFo/OokfOxp6fVO/ZD+EmKrMsx2bMg9mewhB
71u6n67P/qXZw+QlXi8odCrC1vmewcxj0ziGHGPWIMkSzultUzS/7HIsATuBU0Ul/h/Zg9MlBkx6
yPPQpUdTVOP3bO5cPxJc/Hl9Li9tC0ahdDGvcGv52pFypwLi5+5Mj02dDa/SwIw7MM/0kCxAtf76
UOeWDZE14gAuDIRfVhOaQ5kWSACSowQVqs+trX0uQaZ0fZQzLyNmhIhuSaogel6bsAyRW0CoQ6AO
2UIGPC8a0JxKFCa8CaRMezWgnoev0qFBI3b9tgyKnWq6fCMXfW6yLnUFAmtcEuRGTneP1jKBJ1DQ
o0qG4iaZi8FLCj1sLOmqk3ixbEbhw4lGLAm85rprlEVAjqVFTo9ct5B7gMJw78e6mV4Hso5rr2oZ
Yd4QuPmfoOqizHdnh1DPjau08N0wtK9EMxTpK57G3dYDeXYFhAAUXjAKFqbVdrMSD/rQBvRYRnPu
m8FILzdQd7m+3edGge1zXQ6KAuGuoQWTqNGp3TJ61GGNTnijgtfDzPkGzuzMKDCrSMcgzsQLskaC
BZ0JO2D222NosuZ9F3fmJlCB2F2fy5m7CCQw4imBWE+i0HN6ZqxLnAp5kfaIPEVxo2SoH9G+NNzT
wd2qlr14MICZgw8OhxaBBvTslxfsJ5dCOplukP2djm6RRF8IurA+I6ls/AQn7l2LpPKvvogaz5PL
4KgyRhVMwOl4KAsMPfI8w9FJLaAsJlD1Bzun+V+24/VDwScwete22riEL6NmTTEa3Ayx5AzFmrqN
qEmrPmzpMbPzcMxRkyQ7UzfkbZ1O3Q1pQFzqlSy2b5kJx0NNefdEWd9yj4dZeUdmnt1f3+KX1gne
OhwehJC4EktEcboQPUsNqh0pP5rBBal93rvNLssq961C0HOoiIQyaFyFr1p47/czqo7Gg16murn+
NV4Emsu3cOGYwKXG4qwdsAb9iLizBT86WQRGSHRFGX8u+/ImCCGzXlE2e07ExVfiBMlGKfXFVVqG
NnhwXJfCNqx7OrjJExOEPT+qXCafg3GMvmaOfXd9fmcGQaIYwbShCsZhTUYwGm2nXLbsOGd5Wnuy
7eBcVFmzEYWdGQZJPA3TC1+AI396upkFYpIZKTp27IM4/ZQW1rnH4+fsf3kySiicFzzU8LXWhAej
gnosZEjZUTZx+hTXVXZDENEVv2pJlzQKgfuIEgHSfOuTyZykRAtTyY5xkIBsLeTW151Nd78+GQkj
h0wKcoFEoPTys+GxOqfgao7ZsdJBD/5JgM2ctJg33sUzG7Nky5bA1EVtb+2eJqoqoAFQYZTY1QdE
p+2unjXZuMwv7DVWTOPtXd55eIHrbhiZj22WZR0/dnFQvouFmT4bnor7yInqfGNGLw02zAbK8lg4
sO/BfpyuW63G2TIAHo80stWx6xL5BBvl3LV5M91CppqlG8fhjO3kyKQqqZAklnDxVyYbAIQo7NMo
PyoopPhg8ShepW44eCnt2Z3RZaK9drLi0M6uezS6al5ntdPfxTSp7jO8k1ssO8/LeRJzIM6GeixH
rgFyNEghnS7BmObRpPMqO+ZVMn+OQCX/gRZlC2TWUNxrNsjXustA7YbOhjBFvUYCqw3SoeZL7ZTQ
XXbsWNl9o3lU3iamKzN/cRDfDw3o6D3HzfNkawWX67/6wvAYUF6UsHkaXsrpF64DAN6bQGbHdKwa
NPBYNHaA2PE9qkXiGJa2T/ZNMw4/NJ2MH2S9Q3fd0EZbjtgSTa++BmL556w4BR/KGg2ZLM5GkWTl
UQwBeG5IptVNa8r8PpB9rL1Y8jT3C0PqV0Uw28qLujnqNmzYy6uy1LAIFgMJVImUyelSgJ6fAN4k
+KGSkL8O7GB2Bg6BB+BusHErX979xYrhssDEANK+tmNoaUjxxJTs4KRBc8+ClHoFHKHfGAUlM4P0
j4SH8aKq2mRO1JRgYMJxV7dV1Ff3QRxu0WadW7bF7nOFbCkWkJ0u2xARW8QT4Qdbq0fQ2X1zejf3
aFCNGw7BmYEYHkzkRqSilK0XjXG4gbTOgoObh91hyFsBKkMnO9g+/PGrDwAyWLi9QESgXoOsxemU
TAqgk+um5qAdW9/Sbsx9G6FL5HdGMdhXopBjXnMjTHApmAhh+yNo0d+JxoRem6FYc32UM6sGX0aw
JS0Ho7T2ogtRVeB25xqwc8q8qrIl+viM41Md6I0JnR8KxdDFAOL9XC0bCil17UxGH4qAl99s1XxV
WGKkOtxRbTzR54aCn45XEyhICV/tdIfaAvUaJ4r1oQNW4JtbueqGSzd+oEm6lV5/kShD5giRK12I
hZFfX4PP3bkIm8GZcOwgq+41Y5Y8Ftwpsx3Kee2xLZTdAVMY0o0ZPlPbnJpEjKsQ/ODdNsssT6fo
FDzRIiqCw1DZJPRhf4vEH2dmviRtP9h7mln3i2mL7DPkjV3itV3ifC8KU97bWIMn3sLze6qQBPpL
Z4betW1nFfqn+ry/iZuk+iprZkffxYSGW5KFYevRCcKprWI9elRi5sRISfAZfxyy4e86XjQ+4NEF
qddo3AsPn2r+bOdsFrtp1iiDF53WPl6ICKz0HaSvRwEPcFdWpnlXMTDl+32gwkf8/ajzXQ0jsa/a
krxrx5JNkPxJxBd8W/4xroKu9iBcDtBQ0EzmUxE6c+1NVRmYjdfv3NYiroTfihw5QrvVKarKOszm
MtAHXpg/07L4YEA4hqY2500WB2+gP7MRYZ4x+wDaAPeE1M9ynlZbykegWkk6azB/wrHsJz0csgBs
btdv/LlREEki4U8hPo68zunBEYRMKl1u/JDYZJcHWvhxnakNwO6ZG4hYGY3r8B1Q8FgnAtgo8rDt
MZfACHXvQAT7jQtNe89lv3UDYfmRpXpeuuf610+JgLKuSzn0gz5k7dzupDvmj8inkM6jsrF3iQjE
TdGUv7WMcJ0VHk9UANZspEhN1wG0NjDBRBe3iY0ar7Zjv7FZLx2fBdmyPNEI/7GMyzL/NDfQFER8
7og+aAWqwqQx3c00ld19OdT9m3AuKC4QHw4s1Oyu7eKtTtgzsT5KsYjxUd9TiEXWUQjQvENRj7k5
tH3e7Hrksm/rIGQ+7ZfQZ57KQ2Fc4D+GbF92jX1tOBozN67huQPrCuTHkK2niFeWa/rTGrQdNHwV
ScwBHiAE1FhTD58TMUS/7j+4qMMjpYcqOaoeq9uXtgVEuiYXw8yV8Zy+zGY0+lj+APyv2UjGnV1X
Qc1zVKIFVvd0TiJlQW5nbg7omANb6RzGH1LaDm97lK2/d2MCOifeBq/KrvuaANHyaAUN/vxlO4Di
K3LMCEWW6uvKDpRxDpD54DgHCCzmLhr3SwNaLiXFxrN/Zvsk13DLYNaQA1jnzXjIKsET5Rzqsp4e
CRiSdnCqxLtfnw1q8WSpry54iuUi/XRILGvx8cYEB4hLl0fZpt1u7MSvZ36AgQR8Bl4ZTBte/dNR
wjywQe+o4ICsHLnJg3DcGVNvpbaWk7Z62p8RTcACEQFpkFWkge4jkgnwLx1yC+98Vjn9bmtt3lR5
E31oeLlZzDxjrFErRSIAc1uETlanMSeZ6sKkhas5LoUgJLgOQ1fGu1A6W5XwM6cBGBFcM/acPVtz
e/Q0iKKYVfrQ89a9QzFH3yO+3crVnpmQIUs1cSluv7xeUcgmloFU4ZCLGQ2OVSkfqzYyR1sUycY1
OuMkGILABiE9DsSLQunUd2HXKaydnkUBITxNdnFcT2+S0lF3fW/pBx501UYG8pn0a3VEDJCFAqlB
OH9sXSFKewAEkPhEw9jk5ocxZ86rBUP1A8IO9CHRENC871uVvFcdVQ76VRrQFOY0GI8ExSTu1SOT
fwFYAMSnMwEX5TXNMH8a2yJBGRttvNRvu5Q8cVeR0tNl14a7NAlavK7IE6DnphVjDYsRCnmLYEE/
mIm2iVf2nZUeTXL5iY95+UZH+fjkcJn8xWBMXY/0YXYr3KKavH4MybS7bgKWa7FeE6ARn4v+CM7W
vCdwEIZomsYlYGodT8Vzs9daF/edy7L7PKqdWwiQUHDjAqGzMfSZU403Gh6bQT1LkOft+sn6FNmY
VlVB9WHKZ7TxqkQfxnRof/2FAkAFx0yg3oFE5/ItfholUXhck2qCPwqie591RYqWehsC8jhsRTXn
LtBi4lD7MwYJyJWhG6sih3RVCROErrK7kCYdJFMt90WtxIaneG7tuAZ4VaJpnJk1h2eXFQRcDp06
6DRQr/uKCW+sVPnrvjWmgTVbsBrwfFfBp+sUeZwg8jmE3Vjf1ZCt2ru6+Xz9BJ5bNeDdcQAWlDpi
3NUGQRtZDXGoDoUCL05AY3EvKpbdJiOjb68P9RKFC6w+cPcQvUclGkmiVV4F5hmO4TjCArTR5IOz
EbSnpnqwMix9qHQyL5yK0Kvd/C5jHXqwpuNYFk+/8SXk0hqiKOCKCCpOJ1xmYeOUA1xv4PMRS1Rx
vHeLLtjNppRQTe/IHTJDzK/GntxhZ517EYTJbaD7ZovM69zSA4uM4gIy5riAq+XQLmBUzmwR8aMf
5Fb0fXrXOYPwJZfz7vqsz1l8eAEU7RJwndiLSdPAzCVAyQeOA+ujpBu+xwolt0409Q8VjQfPVgXf
oDo6d0sWY49uCjhsGPl0pfO2z6Dzh/M7K9HeGBWj4xnSz7/uahtFXdQagaGE47HygQWpVRuHQh0Q
iKo76P7RA8tYvWHHzs1lMZRwN3DjUcQ9nYsVvI8gbuQeGqeHKHviWsQT4Fj49W0yGq4tysRL+LLy
opyYTaEljntQuqK3jAWu30DgwA9nhEm1GGawb+fNhjLIy2MILBHiatxH1IaAPjudGgDL1KLhUh5U
Qzu/V3W0U1nSeLhAWyb62VU6fe8wFuwZRQEP3TnrblWnHZQD+WhxiHXUZHsyuH2IzttaQQstRS7B
KwuTfKiTHq1bVHVAWGc8aB4EWJOUx8IUGXsSyfy2SNrQRS9IBbVWDYqDwuubvJ29mUASBq9/RTei
n2V/118cGY7FuQWw5AVzmMO1E6GBwD0IFqJ+mk3lq8HN5rshkcJLauFslQ9eHjgFk4C8/TO2nqhV
FSO1HUS1y8o9TAsEsYW21j0k3vTGsT4T1CkUaiWSqYgfAXRcWcN4mAedw+AdWh0Cwx5WovZAZMjQ
Gl0jRmZJdD+C5XkvdKYOKXSIfhhbpxvf4txckVtFLgSITnRnLT//yUkwASSxTczdA880uR0r8W1q
hi1X69wgS2MXPE90eJm1NeoJgfwK+MQOfaqgJSj0vGvdOdpdv8Hnzgk8KrzYcEFRBV/ZvACQI6cP
qTyEUI3w20aKG1jI0s/giN8gqNwqH5+7vJqgWwrpRlzfdUEkoi1toC4oDjPoypHKTarDkDngzdMm
3XDgzywgitTI3iLNBwTe2gS6lezGsISngJpT10P+YqiOLdrP6C8bdNRCEJwgFYfMBjyg09OA7tMK
r1IgDxmqM68aFxCR2EneXd+nlw8iPhzgVFQIkaMSa0JX6NXnOPitPPCyUSD/71CuCIh8aEHXsWuh
LHKY5trdcOheZsZwIBB5oQiD+/aCBkiVjhmIrMwB8IsZbUg96Z5mUKZ8jcbeQNoNP37tDM0U7dw6
Mp/TibH6zfV5n9vEpVcH1SZMHaW008WVOrC1aWZzGKbefV9F1LwW3eY7duZULkYFjjE8ZNRil9X/
6UIjmCwM7QzyUoP7XjuMvybVGO5Ju8modGY+6BrEZaMcbwr6RE5HQoFGoOM3Dw4VnEsfjaJ0F+bK
2di486Ng2ZZuNbxgqyNZsqLNqjgKDjGC0jfQ0wKldUOzDf/43CiAFQIRSpCbpeuoIrXujHgCx8MB
ZPSVLSEhCyUiuZGefRlyAmUOcKuCJw68yRrWT90Yv3qpD6mqqjs3CZtbWNvkmNCs8GOk1x6GmrAb
1pfuLxdvMTI6PBlaxtCGt5bSGWY9I32YIN9VavrY8bK2Xj1AFXDDgJy52zDAEj1jS1MPYv/TM2FR
h87SdC6P2triyKPAZV48dfKxo7l4SqKk2aMgI//don3SoX21S3YpuQBwB2QSSqwvNBxNU+SACwXF
sQxzRBLz9MPN8mjDCD9zkq0cEYVoEPiQ53OyltKRbgvVO/DLHtN5mh2QCoBWzF+S/RFUEGh522YD
h1BCyNmP2tHuOzJyaKh0wzAfS4EGW3/q89TuImcqtIeiF+O+JFVpvaiEWNRdmM5Rspviaf7suHCy
fFuVhN/0XTqMfpJI/QHYCVAQU/S1BP6oOzAo1sMc6T3V9ej4KD2zaD90EXuag3kkXhDJAl3/MIY/
HKBX0h1TGmS1mVWWeMSJkuFNhSo430FPvkjuES0RULwRJPFix5lD9MGStvT6Nhrzvyeekc/JJPBX
UCUn3R1xyqS4b6ehsH6HZwmof4lMyh448kyBihntDj4fq27aq7EJco/N1n4ORUfTXaHbqvUs0qGf
p7ZUPSbn9tRX41C8h5BA0e40KNJfi1LE6H0ZIWFgkxngdysbGOmW9NBRzWn8ESqnQwqCtdQNPoE+
Ie0hSyIkJCJVLv6KVda7r8IgjFIPEFNiH9y0Sbjv5Fn5I6L6rQK+TOccTXyJceiEB9ym6V0hU/Aq
t7Q00m/ZXJsbTXp6W4a1QdU0BKbTE0Ga/uBZ5hznWgTjDhiSLEDTmg0+Xn8wXrZiIc8BJxQoCL3A
O9ZpOz2EWRfFsjv2fZ2/K8ooeixBdvw+7hoYqDDq2ntQUw93ynH6Gzk6zQ0oH+Qjb2vteCINA3Aj
xOY9JelW9+kZrBTSL/h2aFNCXgFJtNOLTruixern49HYYvyb0JJM+xGKVk3n2YLF8/04oYTstzmo
mF8FaZfg3Ko0/1pAxePvIKP/h7PzaI5TWcPwL6KKHLbAjCRjWbYlxw3ldIhNaEIDv/4+eGUhlaZ0
N2dxXKUeOn7hDa0MrWAeLvkjP73Hd3rG/sKTxgHu2P/9n9fPUrxWLazVpBKpLqOJmv47x+naS5nv
01eWcWziGHB90HCPdWl96rJAoeaWTOj+3Qy4vnwwOtM8UzRyP7+8C/6yBB5fO4zlUlQDJu1QHzjE
tR3pWquX+pB4uVFZseEW80MwZzVC9W3d1SfMH2VxmvMRKQLTpB2uhtl5a7FjP5l+i0bwgrkZtBCv
T/8szdS6mNJNaY/waqE38eqv/QPK8cGCAL6PYHtWNmhyGWZxZxmdYdOZF8ES9oZo7Ghhzaqoaqrl
u5pcZAjosGXyjT9sc4BE+Swvibc8fU/8HYjHVtsbp/B8Hq+nuy1T6S71lCiugdgUVfNfV4zFldrW
5qwgxkReo5bTyzP+3OJigb6DdnZW/pEVapmyKAkTpmStcKbyHFG8BdWznMsi0y7kts/sV+BUlEyh
MgCaOxYA7KbgjjTyAQC8K6NhM9ObbjbnV7/+lJ7AVPk7/pSA+3AqNsiA0OkNCbHGaGPVGV2MXMol
Lu8z0waSnydkj3Gg1xzi28k22qI0CplUzmxG9epP0TS26tQW+aWE8tmhYO3yObuz57HwVHtZ7Y59
IxOtRaxMr3SdTQ4Dsm+wv3p5MzxTOSVn3aVJCJyopR37yYhl9Bg3ENJAU7TCZTe3cZbMijptzj8u
nTN+oIUxvIUZWpQhoJR5CzvQ5qesay7J8j5NYmiMwgwlwAEXDdnn8WngkdVG5H8l8Eqtf+OUjv9O
gwGLk59Vw0bL1l6eO7Fm1zX3xUmfRu3Ci/TcD4D1vpduufOe1DLNuYVcEBh9IpWhzs3guTiRVuba
xKloph+a5vHxxhCcG87VOQfqfyGCfnpe9jLQ3jUh1qOfdHh2tM5FVQj+WeJ3do0v47ShI2yJVxdF
ICpAtOfvw0cDF/Z4nsul1AZpAtk2g8kArOHI68bVx1efyh3US8ORthIX+xEsEfjBbK4kmkmrT9rJ
pcgd6cHFG/SZGQOrRtEf2DYdzmN3GM5FlZerayWlPbY7DnU68Y5oF2LjZ0fhJqN7ChKVZO3xjBGd
U+XOKzvJ+2K82QpDfSyJ5y49u88Ns4vh0JDh6HvHIm09BqMjgxQJiKYa7uScZ7fbUnoXqrLPjULL
nh3O4ltEEoePaTuvmvAdTdZao7vk1M3dpC3G/csXy9+36/G7Huz5OQCSvZn+BFBb90FvzX1hJ53e
lNPJ1pX2wXTyIC68UY80dwjer4uYYl+J5TSsc/fb1lTQIixXtKesqsV5moRxsspuJneY1rioSg/T
r6Y5EVSSD8yqPeEslJ+VTLsTFTd1a6peoeQLEMjQe1zHRpHFAgz0hUvz6f1Mf5tc3SJItIEhHUoD
s2cRm3uVmdA1WGHJekGE1eOAN4Zz6dV5ZrHQckGEiSI6kK4jJWFqi5lryFDJ4K5QAugvSZKNrNDi
l5fraSTCd1CApkhPze8J73ADqTkspDtsvbw5aW1n3HWqax5w58xDt/HdPxuOoxeuiGfmkTSazup+
10G52O/jf8LZtFbe2hY+g3Zrfb3NvXPrwFwT4Toblxxi/4bsj/YjjU4Qajuv568M0WHbW52piVq6
KhF55/7mi7btZqpSc4jUNDTpydGqDJB00wx9lLqKi6TyNe9U9JtdxHjUbAmQMOu7OWJbkAwB0iGB
3IwqHAJK+KHFE5volQ3JBvhI+t+YV70RE/31SVBVmh52Tjv0J6XXJH1eD7ezJB9ly4yOnYZThkT4
TYEI+RgLOWZF1KhBBpHmzJZ5nqVaLxQpn2wrUhvKQD4by3CoLBx28KhTGfcqbUksLy3egwPZLXgu
Vt+frC/sBKjOkHdd+KxP4phU08uhgY2QOL2NRmgpstse6sIZ1deLPLy9l3RYXqp01D8B03BTH8t1
uaePQaDZRWI3uhsCjhpiozaKq6K3zSJyp06916Wab0pRWifNmZowR3gnalFpuPCIPw2peMQBkNPL
3RXNnjSjW7uWaYD6SVIWfvmBtN40Qg8AcCI8oyrDXPMz+kzN4PySvrF88lt0YkJ96/QfQUUd8vTy
yX5mEah4A5QgcqUNcswxRlxZq9z3qkQaa4aZwmye66UpTxVljdeG+3w4gA/Sxv3mp/H3+DwX8zp5
Te0z1LzNYYmBUFRyIi5cVc/sXZAL0PWZ4z0X3v/9n1sDVptHNOZUiDHUXmhMdRUNntguTNvTEgCl
MASueMQAW+pkwo+HAcNCxtqvZcKjXBYnc7am23EYS0pO/kIsnAb15kWg1rJv2bAs7510ru99P0UR
HQg8BQB73dQlse/nvh0QHN1UgO6W6xy/XSgedk2rkhX15FOnRnG1jP2lbsJzo+zLB4pnxzEcXTwx
hRw0P+2qJN36+USWrW561U4XoC77BB5OLEmHRYvdBz3ALfF4gilLpfZipn0CtL6IAzJ6LBna4QY1
mCZqnNaMX30QICqD8QZHR5R/LBKv+JvJzUXEA08Y4yZF5uIkl615Z2tm99p4EZ7dnmLTOdj58sc6
jdqQ81ebDq/P9NqQ26B9U6OQceESf9piZZg98t0L7vBWjnRVUy0kQcj7JVo3BT5VwwCbGWnkk4i8
Nch+m0GLXffUGtNplJSjwilYOhnZqjIuaYY/iR+o5LEp6fOCAeFZOzzlbTu6dV8vIqGcOpxmSHl+
hFnmeNUbgSjCiTEBOFj2pfz1uXF5XXZVBgC1MNIebyLfH8FCYxyR6EPn3fhWVsWamvSomzZ4IIWx
9W8NDPsu7aW/tq+HzYt0AHfDrli2994ej5tu1dCbU90kmSkxcyEvBoxdp4Zxz47ORVj6w/h+ppKp
fc76vP6FKkVXhyq33V+awHX35FRNkxiNu9GKwfB8jKwqr7+btdAeHHoMn6tp666wz128aKS5DFwB
rUwvVFphfAPUX/yQg4kGBY28OpajjpCK23eqCFcffXi8CEdvuQaMrraYKKv6NQifilrvW7UZz73m
fJqbJtX5mdBlkKhf/TvwROmN3iljvhAtP3ObkM/SWgCASo52rDfVRraaUqkGaQInZWNu06n17Esb
8JlXFwkSXh4w3HQH7eNOqOeFJrzZlElRwXIqoAR9AhJS3A+tsPvzuOh1jgxminSPm/3aVsM4CyP/
Zmi28+Xle2YvUzzeGnTYQNpASCLF1o9RLXIE0mg0n+cfQAe9V7fP8jAoVPPbd+rxDbLIwZt8GNcs
3Fzt0s3z9Dxw5RDUGZChAN4dueUInMN62upyl8+owyUvr21zMPAwX/Uwn1e2EcJ3r15g9j9jUSVE
dAbQ6+OzUBs976/DS1lVo/veKlsITwK7+Qvz+hTiQ/qDXBadezQ7uFsPj1/ruls3VblM+rEITn4p
gwbdxHn63VGo2eJ+cSdxdjTWOPLREMesYqCvEznmRvW+Kzc1nGu0C7NwtvLtl58H+XTmoWgmGLIu
qgIzD8SP2QYN9eqXB61BSNdgQ0AEoNLxeILSgMTW7Gh0FGyJM9bfv4PC+khkZJ5f3npPYz0GIm7x
OW17ZnVYCWtcqH0EktIuHPwpbHSvi5HSTBPR+f5rywhEISwEQgnsNcKcw/PtdJ2do/Y9Jvns64mq
c/3GKDCGCV/+pKdRArR/Ynqa/QD9iC8fz52SRRpYQyCSvNQmuOoQ5TCbWspTJ9I6LkrNugTKf2YS
944POBaYF6DyDk+KLOupk4sjkqpE2WQOnJkexGKeNueip+vTq5GP+2eoA0BObbPTrS2Ect3pZbzZ
nRau0+u1LsEW/jvKIfNd87ExrNwTiSATjfTNn2JPa/MLt8Cz08ad56KhwP47FkVsvVSuvzJtohw/
CSS1or4ybMov6Xb18pZ4dtYoxKPmDLwQmsvjLQFqlhjPZiRTt/obTxPyBGPSv3Bon17jzNo/oxzW
xl6neqJ0LhJv8vQzXiXuue36LO6pL3yozKCMQY8MNzCHXo3WIJLaYQzgwB2qmkfL+aKE5CXmoE28
YEAR3qjd2Fzzby9P4jPLxUrtIrQkzURQh8/LhawsKkt83hzo0VrL8npYKxG3ulmeXh7qmfVCnYgI
DcFKxJaOBkLCkdrSgclIlJkNP2sC/UT51B5eP4rHilPTZk/AP3i8K1TfDqnMGGVtJh4gkBp7fNV6
D68fhouIQ7vrAIJZezwMeCruHJlzxXbyu4EF2hsCO/1CCeGZxQG3TUkbDW8ot0epOOHkfufb9AVr
OeWfjTnYTiJY13sErF+fTSNeRPwMl22vCB1zdqt3tMHRyCHa1DevptGXpxStjwuH6ZlbHIk9voj0
FEjosQjREQjlMOu7RLWN82Xyp+68Fpg9L1Vd3ntiGr+/epVIKYlFbDhTINIOV94sfTr2gdslczbZ
b11hrpEn2vJCBvvMxibJo0L0t8uBAM5hLzRaOdbm2iWaZXbnfACD6etqujB3T0M6aodsuX1zOxA+
983yT72jdn20AhbCHn8QxYdKbXS182kFUeWNdwPTejVrF+Xunsktd4YtmDFu0p1Rfxh1dbKldWEu
JPveeeOaquzDVHRZbEzOfJe5WXZjAFi/NWa9v8poAd1qeadfEq15bt/serhg8KH3M9ePv91bU4T/
hrRLhtSAv9Xa+VVfTsV3MdmS+L31L4Ubz5R9WEcgKYxJFE/F+PGI8Nr2WHdpE73uEk8bnZPprUW8
Lm6HhXTtU9dZfO0un/zgJCprCS3VlVe6v5hTtIhLfj5HPUBqT4hn+MRY/Co66ceCj2v0mrnIDLV1
lHnDxbPTITRbQE2DZmdv+60eIw9NsfsyW+x7V1kirnokA/PCXx6AlLlhvgXa6yK/v7+Jl5fe9L4n
KY09nqLSdBRLPzuJoZPZVAXUrsGctPPLR/hwB/4dBTk1lIhBvwHFOYzSCbN0pWe4SU1dcRds8M81
AoxxOlrGzctD/aV0/pOy7WPRC+UOBOtJD+QIiRfU4sdtTe0EHnt+p6bGJDkj5pVR3tvFQzEO5MoI
QPo/Z2sA2d3bWGIhtDP3WbRMGyZF/pgXEa7SvgqlJ/pfbaM3eZh2AkvutWzhws0mOXqTjkEeU7QZ
3miOrP+spqY/ZNJw6gjHo1zGdjlsIgJku3rnwWuFHo08eCrqOzO4wSQPdTdlmUsF4c1PtxDqr1AR
sRcl5m4S9MuawTKqiJZL+11svsTyIl22N6reGhVX1WYkzpzLD6Y9YYk8jhb9sgI8yKWU8Hh9UAjm
qqeoh8890FYIB4/3iBB+aa8C8TG7WdoKjaI6uJW1mZUhaYM6zV6T3bjd2kfLyunadaDa81YHl9BF
hyDu788AWkQLmrbW3v15/DMobWbosQZG0kgTTFlnF2YaKlSmtDNqzxxZT/gF1swytd0YGr/1Sujm
3x8AmoEyIK840ILDLkaJIG8LwA5Jvir7fWXl/fsJgYYL8cL+Vx7tX2abtBKgDSUHSIqHoAQ8Bk5N
mk6vffG7s2fC7lz0trwQdx/vxr8fw1Ky4fgPpjCHN6EBHDpbwjQTTa1LcRWUynCuZmUNv0CQyC++
PxifVn6qxBla5j+gMkrQk6sqvnBnNvekwX0Zvnx0SWyP384NSQN+V++g7UKr+fES56gP+mBIt2SY
5+G7xiL8hphc3itgDgEFrnRAzjhIl5OLJCTq9K2fiVBoTtNcpY0Qc6i7WZGd0tzrNsprgzWfK43W
NdWDHHxpnVFhjMxq1tpQ7zedpp5mp0vo2v3G9WB5i3dlyFqVse4soExXb/u8TQIZ3Nkc62uvWtQH
d8o3LZIVatiRA4vjrhN6X0WFqUNer9ig7MNiUVWk8qDIsQ4r03cAqvBmkdYw3OUy37672L0b59ku
C1A6Q4/qGBQlDV7/tk1lvGIzhipu22v368afxTHXpsWlrN7/kzpUZ05SZmBocGvzf7UBXcdQpML8
IPls+2Sh1dECZHbTEsuHoFOx3BttMStZfsERwvkqlgzajN66DVrPS6dWGFJ2+dX3+2nH5nlQjHGA
Hm6FDp7vpDT8j+l4BtODRjvVDEk1xrMAXdFFuIc11qmYZD1ERSrEvaW8XMXCkExwP9pyiqwxVzIE
6T+3cYvyzhT5xUjVytFx6gjqwHg3mEv6w2jbP2owzU95XtBUVS34Ud2iyLOten/GrW4BS4/Xzr1d
es27vpLzQ0pz+0uPjpx1hYCpcTNNQrI73LS4lu4w/Yc9kNWeXWcb7TAI6nwDPDvKuyybsIZoSgu9
69r3SZVsrRqMN/5SthjJO2Z51Yic+qJS/bpc5Y45//JXW8po6bf+iz5vwXXuDfK3m22LGUr46mBX
x0b+cPy1YzemU3Nfy3m8SU1r+J3LshojN6h9gInOpv9qNkO7lV1Wm1G7yPV2pGX4bTTK/opWKNca
1fbWiUuMlPIo1/v2J+1zSgmYMngJJWQ1XoH01d/XlqY7sXCC8Zve9uXPPlu3u3Lqth8KdYCPK14p
WziUNujljQkOnTVvZJgJZLuLwm1uOrsyHvpiGFsEQVL3k8852MJx0Mea7WA6ibmuyo+Umutbkbnt
fTBadhXlAj/isLedrovGZevuVFXqZThMtndfQ16aTppWpBqhc5vZ12Pt5J8Do1EPvdDTH6iy+fdC
QZs5z4FXbXHpm9oX9Jn0NWw62arI1GarjdjIpvqw0sr5iHc4jq4tJrJdtPFJ1ZU/WNNym+VAFOOm
VdMtDuP2l601W2CiONsSxIBU+bO4GfiTDi7VcJ1V0hD3tS2M8VaZrfkTq4L5wQGNVsTG2iMV4OF2
kYWGyHP5fh5t/R7V6HGHs2jBVzSYJyeiO+cbkTkvEt+IAih7tHpt0LyrcLXseLpV3YQ4D6/97Zrb
4/u8FPy+aRbcUks1etwoTavdrrXeIHaKsgABhiqEG45OB1+EJ1VGEH/USXfKYEMCsd56RKc2+Qkp
HPJTWTn3q6u5vxANrnSeect7qOas/V31NvugWCasOIy6m+hOK0qqb8a2KH5Xc6qyj9nQGQ/64tvF
yclgS4WVgaDDG2NYXOLusRe3aBD1RJey1DE5Hf0qj+gojkWktGz7aYJUXkOuPvMHCMYt+4Bii6hO
6dyOQbhq9gBKqxD128UARfh+VwvWrwwxpFMkh8Erwq7Mqv9AYgRpmAtnyU9VW/p/eOFVz66c1+th
IpmMdLfZ0ggXRPM/Y1bTcvbmSQMyBBGq/bWkDkLETqq+VYZWFvGEDH0bBnwYiYyZdj9GiOSAUmH1
xbDugz/VUNH7EFYBWyXtFqXCdHQGJwz6HLbCiAK4CL11CNxY65p8Drul5R2wCg3xHwuFgGsbXIcM
2ZTsRzHp1rXlyG4Eqd74X/NtWCLTzlIZKT3T3tR+M3+FlOt9GnS1fQaGovnvVjPQvul6XZXnZTHH
/GyBdhojreyDLWxMOW1Af3ou+myp0i/bZgcASCbBzTymFcjlFbbtp5SywveyH7fbOtt4UwZV8kDk
CP+RMi5j2j246yrq6z5XRnPbFKBOYrOslneTXKB6TK1WfqVFkn4uQKEnduYMkFoylPe5pobtHkbq
dNdJjWdIk1vxEVMZLTsVIHYSQ/W6BSh9XOwYlT0kmiN847simfK8U9cazGN5y/nG/WY28sV5Ww3T
GoSQc0ssnhDQCEKsWfxvWz37S9TaW0+ovKX+dVP42YexsaS823AFaE9uBWwFYn+XzayocPNo1DLX
DDsoOZzgTDZ+DHygYWdXwg2u/KncfSIKnqeTNjRD8c43cjAvWdBM5Wk0C2GykB3Wqf5abh8zB1IE
cfxgl1Fe6ibe2sW4vq1zSwAPByxbxruGTxmK0ij/m0xi2LDUmgKGWL8ZBOv+6AaczbT7snmV7K9W
lWrNGWQpL72QOElEmJ1s10FKB/ddQzupDrF3MKx7O220nmij7ouboOv1a0ER+tz7bp7H/N8UtdaR
zvzVsHi9DtJomH+3Rl/eZuOUVqGTwVGJJuLgkdw0Y7/OlaqGyGgdFOtwf3NUpEnb/CLtpQ8o9XXb
rQ20tgn7tgjcq74X8p0YZtl+zAfKT4gGm0juG6nU8nBmmYYw3XCJjqn9V3d5oDBh8WZLe1iRdvne
51l5B8/XciMdHZgsqkTu1tGc2/K+sS2px/RW8oBfaWwadeHZ8OG8mPM1Mt52H9HBtv6Dhzrap8nD
COJqadeOprZnt9eD0zLFHRHK28aYmi8BlXK8IRp747xlnnsbVHbJX+7IhWPp9/lPS3Pt/2xPo7nD
jabpH2eWamE+Cm09WURiBFsbbl9Rt1Yp9r9cTEHYzvsstmkbWBFEnflPU4j5v9SxUaLv9k58CCBQ
0dx1/SUudDl8WPwSajnV7vp7Z2vZchJF6UHbboNlvRa4+31eyQ8XIGapk39P3aFRt95KDzdcgprT
hhhO91D2JIBh5lf2w4akUhrrytPzEKnrTp7sABfGmI5V/kFVQfVTtmZ+a7oVdxuQyh9VBjMLEVEp
w3Eryo/p5nR51BTKok2SLlMbpnPnfM3tCjxF6oyaGWr1aLydiimToTagnxYPY7GbClTrdENFRM4I
mBWtdd7yXeewJ2QZQruZqz4cdSNzYhdXss/1EFTjzdo06y9io6o8zTgHvmnKzCAv3gEY+BaN5R3q
CdMYLl1tVSHcW2VAVmrXPxtiBEWo0cht42JaawI1Ggtj2Axudo/zZF4iG5RpV5O7WP6J0qGTUCFa
hrhRrfiUNl67naBdpWC8JtcnxLB7XcR6mqp3VRas1Yk/oT4rmKH9h6AUezTn5rYgV0fALbRHgYas
3y4pEVs976g/zWnBmvvpt9wOzCK0UsTzwrTI7A/DFMxvs6XD7FrTZ6ovvKODHeatUYkQHYryDwx7
IeNSmsabfAKaFKe1lXJG1pEoQdM6pCAhAM/fwaaMNnm73rw37Zm/r1CvQh+nqThdTWGq4t4SdCwj
nDqURq/ak+iWZIsS113t53i/BYX/3bUKxwsRQ1+RbFBr8cNwtXY4tWYf4CdiY6wU2hLB+cizZjEk
jrDn99WyknhXvB8UUiDO3Nf9tslzTa4nT8j0Nb+bhX52bKkiaG/QMZJfVqNsu7jO8Sr6uY5ba19Z
Q87LmfV+3UUyR1MsDBZfqLDRXFyqkJagw9wsJOIh76xjcucOzR9hNdMHRI7W9FTnXf7gEPR0mAfP
2nI/GlXwoxmD7A+SotU3wxEcs3VZEbHPMu9TXqr0lyvn4KoMIAad8tzHmEYsLMjtMlcrBlg5EtDx
0Lv2GtZ5weUGminVo6UaNthDDZMcb9asnFMGFQvUAWW9/tSh7ZDFc7263d1kIqAZkQTOt5Q2dwHI
yV0/2RhrdTcpYuDq7abm+W5W3g7j6S3Orcvz9t7xB0+Fy6oZWaj1Mk//2H7Fl5f6trzLtKofSeXI
2EOrRFkERwIn/8S1TUuaI4ClzmzU1hi6i+H+nlJDXBHqpyrO1lX77CnLL996PU8uMYeytVijNPXR
zAcvuBrAjOfXnd2an7CWs99ZMnCGPx5QLTOutAExuaYsmk9YIrOxcih/1knlaZkSEqXdH61pKV8q
2UJ1asEa82tA5bonDRkjeYN4gdvGo0QD+X3tCfcbLPx1jjqi3zQk3fG/rDUzHmYULD977eA9OGVW
6mHQ+OuXPPM3I8orGgcqWKqJ/bAR42t9KgVyG3r/A5iM/rbz9bGIAV/oP7yh6X91qgLObJir886R
LoTRwFx3sjXxWxr1ntv89EkV3gHjISiEnDPj0tr0aXa9Qcu4HkbTH6LW3Mb/lt0/DQsakZY32kgZ
52RhRqHHDsIaIwTQZrROLxcenqksAeyCHggCcUdb7JXrf6ryM3hptzQaK9ncoPjcdHPXh02qEfY3
09ToN4Fd9w7R2RgUoWryTMQvj/+kPEp/kAIuOpCUqw06BI/Hp+CCKl4LKtl1ZReViAhHItPH32rr
6ldKQex1H2o+wAH/AoaRuHg8VjaIBsO5Vk906Vgf0TxwMGNz3GuO0yXdyUPBfx8KQXO+CgwvVpBP
QIF7FaYGu5yMnfVemkvzllpFcQKhaXyfguZCJfvZ0SA67i14h2LgoTxog6weuswxkrQz7+plt7Na
qYV21FquZLd+eXnJjkaJfBz6PqAddSrNNPaOHkJjP7r9MhZLgkWvWcXOPM/iSt+aCViupefxZszI
J7baUBM8eO4kI43r9kte29ZXg7BVhVPq1vqt9PMMoF2/qa+Gi9dTmDdZeokR8HSDge/Y99huIwwW
9DA3wl8XjM3mjUWH676SpEVLulBmnjXzdX20fV7YXn9ZdeAG6Ckc9pevWfnecEoQ6TNOi7a0seNP
1vuXp//QR/s7Cq4OLruYT3rixpOnXtmumlwTF17pmxUs3N1st23oaKZ8wMrJiMdBXVJNflqZRXsd
Uxa4BwCXgBM8/jS4AsYgum5NhlU3otSYpyigzHHhMnhuFIBvFEEdunUwrh6P4qeNv1FaXpPZ81tC
xsC+Fvn2OsTA3/mzdBR79lsPhMXhU6Zdfc0uhjXhMdAT9Bby0ww74gseEtNrez9sCPiGYAXpHqBe
eBiqX/WhFGRVCeqf+bXTburBd3HOmSw6gBcqyM/sc8DdfBT2pQi/64e526beK5AI2pKRDDPGT5CS
Vrc1J4YqL3zW0+sGRgDNJrYCnVX4nY+XKW09Y8pc3It6ygLmOFLfxTg61YyUapB9SRT9uf0OxAN8
NSeLhTt8mOTpbbwGvSpezBXToQUxRmC46btOL6mGb0ONhMIyX9glz23Ff0c9vBW6X3qk1gKfNBSf
HhqzfwiGrP/58lF+bs3opbAJd9u5J+19+lrpSPSOlZ6/qmvT6cVVOmjp93XZpv9eHurZ79kll1AY
BTZ+NFJYh8JqqKAYiakZMxGy40RpOm8XbsDndsZuo7CrlwEpPq4VaO2qWT18QBex0JdrUnFdUuku
ot0UYw57c0VK/pUf9rdvwkHeWZp0Pg8LZVYpsUmG1YtRiOGqHilPBrI3Lly6T6ZvHwVWL8h70BjQ
eh9v+cFecnDSAZ3VWuRnQ8x9ROxevQ579rdXvC8R55jgAaLX41GmbfRk3dG/NVKrP81qQQZEllNU
BNRSXz9taLCAEOB5BNS5n7p/4j4/80evax07GYylP9V1p+Px4rY3rx4F6WYAbpDnwT0ctVgcgvnK
2gwvKUBvx25ViWiug/rCtB0x0/u8gRYGYgSAUwdfcHh4beEvAZ0iL5kbx/xoSeFQ2tkCInS7vXJ8
ZOLzDUZGo2zzFNSFf9XjgXO1lsDPX/m93L7g90HJ0jKmWXr4IUqUchzQkUwMFzP0fpw/m96Qxv/H
IHu8TATwl6TweOmqVLR9hl1i0qPHH1ED1cLcw3X95VGevZv29wvVFULKoxT+2rQ1vQ/DSLReJ4Om
mxATemYnt3Da/+M9wRaL2wm7Yt7kw7avelq+1sYNjwp3fa+n1vqmguh2x0f6eZgVHh6ZL3/c/mY8
bjQzcTsM6a+BDUHs4yk0W67+QWET61eGi66ZVFdUQwNSLFmnU+ioov7cmFtjRs2OrL8w+jMvGohc
Ap3AQqEdMPjj0TH7y4sU3mZiZOXwPUO82T6by5SddZASRSSl0Ouos93+wrhHaaQ99EH3n9PCJWPu
1mCPB+6kgauCMcwJ/pz1QyFzFPGKLi2K02JYvX7VTEP/TSBMspCJ5VUeasHUfrCdBlUkbd1praWb
wbvLg0ZcIxfo0Km37A6xHTzGvqKqElCq9Y0xjwfbHu5r0Kbfy8J0fyKHQO9sbda2DGU5Z+lt3+Zm
RbGQdmJsT3qNNE+/rp9Nra/fTCUVjniDrLpGlkjtn3qmHHULAKLLQgvrtDW0Zl1+oWSrFXGtz+ob
AHkSVOrBph3LbKUitmU5inFpBew00uU6vhXtsi7Ahr38G7pFVIUcP0f8uJktlO0ovJmgsk1sZulh
Zd88ox7rc4q5DWqPmN5/yud2oqLN57rhrBQCjJY9fB9mO7/2xc6JQe6seWN2S+rFG03v25qNoyXI
a5jVbT9rwa9FS63bDikYLxpSbf6EHIV0z8VGFA1LzeneEBDj+LUicFvgEdDZX4O+oAxkTpXxxTKF
GG9MmnJppBqj+yAqX5Shjj/Kz2qwPHFltDb1K1/HbIRWBDJUZhnIL3JsRHqeMnvWrwZ4TO/VWnXG
adIgs5/oiFtWONISvGQx8eS5ZKNBGiMjha2JK9AhQizGmraoBSO6ZEuci0HJB7UObIGXj/FzB4m5
DHaPAO6PI7bKzzRUyiaxJt0yU5kD43+FAFT9XrSzvNUbD/ACKuoXYpzn0l/2swdRDFAX4OrD8bVq
g25qPi9JDf32ZlVBfe5K2f+ylNmdhmmoImgz+smX1npLd9M/o2mYXQdW43xoBqEQy+rQAvBRY0Kt
emtj25213y9PzF8VzcMFx+0C9BoaDZ2/o/KRp2ddbVf9koDA6r7p2mr+j7Mz63Fa6dbwL7Lkebi1
k3TH6QlooOHGAjZ4nqeyf/15zHdDnChWH2mLfYFEpezyqjW8w9M0heFPSe0abx7iX4mGFlnAkOPE
0Qv3YtT7JycPnGOPzxBjHdtkpiYXXhiW6t3tH7c8n4vfBleSnwWuFfDeeRRqY8BKIqaAzashPgH3
sr+EsroIHsjdW6Q51du71yNjg6+y5Dqokqyi3ihAp0mVSipfZdiJqoWjgdMYgwcm5kMJxiwMNzDc
V+5Ommkk9khCKchGrFYkohgtxbJy0oPuvzS1CyBqWb3LrSJ5d+dH5SACgF9IWgsx+vxZymre8poV
/aT2ig0LKKUEK4Xw87nsXAtUzMZ6l0BOkmwaP0t3i4oWRNr5gkYfUtQyOTgZkNB+VKi6/Kgqmaav
JMFI0ltJOVRKqFuMfRLrAeu5zJcrrfgZ1aL5CjCuZCghbbLmr8QbMI9Q1VCvpeO75sSOMhARY7B0
MgiVhx116d7E6OmPk7Tim9Pb2kdpUOpDG472EXurDrH91gAeUmrFEeQAR3Gm/QTs1Cw3ctMrR4Ej
AIZwsYcEj7B6XuVQN7ixRcYpHahbm4I2uqXEwmVuvEX1vrbU4miNqu7Sy11jbNm+1nPR6ac60H7J
Rmbe947xVW9Fu5HVX/mAkY5cel1sDRfj1Z4cEdpJiqjoaY5n9S2ppuJRVdN9DIx2P2dKsPH9XtnX
X9D90r9bqrDl5f9TqlSIb2sDBLmTLWjeRTkjNxRRZsaXcvv+t8WGgOAROGXys1UmGgZ6DpG0GE/9
xKA9b4XBzGqI9q0SbDVRLo+sRrZLqYBGjr4A/M93FffLcwsx78h6YNENM4ldXPfNRqy9vCF5SzLl
JL0uGKVrG3IxGAmiU/F0ApPhvMg0S15D2LRfIMzq3yJZNl8re2DGejviXl0VIKe5nBAye+18b8pc
RFooW+MpQ6gfS7lZbr/0yAh/N5oi/55YVXE/gyZ+py7yskFkWyFt87X99Ws4XxZ38Mhox6GnL90i
t9lV6NnkzRZI9fL0A8Tl4l8kBRZ2vLpaxR6x1Ao6hP4ghu9rpt6MVJkPvxJS9I9jEGyJf1+efw2h
VmIIzTbe5lpWOhyUidtEDCcL2NRd2QnnHjpIe6ApUH67/eKuLcVHRvcaL5LLaNXFIHdYryMeyoOn
p2hq4lElvABA5wbW98pjpJ3CWgBw/zpunz9GUYKRbIp0Ps1Rq3xkKu4cMnWI7xIdu9l5rgCm397b
tQUXpaOFf0GvYE3tn0oByqu0p1MW6RFmg50l3wV6E+ykKTOPVQQW4vaCV75wPJHpmNNwW/5bfQXo
QylSjIzsqcrH8FVJhskf4sreCMZXIOqLgBOrwKvgm1sTxkRp9EyBtYlR0wgpnvrog9xDGnOiQvEE
0yBKW9k4LPa3fqhW2bGVg3caji5f3gILp+/BVA078NWNMKD9aGaSmE8DMeE4WZa8m3JEpiOQ6u9/
qlQODsZ1WFoAFV+FaM0JFWsEj3oKulL6WAzDJ1LUZuPK+ev5dZ6javBVFuUvIgm0oeUw/XPnOGMc
UrSZ0ylsh/Jukqv4UwaCwm9tO30xGuB6s0AKwLKFBM45MHairFRUVLL+XjCHHtwIbU6/AlOL8q3m
vKlVOt6Pmtx8CCrG+VOSJV66WFVnpRpukMau4NtR0YA5SNaLBDI81tWPT0y1wCh1PCHHKWcngMLJ
f5DE4ZDDFQKMUSaBPD4PDbizO1DAiuYFC9f+QMsnaE/VmAAdkYakDF5ufxBXvkDD5CYiNaa6QRnu
/HcNJpYeyaxPEF5NtKjMuL7TBpBOsYUiYhJY6kYavlbmXY4lncdFt49zyZKrBZENhoCoZaR3NaC0
OlYNhuuREi2SszbeVnOTOvXLZMdWCN9oLO+0IB3LhzYKlJ8SKJPfjODBT05idN46a6QX8P4HQiYF
0504iIzpKkKAndK5r5zpJNex46pDGLuKmF6nPm32aqRs5aJXnv8y0rBxF6L9hFjZ+fPHP0g2I6BO
J3XWa5TnUceuwyB+1JxE/qgU6vjubAppHyQaKYSQhLfV5bb55yMKx6YHD5VMJ0WI3FMtMSHoEZcA
4Id4IwpeubgWXiEcSWYPJLqrrVmJBKwqmvQTxusVSahVg5BuhqNUjFsE8SthnZk+8Rz2EqTWNY9x
lAO1agJVP9l1+qOdkUJg9OqoP28fjaur/OU1091Gh2p1dCFqmUGkU2cpldrfa/QyHrum0V5vr3L5
2Pin7WWSjICuoq/NOOAA5Am4V+2EqU8KXiWEaLWAk7UgszfaJpcbwvzHgDfNR7noDa42JFed0eNr
pp6KMoa2wBQWsfGmfrq9IYcjdR63mUcuH/0iVLEw7s6PnDnJg94LW4G9X321o+gRyuwT1jMtzUFk
vLLJqtxO3SKhX9kbCQXdQS75Jfdc3UlGMUsiQ4b5VGRBuWtEO+3GwZR3t/e2/PbV3kyEsam+FzYa
l9/53nSQWHGhMLMOhJ7QTKj82NRG1LPUjJaOsk9s+73DNQZdxE2QJdyEBO01YmZMyBXUNHWOVeyM
j7R9+12OcOBGnFi/tGUVhwYGqBJE73hx5xsLwaQnioqnYy7SGYClmTQ/VNiHz4WqtjSXpdl8Rq28
OOrgLeladlvEyYuuBr+A4498N+Sr5XZa/QLMtvWikLLgaJVm0gPO0iCfhlOuH1FXB+rahuLOhij1
2PVj8apgqJnSQ1XML4B7R5givfXcQPDZeOH/W/ffV/73d5HULWKtJi2XVRpSmlKMtqQSHIOqlz4Z
ELw6d6Deo1uOGYDmhY02hH7QG9FrneZjB7BGl5K90qaYo9t9X0MUKxTInFkbYvdYUHOira+ORr7L
JSf8Uou+Sl3V7ozOCyU1N0GmNvGP1ImcT1IyCuduRnrXVzKDgWcPNLxyk4ghAbQkR3qMmK+ongHo
snYhdsjQMnrzR2YoZoYeeWybHvq/fXBPViEf4aTozkEOrUSFggqG4T7QLOlRtGEAstYifwJIO5Wf
MQtwVLdP5gCeCXOBr3kaIycpC0mJgDgmc+algW3tFC1py50mOQaUNHmqlGOeGNl9XGvRRxxjlA8Y
7/RPamZCCxJ6anttWaW/K4XmlQtCsPstkFS0Pcz2GmNXF12v071qDKgVce+AMKji9FOlB+Ab57or
HTdXY8IknJl+6fZ2o2+hOJziDKL0gQv9w5JfzTyJhwd7jlHPVFt9/BzFtZF6eaWrkxuHVfxNauM+
5t2pyg/baItHLYTjArhfxTJtsPNGoWCtTQFFfpp/G2GmPRZRWqEPkyXlnxrKAGjx0hgea3VWMq80
q+LUZlKRgrXFFsXrkg7DLdzDbM8ppuQNEGX1eTam4HsV9BGkvVDKDipUi+CQVdQjXtBqRYSPQ2hr
bmpDeav0UOmRqAaUsEO7efpmzZrxHy5QE3EzGITumdlY7uTYUsXBGYpgcKFWwBJgrJJ9yCJgkGmn
OS9tiuf5Xhiq9LOUA2dwYbhoUECGKPvcdlC7Xa3vptYTZai0rg04Lt0p0J6em65K/hMAI950p4el
pwUj76cUMlbcnSP1waGbdfQS7b6rB0/p5fk7OjeoZILsbn4qkCKR3q1i8TkHEoag2TIL2wXCmr9P
6M8lrpO1WU6qReqMC5pDz7KOBnU8UHBqGZ0KKXwhYZwZdirYS+6bMs8ir9fS8rG30/JV6MKA5Rig
iejVgRQPnhQV7Y+wF9D+2nTIXuqpmeFrIl/3n1H2irEHF64FntaMzX8ZOinKzhp17TcI81LcKYpU
nCJc7Yp97LTN7zTPwz9tmC6K/1gCl66SSMrXRA/K70bl5J8KrunIa4tMfRJ5Mb7BEeteu4ExELzF
JF2IeqCRCBFpUpHmGwLKW8MnwYcj8gbPh3H81Om2+pAApWhcY2phslaTJc17izcxeHYeJtpBaWtp
djVRAsGU4Ad80eM4+zOmuuj34Lvlp9rJp8Jrbb18C4O6qF26ZHZzxCza/mnXlv2k61nwiXkgdBt6
XxqMTyH6dqdpddp7IaykxEWFJg0ZfgD4esAEEZOJEDjykywDe9jJlaM+471CvIujxvpmBdI07HNJ
SZ/7RgnmfTloQ4o3VVSJHW8TQr3kFOZjwLTo2zxov0Zg5BWPrHDn1GA8N3KuftB4Eok3qUXYui2K
/i+xnIefKc8HcOZyqUouTgZleJDA0BcPRh3GL3ANQrgGfZDXLrBl+tc1eqtvTSarv4fBSZp9E5Th
pyleWD6dlvchrKYp/AotgaJmKiNAUZEuSbrb9w7HJVfs5FmKJJQLY7MLPxtVbFQQS2MdCHDWhF9D
PWpflJRDsytiB2vD3Omztz6InWNH/O32Q05McxUTwmVpCgsKihRXpZsZWf35dsKxTmso0agjGRPT
uaZHsxZEi6lheWKVcZzLePQwDYq9uFKDjdt/XZXwpZG0071YShN6vKs7roFGlkdigoZqzw+Tk5lf
WjMqD5Gm9sdCiaz725taZ1F/l8Manf1g8XSBsYE6oWphAOtVAWH8jHd08JA1evCa0gfYoSWruxYJ
6laD5PJRsj24xs6iJAC0Z1UKJco0Uvdrim/NSufXUMgOPUTijXry2ipo7ZCqLZ0gRq/niRQGv2Ur
S5niS1UAfTnBAb5X0mwjk18XDcsTBG5lLrU86sB/2w//lHU4YNmoQgheGHDqU+Sos0fUBq/ZAa+5
/bIuzwYhAyleQChU8NiqnG8oitB4XBRFjmZjTHejFPXf08xUfnFtSE9NlCZ/bq93eTgYSQJAIe+C
TcrxPl9vzPUe6rSCRAWc1Z+51bV3sB3KR8NMCs2duga9xxEE80bVcvnegDYuKOWlsYX9p3q+rKOO
M2qbnXM0EmKQJiXie5RO8UZJefneWAW0JjcAhRFv8XyVPIC9JeQEdUxcquB4WI4bDXAx5STZ6jRc
3dA/S62eI+PmPE/pkx/Ncp522QIZUrRsyx74Ave1pMdI3CyCCfRQGPGe7yissGSLIVAdzQy4jCsD
MnsUPLjeJcIu6o00PmOvnGRRu5necBlNrdHCb1E6OM/A06t8I5hd2bgFypyPg8YvALBVjUYqIZe2
EzqIoIv5aE+28iErC2njO/97Dld1AXNsxg+L4So43FU4oTep4ETfWUdn7gDQBFhUxIdsijGYKiA+
empsxi9gP2DCGLmJYDvJqvasyaBn6cOk4c8SeGvgybqBzTQG1xriKzVyByCfoN8clUwX7z/ii20v
Rd7frqq11ID/BA1YzFqEGZJ9lOpc3ynjZO2mDorh7e/3ohm+xCZiOtKRsC4AAq4KORQIAsNuUtXP
4Gs/abIUn2rgbZ/TyqJIjsPQDx0D+hXJ970aDvVuQOF2Y0Z++Z3RdQWMRIWObz1x+HyrKSKezdIE
9fsCMk3iTMF/bZyH3mhI+Uaf+krhCqiBW4yyeZk1rNUKUzlBe3WaZN9IZY43NrHTEy7IujtaAUCq
bgjupSpODqpi5X6K1veDoDnsIXFSPDt1Wj5ZWmn/vv0SLoM2HRgCNs8AxsBF0VpgKCJFViP7at2L
o1xn4I2sxtk5QdV5+P+lGy/9yvOGYUn3j7BGRDBW35yJzmAvQeJGjTaHSenkuttNc7InBm01bC9w
NZwsKDqMNGmaGdyBq8CGgUqv4w8qfEVq0pNT1+ilBapzpwpOWjkirjghH+2bSPA8BrhcIDbRjq8h
vhC7ZjYop8cweS37VvdgJjobwedKPKQtSRlDx4ZhIY3l85PXJZGUwQrpfGpNGKpC3w9V9knqlT8S
KiE2ZixGIz6XEaRHqVMeJez/9rff/WX8wyKBwS9eyRgwApU+/wVFBFiwi4zRrzLo/JYF3VkE4Cpv
r3LlhP1tWCLcSmf0ghIA2FUks1YLf9aD/kXX5uoDmbHiNaKMD+k0i42M59qulvYQ1l/6EttXbx14
XQjaUUMjMUmlVxX+IVTb9L16ZEvU4moGw8wchF7Qcs7/CZGzklSVIXQ6C+bcHzujHg5N1fafbj+7
K3tBRJU5MoUv+LX1G+rRDVIFsqa+4RTGDoal5ZWj+U6tTD5+3IXo/tOMB7JB9/B8L7KGK2MS8Iby
0uw9M+2qQ6uU6cY5uNwL2ZLCDNBaPkdAreerKEWfi8aQOj9NUB63m3m+iyzER977xMAWLUShZZjG
H6sznWdlsuhEqPTZwsKfoJ+6OR23jTN2GcVAcC0CbtwdILnWmDHkYsY4tXrNr0gQH0ErhXdCr/u7
Gjetu/dviJE7kxJejA3P9fyxpSaKJOiRaL46ROZuUMvCQ917C41x+ZEuIl4qjfgFuoAC3vkqmi4C
e5hYJWsUU6AWJOLn2FIKD5+2GqmyMn68va2LuSfC7Hyl6Gor5LgMGlaHTlfrqQ0mXpRF8+25Htvs
ZHd9/dIUpXhEz0XC+CKNn2tUxH8P+USLEIL/d3ns05MxZsnHjZ+z3PPnSRpPGNELKCMIul/cg8lE
HJymVvXbIjJeCoZ6D5HcdHdGuDTErMo2901di92oNuYHjHkqTy/UJNplmoYOlAxr+qmSmuotHCL1
KS609JOmCctFTbfdNXJmbITuqz8XSJ+xzL15iKu0xZJSRwgkGf3UCMNd32nNN643+wVupXmnJobp
tdKCS5fKLbjktZMC+oBhOwglivLVeWx1Yyw7tEd9UlXLdknvEj/J1AY/oVB/zOqh/HD71VxfcDH3
ZhDKbHh1UCp7prEc26o/hqN8zCRJcmVu9q8pvbKDhjzc59vrXYlT2JBQdOGOSZ23VnyvJwzne21Q
/QmFxOchcJSD7sRb5/9KBFmEadHP05cbeF3fNXqBNJKZa34ScUHlXRMdgEDRPB6dd98hS5QCXLD8
D0THKss2cavIEeFVffSGMj+TaJXnybCFNb3y1BYqGctAooYYsjqQRpVXXSAjR2HUZn6I4jLxHVSl
7m+/mytngYIeiADTY2LHBRnDKaOgYHzm0/rRT5STGfoilXlfoDSHSlrdbeCerryls/VWd9ZYF3No
dLS7yrzr9kmoT54ioWHQ9zhg3N7atQe40PCwraAaRYj5PAIjW55gQhcpPi1F4UW2OnhTUW1ZNVzb
EPkwFlnguYFXrV6ToE1KIpkrvsjzGAz5MJCRdcMdw6b3zlkJ8FiVQOKmxCazWGffCYocUwxfyR+7
rtnJ6JW4SYmq2O3H9ldVeRW4+YYWAjcHAiaXdv7cGvjtqd3Ksi9jeW3uZFTmf9B0a1sE/CYrdWO9
o44O8PFUPdrX8hPdNmNRoRnDyVWVbEI4EvS/8JDXs499mNX1rovt/Jc+59KvhQJ1ly+cVm9QewN9
GyxCpR0VC/1+/LHnfqM+unIMltwIHCgEOQqz5e//ySvHqo+gQxu2n+q9veumAU4VhuAbq1z5jvhC
lmO21B80Zc5X0fVKm+VUc3xJmlBsZNJEOHdqb8J79ZBXQbJx2185dhD+qLCJAAwr1jgws5T0CqC3
5QuCyEFupeFuNCPZG1tT2wgR15Za0GBk52CDyZnPtxYzyh8NPbb9qGm1w8jAwtWZ4x0CI/9z++hd
WYn3BDsXFDfImTXUGX6AGMbO0Xw0tqAJ9YjscgdLD7Ni98f3L4UK9zLxpvFIEXW+KStMpsphuufL
Y9F9L1rZcQNIUN+TMrY2jsaVA/hXdAPKwKJbsCZghBKdcSnKLL9vs4SJqersO4rhDbTXlVUgtFJy
wK1TYZesvlrMiOaqNmvZh2PceX2LHqABJHEjOFx5Q8uQwloSWibya6mNrh3NWZdb2U9Bb/m6IqX7
LK70u7Cau/3tN3RtQ5Qc5Cd0NWzAbOdvyMngvkFJlv0uy9N7I43ErrHKbONwL/fNebDDvh7NGRqW
qBTA7DhfpVNzVSqttqRnUAwHZe7T46jK4b6UZKa6xGKB0hYdjtt7u3yMcGMAygCkAjUDNed81XSx
bUgYHPqFbpb7QNbrL0Wu5V8t1Mc2lrp8jItvCIUVu2S0uS7enVFtmfdVud9RkZLXVkw5W7Rzb2/o
YhXyFMQXFnFmLkEO4PmGMOcx2n4yZ78K5h7GV9adjLbZanVdrkJmx3AHeQz2ZK8/WpHWBXPLOvAD
Cy4jTH4k78JJ3zh4y6d/diQWwRogYeSQmA+wqfO9aGqC4WzSOH5dwhKMnamJXTsxjR3c/mzfINuZ
uZpc5I9mrJnvLYMpmGg7c/siMcHaq+c4ibbuJ03YvoV207OMktcLOubJAZ3CZuMGufIw0YHjekct
g+bp3zTgn3sxHaqEk6nafh4j7T0hBe81mbk1wro46WyIFIwxGYPuRZnj/GEir0xQDAzHT9NAHBti
7gPClc1uNIphI7X8e8euXhyIVx3YDXCtpQ9+vtY4J+Y4IO/uK1Mk7usQuc1+UrKHTjXDP0iZm/fo
I2RoGKjmA1pgi5iq43y0oj7xbDXNnyfCm9/M4CYLu0KZVhG9/V9OdAoBExTN4fYncxF5Fo4SWG4K
ZORK+L3nv7bR0P8RkmX5Um0g2ihaceeYWfAwBV3vTUPWoXaXTO/+ThnLUIXRIDWXScTq2gNBoNZ1
Wzt+MRnzTsi15Q8AVDa2BuyeH3/+KhZXqaX4p0+s2evDhWlHBChB50sdrQEn4qaUOzDG84hso7wM
+wthBAoFBiDsA9caZF4YxYaDRGHn/BBpM341xZBpbmVORXKXBEEEGbNcPnu7GnI/SNqcWQ4s6tGV
AOp8jRBne4DSrhWkeFMQ+EokpbGrBlHQ7VC5NmZPVEWCn6mIy28CItoHU2B3tfAFy2fizYSWtqjz
T2pn07Euyih2BYj1JykKFVBDcmWCUVLzhuwRxY0/QOCqt6Bq4mZH28Vo3UGE6pMSDcWzPkvdg547
6beuV5TUVVAbQaG4qI1wJ8Xh8MUcqcBRE+zGr8xrqg+mZBXfK7vRc6JNaP2Jw7xO9iNzFPW1cpSy
2EHrlUsvS6bunrF3+7tw7M4BTeyAdqtAkmRHUUx65y9zh+exNFprl6GggNgrThOV19ZVz4L6UMgu
IP0ovBcAUWAmYV7wx4o1Cax+lghgqWVMb2qCZeCW42APB1OemnvdTFsVJeJW07w4FtKHWQUl76q6
ZOxAlMbjQat746smZ/1rxFgIhGaofdUQM4uBFDVdfjCTWKl3YWMg5GEnajfBGnfkxxykCfPRwulU
18FXoHWdrpztXZgYKHuaRZh+RGU1aPd6z/2PDp3WohAutzgr9zV+Kh5NpCLyAgltwoUwX2Ny3c3A
76R0Ll/NRI8/JxRVv0cdIhRIrUL9z0Joq94Z8VwYoGLlee/AGXysBoD4rj5DUD71tQoavSuFmrgm
subQuCZLkz9IRobUBLYlkb4vTVxcXKGMun6sCxSoPavQYVQamQYPAox9MWxcSpcfFJ0N1I3I9RfA
yLrXa6AHCl1NKU6IRKMLa3LwMzetbIzoVA1njdux6XKUAgCANBziFfR1MrBVgiKb8NWVKm1OKfzh
ztW43rM9nYoeEVEIpN8UaaZoV+fQaXb2zNMGRlVM0R7wMV8IyuBbqmtX9o94A/GS/BbpiLWPb1b0
ojblqD6hSzSdANPlp1Cbnec27eWNlPDqUotuC6nnMltUzwOzJgtY2Mj2nsbBsKhw0dee2dDO6jDj
u/2cry7FuMNxlprRMFZLNXmFQoI51ye4MLiIGKU3yyU2kxNz+9sr/U/S5jwkL4xLhHXggJNbrFML
AAgg6qfc8Rs7NcxdapOu7WwE0t9Kx0xLzxaydKrVwP6c2GEY7Ns6MgOPvrUlP+ghEpAotSva4Kr5
UIg9Y01qfqvN0GCRyViSg2bH6o9Y4LWM0kUR/WhwtWnu1MjuvwCD7X+m2ajBuZ/KNNqrcZP9rIcu
QVwybMMXxFBRBEPrP7U/FiXC7e2M/rbbxJwyfwAM+7Wmjg5OWRjICYWhUf/OdacGZwuWQ7qL5VJL
9oifyimyQTZwh7TJkcmopRTPFi1JkxcL/8TBpSdq3uVD2ya7LAidXzJtu9DtZ6t8q00l76FE10q/
Sw2rfomVov6eRRPcTQ0Jgzt5iocfqjmNwDYTvjmXHC5z9rOGOq47ZVmbulohS8EdUrY8rBH9CXEv
Y5IO57tG9tRV7Nx+MGM9kXZBQFCsNSWJkaANElRJU2opj+S5S46IDhdfql7giE2uiUptH2XodBd1
zLAqlNq+9DAJQBubLrb00ii5Ge4qeyzFrpxKO/Loeum/BrqhIbL4IsHQNmJqcx8KLmu3NbLGcesg
qctHqmy8xPNGAjBrJo5I7xzEUF4Et3flCcUu4JJrtfRZCJw1d04n2V87Xud3TBmiyAvNeG5590nz
ikZ2NnvyMKWPc4TKylMYNgOT9zBExinS5J+pM4yT78RB2N0VdlH1Cy2sK44DcQQMb0qPfeMjvsyu
FuU59JAWJT00+1dJfBdzsEejLE9tF+rAfcP2C1+6ft+ARub9pTRl+KPY+J4vc2pWJXDYOqIfADBW
YVN0bTWkjlFirRKDReF8fEQHudrf/paXf2X1JbPKUqySWlnAE88DFKMULSiMtoTuv8id0CeRn0Vs
9QcAN8NDD7rn/dti1g+FickS0yVtedj/lAqzBis2E3F1qg1jOObmbGFFZErvbclw5ywDgqUY/2t7
e74KWrrCgq/GthKkZxs6i66CC8ouhSz7/9jQMpZCJ0AzAduv0mBFlZtgCOzqNPWK5ItYtx9L2Xy7
/Zr+ZvCr97SomJFpU3nTWl/VI3KmovWTttFJnlP1QwH23/DgcM+fzAh3AjD29Flcy5qRF1K0JnoF
t99MPj4T9XwvHKdAG6XUB3kfWIRFGXeW8qXGdRpli37uNZDBQ/UrC8zxew2YPd/oJ105ZAaQsmUq
wFjxQqakQU+iVccpOmEF0/1C11RzrTnLP2rAh49TDKjq9tO68ukgGwbmlkkEz99aXYVidtrZHIwI
VYWkc7uxV96c3HF+vH8VhDUdmhWMfymBzs+YjRHYwr6IT0UiRftpzPCrktGDvr3KleCDRA6cRj5T
PLrWzWCl6+QhjTpWwZ3DnxUuMbTeddSsp6E6qIyBv9DH35Isu/IEF5YSoEDmOESHVQcQC9NYErTl
TopVoKYeODAHCrlr7K1UQl6C5/nBZvrl0E0iAC2nexUPlBQTXWkYw5PWV9oPZejC+V4P6n70QsWI
wp2Rxon+aTTV8C0Y21BzbbTEUNqem/5LaWTD1xCnJdws+nF+RLqdXxiPodDdAhWn6d5R8KDnurOr
1y6bKE6FYBjm9oOJRRNi5W4v5wv6exbiF+IOfeTZ42x/C2DwvAWSBnVJjfTxE9lq8mhCu/tdKtSg
i5d1abjk9pp1L1CFEG6XSh2YPwdTWFdJq7F6CKN27nZFFybf53Aw291gxwg35rI2FE+5uQAp2zFK
v5R1j72IXthm6JkBvTxPWGGX7Uyty37ymeOYixWB+tSotf1piurW3slTP70KOYWBJ7iDUdYXSph7
OpRqnFKCFKspc5EtgnkxZcOutqr0Lqcf7jz2Vp3FZC2O8gHcb/wV+pLyIkOcNQ8o9Sf3sl7ED2kV
Vs69gx+J5XZdbMTuIPeZti+cYsaV3inZFwZS9k8Ex5MC8oZtNKdCsvAbKXUxtX5kU+mNUU+F1hYA
fpjnOOno4kyAA/mkZ6bmqkU8U2GVTd8vaL7pxRRZ+GSITn/iN7W4SVUO3HqKh/p3V4focfUjefSX
iFJ38syukr/e/s4uTzz9+2VqvkhDaOg9nX/NhpqR3sRhclKiVrsv+2I4tYq9hea9TNLpkyHguCBb
0WFd9zZjI2o5mLXqO5UT7tsA75wu0EeSM8vcCByXQZcaB/ka7gs4jpfSMkkYIovWan4bhfqv3Jrk
p86ooA9ZQY4buDl+uf0ALwGUYFQI84wtAX7jBLOKukkZLukf9b9GSnFPR5pGBRTPo1xxzRi5U8Jy
Ukq0+wv9SYrN6aNjFMEux8PjWQl0Ul6Fee5u40ddhpdl7Aj1gnQDCNW61htbA9+msEiQKMaWxp2D
wFSI1SRSbqbpWuYZk4Crl2FSQlAZtHYf9lHxRsyKtlqKy31wHumY8iPzTe3JbAW4//kJy+l4z1Zd
EOmy2EzdNAqmLwxp7T9GJ/Jfea6rX8ESF4845ekDdKURqx5LxhLCteRe+9lqI5+FA6z9Hu84m7ZF
homEK3KclDypS1Nerax0NlpV82D9uv0cL78OYAMyXb4FhYPO7ipK45M305SaAz9d+l6FbNY72BHa
xm1wZRWej76Qz2GUXKS8CL3naF0UgW8HOSJ0efBLDk1pY5HL7wJsIIMnhuzkJM76E7SBdsf4f9i+
HWE+V2nBMwOu2J1j52tWlBuZzyWQCkAEpHCWoS1LK36VHaY0l+WkBVc/5WVGVRU0iVc2ef6chH3y
B1HVzCXCB0sXSDp2MLt3VKTys+pMZehmuK6kh9tv8iICMQYjxJEO0jPmEa8SSR36V4U5pHHsZPhU
vRW2ey0H6wnKedyIQJedH3bNeI8caYHWIzRyfuIDo0yRTdIyv3KoBwe9doEY5l8yqIBgKOz4rbeM
2pNLCGudXAAGjJOhPvZgSDZ+ycXB4oeAa16EOheNiHULaqyrcO547L4W2BNSakHoBaPSbwxcLlI1
osyCOaWrphu87tVHUmldKPd2FTIF6dS7MbPVxQQFTQMrx5ksc7qPYZZYG8f573k9CyvLqtQGSzeG
SC+vHrKIVIl9N6Efg6BWO/E5Eo6nj9ULxFO/c/Q7GqwPZTLeZaL6b0By3gpTTFDap6ifnxpD92Yt
PXa9cUBa7dig67YvU5wCK2sjKb88eMtpAPGLvDRjvfXoGid2QC82p5yunHOo5jjd6xKtWeyLgg+3
z/jFJ84jgQBHxGdMRIdv9SKI+VU690HoDxGamRb+S6D2kxwoqB5/iXVc6Db2du3NI1WFZAElIKms
tjrogco0Kkgjv0eXD8SK7rjyJB8g+KYuthx+XgfvFcT/O5n/Z8nVazdLNHZJHyM/jvO3JlfU/ZRC
KEztcCuRuPx40ANFAZM7j2oK7Pb55ian1+S6EDzNWZmPWRB8H9qq32B6XIkVfJlkEGQEXAHcj+er
9HUzyrZRp34yEhDdWo+YUoyRXRMLlf53oDjZuFcFdtuebQVWgwVMgIbtaArzUc7AzOxun6ErxxUd
+QVAzMfMZb16vp1CyR0mQ+KT/4bkoZbzSEHCLKgzs9+3l7rygCkhl1t1Aenx5/nWJx1uTabNiV8U
OYJdcLL3XZ28u/GCzCBdS54xqad8wSdQpzxq8thKfLurgp0+iuJZURrrvZNgVkHhhEaITm+H6vF8
L2NlKkFuFIlPEYGNrAWDCjcIYyPoXfnA/4+z8+iNG+nW8C8iwBy2ZAd1t2RZchiPN4TTMGcW06+/
D7W4cLOJJvStPICNqWaxeOqENzCcha7IFUa28FZU/tVEUuWJ8kZYyXkMQjpy6uS/yEMgPYx6U/Wu
3iFldf8VrS045+s2QHzWXRI1GRBC1JST7AxWCvHgTjaIkGgmAlYWwFzj7nB/vZUjwayEeS45AxTU
ZYO9QRbUifB1OxdtFHvRhKLaGCf6+7cR6MPMXKBPNvfzr19WWTRVNkbzhdUr0UFq1FOiq+HeL6qX
LmbWef+Z3sB+i5vKmHEQAOZNQsmSyRB2UmdqqP6fw1JNw4eg7qtnLOH8r0E4dedJzAx68DLKL6OW
UuEyJOx/Y0SO2oKTB0XoSU6aq4e5Rs4u+TSiyIEraKM8sFLzMnuOQRhvTDnyGA5XuJp3VeX5SSmY
8xkzpavA7wU49tgORyEPyHlBQJINjznrYO7gwFQ7DVdEc9+MiiXcMPaz7x0arq/Uhum4cWOsXdtz
RwwAiokTB4XT9d6D+80dYQzx2RyoAUMkbhh/npnWfDKd/qhA9Yg665ijnY2Hm+41aXvAVZIphSV5
nSBCGp2CMsP4WYWkVTnWXqXlhXXc6B8du9zSQbspo+Cuv8GH4USpM2/r+teGRVXIDfLmZzuerIte
oocNKL/75VdoU2Raqu61ukiwuPMlKXFpHQQ/gEJlGyXUnCwvDhC/AsgqWQ7ZzpKr6WS4khk1MRkR
0yhkRNIZ38vBTH8OaAYduKXS762upFgz4l+9EdhuI8DcowJ3AsYdveplO565eNTGlq+c+0RYnmQ1
qM/m4D8psVFIR3t9IwLcIlA4E1CLqFNmXW54BNdbXsplb2iVP51le8QktO3M7HtU+VXhlYHWD65q
9SVzZ6nocI8r02Ha0eaJ0OQFIsZPG/CyboUTeKoWWvNETq0+qmWs+YdExjvVUmPxuY5CivT7X/lt
5OJnz4Ui4Bm088xFV7RAjaPhsp5AhZjJRdjxEz2iYKO9v7oICRet1xlttyxHVbVt0XuRpjPdwxjf
zbZzp6YcNsLjbQowQ3xnthpfKXfN4hP11QJFmspQZ06UvsO7tHxAsLd7nuE/73WFmskT3GPUDnRt
KFQWKWukFEiHjEI/93gPuZFhZjsVOaD3PxERGPF2tPUVwDuLgC9EnNGzLptz40Mjq4fqD/NpA9Wa
eEu3duUNIXdFpY3y74xYXexdKSlgeyOnArRDyYEcOt3OTNtyeVldhXtrTjcQ/pMXu0YVkyijUGsU
KEz7n5q81BuC+N2cEyjBfPNclMAmALktGltEanw6sbk+47NgHOq+a44tyqfvP9OMF5FxpUgy0Qlb
fO/gNMJak/zqbNqhhTBSVZ97bsiNE7CyYwzfiOLAlaEbLQO5HpA1NYlVnVu0efZxU/2ZfKH+D4vg
KQ1vEe8CjSbkdejKG9/mp8vVWcpjA33u9ncbogB0P9CsfJ0W/do5peVBSAKvF7G6eqxwrajO+EQY
nqmG2UkyTf9RUbt449Xc3jtI3VIEUG69QWYWr8bE4gx0n8Zh1sMPlXDmnv+XJupfUtKmFhCQG1vS
x/uPd9s5IgjMnyniyKxLYXD9fDXorskOeFOTVPi/QvzTv3EIyXGKrC+e8AI3jyEwog8GjdcLcyDr
DxrY+qFz+vHPIE3TloDdyn4jVUIchO4Kd9NZBPYotQVqOXJ9boZBk0BARYZnt72/5yreVMtb2fH5
+PCxEYCpWRaLTZrdGTrI37Mc+d1HhvwKvlf4DJhFlZ2NrtU+l34FEs6pbXNj41e+EGSGyS5mCT0o
2IulsRJG1SisBM2DTsO9uchestw0jvdf79puzuIyYJCJXtwv12+3nyJYWKkpzk7rgBkb9Gmn2yN0
D0uvtqqlN7rzdd5kkGjqZBJMYCERL44SX2qqG13WnRPMG3YpliUXkYAgQjJXtp5mYfoTTWMbfadO
hC7KcKiFgVaXvgSoBv3JkwFrbCMxAfnRucwPOoLjGxFjZTveYLb4dXGrU3Vfb8c4zKKJSded63YA
kqUn2bEzAWjiW5S+3t/5lfcLi4s+HWhs8pNlr0YvBHC8QRZnhBLzfTnZpWvZ9VZH6DZdfBsJI0ev
gf6ipXX9QAKXrEkNtPqMkOeLj7FwTFR0p1o7pBkiYu9/JLrZlBGECrKuxWJ6aQv84Iv6jEuX/txK
vn0sw6z+X1bBpgCWwXwhLjWsMKBHP1FV6rM9jePrZBaY3+mi3ch7104ClyBpNuKGtHYWDfNIn6YW
QAqrVM7gJdbwDwJ+MXSN8dP9TbtdyCSWaTRq4YOQ4i0WgoCH+TbKYmfg2ukpHqfuiLCwfMAhfIu1
c3sYONKkW8gnw+BGd/T6MEjMHAUA7focDEF+QDpwAA2a1DtcjNO9w7xpIwdfe7S/11skLIi01cOE
BOMZD9P6q47egiuq2P/cmeYWtEObf/t1bMGaAFWp2b7WACywuIbjaZRHdYgbCDyFXH9PInv4YGpp
5ZwQl3NyMMa4X4PFbQa02cJ0+p1DhdXRz5v85JhQooe4c8e4UAtdkie6Kn7Y4mw3DL0ncttIP7YA
zYVXxnb5Va4KK9mFrT5+DWjTzN7ZwnlRENpxMEkxxm9qlYfnFL5h6k6m2f/rR7kc7ZxICb7agzFM
sy9VqLz7u6AonckC88TKIoe7frvQLKqsGPnUa1sLjmktqp2EpsnGKrct5jdZ1RmuCwCIMHm9ilVF
mWyZNE9K0sSDn0vGq9ZakTc2ICHlTnSnYGqijY/xNlZSJsz2BczEWXLJg9aiXpKDrgc3GUbRLkcm
bDd0urW7/yWurEJxha3LrOkGZXP++7+6eaBumcdJUnYWWep79lQiQ9rqW/3PlY9CBWAy5/GzLu2y
4aLgiJcpqZqfAR7nz9EUqfvYHI19OKDn9P4HAhirwlOn24XkxfUDVWGTTox3szPRwKaHE/a7kNts
Y9tWTgSDZPimM3iPlH4RwKpeDdI8LPNzpozap3FIrY+miMbA9TtTPgpbTn+VwN6/3n+2lVgGBRr/
SdiVzFiWQy58HxptiqT8DLoAq/cOKcrJ1I6dpqLaWWwxEVfGArTHmCHSd0UEjQ/seiuDVC2dqjBz
avAgfaSwxS0ZYNJHw5HSo0g7ZoY1+qNSrGs4Q4XinOAdz9ClSPOND3D1wanN0N62ICsuCaUkDXlL
2yFnOF0heZbokfaaNBBSRBoWFthbSd44RvMnvQit2nzZMkCd4ZLLa13qMPUwfC050wnmOZP837Qd
XurcANwr/m1QHnFVRz/02vT+xvAMauNTmQELM53xetd9GfsSYwrTs2l04TGfsMpLJCXfCdT79sjR
BhsX1m26TwVPwkk6PKNHlkYwzKsZmeHkgNyIksdezRgNicLR/O4bWO15Sp6ESB3jk/Q6gGjaONEr
4WduVDEtxPZqvqOvH3YYYh+aJlNqDaWYfwLw649Klm7pqa2tYtAQoX1AvwKppetVgEdNoV7H2Vnq
1GhX10X5VOv9uDGCXl2FGwJLD0hTN/ii0i5Su4fsdG5AoO9bX9Ee4ZhUD++PAcD+Ie5SIgGwXOxY
YHb20DVxcgZZZB1lfchOSh0qh5jG8YPTJs5GpFsJ3RyMGQRNh0xFgOF671qtmUK83+Kz9KZ3Y3Zp
6WYWQLjRD8zP7382OCoMqWfpKFa7XqsvfHIcuFDnqpJAnZVghQ5B5ucD0c0YT3RVkIy9v+TKS5tJ
mlxOtEvJMRfb6QRg2qZWzc7U3ZLboXfoNbVevn8V6hAaTIzeZ1W5Ra+sA+LbxujBn6HVNC95nttn
vUx/3H+UlTvpLW1nSDCLjC4xYIE1yX1cU4nIWpM9h5oinYTcjk8TblUfRsGwbpSddgNks3I8OBvz
LEXngNGduH5lGCJzC3ZFdQZr0z1Q0dHRHMp6l/v61s2+ttTc0Zot8nhjS0HCLKvaMZGN4ty2o+Q1
ev4Ld0DQjHXw/vkzlRyPNfuLcPcto1LMqBsB+aA8o4Se7TvkDI4pfDtwnO0WH2ztpXH66AfOhhKY
Llzv35CH4egMennWwrbfRa3VPVtoZUGiSYokcCel7A6ZCLfEQdaW1cHkoZo1o+KWDTzFCRhdYT10
nj/5nVSngRdZ9ce2j6WHwZHHg6wU72awIznHRcOTsjKCp4tPrRhQlJaTsTgXakL3zmT6J8YtlbOV
TIG7jDYrXePZYGIRQoyxRbEvYT+lvs5OdTQyabQl+RHTsfRPErXhhiDorVTnrCA8eyvRZ0fBdWlN
B/OclLeoy7PZ5+noEreVFy3q5Gd4OkG6k8pRih7gwUKVJZ6pJ5DIQ+EmwtkCpaxEsjdIHQxtBnQ3
OCv4XcYQ9WZ5FhCSHs1pkH90SEnu7weZ9VUILzaaDjO74/q8qkUMwxyTkHPWJdJDNtYJ2pBFs7HK
2vFEf+D/V5l/xV9VyViUWuSUanm2xsCEwB1kzd6UYzpjeaqfwhGmdw8bfKvOW4swpFyIEtCcnwPa
9bId8BJfBUl7DubKAu0pe3DzDhhFqQ/hltTC2km1aDPPjjV0W5dJiYyyrxzJzE+iWIlB604GNXpf
umGFD2lFXr+RQ6+8OT4HBncgwIigy8KohvuH32XRn/PB0Xm2sdrZUrQFNFh5Kjq4FCnsIpLXby2L
v96cqtVWDZ+lO5Mn1Q9xmAM0r4S/i2Up84ppE1G68spmF0OaO7TpgRjOJ+mv9YwWonlc1h0wCvL0
LunSh0aPsoPdmsbhnUd/vujwMORuQM2EHsf1Urbdxa2WSfopRXkw5UvXjEMoQzF/b7KwWGdx+FMm
+Mw8bM55VSUXMwN64setv/GJ3aT9rDLTziiSGenfyHTmWo6pKznkSbbyzHgsE1N+ac2hwXxbyZvH
Tm81kONBXX8ZjSbeOItri886yrMKEcoJy6a4Bh20m7pEP9mBnH8zxIAtZFWbqbITcec4D12sKg9D
NzjiIaszUX56/5vkxCDBNctMUBhcv0kZSekOkSftFIrQR4RwlFxDC/6X9whjjDEZZQezhsXRrGyY
/IRR7US5F3p6lBh75FK1jdNyEyr5zmBTz8hHyMDAo5bPYviWU1r+ySjl8DgGsfWs2UPo5Vn95p0T
0tCLxev9Dbz56uZF4V/NrnQwuZdgEDVQNWg6sn9yjHD4JBV82/SywpNg1nG8v9SN+x3kARy9ZpUY
GASkzosHbGotrbUht06dCUkJS8PuCBos+aLkhvQ0Rbb+nGih+cQ4tDimZS0d49A0j6mTlYfEkaWv
XadE4thH5tYldRNQ5x/GCeIPtJpQu7reeV+MkUXBYJ1KfO8PaRiXH6fR3NLfXNlqMFszMmHGctM2
v16lV/VG2F1knSTLDv4FVxydpBT9ewZGQt1IZm4bym9XHypkCGnPNJLFke31yI+k1rBOSTP1/1Bp
whnqjahvvb7E5NftpVxtXTkqpO9FINfPBobrg4esl294zFhUi38RB084z1Tdzgc+9pVlsmd4tiV8
5tGJfuFu0lReq1ro3U1SjVack6sDhoEVPeQGSpWWxLjiDLHkCd8aIHrpqv8PXR7YZ2GWidrFiiQ/
I6ib114u1/UWlf82oWMPZkgoYCsScxAUiw03HI5KopmnSRIoTFv0Rr6IdixjVxhae7CdJHvgWtOf
lLAffk4IsUxon6pb7Jm100VFAGh7pmOQal3/jFgT8AAzPMtC7IhmkZF4h0JHuNv4uubjc9Xn4mnn
HjM6Vip6RTf3Z9UIuiO6c7J6Z9wXNfx2WlKaYNJd1di8RPkhTJvhsw+NHBxU6TyjWZ2MNIm7/s+I
PPY/93/Q2mPPak3IFM+Bc9lzTNNYVvoUe1k1klKEYWp1X/fvH9Lw1PYshcwljXrOErffpWkYOcZo
n3LA1Z42VUj9VXbrxcLZ0rpaPU9cc+jnMANmnLvo56HPA8MqD+xTnXZW42YF/NGxH41z28n4iTWB
4SndmB8rYTuuSGz0DixhNQ/393UljEAfQm2Srubc5Vv8CqmWzLLycyZDVqV/ww+ne7VGB8UCHW/b
jXd4kwPOdK9ZZ5oVsdxZrjWmftfjt2WTKNUtWmy2skesWU/csNUMT5/SbnDf/3Szjwv8N8gmAIWu
PxZN7YPGQbfyXNpIAQVGJR7axP+GWdK7RRR5NujANmgUKmNniX5GByJATLWQTv3Q4vyNooOEzken
SdgcTcr/8NLmpjfzGeYZfJ7Xj0UmZI1TqkonYIXac+vn/T7XOv0lGVRpIx1cOx/z7cKlDo0CF/Xr
pfTMDKVKd4LzgPXkxZL06NhTwO5RuGg2Ys7KUiR+hFY6D1zryy5fO2MgsiwNzvEseDNICAKqCJXu
6kJsASLXlqLgxlMBWCTdqfnv/6oOtL6Hqe1M4VkelfJhtCf90Q4n58kGoLyR0s4btAikdPbmdAjm
NgF1cQQj2yjV2Ayis+gwkEY9xzoiFlKpbilL/adWLoofoFfDzvMH0X0JQ2ervXKbU9MRhuhlvA1r
CGvXzyrKAjUk34zO49T6B2smNoc6ymm5o+9GXBKPZBceyYy5v//tzffh8sHJoWfqKWcV7aLrdakT
Ash88OOVxp6cna61TvUwOU6G7kuqqZ8Lp54EBiVT8u/9hd9u4puVkbxDkW7OVZbmsmHdwpsjuzsP
ZqLuenDr+0kRiPoVnb9LY/VXKvwXotyjVY3P6DXsLVvaIwIJnkkJ88NkRDkemUF3CFSEk53ciTby
qbUzQftQmZlpvJC3q+Gv40eBVehar/FRWTYVMfag6CsVcMBcU3TyMeicyrUReLnAVPNfygjhmvtb
tBKJAYsxwQHZM88KFsljxnHRGNz7p6aRS4/Tk75ijdc8ItSS/FMYWfj13etZjAj4DmiGIf66iCKZ
je8UBZF/ymRsknIUvPfoBSTPsd3nx/tLrSQKfy+17GA2uLgmKFD4pz7FLsguR6THEAR8f6xiFUpV
qg/6zktEjFMMBKqYVSylDV6GTLZ3k4R+xzjgVHv/gW6RYvQtMcyAgMU746KeP7S/TkveWFHeqrl/
iiepxAYUwJdLCu2c+H0ppVXu/IkMmhxyVFcPRWZPRyzjW1xHhRWeokRVL36Z6G6MatFXK6idl/u/
byW+gDVRERMja+KKWJwlOTT7WpYG/5SK+KAXIED6onixhv4sYz7ENNR/Ltot4vZKAAeVzb1EGoyW
8DKVEGwT7HCq2zHEKVRoufkaASN5tOJa3yA4rC5FOwI4M+k2b+J6+xu6SA5sIunERPKLaSQYpYF/
PLSqvxWp11JC4tUMTUMdlJb44l6ferlrsfPyqeTUaR/12fSk5OA4cyuDk6kH7bNsF+2DH1bDwe7j
8aHpoVHef51r38+s0zLzuPADWdJyBycoywqFq1NlJSS+ZuDvUCfYAq6uBCBYdTP7DWoh2IXFpSQX
KbSRxHZOqTUCFGIWXD40jAD3hcYntEM8tNh4jasrsquYdbxdDIvryMjpKAlQu6cybeIfcVDrj0oX
9F/GKZSOPjppn+/v49qxgXMH4gSzIMBkiycUSicklD4l3qX2XY2qCM/uNqQdEkv/Q8RD+hwMxJwP
stj1ARV+F2dookHiBX+NIkyODVUobRGp1/YPZ/O5AMauEPrb9SpwwvJxMjISXB/+O9Pm5FFGXeQ0
ZFX0KTY76f05LpsGbRHrao7JUu0GWc8hLsEJnlB07L8FCe2dIp/Ulx7JpI0NXHtVENDpNiA8qLCP
148WVUVtS6YlnSp9LB7NMsm/WVib7HCy2Fpq7eviCoS9ynVIfbk4FQ3KrYihJgGaDZF5FmHUnI00
30Ihra5CdkFqC4eQUvb6gXA+KrUcCPq578LAK4QW/sj9Idk44fO9s0izIK6yhEzajqLTIrOVc2T1
MKwwT3puTY+N5Dh7qxZh7/qF3r+0KUJspDnZVui4eVuUqly6sJLntW9IX2lXDo2UjPWlMbTyYyyV
9j43s+moo5zl3f+Gb/Zxroo5F4QfyB9E5et9pEaJ/SKU6oudDtaT5qDqU5V9v4EPuckGZxsGxhTU
xaBeQfVdr2L2tNaSLqgvfqoo9NVQJiq9MVSrCP+qLB2YXpTaBzMoB8F/JkX5oAcI7m6khDfXOL+C
bHSmiXEB3fSLLd4mPTa1vhTYv4/7ccK2xi2UxHqOxzpEu7gb5H+Dss3bXVlb2Z/7O72yB4iRUv3x
Zsl0ltwCpyjVwZ/k5gLyDx3HKJZVxBqtXtnbo6o+NHbjHww5M//Tk0ayDk1m6xuAhdt3zdDSASnK
ZURGvmz9lJGo/Vov8ouSl84vQIj6pyQItuxYbpM5mmpzA4ueLWIfiOBcv+yIrKUMqiG/aEVbf3QK
X9vXcl/9A9JGc80sjB2yt7Ejb6J3/2M0bVzA1dGp9pEOktQURU4hWQWfGW2lh6hKrY1tuM1B+IFQ
W+ZcnSiFTsr1D9T6VGlkIyguITxbhCkwrd8hMoBbfIiblgHu4N+O8eUHpK3Nx1EN+yP4rXcn8Rb3
9Ix8mPX1SA/my+ivlDexpzq2w7K4tE07PRuJsM+ijoyND2/llbPKm8XeG2NxeaWh916MbVtcYsmq
dnUjZU91qMW7+0d7bUdJOgzG4kT9WePl+mEigdZdH/bFJUH661VISfC1LHr7oE1Fd0y7Jng2HBi7
la73n7NA9A8dZfPGFbfyqDMPYeaXgUiGAHH9G9pSUbOxM5IL7XoTqWj0b78rRtn+c/9Z15bhM0ZO
e+4a3wg0IPmkobw4pBcrReR8MisHSaJNS+3bG4DM8Q2BCRqSefHi4onJ1ko7ytNLkmO56kIIVZ7T
YTSgYeXpsEGzXlsMsWAO5Oz5SGy43rk0kVtjnBAhykfV+gKSVXoiD3Me+nLqNr69td0jKDD6ICuG
j7/49HxA+33ZO8XFQXtcG9vKk+x6y3bjJo+btV4YHUAamdsjS1in3VS+2utZiThc1/wmJWpPLYLA
3+MJoa8214eNk2fchna0teh9QTrlW2bl6w0cA9vCyCZMLz4+aBKkDkcZ4MSTn3jJqCU5l4yFFKge
5dZj6asOzvHphBlR1vcNamVh2Fj4OmXKJdARWnSnkbEfJDfUz726T4zfY9wJ0BFt5XyraLSfq7o3
Hrq6b6OdolS1DkoEgU1Xrwb/zPCkkt2w6eNnwTAp9KCM0q0di0n7ERcdtCNsxnw6gqlcfVBT5olI
fySO5YKEj4JdjZBm7CadEeu7oBXFqeqrtgLbHZXKrmwnMe6Kvho+mY2mBkcNUup3bdbGc0PgZLUr
i95OsE4O5f6Ech5w1hTR69J1jLoXrt3JpeIOVRjBAfP7KiDsZvnPrO/87EUPfWufdka1T3QmZYf7
n+3KGUd5HH9dxDTYxKU2p16jbR9GyKWWhEtk8tFlsKwkY6SWbeEqV5ciyQGqjhwvUJ7r0yBRYIRo
rpcXWcTW3inhoRitfCoyfYsn8VYhXOWnFnGICQuC2GTcN7hABodyPzUsZVB07xpovA/dkJp7vxa4
6Gilfa6kKfhli1B5NRy/3quFrr8GyCd8L+1G8bKiUxtkLuLgAe5L8oyOW+blcWa5omhTEtwpfITK
Is4T8uF73Uq03yhp6B/vv5uV75XpPcMoFb4SWrNz0PjrKjSRBnPyWco2kAyN3EBJdmPZIm/s+zoM
nPTb/eXW3g/Qfl4NE3WL83C9XJ1KyjCaMuFOReoOTm3nFpUtHyS/2KLX3/ZpLQBpiOnBXiUWQU2/
Xkujcp2Mum7QriAJcCHWjsmuaXPnNZgmpdnbRdkWJ5uIKNzSGeyj7IRj71Khyju1KkJaXqmfWF5r
Cf8Vb43+V4NCdnlSJ6XeCyOuxO7+5qy8C2SS0QOYFW640xd3QeFnVle2dX2JC3v4j6mdZrpqh24j
MUyenoLc2kwe3sLj4hQTpOE2wBFlLLKs5RCirPPcTOVLGKZI71dtBLCIUKhOj0EaatWuNA0pPibs
ytHKQ5+XFtiGj8a8hokc2Fiu+wksMye5GXrD7QB3OXAxjOg3UnzJKcurcXB1M/Q/SGY8xEc5N8d/
JnyTUtcf6KZVppGGtBVQPnBHOctfCHTTa5Bk4jUYLQGNrYHdrxlRyVABsze2pLekjvhtN591IxuB
Xw3zT0/VvnsxO6f7XWrBhDkIPKZPRkhv0a2mov+Wqmn83Yr9cHrtTSlOiMV+8ikHn/1t7CF5Izpk
f64atf1pBnoZe2XSx0+5EsTSvha+83NKSjPytC4I0MzOh+5PHVhN72YI1LyOSQYexdT9T9D5G4Tt
jUn/GcBM4uKRFekix5H/I5RFTokVjuA1FT/IUKKP+w4fiJSulMsc2PhSOlGZUQAF3WcNLdUHGaRC
6uIZweaAzgcMUEcwf4AtsFVI2NY4X0yK1WBklDl24NrMlVUvquvpuc0s8YfCz6rcvM7bZ0uWUOU3
jaIXx6T3w+Yg8sEWXp1kDa+taJze7SD0ofMa+sqR2waR3GywUAuJY42xcdX0kxfzg3rEiXqkbP2m
639LWcdoh5Ce1U9GkCXDM1r6RX30BZL2npDjlCvJ1+3Jo9iUVW464eTHsANbCUKvCjhVqGlnHpTC
9LvdY2jgaolifUiTHhEfQFg8vzKYDWrzkx3tYyNRvnNpZ+Mu12Oz9bjb2sITVRmVnmKXibLPOjuu
doPWGZnX9nn22KSaWex8rAbQ7FVb6b82hjGPfYcvmQjvFmrkhf6g/4I4mWWu5Kuy/xhOvWR7HX8I
N2/M5udMiAndUsSq2AMBSlXXj+Ic1RXwqE/WkIzRAVW2zj/EkhL8NNTWbGeG0ih7vDxEh2XN53+O
oEuLh5s9VhEmf3r3NUb/DNYjOSAHVulwQ4gKNOBdvxz9+AQcpH1Fajr9nthW8rubeqNzSTdEur8f
eVZSQ0pj7k1EK+FALId41Yz2kRUhX2qYXl7lhPGjX2xGm5XgDxUBX3tyT3p9S703VEYBe3T6dKEZ
UuwpBKddivbnrrSU/yHlmKlqwGnnmgC833XsLzRtGpspky82cfwpK1C2cpJmfAgcNP3v792cYC4i
KH0NKhImblCallp5yLeGjV5000VVs+qcMizY+bbc7f087X4ivQ6XaTSqH/cXXdlKgCSzvxbp/AwY
un6+sqCTPxHcLrEsly+5BPbVpadT/BOMjG/ur7WSYYNaJG3jIZmfL1mUE0lIM1a5fAmGWtmje4iX
Tt+N3R9lAB61y6DLPKawTE7Ye/ZnxfSbaiOBXNtiptzUSNzlDJoXF6OPZkOXCS4po7V2mtbIBzts
PsZ68p+Rp8kBiNhWu+oNlrx4q3SLUKOgS8DVuBRrsLgX26yRxwuuRz6uNdyShHXcMyx3mrJ69ECp
Sc+TYkToh9tTMLkRTKz/JFNVRrdjvz61hL3/9LTJpY3duP1YgUHO+CFQibNGwiKH6iqMaSFATxdY
w6BYG2M4Y31CZLj/2m+zEcg888PzFc0YyEUrabStNAgCW1warOg9XWfIXhRZ7pac6V0ZcnHdX2/l
sViPPBrlq3nwuXjJcgIBuKYvd5F9rtUq1MJ9jIfjRqSjuX/zvfJciOzRJENlhBO1+HTQ7BwZFteX
khE59sFmpTzNTj6pp2VolnthYDqB2yp59KT1Ttw8JWoYnFtriFHLMH1D7IzajzIPmHBa7hyjHYaD
MSjqRTeGLj4ATbU+53qmfmlQn7V2clo2k2vEsQ8woWnVZheAD61drTPDVwTka76gMmJINSTKIO8C
ufJLL3L04pcZVKXsdr2wk31VSOFP3+/o1zWaXX5WrdFXPUkunfFQWZakuGUrhtIzcSJtvGSQ7GHf
4tL9XSSBHJJDZSpT3cgEyDjkHe4RrWLUr1aq9K85FS9V5yg07ZDXQwPEE4+DDxk5xoC3DdDsnSqJ
9IcdRM33VA2bZC8mDKTcLtZt/1TrTpLuWiY2o9eSnuWuMdjma4XRV+K1GSDOSzBKtPr8NLITt+OX
RfA6MU99TpypVj+NegPVQUrM9vcQOqp0bMKw+jVmbfQjKGtRuGYd1AAWhqwl+fQrS3ZBYKDlbc1l
PETyoMcaTisKD5p6/tKX4Hw8ZiMi9RJ8TmCXi1K6hIo+fpHAw/zsFaN/0MsxCFyuYfHvQKKoHkKB
YaLIWyk9OJHBKwjrCYE3qZdlgZy5g1y0MrWOvA85VWBswDnLXl4VGLEONM2pIFq/s3Y9+MVffqpG
jYursf4pz+dtHZO8/DVlgzq6sR5YbGukp6+kEqLey10xfi4jU/vBearUXQEHcfQcVPVrz9QmamUF
5fTANWMrARkZGOMWGHPlQyesz9JtsM8gkC4+PMQVDT8MRHfp/KHcZVrY70nEkgdykOGciMTfiF+3
0dyYMVgztIzoSjF4/QHKdd5pvcp6qlI2X8m6U1wLRoV0WKZYMxNf2mW6gmLx/fhyO4GYYZBIXiK3
xRRzCfFE0DFB6ohlE8iSbjsW1sGoSYA5vpOrtRDa00b4XoGJ5sbKKw/8ZkoMM2Xu0eqLZIRc2xQM
iPsLFLHUq8No2IV0qU6UrHHlBl1Q7OQoAilz/4HXAupMu1GgFnHel3pstZX2Cj5NLJtXCg9cBp5c
tVucipXTY9I4mDHiDJluuopdkk1OotrtJdf86BHOR/2izZ2mOBvTHQDyLebnylPRJ51d2bGkhQSw
qOrlye6VMIkEDJXY+DD1vZS5ke2X727e07YBbwL6BkgRj3Z9SOmid12pxeIyYYh8mbQZ8KIPW4Jm
b6qF12kGy3AkVGSWaQAvke+VbdVNU4TigjnEoHkOPJQPSEPqtYumpVVj0qMPF1sS9Xe5yGuqmEEl
oZziPgtcyUrNf5vU8r9xuHTh6lJVQ7sYQ/2rklEieZOBjpM7UeHmni4X1uwWNsW/VL8Om5NeV873
XK3iaI/hy5Tu+lai09D4I/Vt3oved2NsOeKd34CapwkparFPrR7Lkjaupl/An4LnQM/s515O2l8i
nfz/dFElBw5i1biwtqPxEHZ9mbpBFDnpzpYReHZVMeFQR/ogHGxLaLV4lCQC7xbofVv055UvntcH
0uWNFEaWfP0OK4zJmjSU24sWD/bejnT5d+loiFkVUXxqQlXdo0yS/Zfrtf3p/qd3m54D2wJBT/44
4++WYpVDgm1YUertZQj76kM4Ws3jmJfGU2yEW6ThleACcAVyNwNrZi/L0SY+WonpTEN7oXVhxgeV
rPhFR4z+BeVUh2ayU8yV8lb3c+0BISsC6mZvgaEsZglxovWJ70vtBdFCMbi+XPpPk4pEnhQY6vH+
Zq5lbBQftFghl9Mz0ZffYlCnjMpJJGytNAZvsH3d7ZioeMLMJA+nmLF0Me5p3FgOqkPftfLHdhyS
J0FV5qmx7Bz8qqseEhHJ32kXSvS30uwZr43hwUpU56eeiuCpSuT4xTLD7JHvQzlXpZ5t3Htvifni
Y3ec/6PuzJrjNtI1/Vc6fA8f7MuJ030BoBaS4iZKlKgbBCVRABJ7IrH++nkg29NiUS2O52omHGGH
XKpKLLl8y7sEf2wowO1O63uKrkTul/Z4kTa9/tkUzsrq1BpXREYz2W8kNIDH3Fb927Jd12jCuBZL
PP/LVnKhzNMgMBbmdiD10Nzi5Etz0GovTPEnfMScaGh3c+J259NqNNcq17R3UvXJlTIydY8KZ/kl
dz1phobU7t2c6ghZvlE1+6WGTPm3Dx7W7dZC2+QMSVNO1p3vzVlpr8V00WiIFOfB5rEamK/5Vb08
eDY4NyCeDTZOI2n7/IfKdeoOSrcqv7goq3FPg7+F2TD196lyzLOGNsQrN/VynSFNRqsJVDewIYQb
Toary9YBcC8uhiSb2QLnvdCTFtBvWYYiMd6DHngNivKTJJSjDlODrTYL4ei0cZIWmH41rlfSLKd6
RFDbpV04UYleYqgca7E3qQM8dulUPXVpSjvLRt36o78S5kZmPcGfwrtSG3Y0S4a/7YEHRwgQPbRv
2vGbUvTz5+EXwAkpoCu8CkfqOBCytjLra0Hby6f+fJST5rZRYjylLyx9Dhr/MFTaIki/0uLCJFUA
+zaM+ykYqld2nJfkP27OoKEOPICXTrj4/OYKrctH6ebqYhiQ/S06QyahNQA2d+2sxudYTGcrCsFx
Q8MuXhotf6MPhhuNo64OvT44F2VQBDdJm5evXNnLfXe7MHJyAFHf+SDPL0xWdY5HVqouSpHlexks
JZB70wmp3Q27X2+7LwMthgL/BFqGEgD+Ts+H8rS5WtEnVxcNBzd4ERo0BmXrV27opebp9qhpFH8H
926L6/kwdW2ZfVoTP9rkmzHV1+RDTb/zOh/nBnEIgbxvEqgdHRGTrtoodlo/ze9l7xYHsG7dK5fz
s+drbrJnXMlWJNg+/2FT6VMNwZTaIGfFcOkCGtp4g6mk3M8oaL9yHPzs+QKJYn7xlDeR1edDSUnS
ny4lC6i3MGu3jT7ymlm88hZf7pIQJIDC0qTcYpHT4p3pC1klhoLnbMzyODblA82dBKO9tt13/dq/
UsR5bbiT9ZrOuKJnE0mWWwv7EySbAcHI6hr3OnFpTONreiIvtcJIJIFoUJ+iyEtAczLeiBtw33rB
cAEVB8kU3AOb0MvM6tj2bXaf1P1MwSObvUM/ufWbYfbqiwKxgEhXw/Aa5e4ncwesOHXSTdP5pb6r
JyWclNUZLmaJBbxWrm/Q1q137pIt8a+X5s/2pw2WTh4NpA+S1ja3fpimSgZjo/xEXSRa570TizGu
4UyyPYSeVG4GiqHwzkd92RwUhqW6h8Q73qNKggxpYVFLiuZWa6rdQkQ+hj2tDfnKPPgJKokXwy5F
lY2aP8yC51dYV95sDSvVQzd1AF5063pG5cOO5FJZ9x1EwPPK6gCflYY8GEYgI2c01lei8J+sMFy4
4KDolMhhCJ0s5sWXg5ON3XhRl2tNBwYjIndw27Nfv4yfjkLrBGYnPVt4h8/v1G2qpUD/frzIkE+I
Szk2B2dOilfW8U8mF6hoqvDoFsC/O/WmweShrBNy0gunRH/VSsWDvUgvdmh5vRLo/OR+GIkwG90o
2HKn0oyJl+JLT+PwAtNC70Ib/CrufDLIXz81j6fyPBb2Sa/JkPgXqLXTjRYt1AmBhUJdrPYSHORs
GzHkiHYnrWXFniPX9spYX9sMt1dxOiisdh4ieQT1g5OYRVGmF60gV9LAQu37YckONCvbOJ+X6dya
KvctpcYkmsAZv3K7L18fvCRULwCLsEu9kPIEd9cJ6Fr4z2vznWpRa+vM5iMuJPkrPIRtXT27RbZC
BkFTk1tE7/9kQ2zaZVnKynTwrJDjA5L/lLX8ClUZs+y1dwhI+uFi+tDyGurWb7Ne6+Jfv9gXdwrN
d8t4ASSCYHjRNug0iqiwyLuLviv8UBbWGkuztyJBZP3KQ30xUxnK3PASiNpvvk0n95roWgCLPO0u
VDCVUTp7RrRO+K//7Rui54Q0DzJSUIu/u7r8sNdOdGunQKvzC09X7h7y3FsPu/SdytJ3vx7oJWCF
6hnvjDR3a8WifPl8Jxkr3KcSWyDtXgAfwoY281q80ma0D5p5aeoI09WSEjq7e7pfLH+5DpZuuS9S
274L0sl2NyiB8MLEUz0pV24uX51mXDYyZsPWazbIZBx/fc0vlvE2rWnXgrBhIcPSen7JBZafuZ36
2nnSF9VTaazY8LqNm19ktpquMTfM3ajVu/EVZ5aXk4xKKuBaFjFD07B+PqwbTIiTNGl+UVpOjVYS
67XNa7xjm6y8+fUd0qA7WVJb1xPOFPUHNuAN8fV8sDlJqeLYq4XYrygfc3gXt2s9k4ybqYM5e1Aa
pTgu65KeJ9CnxgjI7Vp97Me1e2v00tRuLZR17JshT/OzIteqNtTNxa1jx66cCR0crbOo6wVaEAlE
PxXaqrqnwqTQ+yfkL5PryRFAIfQK6mEotGUBtVghKwZOohcOPSAvxQC5qIQer+3Yum9U0BgbaEOS
knmJ3RbnCkfU21R6Xh0VY5OAl8BkaNjjm8NPdjS9asrDRmtfBEu/3AfE1kasdW7yrR/N5a3dg1qO
DEXm06sF+74gMWaUj6S9fqrbUdPPsgoVFFaEsGXk5alThqMx5EOUmW7pRH0xNMcp0RNcmtIuZuFY
nytbVJu6RyHfJGaZmlFaVm0SQRByZgQY8WHbjzC18NpZcxAs1Tz65xPYm8/0YwJnn7pTm5PcwmOL
yn5xkmOxaiBVcvoGV7WX03Ej/Oj6uHNW99rBEV0dA3tVa+TY4Cl2bj6ID36DLcoRWLar7xejbHEG
7QdVv7UH0fY74HDpvaYP4BRhiePCZK+G0mO9yoc2alCtyzGDnpzPyeybrDDIVwgolLYwQr9vmo4j
2sy+lBALMLjC5wVZL23F4zWp1PRQVlWfxWPQ4yO0zI72waoKf2+uvfGxK6162i/4JV/rUqu0fZlX
5R0ufP1+yR1/XyyVnsUTcrQ3PGn7k5H35nk3dN6ZGUzBDpsoeRtMU/2efNneB72obms1g7H3PLho
bc3lIR5zv7jm2Efo7zF3INkg+7/YT223uGd6oc87BzZWmM5tfS+ZJMUeN3nKZo1ZDw+16WbrXvMn
f6KMm2cfqkyJL5R55yA0BTtcXLeehIk9tGXkIrEORCrzrTlaTJnZmNlWoLY7WjVNbNa9X+FRabl9
WEymfOq2YhWUYfWtZYUPMUWk5mH1s+wDfdiGLxdQj3ZWkyR5qI2iuOkDOe7mfu0eaKyajzaGjA88
MJjO67o6d5bI/XpXmM0ERrasrCoGoSTcKOsM+2JcRRpEeWKaB2NJoUg7iZxrXta0JKHdBzS4sWxQ
4ral1AIyrgDLHLY+7K2uX9qj67V6uavwLXisgnZ77Q3WpxAa5ODTrNM63nUDIj8qfb9ezhI4cyCe
Bl0+am5XfpBroJqY9I+EZdHofh0sqJg3pcpLGXYL+KGok0lPX3cV1RwJY96e96wGcVYDuzAjv/bT
L3mRG2q3rtmaRkQ943uD3aTCrDcZr1LNrh+coZP1HpZUepfna+1HKbjF4KoFMXwVpN1yYVaWMYUZ
aC0Tc61gdsM6wHs+9B2xMA+yyrogsUQ5o0/S4nKShbZCeJ5mlrjdgGjq7LG4z2ZkKqMKWbfinJy2
z0UIVhqVBWex7F3LIsTMyiiHs8LsXXEU2my+lT7y9JEqTfUFu8ktc7EyhHxSSVC077mlgOrn4hrX
Rutld7LSB/240qm+6t28YjtMUTUIm6EabuwlWaa44naCsO+X3o66JfHDWWTTuG/Jk7LQ6YTf7Wbh
INbewj4Jm2Jq552nrLUL1TRzaGaJn5qhD2zb3S1GIZDTVr1vIw2UGSOQL9GyAAY23tAPJABImNjp
u6kVhRmKAVhQtM7srZG+Vn6zSysL5HEmUFOrssKwo0Bznc+pLfy7jgMguRxHMX6ZmDy39qqtiCA7
9OqixBLyqmgXo6Y9k89XuvQa3qay3LuiHVUXowJSDJHvauVyMCXI2dhbvGS4bEuUZy6VWICYa4nB
oQskvr0KaqP+OBnt6sYib9sHpZmA0qkHoIwgQQz2ocIiBJoNzG/oFElfxpQylwokhGgV7XzpXdiF
lWQ7xc4cO2jzZGzqnW1FHqZ+H+Um1R0aqGrcuO3W6dGDairAidblfeuv87mFhVodKyqmV6Dt7Qr7
A2ou581i6kXY6Hb30U3W5ixnndNfx76jDLWsWXAdKZHZigDLsdIHM02ubT8z9VBXnn7QFyKOKJvI
esEgTtZtUze8lqxsMxUjy1q6IRhD9bZrC2vYE2Kbfci6c544udsb6rirfTTYdWTIo5m+ArMScj8k
lEuv7SFoCWACodI4KBNWsvS9tYml3vffjGJ0+VCb/XYz0wURkA9rOXHSgnt64w8ezVzHUYUWA81v
/IMQHr503jJr37xk4X+bgn/2aIUanIID3othoUOtv8oEApr7KcHG6LDUpD2bx83whB6eLvZ4DzVO
hPChco6QyDzaaWOneztsFWu5k4T1n6SjF2/zwZ6+GVpPW3sFmLFEVq4BSPAUsgEdW/njYJbNF2gY
IgtFjZhAqDqz2FcmBx3PLrXcneFkS70zq0bksTBabBqCztasUEd9C8RvO8/Xtp7my46KRGIcrQCp
rNgpO3nAt2Nhc6RD0YUjVRAbvYkWTW1jLa411xpo8FuV96VfRfBRwAP81Exr58YGkIR6ryApvMM4
DOBU1aKSkendBCUS8fddgKnFvrXGIg8LLQUlW4oFf91hrRItwjfCUjEtxupm7lJhRmsOvtjsu8WO
BhwTehI5hNojt7UQ1CodaTkoILXeR8vEjh6IjhC3EnhMEXcEgEh72to6x5XTJTSuXdGCSkbZ4AqC
CIcajlNsgm1rdEA9MlqO0Zp0iBHkHTu6M/ljHWZ9F9zoKIh+VCrQ3jtl73Rhq/XGDCjINkWoGW77
bZCa+0Hv/dICCuxOb3LH4OHOvdKwmdKRWS+DRXs0ClO/NqzKmGJrHpYkQm5mvXDlWtyZi4l+Rz9Y
4IAD1a5mTNss/VaM0ni3DnrxWdNzP9hZEqvBUPmy+eZSWrXChlywDKVX6EsIrBnHhawcraccjE7J
bpYveVgnQ5dG2Am3F2Brl2qHrYxvxbVDUhJNg8UEtxpjC+9KtuK4r/JkRjigpJQ2LmbxsR6N5k5b
5JBGXrmJVaaNoX2u0hIsTjkm7rFPvP5zJVzvYeF4GcIcxIUNN6evu2iQDu7kebbINkS4yoWpSA2M
yqg/TE/ZKJvqONE4+waRpGTyJmo0jzIPMBBxlkDRMAfae6dV07LDAYHfWPW8biOvSulYB1PdQHSt
LHTYjbaxSahKmV8H0A5kARK3KJudmMf1nD4L6iyo/VVvxswyPvraYiKHvI7Omb50youcUmnvan3u
sD5QU/mlSiassxs2vuYgl8l/66het6K2rDn+EuUpJ5oEHhfHEsmzW3swBysa+iL76KhmUiFmC60M
C/QDzwHMiC/1sGZenKNb8iAyf7yQjgD146yFm4cerFTnph4nfA7mpHWKMEXJ9ZPfW9XtDIBZC+eZ
9mHUm2mHULVHYC6WRatiBwtD40gJVouEY852bPu9MA+uPtefGw8JE2QRkupJr615g083bnHbJTbL
P+tX1Uc6hMFPM1WHd0tWDf6nEnO0b01dqzwyEgQZwe+CAYmAkcHm8JiYOeJDuXMvx8B7MJVXdscs
mUhAoQw4684ui/6qF/7io63LoRm56dp/hhGBCIWnggzeFriyG2/xNUBeY+s04YQZwDszzYUGMFqI
t+WAU25oj6LFBJLSwDvq7NbXAYETitqmlzo7L1tghlMTD16TZnlRe93SQWRtjE1hjDand5LyOp4S
dkZd47xN2Wv1JFX3VEKNS1vK8maqmkCEk+11WEzl6RrXQzsfk1K1j54txs3H2rmVNE3JJ6T9Grv2
p6kq3XiAumTGlLhOUtWmGsc1d0frnAJCGqWjM2CYO3O4J6oggHeMFDPDxMcIvrC7Qwfb+rpsjXRf
rEsQ6bMwbulU+FGftdbO6Y2VME5N58LO5SHVURP1ddLccO3kvO+oCuy+p9r/9WX+7/SpufmjTNX/
63/48xcKUdjZZerkj/+6zL/Ipm++qf/Zvva//9rzL/3run2q75R8elKXj+3p33z2RX7/z/HjR/X4
7A87Zqhabocnubx96odSfR+EK93+5v/ph/94+v4r75b26Z+/fWkobm2/luZN/dufH519/edviJ38
UHXYfv/PD68eK753l2OO2zby6cV3nh579c/fqG39ToN7g1mh0sPso94xPf3xifU79VNsLGgTgwDZ
hNzrRqqML/0OMxr+EwYbwJi22uNv/+ib4Y+PEEKn/okvAEg4eKfmb3/d+7O39O+39o96qG4ahID6
f/5mnzR9qGvSjaRLvekY8HunrjRzntvLIjW0BOukwLZQxZUcbY5j8A04rrn3prtUjwpemAhFYEHx
mJPRUGFFiTJ0+l7h3uslGNAl/pKeOZPMdj3YUDp/3gAKslw8ktRuNLw91Ifr2WwdeDCpLsDWCma1
bLV0jJjf9bUs5XrTtomoQ/aI8pYgTXtvYu1xl1O6z+HKFP5ClLpe61ACENhGD76MkmQ9GPpY6KFw
c/dDOYCrjh1weVZI9KVFxeQVRagq+EshYk1tVBbdejYShr0COjtFiPAk6RuBaqN6CqjhBdCdM9JT
OPc1h3l1jm4CT05KJz/ze5zdcCRMOMKWai+p3HOI6ON5CUUpEfODXZG+AYR9nJWWHlH/qa+kbV24
iSqhspRPTeoEuz6wbq01IQ9pRsnu2a6XK4CG2BP5sIQ2nYueDBvcV2Kvr1Sltz3xh6r0H/dFYRPe
8eavezpDaAA3/axPzaGetM8BSB2wa9YljJw6MjLtnagJs5Kie61097NRt3luIKpKRWErXv5QuXWy
TJQC0N5Bs0bKqdCY9jno0jCoRjtEDsJ4pXl8Ugz9fpcowG5EbsIiKrjPx5PVaM2a5jSHxTaXG/Bx
+hvT6brYmNKMxGqVEIXM+ZVHu/3o6aP9cdDTLR/BO1fOfnMIIP6GIIDYvovEQGFDePsfNqU/F/6P
C/27ONOLsTYMzFby3XS0n99grY9t6sug5TUu6x4MPfmHdd6jNLcGwoiBVKfxgprjfg3Kq0KpNMrq
UXzx2r6Iq0wzw6Gqmst6hf3kEuy+0nN8uQ2x2W2yVsjF4BfunrxuCTFvSD3isMH/4Mo+v1CSrqMZ
iOmI987f6z18f9cBSfXGwAEecUo05uxHP0iwUv1kzc6Ygel+KsvXhCR/NqMQDYE27WMQ/cKMTS5J
b8uhbyiFJPaZFKkiTW+XQ1kVY+TMoOBXQ8y7X7/mk7bKH7fmQWnyoehS0z+Zxq6bNwVWwc1hmoSI
5hqx/kYXr/lGnBL3GYaePcgE0K/8Q1fu+WRSU1OAwnebQ+adpcNbX54lUqdOEeyaxrgoZbubqrdT
fdS0D0O3xHYLE7cVcaB907W9IYO9VvWRSt7DFAjrxtrjqzgbXykjbgJBIbzDKCcPXMRen1q8JA+J
5R6ltSvT/qLTv9qDvVtoe6f9Y5WsZxPxd+kdbPuT6nZo3yXlZes4oUOlqayNQ5PcWilF8nF5A5cS
FuEUVZUTFWtL8kDpSk07p8n3qUIIACGRVyb2d2nS5+tus0MDwAqnnU7EKRxJBn2grXnRHQS4vj0Z
TUay6ji3tcCbS7TeEnVWt+4bi82fWr0R1v6EFC2W0DvHqeSZPpX5VU4B6ZBoi37ohAd6OO0eO2x8
wxrztD0VFeBjv55HP71sfGzwiIRcSFhwsjXhQDsuuSHlYfHhuYc2Wtycy1+899a3ClvfsN3Bv/xA
Vk8lBPKqe3Df3rp/aGH+rZjyl9HisyjzP0af/w/GlLD2ty3uv/6K3H4WVap/XD4+SvX0LBj984t/
hJZUX37nyKLZT+ORPio49L9iy+0jEA1AAAycbf7UwvoruPR/x1HKx06XbeL71/4dXPKRzp5FP5Yf
Jl/4O7HliaARKqYovNLhQyzcQrkXfsHJLtE0mWDvs2IQ71QvDHdEz6K7d/LQbtp7tRmNJk39bqgp
AbcitaOizMuopS4cwTf/oJDHiWCfv4bA+Y4d//eS/H5d0D1hCMJF4EA8ZZNMZTfrtTNaMTTxKVSY
Ah4dicdyuXzOulbDMS/5pCm1STVvEam8KWoPiH7Z3C+rvpx55cErHS2Wrf/eMID0Ti2M5DK9DNK1
fOOlyJiiX+CEdeXfrGvSx97klTunGLtISkvsIZFRcQ8wzgy9wm6ifs6ofC2h69Ov0tp12aFrc9Hi
5/dHN/xvraf/uEqeraVrGPBqkE9Mwbb/B2zyr4+KtOj/h2xt4wT+53X1LnvMy8f667NkbfvKX8ma
8/vWDCfaBT0JK4Yp+0eyFni/bxkalmRIoH1fGX/laqZOskbQspUUNpuxDcX/Z67GjxFjkFkRcDH/
gQr+nfV0Gi2CYUaLCggKwrIkbKe9bKcvO9QcRX8cK01dYndSUYReXScUVlZlr8RIpwEZgyFYzuVj
1wFN4JS2m9dabpqG1R1ho6gN2tkdtXxOY/qw6ZFqKxX0H97DTwLUnw2IwtuW1tKsx2Ls+WYhjKGx
fJnLoxloNPQCO9euMMqCjaKX9c3sTq+5oJzmNdwh2QxA0c0mgyNuC6V+yDAao8lwaaPAhU6BoDBS
uN6Fnvn1TT9CLW2g1e2p+LVfU1buKw/3NEpzkXDakkToNGSM0MqeDx1kWlIbescjFXTnEVI19yU0
8FdGeTFfGIUb42kCeYcwe/JEK3xGSUUZpZtHdU4r3rmvUs3cS7yJX3ME3X7r31sqMNVtLKC3BINQ
rymxPb+jBCXxelVTd5ymBofVeetO9XeDRQc9KxJCweQVs9Wf3RzHGvBCwnjqJCeVPGuSGqpUVXf0
Am2Ar5llR32etMPiOV9+PTFPUFncFSLpIFZw4wGsCSXp+a3BRNK4fE0daZ+knzMd21q2ezfVWkzw
WD5vIPbOeRQYlIoPeW3ZdMBGfXhNpu3FDXMZG0mImJvbxb36+WVYW/kqzfLhCEFvfNcvmha3A41R
3crqVxA6L6bnd95TwFDUMkgktkv5YWVU0nI38Lg6epugVJiqRNyOa18ef/1gX96Rhb0E1qeA9XHD
O7Uhcrum0iZDV0cbPN1uXkFloPDYHsY8f81y76dDAbdlQ9/4gKcEEKNclDPMOe9Q1XWcgRt43+eI
ArjUyu9/fVensGbmC3EYhwT/ZTXAsnj+9Aqn8zzgW+pYBIVzyFeC9mnu+33HomfEKUh2az7WF97i
wGD3nTU2jbE/l6g63v36Ul5sqduV4NthkH6QWZ/qIJRt4MxFVWOIVYkzXDCfsgaP9TJP963+fzFl
CPIAUMNwRBqKQPTHKVMmYk3BMqkj/V5x3DocR61yjFdqbD+bmJyvFFNdrLjwb3s+irRBbSkh1REH
jTQeymq48GpDvnIvL/YyHpv3fXeGHMNhdDL9MyGGxRgydVxmWiQHWQRaf1P1Xe/sRtvtxG6okrwN
E2ssX9NrPp2nnO9k1RsmD1agQ0/7+Q26rV5rfTvrB3sCSIOAL9miAq9W7NpFSx5+PT1OKUp04Lbd
moiGEB1ljlOctz/Qa/P9fj6Yqawe677PkVf1dLEj+9TPAp12HMB0873Z986XNp2WaKlc65jUhcBU
ZG7fmI2uvX3lok4Qe39cFCxvdtvN8PMUku3rnIzjVM+HdPHdqC+lvKOHDLPfXJeoqCgt0MIdr+1m
AEBRGs5e1V2yx1jr1YVMrsvjfnaq0fxxfHjfnNRGgN3189cB6kbRy0SKs/Cn8dIsSu0Babp6jUDZ
rLddJWiaUfa1djD+fVSnmJQIJnrYCghb+4rqsfapXkb5VYqVskZQFkB9NBl42h4kYk5ZOFuHae+g
vJSEGqSWLER9ZLzLzD4H5m+UGR03ozPu0q6fr8zV1JtwgJr7Ed0/9B30xioV3ELLuC26XgwhzEHr
Tle57YQQzyw8g1I6aihfGuAW6RTXXYyHVjXGRYCU4ZsiM/r0WAqLisKo+pXCy7Sat0YG+q2i2ezK
BtnMolRcF9ZKNmZe+Vj52fkKoCz3woBrraMKbPRHs0ua6ajpnTfvh3Vu5K0jK8c8ErCa7nvUMal2
oU6UjWU8yLJRdST6VWbXnacFQFYyoGHTh2FyO+o2q1Uk08VIMQktJZX4WRWz7CAza0UQ5LEFbPXB
9/Ic7BSgCzoPVofoESy2YigfaoH3As2yse0A3dVymKkdV573ZtLtXrvWxaKPbxorQEILaIyH9Ypp
Aq0uyVJDt62GFTUtw7P3ddYMNyYPNI8RXU7VzvfBIoGta9vs3GmF/NQlUDYwDkKqtal5MMAZ9znK
1uRxQV9XF5q5VNPe0sWag6uEartfnNboL+g5V1OEeLIaQzlT4451ZNVaABxm54IiqnSAbXoq9Tt6
up6AH48HTejgvmuFAgvC4aM5G/n7Jui94T5F9rzde5mFpFfaLnC3JTJs0BlQOPQvh4qVfyiyrs7j
Wmpqq55PtR5i3JPKvZem+vLZzoqurMKl1rCB4Yftm1EjzIgrvTKRrKxycFGIBs3rLai/xHm/pLId
4zrLyxFwHlJvF4YD1WznD0BpUSEzxs69BlayWgFSH10trrIJXEXspxkY0dWxu+Ewdl4WnOtJgO5N
NgdJetVXlg82I7GcAbc2SD8+uXci61hkxgwQJzNrU0S11eaijIPUp1DopehChipVCp/XwnHQhNE8
9iT01yb9vnaMQQv1zgyucGRbmMDassq3JYjk/gb0hWeCZ3Xq97IF2RtVXWW1+yGfJgvllXb4YBUw
72OjNkdcGOtCZh/8zC4ukRfvRNiWiVcTtKDc9Hb0Un2NZ9YIwCtEPO0zu7Ksy82ADbBjJZFTYkc1
YdDPsOrfMduD96miehO2qMe+b/JUN3ZatmJ50nBaT9Cx65Tgkl4bVAgsCfXsa+fXAMf0gmj4qgcI
jFyq7SGRCiZ2WtGw65z61gUoM4WIzvRGrGYDcissCRvoo2G1xny0xmrycjjXhWVsaMgkNsfKLvc2
OotmPKb2cqX6QrSxMFHOizC7nKoQuTZNHBNjwilHrE4BAqGqEPWpHeTpNsGdabhyKGh+hU65BKE3
aXYbGwCtP9eQXdcIzhCEDDaChHa1pw03aOO1zT7vc/Wlttzksw6/1Y/pfyxlpJsVLTtQzrmIe89X
bGxiRtAS1OFw22qix/IsMbQnp0mm9jBY2fqhzUQ1nCNxuA6oqKaQlFNjwcuomECQgJSekGBYBeBb
YF3+rV/NmRklxQLppp8q7MCHeUIrpu/WTfVincawzNIWigW3OoFMTqwzNEnyJJzAA9bRjFoeHg25
QHsdbRe/uKmmQd4qdBXf64Oa71pJXHlAFF6W+2HMau2qzgsNwYcxkNdZoDA8cfMAszgi0WCKWqDO
H6yhSd0IFTvjizuk8nFc5ZTu9Wbx5J72QXc3ECxshPkMJAvalUWP+jv6qcw16ZxDG+6RJOpVtpvN
qoDmqqG8FHkjOMqw8+32LHdKfThkKzDxuF9WfJE9XIKpYCXcEfzjAW0e5dmPne5nBXOiNrPI6vGE
DwWifMist7Reoxoix6U0pxp8vAk1rl5dyOuY2szvc01UT6toys+wuMW+ttX8ELhze+AUrD46Tb9+
NPoAmnUfzCIBZA0CiLc3cXxVIODnM6uh1Bwpa5g81qjBe0daLtuPSC6Nx05N2rcZwNU11Ze0h1I6
5w8OPjYPpSXlO2UgXBQWTSdkBI830QG6YtF6MPNFfZkqLcmitEIcPwLsJG4xB0wET7WxwKSjnfFk
GjXordZPB55c07f3eZI6aI1mvnO3icN+WvR0Z+VAfYdW+bt1TNIlNIQlPy+Zi3qUEXzC/uUaywa2
Dgt2XtL0G6LQvS/6Jb1uu9m50zbJgGqaIcvVD20/701V5nFSIcEklGk9VHm3tUh6+4PUxKVbtcPl
2HSWG0+tOeKGhNqTM4F9Hsyil5FZgu4qqwY0MYce0Whzzf7PrPZqN1JaO9FF6Y00NmzVvxkMb7jt
iwYpotWPJ2t2dv5a3+lzji621YHPM9cbkRGpe7W4MDRMNLUU7wANudFdSs0yThvrbq06WNJDqmJw
wzdBb2Oc5Oj8HHzQRXnAAbpeXQJGl/u2bbDbduVQXpYAY5FZDb60IDBv6sJCS6sxZifqBkgwYhrm
T0wwg74BKgDvnCLH8zkt09GKkPW+FI17oXonPff1ITvaGxBGDFO504TzYGN6fdnQM89o6tf2uYaC
dBsKZFgQaC4pac5ETedJradnFDzMWNMK+8kcTAN/s2X0OSvnD/nkfUPSeTy3g9W66etSP2qDWcWe
VaknAP/pUV/GeyQPQVS5Xv4NGRljiOZ1fV9TnEY7q/H/F3Xn1Rs3sqbhX8QD5nBLdje7FaxgJfuG
sGWbmSymYvj1+9BnsTvdEtTQLvZiMQGDmYFKVazwhTeg4+C09D3EgHqpVdloNMPC8Hyp9NqziIT6
JRNIo1qt1V+0vZo9cRJ+FAPSU8DBi+SqFXiKDIXjbiht5LvILcV9aqnzQyIU7VLvq/SGJpu4qUoo
AqKcwGwXqZZ/7zTvolwmuZNQSAPXKq46tYBBKzoLyJqRed/UKXnttNq9H0cgTAM211nLy5t1aM/g
GBFf9xZkj+tURyt2zpouAKJtbdHGXdYbvEPN10CEWx8L4wvK2uK+KGbjC6ChxeI5xavOVdB4mp1Z
XJaanu5XLkpZT/cOT4aPbWNPOdwdeWWSKNOsPc/Dfim1O9RsLtwmzg9JMhibKc6brRidL7zP8oV6
rLIjrF02WaPbX8By1/EOzRuEuQYTGbWwH7OC2EtYgpvLBdo2JoO+HZdquROoFKF1vMDb8dWET+KP
Vmvu+sFDkNlUyv5gylp/IjxPf8bupDa73rKjr3Xc0pW0JnXrSq1EhkRpAWRiaGG1sHECYk/rRUC1
89NemHilOI6+NatpeIGJnXrfZJ/VUFDqsfqal7n2s+wBCO27fBrHHaj4SXyJEuDntLv3Yipr/fvU
R/mDSMpF7iIPiPit7YJQDNRaEbPvEtVsOqH16ZOTewI4cOpIcL2K3hmHWRjTS5vTGn+pwdpfTI0G
2byaFC310euU97Ea2Zs0KraQEpYpEDJGZhedvH4nMr3/is62A2RUpk/KbDWhxMXNCXPFIWYd4cO8
uJqQEwAcC5qfZSjetIl6Zh5gsFt+i4TRLv5IaLcpAfH0QVPrzZ8+LpdbdzbEPic83MY4YG3Kqf1l
ANzV7hXLI0ZKDbP4A3JRpTtoJEa19XhmnAAOkqz57exxA3xFyQJDVOI5isp62zV2ArwyN4fH1qKg
HehmQ/WwA50JikdOaGsDusRc2I48NP5cuSQoIxWtzYGMMlyC5Qj6M8V6K2Yi1i38a+Tn0Ji8b4cR
pZl24LdqyvJQeJm6BG3ZyKfczObXbnQdoExOWQGWXeSGwsMt95G5V+HPfMcqztk3INoXajUimi5L
NyLYpnlS7QtspuFcOE5nXVJFFP2ml161mdDE/eqNORB3u51jBEf42BC/WtGEvKGYH7cFerS8IcB1
tAYigOynpd/JRjQ7jMabPf0fhXe8bi6SLJH7WbWA9+h2WvyE++G+crLE11Lo1W5ilc0lGu8hZGth
mw7GFd7CtzIqqkMymfoFZKetMmaXxWSbl9YMb8Cn2lTu+4UAr89jzqwXzfxvTfHojKkFwjZtEegw
xm2djd1jDinjdjTV7HkprOE6rsv2DthyvYsr3WFmswEmdNA3AHitABCSsrGz7rdCUqImxhwsXdTs
ckfdWtp0w1y+0437piSgtP2+NoNOsYZ70sFvvWvtmwXoul3nZJtl7N5E/La+Yo7DLdFQdEEKtYUB
3PkIXo+XyzCZBBNQOTjoX3ozJXAe2t4KM9ORt5U2XzgNEmamgdUEdls1B0Y0/gBFCcqTSB6HEgSr
vtRuYNiIJQaL0bhaEKvx4PG0UcNSidWw3rgrmzwBtFVW5GBlg9y1P9iF+DnUVp4TFmRmd0MMsoAH
7+tCuyDhLqMNGWiiHkqnVdbvWSTjwa0HL0FnJB7sjZjiyrxOlsXtDl5ZcFVKVRo8QV0XHyp0LbiI
Ouw3e9t3o2jXSZOsrnOb76VoafY0xViam1zh/vKeEHJ56SpJczKdvK2Z6pCwwa5fL1Wp8Juq7vXS
zN19S76/bZRR+a3lQJJrLJlTZxH7xSn/tHZzlTuIpCNaFhBbYStHOKk1h952DrRpvpIKPzRq4VzJ
1L0nzbD8wRByl/dohceDhaqs5X5z1scc0/jhaQCMnm3LdGkOhUKY68Xp9xhWgC+N+E+8GlrVrrcj
5AdRNLnejeGJEgnL0qv9ctYrfiToeqBHGIlF4LuNvL23G2KhrqIVsMVBPk8vO9dtNB7NuP+teMmj
Z6fuBvy6wVefLj0HCtSgArjTgPmHdm/OgZPAp6IKU71WY1feFw1gD0WLdN9iv5kg2gbt+5Lg9LVR
OVxmSGTcyceet7BufV2NRf6UU6ZByclGlWDToRY8X0Vwd81gnJW2P6BbDVfXi2xHbusYvbBrvVSy
7KLIY/wPfXzlxmeZqPMqTT57yUUiulHh38cxaqTARg2on/VE2YX+Hrbdutor2g7OQSHvOiHccsf+
Re8QwR18irFH7ct74JVaubMVo0i3M33+kY00N+q9RNMvCkw6MssF+l8el6oN2Hyr0p/42qE2N/qD
Y3TORlDFXFo/w3gsvesXrNh34wLIPOzRpLvyctfCxSdHc/+S/6OAQlu5TnYQozIk28KMx/h7F4/6
D/IeSf/KW+mtPtbtIobI01pdqMsx//vZiSd6l9SfKI7yn9+BsJO3kydhOiD8Pj1brZzyqySL2gKx
1NnOvsrKyjxewCyxd7lbWETY41AuO7eG5XrF/UnBpBuS+haBkuVVE7aQwSwStzhgTpU7+8KZYE1g
g1gzWy6ytD1o86gWgeVmfCGXAwc1xnLrLjCRGSFJq2dz2Rsiyms+luh/5mlEFj43U20s4A1JV32D
S7q4pIXWLtd5AlN6Xw2AJrdIpgzNhT42OkHpYDqjvOfWxmPNTy0ZO9vF0ikc7OHBezANVwc2TjHf
PyYPhcpGAjOm6taBYbYEbmn27qZHwPgh5iUrdrliJAUkBuE+JzlC1lTd6vEg7LL+7lFHCCLRPY9z
CgAob5yoDUZSK1jkupi/2aMl9rHd01iE/JRomzaq4VfNzF5sULpNkJiS6fBlMXUILPRNACSQEiM7
WA2xbW1VxaHUYxV1avqqTG1uedtdfoJESa5JrqNf6LTovH/A6QZfb2JmV8A0Rg9+mqkV6rKYv1mu
IX/C5h3hbkwVhE50axrd75e1SJkvU6oGE+YqrU9MusBEURUXoCwXg7qT46RpW+EVzmu0CCTZ1d4p
7yBd5ICLu0bUfl55472t1riRlWYjbZ92K5Gx4ch6D9GmE9eU0bMCUgwUVF+LaZHc2ovXJWGUZ0UR
JGleR6gVl5AZjWmE+Si9qeRZ0moW2sIi2N12qpI9D22mlxc2BYeXgvLQfWNjMrAxyS9uLGpVUNli
uNS8H1gAUB5a2j4oIi/xdmkyqNCfBmel6cx994pdKI4mUbaOS2QBAsQd2KkRATVcY6Gk9R5NuUrb
eoZcgIZgznxlDUjuXgzoM5pwoGZqzgrCnb872AxQAXWtID5KbbzfRplpB9wx9D9070zosNo4DL9x
wLCtQ5tM1nQReamzV/LRWzY2Nl+aDwB5+NMWXTPsZCUgGE5Ik41+YajNbds26gsbdfjJCQFu585Y
6sDqo986OGs4NdtzGt+kqZ1eZxPRfeCVWm+sdaPqwa2U+iVpnUXz0dZHyScWavmLslg0B1aO1j/P
U5dfUtBXqiAecq56MiogezhlsEEkXtQ3deEaBQLGgjcyGnADhRwrpp+2M1nVpkwFwjk9cA0RIIu0
3GNDQZFYLyYSm2YxnIaCkQpaVZvz5k9uZP1TEsXtY+6aZeo3agJZvdQT+6FOo6YN0qaSz22WanVQ
j3aa+rGu4FLYS6oBviNE/K3QnaENCFoJqJtJmNyTtKNurCxm54k2Q9DYLotBRaZvcb8hBGO+og5Q
gXo0qmUM6orU0589Hb5qu8yIKxWe7IwQYxO73FlmNO48yJE/YMlZ7a4C4XyFeXYbhchouQcmZDCK
Zcjf2LA1X+N8ZMONgCR+RxRk1UCf4U779ey6P6gRelf2PFbofVe1B81PTrPq03NRq31j9THFQRFD
sXEbr9kVaLKGzugCjRw1BcMNlAWb3m9o7TwvUxNrGwqo8JWstY4c6oVFoazSapuKpKRPhkGSmxO3
URk0Nko/cHChbnUrd7JYyahYioC5NHDfelxGs32RZmy9srvQSZ61vn2uTKHfV1EDn2pM64XD54rx
clLTqd0kDg2KLYzwyb6wGkPXcLaJy5u2d7lwcguRGch5bi2vprhnh3kjFtK3qTuBZDZkH7+KPmle
5IimAiIE+rjsbK1ZqLonNQQ6y5j6ZzNDoKShqDNktzGQgvFHLpr4SegDYTp4eoTDqClqYOvHUtS3
ndm5GQ9PTdlpbHV13EpPg2+QdVqr72oEFbowzhwz2TkYVxi7RkZNGmDyQaTRmpI0pK6M2Ni5bWd+
0+tpUjZVPkv7OmlSrSLGmdsm2sZDD62rzB24P20NGNZvcORYNrLLmGVbNGNxOWNthZWI1HT9xmu0
7qfUksLaeU5VvwCYaOod+K452vamXenXBuAuN6gxHlRu7VJVxWVCNQEnc53ng6qpsZRbygLx9ybR
xbLp4drh7dPFdDkavZM7K2308Zo6AT5gsTfGmr8k1FQo4WEufTvbA797OmpRD3l6Kh7GRnNeyh69
2d1YIj679pUocwKUaqo9BI3+2Svzsb7K9XHAoVOvtcafRV1B8ScUqHzqB9LaLBl36KEk24hw2sLA
YYPbpMZ+GN2pvomg2f3qDSnJfWxl8XadI3FBRL5E+WbriTvt6LNWBU23BLuYCX0nZWezq34mRW0+
a7yBio/Iux3fUz7kiHdZ7XgPMKXdaTNMepaGqZosNyWVoARmeeSgIoCWzeCXfWQhV25Rg9qYPaTL
wCZRPIC6Ty8wT4EIq7OxL6LEW37Gut4bG0qr1uNKmRe7SpRzi+AEqeAa2aqkEz0uUn5jjQW8W8I3
XqLYSi5bkXTZDctraYHRx8vtWI+OR2lF076XTeLmATImXb2pp9b4UctapcNS9utSxwpBjYqa/W0z
WiTHUewtKGoMc0xbzDVnEWSFHnGXYBpz4PnvFqArRE4bK++iyjdiu9AD2dr6ZVaoyoSx2SyuqkJp
XDLQLP8KapNSbVaOFJxoOGmu31D50tAz1KJQjzLP9pM5te+J62MXjYWifZSYqUSbZun01ziJiigo
26Xafdw3fot1oHWj44COdb0BrPUEHjN3sT7Ydd3ta0Lu77Y6zM9500/PrestpBM1tNaPB3ynVW8g
zA0UB0SOgZLRcW/YgoztWIiVIBjWxaGWRvUfSMnjHUJD9hkuzCnsgT49+m8GEEJYYvQBT4aaZqca
6ZcuodtaPCTdoB8KeISfJKOso4ADQA0IlIzqnFpujf2sKhhFTGFqq3qDHmbqcghLb47DmTciOYP3
e2/91sGA/2A7CK7yeP1yfaHBrck5XCJA91ATaYoayzVOX+d0Id9ZPjIoMiAkwcE7nOImUeepFGdB
3VN3JX0RQyUW1MrpzAZ8Zz7o04PZAMvkgSA9QcCUGtc/IUkfmn0xklVn7t6L1emXXSvntGXfmxDq
uYAyAYk4zik3yhhHr+zMvA+B4y140S0vRlmflTc/wT6wHdCvhR0IawG86SmiD4uaCoib14XNIn5n
aeVtZ7M/B2p7ZyaYpvHD2XAQDU61oKwe/gIKj124KPDCK9NMLqrCa88Azd4bRdccByQbWE/O6/FW
c0kTIB/iDU6jNdvQuqsuNALkz28Al5IwJjcGop145B6Pgq5KJ5Q2mUPPzYYbhzZ0EXS6rVxllFI/
afCyomRcw12lmqFHryrDx4MZVa/C1W6nkGtdkkvQ0Mb4Dh/S6SIegJDkSMeMZ3BR7yzjyh0D5bxa
XrPVj8dkd+ctjYAJcQx7/qIl5Rhms+l+0kvm79SgIODtDhMBueaTqS1pXWqIho6hXNXo74QWlfZO
dmqlfhJCuq4hf+mQ/kA/gfY+nk9dekSwXjSGjj3J76Nq9b804oTXVDrLGZ+pt5eDRrEfX0CyKhy6
Tu1bZdWRDZIVh6WLU6NhYC0mq16EtSBN+fhdevuVQKquBC3oRkjGWiePReNFk5yGxgu90c5QdXG8
7wXE/N8fj/J2QpQrLE1Dxk01KQ2cHKnUa5B9cGYNrzg1C8u6mi71xrah/5fd8/9kKC4JrjxEA0+1
dvtpwL0vsrTQVMSw8RAQwj8wl3TrcuvM2q1H9J94L+CuCGus9x1Kcsh3n+C9CGOHRDUzOGPQavwB
IbRp4zmF/qNNQDZt0W19qBYFQwXLzM/cHm8/G0hRTjOyiyt69FRKGUSWnaGfTBEfo9Cv3hLN5DCq
/umbkFY9DyHsxxUXfmo4UHuDak1a7IQlJaM9vu7RlY6015llfGcu64W+AuzXcU5HMSe7KWlyMooV
yY2e5/1WBZr26aiI54/ulQlOEACjenJ8DW4ECkWqw4rR/grU0UawS8I4+iyOHnN7fGew4SV04Ek8
Favv27LoaAOpYdJ52aZFRW9jTgaqU3leffr78HAQweqoAqzP4ukVO9bSqczZCum44ymM8fFOHdB8
+fhEvf0+5ip2y8tuWNAST0+UBdgJNebWCs21KBvPcH0Bjuif3gXwKlYPm9VMgCfj5PtoakkD0qMn
M2jZiPK3+BUl6Bx+PJW39xCI/FWMFn2Flaly8ugq+epzRkk1tDHzuonRYbsy8IQFqFrgqvfxWO8s
G2zXlQHEtccRPfk4iFHhQIJ3RYhhhlADm8gl3bSGIT+9sZEggjnMWwt+nFf++F1KJXJWGaL8Ib7s
s784Vkzqjgrbx7NZf8rxXUdgh7AE+hQOJduVjvhPxLYRlwPwfMFsZte67EwlplyRqAFF3Wpfq9Mn
BV95aVfrd1Sl7TWcBNh7Ml5LN5VOoBkqvJIgPt1lLzwzOvON3s4KSW0LtosJghoc+smmy0uzpAiU
0uLGq3U4jChFVAF9pEgNwG/NcmvZ2XiOxr/+6sdLCR0D1Vf2GHcEMz2eWkm1yKU7YYX6hITjfd4t
A0zHYXDKvYmJAwWNuIUHXkQG5BiX6op5Wy41Ld2Pv+j6xU5/DQI0HYkGa+U1nXzRobBdGlnCCku7
7S5KLdZuLKWOcDCbpjtTk9NNY+Dx8/Ggbw+FxTb66xiCLTQl4+O5oxNMbT0v6LzCZwostfUCDQei
7cejnNrIsKYuctOcC04GqbC5/hr/oKQsVacAvFO7MG1H2wScbAmUBvNphYtWbvRlwog43rqxumI2
UgqJoTDV/HVuXUU7JE4hkF81IVCjimjJFk58DS09wz3b3qX4MlDo7dOJznxu2vHWMlYEJqq8lR60
KGzQkUCKVB40GDrDpz8aGHNeL/6EcEMqfDyxvO8aK5NmD8S8azdg1C7jkpB6cmY6yB7k6yGe0zPR
6NtDwpi4QxLKr9Q3Uz8ec05Xa3k4YaFXZss9wbwSVOrs/dBKV/5CeN04kzi8vaS5mXlvILqxQTDM
OhkP46pEn5UOclaEA6Oq5eHIPz7WSMw+frxR3m5HhmJyzAvqBgXy46E8J0KZ3DO6sCMtfqaD0R6E
I855jLydEDRFnp1V7UWDyney6YnkoZkpBbuxafs/mp3mlxER0SaNbfPTEQFsFOIonjYNrqB9GpI6
ktJ/pLZhWqv2BWBJmPZWHJ+rxrxdN29lghPIo6wOze1kRpWiDbbXjm1IdzJ5mEBjBulY5p+dDFr+
K4eW4IPHmv1+/HUQeZxy3czHUO3q+JIghRpJq9mHj/fAm6/DKAS5FBZQVwIqc3IPAuVcS/6dDIu5
KPZArJO956YOTgLSDj8e6s2yrUOh7I+HDn/Yp6WlYolbW0uQfpwiS3/MS0c9oOFabz4/Ch6PDhbP
iEKxhMfLNnTIjcMRkGGk0vd2B2k+TU3ZftIViDsBljLiRdT/yA24jI6HoY85OEJxh5Dmr7mdYiQ4
iimqPsnh+jsKyTa1qZVfrJ3sAVw/hqmShQztuIa8g7vXxu3pbX1+yRzSAgi+JMJvjJ1B6GNnanpD
GEV1/BWfc1xhxzn7+flR2MboL3Bxr+TM4xWbzVnt5y6RlH+Thi592+k3cToVZ97Ydzb0+qZba0yz
RlHrLvzH4xctWICYU4rAKGKg9QX9VB2yTTvTs0qdUpwZ7Z09TemPi4BElMLSaSW97qNFK7N2CBfD
ja8Vere7bHKmM0HuGpgfBStwuyDvUpQDs7K6YhzPyVBBU7plPYRImGrZLjYSLdsmZSWq6ymu9dsi
VqVzPXZStQM9t8Q576L3ZkmST3kJEjgOySdrWkkgmyPQs3BoRf0FrxdJYf2sR+TfKvbpNEEd2BqP
0d/X9nia0HCmyZ6ZZl0Y2YUem+lTvl62uyVpk7tEB9cbW27yUsM+37Zt5KETkXpn1npdy5NfgpK9
TU2I6hJB/cnBbpZ4RoU1o6JmrXbfEJ82VopZpT7lq1uy19b0+vXpXCXqnW27VqIIRSnb8EienA7m
HXE8PRlWlYyvcpCmG9WSynUPavNMMvPeUOgikNVSuaEXeJJcWCVCo12ryjCxYDXSzB+71xkWxFWH
8si5kPe95VyNvFa2u4VzzMlyVnMuIB5qEuVcN9svvMZXVTvPwtd7TexE2vChQWX/+vRdwzaiArZW
hzQe0eOd5ALpgXosJdVK8NRZNIzbyuumz9/Oay7taeTTKDydFuSdPJ4MPNrGsM8xqpNC7S4BbJ8r
EK1f/nRDchx4Z4gL17vzeC6chSHN25Y3YGrmPeECTmyq0uroggoQapsKy44/n18+urcYTcH/djn1
x0NOxtzoK7w3xKM7R3cKNFNBxfLlfzIKsTUDkFKfilj0dBmgzPFSzzBVDt5iNpu4KOLt/26U9W79
x3uQli1+vRr9DBFhTF4T6wTDqHubj0d5e6bwXSLlWq8ueg2nWwGu0tQLK4WuFwFtVJC8386Z0yP8
XJ/rZrwzFDoAlF7J3TGeOe01FauPYNsYMmzRnwO35W7mCkZcHuefruHQAjTp2SL8o9PrPKXEi7zs
GzWf+EB9kvsFfkwHFeL8mTj37eOGViJHSF97aBzYkxuiaGerc6Ic3vC02CYQn5bKtcgzhGXBaFcv
bqTeRqWM/mhzAZnn4++2Hp7jw2UQjP6VkCU34eU53h1uiQF3lBAtOB28x1hBBHxAOvvMHvx733w0
zMntns0AzZHjlyHCxiZNyAybBkRtg6HEsSKOMwsEi4dMO1BVH7Bzsu9tgGULLMxvn58vh83k1sKu
lzjpeL5pG7OD02gIc/SF/dIrzDsPY9bHj0d5e+mThgGYJkMirKTxcTyKKybMW/N5CKnljPkXvQZV
D/7BHb/xxEyX2axIF+w14LUzj/c7n5POP2ZJa8a57qnjgbu2KnvXGPpQjnFzY/ewbwwDiOvH01sX
6eRr/pUuYnaIVnApH4+i2IAzvbbtw1bE4jpLvDpoSrMLQX+eSzXfG2pVeETuca17vNEOLBZzlDmX
PzI44FWVHqnyDuxnKzX3s4UOakb0KpGjYAnRbjk5hxEOIwP1NhniW3Od5gAtlUn7XRNvol+kbz9e
wnc+FIV7cAbEO6sn+Prf/3ErY+2qU7XRh3DKa7ErItEPfjMk3dPHw7xzt9CrJJxaMw5KxCfnbkEK
PC5MsrR5wTtUzZJuC4zK3phSMZ+TOSZBFI68wMorPdMvfWeClo3kMNViiiu0aI8nSJXdrjwgpSF8
T7GVZTV/M7IV5vzxBN/ZH2SHIHhYRtpsp0lVAXcwqpCDCmE+zemhQ2k43eW57LBsNUb9+8ejrct1
svHp8yFcwtXx92wfT8oqsWMsgEiHXWyUQdcubRM4kEdQlv+LlERcP3LOzPDtmBTA1x4cdxa94FOx
lErvMsWjmRnKFikhyj4t2o7ur3rqxgtzys+5H7/9bgTFgB8Qg0IOBtjI8RTx1nDbpqHEmFiCktXi
1Jh4zM7m44V8J9WxyKhpk2HdyrzUk2EQeJ9a1SHV8dw8RDrjhzq1WeDF8e84trfmmP40PdyGO/I+
30rq8OPh35skQmtUh9k54G9ORrcUJR4RC+F+1noQzZ7eXcHmn58/PwqNaB3BN1YTe8zjpUQUAMit
5AhkNGsDGyfpbWcCe/z8KDhfcmVRk6OUf/LWVF1f4z3WMRfFiC9h1Xn7YtTO3I3rghxvfA4zcRBa
XZQxaZkcT2VsvTTrq7INQQskQZPV1q8uK6ZdlJnZ3cfzeWe/MxSpC0Ekn+e0sJT2amE52UBxEY0n
CKf5VD7gzKsae0uXzj3ONOLHxyO+Oznc3lbZM4Oi88luSDt1qmkHo3wvnOyrl8JbBGE6zNhFYjLU
n9n674zG9UFPy6WAT532ZDQtr/WlVLsubE2r3U4qVqJ2VsPH7Yzs0+80HVuiOlq3/EnAc/zVBN7W
LiImbZj1gwlST8sekQuaDn2EO9vHa/g24gHIxguNkPB6rk77twMWVpUyUbWXDiYSECaRz7/F22TA
u1rIJrupJl39NapRsfxb9xWFyfdF6d+5SigQ0gBVifvZN6di3E2jZU1sEmytDhu3KpynqxHvcOUp
lfnK7pT2Brq/CJpObqJMiT+dBDM8IuDr0GtguT7B/3jJ9UTT22JBOAFNwmQ7d5Eapkl25uF5u2nW
QWwXRDE3PCnW8SA9ffmks4chtBM6hLhgxtsh85TN0pzrib69GhmJ4gjykfwdQcrjkTR3FKgsLOhA
oLiwizuq7g0OD2cetffmQ+BIDsdZp2745mrEyiQHOB/OurYSaVaaStZ5gZfJ7MzV9c6EEIeiK0IB
Gb320/JBa2C/1Di8n4Cq8u9pOlgHwHbl9u/+/79QSxW//385Wqxb4AON1B8Z3nNd/+NIefivP+i/
VVId618IDq8+KuvWJcFlL/xbJdVGJZXwkILNGgHgcc2n+0/VYVP7F4AT+q/cXwT/BJL/JZNq2P9C
NpVqMKeB3Iqf+BmZ1HU7//fDRji19n4AYdKPp9lE6HO83U0rdbEJM7zQdCckYSIpHvuuG58jyofX
zqDoV33WaHegRM5VzonB1zLS0eCUeQn9bV3XCSjfJDfIpKrOKlwT6vhO7DF4FI/M2cFX3IkiKKvq
UsGXdax5Y0d2L3eFiC7xE62QP5yL166FTFIPqnE3uMsYupPnPHn4A35FFaODelCNBv1uK3EhN6Tx
XVJ7+n7UDXnn5l5Z+YNltdom6c0EAStEIm41VId+RhF3Z1aATcZmN7rC2630h6iyMV3qsLRM2p+2
OfX7Cf2dHfGj+2OiMEbBpx9B9Uss73xox1YPK6IcswsPTv5iKdASbK2sfk+mm/4hXCn6A7IAGnLh
IxoiEGSH8s7sIc/CRSquxBjF15qCuEjVS7vCPEQXN0Y2QeorBtG8euMivuY11ajNoDXJaw2z76XJ
4mrroNy4cTvNiwOzx7KVark5xFs8uqW2Edzgj8oouxezGFGfyYtFQOjk2il9KNyYik1Olq8eTuUT
jjYtBua6B+vLGfOtM5futVtP1cHB5nMruUH3MQTxDb61fSDaWdnndZ7dzm5eA3KM0x28mewP5CRl
Ww1J9MWNstbwTWgHEPQc/Rqmh7Kh+Dhda14kHgoHG+xxUdt9HuU59A1kX3KUpndNjW+HP47Tt95K
kYrGKbX8NeVT8bJEsXY5q4OJw2Asd3NmNE/mUGo7AxrpIyKcKH6mC0aHM7hWf9IyqFbUwnM/h07y
i9DUuonMFle1BUsVfFUEnilJHW8Khaqkn6nthQJk5otYPQnmIpo27qD3u1Sk3Y/e9TZImXzx1HaL
m+4SVOVY79H46w4Edc1dL3TjptIaLNZWeYVCxL+4IJSLwqnzoFlwIUoqtb+slNLc4T+kHLKq0J7I
JTsY1kYf1qkm4Z2o5ffc7J27zpnnP2VqoPZt5nP6Fa1rRPW6dB5gMpr9RmizvFpcavkXVa3O35y8
X3x1gRuAIIcHd9Cw+mVrYHy1K6tYHLplPsBifYUPFCEAJuoNJ+Fnw8H17RLOtWFgQGBK+HeaMt9a
tuL+Ntz+OkE3qNe8emtJPJGsSNlaHTWWWCK3uLBkUQMtDMpNvqE8Yl02OGxpsd2GSRJd9LF2LzpT
BGm5gPE3D8MUbTHOG64yryt3VVkFC4wbL9dRNJob+TzqGvRL/bXF92ZjqPFvRfvaCOXL4sCSWfEp
EI3upiJ9qvv5obXbiyg1HpBi+5qn5b2eNPtssHwPKSCXRo49pNeGjXx6NCGOlgEHKHsOEzrlWyNu
H6oKp9JsfGodpCrgf4JYRTkgjzUwSI+zZ8H1kUhJmA9Qir/Pydxf24pd3yBNGAWp1Ru3nZ79mhP0
bn2cxr+IXrnKZ/tCYuqFvtDeHBN6nb/BMWV+YSoXgoIkmrfxSvFBbajoHlQPxQ+WwIgqNuHQJBT2
3Sv8UdE5zNoHcy6uas/0DexqkxGFWRxzVomANsUztTOTNGiT3thCu34tbDvDLdDur2lDJIeiBpQA
j/jBzCProp1gOMMcbl6NRIGGB1VwN2nWJs/nG62vX+CPuygEGMreRi4rG8eH0UrNLUjv+qtmya1e
FfEzjS9kRqQXoKMMKTe5kOXim9nzWPd9aGvDtob1HORcmEWOc6D4bsnK8GcDj648+13pzX0GoDLo
Pa733v4yj0WLwGuMflr5CKzpIXG/YLX7kBnI1ZV59SuCvItqko6/oB5d0zLwzV5DW20Y750S1Xi7
hHo2BFpjugj8pBcFCm3Akr8vtXozTeo1ITEcbnk19oVyLe1RbudU3PFxN1Pr7hOJkp06OQkymd09
ijCbTHWwYq4pE9nJtlb6zh8xzVDM9LppLawvtIAXk6KHN8Feb5YvOjfVmNV3+oIkn1IjDqlTc3Ts
9CVO7RddwKr2+FZpazxnyGKlXnU3JOVN3mp32gBAVnWzi9bGtRGL96tMwc0cDiCUXJRu6C6llKzS
m8xQbjjUX0GFojjKT4ttG3kv76DliAhClUWXbKqCbtEhJkoLjQ0MCXFBvRmlvBLK8E2MFUJBFh4i
8Y/eSFFhAL0F584JZzW9RFpD8Ru4K6TX19rsICbX2vfxMFxSlvtSLaCqMuXJMqorbVT8LDGhiJXy
LuexsLW62KjOvO0SpIxQwDqMMYzXfvEgzcKAx8OzIOGvpmnf/wd757EkN5Kl61cZm723QQuz23cB
hBapBZkbWCaTCS0cGnj6+aL7ThcZXZFpXeu74KJYRiAAuB8/8vvNRwbnC585buaHx47abS1RzQrd
YNOq9WHMzeNYWcnaqH6yvyKwR7EOamS090HbFb4ZJukywsAf1DCTPmhKlRGOEQTUAOBDaVDlLDWl
uCnKdnyYEY7dFZZxlzGECcfRUDzApyOUPH1agBEJWfQDq0fkLutb4RiEEjeHrbNJZoXJ0tIK/BHP
YhcrxUTMH6le003LVn+tmBNYTAZTJCZKt77rTrYv4yDdx4442uEkWDgIviIMXKz6VIb3IsbGEMaP
82tvd3dBmT+prXU967n+NNrZ6ByQ8H08sRVANzDGb3v0Ve8cgzeVmShZJSuqb66XJ+PR0Q+tfHIq
NEJ7g8/UiPgmV057mvb7croywmwxFOqTLexHY4LT0qfIkRjJdy0ncxYEUQo9lay/PRb5dXvKVQ96
82Jb9c08gtgpmHacamsXzpxIs7qx1fbJkYHLQkxeu3rGamnOqqU1GfXqwrPt9DTHWkivNnsMZ2W8
94X9CKuE2UwTFkJTZW92jnZDK9pFnCcSoNG4nUUdsqAk/lWY3Xehtq0EbAgZ3zRpdQ/15jFD0CgQ
iCjaETx0aPa2mV0V9X2nNJsMetIIlicEmZBFxcOEILinUtRjpbhrUFe71Iwk55jcJeRWABua+LPV
dxcCfx+UW61WVunQRrwb5RvkzEUalzAQ248kqI5uK3e1ka/d2v0+JvFdJQSP5SzVxDTXqB/e6WVW
wdOShh9V8QtjoI1XGkzJWcLehfa0V8GqNfmArWpZ+QhSButSUTYyCiy/nlW/QtB8HsdFmMcLt0RW
Z7SLQzMG9cIWwQz9JUcidNjGYySXMpGHxOlAgmDBLImMIr24yBSK+oZR3bdaaflaRhGTtKm7Bf2e
DKlOI0TO8T6sacXUTrjGSrFWTlftU6H4cWdpT6EJbzfp4rukb/uT+ma1QdeRX10yxgrbydOGftMr
SLgqsTRWBrMqaNAqrQ9UNlxTC3gcTVksrAwd4Q6Yh9ktVar3a2ingMA0Zr+FA5lSaVRtEwNE8zWc
7WU+Rd+o9q+jLNuJrLg1IlyyAYvida394tYgbeoxWlgTsq1h5ca+wL1AmTaWK4rHvGRQ8tSrAPVm
WEq6pJaulIpPvfwJtcPbYJ6PzM0Ni9KWhNCBxbuXwc+xMhcin27LGLZlVdtinQmgi5PGCx6xieRI
sE0IAX/LmzjeDSd6DWsLROvUPOW4bpswdLZBDHWjr+uVUgEpi8rSR7j0Q3UTcIlF/ZSeSJ229kRe
ZBMGdE+HNZZDS/32tCgtiK8yAh6VuPb1mDFVXkbpFlqR9KiGHgVJRyTLqxc6W5B81oDZKjXJ9DIr
YJpmzCOXudH5YQk7D6bE7Qz0LGlh92OoEWb0TUv6qNpidO1nCLsS09bra/pk0kVWKptmTB8Z5Yx9
HQXw9CQFp07tk5VNR4N6sbRmyC/9M6KkJ4mnG61zN7EcHwdwskYi1mVrvk/WHmxmwkDZBFdzmPdz
P+5jXfkpG6dfnMi3+GZ7LWi/6w1ujjvne1gSg08PHlrDst/ojdm8Vl2wtGt+Qy81Sp719FJIRGCG
ZH7lt746Q/jNaJQrNJrAQTAp7mn6ifZT9G9Ont3qEwDAxhwXApO5SCyzYkLdRB9MrXXeja3FOzGr
C/hG29ZQD7GiQIKUtLSOB2SloZ7J8KGwpmhNeX70UkSVo7qW3mBMR2AUEEhcFSobB3sadzApMK6h
sWj0O0qXu9qGa2vF86pLushYWilmR6ktDH3yoKfgsmhYX8ym/kFvCCiInunFaGlp04NQrGmJpOha
L+OnWoelm0r8ekxu14LCamTvGaJdDafiegeP8SHTQ6VYNJmJpiQ11XIzuOxrL406Asbc+ebaebNV
oy5dZ047rMpec7eo8li3Erd7WY92jboj0MitMgXFFrhfvtLiOFxDqtZ/Vq2pQeCLJuongz1vijLc
2FENI4ZYwkvGUfXUUQmuE+ZkwYiVpJjRaVbELjLc4IeZWfq3EJ4LIr6MWqUespPxDRGVGkIKk0Sx
NPWFflYgg+CfRvYeLDRXVkOfEVm6o6r/TIk0sBmxmnl4DfXHYHWneCIaYFchOr8tDSGXQ1WhH23K
WlyPdZ+9l0NQ7vsyFhuBSt8y7ZNhO7RzB/oMAI/dWTBbYrviuE4riApua41r2HkkywtX2eCb5c+I
SpcLK4JLQfOPvZpsR76bWPlDqSSFSZeGFjxatex/aEyQ7Zw2rb4h8wBONIMK5SnZNO6QLOhTP7Lt
0rcHtdhocRHcJ23prGJX6JtOCaN3DdTRBG61Rh9ZF0PubGJggZgyF4lCGlzHjzaNxDXT/RrYlmA3
jhPAOLfIEW8wZ45OF8Cr0yNOhji2gmfWGeMNPkXnQrSIjKvwJInmEbyYuzGF5B1ZeMhtaum+VK12
02qu8TRIob6WOl+A+dmfc+Ha9xAf26XWpLS+yjG8anV9m0XpkxMrFRSCWFmjswDaQzqlttTLqDwK
dxjXtewcwiww7jBaThkG4W4G2rdZuaUl7luIHa4fSKC/KhHmBIHGNXdB1Wlwgmy9foxdJ/o5zH3/
klijvq3NvIcIN+E3G1Ic5y4XRyXoOA+Dod1Frgocz52hMxLpr8c+il7BfCqSEGzCaZv7zN70jp3e
pA00LbU0m73bheNqGiIoPRQdvV5FdniA/YaolFk+yzAfXq2mfW5GFn857EMCqnVR6wAY4DTFbwpq
8pBIGTFNCZk6MDAGbG1/Smt4v2NP+9FodMkPIyqTvQEQ6x/0WHY9DdTwnm1gDnoS3FhKN/tkH6pd
3/TyKA0rXVBXv+Znjw+JVVjrWm3lCpGH2m8s80rqBHRlA+4z18artugs9rYY7E0T9u2+tIZyNTfN
/CYMkQGkVelx7NVxzTGT3co+DL4n9AJtrRA3nz/aXROo+VF2/UTQnNhA3bAhm3qKkWRuEV1Q/Akl
MM+YGpsAzDavxhSIs6cHBgw0jbRZBLrTLzUBuAT5jZ95bCbfiSOc9y6sptUUDMGhrAzpyTACDYEy
+EMw2MDoUtO+NtrBWUYOkLRKBydu9CnoQmoAgihEpYWLuHKn2blzKAkTjkSdzaqux+TZcNviBrX3
nHFvprRiI1EQJrCH27QZ+kNkz/NLqnLcWVFn3kaqM621VJ32Ru921245zS8cEgbusVNYi7Q0uuUQ
wVvjIM3iY9VTbvKsuSzeOxBw9xGO66GCoHJjuhVM5kbXHqWKPxdpbbWn1jU9KHbDUUO4B4rIZXrf
72cQMhRstdUcB41fKk2/J2ShM82urGvXiip4SWJe5Cb6fs6saA9VEWUofpfJSiomYPXRTTbd5HSL
PpFd6beKWr0K9vWC81RZNgzdL0KbS7e0DZ9k4mHS2kr+PKGsCR+21JeqKYK9rbXX1ZDfW9KO124A
W8d28Cy0mFRO3eXG/Ww3va+ZSL2dZqwIj8uQW4Rz+43Woc5zezfe12XRnopdxk4NwMYIM3EIHh28
MBKUk/oQCMWVuNCjulEHp7sRjD4/hWNtHiDbMeNKRU7dzGUDbpOOEcsvIL7QFGKSPGEab/xejAW0
9j4Mv+t5nD+ywXNxUNUUOLkx0Jy4qkOZvICez5fKANalHfJC29CIR7dF2oUwnhX0JR/yukwfGUgF
wT25bnYtzamA6o6W4mFEV8cbRklOQK3kLVQMh5wC/9+b0pOiuhvVe3swTRB+Y/WSkft70gAxaolD
mCdMjznXZsMJCcE/S4+m2xcLxF/QroqLIVs0VmRdG2bTrdwBvKEjysFvtdpoNoArxTKz1ZXVBRwu
boleZ4YwzNGQ40B+AG/FhJlde32U9WLTW2KbR/rJ8VeCGxVu/yrt54I2NidhtbfKQ6/XP1Ormb2y
reIfkSbob4YGUIKlJyOavtW10JfWjMiNBFRL9kxtvuMzTpZXquBpdpUTix1yza3iYyrh2znCPWnj
kNZFBD6LxyfbBS27CEJsOKmSmj0xqAgaGB2hKN29oNomC3UNJwvL1yaJsrdAJQu6TMDNbHo3pPg6
xW1AiDi48SZKM/chy8W8ake7iW8KZXTJSNkhTaC1LTGQ/dQR8GXoPG0N2Bp4rmGDhqkZh92S0Fm/
d7RxWA8gdG+iRHMebLKWnEF61x0KOolWg42/yUCwi4osWfBkU/eh+6STJ2VBng7BITn1CLeGV5ZO
kC+rqup3s1nk+MNGJCWxeBloS8YitP0wO/VmREML8exiWAMBNl5OEvDfDdF3qMeqxc44YRr9Cu4t
SUr0ud9DtWu2Y6EG1wDvjCdBn/W1CQkc+BrXpzsvdrZNmXA0qFWlPzJzFqOoIuf44aSivR4iKuR+
PieWn50WWpaovkThaq0WqrEtkIu3KZ+b9b3MkH2gKKQkXhFN03U9V+IYF9b4gwZ+jZTXXN7HY1U6
C0jT2lVXFcNNOOXaohjsJoXGnpbodme15p+oLK4HjTh6kDTD0IWZdY+oJontxEx34zlkYr8B0ngP
+wl+V1fSSOJPCdTohXUQQvPVhMGRvriBklhtBCoMS7eciURUelxgZIYjnTT43iIlex8oV6lV2Xtj
REuOBE1cH2StavsAIW6+KuVej3VR+oockeNISB5h997DriKbXar6UTfH+qGpZPVYMmFo+pEY5t0M
0zn3bRGLpZqSCGME1FYBAxvz9WAHKI7QVaStioFZxFob8AcMHLSCFsEF3W7Roiev/Eg8GOx7qy/3
xKb1SoMJcT+4Qt2hS6fB82Ra/JbMW7nTK2i6fWqM+9pFkDlrjVMoGEFRU5ucVaGT1owqad+HZRAS
Loi4e6hK3XpOEIddo19QPtauiKK1TrL4FdljIWA4Aj0+mlFuz/5QgDaspwL9XAl4LaNo5RlG7J68
EUd6fd2k5pLeVW2tkyMfn6ARWtcEJWpxnDSanRYBnZ3pcoaQvMqHupTXRlyX145SdTakqwKoJAap
/t6UZvJDSgdFAKuIon1cNe2TlqDP0CHcckJvFj/mpCo+cq2pwBt33SPkNbZC5hrfaQFDochOSzim
8Dc3o57bWwh15G7VJBXHQguz6ybruqvAKMW2MZPOz2Ijui6hxx1k10QeMwKIJmZKdU1eigXVutpr
7CRasc7aCY+Q4YJ2mYZ9/0girUF/Jg6bZQjA3ndgiS6JKPNVCAB1G2OQ9ikO0iPL4r0pLLwI8lFr
AFjtnWjd9mFugG17I9SK2xwrEy3UWWcFZHlU3DouhQqFXCcaIzjafVn3S8oGxTt1hxMkespHqizq
tBSdYMs0snMVz6hP0xsFeX5oNrd1R75MhRv20EaVAp3c1XYUEtERpV00W9oNnzyCPLnCztVrJsvk
IjYmyMK0tYVv5uBo2VKLSxTOe7nsLPJMYP/qH3xXnSCuan/aA7IlbSuUG8sd56sWnfYVs27awgb4
diwGhXDLsKHVElaYOHayxPMa6psgSMUNiO0HN3Yf6iQY73ImMJemsNrR46eaIZEYpGvGv+bH7NST
RzAyDB20VJrx/GAwnBp4qCO280wNVTRqsIBnX93VTk26obbrReaExUseO80LtmU4GNY0HxUUI/YR
8dAhLoz5MdQ4wFrbql7SqNY435gjgm3av2VJqT4UQfOeuyF53TIKVhVJmAMs9R6GvNSzHr0IylFd
n/d71Qjy6z4Z9VeIDBsmosadVvNbs7Rk9DjsG7klhz3eWIVjAP1syBn6ZP7SjJA8yQ8BkdlsjdlN
AnuRCeQcar5iVwPlhKLlwBfVD8FgH2J0tFEmBLVrQjJcMW3eT6pTLpSTcnVU6O8ps4yO1wOspJ6S
6nXu1zRHbnSOoZU1xyDuihJ9WsGQ/U/LJvWoldT2xiCbVgTEwxE19X6JGC+g1bwpdmOt7TM7qVkm
1rNu1EBB9V5fTaka3MSDhE4nYyNYS12I1oehk191tFx4dD1fZbG0foSW8po6UfTklmTKasRuzRzA
lpmT+CM+sw5V6tpHNtwz437NaQB+MpDoGKlWWXxssuUTGaQZf82pdOZmpfMUIhCCMu5s+2Ob+Hbf
bXUF7Yp0KI4D/HkqBuKub2p936dk8AiYByQGThF/p17DLJiei4QKzOgw6Wc7PLZNmXWRyoJXTeeZ
XQ/W/aiF24opc4J+fSaCnX0Eihc49o9hUD/KbHa2CSN9W/yL3aSPL6JvT789a8VtmDjXWVJdDUmx
JMt70EvlJSiKvSMVb9Sy7ai6d8lY3CZDfURzJudV6NnGcYNbaWQUfXvT3KSmQqam6AM/dMToidra
JniulqcMo/Lsgvf2OmGQJWrvBotRgd4UyqoW4wPhyZ11EnW3BnxwpiXyHzNZ6t2cTDrYVKvuB6Sh
bOMtHtFegPWXhYeMGGrlhi5iy2UC2nVFCm3ajUJnyHxoqucB+7ee6Qj159jRn904bf0wmgOf0t0p
Q1UNd6e2vdxPO5PiKf3V5MCbVA+BVCbITzou0N0kSA6jNRTkRIZ825Z0v9GFmr9QGycKz5p6JXWE
kslsULgfjSuwhNkaOaZq4xLpdV6hax9JNfIQSkmXbTnjSKK2g6lsouw25by7IoglR1y7U7FWrWC+
6jGI69HOd5xa/XPSlbPXUMFfzGlLBYBYfquNUfCkSAt3d3ApOLaGQZiRKmRrPA29HUCozrBSm4KT
SvRNdRvCTxw2TEWHHvPi6Y6B/NYj/J/WiZPMSOC5bkdDH/bZV8MBLHultPUjfdKz3/Zzup/0Bhj4
EBjLaiKZWuiSqT4RDd03l7Lje1pGpNUY3WxflMks78BAjJSaUBQBuzlB4swKZWGapbnN5yw22RsI
eipCgKVvzebAeT08ZqKpDw2qw6+W6JB4InQlwjfVtnmXVTvuxsSKnhFwbvag8MlRD045PBaKASO0
oXsj9Pu40vG8kDDFUHRl7veDw3k7x4zA+LGuPU223bwF06Dex2q+T+Cj3SeWu3OrzKz9iqFkhvfg
VWb+SOON4bHSonFH+ggdKjA8iKpxZs7Lagz6B8ohJkJBqvustb29sPSq3LSoswFpLo174tZya6mB
/aa6gghX4kgeQQQ5HybiDa8d4+GkXkt3B/wVIj25iHBflkm0BUZLHZk0EFEEUISXytaf6xKroAme
lsVjKv0C4xC/k9YtaThGZHsedTncmVGYXGmpHvwUYUJ1FT+c81JR1laQ2h9ancY3qBsMFHnrSr/W
O7aSjzoFUGtzCsIlLgOFokL2K3Uugo+UMiLFfqK2eDD62z4oqBtHoRRLxx6mh8LsykcrCMIN+m+l
57hOu4IaH1wpqHJtgui2tWd8L1SGEENX+vtcncuNgpv5zZhPc69a2i7wl/qXBgEQxvAScaiKps/8
VCktv4KHfTO3UXw/NV1128Pj1mIydGiWTxXZJWwMsG7Gihh1iBNqWnA6U9yaOUn3RZFaNxI8+sKO
c2n7IY3UP9B8yLaaKmIPcRr3UEzYHCEV8aFSP/YVM4mecmucVmxffRvWhoJuWq5HEKLniCqoah0B
kkd0Grj9rupywoyqVt8qEdiIYZjmQaE0sENrp7iyyKJsTqM169Au3qKgus8Cpcy9iviOJCr3kKmZ
kJ4reQEdMgNVg9aLUTv5slbdjyad54dEQ8Orc+KfeiWbvbCzbEmMPR0dBJ4AUYfOAxVy5S5yuu52
onhzjLOUXGcwt5QwKIB5kZK697qwpQHDOnFfszkn1IEsAjy8za3bUSvIKs1zjdiSlhAI2s5UbKIB
ErgJJ+fnYIQ0dlSt8dSERbjpZj0imSTcFfHjxk3iedOZ4Os8p7TsVS9QstLdghpaBsYO0jhVH7NF
JwyWdh5dFW4bLMiHW7dKfypVEoTNazuPYS/Aq4bCLU2GWdVOI72XqaG5JU2l3qBFUd50SdRdwQIv
j8mAWIePxhjAdttRt3GWU0gY6JONM9l85EocPXfCnGKPN5hQ0RiEsyyz/HEmt/VMvo3kmCyNA6Iu
BHVzJZflQBdQFuaQYmVvH2JUJq+TQfSrqga97rRm9yOQSL3VMeTzWUuLA6jyAF2VjMKjVmMVXbu9
68y5uNInND0kbBUfWUL0UBDGsuj6yKlHaHhfwywh4kv3Vo+MaRG7mX5Xoo9wFIij+UPlyCd7QBEA
R51pmhsrOKl80JSgVOCXKlqYlmXH9I+fWT2yJqbLK8OnCPbFbNiLblKgRLe6He/R4Mr2Vt9OC5iJ
CR0Lp/A2hHoV6Ma4q0HZPZM9pBMmTCi4lewUMjHX9B7HTIXI9HGe9fZ6MhHGg6Odf1eJyNZhOctv
QRM5zxCHrXcjr09OACqfNKKNvjOaKiKJaobAYPk4NPlixPm/dqZG7pS8t686ZSYlE0rjqBktmplx
J/dTU4o1lXe4ylmPapbb8KyqPqrdwqaavyVzHDzZiTKu01SpogWuk+A0ldV1N2PralUnd2oORXfd
SNt9jcLI3qi6bENPJ/GDuF6a3Os13wuJTds6UrYYNm6r5h2LvB4OWqiNkKawHejmubH+zvBztyCz
f3TRCiRTgp4fPQ9kWSrtVCgX6WTuuh7fsG0GyiuoDXQI3jTmg4pCUWWIYtmLOnhL8xGtohT28ntJ
l85NR9DtLNRMyRIPJU25LICT0/j4s83xGqJ5euiViV4WtSfnmur7lFzaMohAhXqpVcqXhm4V5mXC
mSSnoUXgllrfJdRdqtSHj2NBcm9R54wzmHFE4d7EHbuqYQxc9bR5LRl1lUsdLIzM7JmCBu4KJXHD
GAuaAgzK88JRB58NI77CM2mnxtPfe0PJqMMqcw1Ecx3tHENaIhFqT3J212SyG9op6e+ZAjv7lk29
8WhbzZBvAkdot7UM5C4wcfCXeqJAj+U4zBFXjd1oSYyAUW8orKLKNwQ7NVIZWyop2YRaO276Nsy8
Cr/nAZmAeaHQ6RqvfukFvvnn7/0vVGBvyrhom7//93lzPkMvQAQMtHkZq6Cl3DwbHGmqfgj6oUP6
C3gEKf8ur7dxomExW0p4Kzpq6qVBX8SyJGI8OE4XnbrIeuTW/n9/djtt3//+32BYfvkmi9f29b9+
Fm3cTlev+c+///fDazyc9Waf/sE/e7NVTfsbg9RwP9V/NlMzIfLP3mxVNf/GnCwd1nhrNuxq/s3/
683WrL/R1sp0PFGwhvt76g/HmWwjfovyN/CoTL7qjqM6+qmj+//+n98mOZqz//5k8QiAGza4UP18
EjOTcWgwfI0yIB0sMzMVHpz36E1X1yhm0AnIkPIvr+RPlunv4wj/utE5PTbviqlE5Ss75vn6ZFNj
kpv/2XjKH9c+dZ7/MhdSM7JlJHqWHeeI0r2f5T4ZIzHSCbBqkAmFE198MYPz+6TDH3c6G6aQXd7Y
Y8ZTyBYxF7Hp6P38/P383iX/x5VPs1q/PMMYB25AdSI7QqmhhYpyY0jMFXjxD/oXPr/F2Yj4H/c4
fZtf7yFjUzgD96hjb3zob3LUI5B6vG5fUMt6ad4+v83pXfxhVv+4y+nd/XKXXNFbGhl4R8Mtuqvx
WqsX42t+//nF1ZM1+7Orn1m5lOKzQ101O4av44/iR/phfDS3Ao1Gv1XXzo/2qH4xxn7xTtrvzxHg
P9MyW2ZHk61xpceeZS5yenIoa31MD4DzE3MRPIf/0TDvH2/tbIDMaE5cwJjnmmLNy+a37Kv55N8n
IP648NmsNdUmFHQmLpzWXvNUP4g75Rr1FbpuvvjlF25wTpUd8VEKo+YG6LuQqemurO/aQ61s51fz
q09xeuV/8tHVsw2eq4lNoMsthg+SQ6rux3v6xvQ7zVhm9CTvop/d5vP1dcFMnbMaORpxt+lmpIG3
gUCIFoWJaiON2p9f/oL9OB8SJ8sKD8SIsqOCd3AqSwRIHH1+6Uu//GxzK7k+1V0XZ0foJvYSlR/E
iPtq3OXJ8NUE4qVff7azaZyATYPCOIojxODUTMv6q2m1f0zj/9knPtvXfVXSkxVzbSxqfkUn1424
a3RPf9H98Luz8YMlJfTP39SZx/SvLfFv6AZlsAyqsqzYH4LECQLT1HuftR/2bfBttr74HhfM4DkX
qEUlPbT/8UAfxnLeJE/WKrr9/AEu7bizLd2K/720wqXFlXUwP2gpXUzrzy9/4Sg6B8wUcha5GNLs
SI65Kfegjm/cYl+9tl/gJy8so3M2MMHCZKkjr19o+VPWIE4Tii8sxYWXrpz+/pezJyIb7dYzP33+
0T+Q7vgIvpEP/Wuv5eyEdsH9FU542mCZrz5gf8gV2zVN8QRXX6yZS2/mbA9TjkFtvE2w1eExJLdv
x1/89ksXPtu5rd72mQvA/NhODJzQGfRcMx/y+Xu59M7Pdu6otFrBTFh2rIaScjRVUqp1KOhQtV6a
rUU0n7lfPMbvg+v/2rjngOwpjEmEUiI/JgihdMZ9Cia2rqjVz18xFy/ZIeXsHI6GAMUue06PkUC4
vQxLxHHNTs/p+SpMny7PdzdGJbcAK4zSMTLvorVBe1hNR7hdGvDk2nKnFnOw/PztXjBW0DN/X9JW
15VZjf7j0Zn89Ep5ZEoQFIa4HR8Zdvlix//5e9XOR8pbpZcOfVv2gRY8X4SAICrAA34WihWdE93q
80f58xOKiOf3J3GRg61qZLwPgQveT6ZXjO2T9gY9+sXyuGS4zuyiYTVlq1dqeoT5SH0l+hY+mqQw
K4+Jjc8f4c/30b/RyuitYnY8UNKjKE6THKgBii+ufOETuGcuTseSmSPLTY/OLNYGZeaaxqXYSD07
+MK1+fN9Sobg99ffZUZN/o47dKLezu2m028C8dHW6kanIvf5+7kQYmju6fF+McBNRDlUngKkClFU
lyk0n+kl1/ZITX5rSm+cfXBMn9/r0rc4M5ZG25G7KGhO7NqnlgqENn/xKS4+xJm1LKwhMDuDK0+3
CUm/2bN+QvOkkR3dDkYjLUGz7BcW/8KecM+Mpx1EVQd3Mj9SSVG3TlGvSOchxJ6aX6W5/nxTaOd0
oCIZqOwM3ME4hkgEO9AMvPRGkUvjP8Ph/q9V1twzC1XNahc5ucQqU8uX9hNymn/tC5/tZ9cMoq6w
quzYjNfCOKDz+sUXvvDWz7GUbW6ixhLn+bEpbnrzQ2PKM2q/OmsvXfxsJ8M5C1GrzVg97nOffc8Y
3YnyL97IBStxzrmJVCItK+7SY4UsuhfhINuGu5rn5sostKfP3/qFwJeWy9/3sK5iph1QBMchTOg4
sIp+ulZF0d3ZtV14Kk1Wizl0p03jlsmy43BaunOh0zs/vlEuFBs17If/iCzxr6Vln20PmYvMMBja
OfaKEz/SemXtA7f8yiJeeJu29vuDVnHsVIVZJkd0MJmAoT/EZbbYeUvs/DRY1ZEc+fyV/rnDrp2j
8ApRM4ESyRS/BUVOaKuMHHoce/q4kGT5/zOY4r/elnNmt4ysmpCCxncpSwJ87VrPtp///ktL+uwz
IJvtVNEgkqM50x8x/2jGZ8YqPr/2hWPpHLpFS1s7zUZRHqm1vJWpbi5c3K01AiJY2ZQCfYyG4ue3
uvQZzgwV3bgMXup5ebRoW6YzESVy1Ny2VKF6PybRukuLyFxCSKkY8FStv3jXMys22Caa4T1rOH8y
zSWikkAmAnVxqldaPhvq82e76CeeeVeTo7b9lHEbek/repHQLeX6TPnRF9GJXUDHnfziVhdeo31m
4EwddepwPm3KjB6Ddf0+Nj4S2V3gjbHf//z8eS4suXNiqxUGqLwbWXIUhkqmZFyoVBzrL8zKpSc4
s3BMtqSOtHgCy/GLwEtUxtDobF1OgVczefcXH+H0aL/4QjQ3hC4jk8nRCFd9/JD010r1hcN+4VC3
z3Z6NsauqgdNckTexJ/bLXgCe9wLdFTS5lsfVV/szQsG8pyFFCHry1xMPB0MdGdjvWJg+Ltofszm
F5n708/996QPYN7f31BoWNWUGvp8EKF921NzbgL5xUl56dJnn9iK204WpTYeZtF6OjNUlFf/0so8
J9rVCMSH2ODxYDK/H0w3gXZXx3/tu57Tzx27Nqta8qtDFWO0pCnKEDST7sFdWfMX9ujSmzkz5oyO
hQh6cw9L0pOa3g/KF5iuS6tF+/1rdmav5gFewMFiUp+mRQYMAsK7L177hSV/ziK2jG4Mk9PV3dbP
mZPV6Hf3ijvH8Afli1tceoAzSy0s3aKKH04HIel8WmvjynHXcfOF0bnw3s+FlmQXSimD04p0H7v8
e5l8kX+/YCnP9S0jWm2jwLbGQx7KDX0dOyb8V1P8FTX+0s8+26P6ILrZjbvx0Fbok5PwCtS7v7SR
zLMt2vR0g496Px5iOhsUFEDL5thryvKvXf3M+iaKOs6IWIyHXiyESsOq+I5y9hcr5dJpa57e1i+2
XWdactZmhbUObxnhaCfz8rLfJbmB2Fm0R9wY7sJEOuwktGd8qeR3YYWe1/iVlrqaNEZu6wwM8Cvu
S5PnTF4Ob1mffHz+4i75///D2XfsRo403b7KfQEC9GZLJm2xrKSS2RCSukXvPZ/+PyzchZpfsQjM
ZhYNjLKYJjIy4hiB/ffbwkoQh7wNRjfg4hAsTTyAM9gz6Z0kZ4fZdErvQdfZs13hHcOgap0kHVpt
GIJIC2jYlEdtvOXktfa9i4xNliAGASzJ6NI1BEeCEnCdWX9hRgBuyP5xa0MsDr0E+mAOHuDoTgAt
2lMMIgi40IrYgKUdpUARi6j00VIYvRcZoxyZoY1nLR5KSyCfo6eYGI2ZphinDy2dui3BAkhAikGp
g27BXWSZMz/ysB/gc5pUNBXuxJql7UQO6F1b5iANR4KkY6N2f3m2RE8ljL0J/LlJkVw5ZUYf3Sca
kCRa+QNVilFLiqGyxITPzxJKdFtLPi/tnYt4aZ0QUW3nVUPJuBLjUvwepjzVZM38pwG0PEraieK5
D21ZsX2oWzzeZivxnFvkq4qHPQULZs5N4ZsMiHMHr68xjrSqBTlLZEsW/KCh06mAqf9bROAXI3JA
+fIJJOhcKRfMif7k6FgXt4qbaxFhKU6ZcUoVgY43uRMLnbK+Jfz4ksax2iqS0YsuU9c7gEITZQuK
sJLDzqiR3xGozfuu9BKxd+GNSpocYkylA4kWcDJ9MgY9KVhYemUvjxdrrSTGz6fnV7zrfEam4D3I
uIXLHAdXPqUWC86hKu6aF8p4PMj8y+9twkXE5v2KHgLoJbniuT0EV7U3ttpCq4uzCNeSEocUNeFP
c6508dzuNXdzg/7yf/iNTJah5/Tp3q9fpFU9SFvNxNa0WwVdfGqkEUoUPpgc0Net9AaPwJykSjU4
SU9ZI1vXdjuGntVDEddI2Ba6OlHJm2k7SCoU7CERkcxkD9gVEPhihCBvcDI0N1LBGstK1KA8w4Bl
VyRGE8my3vNsTSY2KvS2x1XnKxFtKjQ2AfTrJV0sPFltq7qEXBWYZkwlyq8ykwgG28j+N0M3+U+v
xHiLFgIPeZw2hYgrEIdAEKZEGUHsHKMM9VWoN1amCGZaBk05IO4vIGFYjdIV8OVTRKjItQEUwGJZ
jTuqtGcdWd0f0uREJ/R3I0NuDoJObfTEhqUApRhFhngMx5sduKNqU/bNHzpvgScEF8dMo8gH34HN
oTUoc7u6qgqTzZsMHjxyfPDqhAIcNM3NOmY/46EH2LKRQwJSCLPvAhFSPfCC1Sk/7HfwLC/cGNIO
KuX56CSPtYIhwHdq0lT+luIWinR8QmtpV/ZaH1C+HdNSZoacUO6QVfUa6/Uj1N08X0sjsDZzDjDL
xGM4GyKA7ykTdijpALeLMnS58QRgVzYSt3heQ4yzhOCTMrlyGeqKXz/3UqpPtUKCEk9JPtSzVDlk
OQcybBSTWJLeBX72aKqm3MFtqYHkEgoQvWFegxnbDA0kiNFAhkjK33uq2GEjbkTwlQg0Y91+xwSp
aXAPZfXkAs9MINMFWq7KEykNVOTMwp92yySZnW/7O0frdnX/Cj4idH7EgPUnN0K1oXoGq8ZLUO5v
1TepV2vR4KATBiB4HuwkB+buIaXBsaZ8kahT01pV+lTEp8cRau3OWkSoGh0+ahopvIdNUGlbtAE5
Vyy+IC2hK739eIybtcO9r13EKoYRYWyXxKPLqQDc746dQbmjBgmhA1AptmDUaqilNkT3NbALdLwQ
VdoYtAMkeUzlXBpPKGTao/5UafLBAZVQbXdbAfomnH3vpy1inEy3WQtX0dFlZJOmAfFXwTMAtE/r
a5L/cMD/gL7fO+CLqlAMLL8ez8ja5cPNWcuv9R/GPOsmIZpcP9TaVC1rtR4UPU85VagP+Qto+tNO
lLfeUzcYyL2vXCSddUulTd0iT5BN3wo0RoWWj6aYUId0fGNrLm8i6/dGWeSdnQ9nVFnBKKLpme01
s0Ek0sDCtrwn5SWzOkc2CqBegr2nQyRN25jKlWx3CcOEPC/kccVmcuGoAr3YT9AzIk6vZKPHVRIc
emDpJeE5gOhiCNYbDQEhAXoxKs9u7G5lPip3Pnspei1KYENBdnByMynQmja5wtf7AFyzIQsowdGR
Fkl2p0BU4qP2FZKjk5vFvAGderMMoJcDnIEeYl2E3qaj5jOpOFltkECn8S7O3hWw6GRlhM7i5Bbj
xySHGpC1BL1QI6g6g+savaxtubWpyK3zC+QqWamDtuQOXp5amztUca3pSxvhCHHnUHiNxhYamFfw
LlRaPrP4hTnKkHFI6x7rX5jxyPWAgUCQZQy/JehR1J7tTW+tbCYxu2OS/AQXDmdsol1AedAiaABw
N5tJJjKIOlxw8vnGhgQBCTPJYELbr/dNJlqD0KlDf8Et2Q976BdphUfbQj6LM/IjhLieINvw2ijt
x9AhGa97CK42woHrg++AafclHmCP98pKsFu6w0KbVmrbETkT3gOWSOhe5XAG4q1iy9oBWFrbSKPk
l+Ock1WzLbgK4kOrD6cU2T/VOkpHokuQ7cBoU4G+g4iVTxhoLIdORkGr5/L4E9cCGru4wmjwPeWu
wXFoaxjrwDpugE4zdGX7jIbKxp5J35vYqnAAFNGRwaWQBBDaoC1FpRs1s7XjsMirvT4NqzrBdoV0
j5YO0GNwOWYLU3BjMNw7bIv7KsZVAvmhknXDqqQ/hiiYrAoKd3rTzVVvOKyAjesJRs5Aua2KBtaR
Ao5xEiZW8LWQzAphqoGzn6YQoYlDg/FEyAh5MNEueAXsQ7+Hk05B4dkL91ADJhyt3jdMfWFBx5ZN
tFWa77jrgWZ+vFq3VbnzOUvcHpDydAalrMkdk1clMBt2UHOgWmFzBbk1kTWnjNKYhHCBCOYMCYrv
xIq8K6RWwfvkbRm6TeWZD9/BnSCVqNZfcqmJo7sFHeXmC/rez1vcG4I4BekgC+CcejRo9fvm2AjN
YRp3EOXsuheADKG7w1WSFnRG0zm+KVYgr4F6b9LhgYMiYGDI0CTJrlluCZxTw0wBgrZgodpJt4ci
F3x/ocF3qrNDgC4FD4Xnx/N6u0fv/fDFVZRBxoyCYvvoVgbEp/VIE9SOCCr4iOpEGgJ9TVXUKNUj
jZpqvg2JCFskZmyHGpQkHdxSKij2W+nvfPTu/Jgl+rBjamFMgIZxhzDYVVBak+T3FLq40jmkrbGn
tZY7VLmiZj1ERyDuMkIzpA7VqAFsGgrb6tAYfvQxtRB8A0NQyMD49+bGBe62jkzcuackjQYBamNT
rl2oi2xtSilRbnzsSSSEY2fJSEqCSVLj4fvx4tygwXfm4/ZM+J38yEmLpn+FTe/0B8WAFKNOaUCg
WI3O6D/Un9AInGxjJ6xl2jeq1K/BYMecNO2ETFs2wx1w7/Q+2TFWvGtDLTsxGHL6lL9pd3gRX5t9
/8S6tbXxmWuBcHF4wnbs2jTAyD51YkFV7NUMusyV7SW6eM1ZX6t9fUqd+XIcS8CnPwb2/HjoW6H8
3gwvtj8jNeACp5jhIWn3EHfVJppHFxjvmDboTUT/E2R9bAWkYb67ZhC6UagJZHVWExDk2me/Lt9q
5TINu6yqP4J4VEE31QfpGdxxVIY9g2ZKI4p9daJH6AmZJa0nKXThKuQgECscZr/IMoZYJZSDIRot
+4GR99EeabYTlbBfg1QYk4S6FB8m32U8xwfo2ovfq8GlxaPXQhrtKejn8rM18qWOUqbbAsqM2kyB
6tPjKVpBRYIi/m8GDiFrhoeNE0rCvtky3ofMizqdnvFU9kAv6y9Q5lM7RAqI01Q7dDagwP945JXj
tUT+hwFY8wlUuNwyMzPQdUH+zqljNWy9YVdj3yIDUPouT/xMHt1ULz9oXX7/ru2e2IwqXo3UkXaR
AeKeOuiylakn8CE1lnwzWmOCyPoVfyFb/vP4Q28Z+J1duKQGiF3RKLQnjW7M7Pn+e8wNJreg2Bh+
pNf63IWGaEIoiQUvV61MyoHWIVrKe4qGuZGZ0mSWgP9J3zvfqsF6d9qNptXNy/rez1qkEJ1f+VTH
R6MLDU4IAH7E8rWBUDQMW6efOIZPoD9oCnTeD2VvCoUztSQMTHaEyZKCmotdD0SoHVDSR2i6AUsn
bDS91ip6S1e/0oe6ItouKNsbSF6oz9bo9JSwryJeSxsrsnafc/9ueoAbpyntkCEEbq03bn+p99AA
Ahl7F5HMUvbiW3mKrEwvNPQjTKA7CKf6BrNRa7hRTu7M/P/A5Clplu2ZvxA5qYZXDYNKgE+mr/IA
Nn6u0hxBsS070NILFCNKhTBbXZfVoReHIpzQwZlyn3V7jTcboqilFpBUg9I+ag+1gfaEEbw8nuW1
1zY8Zv553Fe9IsbxPJa3p54y+ysip/G70xgNgi5kY4yVlVxa4EGbdahDlmJc+AnSCuGHM4vU4EmA
CHQroHx0DN2h3KGxVYe+Fn89HvWGa763gPOv+XWZsiOkl6YKXzYZisFZEDBRGxfi4GpgeCalPsuu
THhNdESn1qAJY4KPS2kZKQzRgUI1QSGVIGUluH+taf6/sAKZCmUqLdR4NVM/Oey8xky0UVOOPao9
iQmws+upnq8GpqwrdmK2VrsLdNlI9K0k/BZ5733V4lSkEG2jON5j3N4ZYdCQs0Y9iTCWfetbHWxu
5LjfbXcKhczOxV0CKHnJnVobIP0+NfKtqMRiCu/9iPnff03tlMRVzDNY0Mrwrc5tdZhfWoUemzRK
Yh5R9tUhPPFvlZbsA1M0ZW2Tbb1yIf0PPwCSbX0xYWT/mn/2l8nufwZXssQn+jt/pszamK7tU/L3
8RZanexFauInA3QxQHl0A++rkCHcusfDDUeQoMeEJwIXkMRpqKfABKEeMjrBnppMZePUzHf7/84x
XL3+nWOYiiRT1mFs0RFcFNjIoMNVfS9tvHxXqnrMEvEOhb2gg40R4ypQ53seniC/+0r9FVFT3McU
tvPGFM5Tde8zFrEMKDJ4ELUYBpK5LwVpPxlrfIftYHaI9MdDrFQyYJf170xJ0ILyq3mmIptP1MHN
d4k5GJ3NkXofYmGMRkVFDcL99nhidAhIphshZiUvY25Vtl/noMmUUZmSeQ6fqFyVkG8eRA3FSmh2
vtEkt/1TfNx6396SvXszuYhnXIqWLbSvGLfVBAMCqiZjoBimty++/orMyBxM3qANxql3m/t/bfEW
wYal6ZzO5z0CmxEK7o2acimu8Nph9Gi/hQrl5lTm3nctgolXQVFPiTHICN2JQ3jljPJSkNrJzNGC
moo9GelncmJ2EBu6UnvxlJvhy6B1V8Xx1OCAC4P0hr9HgdLOn+SNl9jqyi7eQzRXQI53nuxc7fX0
EDu5ZgtnnSWJ/iRtZDi3Ts29L1+EF+A74CQpzoMMlgjt6tLJPY1RDHQPC1LA5gTPGH2kftgTbQix
RsHHwSetKgsmz+jVPuoMpfuh2VMPJyYe+i1neVDL1CkKA4SpnFF7KEwElt+ocqpO749P202a4M6P
XoL30Q3yKnFOGBrSo1IRmaxJnwcS6lAHqyxUUzW0PJHAA7yAdhTMl7S/7y+wYTHAf94B5l1uPFlv
Jet7P2QunP46fDLDU2IKHV23I7GeOorB6rmZGIUB+V9zwg0uqsFltJsdT0q30YJ9Y9I74TSaH4le
bKVPK5t3yQgIIRIhQWgK91EISwF4qJG+usIbYz9ABElnbQhBNzuU/USo623Fu/uVYbie/vvh6dQG
kjDfvgO8K40R7mCp3tVGJBFhfjAVvFZSqvg0yS+xiXGF4RU9FIif/fVbjbV6O4foZ33OxSMFCe5D
ttVbuAHH7i3IPEe/FqRIwkCO5oSLVg4tkBeR5smkjGBCpA6UmkFFPN0XOaRgDRYb9qhUeyo/9aIK
HKR3ZfsnX9FRY4bcXHaFByF7HhgNDxkoL0ml0VMUqWNQwg243EBS068hSAu/s9OEBoliDbU1zEYX
qj+3Zf+2cCGWEBp7mBmRtD35DVrZR/+Sl7rMwaBF3TgLc4i698WLkDyDY6SYxkpAwdbOkfZdGSRE
rQ7QmRbgIggMtI7Vvww6gzUBTVEtzFJvyMugFyaj1XagPm38krU9sYjUaZGUEKrHL8lT0losLiBt
ctiUgB6rQBLJztFVV6Eieq1f4wNvRSZqBRAaBMCKPvo6N1rpZERvzM5v9OFp1MWn9Jz+eAeROhXR
K1cz+lZkXSnTMv9DOGjDSWQK/FLWpFCz2U/wwvtO2l0T6BPmjsF+OVGHzh4iuIyQSlAnq7t0Gp+C
I6CyV8aOk3cOuK2Y0CcPbQIjQ1buH+T+1CJibjENuXni7i3t4gIQOxYeBSk2s1CSAipObyNlV6kx
mi34ShrH6OgS6YOglk9ypynvn6gKycfqBVXQSEtZtbtCRfBQwO0LhXrIfbg8iKwyrNGeHy/4SuuE
kRd3R8pBgBiySAxKhRyZCGw+DKhJaZyDpT/GJHMCXdjIRFcgEczN3fPXweaBFomyOYcLD43NOwJJ
ngtXdlLUQSktfYbin8mryK9Ose0/Fxq1U8iWjfpKFrwkO7A9DTMjcJpd+cyQZ9woR/jFbG7GlTIG
6Cb/hizWr8SugtK1yxmxRet/JROCwyZlb03dylMeEmj/DtCzdJvUc6xuDIi64lqqTTwtn0MNYF48
JQNU+SnjT7B1Ndx/HjHSIgT7HhRIQS3H4dJkU3SeL7CsxD184fGfiTDGEU5uR1+D+xNJSa1ffQJn
go3B5zm7c2KWpIhIYeVJqTB2rPL6XK1o9K1XxApKlFkS0ZqxjmRxXqfGgFsqb06GjEogrZZ6Zad6
eoHMv+YbMGbQBAt2rSpwX0gDTqJafbIkNzxEOZjO7YDUQM+K0BsH4waWvPfJi9SV58IJXvf4WR2h
9cwY3PbaqZ3DqOh/26EFLV+dN1t44ej1FbLl6vCTu96xNVJ30BvTQkHOhm60yRojNnVvBbZvbCWX
K29XZklchyU6nB3mzIQ5Tm6viyavFcdSgx2iyto18bXels7lqdhHG2yVlVYJgMj/7vUYruipN49Y
+LAllY4R5UzqifNgsA1cF/HrTwaJATRWtViXQX/dPGQrl9+S2S51PhyHBplxp2/qbXpG3R/dqOoP
UqFPaFfzxyKF+as62txTb/Nf5etGCF4bdv73X2GRUeiiqebvrUh6GX8mUqAGEsy7DjqKpMUJi1Ca
9Em1NcHzKb6z3cRFtIrSBp1HScJ3ouLx1+Oe2vIMFVNssLPQEmQYaASoTUX4gCj/8Z4RFwGMhbdT
lMCr3R3PyhF3YVobwZ8OuqFqCxV3cHs+KiRpsXQZxX0YbpSX1z50EcZ6yDHPJkjAPgwfjHBVQphQ
RONG1rZW+ViyfBoqiqWqwzQKjJqKKrv3L4UR7/kn+g3SDsz18fZY2x2LjGwYIPcvJiIyMghaoOZJ
xRA6pd+KBiaUigyLvcJDcjtEG8OtgA0YcRGLPAm2GXSE8aAOCtH4A9T+r+U+Osa4d0j7XFm1Ozmh
DRHLn9pircJhDTSTSPMS4Fn0+JPXIsCSJAQV0Qla1dgs/Q/EufaoxnBv0SmCsqY5wJnvh3OKS3UI
zuLlPw64CDnKAMsy+FDh+XVQvhXvuYXMNxIgTu0VVfjLvrJPYUtAjBD/+F5BtrTJ1hKiJZcoyKQE
8uDYQcfuKb808xzXL8mxJ6k9/SiO/5SZHTbWLtdjqBegklEe4ZFhPf7olcOxJBw1HqyTvIQHWYAO
tL67BOUV2jgbh2OtmCYsYkzZK2Uz5NhGosk6jR3qsFlQZwDCBPBB8Pn5SVuTPunzdVVsXKM3msOd
uHZ7UP4KpPBu8MduwBdhLt0gcnmQHzzIUIVXWA6e0o+SV5FZav2RfvVeJacBa7S4hrZw6XsLeonA
oE3AxEAhTgv3ww8HUSO1cOQvWIH0r2KDdQjO6cYWX5v8RWTKo8kfRgk/Ff15PX4ON+6SlTR3yWei
2hZi6jX+rCi8eYWRSB9Dc/HfaY/IscZs6cysNDmZJX8JAtNQlrpFvu/wwh4YmzNYlHBsKEB7evYM
Xw7xWdjLR171X0SSoPuBKlRwKOe3TrPPDQqdz2hDt2gtNV7ynCb4rvBljZ026gC4YX8FGq0lBgxY
VZH85bT6GOihsVkumh9u9zbZ4kFHjWEtDwWGg1m6HqJPMRmBIYLlIJJToXIafCBUhcDNm2Aq9lu9
r7XnrrCIUMlY85Q0YmVbZ659sCpLW2EIKaEAlN6dcul2rcnsWGj2wTHoRBH+XH3Xu+AD7ig2i5aC
aAiCQb81TrqvjoPu7fgtEt18ou9MyJKPw9ed2GRhg2uweUtkpOtARbAAoEY0DYROsBFQbsnJvWEW
WVILBW4fbEDGBVkGdpVxp00ytYejsR5L3544qVIk7+nBFkABaOAOGQFvKDdotuTvVffUsPBZBugY
ph9i3Fp0iM0KSH0Tf0lpoQYdPLIS6Ho3h7AhTfRSoPIB/5MzBawHB0/kKfjiaSOF0n+GipQ3ZC0p
R8GAP4wVycbsnRPrfQbvV5r9TAAGg42TwFmRf4VmjghYO8C4w/hRRc8VXOpF+pr1jBnEojq1ECmA
swyMQcwoeY3LYxz4Gpw5DE+sCMV3KNYKofY44K8s1K0E8Cs8wpaSp0vIU7o4q/1P8tQ5XqJ1W0nl
ypNx2clnfHqEQxJFu9NxOHqfnd1DeeokvvQX3+lhI2rCLwp4figMiF+Pv2cl2N2Ij7++x4O5IS3D
qBjUKShUw0IAT6bchhg69Nv/W5heQhUj8GsCqsCU1frwlewCfms33z8zt5Ty10+XR6GClwv+rgf3
jaaDXC91CEoVHriPp2Ytg7oVKn4NUNBKoRSDDBpTiAswe5bPPvatq5w7zXMZhzIzPT1Sz95We46/
/0FLuF8NW+5wjBXahaUmqYdzyZWkF/VGPIQB2DdkQm2VAf77kD8HwnPWnje+c6W8tqTPFfBqZdq+
xuv0m4eDSkGoLx/Kak+Nw7Zm+k172gTn1I3bde2qWdLn0jZhaB7ewW5FfQ3wSYI4MTBV8O2uVIio
D9lJHKx6n4gqhe5kabcQF0c9LwGoJ2KNx1+8csz4ReJAN5Uk5B5+Qju7vMVIcwyJhXB8mW0MsNYf
5Ocl/rV1hj5Pk3rElFZGR0Y9tiI8ahqr+6J03v6OLnO5OTHZHfUMdN/jj1qrQvKLRw6f9gHEMFs8
1MxRrw/DjtlFTz7wE4wjGo0JHtm4y8zHg62gI5klIj4Jkn4qJLBke3Z8hgWJzfnD8ziFRj9CtSaa
y/zRoQx4k5Fh3zNy+uCFMAr4M8qTyjWcBVaoFqJu3FQfPBgAoYiOIahtG79uJTPkF/lFmvEl344c
yl/Il/fcu2RxT90xQi+GcOmHmLsSmjSaF7gwZfEEvX0C74KB1Y42vXjgFAHjDuegjQ2/cqpvifav
rVBmTRS3HpZFHj8r+bmF0frjr1wJ3UvWcCjDcmbwCjwyR81jnAodJCa7doJdKy9CmOtppT8eaOX1
vGThpREgJs2AL6hBhAlgFw7/Iz2SdnCjM5MAimQ/j8dZYdszSxYdDLPEyMuxqdDCP+afpdO/+GdJ
Tz7lt+nafcQbK3KD8N5Jg26VzV9LAppNXaYCZo4360PlJnagJUQmk6Yg8xQB8cYruVNherUrXhIL
zY3XrRR07ZDeGu+/hu7QY05hV4rAcOLg4ANYMWqV/od0yazBYb+5TxmkeX6b5LS2dotAxFThEAnz
p/YadUTVQ5/IYAVGgsojbNfMkLzDZEcb9C0Ewdp4iyCktJAl9UaMx6ELp6jPcCB1t2gyax2CJfmN
l6lWgC8iKs/osowHOM6okTXoLN4Kj3egdP8G5hZxI4D9Myj32IBJ8sH1f4Rzafc0CbqNUtpa1Lz1
8X+tfsjnDRRzcJI6I3cGqzqmTulEJDLQZNt1u0bPSX+ULTBYHUg897toS6dqDSmwJLsJXd03EYeI
iFV5S4yOVgVWnTwzFqCpY02wJwWWDvgcC27NAmqXiV7DD+3d76G9r487TgdlumyAAhkhaCNpEgmP
3OnxpK/lWUsenNRHZeH1mPUS8G5D1PAE+APrdeoCbu9OObOk23dmSqpmY5XXUhB2Xv5fy1BWEPUr
GRo1juvkxh/wSQ6BTJL2k+k9oU0ItCDqF4fGDN/TrYRgfmLeCTm3SuGvIUe8PWNmHrLUvXNszasd
okEIVtt/DGrsIqkpY7jneSxGSGwUoftzY6cO9wroA4ldsO6twhpJpQlO8pmhXkSb0vNme2Pt4xZB
RgrhjVnO+ZTAweH2OTdnCzeYY+2GyAl2wUaRYv5r96ZwEVroePQopUShLx5YbYRXXNJbj3fgWtFr
yfWIJoptohCFgTwh0bsPl7ULx2jV0ePe09GsWjXKSdvBuV4TGhT1n3z+ojBnvFqll65/Zi34OSWH
9ggOestp0ZlpzInX/Z/6bxAiGSKhZwDz4UBGGN7YcLWvnh7/7rWAeIszv3YV1DX9cZyjbamj6qn6
ZmSwNlDZpnz5jyMsSiZpxBVFqWRzgfPbSwnPFbBrK2HQRzooZtUt0HzXTb7/2sG8pdO/vicp+ySG
UR7WASx/vXuTjnjWXxo7M2J7OgdX76k5gOBUfOYb53LlulpyKkahi0c4Rc91rxJS1aqgC0At/t2s
ic8Xx509e/vQXx8EO+yJGXGrQMcDW+oVaGe12NMEQU39s7FCK3fWLar+GiLyQj7jKUT2jiEFjnqk
112qJqKZoYZSoGqsuOyTDGPU3sHtbPCnaoyB4rGqjWO5Mv4Sm8+wUxcK8zMcbfsX/PV9ufnKWOsO
LTXsKVlg08HDC9w/jNfolF859PXgMj19xsetx8Laplui7pMK/vTgxgFYbPM6pBJ20ttgxw5bqGKJ
uivkEINdeUSwkX0VlabHy7ay8ehFtIYcytTSNGatsdGwyF8YM7Har03507VFWURkSG1FA93jMpAU
PORpQQMFhf9qpY1fv5ap04tYXMOUdBDjce5EjpUKn9Cuh0mrCrQJjAkvnlEmRsuQttkoIa1BQJdq
97BhLssYWjCuRO2ZL2HfQ8shUn07OHuQozdQPnSB7t0YbeX1SC+ywLHJpI6ucWjnXBk49o1bZm1N
FqFUpoe6YigPxT2xVpvxShXQP4UOqqYoGzjyW576v+GGXuLU87SrlD7GFck6BeBuAmhbodM8Zydp
B4iyI5xBqTjCI1bM1UKjQVcVjZAEAIkAzX6Vd7UOBV57C4Nyy23u/Zp57/+OTJMv90o0l9uBBYF1
hsOaMcof3nOxa130MrRRD4zGCQ6i1VutRRFcloQHQ0F4f3zIxLvRl17KvIeeIDdMj3S7Gk8i2LIh
WnTwK8eZePz37x9iegl2L/qoDksqx3tV5VzqAFUwlTp5W1cvu/LrFyGizbsG9Uf89Sn5CN2g2Q2e
KX105dVjSYDyOHAdbbDpe7DyMqVhovbPao2USFUKNSB/BJ9q0uVzFMHeibGnQEPzLsRdHMuEBgla
S67BVotzJZDQS9F3qhHpuJ7bjWX/9clVRs8anWiUdlQQFnx7q61evY9Nu5sVlDd0k/79SJFthKTI
MFwk25NiC+wPm2lhpvOxngsaDadmWFuoPcRGYcutlrzDThYd20WgolJUJQ4FFFNK4soNwSsQYjjY
Mk7eB7BJhn2RpMUsKUHLbEvsbMoFvz5q3nnuM0U9Dvygsnh7vO9WmIj0Uma+oSSPyyWsVeROgGEN
ippfJAN6TqTa9cagFs9oiqKaIZ6GH/99+AyPNdTkrvXp8fgr5U1aWYSywR+kyIe+ljsY9LW9tgff
4Q5oVRJBz93IQZXtWwSsNrvQJPlvvRH6f7DutaKI0vx2nmG9kIF1JCM+F7sQLcpGo97pXXNuzC2r
kRVUAS0vYhcrlYpcdLgDGOMKU2VX3DfPpRldwr3wNbienbuBldtAQKNQbvpadNhG5a5k9fQSx67U
PTfxIRISwEotBh7krT1ltgQbmVwLRj2F/Ec5/qfsjV7i1xk4QytMgp5DwGlDqHdPXvI+KFf29fFO
uX/n0Uu196JsPamusVG8nqCnMCrQubmAogktx8cDrF0yS6F3aKRAaq4SsFCEf5ls9gUG9qnpnbjX
uUeDqgEQpCPQncBZ41w40bxY5keGBlq78RPuv0tpeZELUYJYdlEDe2KWjzoVRsj7vO42bvSVlym9
RGinnhDxgoDPk/NAjQo7e6ZZA51B3uYU0ihGJ7945Uksr31GJkCAC728wB0nK1/z8irDICdL3+TI
HiSn9Ur0ceDd3sFC2enwxkVPUXA7AdIm9mD2iupTFouGi5TuisqAhatS/n8/1H+8Nv/fL2PWlYtS
XmRUuZiF6AIiXZyOjf/CNZfZ6jk0OCgGRRursPJWgGbTIrQXVA+7hpBx6WvwzFkwdQFLr4ah2R7p
jfZ4t628Fegl+jqvxVaq2wZvhVY6txz/zQQvs/O6YKUKnJd/eCXW4j7QUcR+r8N0dpiG/eyphkeT
KOTHQtnKDm4YoDvJ1RKM3WayAL9hZPh0vBNGEJJoo8ufy/ZSjkcR/sxUMGjSK39kQTcNI0gFmdU4
GflBLEwOAIYAwnBTTbJklm5qcDIB96et6Jjyf4soMaB5GEFGkwaHYzAUWU9zGhYbEBB/bRU14s2Q
AdQRbGh8VqL5vC6yf2nwF5gwUnmYn0iolfShyvFOFu6rciCtT8AU1VkQHOTGpfmPx+txvwVCLyHj
ST0pQlGgzUZr1ZPo/O2czOnMyHz811cO9hIvPvIj5Oe8CnFY+Kabd8/fONQraekSGA5JRr9MfSzd
lB5RfM0DS8lH1d8UbZt3/L2tscjkJjFihQwWt24f2YJH0pfO4RxGx8MDjhVbKcAc3e4Nsoh67ZBE
lATPIZSyIZ2kxmphM1ZqR4ZnoEKjnJKNI3f/MQY75sWxzv+Ps+9YclSJtv0iIvAJU6yQV5XKToiy
QAKZJIn/+rfU8QZ9dY9aEXd6ok9JoDR7r72M2WutWeJlGeDLV2+kzb2hT/79C9+YBKnXxGyXZ1LF
KsICQhd70GC/Cd9GlFH1qk3AStoAMg2x4tsVewZved09t3F5vsu6unEsXpO0daftcpPngLs8BPWi
ijOf2cbZFvATuoDRrl/ES5iHoBW7b+ROT3QDbVevCdq8pDnODqzqKhkgvpfxsKXnYlOHTmDFTgRH
L+dr3pL/4zq5zk2YZxXgEMMWHdfTAbEiO1CKTARaVp7mqy/ucX749095Y7Ne87Hzlg+0drDozQph
8qBMUev8779869C/pl1PnewMJ8Ohr/X9rjQk0LMcZIH0QAz461lTaEji8/RpUu1QLBgbpkZgKRC7
1RKddrdtTCM0h9873+bGxrvOXEhhXou8eLSF0HyG8qHf1bufDi9TD5zVsMvvlNs3luY1L7vMRcOl
jp+t1cqtqiNBZeLhIJZNPZVBa9YJk9OdTXjD9kK1r46S0UQUPUayF/mUuYZUbw2ShLdFKi/UItad
D/kzBvmP8+qakq0jxcYlF4YdS/RQxpcPycJyp7+ZARiHMQSM7QYS0Th7rGL6RI5KkrvejJbCvfMN
bpX114Rs0CUw3L48Jub0kMgI/+J/AV26f+9Mdv/7SLavKqDZoYPaagDJyjYSNa7ulSwDGWkQO3br
Pr9zK97A4uBd/D9P5HaB9TCZ8CaVlfTSPz8ZdCRrKGvggTYH5eEeyeTG81yTqxdlQVCnjsO5kyFm
9Q1EfEVSHNvTPWrGje7kml9tpWmdlQQfANsR+Losp2l3jxh+609f7v6/sK9uKHuLcvxpgzwZ5vOQ
RkYJo4VDk5/+fQ7c2KDWFTokDNITZcIHzFrcP6TwdnOBUgiIan37Xo7yrT7/mgo9LYwq6K/w8pGs
kMEW9COvfAdQ79pAMsC819BgSBgBZV6G6NdQ/OpuAFvpwoVhU/Tv57yFdVzzpHXLMJZRw3dA3DXs
Dbv6QKotOGIEdmClN6rPTsCVZ16MAYXrgnyt55UNXX69c5A05BvofZqdsoUt1Pe/v9Ct4+qaKz2n
RVY3I77Q8jgEyobv9bA4xVpsWR70FOGdT7m1+K9apja3lUId0TJ184vFk3beqBxe3bBbW+x34cye
2a+KnKO/Q/g6jP30NXdWs7Ih01n9YCOyE+4Ry27IENRr2rTCCMmQ/6lurVE/9lkbFW8Fg9MOsVeD
FRXGuKPGrjBOM/VsFBX0GSahtZaoHVqJXa1CFL5JWX6nHryxsa6Z0n3DczcV+DLKzPy+g9xJh188
gXYa5rT5HaLGjQr9fwUYFE49kBxHXENWCLQAR+xB5MB6kn//uDdq2mvCZY9U5lRr8AyshxpJE54C
v+jcuscjvVEhXDMsmRiUzr1cNNBgxs0WhkkbYz/4EFxejJAAf/z7KW6s0GsWpeICTa0dfMwQ9R/w
Wvcu8gR1e28ud6s2v+ZQAk8dTO3S3OkwBj1mjwj8OJRrOyCv9cfwor8SqLzhBpbtNL9yfbgVlEEG
E6t7M65ba+CqKim0pmL9cHk8UAHKKYG/vZvXQUPvTJluHOD/i0FJDWXMi8vjQRws9igHfAcE7Dvb
5FbRek2BlEum2EhHR1FV4nDwxmcWOY+wLg6d0euDZd355DwDwrRO1erf6+GGylX9g2H9def1S75w
fumX9TFwcDCstBVXvApOAdSbMGrSVy0N7AyAaXlULoflfOeTb/Cq1GsqpM46teA6Pnn6gt6uagMN
BB5wpsMsNg9VpPj0GaYjeFJ3V55LaPNReoX3ypQbSh6EI/7Pu94tkABaQlmOqVv2zvFrLpHppzgg
H7NVGsxvZTzv+h0IhQHEO+xBOS2tB1/4Hd3YEV/1Plhe93L2bqFg1xTKLHfNXDdwco2wT2PRsFlO
MjL8Jpbru05LN1buNX2y1czSyS3wteq9+8oGvE1/gH8b6BmB8GEgvk0jKzQjGEJYYLzc2S43zsxr
4qTOFqnSaTG2TqH/Kh2IWs4MJ9aGff179d7Y7n80Q38t3hmIf85tvDj3kEOMKbf36G23Cpg/rhZ/
/eVyhJ00NdGwsa3+ARAcO+Ol+zIi4GXNdjiKXfGEJRoWMT/yrd6uqsKv1tabvp3vvLpbFcs1b5II
mKj+IYG2sF35gJkq8j9A1ZaK91GM/vTjeHl2D5C/hS9ccyhnuYi8Rf4ddPiQVSF7swHT+ls9Eukt
6wU41xe84+XLuB7X9l1c9kb3f02snIiipvNlSXav9bMA5x3l6JcdGEGadKG6KaO7stob4No1kXJo
DG0RE4gb/YMCvwaPxBNuVrYTOObu9N43HuaaD9k786AtRYeRslP3K0cfF1+Wor1zbd/qQ6/Zj0j7
hIWIhvWYfcCYTQkHH9Ypmf+k3eO23DqOr8mOiM2Z874X6pY8Zg+YItPz+Gs+Q9CC4I6igPQaWkLt
OK/ZbgyqypsDtrsbPnTBBf+jz7+mQZYm/f+qoAVNwLqNFnKoYzdEtrFXRoSGbSDubKsbJ8af/f7X
vpbaRKvF7CHXARi+qNKb7b3Ta57C7hnf3Kiw/gwn//oEQkmbzfqFAZBG8DRuFaRZwXm2BiNJYX4L
SyB6p5u8uSiuYNYZqUxLR3D8kfFxKoK0/eiJ6RNEQvTZm/KqTK/FPY/1G9fHn1Xz11OZqWshFxyk
RVYEmJvnTdLV370bTSSaZBX8n47zP73M3x9Sa46lpsLYplqufdi0qf1qorAlace895raHbx/f9Ct
8+5P7/zXJw25nmZa0y/b3KcjOJglRebPa5UGPRR1dYAEgcCAiRMXHmeJuQTD8MbaPACR8s4XuPE+
rzmMxHFkReiwbId0PfJNP6seg7sVC1WoqmDHm7aQSMZiXUxJnSbzF479Pvupq21Tq3eWz5+q8j92
3Z8q9K+XkHakdmFbDtv89gxRlac1NBiXN5WEubGlU7ik8GJ0ln3f7MvufRYpigbT1/hrXUSp4P5Q
iadxYr6pQrkpmN/M5IFWKwOeye6UhW0vwtoQfp2ugHTA67dCSxbbCD3Q6o3eNGFNP0ZMopgOoz01
1IuzJN/z3Ty7Gzv9mmJZqEYhJgTabZVNutZ/2RnsijXx56jatyvtxM+s9B7p053f88au/0PQ+etd
Fu7INDYgDaf3s5UKB6cxxNw3yi4+PvCxzD+A9cJ8G37T3p3NcsP5W73WnXItdTQkeSGuAepv/Swl
kCTGDnoGg6fqSdrg5WdH04LHz3Jm1IpzG+p0VoZVwbY2WQ5CnGFLAh93bAEEI9h2mBlgK+ReTScf
5nb9HCD00Rs0BsP4ySN5aPb7ubPvbIE/0ON/Lb+rXs0hZbcQY0QqVtrBbgLjlMWMFmtVUgIk4uxA
7iAl9iUgml6fYz3/LpV9w9tv2HZ7WfW1lB891+I5+3GqF6YB0EpGpA235qqjLwo99PDtRnaF+5iW
cQlUv4CThUXHTY1dbsN1W4IAllaB0F5sDHJUix1MHjeN4inqych/4HLiNzmcanPFq9nr1Fa7QYkr
N5TIEZjx5+CI4xpsR1zHJ21oQ+848jsj0lsMq2v5rVIQUXYWvLNVYAFaoDxoKwb75OFZJDl4d8qd
oeatU+gKr6L2bPfCMuetA/axiUAML0NKQMYhzZ7P7vD2781xi8D15/76e3NgQVWjhXyOIRh3SBJy
o/K3jcFBtVZ6jLtXepgPLprj9zHdktdBC5HxZhFP9/nYePq2BHgZPSiXMDC5GnK/lwAz4aMx7Ds4
hjh3FuStS+FayttrmomIGWwoHMglg5E34nsOS6herIjKV+J3HYTwEBb4Gg3uNRo3ND7qNRPbSu1O
zSaqAhJuIBeXJ3PBcAH6LvtQvDROkDWHRTuPzVcvI/UkUn92vMl5NbXJkx1/0aFHg9znq0+XwMDU
Si2iYdzNs59XQQ3Qz9rR3F79+3e81ZJcM7upDvGoYqBE1ORaZHAFp3gnMEqDzYIWyuzNhWofhO/2
TRX3IJEbK/Sa5700XTOVKj4S1mAPVZQl9koe77Wnt7q8a0I3nZksWYO+YIA+P0b3re+tBm84GT7N
M2ByhPHAknozb6yze2K/w0Nb+ctRg1N9zDf3plx/yC7/cRCql5bir+0xmS7cE0qX7xx3DAtrcwmP
/Eg/4OBCc8+2Bs8xDlADIFPHQz4Y8qOa/MH+sR6bUzF8jE8KXfewd/oc97ZERiWCDTYXoGZA0Ixv
4GBH/TRH3afdRtRZEfoB29LBw3XvvnS/ZbWdHmHxpf9UYJkw+Md7ykuLegT5k18qjkLU+rNn/7gw
JZRhuZZQyMigArAW887v2A8uEPEOz+tW9epjB6NcMyzlCSkhS55t1X6DYA9251C8uVWuLoxe0ylV
mcJ2dm/vUkFW+sIjXtTrHg6S4KxtsmLZm2rzrqBmtBy+m4vxzZoRaF2sATx3SNsrfkCEglxsjk0V
ryYFiIMRiQOgOwMQ3rb9amwRxQRvgrFtAjawUCcFyHv2Hebefx6FxHWvDa+Hpqx4zVSk7B7y7SGo
1+nFjtn7DJ7lquw8FcfhpHovis895xtg6Xr0HntY6Rdx4Wfxb+Z/IQ5zp8LP4/84s7hm6c+24fJK
Xq6ak72mb8h+i+lOS7SgXA+b6lDvgLsp8F+tv01shH+fJJb+hyv8X4v+6uqRjglSUacjnKKmZwSB
n9T5tVHKTzb0J27YHQEnKdc8rQSnbYGdgNa/GtpDYWXrtpBBK9mOiyzQcQez05wenSLi7Wngj9RC
+jIrfYGhFxJQPQMpfNk0HVO4+hb1/J2n/brL5n1r1SuHgxtCG0TzUCQr6HBuLyXK7xZQh5v6tUCa
bNFulrQDBjiGWZWFIwzrqzw0Uqhy1e5B0dzZa10b5jc8cnUtEJMZIEXLc/SE1VskbO9G91FAl2mo
CRiVYcecHCq7g5aG3eT4iv6Bgivo0jHqHf7RF4lqIToCj2s5b5SaIIQhi0T10v6z5kvpV9XbjK3I
yG8m3ZUzSb9cdBGg2Cm7qJle1DpSOixk7rTUrzI4GJRD4enzMTer2jO0Zp/VOVwl5xEsu2JsoqUr
w66fcICETpsgvnBtWvZ7mlUbxO++DLQK3JI9WfkUN6b5lruVP8n6M5/GQzfliebGfQMb/46pq65z
PchtdEm3TdHCxsvEHTDrlMG/yyxY70lu4do07JAtSDWDwZr+VpZxra9p9s0l4qbhP6U6ppdTB3c/
88gAVa05wE6jb9TuJEb7XTrG3m1dGrekt+uQ1Db9GmpdfPZc1DAFEshJY+6ENwgvNyQuKRMLMmRy
J0qGpJdaSOLhLc7e0BL8y0G3w9kcPMvA1QlNfshcpD0o7Wtut9mrxdkLrd+7qhu2VmnF2mQFfCid
VWXO75qcqxU3LPma5/AVd032u3ARL6OE4TJ8vB/T/DD2T619yHPpK4hYaaIZphFiWCH4BP0kYfkx
b/0ydUMji0vNp+l6ZjWC0mpE3jpuj/lg0ubIXT6VYoYq7Ds1Pb04GlD+5rggkpquumY9tQeJRiwv
U9/omyCF2djk4TjPR0/tAkQtYOnmqALsoFbiCeEBXbE1+606+715QnJIZa4Ag8B+0FEehmmbSxCq
7NhqfYxPSOg4muGn5bO67JA0V4/g6LbIgNe8VJk3lSp2Kfw9akzxYMR3dJb8wUWA7gw5FG/2Y/nY
YN2S11lF5KNABuKj5fRb3v7U4mfCnjNbhM3oH82ERWIMD7JD5EdpvmBYDHsbgoZYgSW6SUE2VXP4
Xvc+MCI/xx7XmjMzj0t65qPOE8LUA3xBDlWr7Vq9DQUiuJK5y156zYkyG2j28lBq+xquPNP4vpR8
g8eYR0zGFdhGyedULP7gdptZzcD+d9ejkbpJx/RHYzYfEE1tnJ10lKsaidZKHijGVG0sCkgMm7ep
GVIHGWzUsDRMjE9bOI1Rr+Gqb1YvhsiDaaZnuHaPM37zHAnTgkRc7JGxLnyHqAkxwnqow6lEAE8b
1dPyMghoyRG9ObgKOiFvyvb9WzXbeKn1YRgRha3AzSwfMKgpIG5AZJCSYYzahQqWilUVEcAB6DsR
sDSeJ41GLVkCbhk+JxI/kioSTQRMD9WLUQ0MWvgWl2kGQ++dQoIBmJ4KP/gQ0YfB5e+YSOmdtsyC
/7ruxrSw3Eiokq+MHHoK127eRGMeG31Ot3X2OI6HXvx0FBb1KobfcSnODn51uwBW2QVQvWB31Db3
Sa/60tjYyqpwWBqwfr/A09wpxFbJq6TGqClTy9pvC/ecIiM8GFCLGYr9qHcSJtFKucYLHmNR7YB7
ulnYwzF/S3CyHVQMTshx6OAjDt1cXp3UwVOqd+hCHPcRuYPq8Gm7qeUpIAu9V26szivk70EYTG2/
q3ztE/+nWBLa+Q1i+RxPG30NRFqMowxvQOSOXexH5Frxrbp4Wf3AtWMBxzUWdmifMxE52qZLT8ry
m9fwF2JfWg2nDQQcEbi3l332NLT5SqFVYufVU0cFHNpLrseyXucYswlZx86Qk8iAhZDlIsh7smOJ
+6o3dAQWlL7s28kvYYIMU1gLV5qFU/BiJLrJjDNO8mJGzNYMw6x3C4OszNq46O5NNsItgjS+Za1y
del8xht8QtZ1O8FI8ak9tkU0WWFawajI9vULOQBs3zo2CIkhRYS98kR8zS48LB4UfaavcPCfCqjg
suNo6cFCOk9xEG1LdhLBVU6GQ3RJ6t9qgQ0LREcPDUJQSvjmJ51d+h1HgBxl45sp+8PUwQ8cXv8A
3uaQVVvkvJU6zPIQMzeEvbZujFDJQ2GAsQADmg6f67h+PhbIQhB4ax9FuZewhC/RlI8wkNqxJTFK
IBnmj6HCFMAMZr6n6lO9KB4HDtWtiR1qEgO+9gnGZbElt5kZZDlUqaI/WXzfDKGEYZwJGApB1TXi
0rrH5TSAXka7B/hIsbRFrB1qwTpwSNij4mzMp3nGecSmyIZKXOq9380TcueDXn136DdBJEyHJjoq
fnoHhwRswDjOKdCtQNmGBbqWcNfwdT3StNBtz232ZPG1cTkqPHvYcbbBLDSr9/YctnCdxnzE9Djx
mwbn3JsyPdbLmaNlNvtgSBMdiso+Zt3KRRIzEObXJdtg+m1icyz5B1LZIkd3t64tdqjykKM+Yo5E
tC7sRY1ziM4PzWwlGX7RJlMPJjCQqim6LUXoJ2tbDEMxHPZNsYTuMq0pfELCTJW4YubyYDtALbU8
pLb94bznbViwBYuW+oatrzJZbeAatR4uLx/zBGcsox6JzWJBiAKPBhz0DX4L4IbdNK1hseFrog/Y
vK/AERkEObad73brKu8CfRLx3A/MF63YWkChbA7GryEOotvqymNqVBupfyB+l80phPTdcDQK5QjB
ky9gTwuP03NPgGgqa1tBHLWAwek0ap45+dShu3ESBo4nZiMzmbebXifcd5cZlZW20rPXngCw7E2C
okqVKPZQlOU6ieZ6qj+XARc+JUZA6wjUeQQSuDw2MzuazR6GSTLoF8PrMXsCZK7uSIP9Wya4BIgJ
vTdf1ubsRDoDqKHbcS7GwzS+gq3gCVP6Kpwr23oMdAQkztz0c2vrVhZUAWzeuItAXDzcP3CxFfZj
M8oIsl6EOyLdG0iUq9SIs1fzV5aSWEk/VABWwHq9xV275ITU6djNdARRXxYzZGgpMz3n1LaxVafr
xnV+ZyMzgoEqx5olaaN+aBQprgV+amsQsd6MeGOYCz11GHousfMIGYNlOZ5LNpAbCFQhS/s+z1Ps
tnBkGp5r911Xn7vl2ZxR1oVNdVqQtKF10YzwFRidp0kOx1SUAr5u04dRN34GqAt9FUlncB3swYms
D6Jodnxwdc9gSmI3WLFKuyJDpPNYremXSUSYux0MnC9Dbb6smEBYdsvscKxs6sH6b0LaarYRrB63
oy0RPsq6PMnnaT0gFMiDlPxh4NrO7uZ8ZajDG8cdvoLy1415+6EtNGTU/ZkmZF5z6g/2M7VRvkMw
gilPcXTbBomZWv1ZUjQmQ40wyRHmLIMIZAXy4NyvUc0mIlU2TKOrvEljZIA+wzxyY5pKPI8ocQZW
/BouwhcyZDdaKspX512dCYo0LDsbGdY4LcHR4WyPy3ljgNsu2+1C3wv3TbVwVOxJ6eZeiQ3PBiRu
InGrDBtAnNKSoSJwlAwTHHFAttjIZTIvBztgVbfPt1PnrNrUODSk3VoY+WZNvVkmFwJKNANtGlUZ
DbjG8PoadWV2HDSNZd5OWR0VS+Fb84tq2u/NhDZNY5taw4YC3k+tHyrfclRIXd2scgwBeCgsK1x6
edCLzleNKNc/JZgGjsEeFe2hgc9JOz4hsHRbm9Vx6jLoXBz8JSRs7Xt8gi5nxJ9UM4o240W2/G02
3BWX5TPLx2cd6OCkH0W/nVgOPMJE8DVyk5GwO8wp7kVMD2sFUk4vbc4ZYrE1rMDHDslH2AtlWDZ7
nLCch7rclKBAaNHsxnX16KIdQK1x2btms+5cfaUxJB/j9hcjVomDm5f0IhEFjl1hBbMCXrL2Mapn
ew56Ct2aqf3oVf9qjd9YhAH6MZwfflrXYZvTIC2nIBVfNhk9afzwIVyI2M4o5ORYbDVD9ZTux3YU
T3NDzp4M51QXQU3gAY9BC4djxAQk32BvhkWPbqohLUcpkxliJmHPOOMwwB95oNuvS16tZ4c/iQLc
FVmvdNWvVdipQ8JVWQFx1wR1ovFFswBna1e+mwQvyS8gAqJ4c/2qKUKzOKfQdrPX3AgceG2oytZR
V/Unxtut5WcIF2Fvo/FqOQmqhGWKSwkcTVsXI2JzZL4mbmQJ3NRoUzbW1B+X0dll8LaA2k2VLFBA
Nug6lLSw6x1sf4DxVFfCsRc1Ufc9LQhTQ66K8ZrOMUVqQQuzgqLOQp3uTfFhQzznDBRBo2jthki1
dyXmBrBgRahkV0aCrG2+x+nZ4oYZ6NaAUlg96bA1nbB/mi5wAG/ZyP40ncB13rOs8No0VPTEwgQ8
/ZifctBixMX9utYjsjxPEJTKyu8AeSKDQksabCixT43ISoHbIWTKR6fToOLrlKAn+86ocRZtqg5e
y4u7d1AFm6UINVg3YRzRt2WglT3Sp3Bko8qWdZZk6LgMtwwzdAt6iW2tYqL7MDOMHLqgmbMdPOli
2aGjmLq10iFwUYNja3EBEgqkQIow635SpDcX1RyJgeOM417RxkMWt1YF08an1oQdTlxrIalSPES7
oVUWcGqgNi4CW50OIyeJlYHtYRrfagbfqLpd4Wo/KqMZKVWUwgxxek2hHmpZlcxqaNhrXv8SHD0T
Q9sRagDrU5ro4PV6DkwDMEdMevFOzGSAtIPPH7I5mtAcMQ/TzQ65ZDgBKg/VdzmEQBnZD6KPPMHt
51omer7vlFebFLEyIiLFgUUFfN/w9p0uQIi74+60CpVRunFx1Q4cEknacKC03Cq+Ly6O6JYJ6U85
HwEBCnV6M1MhAZQ7vblWFB4Z4xRT1oXAJ5ANmpeRjejmtEPnq8NwgPJfB3stYy3iAEZzXbXTesyK
WHeRpWQvx0XTodcro24eEqa134ttFzuUwGdXzdgKRCcf5krnzmgeRD3+ZhkaN0zQvTTNSdzl7KFx
oN5LHfdBnV3bm+wc3cucIsJeOXF99iWyovFcgTr3n0415HGWar+Ko4W8T7/n8aEU+0X6zbshvjCh
7iE8Qs/TB0blV182vMDo0IZzfyngSLfhL4qOlBQYx8FNzokvoz4HHZm5awrIS0OiIPEs0EZvZqE2
RR3/4AggGz1TO5vSqxo/Ny/imAQ71uRhUa0dLbJk5qdthLguQAxz/QorSRSCDITzoFM3GhC7RniL
lSzSc91jzSHW/7U/tYP5bLwpwKJ3MAHW+kCzg0ZGVfHY011vSR+8BevY4bK2sgBgBXTU0oJ1YVzy
fYv/WuHxJqBtnqx2PU0YXDIHn9FYwJzSPRg0tpFsDUo7I6FAghe64GytoNDhTzb8n9KHQehhX3tD
+VXYUQrNg5aYOwM8WL7AGPGT0NKrUgzcnwU0k3JFjU1dNwm1Y4DuEFqP3WfeB3qRpPRHyT/S5Zx1
X0O5JI0WtYDFmwCtHwNMmLWwqPaQ8CxF6DYHThYcpyBTZsDAyjUKuaXhgOI/3IHuKwuO1jb+GbaH
hZiNBvnTJvMniqVRJuWj0WToQB8EDXGXzDTQGdyqaL4Dlz0WMt+aztY+WM0WHgYO7A9B2moC90sZ
BLrsMCPPNZAJdpBDoi2RVpQgisDhS9jowzctXaNMUGAaoSJlA5Je96l2k8Z6zTXIX6vxwTa/COyh
KQAmbQxHHGbs1WwR4KvYoSm2NQty9VvqMJtmny7Ym/VvMxwxregNOBvwEJ6cmgWAY6fXb8CZuvyQ
NomwHlm5a60th3cDBAg1vBtArVOVEJfe3CaanqAgWPg3S8MKoeJVHRCAdl0I51JPB1ZFp+4igkUe
QT7YQf6LKylFtudkPjFp4piNegVACzK9+x3KkQYaxy/UeIFoVhrc015qwOqfuFTkM/+xRJSJc2Un
JhwhdgLV+dBBVwRD7c5wh0Na81MHgMBo8DKRIq8+uGmMlOLcecKzEH5ij2b+nE0HOF0ry1NroLLJ
C58WbN906OPRVNt5DSJdH9sqHm7ZpS9MWSDYR3SQlZiwdSsbIDebyq1iwih2PNz83EDLj8rahIM5
g2/9thb82cYtWaEI03M0s9WzxY/Z7PH6lHZY8jsb7Qwz8QtglqGaMB9HuPLsZ85xLh/dZUHZtwOv
Y2gPIEt6hGxnfmTGk0j3FgpajhlsFRlpMOirutoUUPn3BsDDMgJuRVkiHzjOQViDSx1LFn3NY8Mi
Yr/3y7pWgPHG4l2WqxGyc/JhIDNOxaUJ0er0jucieTyqCPLSvpi5ArjpVXxtFREsgBBW5pKo/8Eu
U9ywM1eYv4+oQJZjQZ4a9tNXH7aQJ+Dt4MAYctt0vlnit3vFd2X0bTJaT7QYWJMHUJVd/HzSVVc5
sIiGn6b6bS72C/xpslfJMq82TjSNGfrxzCPukzkFgN3cPW2BgxmxwRJwA32Ck2pAIwYQqEJSGnnR
xMYG6a3MNwNKWZwjtt9KrPctxb3f22jnNZwpixIAGkJJ0bIEFRCa5QL7EWl8WAvpBD2/h1wAoF4u
ZJRulOKuyz5M/jVWr7L1TSjaYIHkHhhnPtx0bWAl2kZy4Cj2ARSagSHlLyb0iN6J6bg27cojxrOD
siL1+eKr4GPLk4DtY43L47e0jgY/1pVvZ3FmfFtuFVj2ucS0iCZ5G/fmCkMOXMMD8UeEiTRPsPil
FRzGlN3MHiWy6Zt9T4+5fLEYANyNVMZwgGKFVu+TmxjqLyo6oWS+jSpFRx2Tb8oFAsoyUCYwwHwh
kMniMax5VC8q6hEvb51kTM3HjmeYn+D5YBOEID3Lk98jX2GnNHlA29ihq7ZF8XKWyFyU2U9qb+x0
vYCCnQekiodvQVGqwT8MJhFWmD9PadBNgS4PBcVoM5Ro8PSzC8R9axQTXO6hBgZ0hb1c4AqMbaAk
Ck1EVgVV+1za7aqrMfDY0B5FI0kU+bE4xLeLdQ1rQsl9lawYCPbIedFxncZkX06hqT8vP0bxonPf
UtD8vqQwacC5bDNfrfHrI1AxyFhAcGLVOxCZFOtbAm49z6YDbNurEVnQ4hytkH7eRQrkukiaxURg
+p7MsNvAC3/WQEADvHjGDURSmM3pK93+KqfX9shxseSrAq5BKNPSH7t6GcFDB5RV4ag1Md5NAzDE
BhvlOWBH4B/eKJMZXF2LvGXGTprwayqjMcdLmp70cYOVUAlghL4BMagIXPn/SDqP5caRLIp+ESLg
kdgSIOiNREmUtEHIlOA9Eu7r57Bn1RPTVV0qEsh879qz2iMsBuz1dfOeAD4412HyyR4z2CO1NwW1
hQmSrDS2P0xAYkiBnJXT/KvC80gCtLszP2zwnJixeTuLS0XRpFzZgtSLt1GpfFS3q2X+feCBH4jO
HfWoTk8TgjZW/7razN26TgN19CrFD7t11+9ImFaTTzHssrT0pxEmTJVPxhCuFkdsooiWg+6pnHjD
WD8tejXQiF7S+jka1m29bcZ9+9pQ5Eq/wR+7Z4gQ17xHaGXFOrxJ7Awfzp/M/FjzKpV+hK3urvCY
iXE77Hv4A7nWuaP/Gele+1eY9EaQ+xeF5lpGn6J/n7Qn88UgBEMfnrp3Y95U/ETGepkXoMrnMtK2
zCBUeHps8WHyuRiqZyAYJLrDKp0dVzK4DNsCn8Mme0B2HL2XyPrSEk7KdV8cAOtd/V8c+Xn3neQb
kFYb2HF61ZRD1/rZtA3VDQuf/Wdmjtd+pOZvLb8AeTWmpPRTZ6S+ZaXgIasfihqj2hQg7/k5nJpd
a59QUazy+Why6yoSFDao0QYsEx3yX5L8CfGk/lXVM6tEbm/NqFo108GquKYn9tadk/002q9hPT/w
f2LIONn04vofsPR45MxVekziLcFFrmdVW/gBNIQqwFC8fNvpTqU7U33N+cpHfvOCPT+7gTev4Fqd
8Kbe4E062jTtadNMr1Z+S3mm4prcb1Jlx2dz19fn2tg4sx9OAWgJckSqKMjLLtDWssvwdpGutWnV
XaMFPG/O9Cm5FqJjb62d0JPRJqxLn1rfarwtMYEbB7e5ARWPPzJqvOrdNG987SqyBkLF7c3QBkDV
I4ab78U+pCGlGugbaFpoGGqUhm9tfrOgZ5K3Tvm3tJ7Og+PM8B6HRw2G+VBRem5UeEa9drXKl8Uv
WSNOtE6vS3s3TPAVjZuQlPx3kgqVbMsUXc/rAbWewvW/aU0EKNREtt9UELvWIbc2abbNNc9ldqWg
SZBt12+E4IwOclZfTiGRsURuM7nh1bSLAIRboUweOCkPVPct/pp7NvUCbkr3hnhrOWcNkal+6put
q/+M/J/LbnB2dbYqlXtYv9ZfpR7uw/QV5uSx9LgSi0hLyFz33p1MIP12QliSP7X2QRu4zDVM869u
eJ9iJEmVx5fArKYxaC+Wn0KJcRJ3TM42DPmwUodH/FbiZxXOAv7pLkxU9Ys5FYfJZmkzg5FnK8ME
vVJebKw2xT/T0D4qDed3DpY3QWTg7Wt1g5vjMJd+b9cn5//XO30hFf1j8zh6MR1hVfVlUlWAb8p+
chr9XQGAWCmWfHDYVeF1Law915AAebaKDJSIrqSoe2mNZt/N8U4vK8+W9batwz81rT/dQXwrerJp
oJZXmZ14Zre1sywoRnPtiLVuD1wsqzIKTLbZKzI65MsroflV/KvH3zpqBP0Qig0rOO27rbHT6sMD
hot91f6Dsi9+XcXYJgb52DhGq0tzk020lvOfHAwf/VPHxQXmvDX5L6vGWlsMuZn6JvYIDwwGa91q
wSKCEqrFksnfZO91qJNJyI/SXLOMN51nivGUNcQl98Nh7nmJCzAxHXMXILWenKtnt/uILDVIR0IF
myyInOwJCCDIHuqiVH8ehsdiD1A7UdVet485WSWJnytoaqd11HC81ssJTC1chg9N3BIjfarCXcqv
tizl2VRuFKO0GdcEmfTXOD5xb45zsLjMWEfrLxr/jej8IxCAFQM+ASiOr5mHEeGsQVZbRJ6bx1H7
GHphhvsH+jADfPfXMdqWw34GiYWsgkowoie3hL+A59lZ2mGxgdz1dZ1xCi77agYm2i0LbNyJWziR
nrADc7qVRGO3q9BeV9iDQzp0NoPa7ar5XKHCkV7mDFfAZVCKYbgqcq88L/2R5gkcvIPzYYmIT9fP
9U3hbN06Qtvwzyaop0K2NRm7IiM5ckfF4iqjWp5Tb5ABC7fZvpjuM2oXkp+REyj6TefRZ07mOxpN
f4oOKVOGyoBAWpAgyA/CKCLGjLbegV8IeN19586HHLeOvpvJyaIsbvodUKQWEHiXgbPclExrxTqD
Jg4nosGNeNsNlyJ9c+3TPJ4zWFaAXmtv9qg9AXebR13w1AS5TED73wlmgj25MeQxomikg74O86XR
bv2f+5sn9komazv8qScArCS5Tbb80LgZZn6zjO9V/ZWjQ3THw/BfpfaYBJCiRu8rmAv7wRPHZtAY
JT4ypkfGyDwAvzOmlbt16UkLL3m2ycubOxzbYa3kFxVuWWYHOsGFIe7zewPq+U9l1wb33NS/VfjP
El7msvSjlM9Uj89dtc7L5Ft83pNH7Y/tzSaDq1e+JSNdXVqxjpOPujmp34JfI7P1VPyG1ZukjsbM
rqyAkJCwR6Z5WqrU703uT43ZS9tHVXcwWzhA8rCgGAt1twxsEiDHQH0B73LP7HSy87dsgU5HzoI+
jZqUwOTjze8EL03mfGiY43Tbd/vjol3yxptG8pk3xLwE5iF0Hp3f5npuPhCDVWgfjH/zQ06BosZd
s30YyFYaho3HfpPpDBaoSHKvAvFjZEDp42IzTz+6F43VpPZ6Yzsta+PZvQ7tW3NPXY/nARAUsEKL
ILeUv7z8JBOvLgL3o2TQ1N5bYJYo3aql68/lKkKfXfiGg/BQ9fVrUkKH+4/Z7WOegzDc4kNTxXdD
AfkF9ByDP0zRxeU6qDQ+9HFj9vtastG41HToh0Z+Ywg/OsRzm0ugQGMu3+GAWqJ8GT+URw5Rf1RQ
abQ1da59kHBoqLuJValaiJk8RQaa7Mc9A6ug1+tQnpbonM0fTfIexWtX/VSh6BLzbmfuxjpO6nqy
4R4POQi8C/1Dx4aa2K+upn7LQjlEDTdNSMzomwDbV+p3O+WY9WP5pZFXPnyRbh9nPrtGicZVHGeL
gDWbLwebiPlvCvdFqmxU+Os43KkjH1B6k0MTuEW2aRw4HIi75VKjpYsgQLEBDMc65JyIfJtXu65+
0vicgExHkdciIonarWgLb6YbkIUhbr8t5cUoRsRBI44QzMa8IZHD8I7wtoyDdCmZIcC1bW6pxl47
2bieLfQ4eQTwYGSXPh9XteacJIw+5VSKZ+hPMrpRcArXHbkIpFbM24PTst5nz3FNHsWQWy0aKBAT
vd5mNj00gi28yIOYXRHmGcSkv4v6S2gbnkuWcSBFZTy11Vfu8kwkAC5MpyKuzhSXe6V4Ujr/8VEP
T2Z/KfgDo/yL/5qTIqIVT7n5G9YEW99TFXOIxgKuvyj0zsdWMC09IVssu8zJIZ4Ejopiq/3pgPZu
HICMNPOCGDfUTb+07wqN4u6h5ihcvir3u4uix2858PynqGLsiDXhZDrM3Ymnm8/jFKP8Kj64soUG
nOjYqwGDQOFkn50NhJpPJCrdwUEwiSEggxh4V7tjGf918PAz2+7wt5id/59Q5bJYZwm1HrGjNZyJ
pFK+V4xESfs+5NneEGiy4nSv84NHwjlQynooJu0mScQY96X5EmZXEy1jFL6p3dj5i6tdZD+E61Z/
TJvVR5ynm+KgTB+uBn6N0M2T/FXkW+I+6/oQTPm+W+CpwqcyAlEynvpoX+kwh8+asrXEenFD3x7+
tdU6hl2xnR018Ey7VrlLlNdEH5i0f+zq2wRiSvqdZUK3rNKWvtMS5D0jj7h47sf+nBb6c26CVVOe
Fxd7ixDP4sdskUv0swrrTGF7uXyNHRdp7N7o4OKdm9pve0peFReuvV6soNQG+CeUj0Zb7RrJG95L
i3PN+ZE9SAk38KDEzroa5/MIiDUu4XwaYy3dJzD4QGZC9coE8jZjMAksQ42DWreeHTtKboaJCKiJ
mNvLpdqZbnSrSVpkvrHL9luPqKirrH0rH8tL++nqY+K5c+E1Ax+ofp7NbWYRB9jnyd5023vh0tOo
iGFvjkOLVhBdfmzXH6mUVNf15nfUOlEAvYkUYY5PIkQVYhoDdbTady7yqxLeTM0FrPNTMn9b/I+Y
qAqOAAhqRVDC40YwIM6ogNdZE++j/UQLHyojC3xf+a4AcYuKdIzkUM8/RHIXKc1AXRu4Rr7XMrIj
rYPkhCLt+kI3hTfMT3X7CLvwKCwoGy9Tng1qhbaj0lHOa2q/sLX9JVE5L1Rtmkhj6WmxqqeT2+XP
iJu9EZLQNMNAMVXP0dUTwZhvy0Nf1nT6DkMEdfUakp6oRQLUmKGGUcsId2TsQUqRQh2LzcAIYqYK
OEBVZNl3HJX61nHhMKSezj7sy6kr22uhP+6d5UNBG2PxmUdACxbzwt4Z9E8h5qfKoU3Mmgg0Hafy
PIzQr2VlikBmIgp6WiksdQkc10A2paFm0tbpZACVa87rCJu+76Z2z4/A4oYyvWhfarogIhaBC0yw
4hxMNPPWuiMTpPPdBEgGTjThEJYM4fmyZVh2cbLhPRZiLbGeGGuUAkFF0rCcHd+IgrStd1EjdnKO
AwlZL3V2sOYtHteNlNsmN3aN2ZvQVEwX6ePjQ2Buu2/NcwXyKMWPwxHHnNgPX3nvkixkfNTtLxhT
2JbnPkrOWrXN9fG4uP9MAS5cMMy3+n62umC2Fc+slZ2Ivw2TKhLFxydIrNc+17rac0v1S3U3dHM+
HjbTc9vwqy0bamHSEL0FwrVJM32lsr8SR1sYEmhw7OS919Stnsa3Ocy8sBF0uJmeFSaIBioFyerQ
zZuudchlnSrp/g5tra6lOgtf0aJkrVnhP61CuskLYsiO5s+6R2GbqvQqFpZR8S9A2uOaS28pVNSP
HT1XTuQeUCsbPmRZXSJqK4IsTbeycQ8xD2bXUemC4GeEu66mCBiptiYv7qoAVIqOlBgQEV2XVcIH
plMDhBNfi+mmRs8NWILMypMCc2UM2nZBtqd0+nPSPhGFXXH5FYWXiOyCqPWcJelTouQUqKOaA6lR
VNuXzMYLlqMCyUpDazYvUYYib6PKUgZ2/VBZnSfrwJEvxNg9Lygkla5A3xUzr5ZcuGVn7e3I/Bxj
Og/CeGcPq0UUWxflvCVPnZGvkne2HRuFuIugUCtTBD2fWabtl5SnooE4m0KAKLu6WI9rlRBoOW0G
o/QzuPqWkbJ0mGdRWYnXahYOmUG2PxX3ss5eNTHblxlOmMU7Z499SJ21zPDz4eLUVzt+U1og3b1a
VoHuEu1JRGhhc8zwJHJZ87Ga2lnJ1nN2HNi/ZIaNUEV7i3mk0vWv9lm7q5IpE2bpYzwoyjV6V86K
PnlGAuzfgGepORmh2bFxCNEuEgC0Ivdt3jMG3Kb/63T0TROzg3tDGoFyabBXtrYeyt8s/I75ERyu
IzH/g8IfmV+LlKyFHgxgEhM0caDW99YOFhl0OBDU60BNXrHlAQ21sxH28TXDnmsg9rtZ0/Iri9Rb
hjbfxuYLdVzdm8g3nWmdJ9n6VpHQQjJsLCRaWkMMX7dFoF4Zlzy1UXT1b8XN+cTuAlWjvvS1l/Uv
ia17abZvJ65qL0cPa8q/NIv8/iF/I/IcgQYt0ohtn7hokz5n1b+a97w8zLG9ti2WAPbkU6LfhV7A
uyOSdH1LjWCAfmrOEOQ2qJKRoLBIrmYLtYw/PZ7q1Uj62GPuLCevr+/6sE5oZdDWzcWe3qOEIxAg
/VA6Ptt3vobe1EaMOj3iqxb8B8ieHaBEqPWZEAvJxWOBiLbleDbSNXsIg9fwZkM/FJRxdBYPg/Ts
5iUb3ob2Gf4Ilngs4EQDF6ORi37UmRWTB/zoyKA05Br14KA6YH54RfmZo+rOrX3JGLLN9jApn32Y
es5n4772SXFAR5+YTaCMr6Zhkus7rimO7PNtB4pUZor1ZDHQFbwd+QAc1PyGTbuPbGFt+3YhaYYx
f12FEn5Ue+LPHPTYQ6zEIMyJU2X9MWHjKorlFGnkwYNHGIA9/ZBCn84XkdtQAQaWjflQ/8PbmFdf
y0y4zGR67aJ7mvbRh9W+tsK1/HLxJ+jZl+MgleL3dw/0D9pR+yskele9w9mJUvilx5xRGXnig34L
Aj7L+HlUN8wVKwufU478ygEgpztdX/yijqFHCJEvRDSiKmDpTZV/hbDRj6JtRGafpJs4CmqyiSrg
6yzZDvUs2O52jRiuIq/ti5HUE5ipRE0SP5PIPTEUgQIYpvxJzJ5FtCGYx+5m0AcjGIa/uHHEMxoB
XrK4lFcZg+1zq00wXFGszTzbOD5cIKv0KEW5KZKGgb823xxEKdg9Ktu6jr0dcAIkGF/2LSZ5nCxK
uRUFVYwKk7icBdGxC6rKSQ9jHmhXfa9rYqjn5Z4tg4KaY6v1Ks9zAVzSJv1Gj04TLUy1Y4pVo6eX
UlnnKEZkRd6hYbA/VuP0qcvHBokPN2+3+qDUl0S7OlEL3R5lT1KJbtGQ+/NkiGM/zV9VebQW/nTD
Ultf6OiKK8d9bjT6z9zpGSw2a+/tY4fu9Oivcmk/4D9nMKKa9Zh5letc9Q6+Ob/o4Qv69XydpZ8N
RTjT3VadDkbH8WuUP++pfjCYRtAbSpWeC/HWng3zHm9DFrS2uaOqkPKq6bBS4qW375MF+Ku9qmCL
1CyFyTWR99SEVjb4c32eubM74jII46Y5OjN0VGjl2tZJYv2rnxnaXwtI1miBv6vC0K8ydZ3ne3UI
jMcuKOHZw6VxAV4djAPZsIlHGJF+adYjOdWmGr5MybA1Qscvskl7UcVvKBUPd77VJMkbsiqaRDgc
vNaonQtnbntuqDhitY7+yjz5gD3uuuJftMQgbPd66XZNGr4pQBOqfEkm4NzYRqzTWXm2jZ1J55VE
EVypfsHDu0plICyHkyWPjqa9zdWfOaZLUBjbHCJYQooViTgBfshFqNDRJx49XyKd43azKi4GZ1OW
fzJ1ruO9pulonlxrO4AFnckn4PsjY2vS5CEnKUAfBlaXI78Tr0/+U413W+JCAvE3TRdkLNt03BA2
GGEkvyoaAGT8gs8LMT0ax4FviVNqfJUjwlNTLdmFUt8Cr9EXuCfHTLY98zz4PMjX+Pj7pi1D9ROk
bw5O4IqPzlGfo9L9LOoCjyXoqD0XCsqFR3AJkspNUbRvvZ37HXBeipSbsO1UCVClR/20cbBboY82
oVuE37bsUm36EMFT/7KKFcgT6PLCQFNj2YjL69QK34GVOT+bf7Zefw88CKhEtBhhKkGS2ZWQbkAY
5VmRZ0HlktepPVLE5k5mKVoZI8KzA4ZKErjENKZJYxWzKhaV9VTwTy1b1v3Q7yQ3kr6IA3WnKyzz
k4ZkphVe3mM5DGc6ugF/lPsc8Z022ql2jgCcp3YAVhf2VYuqLeLsIhrb94lC2VJWuJPQwpFe7vT8
7xJuhVV8Xjamg0aw5eW0iO2s/8YQmLCa3HeZtRDbMTu9gnu/sE1QH7MOsD5M5PeeEc03uy53xXZx
G8Dd2DyWKVgi46PqR5XbnAyJjk1oLVJmdR/q/ZNMOz9NraBKI57TTh0Y5fG5dBZ3V+zCRZrhkz3a
wFOOdVYccXOyxtPCczW3R5tYTEPEQSeAooXHsXjIXLBa6LWouzcZ0pdx2lamcaEdEGLwFZZzZmjc
jOM/vXEObGtrU/ANw67x572AHbfFyLLT7BJ+LK3DITC8VtoYWOkn98x2ropD4jrbsNuwesfyZL2G
KILqmt56NDFdpXkhyPHiDB4i730cfoQtRy0PCtKdOFmOdWQFPdy5OU0AveK1Jv6wGmlcsq82QnKi
BCC2Va9Z/pmcWH0od0356VJTTbSJtdL7EeVd+evKu2LepPOLyixOviIVmgaVnPQT5Wskg960Xf6q
4CUttSjZ7I/1gEUtRZsOoweBkJlXI/0IxysTfdWDkNW840g6FCdQe+WmV+2WaTloqUbw5gfTY0zR
DgxgYwj09XO1HZT72GQbm5RmNzno01uN1UkfKHhjLxVJ9yBRbC1vvXxQgDofL/3o+nqKQVn+uNYY
b0093GWW8xmzYw9Nvpkc85jb2OlKbD0Fcj89s9GwIXuwtUNSKL6JNTTsolM33MYx2dQzxkK73hsY
FLAcrgkLfWQ8SJNPShmgUhF1OebKNv2BaIgKLI7NMrKmfYaWxAIDLOJba38ryY2VAvcS4riPWf/W
6x8H1l9rSCyWH1W54DBNx595qsiNqMsPrUqvdUJAc2f0V21yXuNFJZujWLzanQ9Kfqhd4hM7au7E
TmM5SLkrH59DFPNjOhgcW74n7DJqFP8ieeKOP4BM825xtlZOtokqxO0ZROlJ1tc4vLH/xRWU86GI
mNWroJHpurfSHwtYdrzNyissdtKE18GCGJsIt1CjESl32LOiAfinTbjvM1Tm1jg+qQheF3S87jxs
e/Y5IZJ8pYvyrDfM+laxn2NLf6YLDsWt0ePITPppLST6Xk2LOLtzbVNb848unO9S/3Ly6yKkl7cK
8hm9Q/BVuNFZWNMX+vgqc9dDyMwcTiqYdfUYxaqweNVauIIePW+U9gAQNhCIUjySS5Lam+rZm1Hg
B0YJUTanOOcjZ6uKQGtpW0zQrpZnuqCCXm8Zc9eP3gdTGIesgLruRbifMuNmpnGQWYYfuRM2j02d
bjQF3SrCeWn6ersp07MiwmesFn3yM47OUzS/W9EvRmKEAizutqX4evysWU+pYlw7UPzWqc/KpHo2
2EZlq/azM2XorGLHCNh7CScrxgCj42cy4ukaSR8sRGp+OWFGkvLQ0Aqag19lRr9VciSrWsYILxoF
Wq7BaCwl35M1BUuMogk75lTehfhCV7gYPzVUBKuoOviTwhzEgVK/CXt5GUJ7Z3PrlBrMixup5wGL
ldJ/T0t2dvLD3MCjRJWflDnGDQdJ0rzNpnkTi4jFMdo1U3qy0nqvRxYOnMkKZK3rPu6idW41jK/q
vgkBWpI6fmsZakz0cvh36Y9Hj1x1QV+M56gLvQjyplpmVP9L6hvC8fNqRKHXNdpXvbh2jE+X+GLl
3jmtJ11O1C3tJMDiOx3p3EjThY0Xzs8jIOCLMX5w8ErtLuadGfKleZg42TKel5hoIjTxz0hqalBC
RK3uE2px0e3cYlWF4qUubbie22IHU3XsmSS0BpzF7DejCG+8X6VKVKTyr5pwo0yZ15qStySvkT26
NUKstFZ8zRC9l0QdH7BWFvu8G8lZBEJOU78F7IgSv4ENasZx79T2M8Vytd9Z1VPX3eZ4Yxi+mRiH
GvxZM177prrWWJkrY13lobFqGgxvVaDC6Rpi8vJHshg7klFe0kliS79jmNu5armJtEzfLNryM9nP
I9NbvVxd5beY7pDtths8/KYUPhE6bYnFC6s0ACzNZwtVqNg36CpEt1Vj7XvoaiTMxX4CpdDLvRh+
I2NhHUl+HD0HaVe4+1wy7976KjlNBNyzT4jveGF/DI3lYKIPWJgl5HTBTQPwNK9nLvL5ovBiD4QW
owVYJZK1Vgf7+U2MP83eLl13LawLPCkk9IybWWnOcVv6Bn7/1GpP+XJtzXxD+eu6hZkyiqe2/HDS
t7nlHsTJLg75iFK+RYxunFty17JWoGV6sCFB5WDMSvz8oXGE/bUYa1mYu8U5tcqfQRw0QGxkt5hs
HhIomdQ4/8Uaf1JM5mLXb+nQ8ookXkMgzxrqYvy8AdJq3RYs84NfkT9hl/xi+L4QuiXhblUaLyQA
OsfwWObbuT4W+lFnvlEZ3h+xFNAGq4WML4fciWR5e9Bq0bqqd/h/k9ALrR0Ym2lu+uHSSK8AGYxu
ZrRuSsZwtN/mv+bR+5bxjWWvCtoRVBjooOIjUvVVZnwLVnq4CtRbygCtS3yIrpxljNCFHtwMqZ8L
cKAbfEdwD8kFvlSxuF7RbTQhoFlXBuM8HusO6uSUyEM3f8ymn9qWp2eHPn3qppONHFVPLrWq8GjG
2UddmDtHCD69H7e+tkq5tx045NZF84nxEoS7tHagAiCk2MBB2NZdHvtLL/aV61J5iS2MFbrqYc0n
6001/6yiRDVm75NoeU2bL1eTBa4YjBTNqPl4X/1Z7xFXZBslRX4rDtHjbyS/AQf45lFjSSJKpC/N
cF329as6yGMC2SMdQtHbgzJEmNCUddxGL1H6eCqSJ8tN9g2ftB5qAZyOZ7Ry1xsnoQLSiIoRNo06
miyzrdp3Z6zMDHcvIqresYEgL4CKCKgYXKf6LswIAR8sJCvzUvrz8G1ZBrkS8AhFVG/IfAOCbgEa
RkkKv+Pp7rzT1Hn2m9F8WtryWKU5qUMxU1g59ABD9hBNQSh6egQbduhmImaF9jsja/GOgsbJqXtN
2oqDrOkndD3iNSLMlbQGOKMfUzf+Kgnq3TE4vXItMbwomv36iKpUfRsowY8GS4Lsg1dELhCG6SIW
FRPaVHxX+GCU+d4s4GW7THvP2spbOuIREOE3EN4fDjf+FN0amCcLt4bbBmHafpn9tbVxaMyY0Map
+Fd2OKznLmR0ldgJtObNYVduC8lUNvY/saEf20bbi0cARV1ca+K67Eok22p4aoHgIfIWLVtFKsVt
sNWOxm2JT2eyrKCxf+nzItornXbh+C/CF+3G7HVx+OQOTE+lmOtL2aKMw9Q/sLI2imphKBy1S/jY
L2tSxwz1I9esd9K+lEruijz9MCJMwGUxPzvUZ9yGjq202fcmzsLhCuRjA6/ly7rjFWzlsyChCq9A
Ev/M/U5PlLWqr4Ujd0pYbmqyzeq8uMVExDFOLejjiNNkcqeMBEnhbH5G2aUo/AhNOFLUZEZSMV8T
gvxXjN+EFqA3jhXnWiyLZ4yhl3bruOt+9L7e8Ir5QxcfJAuVkSmeBeXp5PDlTbjR82UfTzdzZl6z
bwJs2u/CefGcImfyJhBOKYa/4vEcJgFNfRvDPqISasLbaNJDKppN/Zg6oEia+hOfsRwDkWCho5LN
hm3g74rfodEDlEuighonwqtyLirCwZS1Q8vIL7cxPYftNDFh4LPDNBknub+UJdf70p2hwR5GzCcQ
pCp9aZoAty8BANdkguJlqXtFpEpogcrfeop0zGqgE0FUvAi5DudnjSAYZcfbio+2doNW+XzAV2Ya
SMub2k/E5lF1lepzF+7j8WXWdkO4zSLFn5JrmB5zBK+uP+m3vAnm8bcs1m75lSAFsD8TCwz+rYe6
TT5ijpDxTc3XDr1r40mP261SkolTsuYuHWt/cZ0KmAehPZSlyTFymHcuGWeJOzzZll9OZ314K82b
GEheiqzPmis1F2dGY18dzvChnSpfm3gv3bvBDF2bwLpDWK071w4vQo6e3vGlJRhLpI7zjB0GvNgc
pXNxG/I9O6T9Ve6YB+Ph5G0aQcotXLzXEutfaB0Dand2LfRES8rJtRQgnYVx6VskYEY1b6UisLdU
3T50KjZjOeubAdWXxwnyrhX3Rv3J03nTYGCZ69HGjr6QujMk/CLrMEMEamm7a+sGoAeLVq5sNJwH
ghia4hg/KpCmdbz8xsITYXpRq94FV7f3taaykGhItsFWdy5Kgw7osB4/4oyi+1JnrrFhibSN4Tq3
oWK4R4N8aC3mpBkPYFN8ErV4jFV26wojcho/DU7JqTxvBME8U7HpwU71i27shDyQA4kc9ZizwXfz
SViwjw0ws+nEoZ/G1ns1Et8Twq23MalplALFfOODZv5EutimGMuyBRo9Q/YPOxQPBq+4sbJ1jGBk
wqnpdyGQ2saQXLNubgCRa5NZVyz71shOhdHdEhOdsZK/KlFyCBGEWEp0JojKWIkaZrhPt66ISbLC
hUGo4FTNPvkeAyWu5ROBQwR+vdUpJooRbvj4P8rOa0eSI9uyv9Lgu/eYm0sDbvdDaJERqeWLIzMr
y7U2l19/V7A5M2QNyZoLkAVUpQjlbnbsnL3XDjoo6VPuLKuL5ynFZHzbcan2LK7WxR7tpix0de0i
KXcti9ep7+i501osFwGHyEiOOBTiNl90tXgx6uDVSBhbM+NzXRALkfPNZQ9vsrWJG0C1+zHeuDFV
TDR9D5PkWChk87gjKKycku7edJGTFttOdWsP7VxkFuuAWXYYnzSCIIdBClcws2Zsv4WrDmYDSepB
epATPQbBKc1jZpS6XiUY8ck4d7A0tsZTKJuVqqYXnUWoRG5DnhFa8sSpV/NsH5Ji+lYrtCcGoy1I
M/2EC8vPrzzajQ2q1i5Gx4QUcWExWc0zgGZ2fReUxbWbRTcknu/H3L+pulMyQHLqui/UO4mx843r
MHVWcD5ezCA6BrkrlmmEI4Lin4GuWtDaOqUBwqpkRMX89wws84It+zMC1g/JP2lYzLmnBjw+C7H8
mJ8ZJS4ulNDbYcG4/SeU0D8jsF94Yxde6e/YclWa9I6QDrJBexMZD5W+08HTT17ABdX14wu4/O4L
s+93v7u2IzFlljSPQgzVRZUqm9MkowT9o8MozJyq+rVLB/y4TuNQ6EdMr7+60L9M0uYIPs5Pnsef
kV4vz+OSOvK755FqWTS9QhI0j+cLMTrDRL9yus28QlSGOUqu62ypaLAw5jBO0PVa8ZOH9v7qLbg8
pd89dKMtd3Y9dobRFrQ17Z0bBgIX4LimxYdE+z4lkZYJEp7evMuOvbUfzL3bvY8aukLLBWbUW60w
SGJBifVLncl1Yqhvvw5hdty/9OsK3k13UdOSsNtb6UxLOVGpKV5UfRdNzwXLcPtu1eYurplYK5zt
Sei+R8MjeyiOK3ygSx9bW8AoSczdLnGMQ2a3aPoJO5g7Cl3c+lzYFgCAfOGGD4TweA1YtZo7+130
eDmLXd2BzE31oYiYBU42ucRUhd8yjg2yPkj+bcyw+1nMuv/+I5XuX32mPzARI9+QreGF1lUo+x0Y
KoEu2KhfyDB4aTy5qJRFjzBc0z+7TLcQriIMjZMBE5JFcQwflAFDpqmFDh0DqJ5Cb1eTqPCRtM8x
BXIOMte5qaMbZWY7DzF3F4L1nxgXDRByhSPPKFNuhk9RPWbOcfzuTJcH8GByzbu8uEusJwMMZ7Xu
7E14LSLAVBdZw1kOPh6m5x4JXuEesLTa3RpFI/NhvfbuaQ3P0ePkbAQEjBQe7YmJud+tPAquhSf5
AA/hqzYRfUMDwX+4nm1s1ZtioO+8hYB5d3FM0iz9PnjMv3EXLokOEifrE8pcdTN07xarIDsFH0We
HjPmMnN1zdx1rLDyGwc0lw1D9QFOWb8IwD0VNCFo7QxP3jPTXMe6stg0qM66fsf8AE9bO+xd0EBd
er6AuHLrYYTWjFJMfmsrLjkOogESB4LtZnQew4djIzmOuk2cz2cEXKznUSQXQjDwD8ObrAmx/dhP
mbRv4uQUlmh41HWOwhDmQEKfpl3rad9KG6nmvS/PXfBFWpIer62xXjv1x8xcnZvYqZ8abFYuyTEV
t8Ny4A7XJu0keZ9yAZv1fWMjQpiFfy+r/qbpig+ZeivFCcNkg80LDlqg6MA/TMfUUUvq9rhZj8AA
OPFRLy385EMGBYyFahMxPEVBUoW7PHhvxbmgbOXsXNk+cGTEZRJgyb4B3Jhxj1tndoyZFrmFurbg
WaXDFgEpyrs5AVVSUZJZpPBZzxN6f0xZSfvYTIeuOEoEDg1yZmRydYKzO05YrZzuuw+XLRA4Gu1h
Sea5O3MkJ4kRm4I33nT2Kc9vAb2Y4V65UHDiNYXZ4B3rlkl0ivktfG1l/OJH0VNa7AqxVNVjqm+r
Qq7MPrwzqLLyvsfVTNZc4S+jDvNIa0XbsUwX6JsrVI5dXt7//f38a0rqn20VP9AeuUR6X00Vqk2A
KzhRgDMa/XvcUlUiSOzRqrqM3SLKozkzbw37OjcxdgOHZMA9RM0CDc5oYS5MaTxkwWmove+GjYQ5
1xe/xXtFn0lwiKNq7uH5R7doi2EgHCM0y9gn0g6NIpoHpJq1R+3A7ZHuzbZlZnIajIPOToZ/6POD
QpgyVA8ZY68MuU7W3lbTbkram56uTKbol1ed3mZ0TxdOFN06sfosEd6V/rc2OAbIlAQK/lzf05hd
V3q8Tcfhwwr6nT1OSwuL/JjBo5bh2Z7fxmJv6ZM3zz+pJv5qn/+RjQrCMiN8SV4FKe9FbLBGclsi
jygho/39h+hf1t4/+xDlHze7QiAZ9DJjvKJrjTUD6lkDDQtzkQnnBOew39pYMrMNY/xTwfC5Sq+M
+DMARG4EM+qecZX35xnJpvGV1rTl4nQftvTCG2PjF4co5SYyaZZVCH5bmiB5j2hHrSxjWMYXaXVd
bAMmItSfQM3S1r+Lsk/TvI+SfkW/YMmS2ZinFjaT1dI7SuPXrjiX6GWBF6iMFcF8a4jE7MaNMp6q
6NNMxW0zMwlJ8lUfIeIyAS+rhA6m0RFb91Tbtz3h2jo/M50eKzIPxrcqhlJO/EFHN3lSB0Mhp2Cn
vxqKz3F+lA1d7Cg/NyOOASpgBkcJPfw4q7zl338E5l/VGz/UjEJzEHHclo6r3kYGNDEMkC+GHT7a
Ia6BQ5AD98R53P9kH/4zqj2Vlf9D9ch6N0xMmsVRh5V77zVpe03bHglRXpYK4HpRwGvIkEtEaM9h
wHnOzU9e6F/s//4PtaUwZmFVxWQdjbZh5DEHxSad3HujY1cqRmzg3gi1OL52hKYz8JXXYt0bLXrB
gcNER++npKWgROz/5OL/08j6y1vxQ5E5RHnbh1FtHaOhNTDEZTqwwMoXxmtcCsA6MSOSb4OET2f3
Hv1wVwqGwg40QlujNjQ8e/xs0uyiMsiqvQt6HVRh0RZHPeBOqlPZ3I4e+5Isg/ZhUG6CunIwGTZe
bjoc2fGEpG9Gatj5bfCfReN//SHivf33f/H3z7KamjiM9A9//fdDmfPff11+5v98zx9/4t+n+LMp
2/K7/vG7/vBD/OLfHnj1rt//8BcarLGebruvZrr7artM//oA4Vd5+c7/3y/+4+vX3/IwVV//+uWz
7ApaFXdfYVwWv/z2pf23f/1CUsjvrrTL7//ti+f3nJ+7eW/e0X9M/8+PfL23+l+/GI79T+lczhI2
aeyuy/+//GP4+vVLrvynawvXddkN+ENJlsGiJPSZHzPVP6UybVPY9m9f/OUfbdn9+jXp/ZNhnuXz
SxV/Mt375X+//Jv/rK7/+Uh4O377+z9gUd+UcaHbf/3yx3XetR3LtoEpW45tIttxfgyEntKSvq2L
sh3jz31hoqF0rZwCNwi9n1zxf/5IrqeEaRE8bf9w4dt96qLMSNApetN0rjqBSGxO7XWJi/J/tHn9
50VZQkjp8g46lvvD6iZtu9NS86IYPd1EWRsvDdO5q5vgf5QQ+dvjWL6Qpm+6Hu/hHzcyqNx1yzw5
WaejhOnUjgn3oozMI1weZ+EkYfr8u4vrTz6ty3v0f3fM3x7Q8V3Lcx3lOT+uZn0S2iybcbp2iia7
VqX/lgxJQ9Vh2Zs0UgblRNv+bI/wvT9u1DysbyvKaxYrgdtG/XiRBHlbG4qibm2bNuHI/ZR9FdUU
rOO0iOC4Rv59P1bDeUonbIK6rXax6WeHseq9c+B1nKEbC4pElebPyow5s4TNgN1RuDfA3X0UpHBc
Is6XDBwN+CqhyxEHuC26Sc4BbduCmZpzhZIqp4V3rPrMP7iUl6+ZdIA3ywtNOq0L6J5NSotP9E2Q
Y4QczRcMpBqhWuq99iLItwg6ENbjjjGu/d72PwMR2G82Hx1s0pluVN6kbAaaXFHIXbl+98rsW0QZ
BGnOY5btJcdYEk1QV6kyV7PF3NA2ocqMMUrvOrfGo9+gGWaa7C5SHRvPph35Z8erscflvd64bscQ
aGy98anwnHYbs8Bep4MvsVG4MSAXpXeOyN9FWctdUA+Y8uq+DZ+EW5rvTZea95VmDoN3GQsIUqjp
U/hmyRwegdlmdgZ823bg4/ulHl/hokA5onAmMJKTSXftJII2gFuP2Yd2FQg57dZXUeZAImw72qhp
DrG6R512Z9rZ8OBFlQmrKXFW0mCyTBtRfmDwRTKPBWQBECVGsREgoBtliIo9ZgbSDH73Gbog9oIo
MB8M6yKm8yls4+WkkYq6JabdPs+CfQMFci1n5rBBo9pDFFK3J5zrbnRW0wn2NAdLk3/coc0yYFrn
WbZqABttEN1DkQp8NGpxJvtD1bf6nkZm7UJsYwSzaKPcO+jEiV5D03JNhsYB86Uez+YcpeMGfKYF
vNIq3mXYNiHTwUR+9oHZdQuSXYD2MxTj6Kkbd0Gf19+ZMTJ3VFmIlbouNFd2XtIbKePruAX1gsKg
+6ZZAg75qLp6IdyBYbNlNeadFrr56oRoMf6HqCIEb+7soK6NWxLyMOMOHH+LGuxnJYGjJ/QvX2rG
cij+E87OsmeyqnAxrawO3WLWF0CZ8hj+59QPOzWazpMe+vJGVi7IyhBMfVBWwbOv52RJuoFLKZeL
g59H6ZMj+hnFbJ29TQbQ2br0qm0y+1/aLIqNLmLvxSxdxN2unh5ilYd3Re+4V25vq8cATygdRNff
tqEIDwri2Elw91FRBKZ4tGZMMZ1VBWfTjH3cqnMx3keBIzDlD8G3mOrhenSwKMyTlx4V0qRbw2nb
Fx/lqL61dYXMxOBptJ9GZFdQMCfCzXa6mERJkd9rsfJmNet+MUVNUN5RNFr1NuxlXe/80R3z215g
PFnVnVGLb4XKBlrffd8B6ZlrVMmB48f0vZVVlids/ExsrFYlj2lqWXBSpgzmVK86bzOJAXpwGJsC
VIQPXvjElsL7PYdjinBv0vbbDEJCM+GZPW9TpHmH9zhI7eGA/8SDrsGkQqDw8BJhOlvaEszaGsX4
ZTWryUh2hcOTffe9CQFsX9q0HtScemvHlvbJ92eaZhmH1wGi14CQvEAD9Vzkwu63pmuN73kvL207
u3VQtMh2/OxEYszbrmitp6ELlHdIvehCKWmne3PKIwv6S8BZqsjdi1cml3O0b+A62oAf82o8RokF
74+KILtrQlRCRhw8xkHabEUFU8+1bYMhhr5CEo1lN0SV17Qe01ANxbPvA/ylaPlXdTkcQtSNddBx
wYGce7J6JtDLPEm+2xFzwb6K0JjWitEEl9PIN1Y+SQxGqbchoP+m8AN41kocjc5lveD92Bu98ZU4
Xn9V2zTldQUGV2TkqC9LRxIli7yQi/8+5fIqtVgOCFN2QFuRUY2MFXWkHloGBI3rEhKW0yu1DV8g
Rmm3FaEb0htrwGYd49vANq+lPT1dzpvFHCGd99d+3Rw9zYg4MvZ55R2zMXsahhp2fx1vx2D6JFzy
3WI+nWh7azb9lenCPQIt+8g+RHvB3Qk3BMrd4HrParpG3aAvXiM0oAzb9vipt7N0DCwr81M6cdss
gjBcVXhMs7iBjZKe2CXp3zbfkWluS8sGnwwGLqvuyzq7LSyFvELYWwZM29iLureOtQGVYNCubM/d
ez2zrPSCLeuL4HtkDw9xo6/xaNF4LW4r2Z0rD6I90dnPjSExegV0kScd5Iii2lu/4jrq550n6mME
0yeY6n45J9HnKNSy6iZUxV9dNXVYdCBszNlTWYEEyRxs/mmWQNJGqRcEFtBl1PTO+BpDVbRshkkc
oqySdTc11xlmHFvr96bnGSOHjNLpOsf53kQthp6JtmzFudjW9SWhb03y4bVukbk4wj2HJVrt3ELO
avvy3gZL7Ch/W/fjA1rhFFVcU55qP9jlwFl5x/Od04Fepa278LLpNXAw9CZuhhlMgyBFiC1NruGg
ROY29ApIfmnY224Elx+O4GamYnCB1DXbpPQvkDNnWkjV0JjJjIX05LasI9BxU3NjREn9bPo99H7L
bq4vVgyrtzukQqNVXmUzWmVZ29mm7/CCxr1aJXWkF16aPcQOpaHAZeY2BokNWQHMOt4LhNNOG71n
ZfqtsAQdebQ5kxfB0JQkWwBa6isURbT37xEeI6ULrevESGC2DIba8QC8+KQAU4NisbHEBnposzFG
/3kKpi+7QvxbOy5KthI/8xSBLpnbgUxibXq30kuqcyzoXmQZqQ9CNOeqwpQ2KqO7FbpSe2CYL60B
9WVogUYjCqczAyQHR942rLS+65su2NAhGdCCBTs1y+FdGmN0qr3ZO3TTcBPExW4SQcfMT84n/DpY
U4xyFw8zrDMQZSS4vjGyFjuzo8We++aph7VSjEO6o82FfJ+28Wsq6C4a1TmLFHEZnJCWQ4OUtmsl
lIrhrsjbdKW7+EUr/JbNGL1MLo848ABgm8bbto+fmKXc5b59VAPOKyVRwoSw+KpB0qb3QHJ5qOwj
VzNw0dH9OImzafV7K69ulUWHNW6vehMFwqJwm3GlogJ0YumfzJkunS/yt6wOj67d7EpSTUroLpup
k1e2Mz5Uk/k9jfGUW/VdHQVPWebeWY51xmF35TFPTFV3McN0a3PiYI5R4qLbGD9dwK3TZKwJXN4r
KNktarS5tmEa9Bd9KY6XNj2VOAWzJE0uktkzRowPa8xXc8dcXaPSjCeWINPw3+iy3YWTmWPb9a6T
FBGCb4GFM6+bNgOS7UHujGbjyhXFg57FR2G6dAgyQnwN8kDLjFbnpWQ5tNaUUwoO29BnfjmNALTc
rGBme1EeTbwv7EvzVT0SWppwr9NyYS0sYULGsWPdebU+m3yRcKeO7LsUee7YoPGpKgt8b4WASVXy
Eb/xviixropmBsQr+mmvBhs4RSO/CZ8PMUURqwyGvWZqfFaZLTbwvYkcshBv5lH7mJU27nH6hl5M
C1MOkFBa6aBzaqyGEUpDUocjPVRLEjxMWoLWg6vx2YdlsEQOcOpcWrnxYKxnbm0uFfXSgrUYEQ56
bTLfz2NGvqbViEXqsTm1OGc2GJfMje6zZ0f3AN/L4XXKzVOesd94Ln49E5MHGT2tubPntoQ71ybf
ZO99SJ2BLiMXDOxBgLBojRnqmmVqbbu8vVmYaZgDyFlrF+xmQg970/gVerWwv29Kj82lcve8fl6K
W5yTuPrKxvboCzAHvUurWNTQzeIWYCz2p+g4Ei9zEgmyWecCUNAya49B39qbUo8wGJmvJ7ATymLn
JmmxLWc3EatCwFWL2/CinrGQPJYYLGfY7Ck0WTj3KIUmUrjXMquZPwadU6wwwlSgxMT4NGeA0dvQ
cD5DFaYPqWrO5DBenP5Nfj93uBTmCsnREAXyKk81BxGh3e5JFB7G2Zz6WOTt8IF5GbezzCOTENAS
GpAUVAAhZ77LvchVFwK9oMdSfpljREhnFTtPfeio714I+l0PFpGTbp5UMCXIR/GjVKu136oZnWUW
3UW+dN9TkY27xrZOsxVEm0H4KdkBMv5KutnTK0u17pvhKgMYguGwPVBW41cMSNlqa7UniAkJb9SK
aR93JsyhZJT+FmESh6bQRKMZBVjOtTAZVg81uSkxeMrAd/uNOzjjuUlLfa9161xbXpqfmlS9ljN2
9FgL+yvITJPsnVhzvHFDF2kz12ipNAM4VkFwKGV6VTWpe99McD+F1TlnXTBUKCXkCTyQ9aoy6gnz
idNfF7HtPk19OwdLO+o4RE1Ve3KH3ju2sYn8KKEdeFsBHINnWyLWCGJup77unuMpksfCMLFOmn4F
/CRCkCLnPH5AfEH5GzC1BxfggDHmivU+bdMoofGV/vPIVfjd87pm3SeD/BghD1yJdEas6U7VMcqb
GDiLk1BbqCTCLFiHQ67QhPjVIR2GEMtf7+1ABeiTE+iMvFHx1bXEHoRMp/He4JZLxtG6RsdR3w+z
JCC5HSjPcnMf4etbpL2P3xxdVMhCAt1C8UGPqEIiUZUk8YVzd9c4+aWr4eED37aJrEEFXj6pQ2yj
F0F8EkZUTfImE1y3BJvl0rL970U7WX659h0uhxsvktPUnYRdx+awqt05TVZeroXAxTm5/mCtmbjD
kc2GgEyckbkHMuvRYMDQOIF946a++aztHM60MyaWvegB693l9nRlEqfJhQuGUUQhOh4Zl+lWy9p/
LibH4rAFnNAOhhzSoluuXZ49hSjOGDJGLmkgWX1V+TJau7GP23zsBZLSuls7Pm4js86DbZe7zsZU
7rDrO0F5MkM+tFDN8zuQ10FnpSeNM8VM7CVCR72iT+hfWSbuS7sLbuqBaskcAfFwaiPEkI1/XiYJ
2qjB4+NKq37LS8XSAoMA/UxwPxEdcPmAQdtN0E16XRNvNYSnpAWp7UNoj0dmeGiGmbNpfDdGZB0u
GQd2M9/5KYccif4/rIDYKIyCRAdMlzgghI/jSGZRX3WksaVxc6q0P2y7bM6ODAGzQ5zU5IJOFux3
5TJb8Th/MJVf2SIuNiXW3nUcdBMyYAAqkiL4gkno4kRxopAhGT6jipaehiWKNsSHFGn0pyb3qg0k
wGavSwddUg5TAFzIiBw6x3UL1nrUYCg9/IfwymaAuhFXno1RA4UXkR5mzY01yS5f5pF769g2grTJ
RYc/4zJCcOhMCtwH11GNL6gsV5UPFyouvStu5ZEN07OWBHbwxqeRfc0M6zzGpdpHrkDQaJO5UMNJ
mRY0sZJn8HRg8toqHPZdk31UJfptNyOqzfXNfo15utyOE65uuw1hBwn4xvGAZQOR8SbywdaVMSDk
KAjjfTT79XVddndJGOIiasKnXiCl8CZ85009vUGQsxeVgDeTy1LtuN89NO7Ezsiayb7qBQA+2hB9
YVovU17UG0BNDSq1IcAeaWHO86czSXvtilNlvuKI0R2ddESi2qa4ZDIyXzdSkl1DxQH6hQszFCnA
xhrchhcawZGD2jvZl98btzhGPkvzAGvonIyTf4oV6kcHzZXD2O7VUmBc1RRhRCh7bAKYvepFbXaE
0/Wsglke3lZaxFe+cWGgzJbaEN9DToPtiFdYeQV4Q8zCuqi9E0t8gisWhwPHmGzNRgAW0EcOPiax
XE8NKg/RYmXBbTq+zLRXgcwSj0gfPMdlMUwcdJLiwwiC4damNU9IkHKSV0cjHKl8M9gHvPh1W4Hc
qqVGzEkLP9h3OdgcibV4Ixot7lTlMOWfGswBYW6IR7/GRoLK2l3HedHdF4VhHTmLV+uy8ern0ECS
bRp1jW6tUOiJSSyBmoUmL04q6HEyUVUEvssPzoYLQ6Ct66epA00O3AO7vgUe3rGaaiUlQ/ZwyN4l
aACCvHFvdHn9NNvW2QwrcQ3YTLAuKaoyry6SEWDcgNs9nZT3JBMjW8WzDLejaoyDpdzsksuY04Qo
H9OKNjs4/jLAxrQMkhIsgm8YS/i/8lff9sJ05hcuh2TXNjPY2yH51batLn5eStCI22Ph9FwpNoVy
a77ldgmsR5s0nS1AOdxPN+4IIyDy4aLgH4N4akYE7/mVe4PXLz/bDV4PAFZgBLwJE34s3D08kEed
mRAyYKm2aJewzmA5STE0kUeHwXa8+McbJVBPprB03SfSbVtg2gCE83kzc0oc4EuorljbY4XFBD1o
YN1Yk/+Wj/0HpZRDiUvgaj34+jqyx2/2Read2G2+DmzMDn3bQsMZVjqtJqJCDA55tdB7sxmcG+65
hjExFAMi5MAuJYiZK7IbCEwJx7VbWQAYY88QN6ks08M0xCcnnp6teno3krrjxDZM98Us2jt7oMFR
I7mccM7l7lpqeV11OWWmPSJHygeEaDBpCDZCvV04hXpmuj4+O1bFOcryjVPZUTxnsb3wqlEDqUIN
lUFEdHv/yVPusTTT7AIWWWWpww7XhC4A0Pq1cHFeyGDYVv148LxoR9GAOMclxsT23+qJfTSFFsd5
atd73f3QxGsSLzGnz3duRawAHXgssLRCYkHw7dyjcXXx+Dj4A4omjm8HeNs0wFcNP0Ry5IjHvN4P
pO15o3P2YvWiGnG8yHMrG6NTmABDsHfQZh5Q4vmECpDoHXekLbJeqvgW/sxDH1WPTXHRDPvwU3wQ
Tvm6ox2i8v4Q4stFdLwZAvNLMyBoTW81ue0NwHbnTUpr1eA1yUw227kCP1cb0OsbMpzAHiRwyWZk
ck7k4E2d1hWFepYZx6bm7kUza3nmJg/6YUnXYTMa45Ir48ZX1kY5+VOVI1KMm9cpJAmGbgzkCFav
8BCSSJs71SY1xcY2Jv3a54iEUnkPF31RNXiyLQHNhfSIx6Dqlg5ywAy1VJ7AEE6Rs6foMRPSTz06
/yhr1mgUlwPtd4j733Krqs9jrtrdIHH1TfNhkEP1MljWIXeabdQPeztiV4+DcR8SBRWVFy5rSolQ
9Fcali8HU67VwLoq9LCnYYDnCCQazzQNy9cqabBiJkv2DwIRqhumoS+ewTLoh2zawr3KneKuaGkg
KUFEmgd5I0PT75XEvvXgJsGRJJ57NXotgfU9uqTsBoqytQyTCFk4cyMN4phQ0iveypNyggetG6qM
T2uQFwrlZowBqg32sU6Q47dZ++AG2c3kR3SXR34J3WcOOwpyWheGV6GCFdXE+X0g6hP2N8ANLpMw
wu0u6pPRRVFcDNYtVtt6Oas3rP5IDTtiA3xesGPsRryHlgVNxHXHq7RpSVirWC98hH0VpE8kiA73
slHui4BjP+JkBPEM/pC6w9Jgl7+tACZYffI2tN3NFMIYjKU+yGReRqbj39FYx5xWAZYJOg1Rxj11
nT2S9nNpYEJsKEqY3BbZD0YAbcaeNfz2Gaqeq08NJeUsUhoIktYarz4FgoneTR97qCV1XHWLxuux
GeIj6S4ILEAmcaRwH5jHMe/AMw2I32g73RROfmVbv4Llh7veme6jLFh5sDHiTpC/YbXDurOw8GvF
ahoYsM0QQ3YbHYtdTNgucxXrwNl27Sb2m+UHPh0JbNB299TYLJ1GNs6rtIXPJcFuhFnzTQwdu0v3
HSPbvhmSvV1i0ijiVzQ6t0yMHqVT+HTeu7fM6o9z6hPXaRYPNqsWurxPZpwnraKPqccr3wPdT9yb
SSW7EPdmMTPsMWMVrZpAYR5q7gaHpoIckOaZ8XisbXPvpDkqI+fRnw0oGdTJpTGHaDrxxscF2KGG
KIIwOw09sllE8CN6j2o0rhG6vytMDEv6LkCgOfhdjnIlLx0+wDVnk5UFxNXJEJeDKEnd+q4TDPMi
pz0UVXtm/3srY2UvXdN/hN44bnOJiy3z/HV4Uenlc3GN+uaqQYu5xU34zAQbJOd4zFV3nUVk7KKQ
EVf+LOJ7M+QcbmCDOs8zU7nBLxFHTb3s7uc4f0gTBDJRQJskFUY4LSZOWvsIrNueHB8CkEU6XQ2m
wL+o5nMFwGXnt9wX3B/Zvp1Qz8HP8c8Za8hO1575OF3mgljP6dCbF2OaJ7XaZ6NdIxstaPj4TUEM
BOXsi5FM6EQbT83HWFjmSToY41Ld4r4pa/zrZgOuTRrgeBkkM0SuIY2kuAAIOwySj9SSyU021XR9
UoX2Eg8Ujow4Bks8xUQfeGjRF1OsLlLNVHz1vaITY5jgLWsVxAm28bna1CL6yKIxaMC92UheAUR0
r1isJ3bIoRxuzLoDf4TnHZ+7lqnc8bs/uoxciyAvmlvCL0ErpNK7t2I1P7uG4xPZ0vtnQ9VmuaRv
RPgeLsVV29sCR2E23tA6tF4DIxJvA53kHY53RbxNFlQbtxa4uBjDZeDqFWmeniZE0IuHu5pPZj1R
3qyDqqWokuxhRRvG76r2IES0MyztUY9I+yqLehwbhpvo8eh0IwybogVtVAbqzkHhy4y55dyYUVwQ
o2lIa2PSJWFhx8dkE3R08icHZrJfyOEpK9CNBZzcD70z+O9RTkKHg3HgIUw7AgL9rl8NdjY+ik4T
wWqFX2HKLlBOU4z9b2ADMJXAxyOL7uB3nIkGkA1JFL152gE/SPdgbQ5p/dDlNjgxu2z7KzWm5X6a
u/S+cWisVkNMU4a+6mpuTCI5SqdYIqy9Fzmdn4CFkqEkDVTHmz8IaiyHRaTUsB+NNttWrWb9ETPJ
in5dHesSe39Om2xdh2Jll+a5pOe+GWm73Skxp8dYO1uECbeMhqy7iJhQXMwN3y5Q9UAdKaDrUW0/
jy2BppmV0idrdYHU1mH/d8KMhno8QfumhbqSFq2m3qLZUMeBfwqAGJ6nMipBvvdjiVMmHi/2qh7Y
0DQwMisQ6tnNOLB3DDiEsxrFxWKowu4ct5aFTxOjUxDZya0ovbe6kfWG/k+7CVMXP0uKoNPwIJkt
RMnG3hHmeha9h/nMTVqGTaly0sN/s3cmy3EjaZd9lbJeF7IdcHc4sI05gpM4iRQ3MEqiMM8znr4P
cuhK5d9Vv5W19aLMOs1yI4piMAKAu9/v3nN7nfqPfpcCW2/J139f7EBAi+ibnE60sb/zKkHM0HML
AjCL0x+H0V/Y9LN944hv1HFRbdOxLUgYpjdRyINGIp/ckOFTlxYiy0WlFUCSsl5chI6oSodDPk1w
/BiAEt0Jk4C9v9OoJ7sKnWqnJ0knqC9QALpwwfCd9xZx9Nma2TF28+2Ugs+a7bB7tVsbiv0AEX3F
eaDodPomZlDHv2m5t1XQmp22ElRKPVMb5CVAMv++FDh2qp4OUvJPc8S1HAon4HkNiF+RmLdfcdK5
0Sultriyp4jJ1s64k5Dnv3eRXds1o8h9OGCwYrzhhTazsa4Wt25tgOz/Pc3TpHUlQkWV0O5Orpuf
RadH0dN0WM20/wSQJQ6/eoX+LTPeP3Xa/eTOu4Pb2vXNx99u3qv2b4e++P7eYYP7D3DnOauL7H/+
YX/7L+685+XrRxq33ftPlr5fv+k3f56RvzhYllyjtCs0p2zsob/Z87T+BXOm1gJfnJC+cP/hzlP6
F80fGN92V0OUbfjS7+Y8aX7BCsYE0iUXhwPN/FvevL+4vbBbKX4yP4phEK/Q/4sXu2sj14tkFrEU
8XBMrK4+TlbN8MWAtuIB7TyNoez/G6fszxbd1ePl8ksbmx/o2Tgd/uKdk93AhE8Zci0ohAvud9RV
UvXuMiMGptwOGVGXG5ZRzm9WFrVoeRFeq//GLLjacv9kdPv1VTgYdDSKIp+X+euroGS9LjORnOoo
P8dskBDZ4M4zWtx2bv6Gq+EJR+W3P10c/wd3HZ/c+pb+/HP5M+O4RnjC1rZYTYx/ymHFDc8TTCrl
0dIddC/dXs/eLGf2qzQX8znI6d7t+iC7CtxGf4/LqlXAKEoKyW14rpsUxelb002jehuaynkJEwNL
Ok4W6T5PUZHovU+4iUo6FwPfKdKJkz3q1GVOaE9Dduxq4v2yyqHW+g0zvEz6NKhYvcv6T+SgTWl1
wHkzObvS0eV4FcRpt7XmXr4UCveKhvtXwvShRI3Prk7OXWvVROuLilhTuGApKMoEk0cpupDYT+ak
zzCwi48UZx42f0vROOOeF7Soc6ZJc2aYpaM+CO99VwRo0ZJygZF8I3UC/tFZ0k+V33/yx+glxSQD
GKiz7mHrBWsbS/fIcKY+z7ZT3bFSEnR1C/Ejo7mGnWLx6DWj+xiqzDoF1QpdELT4DdjxKKFPnMOy
FBRWcfQ/sHDeufVCDC+ibMaum691ELxamdT7MXedo19JsSPe1SBDr7jwDgT9yGYP9cEiwjo4OWEU
l1CAlpn7tZu9S5iT1a6Jn23dxS4+Ks/V37yhqnaqQyR/GEL1kpuE/RfC2cRTOjmMzH6Q0+qJQVzB
AP7UZ7LIOUEV5Z0yNL/MOX3Gdm3NH0tddTTv4tmdyC8NNn0HQM6yTz27C6asBAzvSL7qHyW2O9Za
iumSK/7yeDfKDg9hEM0Q5MrZVa9TNBNAizxQdvjV+tHcRTpvfMpV04n0SFlY6ksz2cCimLrl9YMT
L2PzqPmgplOWDuFXHCLtcFOz/lCXXPjOxU3VzAjKx1i177jhPJh+lE9vl2kk1qULx9xYExvZrYaj
0l+FoImfAh/FN0qTfB0iL8TQrKCPgEeBYNpHjvDpv3biPOJ1Jk5xNFGM75x4hXlAm3blyZDTLs4T
rlXrkDa1/c2fTP+cLTi8yN5bsOSgYHg2qFCypfS79NkIsQTFvqBc23bv1IgBEcKXisEkM3WjB0ap
FPzF6AFIYsrYYALaFGJoD4GTdnTTjvAz93NUVg9ppyq8i25SvBkesSvLs4Ivy7kysY8qjuaH3g06
Qv8GX8GuMykJOzVl8XnGrpFdqmlGNMizFD0RXzYH6nogx701jQdmf2gtEkaJF7kFYn9CN7zdu9gA
HX7vp9G3Cto+e+bVQEV5zuwy5YbOGd/uGuWU6CqP9OOF80Fi1QAu51KMGHXZGtfPM485RhhSBSE6
jAfczCHnRyYeJPKHNieJl3P2XasWnW4/OB4cwMZzFU4XOVJ34Af4LJ2RmOrkpjJ7nBaf/rY4cbyn
ughG6DqufPS1mOrbhM1HBrmnTnnP2ZA4uxG9LP3CDY5uFaaODl8GWdNiFM+4XTZtE3n+KU9lcZMU
qwcwTJyZaU3EzuYxlDYtjz1LqdiLfJ7MZX32NnuVMee4wrvUngc8WJQFmIIGCMWMwNpMlJb2T0rX
9Qdjhyq6gmQIki2vM86h8LnZf9Vz19CRF/mMv7NxvJKorw96ykdNDsuDhqkstPyDrpri25KloB4K
EciGtzNmNI3hv3/Gwtp4+zzh3NoWqQdNjzOAOBedpFWDtzMprriJZcBBowkwVifT8qCmbiRYVmus
rl0x+eWtM+VrUA/kO3hk6If8CnPzwW5UUzXTRLA/aq1RIVSml93MA+mbwA6UHofYrZ7mRtn598rR
7q1OhxqGXtY18GBdOZq9UWZ4d6ak8S4NRbKYckDAQJSW8NdSk6+MrJGw4c7OUgojptnk34zM/PvS
NgTPXEE9xpYerZVbZaZ3wKe4s+Y2i/ZWGncAXAUJLmM86wn6uvPJKsQEUFtF4Ai9nEE2dDc8J1LP
QIAAfLogsyEac0tRJZqHvu/SDpOi5jUhYKh7kGpTeWNX6bjcNEFA66Oqwig+tQhBI6P4OLnTqkiK
o1UbOqWK2VrBEq6kkG7uEqVu04bkG874Yv6U6qy6i/wx5Ae7Tp9RGiCwbWncrCPmIw3GmIgMb7VV
OpAR+rhHcej0hJ2aFTm4ixLRXDdDudqG5xgSTKlUfGx4IW88R8M7BzsT3OwY+KmmxV5tmq59VeUC
ZyyfEBA4l/PocZ21iqOvSS5XIVAz3OQzdOUhLp+SUFbIZtggDgIiwn0hCvE8F8xtD0wDansvR/zY
m0RUdUljZGWeJ571mRTXjmM3t9BQquHFTxzYqU5TWdGho1XwOYX38YmJQQ9oIOzcT/0YpJTiYKIX
tPXkNPjWbovZD10+cTBfz3O2lXPPGTzWc3/LArvuiAbXMVepFCY41DVg5f0Y0rFyVOmE3D1UwRIx
4M++64ylA1/XkhdHzXPG2hbKY5zXCFs0V8IrqNaeIOfxRZp0Rg8JEDOE5d3W9jw9+DWYnyvPa1Jc
EUMnu4NKFSCYEuPBsZxBL9H8iNxyg0EIsEpTNF5w5bM9bM8tThY2CkqV3/tJDNdeYs3TqW9Gf9gt
dq1vWMJHnzap3rxXaRdhz2iXFuQZ2jjcOOqoPzDliPyqj0uE+7a2Gcy6TS9qWO8+Ije78/EjgeoF
f0UAuDgNYLTh/PbsbHG42SDrKtoaQcY3WbhN3fGDSnu6xNp++NYZfYe93boqe6/ZO7Ly3nzkDmde
R/GUemqru4jKALPhsty1ftMdUmYNkFmgygd5dLK7lsFZXVNq5zLlFpTkuqyRwio0gldUJddL1nrv
Xk/CavRl/4OrKsDTEDE+HEt1GryFDHxHnSqmOVr2rA4KeZHS1W5ywBxDHTxbfpbiYccSDmHIlldV
HThma8SQXqsos793UV5fmPNNlwo558ai8Ovg+En8ZiotnhNdPYyN5+CfSieLsQGbhtEeHhaKGtmp
Foe6yq4DKd9K1VAJnLvcclbVnAd0NHAWtNQneH+3TKC6LdX0Ia7m+VK3gzihdq8TDcE5YOgYMomO
2sHOTvaWa+Vbw3R1z9A4u828/I59EWanFX3LKOWh6VK2BC2VzTRtbImZ3NS+ob7eSy/aLo5pFFaH
mZHazssKjP/mNChQ+T1Ay16NmMYVYNV4hI1dkvNWOP02Km+RzafGv8kp0jnYgxlOPB9+9D5WCW2a
txYwZ4eQcBLG/yxqzCXunOwneyjv0oDhGo4hDEp8NDOUNzgt6WsZ8ngmSuUc0zm68nAe41GFGZ/f
s3UmaW6J+6CBXeJb+hTmrYg3LhNkmCXJZWE126C2OtuwAuuDuLDveBH07cXuJSjBJ8Q5hE7bsF/C
IHDDJxhscXYlD9GCNrSpHY3uYI3BjSWW4FTIEf5+hovWspWiw8E+xGPFHERmzFS6YaSIz+kILlSW
fu/saLzCvuI+SdJc7xT6RLdDWr8hNKFpRlkHpxvpvCpNdoGO+8mR1Ci1DD1sTW9SMJCC59i3Zaz8
igB60zSUDnA86t4rW1FJm7vHKM+aTampP5GWifAJeMtXSquPDO0h90VfnB7Ja0woiWmco4WDA9Gk
eu2KhrvINz7M0KU6Vg1jZMfpbpYpOdvRFL8UQwTuCsLoUCEbpaI6SuWnN7747jlkf2ys77kVnSq7
f6oal5WOf+vSRmAnjcpvXRdCQouDhq0LsZNs5Oor8sl97Rrzmfo5G8ON2GiYFUfAvdO+B2zEOkTZ
Vc9lPndXyDjRNnKA9Umk6AeV5+WV46n7eTEPMtJgmBfHvXXHwvuqcYnuRgjTOC3rK67R/slFSTdC
XldFUFxHEG7mMbkppAIAlVbNNhVY3ODBACPoUvesCX3uJZH5DIJej1EQk8d4EL69NlykpMy3WThe
lN8clVIPljMf03goTi1gSNhDtfk24+5/9cYBwJwk6i8rP3udC+PcwtHOqj0JW3UbcV6DkNlALMtd
+z5bS5CsgFF+D0ZxGycxEA+7ZX1eZvk9kBC985jNlAgpHO6LIdhZPp3NASyHbMgJn/tVddFLdilF
whUqg/6+AjR3GaPlSfiWdyKrZL5MNkRNt0EbqExp9sVgukOQzxdFGhVAhBVfCuw7p4q0196gJG+x
fWCuKucof18q8TjDqXvqJcvd6KEqBDz9ISq5T42xwwesJAFPsYytr2OyXSBQrAsZl7s5DT5jOLqq
BdO6OU+Az5fFSOjJVegF89y5X0LHDW4WHuBXkuacdLcWUyG5xzd538QHq5fHkY9mK0Z8z2Ukxd64
/a60GUinER0ydgSXHM+HfWcr5HaXtBCxWis4xn5Kx1ev4rU/Alskvt3iYs8BwRKCvMO78cPuPgkr
eefG1FSzXgYbBc7hSs1JfaCC5ooTaLzT82Q9BUtSpBB9C/3VmOnejzv/XWneK06bMG4S6nErj8ou
dr4DMNT+jDX3UnLzsCMnBTwR3NuKptYvho/5hsgwgQnTFTdYpbEYFcZrN5MMczBoVn+sPXodax12
T0WSkTbHeT9hQd82NvmQBfjbZVmC9KHpXWiLOWahEr9ZU6FnbAYkhTspB/eUs2/fzpozAa4v7DZR
/NLVEw0dPdsHB0YCqK6ASELUjdeylM4mZeABxdn91rs8K4e1B5au7kLI44K7dKLGBjjM0KDO+0t1
gfnjXLKCy7WdmIvvRFGvNUWZpG+IcRmidKSHiaDVVHly+qSk8CT1K0EQMRBFkW3dh7gbQh/g/rRE
CgaKy9NhBVw0Lii9pnXC1RAMq9vaxLXG9NMxqKvD7ZjPGEU3pNrYP+/HjCAnhW/Ah756ftAPpAOs
TKtwN01dBL6bWFzlHYREWWQxb0HSyUPShaKcv9mjHfqfVFs/d2NBx0TsxJooY4L5d/RuRiF6xwMO
g2/+3q9sNqNZ5rcR3noRl4N5DafEyZv3tE+wWZwmMkZut6IHGo8NUozNA7ibS5hsOi6LtgcqJsns
Uohd9yRkloNTM+QhfunOrUzALS6DWPAPet0kVzeX33g3CWdEOlHtrHwL2wqLaa2cgwSERq191nhU
GpPNr0eYFK3CP18FzdHPnW8sut3Wz5LmsamTAe3elzaxCms+kEpfN+24EbVf/iirgcYv/PDb1tTP
UMD2i0dwcaSWpumtS1IzmEpWxyAuHY6xS0I6vQRAWfMMIEEh5JcJDvuerGLB9iOD/aLr/tTIbCVn
2YMNfUGO63FMvOa6zS/cis0hjFJzH8scHz/hho3dZxDER+FucxJsNKGufrVRWzVVie4V5iFGkkst
uJ/mJYe8y0rSud193ONxP5h2ql68JaEePeiaEA/dBKsxqGoOT5NtJXd+MadfbIuOEsyB6aFWpqwx
wlmupHEmptiQzDDXa9hGpPuoX8uWDdISEsVcRxyAF22wJaNEspewMb2fx8iPjjrG8bqrZiNfotgO
aAPXaXRx+Gh3SQfDTXkxVm8zZnRDJIbK12a6rtvRxQjJ/KOlm2RV+WtKNRIqT7a6GQ4qVyRiM28f
YfQ7y4IhOwS9aBvA+7xXyxicSnKQd5hGu2emi5jsM/YaGbX3qc2pA4NB+cO2Ztim7ei010032NeW
ZT3EsZRHYux61/IYOoxZdDN6uXVoaKxrbFFcsijLjv7A1nZTNpAd4n5tR7DK0TwIPZKAwSKF5ZDQ
Wi0n992yOAbOLuVX7QDUXRHvOhYE2C4ttTeV9KuzvRa9oc8+uxS1YNOkpoWxE7G1pL6XI0Xpul/k
tViGHx05r21Ho8y5M9RcQfhoz0rNp6Swp/tyJBAbc6vfRXHtnuPUZ/DuVnO3t8rSnchoSOumbykx
2I0oGZ8C/KzRtuCqeEGooXPOFvXJyguqRZUwOysxEGqVoU9ZOwmUo5iL3rHKT/XgPBD/p8LXTvP7
0ncMG55guoDzta2DLGNS0W5e7ayQpuVYYuY1q/nVIwnK9QxNNkTyjMwNgzGm39mwBBcHX8KR8jyc
g2plbK7NB9dh2lr7PEz0YwWjk9LzNuH3G5qGQXo5druoGb4IbarPS8q36AT37IZomG73eiQ9whTw
U96zH278oX5UNpLeOFv+1o+j9ICuQVEpzwM4HeQAjirSnEZGGx8S2EKipwciy93XXuBUZowenJK+
5HBg4UXSE33XNkfE73j4Gnh/FNuT+I+OHfCXW2UD9eu7IMOBs6zzxrl/4ciuIbxFeaixVc7ovBCd
AFuIE/VWbvMaM3Tjjglo6jQ4HWaO2Nc+r/8JcWPaa474b52LSrnV4fRZF6lPuXIPx9mqs/AQThNr
YRTVe6uDa2wjTQ+j3VwCXRAl9t3Q+jyLYuHdNfAyM9yUEHXUkb4pegOCvNx2IAWe8RgsF5nG9ndn
aX6ELZtk5ONCY6vJh0f6Ex5mimS3sFVmgjumZ4q7AGrrLB79LluJYgR5H84ho1hJ4VKiXplEwJlb
iC83M5t8G1mAfRwrsBcDgqdYhWQECZNTMHnezikwFBGyLc/knqZDbnR/N4XSxXwH/x6lzv+MAhPf
mkZ/9FNQfJIxeGvj2mxD2Gt/q4YOdLO0mtshm4DQixYSWQHOTXciPDmMSe7HoHtFigL3au16n10d
jcQXUuzzRvTDuMPsiPTQFA+aSMy574HxUeHGBobsN9Rsjj34cXXF7c04tX7ooNPj0TXFvuxDAAWO
DcySphHGx/HnxFgzhTnEnwr0SPbBdGlGJoSYPejg3bPMD+04ryzqUPqp3YC/5LkPWen+gLev33jM
U90RgU6xIpvkEZfJzMz/XhnJOtLZAOfbNn4xSABnjFvlhv0TLoC0fc/b9rAgWlzHA+yg0qGQumqp
k7fq/oODhSIewAPUAwfMRt+zEWxDeU5V+1AH4lijfxx6vNY39phE+D4A7xae/iAoGl71LjhgH+AT
cLciOSYEavbGzm+nOcXaEFreea6nLwjf+akp6zc3nT58zfmosZLvLsP3V44gRDc1zcIFPHZVW0y6
3W2krX1vi89kgOJjEsTRibxt+OKxuQFcTjQx2laLXQ2byXXN/RzUBbtffE3sr8GrTnV7znlo15Pz
iGheYKptnumrNwfcPt2X0Zlu5170p7Svj01RMAFR+n4SI7cPIQpQdz3hh5sIttrX2imosYDigUFR
Fk6bHpiRJqTchHhDrmiHt3k0S3Zkx1OdmDCYM9YUq9lafk4VPUcDAI/ozxe3TIrwrE1oO6+pT0ra
AJe26ir8zi5mfu+1zwIp1lmXr7EcAirYA35/GZKcY/90jeLS0sjkQPSCkn9dSp2tWQxYda1m1z1L
KrbmiZaNO/xjVnjAj4R71Dacpxza/oDuYDh2xFcnJAIQ+J35mGXesvCX0w4JtbitReg8Bb2vLqYP
OKolktresbb0fdACuU8LSBQ1st5mGoaS/SIbjy3MheacejwFdEVEVMoEV23lkH1oFvu+1FO3b6ml
HLZxyTWLjWmNh6gueVCENLNdGI8ckbukw7ewjLgXRwZqNFLC0heq/DRZWflis5huHLTraZMT7dnG
fST3K0xo39mKrr9ORk+IPf0BTFS7HS0ZXMUz5702j8oX+mfMDeMsrJ6Z4zzMhdAPqzx1j5ikMQq2
NQ2R+P1W3mBPl5T0j5nnq/uBJfQJkpBHzqGBVM7euAKryvAFNv704PjOW+sW6RfXcyrKsdsBFwqx
WN6WvJntt8W1Fcp0vDq4eEWcjDo9v3VDs7zYqUeCZKiwK+dLk3+b3ZjJ3+DB9ig5C3tLz9AoaeWJ
Az1Z3LCM1aWXoXVtV1l9SWw1XKcJRQXBlPVbDmliJ0qxsu+TdHjqelMe/QS+JHnciGyz8fHH06q4
oZERtO9slhkUW+7KOXzXcXlTUqJiWTP980Vc+xxqUhdBC5CcBVWXZ4CqOsTVsl+OsQWK9EV0YqIv
A+kx2Dacy3/0OKnSbMvWHaHPE153NQlPYWmRVYoriHSSfZUH1lpxVYur2W98Rh1M88grcCHmBbd4
Uz3OfbucMr8PkJ00SMhGmuTgotrcziNtO7JycMuz2FfQiWXt3GHx+srgzww71ytxAk+Nc0snF2cN
gWNsU5u0kV9gP0SfR6thDMGkhxZFK7GbXSYMdmU2ULTXWWLf4dn+8Ao/Eg8gwtGQKY55wijMnjlZ
lXzH9fFtiaNf1o+DiLlQXLFv5+g2Wcmeg/9Qraa1IFkz4gVPMfPmN++LL6sbShhPHgZOvPJc4YQf
1ZVLn0kmaDXusBbraWCAsSA3M2U+eoivyIjJZTSBS8lzcD0nzMDdUHPA7q/4hbG9OXrnqui+cer5
kIi5PLjL2BFuBj4MHXxjSvyxSfFJWwUTE3h5cxfdhlV56CfAIhP+NjJPzsM0MXKrGyI8Vo9RtsWn
RIzqS+771GW63i4jswqUktknwsjJY8IQ5hGg/6o/jH7G1/nfr9DUGWSfHWDOyrJX7ysHHYvUUR4H
416mkXk0HDn3STTd4ZTcBh5+WADnwJnTYafGNXvd3w4BVkVuyB8+KLSFYwuw7ii5t5hTN0N/dnRy
kw3aI8RYI9NHMGgmstGzMJ+IVF3ZGa66wKm+2CL7Kj3vTs9kwCAYghqGexCaH5IpBSUPFEqlMRGX
fKY9LZ++ZZB4mIGgxRBPI9VqjnkFn7QGPrXz4iK6ZNRN7hckOYIOHK87242vYq1sCrPTkIMChBIG
0tFN6EfAkmvJvKQYq50M1sJhNEZCdtdI45RedKH8tkDenlPrJi2S+1yuAYCG7XLANHwTc3qgvlzQ
Kl2uKJ68feH9Oc1DdGXDupR+VEVbpWjGaniEAGWAXT+vJAIigPgPx2Z84UYA1WYXAAkIe3ebRU0M
Uzp3JEBea4W73CavDDI95Fae5R2HZZuuWTUzY0IThntdOUaGO4NZ/hbSgEZgpoC5yssET0cBjsfu
g3eryp39KoZsGLC/9aqXP9bn17YXefotYNyDi7yyfA5vC5u+T1ESNd1NwBhuQsUcaWVs1Mgpcqwd
V93BKADUDQcoelSp8OfVoO1iy4MolrTonKX1VsyZZT8hbwgOV0I8/72thhHjZR+f2I837YvjFFRd
WOk8ff7XdhjnZ2YeViDPp+VdalRWBn3CX/1JfzLDJGntNyXpw9M0T4KkY2UeRrvmoCY4upDa9wrK
NG174A2P+x69u8Z+QGcytcRfKHBz7jBKrDgRK8sgHyqtx4eCsTycphHNhC1RDA2/kcOU7Aca5gCq
+0XcY4OY6mtJkdCXYlZoWL0c8KiEQWPvKz585zdY2P8Ln1z1UVBq//HRYZT7D3DH/Wpf+ufuuNPH
e/P9b+cWFP73v63/33zblcV79seftT9B7VYr1P82zZHXkUxjlSNJfdr4334zzRnnF805Vwv2Wwoj
42qn+wNpp51ffGNL2I242dZL6h+uOUvLX2wfxBiGM0d4vqfUv4O0+9k7tv5oxWpkJBcv1xR+tp8v
W1eF3B95bp3pTM4Pfp5QolsGX2pys+B7A3no9fw8Mor917eL+pmlyc/FXmNL7Gq8NdgbVnDgn28X
v1u8qmQJvAxp23yqRMtKwJGvfOH2yt8zcmMPpV1BlsUe1Z07YK4DR0/XTreDm+4jQhjlXlU2h2VX
h1uMibTLRUVmHzjula/SJtC+M9KrPiTpDULUFX1Zcx9T1+qO4gmsTP3DSvojE9qJm8gm1prYaX/j
VlSkFU3+jAsB1ykxTJDTS+xYr7NVxJ+oeKAzE1JBhojYY5kaSdNoUZOUiqxA8IiKk9/eqf9/x/0P
zKR/umj+ix/18b3AY9vERfnnW+vXb/rt1rK5gTCQsrOWAvsjVME/bi2+ogQhU/4zLsBGn6vr91tL
Sayqii2D50hH/XbX/e5H5UskwITjOSS3jIH1+O/cWJAl/+yONLxQFn7t4uXRHKTNXxcEuGrsA0el
N8bMy6Zwp/joezMCQkHNZTlTJ+pwJgnsZLizhrWqMMb11FUHkrlPWeIwfxsfdVwM7Pmi+rop9WeZ
x5Tn5DN4cw/RPfJhwjWDbM5uFuCHUgHzd0ZjB0xomK+s4INqe1Jkg0zYttjMAIT5YThcQMBBjPGL
FxNm1W4A+LJxe/txcMUJeyANYBbRdB4KJ0+3X3DJn4v6DRgOMjF20h3cvCc4W7/RIf+ty/zp/4KG
+pNH+/hRrsTR9j9g2XE0T8Z/vux8jj+64j3/6Q5Yv+P3O0D4vyhtaHJUAJ24mvEn/7a42ML5xVbS
W93VLCO28487wJG/kIxAncR7LViZDDuV3+8A7xdWGjCpkuvV+L+yK/+wi//uCP5XtFQHe/fP9wCC
nsuissJZNQKUrf/C/DQEsNsg8apTRWneRP6UIefyTIQmqW5aymzGux7oXfN5rNpJ3ub1XGRcsB0Z
VgYkDD8bG+wS0aqjZEfrXzFkbr5XnloIFIIojC4BBq75zQRxZd363lgbKv8abjx4RWFX0Bwkfdve
0DZdfhWACvp9PceToK0XEW+HlFbhI60aIqkiWYLw4nlF9cljPbzzTWuNR+Ybjb3rsGx/rROTPmp3
ZnO+xIM1/uhjHj574w85czLDmOyu6/RKlwldFTCi5FcFFliZ4bmSsYiPHpOott2nmPy8C8NZAqtx
xpEF9hUkuvZJ9DX9c42vqMhlx1h/rhVzq1Mp48XlWD8E1bXbmjY9R5FbUrYzjNEjHqUiOJO55983
owMKRHsO4TqmhJiLkmBAgWPnXTnlMcAeNn3tyamtqJh6mU/xhBdmS5qcjk+lU2UdphLGPRGl0WNs
Ib3haLpGlHBh1+q5uZhERlYppW5wnMWiHgaH1XLfRqN5UYBclysFH5NuhUzNjJ5tYc1bKmsG2GwR
kZYtxejrQDZRTYSD1oN0UARtidIcAATadUPFZrUamyi67pLcMEawQuL5pYB3t83KmUTgNmkGC36k
m/U4kktyNfvSMyCnaXJdqGiIA43qxQlg3nq5vxCgQhijuAwGTPdilUv1ITSz1vOUtCN6WO9U4Wap
sJccEznbbUXPvWN/L1tbJAfbTv1g5xjNs7sFRJgckMbH6bzwd4I9A8o5B/2Hq3I7FKGCSuqH9Qht
IYnew2GYV1XKWd6nCDrJdqlSHX0upybGXbhM0Wf684y3aeC0NLjlgiWHv6Gb63pQqf7Sgi//anMs
SM8c+6C7l1GeRG8K/YOrNSGxdtvbLZE8bwlofGwmt3wECNOvEcxqKr7XKrTbj6Qo8/KMvBYuBxgz
dJIUWFnVhdJSShYjo1EmogX4otMosXbPKqvb+zwcvulsKdFZalCBmsPHkKTA4oUaPyvquwGv5eR7
z8L3l/dADst0qJw6so8IOIG8kgXj3kM3D5gy40zFoK2WcJzvGLGsScEGKe5TLnVEbNnVuK2t1Tw4
lPdDRvLvmZpohoFOrFqqpFNhLyfpkK0TG6Ubs+iNizPP9+jXDROFDaSM3Oy2XJhXX0sGbgwO3GEd
pYMIgF7ACpmXTzA3yjjatLwkGhpir7NzevPUlF+KBn0vrcvWewqUDjkC2/HCkwCqbdtjydMO8dHM
iqptUc9MGlfHa3mFvdp7TJO+d7YI1aSb8qUqse5Oje08MlFW78WS4Srs2oURgOxErx/xuYvi84zJ
+8YxsV7OZN+q8TzES3XyTVCjWy7M0I703Weot0FIdWDrD7EnmYf1uvnOPJzedSBVot4E7khigYl+
DtGm6TvYummXB9dTk4eUsSg3zS+c2i107iwCM5JInRt6xUu8t5J2cnEIaKZa3drDioM09mzvF2yu
9K2JrPGhnZaW+9TX7txsln4gHknMESCxlwv5tAyBRweWKnN1cWSejUTaqpnObDGqeMOIoIleG2+u
10/CEdkJ3HCZnjCRyI+6wjy9mZeyu4KBVFmbJCc3u4vjoGuP7Mrws1HBi78KZxyK1KKIN25oBvlf
1J3JkiPJlWV/hdJ7Y6upzYvaGGbAZ0d4wH1j4qPaPKnNX98HWaRUkt2UZi160ZsQSYkMd8AGVX3v
3Xtut2yHfA7ik5ubVxQpVUq1MYCLvMduwy2y22AGJ2KgzF9VMqjfCPSKOxIll/I9aMvZo69Hn/Fx
xi0ybDJCoDVxJV73K0ckSOCIPZ9NL7p1ghlCFfj4GEJwt+8J/yXuVwa/ijEDfmKrYNMDg4fvmdzl
3fDUx/VBocA/Zgh23LFhZt4uOiSgETaNlW7bptyQhvNiit4AjxIxTcZVng/ul8lM6x47tYFjgVAN
HwXppZm8jOko4YW2g9QlzrJ67zDtWFcVsx+DPIZ0oVe3icqSQYrbR9lP2qRqTVfobS6Xi+V3e89B
/8zRrs+fU6b5YWyNM/K1Kt8wEQw9x31MyvIVnQGy55TsDdRuwFUN6yuDEvyjhHc7085UUHVu7L4L
biqU6SseziE0iH6JJm4wNusLbQ5kQajhVwYDzh1s5mcPEgdmDw8Gv7WbMh+YVKB/N+5wp0gcZhiM
+6/2QsOJpj3qFbmJKyVXva/AWxbZMRXxTnM42C8qQbwE0DE0rurB1kcnpcYHmXhYakV/g1qPhuTS
lT89kFDEue3OhFpAMSjFW1UZyXfR0KQ0eCxWC8nKySw/1WiehrSVD0PfaHOtjQVGa4GG2Irmg1HA
h1uEs1k6uDFmr6J14GsmMRG7RoO7NneKk1npce0wIae/Cmqs14wUF3RoJ+UD4GbKN9UcjDUKQznb
Jy0qZFP2qFE2NE7D6IebLWS/Ghp7DZ7x2BV2c3DcBeRTVBzR9a5bzj5rFqgd0z7jdvKWdD/MUBQG
fhvOglOF9+yAf3N5woeN9q+NsP3O1WZKe/BLTMRDrW1SAZcJsIWB7NgSGHZn1qZSRd3Bj+g+pZy4
0GIMeM+dNvuJHMAgPgs+lr3x1R696kZFg/MrCnR0qE3Uc3B3aItnXvntDoWVrRAR1RdsHuWXS9h0
SinuDxtjkc+BuXS7QdB6xQpS/uYCJx+6Xoo1Qjj0PqV8ckYEazlEFIY67akwEBbzorMhG5JrRqTP
YWIcOqkuO5aqg9aZO6EiIPYg6pgAGuZx79FYESDk8KEKhMTC+mZi7axEZZaIE5v8tNjYR5yqTU9M
0elfAIpIHIi7FZ65FRLMZMtgCfPLor/RGYKrNhH0sAwFDEtnjUUjQoJLVd+gYGIE5sDgmZNbwTgg
6T11RdYQ9B2Z3sFuWNGwhMnpscGMx+OYTIhsY6A/aDKR+S52SVi7CThd03MlcvW9CwLvLUctbVzh
EYsv2Yi8qWYkhcyRAf+LP9iHSqUfCA/8tYgIl2/a6V7Hojr2bXCY4s4M6cKDX83IcHLi+7Yq67Vq
2iqgIR/8EryWexTtejOJhpRuSwVsfu4PHG9FumrcPE7KVYzBG6IrGa35uSa0GmgarzItdxr1fvta
+mYfCoYeGNxRIDmcDUIAWSC0jOmn9h1gH8GR3RnKelL1a227K8dzjlDJnwdAgHtVmQtBQOkuitqj
soc7J3HbtxGb3BdjofdRzMtuQkvo59Y+IHF5jc2FQfdMMOfVQ215+Dxcd37P5ATFyM4x/BheRDDH
YDZ8wEyufLTXrBfRYZnJ0e7wwZP0zIQiyYg3B8sShK1l3ZYZPJfMJ6QoL9FJFeK9a4yzUSnjYPXN
e18o/yLtfDjZ6fKQ5a114yjnUc8uBzFOp15QuvvRY5GVKSwUYZF1VQcBFDhV+/rWLhbnpicDdIrA
4GeyQBwn3N55rJiF4tVLbPYgUDWe1xS80knYlEZ1VhWKVCLMtVrTOL6vl0ntXBrge3YBKKxNtDdr
oDMKAVmH1PR3YSF7q+FRF9nQkrSorC8R5f06Y/Bz0k0w4O/ia74Crt4nnX4dQVMahVFz7ZPpKOyI
rkI0TJslV+K7kIMPssmJx72BzgEtuS3Vb51Fv9hPn5IWNUq3wETllOlOHPEgIGL2KVmts2skpM6r
lYWQec0meah0cWF98o9zDTDGXKYfyE57ePA4TvFhPM/KsM5IeAjbS3AlhH4i3WXbYxlLJ938qprG
Q9uR+vdWOgW3vgXqLUny4F4hAiN+yjUg53d+QKgM09sHkELG3cAAeh0E4gEhbsuqZotHtPYXOy2A
LMlh4yJQ3kqf8x7JddF+jiT6TJLEOeJ92K5vrXLcZ3KvUuuhH5f7xohAa9ovQZs/K1hnvxkRjuMu
GNvpk+ULG4rRbN0UdeEc2YAIW9adW04xOePrZHdFEb5kieJ8w9H5TNxI9MNagCNxzMX3XA/PQ5Rs
x1miHVI65TXssRBuB8ZwTWp+lYO1d63uzSs869UXrKqZ3XuhdPrhpo4FT1QZNw2sZ2Fy4gBwmiUT
87am7t+aBUcFAp4AXZAfH9Tkq89uNsQKb5Da98v4GSm7ODVgE0kl5cz41iNhXQu7e46vrqsScySz
+PJpduvHFI04lRRSzpF5naNR3TAKuwL2CerS57Lpbiw13KcI7zmH1aRbm468z4D+ghK1nguUxmGv
h5Vs2Kb5cmKXBcmZdi+njtr0UbMJWE5pmdSrKvNcd5e1iDFEDlasZ2K40FE1E9ns3AYJtWqur/rU
fQAkPGPggGbYMXyXnId9z4+/W9q9Vz1KsFqug5/ZzeCGeFCSPqfZ8TZxNkvq+8jmARiT/CPTZn3J
JkBBUOFNLIXjh+pT55RKB9CDakS+GyLUQrk7s/tEAw5XIiLS+77r2EsG2miJ21W3nc3cu9Pd68RR
CIy4dRnB/CWIVjCheAL3H/CDWbtbcHVvQZEBefcZ2zSI+ijtQ86+r1FU8uuh+EXpY5Z4D0kJ8IaR
18XJBxzhYuWARErb4ux2OEiRBBHGPFHceiVmGew3x7lj4c/nK11WZNMxMScgflTSz2MzWB3Hdb9l
FqtqtXUxPjsn1ILE5o7NGNbQXoSErzFmU7Cq8vJeOeKQu4B28sbpCEfWByJDG5Jj/Y+h1MUzY3w+
dmYXjywoJ9No0Zlkv9EwbLArvOBe/dHUtyE6KaSFShzpuUNkJEw1hHJSriaNxM8zA+ZWfLJ0RP2w
8RJviMKK9xk3ZkUIMIKDw1Vx/FroCek8g09ApQ8CtMsqsbO9jbD9ydAOWo9q4cyN2ypBr+QPoY9J
dtV08fID5M/ccvuOQZu6xJjkM66j2V2hiqTkYEh+o52xuNhFtyu6kSVVWveza+zx5qPB0NlOchG3
c0DSLpUTZwlzIHbYTcR0i5ohvmtaWg1Oae5VC4bJHl51srRHK08J7Mjr4dgkLYjJwK29tTm5EWq0
tPi0MnXs4/gzEZzeBsW+5E0tsXQuQIRTVGNXg6IVJiQvrxaz4iAxNahMPaK7MiA/91nX1J9MJNHk
dsn4XuH6Ptk+flqbew1LTFVWtaK9VmxLd4jRLLpOfypmdmJ2evKsNRRd28+RxrVBtqO9lR6KSY+H
0o41CjbstvY8o92qKfuR02anppfVp7RJC3dnSnugBiDw5AlWZbeOaFvdFYqqKZkYPaalNX9E6IPo
efXuJeGoivTSG49QNIkeMOfbNm3zN5dlB61ueaeQBzPuN8Rnz3O7Zw2CLpzrb2mTf2MUol8FBjqy
VrvTJbfmXZVP3gHFrn7Bb0eZPwP7TFuMAl1gcHliNGQzLhc3FpDXcRrjSLpq0/2suKF3SEbcyB+5
RPgsPNQi+MLfeNEvea1+YOq+Rmx9CefwYjqXbcYyJdDV+eLJS+r5SGnLiqg+PDQ+D1NpZptOFAci
1ahMC9gzRrIq2ugnKRhCm109r0qVL/cjGWz4KD11gzEBk2ucKRR0BYYNrMn2mU5eQCx8dGOn9jVY
Oe1XBpbdYwOZlZkRKDz8qrueMIe1aUXquW0XpsKNlU0xggPpMFGKjLU1kqARCvLBPQjIVUR8gSPV
aezg1OV1Vf222kE+VHQ5Nmhdb0waRDd+vOijg1xng72iJTcxr7Yp0KW7yenk3Wy3EfJFsN4zAz/O
TPoytbN3VJ5H8EpOdntDhSaHDCGTx5MYzY+5D3UgCiJ/PbaIptvxtl06xS1OCbBPu8DO8XTTBgpn
EjZ4vGeO4HrQNQHOStmHCTfTU+yP+ZOMPcwuE7gyB+0q9CSEZum2nmtMlEsOVGmP6Gri5jOjr1N4
/4Wk+8jeKSG4AZG8nbIYCJhqK2NrX+NzQPOl21RF/lsWVc1eefgIJ4xdSNIzsfL8lLDP8bNbDHEu
7THTIX2d4KsvAtPZuMBl7hy5vMWZ8VRms30psgr7b6V+uRLAIAqW5EF1BK9PgKkjty8QkQ72Kqvf
OtUyR2whVcvMhc/DKBDG4sEeWw7dvBqh0TnjRnL4jPCGodiGwOFe3bI/FgeIeyPL+jvOtPaDUcbt
2a+L7wRdPa0xbyIOqIwKYJXlcleNJgwmIwfi7izuwdeyf6q6sV6NKPNp+QQzJ1Lnp6vyfapxLpVT
+UEAzVNQpfld12V3VQvDjSJNbfzMYZGbKudb2eOy1yrPcFiKU2JYMT1ma5sviHAo0g4+d7OpSrVJ
yi49g6YDU48fObbXg+cdgaw6Pii+KXnwXMQdoYUnYW/puSS3q7H7L8/V4Looflwy82gbuKQFFAev
T7PHwZ/ENz3DFBFTYgbT6kqFGsNlrooHI7qCOJK+lD8JXI5XNovcwizeID/xi+HApMxhOAvBcSFd
CqeqmQAzaZyNY3V4kKRM1qhqs3g944TitbJyVaEWNVlKGth89CFAyHFOcSghLDJW1iU8AxBeQEWI
cunH+nGyW/JKSzqokMVpiQubbm+X18amBWkoue0FJ9MIbuoK14+EbtQOGG7RZgO0nwtnA7zMPRcy
TSyyEGYcnFWSDGM4ZA4WD4VfijjoPlUPQ6dfaj9vTollfPrF5OCtszNjNZBr4a85URkPSDtsexXX
k/WsCiVe4NH335K0IKJ/I93yhsQDxq5KO+1F1oLQHYfElxWw1+V6ejd5Sln00nMGaPmUUUBcgQrL
I3C75BosHXNEUg0PkxfJ6OKK+c6QNtk7blLjtcYNzFyFPakKUh/ZU1DGIZyycVPScatCPWryDbSM
SbKoKo6SwtN3JdLTMhL1ZZD+nCCpEnTAklxl5ZrePeD/eUqfsqinlzU0w7aM05Mt2+mNciPYV0Cg
7pwovvPZPTbBUMtTW/Ekikyci8a/7fLkZCCu5kkkHMZonrANkFXsZpg9S9v+tczlzB9Fx8hyOqGR
gqniVHpb001Wbm98paL6nTo62CBse5k5P39ej0po2pgs1OLUTIiJPamR0AyZAkEF6QPXFVRJNU82
6mpKn31muaiRwfrv5YQKT9Klgdda+TcNYLzDFetjI/x1uUpBcDBGg3OFT9jD7yQIXttJHZu6bfZX
cgFvhJuv41x267anI9jDydkRq0kHwqXMzjgZmMgf0YJCSMzulkJv0iw5ytIa1ggpYpITgB1AOBzW
aTDfuhHzj6h+1gAurl3Lcgvfod3jl3uOJ3GxNT3SgWRVcNt0b9ZY/R8RdJ6bNGufbFMmr7FHpmrl
LvmG5e+aJJGRAheVkXowBMgiBOxle466xUMovASQDxr4HUgX08V4skHV3Yz5GB+sduwebXLgqAdy
d+D5gjDGhpfht0QO5xVLdkBRD/SawNAQbMXshx6OyH3j1zrazWZON3muxvErEy52XlHMMARwHwy0
AIKZAM7cLGUWote2vA3rjybeCvr1m5wj/dtIO13s3ARqtT1010GScvWNgQrUC0fhJMTJNPwSrw22
TLpSsQLVA6dH0BPaeHUu1068QOQrZHmKbEB8FOeS7+DQ4i1xU7Esr9yuVMPWyZimIQIpd8Qydbj9
ffOtH0ucVhPjsZcYlculJj7zVg5spWtB+3WvO+KEwGHg9caylPzSCrn2Cn67eHf0+NmDVAv7oGWD
o61mUAoWuug+0GGz87ijZS87tj6/W1kc6u791PeuXOtk2cy1n6xQIMccuq1UZ+EwtuYDUv0oPshr
oJlOOJknfnXgyunHVozT7xQ5keJcqxOsz7Xcpi0MBs7k5nxyZUCj1DKc8gNlcP/ApyR6ZVEs9WHp
CWu1yAw1AkPDMjTtBaz1VK97ZA2nWdPkRNccW/jSggC5XipjqLoLWAirTZe9y8/Kwj5dks3UxB/U
ccfeza5AII2CPaNS6DcF3W+Eg5V3Je4Q821IAZKpi+UeI111PzrYA8ycTtIqnkbIG8M8GJfIJJB7
7iADTann3QbZ1Gw5Esrvnu34xOOxyqzYBOjf++TCG+ld1/Yo8SGcnkHiihBFCXAsM6M7CIYXzbOt
f9FQhrVaB1KcWIBXC/hDjB5u9LvvF0aaS+d1z4bRRF+Q1PFndW0OlzvOx7YKvU7w8/pretnJ6E3M
1pwj/Q+BFSA6upYbGcUm5bBTbwwyYojXYda6HAH8Dw/tpBlXBS1nTpHmEwmRY/Vo0834iLP2oPyC
q0zvC8jx4DypqHRuY6IPzTrxHrUXjMQkIAYMGBUB9NZmDn2gcvgskyFsOCDOJgbGtGpnZybwzSQQ
kNCV6SZl+r7rliIeVzGEpl95WWQfnc3sZ23jBkCW6PzKaRVxnapnAWjj2HfLLvK8q/S8Zi8oWtNg
eDVY+sl3YP0IBtJ3dMyh3kj9XhuQ9EUitrMNkSIUdZvfprzjm3hm+hl4RQBkEqIwBfQFO02AH5vY
oCweGXuIItmYOSkgvPALg+srHhKbsg/pfHzKylliWmqTu6wUNylxKw6kMLIcnINvogEYpofM0Akt
VhLmokn/9omYu82YS690aX8JRnRhoWfve6zkqz+VHRtS+x7M47kQzcV00gomL2MFU1d0fI3CxDuF
bo8NrbF32CxFWPe8K4KtapNT/m7qnKxGe0wNmiGOExoygBLFyv8MaIM8nCZbqHSyLrthFP5q2tRU
0I9eqoK2/9It8g6hJkzcRtstfOIrK242uwarPq1vfBKzbdQbkrL9aWcUfkKjL23uAZ29prp0Dgg8
BswVmPXpAZMFRJZPwx60ovdL96+aTBqFXSo0hxLX+mUs5amy9KlS4EJAtkE1o9+rnygMGXuOZW/9
6lt4MbSgfko2UesW9TjNakMI8gQKK03fSNm8YmsxyqQ+dOp2QdfUpVHkHrtmZv7PK7Y3DaKpV14E
gjIEwkvLqHOwqYzm4qFdrrJp5VGksOvytnG65ITRtuNzagoifJwOyUAcR8+yLagQ454HLSrpSjG9
7F5M34BiO+jS4jvU1cEwetTaWX4rRzKTkpGjDZuJdemQTa7rmaaH73hEudjGBapp8BIrg7VL0PNy
4VWAVbNS8s3nmQZm6zqbTGHPZilTTJF0AXS6wsaLyTVchjp9oOmRcV6SGwVyZWCNh/s5OFsO7xg7
evZehvT3TlJHa9iJ7RrOK4kUFqpCL0nefCB3W9krB4+/zzqAnzjUjh39ZpdxwHIuzcp2I/VqkbVy
sVx6557hglttnRVllbgFkiWfRlUEt4rBPf1Ir3zS0um2XAfzsIDXuYCMmY7VYHrMDKJnAjZ+5OQ9
Roa9772BphI5bz8M87Qfjr0ebxJMjY8u9S7DKXj/UDOWOyQYN20dResk8PMDtqSQp0A9dSLrZy5E
328XmIb3kz+kybqBlcGrJEggQPKaYJ7J3Puh718Ic8yeBVg92BfTUPA3FJRzGAM6th+bvm5vIKtQ
q/noosnzTJVvbR2nG7y1rlzEConZ5N5mprjKGRg24D5pa8TUFVmL6qZVS/fc0zwxMaJP2Z0jAC0j
GYW9AtS7GhivkTrbn/A1Oc3DDLpW3kSl3dlnSr1a0ZCaPMkgK+3LiXmDNNgESqs4NxEcVIxbXccC
6A5zu5uw/e2qzvWS1SB8P+UD1+NIm3yiJxBhqfZX5HItH5bTIYl3F8G8+kq5Bv5eaNj4pgG8/8Tc
k1gd1hn3RDojdqwFNR5zl8VpsJ7w+m2S1s3t1TIBr60RIeVrG4sNQBVLK7gDKit+zRPhBGuCnKy7
wcESYMyCZuLoByAjrLh9Sf2SBjEgpGw9RT3mAdUiEajG2Xqt3bosbgIViQMZupG9rggoRxeFruI3
Y31t73yyXL6VNVr3TaQsUoGLhLNFbfdL8zDgpDrU+OWxe8wCXkbq+lN9I8yuTfZWilOF+sloPrDz
BRN2aZuXuUoMtEU+iHqMfSNMgjCrcPpvWvS/RBdxmP9IPGRLYdEVqHUsXLKHmuYDuEPVDygPGIQh
1mEUFoQUrnGD7mZCJeXXXnAxR1yUdBaZfa8ZnFYX3Wb9TefD1mIDKha0AmwQ0daQVT+GQDWa16yR
vGtzNn7xKRr6k6wx10laQFaJ+sNY7PeEvbAqVzaJXTbBzeCwZw2F2ouJp3D9K9+dnqj5ZSLYaI6t
v1QDH5BbHdYYccqtVKNb7ObMn9SJp5piW6DwWCDcNP5dXcRNum8RP7OQ+L7hHjHVj9OmKUxOSirF
NbipS4haj6T5crh2aBP8LEYA/Lm3gsvC6RqvTzU2ze0sCana182YPPWWVfr7xReaarSVLUGfy9R9
ssJ1NwqGPdBdIs2wFSivZjxe4N+zTca84QC14adB/mq/i6Ai5duLJ3fcNiPFGaHHVVMf0MDhMMz7
GCcnkrl8Bc8cwnswUcBO1OaXwFMyZlUsRpfoIgxd4TJ2U81F6i0IA3gKwR+INqVKMnEm3o0I7W7Q
1BFyw7VHPLRATdM75iu4j6RSS8wMsJf5O72uOGMKWprd0zzasKcp1AcGqFURx88R0dYldre2cD7L
jGX3SY8JHVGUPHHdvjeBTIhYmSF+MyWwl/IReyUrNEgK8oXg1CPudtp+bleRMzJxcwwbNrmWJNf8
XyLO/5FB63EZLVcidPRQI4NEtf8JxGrHRB5jpZ8PzolYrDc/+k/Q639LJPtvUor/f3NfOFJwNf+1
EPZed201/OUKZejrv/zPv2y6qq26/m+OjD/rYxlGXX/U3xSyto+oW3pITzFaQan9L4247f6V1cl2
XaSpiL2t/7JfXJnFjoMV3hGWbWLfQFb7d424/Vf8ErYXWIjK//D5/Hc04mjU/1EgG2DvACGMcUiw
k9hSXgHDf3IN1cQ70dfM3V+tcx0QkpzqAl1ZtWkMb2AhYAQo508MjhK/rHe3mCTkRHR7O1DkYWIO
tz3BXV+cf1jak4WYv6mT+NJl80gQPJ382Z+Ibmm7J1pY5Q4jvXNPdqlzn4N8IbqiuNFDFodQ2fR6
6We1gWE4n/ol+syF9ejVBEYTP3UhTjBjrnXF1gr1RRdOIQsgU4IgoOdiVgcoCq/mYD3WtZ3spavB
K5UD8yFGxZzfrEeVpx99lb9FoNXC2eflE6N/5iyDFMs0rn2sDmFbvgiUFZw9gjl9gxn0Ihv1S8bF
G/mFE20X/yAL4z2+qjD6/Ken9QtN0L5LFgbABiJ4ipc2tKT+PbfkMsm2Ni9Fk30kpn/Ws73HZkYu
p+SXT5p6xTaOoveMjVUSFZuW8SnuCZs0qL7WZAGKtZn6zioxl3InkKZiY+fTpSZT/mkSL5HiY+ZF
dO5d4utNg4y20rqma5f5D85Cse4C8SIw9e7IELyqdcxug4O724x2+uUZiINywfcWgCDvI9jQq8gb
6QI65YNeoADMHQdfUVTxF2BLgcak7Pc2U4W3sea8ByY5Zqg+9A85oYxs1bW9VmSo1WZdcPBClBf0
zG4gldikkC/tIWjQsukmIwzARTaTJvx+bxH1h+tU5qWveQIST8GXWXLSGhbUi65IvuhAPwaecTRH
vjS02mJlVPFPacQ/0PN+knqUZFyVN7R7fZQJXCLlYSsn15pkimk2iNk1pg2PScIwR4m9Gusnjxqf
ZBXT2c8LDtC+ZafnGM2oc+Lr8y7QVR2Ga+uPUyNdPsDN16aSZIrkx/ZuqJgcw7NpD2k3Z0cMddm2
1In1m/xJ4iNjHjAV6d0ixhdcdPPK00O8xsv+qG2UJMgrLOLs3DtDD85dUtvNZ0lsWVgjLKFxZT9S
/dUouc1HUk6/8Gu/pAQZ7Mn0WW7r0Zh+oTQCJcdkKlTXvcTCuQtSDZ8GzK49J3+G30n1ULYW495m
AiQ1cheZh+p1YDO6Qox1jpr0w1jq57Ln7lcp1yBD/rL645qTSIIy23QeDRy0KJHAZxFecRqz+kGM
w+3g5jdmYlZreM8IlVPeJPBhDHxLHnZUkjh9J2cHK5bI5YpHl0iDeG2Qy3hDBPIhKAUPd1U+NJaX
POK1vAO7Qv011xdjkpTaBBGEVoXcvKPop/O/n5bqrdHLi2I+Fs5CvkRstuFMsRhSjxJVgLw+b0t7
myjY23VS8tjZKbZYnfFGJL4+a+RjV4FZdK471pe0oVdp+84mN1p0qnz3VvS3ys9vFvRFK28OzlrW
D4TroIIKvLtm4TuJkd8exyAR9CioMFU3rgk7GYg5T39gdt02eaXX9GELjuRyWKUwFMKuvc7u4M+8
/bH+UdK5oV1eSwsioVet4CnKo+XFQAKwEhi6r+MEvXIbpL6myT1ucgpIDH0O0OnkQ0v7URhIwqQP
kaksSiIeF1CMIsFmgEYX9b8hqCgb4rUKgztStSbMQTVkkm5wxCWpTP5eVV1+WDo0jSjTUYA17aU0
2wvTXkFBzJI/B42/nuby2aM9F1p0pZ6y640snKu+dpIbIylI8vIIRXd5ejARnaOBXUDwYQh0ai99
zE5RR++2G/8UztgeqpyMWg+QyeaPn10ipl6LxTkMvXeOyLvaQAjN1tmSfSCOFhRhBSHEiiPumDf1
Nh4505MIuyvj+YUwlx965dgFImEeg2G8bRCVM5Lilc1L+iBVnN+Q3XnTFPx7ds+7QI+3VhShQmrZ
lnw7fUOveWn7Qh47H1aYMJaXWl/zgwYeREmk4coaeyCppesG7baEjdlswZ6U84og4fY26DOeNTGL
cCRDZTURAENA1SPtzzREPPwcFOVbY6S/0ob0IxXzLCBvw57cc2vtqLFCc2QpchbQbVnukryn8j1w
7e7ZympvI7u0hkTEvZRsB1OvL3kzZsfRTL9qGgvAwjryR3ocDSMGmiOB7sleSXvaYAs2zxzxwVyP
sK67xX4crSzYObkRHDw/IOaC2eWoa+5t5J6h9DOQQ0oQjgbPi+448Q/l83LFVjjZ28THWs2K/zl1
kg8FqWWlZHmTNvOL0bl3qOqbXSrJeSWcnXG3zQ1lKnkpljwAV8iVYJDzHYDmXNOyPZRB/sZzcCkn
HmrP9s5BEXxySP4SvjdtyHNm9U6YuFvzEj1FU0kbeX7BEXYhqo7KA7TNLUEb+M80Pd3ANb7ZaZA4
V8mPIdCZNkh12QSLN8heKMLcfEUH5ctQ10tfYRiB7YFTvZRGOE6Mm0fScBPFZzS5zMMcMTDx5pdr
qCUICMyc1VRg4c/wuZemOrkiNs7jTHRDa7d8BCf7yif1M09qixT3K+tZZYjS6/dGnVf7uUY7Z8V8
Oh8hOkExVx6gTevMFovcNI5n8H5yY9mw0Her0V4X1chFMtKfIOFtaw3unTmyByZADXCuJx+DZRDM
xuscFMa5d1jK+x7vAdU7nwbVGZ1tnn16sdmVlUG+I6tBOdNxFi6ds7G9XsF4qNYDVBqeb1HBhbCd
CMXEYNovJtjbUHVXq89Yx/ParpIPx7r6Boz8oYaKuRaol1rm/FTsV32kMSE8o+50YF+GVI0sR1l0
hqr12CWODoOlrTeYjZPV0njWrs2X+k515J4SfRzf50E5YQqg5ur19JKUfvROO54vk+vL9XynaYkh
Rx1L1P9MawRnqxV2Ja6wZMmRiIO2zIsIktass6CrUAdyENzAjL7RhflezdeYg6F6K6qk33Ju3nVI
FTb4Yr6uQoNyYrnKMlZ/gbtw0zC4R31dVnsH1eUtiTvWdm5aVOF2oHfYjsowHfhD1jyaHpT5MLVZ
u42ByeuIlYJCVjyK1KPtJs2bxOOt6biYOODnFSPdB/z+JRtWDjjWrTLGNgObAS0QCHBcbmElH23B
spMXbLxT5xgMrPmXfsdypkyG+7kXPw+G7Ldzy4OKjpAB8nV/cS31VdXZmxqZwA/XI3YMCvi2s5C5
sWRl6/gPgRe4dTxo/tmPLY7TbgkCbzEPSAda9Mu75SNqaQdgNzI+lGAzs+uCPofBi55H9nT4YzFM
YEhtVCSPRcycvxzGDViwecWh5wVYdbcfJ4llgo77JhmY2AZOTu5qxxMsbUY6qmR/uy4sSN912JD9
y4HaO0NTRL+F7RkBr2uvE0nET9OyE6XpxGXMQA3RyO92f9Ro/w8K1n9Z1l5/12dVg3VQcYf98G+/
+2oX/of/2DBh6+bH/rudn741/bq/Oxev/+e/+5d/+f7jp5zn+vs//sdn1Zfd9acp8n3+XGFKSWH/
r0vV5+E9/4AW8L/9k/8sSS0L2zLefYKgOb17fyICmAI3ZyA8IYVDA+EPZ+bfbMu++CuTK2H6dmC5
jrx6k/9eknr2Xy0MmxKMdOATlgVH4O9f/d8wbf5zog3FrYP708T8KdHH/nOijWFM/ZJpYW5mT4/3
ZuXjf/MMaZLbNhWBf2M2jSIMlqR6Im5AUnQ3xlCY3u8/XbD/Y7jMP9TFRAPwMfCNklrKjMX2PfgH
f66LS9cxdTAXfAxUn9kKYQwPaOHE9BaHZIzekmWR1H/McS9947IcIpVP8PC7/4uz81iOXMm27BfB
DO4QDkwjEAhBLVJOYJk3mdBaOICv74V8b3BJ3k5ad9WkrBQREO7Hz9l7bQjCpxFrz53NvbfPdDaJ
gLaTuGfC2NHzRZkzUVkru4rvP7jmzcz67zgcS5IAJISQ3pYHhIn29TVnGbYQpCTWwUuITENWsxwB
0w23NYmWVwRiOIchj5JHRvkAwMfMPZN3gdqsJfwxnlh5uixCIK1YPbr/oXbwZcQv9X/dztdtBpf4
B+AOljAt02Hj4Ka+vrTRrLnZhrDgGOJcUQsrob/QE5+5oSGnhwfGtNa5YoAXIAkSp3RFNIz5rC0+
uJLXpvj/vRDXIalJYk7+047593NFntouAi0KUn40jzBjouqFhba4d1pDh1HrgUeJ1hVZwLpE+78/
oO3+v30+7NigWoRrYvPf4oz+1WvponQVXqR4Pq7F2WKeZuQbIIeJUEWlRJu/cTavVzuOwd//8Bsb
9J9fTZNHOMJWfFee+aYv2I9dRMejsVDTxGDIDPQIhF9L79R7ZPhQZZfd2aw8vev0aD/qEfvoMs7l
g8oJlfngLojtj72+DY6iRfkHO2Lykb95Td3V6xyQbpJPy/aQxE4jMO5MWC1TO3ZjGeCcrjPyNeQC
K8ydix+NWGEfu0QE/Pjgxrx/JBDfTck3Y4FpkO6bz1wjGIONhEjHa20SoWhytKGy/egmHnO8FRqw
wTc8jfDIdFPcpna0fJqMtH2mBggLQpJQfU9L862zZ+OaIHGHCCHE7e06RF/+fqXv39s/66LwFT1B
13/b2R3SDIuoSQiDsSTYHSApoKZ1GYkMXXwji6i4tUfbflqWJj79/S+/f3noycMVwnsobdcW7pvX
lsi/aGJMnIbeapqhkETg7WsSi8DsGY35jdpNfhFjsf7OSTc5zbWXXM32nKJ0VcMH/e13iV8WV+Bt
gAAOZGTh/rnWf31CKNkymjvxHNLH5wSStzNk2aVmWbserGJ9rEq/Wi6SFfqOCbYnz4BSN2Z0OnuE
C3hifaAtaaVXVWuI6YuIYhg7sWOE5JNzAFvh/k+hZS7iGllyvBxqWc7DEccd4nRbwX3eA25qqw/W
pPdfhK1s9hi+TiFYJd8ycLKCLTcVRCoyhh6gnenxBEx1O8+gSiCWwQqt3Frg08jsnxlvysljOPHR
Gv2WHwWIwVZ0o/gnOxP/4vXqxJJMd6KexxBX/bypEOEgE0iTiRt/UJ+Qp9jHv79Y//Ew2VxRQ23d
b8To3pu/aI3d3AhyGMIZ4fU3k3jPkDQw+xn3QuUFbbqO+6ZvoCavdXPtN44J9XBNLo4cFAEP5a9e
zsXnaUULuywy+9zUbnxQk3OV4E4s9gmKphPnpnhCIoeld58agN1d3Hj//P13bJCL1wvaViS4sCbY
ewW12ZvNzTIws2GImkKmmihf8LMPeAA5w9twkklSn5xT5I80OY0YEMUaLwH6OPXEofxhsbsm9JN4
i8OW7iPD2e7gpA6ku9zy7qIc+R0UQfXBfiC3O/tqCUbAT4nFAd2UzB/ktl3/+zMiKNTYwppCr+3S
35YsMAjUpIQ6oEgfkgj9k+SDOY+OLB+Vof/xq9q/lnWf0Z9p3fSwZguuYrgBz7XnDneS6GdOjlZJ
TFSEgWytsSIyB5vvsnn4pGIjP+MavTEQciCNU2yxpjFNt8yw8w9qoPcv8fYZCZYI9lnQJm9+mBy8
1oMcPYXRaC7XfW6Mh8kCmEwlt5wjy84+eIff/z2I/dRxdOMsV9jWm/3DYRpKnL2DxGKeq6/WYPyi
6Eh7Tjb6JzENxBX8/V37j79nexvWh33A257f6wfXNVM5OPmowxQRxycvcfIXnOfqynHwhMEfcT5Y
cDci0ps3BYSQ5Tiua3qmJ803N1TlWUW4KhapBgDQfrRUjLa5Lp90mpO9skzqFpG2/dSOxnTAxyso
hAlHyHd+bYr7UQ3xszXYJoDv2f1gX3r/1XFl4I08sVEh+LBe3wo9NITm4cMKfcJ6j9HiC4JZGWP7
OMhvmRb7AENd8YJutWQqU/WHvz+J//rznu1QyfH18+2/WbwY6NuJ7OslBH5LPrLRiO+OL8gUozl9
wLllBbMx/PJ6p7kkmaE++PECfM675+JzCvM5lNm0/N68CJ43VBZ0Nx32NTXLDsOp89zZDZP0lnBl
7Pr9sz9V6p4x/JlulE2IlJqAKDqYMTPPQtc2NrSqXQjmUGaq+NP/491xOEEKC7qPoNDlH68fDoAU
qO1ma4UupcCJzHd5V8d1cl3Itv2qHesfT5ftY8JXBZayN5/+/tfflywOh1jFk2GuyfT0bb3LgAmW
t98T8ZB20ng06rH+pE3L17dZz1eFmwRnNvhXt4H0m/dNtk/jujsJ4rfx62T98P9c+nNByueMw05n
8aveFODkkG/ESaYVknQOPPSDgdzZrIeb2cj1NyWGayYy9vnvt+HdK8of5Ruh4AcoxsuwvUP/WuXL
1Y5mMh/wHMU9QIEMnebvwXHW41JCl7cnTTidj9ls8DL+vdpgXvD3CxDbW/hqnwE4ZEEdlL6C98QN
eH0Fc0K3OplcNxwi2L27fFhRCOepTiv8fyaKFpJqyvNCYzEJcBQv14kx1freGsTUB1WG746XF7XN
B9/u1i55d10udTxnou2xOG8eR8rkZRByVGGUt0DQ16KdaLQqiGeIZyE7HTwSMOb9wo3BS4A4zDqm
DFJpsqeDe54rcxL7YXMdnPxSOERXL1F3siaDjAGyYJynNNXwcYyUSfax1xIdMjxBDBkf3N53i7MD
RIvWBzIC4ZnOHwLcvx4wfeoC8O7ohbmg3XdfojPD+lGhYt61gyMMHPuasxVRVXRnZ/S0p3HumuWq
ltX0sswdRiq6KdTHqPedM8SYwf7gEt+/gmDoLJ9TJ2+goKX0+gVQtcswteRGGzR9GHwsDgIL80sr
C/9Gpktx8jDx/XSa+ri4Mg3/fn/ebZYUNhRmLkNLul2utV3cv24PnKckytNUhb62DPS78XTvIqy6
hkdCe6SL2tu//70/ZdPr1x3EmGeyJaDBsf23Ocg0Fnp46xa0dlWNPxvDmo8FZ13IKrZJgBswFCS9
jj6xl3p7L8Zons95fZYFC5Ay4Crh9kYeFCf9lVU64MgBCBuHqqALAlzH+5qoxt7ppaeuQjj7QWkh
rHcfhWSLR6EKq4AN/+2GmuCaNkyoYmHFm32L8N9/FtUf1a6IP5ewHXbFbCQ04NOF7NLFifagZIag
mRsMD8rKprB1ceQGf7+pYlsjXt9UixQx/qFAKVquvT3lfz3FjlZJ3awWupMOK2eg2e8W4tei5hN9
ZHidmGXM+qwXsSGH5eTWhxKT3PWwWhjHnAi9JxEoMfFkI/Mkf5FxFOrSWPSVhmTA8KlLJ+e6kWTP
/39cuE+RLdifJRf/5sJ5EySOWeJ2hDcTI9f6pa4O+ej695VyweUO7YBEWBQVbUNrJP4sE0J/h++C
vIUt2hp3jjGJZAuTQtjH6EKdxmiutyjWrdLuUbg9JMo2zI8u/P2qzS4loQgrVhViB9/sG7pBf7gI
sYZpa9oV4aZEy5H2cccgMn4glmUIoVgY3+2uNx7Q4/XPXl1ke21C488GPuwP7uN/XM52JIU0i0jK
4la+fgEGa+K0Qa0fugo6SrzJO0c5pxdmfP1N1LsNqItEXbxa+5faGOZbUinLG/7FWcklvvrgarYf
/+Z1ZKl1MZaa3CHMya+vZinqTGIgp7JJ62MBxYdEshJ7ACC9aGs/yCsrxks9DK15Hbvd+GnOUdaO
NsFSKJyQxWTdel+jhNr7/VR8UK7/xwrEycdDse477G5/5gT//lgk3GuFBHcNu2gy7JsaajqTU/CE
99BfEkLrrDRRX5DgD0dHGtoMPWOx5u+pH1P4MEs1gHfOZD/c0B+nhxw5buMGXuSZy97I1wTnAJYw
LOiqHUAOYJ+r8XCmlJcpp5WPbvV/PHiowFsVSVOEBeDNrYZtl5NFO4mwqnxmt4nsOH66Xogc1Ih2
ndOvN9jgyvMWsmdwT+7x/bgny0eDQwKd88H6uBEr3z55lnRB8YZmjp/z5j10eXrJyIkgTAg1OmcY
IG+rgacRgLlcd/ZAutawWP2e/G77EM3LQCepBxxSzgSzt5N5GgbdljvBWsGJJPY3vr/VmTC7nM3f
XoIELKzReFbOBPa/TLLvrWzR2WfDT2JVs29FqdzPH7zN79d8jq6SXyMAdVoAn1+/zQAWFpz/rh9K
PrA7ZHbWjdvFXehXRf5jUsyi47xtDtJMFwYakf+SxvonD6IJVuIENoH+/wK+/++jgv+6JA5WDivc
1hF725vICPCWub9GYUyD6Bq7c3NNpjXIGcdeAzmJ5egWxfjVjwX0AYIXg5niDUaYcA8rP+VuNcmN
/Ptt2p7s62+e9pyHeJJTDZ2xtyvQ1FvtjIg8CuvFcb8sWZkGDIjqG2r5CZNTbXyye1V+cMT7j/eN
Vi/vGvMwJgaUFK+fTe5k01h6nBmSNraPNDzlaUBFdMz6cj6KpCxJo3dqoAhZdtX0pvsb4cePxCGg
jWG0Ux9zb+hujMIHpiOt6sqRyA4NXyMpXwXUT+w6/bHG6ngwMgNpUNVEz0QYZc9sNNdgtDr1wV1E
7frmPto81u1DVkzUGMO/7baDOwJ/705EUaSAo/bWvLprMEhHPWe+XOaAtAYwBcAKQbOxCDd5YI0S
AlU59Ei3Fo6auwJcxbrlquvmcyVrgrdklS3rAWumCWbAtAwNq22aO7QsONomxhDHtVrQN02ZJA4w
J3WVnLblK/GPLiOXKoeLiekvHpOJnAZnMwG24BYOo19QtmdWi6c24jMBx0Le7UjtZuv7fBRkSi4J
0Uh7N7Hn7/BE+2a3kjZFNzOPiovV97E+TNhi2j2e/5Ksi9ZYA1vMMHRIpUZz1Lp2UZyxoGtSQBCl
kdJoRQ/cOrzcWdblL92YQvIziGzgxErG2HQF17OJTnLqdReUcgDnSoTkmJ+pEPIHGjjd71RKeKQL
Py4gZnfF0zHaGr8ILptDWvftLSbuzAQm0tfWHp4QibWj9rF4txA5xT4jvAboH/KAqzEa2q+AbRp3
bzIu5ZRkaJJi6sgkEgN7FJt9uZDhEJFB0516dCnA69ehCy0PmhM0W2UfzKmz7nwwm+ZFEE6ZHvK1
SNwgib3WDJIWD88RgHkDXjfvi0duHsthB9ZyDQisICnTUfkQCOBWv7CXlVhW//5dv2u880KynIPe
oVznqLqBjf+9XTat21UJS/qhRNoICDCvoH4RxiaBYd9Ya0kUFfCRhqgvADgEleZ4XIX44Jj+rsfG
H5Bbk20beHNctt/UWyZsjt7jqHhYsmY4Fzkg4CpzzEPhpbcxRt8zmMUnDyAIXdQYgt3cIWAlvPnI
MASB17CQgDWm/cvfb87b09P/XBU1jodFTyjzzempaVn92zWODiTm6Jcih548j6q7n8a4+OoQ1h3+
/e+9q11Y4TipscGSQ2TyV9+cFZt8AoQA2uTg+bN/TZBsfunMpPjmTROEHqfl24jt6naFocZZFRYc
xptpO2aJFH54Lgjkm7Jk/Qw5tHyEsJ49OWXTk5ii3BuzJChlxhKJ13zSDHPMXpgfvU20ct4ucBSG
wpXUGpKtgj3z9fvk27PTkEJOdrMYV/dQ26rzzm3Rok3zumG04cckQKMLFjR4VNb61PL+EfE3rqYf
akfomxl+jz7mGvlrgNHLZexZpPW3tM806R2qPA9JRSyzgEr7I85z6u6pSvMGvW5X1UFqNsNnRLFX
RoRDFNMsCbuXtu+hCaVgRuaHpPRqkkDlCK5nbVT1NXFXXD7t0DfVkaYdxpu4gVR9AlA89Icagktx
mIgcXLEDF9Vw70cR2mPoZ85lO1/7gTQ7/OxVh27znOPM+dk0GUSHrJCQ/SJOEj/ViCz9NPeZlQdI
KykcC+ya/c5F3W5f8PxIwnu9brlec1piQR7zvGjWdb9YIIrhmeZL9zPpKpcnOcYJx6mEmJsLfNUK
r/7EOA82rOUAULQaPgQTZRECrlX/sM2llKE9Z1nJkuYKfUQtz2DJJbgkPjMOizHYM661DwXKnn7T
axZkaEqTnHDuv9PsJoC9GjheWlQXgNn2cgMva7SIBlybozYJ/8YeWe4Xs9kMylo+RrVPQUSSa4cx
Pirsf1iAvHvHQRC/H7K0DKy5MvAIcYYISwKnT/TD2ic02pVxIn6Qs4SVOTlQExq0dxo86Ly3nLyH
zeObdgaX1cQ6nBr+fZ/FKtsnooY9yFbkdyzD/fpcGbrTcPec4t6oCe6iaEfPPld6IM98ExnXhPP1
JzLJnQxaokIJHY2GOx96w6xkyH8KT4dgc1CUY4YcHy1wmd5S56vkAvINILfo4uopNWRL0NBc9O0z
1pexv1eqrqZja7MxHRbAQEBdObueY4c9EyBQTx6rG1XtJyMefPJv2qoy9nUpuz6kS14QXjFtkbRD
mnZXddMAFy0W21Wc5/MEYUTd+6kJGM3X7b1FgI2AvLhUn/yM7tL17HETAhXlJgo32AfHkoM+tAfE
BcOxyTI9XU9TjlHSAYADiY4+dBRmRuplYQ2V4xEOczoFVpUugVNOORYIAeUDm/FI5pc5C1mRLcqr
KzUozhvQHzI7ROucPlZjmcI3Hr1ovpaYLZsnpPUuOQh8m/pMqBa4YLkS0HmcKweMmO2NirHYnJfZ
9boQK3LgA0e6OVjNXBwBHRTJUbgTpGca+eUL5uoCc7s2E/tSNpPLEIX/fnvypwKKjSDZjHT2tAWb
ifHbsYlkaPJxr2nErne8ekgSSw3TCGoLkO/YwCUdul6HgKqHP3AiDLplUefUwiFP+9+1tHvCd0U0
w1BQ3TUPEjsAd2w+j7kB2yjyUv+pqxgf37OgkIdeDWKOg2ndRjCa6edzoWXH7uUBz47jURGUItg3
bxrh5OXOjillQwEGag3WJQE4scAEsuE29pAFQWgBSk3txX8q+9EWF2DFztPQp/oXxrma5a2eMO77
lmf1odRFmZzKCCD53qD7iMiwW7tvNml7wDKnomoPEyYPRKIkJpc7tlPSwQGdCn02JeTsg9Zd+jnX
o/eilWl9tvMOR6ZjOAP2SQc5wFULk8DejaXGLYAImsTvfMT8DWHW8ke8u2X2M6rBNB9Wq+4/u4x5
uyOiDb3SzzPWNYAiuIW/1qpM4AkAlr1PeGPIPLOrZnjAy2LTxxgqKsZZ5imoFTXPV62fF/9kwgPX
MPjYC5A4OKi5zaEZLoDPqfgKexWaKVvXuzeJDZLdKHPUO3JMWSdqJ6FaYaDegVBw3OLU9TH+phhE
Dx+QW2o/iKfBHPZO4Q0PsEaHT2sPAR5mVj5kNwBKsE0N9AvkJ9/q7d/cXaeClisXeSDN3P5sQATA
si3t9Vrrvn+xkAsDHVoJETxYahhMXPEYeBC8Jp37GDu+EQW43LQ8zjjY2+NMRTwdwEzEmP2b0sGb
kFTW2Y2j+QyNpBjPORbmp54+gNhZ7lAuN3Nq9FBIUXHlIVR9jfnVh9gctGqgSPPMHucIov/14NBL
G/bdlLgdjhdrUEAivDkJ/pBD89xoY/gFJtbRKB49M7Arjxc4Ac50sTpZVheD6nRPkmXHva8g8h+B
M0JydhtTPucKs+pTZKRs5WOh/e6C7HsdThW1KRXbMD43ftFcMXaOH5acb/SwuJm4z5PS/QpKsp7B
vpnLeIPldH5SVp8khx5e23o35Kt2oZgqmQGKslliE3uF8sNvIa2waFMN6CPvEmo/Qv2QQrUmioxM
DNElcVWp2aOJW4ZUEGE7W/3UuuI96KNDjZ3tUZNbtO5dWHneDvVd0bHoz0IdxGw13kMjhrkOZ9H4
L0nmcV9IbaBFSX+46XeGttd0nyVYYbUzkAnRVB2CkJaO4acRDuwQeNsatutWfMLo/70t8nvpQHrp
MqUF5490wBeNoC7INej6MAPJXQPlZ+53KiYbJgD4RNJlZdXWh0onxWeobEV2pel+L+eOZNgF9HlJ
8rZmLn1Jh4KKh1QHuBORu6L9MMai2/sj5vqd4uaSfm0IAmdKS1ICUWhdLQpNONWgGpNgLVYHcEHp
iqvaNSBEjXE/z9dNQ1pFAit/DJvUW2iTzbSZL1E+sx1WykJUzaaDKaRf3UdER3h+XKcw/eeySLR5
WzI0S67GeHR/olzzGwbekgjxhChn8unamIy5SrbDj2SwsS05I0lQF8766zdllKo5TJA0pr1Xr70D
hFz3gHasFZrkNLfLY7a463CAjTb/Gmdl/lCieIj5ZriudhQAEYBJIKW3iunoNnUONxnA70O0rGC+
t143gj4GUOLGyEwHLGVMhp+sDLrmyp8ng7/hmyXRpXk5hbNdg67FzaGCssUUsYuwEFwGNRoGCdwF
98YUZfwppQe7o8uZjydt90l808cVggNJb6vcC+zVZCYPaFrOdGbmcw1efXhc5wrKvlpb+0VVyUww
1tAY5sNqdKre89W7UVhaCfwmyPfLgRQu3lcKC2qkaiU1AoD1lk+ZV2tc75N28C/srsSjI1Itq2BG
BzudKrNSU8ja4faHDrY9ljvfTyUIExpzp0iDZdtHowX8obV0t+P6jROMvHbctyznO+znmiY7rhIw
6g74sbOqIlgMqdEZjAOR5J9GPPfDD9qf5k3t9oZBhESNFSP2kLPfxyU0gKPZuAlDTWFB2e3h3eGL
wY3G4Tox/DCtjXk9ekU60Ibo+8Q5Ro3tlrgJXDc78wPd6LEeM3lGfhatN61edHJne5PTIeoTBshI
orN/03qyYF6SJmvgCwMONxU2uYYKanwV4COoPtupOagTWbduebVOqfUj5+wxEp+LgiAY5mLtbrWB
m2VfN3bcnuw+7zafqVB1wCdfq0Ptx/syHvfWUlrQhd2k+BGLUn0qfA9nnXRH19zBrW7lvV8BOua5
xH1MVsKsvsHvh3jTNEROhk2Usxp5GHenU9qObvzVZGAWn/C9J3cD5qv2inWcboxKyDLWpKTkF0vb
Ddo2BoUr5NJWZyHeMOHs/Hgd9XVm86FeWyvNjjvd2GlxJhIzjQ6SecM9uGLqDDz4ngSsgKH3SDxG
oq8Tf7STqzZNdIYYGnXTse5BrxRYyIygrUk+DlLLKh955dGzpAhiUVzh8uAoRhBJHYp6Ka4EdLUq
mHCJqAOef30tRcRRgp1YiJtYm8CDWce9H0NSwzqKFrP+lUUQACkdy+YcVYQvBuRoufbJNHPnsbVa
WZ8SG7nYgWNLJE5JlZRY+EgwXneQSC0CNQbNlczKzaHDlNlKaBD5Djv8RPEFtak/7Ocm4xZCghr2
uhwBdJnom2AOWRVmEeyZ3kGLJaXqGeIW6uLE+Au+AZw1B+4x60uq5e+2GHxcjSX7T4AtykMtNdTZ
FnhTti9zRzF3rtNirI9OUilO/S1U2Z0mCgKElBHFpPQZoIMwOC3Ev3hKQdDq296GYxf1xmNZDet4
yddNHOuUdvdckFWDvdGIrLslI7SDzj0Cvz2xpU0Gpb/JNtLSMhQHt1PCCeLZ9jGi4tLG6yXsFMNw
bw3HoQbSfSAKyX4GdBH/1kBZNpZsC19TWZZ1GQpVugfTbpr0YmS+Bi2hCscObA8diMsKJoNCcdC6
5rsGNKYrzwuH0qx+CDBmm4PUNrMr1uDhQXOwcA+EADm/2kpDFcK1aJlP/gThOh3i6kTXm3zyscUN
q2vLVD98B7BROlOH78qim8O4zjCY+wOKv8BbG6YXvcnB4UB/v69/E6TSV4e+F1FHQHETF4eRSKnn
KR6b6cx8KbouG7dz95kUHQnniGF74oAIMNl1cVp4BzcbFdx5fyVuOMXiYwaRVyU/Rpg1zt4THSSt
WfK/sXLJjy6hWCM28aT9Kx2N9PNol5PLPLmZn+jiJY9dW5v/ZIabk2pIvVTttBM165nC/k8Ob1ul
GMOn4lcvkh5IssKNCNKYakEtSY1zTOl+foioNMxAynrYopuTssb/2wp5xPgASAmM4aCuiRqW3rWq
Wi6H+LkJy6D06SB0ignJ3pU63jQqFK13Vun6hJAPS4ajllGkExCA4DzaKLvmYJ1Wkhv5bKLW2Pm9
jMp7aqL8Gr+dMV4n4ItOPlWdvLGWkfiPAdNhem9oOcignowJ41oq9WNrprQPLDBvUIDZYtQnZj5w
a4mTgH7FgMkfDlY8t9YdidDOkawL7HumEfnpiU/G/2ahBj0QxcSHFFO8rGdf5g79dGn44KCjpIs/
JXFLWSCLuKHgLNUl8ZduCcy2jokJXnozOlBsi/oCZzlVAaR3n2WKsd4Jd+Tq0SSmJ2QV5mTf9vUK
KClL0SeBL7VWHdo9iTQmgSk/9KA8Yz9S8VzQH5kaL3sN1YcWRHq9NalijKepWA6tJwv30SdFl1Af
MnxCAs9Z/R3V9MOVY2LlPa6N5d5Ra3XEwCRCX0XKXYkWqkdRkD9fbD1gtJSuYhWZNFbc2PZgJqPn
7NgWwc7us4JGNMRGwMT5uVlyv7hyGp+8+savRtrPaRQ9dH1keDAktHPutOqGAIjX9D0Bm1KELeP/
JRiZC7TEwUMQfvbb0fBvrULBLqdxrei8o8Jmt/T0t86v2LSotagegHWDKk7GmFNOXEzDbmxUVN17
BuXzuSNfQ57VYhNFbywVW0sr+qTFYr4tnUYBeJYqhNPz2ctHpyPgBlP055mD7XIYNBXQYRJNs4ZN
lgsNPyCPfmRQyMpwLjlcMYBAfh8YWK2f2Gtc98QgWo4n3ipzxMNCD+3KcFLLvOMmq58JMdcR8Mwo
W/Zdi8n1TuC8LWDbreKfUtCi3xeEVUwPUROlyaFy4OueMtKtjyqvrey8zno7MQKJvVD24Rx0AMH6
ezF7xr1KwVPt53qGzTMWMToCP+Fl3TcCMI2uaCUEo4cYJkiV3X1ZQV4SCbTR+ndz37I01E7DSXZE
XpuEHUo5tihnHofbYdwMvqhshkBLcm4IiZk0GCwv8dqz6jgb31WFmWOmzbMfFuzZcgebnyhiCbZp
2hfKdNvz1Kfkkye9Tr4yqBr2g+VO/HnfW57XqoBBYXIExyaa6pFxXj1Gh2qG4hbQtkouqd9MRpCO
iSWIw2qbjUsukmQXm1l2g1+HsDnVKQBRZccpPmqnxr447BvfBsan6a5JtP3Tp/0XH8osqpob26JF
EsomjZd9YnLex8aer7Tu6FXOV74/2+tDk/to01WFWWXf057/qkuVdVe8mJr12HAn9c3qu/KrWBLG
kxWfqH2XwokDiTssoz6LuK5v8gRawedukBmyDzfpLkWVE/pXU9GWe3/qaQy6bkwWwoxStDj2U4MB
Zu7r4mVSrsIgZXvZb075NfDPJl+jW2deGMhWtbYg589mh7hdeLeJz//tjksDGi3SjuvBzQiAWBaO
8YAO0O6O9JHI3FEelDUUCdq8EavpLRgxY+pxSxnWQ0XnR1Alx/4LirgR4JwuM/OUNRmTwmlSxX3S
OAtgCdrH7NkUz9S96+hzjKqmq65cJc0vlSTsZ4sfDaEvFsIADH4Rztg6JwYNHzxALebgfU0Ymipf
kN2sZ68YxU86hYhaisjDiGauIjA4dy2gJPrq67LmueT0RL7e/Zo08lvWkUsRuKgamwCvPMjLMSqH
meM+Dg9qLqPvL4nZ22nQuP1vGt9aPfhWOneh42mje7TYnNwD3JuhIphHET+KOZ+MMToUvg2WZZXF
VvJ6M7h4r0xwoeu5C3TRxUZgpJx0djxrfXYi9q9A1V6DynxYqeJmju5PPekkzsUbWkLemqQ1sejW
6ZO2YMDteg90eGnVWHjhg8tjJzsvD1TqUWkuePbpJDYT6QR2nHOa5HST3MeNKgkm7L2129HUUDc2
0YXthWG124eJZVb6tgHh2d2aanGICRgXWKkz6Y/DjxE2NWNKT3fHOkEvXjSm8b10oZwhu9TxkUqx
GgLCvpobFKqLf44Qp2ZUDAawTn/Kijroi6Jr+fSHyd46GAq4aTStzrFFdK3uzCrHizOs9QKoRxHP
9IWOZkO0uFWXTkB4fdue+MVZs1sQMvbkh+ElwgluOMZTFpETdRkkZvdTWuQuuIJsyiYS3eCHEd3S
e8Z12k9dHjpa62UXsaKtV8RqtC+wl1deKRl71xaVxIoQDUUh1qgaUPXO8MtC3jUtrGiKy2ED58nu
TlM6iZMupULLLnwKcp9uaP+97RHT3OrC0sVldurmq51n6ifCYJnAJx0S8+gWrXiOrC5+IF3F0Xuz
M+Hip12eLVf4PYfqCFyXpMKOjX3Xmg16LkDcibkXJeSva4eS78sKX1gFOrYyGYCf9Rg4uys/k7XN
zuGedv03f229L6qaN7U8yEQOdpwOF5qYPUEszCp+1nmZ/DTrMf4eTVm/nDxDs/wbJK78ouu3geBH
ocKOPYH302+Bcid+Nj7hHIrBzsH2A0zA46ELnACm8xgQdVtzFEin3TrdWWZCfWlzc/2Vp93QnfvG
qeEK5CVhlHzUjXuMU5rmgcDqPZ/aPNfqqva3hii9Yp3ciFlCUUj4Vd6xmjrzhb6rHX1VhLS43xnn
LhEkNlCBAAXEKMK8yivvsUGmZHHqU/P04srFn3D7x74VCG1jm814Ha37tV3Lbp9bKa1xKrreDjNX
FTd9PjESZGKc/6j9BAWSsyRVUMw24Sqp9rZubUG3wzTq8ppvGXcVk9WqPs6RN39D9jJKfI8ztWi6
tu2zWsYN2uSABCIQzcfHkEVLD4SeB1fAiHV1Ha6MsL9PMwaMewxFabKHN5irK2rNMXDZlEBFVKkB
0Y4Ck5zkFjrpyUmm8lcje0TChg2k+dcCVAw9kC7JxFi7GJon6ioaAMv/oe5MluREtq39Kr+dOWW0
DgzOHURHdNkrG2mCSSkJnL7H4en/D12dU1KoSmk1vIMyk5VMGRngONv3Xmt9RU6aMv2C1L+K6XDd
kfopKkZqyEPWPlOTZ7uu5XQGRdb7e0UxtuEdxitjHAZebjmL+amFI06EkJVkez8B+X6UfYcawJJw
SOgE2725SZNGz74qZ05SgjMJttmBgRHzKZF+TFIt7XQ7RNvUjHsIG1m9ib2SfC9esxN1ej+kO3YZ
RjpzFjozKbV9m20IWpr0h2JmgV3PWAITHna/2ktJHOmZOCKETqqmzb92s7T0AT8SvLjpRNe+a4uC
BzsHMQGNLK48b1t2iQlsUIZmAq9VEeSqmpRVHnrgzgNNch1WRjiMeGgRV7tbPa+to5ZHPj9AF4W2
YmNvNg7nTCtIcoIZAXOI0N0kwE95L+N+TV7GZo5NjqaRFT4ytStv0JhAfYj7pktP/VARgZmj/pZB
1qX+DSYzQfh2JExtPRJ20m/5H+0KIi0mBoxPPigmZe9To9aeR4iO86oidpwUQ02FIcczk82PjjTo
WqIa0/soZlK9ondgHbRsXIKoo9wS5GLAUpEd3JrdMLXdGNgMUsgqC43C56WBM49n0KObZ4moag/h
oIZ+DeeWxmgrUtQxYy97BMP2JMSGXqNG7PeAgH5TMj3uN7No6OUNhiKGsnGk5ETS5FBPQRLmO0ub
B/ejMkT7rmZ3JLE27eUWv2FtMmbqrKvYJI11nXlqBiJae8YRFXGcMogA7I1+1tJJMavcuD14PEPw
KqrUM/aOnMtX2hJcqyrulqeqS4d8k5kkdwV5nnlBGzPPW+tZk/lBh/qZY1cpIxdqQaie2twtX8OW
dJLVwKjTXVuhG+5HVMkNJDOTY00NKCTZWKNnn4a6mpnfavTXQAxoIwWf28YiYEPo7RNVLa48QrfE
F05MtVp33gSuiHJr9I7YtRCeAI5jSucOxGlT8hBNNymjT7bMoryljWoaN1lFoQqpp2QvlSJGmrAc
lK50FN/6thqNiBwiv5p2IDWHmMQ0Ed/luTFkhE1naXwYyyw+664c4rMj/eaLSm1yNwby9rIjFV5G
ewPz/i5ls+53RR57yT4f6PfQiWP4uonncSxuYldH3VTyPUUAjEDYOy9jcsjkQTZnho70FYkgNb8m
UWrx+5Cq5zxAmAMJFooO0YNl50RYSWLfu5Vm0e9eN9oU6hvB2ZY0v8mjY2OIzOLsRZ9oSwAuVxxU
RHhsVUXeSlsL/QNAeKCV9CnV8Jbg7Rd5mIPH2V68IiQm4gy9cItEqc7Zzuj9bQlXOGjpvWy6wemP
uiYH3IZlRPp5qJhvG267o0FiAIwWnMr72TpOpKWu4nE2j/08i31aNtm6GLr4seKZpdCPovcwxpyt
3ZY+/Mcwax9/L1+5lKnzPsKSxy9OOAZCFnEh/cjyCQIBM5ZdiVl0lcEGgeXj+gyDBuuQtSTIGAWp
R6XPyO8N4Yn7i+zEJbkRe79tMFPmzxefzWhrhp1RQqp1zPamdxC2hR2chVWR+Xq2E7y4FJpyZuZJ
0IbeGG4aISYR5O5oWTssEQQ+kGAq2n1TFbqDPt5jFMBpHGHd2KaQVy2KcXgYZIPftSMkh8Q1x/na
kAnpxNS1Y0qxXyF7VkZIQK6qRR5REBICtbUJm2p2MeBeD7B65DGQYajjbJtQ5WQEZVP8LB17cXTX
CxlbGxCVk9o6Pkqs3Na6mLvPFiKoNQ3g4hnpLKmDjBC2upeoCDHM4KBYaTsX8AuC1K7iNMel5iYJ
eUcVM9cf4yQUJLp1zO5WeB+Sj7OazXIibU5qxQtNanzkre1o7jp2yvRzPheo2o3J0m/7IUQsw9A3
Ge7jqBnmwLARa7FDh+UHR3n4k9ty1D6gd0GTrkexDXy8sseSpmym0QC30tDY5UNdv08ECRhv6fQX
QdSPslQM2yaSMSSyApsbreaf1UYW4EmhcaLZpZCZV8T5ooSZXEY0Ir0m3w7+itHJFwV/hZrT9+lr
6i7FNILGsjHkjSZKDnfdFL31e/3VcnRsRuc4kr65yX/+vWKaKyY9RrVDu1Jd8zbTn/w46QKQgvND
ycQ/qFkOK1oRTbQa+tB6cgSwUgutL1FH8ZCuzDG33lDZXWp4uVg8G1wk00XBQxLJz79UZ1Z1r+Pp
35F7Fh0bH/YnR4o6OZCZOwOqk/HBQajzlnlhefR+vkcOzj+BqA3zrGdfGpKF22EvtJl+tVXfrWXT
Up2mdrOk4KNCwR7NyI1j9oNWZ/JY28MzP6a4ybxi3kfC1XeNZvi3TgpcdW5SiqXfb1p/9duRBsJm
K/Dh65cryEBDnTI2NXZssTcjqHMCNNO8vqrMrB/Wv/+sX0yZlHu2QB2HNYGVgVDk5zsQM5uOrT5i
19Y6+1PfwonHrDsB1RmI+zQnijXYribZjNV0VZQ6rfOschlqh/P297/Kr1/bZanjDkVsqbukWvz8
m3RJV422HqtdKMfuPuWMT19Kgi/w6jn5/PvP+vW94JnoJw0ddSde5cu9mS5mjygjnneWW3GCd1GV
Eg9uMUQsnSUfnPHwCyhq8tyoBt747F8knAj7/eWKo6fE6O9ebBCt8kLGVKz5nkiv+zFnUuCZA0Fo
sOnJGieWLn5jQf2ShbCkc9D6NnFqYZbQLx8zg5xaz6yMkPH1ZLeBW2kAsIymWCacGHY3k49Gfx3h
WQ0GDMLDkfOQDoXGpg5BwVIPW6MqhPlkwHGO1imvfxYJEwKQstSGmzDLOAVKu2vaI2KzTHvLc3J5
yQhkNphVEFWHMpw1cqF67VLFoqljzvQIoj9xvpmJ1cPb+I7tvjjVkTO+r70aLWY+sYXlLhwcJ/Xp
cjSLfZbXrbPqLTLmW7Jbr/pesz4oN0rOv19Tf/VLLoUGrkb+QxF+sX5RkedgPIqgL0vX2E2Z7KdH
vYQzvdY7ZbRHLHJ99/H3H/rL88ulYUWaBjWOMD1c7z9/KiInvbHJAwqqsq8PdIQqKjHbuacmC7cz
A/UrS4TDvpkYqgD1mBjMja4V7RlWv2UKZHfiw37cVwlAwBdAyAMFI5u6e7GZlED/8lZ0ERSB2K0X
MY5R3hDJnH7NLa2athYCdWQ1CUqdu54s0Ce/h2d0hPZdRjfTgDkgSKFi6B8ir+cUoxwkH+TmNvG1
nyNxYoVGg31KUYYY70vAOepdHcs629YUH2pbVW2jbx2PDvPGGXWKqHai23AVlnQ7MRXALoSWSxDT
9ayH0bDufQJMt64aoywI01EzI/6ZkxpPvYzUtG9bO5sfXQMp7mqs4aevbEIljL2f+oRma9iLNstw
6sUnwv5LV4acTSNouAAkaIfwtixA8W7Jyso/QIQGqGeANDtmxoQiEsNMCNo6xUOC2ZlUCSoqq71B
Tts4DC95YQXMI/IYC93UAyan1mq3vaUN4WPLyDQQdD2ztTPl5auydJADKEFAiDhxVb/zGxNzQF1r
/deqzN1VNYNdeOXZ5Byd+1afv9AkN+t1F0vj3aRkEq55x1jNc5U60SGiKM2J0naGe6usBLt9GJbh
wXJD9Rm0H0MAesY2sZpp37/zrMIfDyOzG2vDjLB9WbYE0DOo/WKQGqMB8oPUQgCdEPy+GplJzGlJ
XN+XAkXbgwXBw/2cph7SYC2uBanLfRimCS7bMYpWsjUSWsAslvNEtyddF+2oxMr18PltET1kNTKY
sN/Zbl4w3WoUTRta79SGCDB6/NWe1JtNkubpiPOihMOxkL4sNiuuOF4CL4G3zTFgXutGX8D+oQG3
cvPBpEsgqvAD2xDEF96FsZYEpXKdrZkggNhHED5NglcV7k9z7oajbTTy4A7a7G1RV3l4WhmWlHQu
ksrbZyTOQL2PvfaLSgamPrkRUZ3XOOq1FTKkBbqD6m881TzmMbx7ko9WGqeKcs9pzy0IIK8i4p6d
qT7S3ERY6EkQDavSiuWnLimSCtvnSA4XRMAcdGljlPSOh9md18w/uQ1x4djIOoepMDcMj6JbUyJE
5rTsZOlGs8akBcHqTNXaEm3+oCM7dVZGoeTJG1IbKTfgpy9zYtJhxSXgwZssw+kGJB4jthL1pndD
cxIdQjSD5i7d5iNnKuEv531mYIBPPtnp7Jg73k0UkO5suaBEbMixk52Dy9XIxCN2ZjD8tVmQ47ca
Y4LPt0ljySOEOFJHiw7o917LC0jSyXQoGOJ+ZqJfH0TqyYVQkRIAXFlkVhwKiztIiESG8g3Pgldt
NE4H8zqxSwhzzGmsszQdn71wKBBldk5bIZTAq0hFg8/9OGh1/ESTq2+uoq5S97qRueFqyCvjjLAO
+PHUuXVxph1EZp87u254P5pz7J+SoU2cDboCFqnXzOb7wtDpUwCMQ7dNm4LLXSAew99jRLraNNQG
aitSpRgdkBYGT7wO01sty+JpPykaBsiJErNDasP5ETsFmvFVBhWZq+HMEp2HH7EL+YuYAnBoey4q
OY1bkgelRX9PK+5QUNcvNq0HF2iy49zLQQFLs4DMnubFybzSzVxaGzdlck8WaDo+jwxjy6MHa2VT
IMt+yftyLkAhacW84DEjdRgSL3uhU6ArcnxnyHEz3fCcFAORkKvjx1CMTA5aY2WS72EU8n2WYj4g
iaGW7zGUYWcI/WisA2Qv1VOUoM4iOMtV7HzMcgpWRcba5sd7j6OUMqITHybPZUPUC5lTjsq2M7qL
3ZyovN66eVrjdjJ9PVz4kaBVeEMm011n542/DTNh3xZVRAsb2nF534bCgb2kw7k96TO61fXSRO9W
OcEgkq6oab9WaYr/bchntzoYdje/jCJuXxyrZaVKEpXEc4Y4mmE/gpFkQ2MUh5hJNuwqHkbGp+VU
TRFUc8vcTSENJua+vgM9NoXR7FYusshYd+pXETsMNlUJOHyDgNm9A8TN9lPEHZnkOZPSdU9MDNuP
5yM365bs4H5K5seZdCXyoeG6PJAoUyRrMeDMPpDWtGiLfbwj69kBQa1iZjg0BUwNBqFuk68bm7qb
nWjyE1uvmFWxjysV3ztRm35uxtm4y/SyjveiIAWRDUvr81WkQsN5Nmhak1PekNRyxAuv4XETEa8j
xhrPBkidxbgHCwZGlhIbfaKPHmWGqp5hLJjDpvEKFMJsU8z6bHLhyFqYfHu+rQs92oGy0c01Me5S
7qeOdMwVolpD32mVlVPx01s1g2zAcjVayhO72O5isUtKw6vXcWuWX3AftcgRsorrHNdMpBE7ZMJD
GOZusZMcpwYvPE63HpfObEoolASo1a8eIzCdRpq5YDcn5bj7QVih/a5qPUuheu0H41aZsyceQ8HS
W+PD5KVGnA4dA38IYSM4jL83SRJG92aCsQI37qCChuqhZSPHNgMv00+4Ih0NJbfq5wgSQ6MTeY78
YsOl7T9YU6pB3kkjbXB3kl2CfzMaPjlkkZZtG1fh09OVqROL79dNCE5Pg3ca57bxaIyTnx9ohuLF
oQnavaaoZAp08HWo33l6bm/d3ieSDClIDDmOdydoxqp+7hyZ2tu4QEq0M9wY5f3kEUaEyjBd1PZ+
zmQii6L7lF35FQVuIrmIli2CsUVPj4iykDvo4f2TG+vhq2OA29yH3NJtnObVx5RyfEYSn5df3MhD
YtXwZObrKkL9gny8zPtNjc+zYHNKaTCMo3R1Zu28u9DEO928HjDZ9atxrNXJ9WzBGM6Yh3GvaU2X
QIhoXDAZhCpdA/OO7EciU0OGZpqq3V3Xl+Khg7QO6N5O2McyYbX8e93PHt15GlteP/58HsqUjMQc
YughM1075MHruWsQPNEWgsQ9VyF5fmvdQ3y+CyEvM6WVHrYrT5kIUKGJJsSjVt0032Gsqgh+axs7
2wxS2fmmSfPJDDThJwljRUYyqolqALeyMu0gUanbsM5bWqWz7j4YU+exDvyoejDyBR3cIjt7HKop
m6kYHXudm8uxO+Y5k9BmK+aQedIpVD/0I4rV7NcQLVkpPEFwudQJoeA0nGmS1x8JGRr7jaH0wbnR
mOaNa09OxvWMnImtZzYqtSkKQ8bnoiv6ZiWyOfzgDJHzpWY7gS4+Jk55Kibo4RiTaJtjRO1ScdIK
q1CbpKpVcvQkcYubNGezPpNRUFVLzGRSbXkfSHtrjoCyrnnoZw/V0kAAfsemdaUx/LwyqqlwTn1F
MX9nl5GG+SImUBFQBzdpsxxYGOLHHmQYS0fXszOTxjlTJc/Txk91GxUE5IoXLVKxzubEAHpVENLh
7eMIEjyOJDmD3qgJZtlOGhrLYuXSBAcgGXKO2BimMcNfHNN6vkkdocqVZxHNs6Wq7uY9BXrY9pu4
7PFgY8M3NonJWHmLWq0C6qcyCsVIxzjwUjHAd3YZUfsGry1A5JvWtLsrYn21/JjTJfo4671Jb62v
5WsouNdrnA59dy4NRIonIBeZuCF+RgxfWycchm2KmHo4FAleEi2RthNQUbXs+uiLVL+amLznW0ob
/70R28VexVL3VvwUG79JSwDJrWxjj8buYBb61uVoCE1U03Aa2U7SRWdpR35yn4kx1neC3Ws4jF4W
xe9A3eWLNa0ihVymiZ7fyJlp/lVOYme2Q6MfjS/GEFUzbOcJtC8SVGJY3CwOh4DRSBndwwAFNUmJ
bxk9rXTRTjsh8jBB4KVgO499bGCBQwhnUPXXaASQU2vjLRmZDY2DLAHD3LWIiV0yx8a1NTIROEeQ
AMJnMFnlHdozfMdzzNyV8lLmLzp0Dr99ox/iXLaahG6Rx0zfa0lBIs1i+fsf0msizSS4Hv1kAIQT
txgQDnUq29a8ctJods+VoD46zQwj02s6NaERECiTuIeGoR6RWC4yPChHPRNxgnn84Yx/ExUelqjG
OA2VgexgyoBYrPSmpb2opa1zjUAwm3fC8tr6MJq02VZlFOvx3myr8OxLnAgrMbeUB5UyZXOVo9Z3
j6lN/+2YgBgPz1Df0SS0I9qE1WyPxPxJhr4mQjlLiwAzYk1l0jIO1hkvObULiajT+2hO9OSmbAoU
Saqd5lM1SF+cWEa2dW2CTV1JJ9HFOaInQk3eLRw01Bq8sHGXikf2S1QvvCSc8ZZaP1Zr9DcY/Rty
nYI3+hjmRetA0AbWl/wBkumY1Vx2/6asKxDMKJ3kYUSYROXBR14h3CE1JdLhEjG5J8pmXVMhDuR4
xJaGv+3biT6UfXbSlTdiXqn1ZnijRb30ln7sadAfNC3XFv6SaOiIb6llP6wVCL5mPZjxFPiAy/c5
rnVAXAWvwULF8bPCYfA06M58p2NIHYH9WNMb3a/LpsryC9Cyp1QzaFSa9kVTpaIW0okJnwieQomM
XDc6arLSn33faM+e6If3DpXEG83YX5tZHIbR2AABFJZP6MfPT0gRSQd5QtQHaOnKazIrPlT4DccV
w2pYqlK9lSF8eZUJOmFuQuyJR74IAWEXnn/gN10G2KMPkikdnlpLyjXFUnI/xl2/EzWnsrVfjC/E
4vRXHAnfsrn/1cdzg8lCY2ugQ3rxdXsgPnrUMA3R5Yi+qi81Ejla224eRztun7jS0desAyQfl7I9
a5b29ffL//Lzl1ER6x+1OReCvvDydPywyGjbTk2DtyvgcSxBcAiNp4wjywF9VrcldARxh1cOi1wQ
1T/Hr/qt8dCvzx/ueHKcCVBiZMmh9OffoKmLiYBejdqoN10yDBoEm0mDnDX3m2vArd2Do1JESSCW
dyhHi40HEfm5y6xrxP/qjcy2Xy4HCXoOPQGHOECmQ/7y9z9cDs8b8RtztYKY01N5dKDfhSd97Idx
TXZiPZ9qwqeK+7i2m885HLEbUlm6dvf7e/Ktq/zTk28uAUekHzCUBYGmX1wSol2KEk4wx5SRwGTa
qkPzSW+qcf7cOPU43CNhMd11QxPQWfx13VeT86PcZcQ9dVddAnv7KrNHU7tNC79sv45dlWEjlsKN
Trau6j4Qk58wa/M7MmSGCjtIGFYgSSI9RqJkx4IyQWumfpvWSGTWWmdk+mlWHiJc2OnluKtsXYT7
hDis/BHLhl2+oC33zGsv6SNFNzDsoz394YroDEHA1T5z+9Fep4Le3a4vfTvDhI5nETS4XegjlmOn
fGYIPxnbvjfzz5hPdUDQDZLDdUX02Dta8waHdHJXslOaq9B5o4P+S9idazBkJoLGsUjXcVzr4orr
CG8nNx1xpREIvVGoZHZh6c0bB8r9U4Io5OxkpTr2ZV4CSiuNG3LonSCtljl6P8Gb0qty//tVYPyy
DJiJMYvzyMx06Q2THffzYuzmqog0kux2fuuRFDXiUtOOXZEY2lM35SQLeOGAqxLtJQRZy5+Lbe9S
z183dHkR1BakjD4p2BbNARXcpAcoeYx6ZQ+06j7jzm6fPIz30R7ejIi3Y6HV710AEShElXJeqt7x
BCcut37W2iZLjipBNZwRsVvvolyfw71tYkdY9bVJhqwyC4QaJG2gfsnDiRNNRLN6m8mwQmbYp4ML
O34YiyM9O8e+G61EVbvMJpf2wetEVB84LHU6o50ytndY5UewaVrinVMSFME88og8m/XcZIiDa9VQ
n/Rh8b4yXMAaU2f39GeIAGl2ZULTbwUnM6SxM9AwXRtd56C/MMwuuZ04XrlHDu21pLM4zcmWF2vT
3wizKeh7F3VzbyeVThmIVGc6JDJJ/KcOkvFGhz5YBhZaDfEYcaOexqG0ProZpqVj3DEi3cYxiW/I
Zs0w3hUzoxdU1S1a3tgs53mXITWT12PXjLR12tl7Zw/2BCyviub7lgerWJfEkIhNQkUb7/JQoxfs
Ovko6UL0Pi7kBG8DwgaXrB7X8odrZ0h82Ht+Q5FCwmSz5S7M4QZ/4pTuWsfrPwKctiF8ENpyBOOF
kBYeW7vr1ZSAd2x7vkLcxwI1E0g7wih8YFV+mBvatiWQXt4MCSE5x1LPWeYO4iJCQXLsvB9UVaiJ
/EnAbSn3HikXbniFXPwcNf7SdTFajc+KRBYgd/Wm2ypt9WoFi7l9oZHA8Q0ZDKq4NjVjdRO1fi3u
DWCcR4RNBmpzT2Qx9aDsAwRQpbELDWjoQaEpwznhIuRLS2Lm5DWRCOELZnnS0/3UsxtCHcizyhsj
/GLHHR6qbBoRj43kPh7bTLntcdIaZE2aKManPG17d8X8Qu//YfVCRCKnNYccIapJ5DcXsgKy0is9
BgFKPhfxepHym7u5gQ9DhTEfGGQulJ7/knxu//ed8P9IjrgtkV63//7XZbW0fB6v7iUWjPsBG/bn
LYIjVN8PJp9n5Zr1QPLxK0lASFFRn3yKnWb89PuPMy9f1nweIdueD3ICCQMprj9/nqv5VUbMDA46
18Fs4zbqJo78XYOH8n2Sk01DLNYAbNwfypUvR9tYdb65cM9c770poo+pqxe0dSA+jfNCciR1OvHW
8N5luPFRza0pUcpzWg3FOcZSjVdV2s+//w6XE/jlK/ANTNNjYGh4+sWuSlchjHuA3rtIERyDQ8HY
uXipNsKdmRREJpFqOs3rc4+VIfj9R5vLTPTHFzvaHJAOggA33uukuV1MasuyRyPZh2JXSMLOkDKm
oPDascB1FupO718X5oAHKdVwktHzjJB9aGMyv6iudvqN2XlkDlPHkQ3V0hnC3Gf15p7WCH4IArzm
V/CvrDUx007DJcrRe20XYDh2ntM3SH6BJF5V0gUOJuiaDqvffzvrMkZ5wbgsafQIxCjkqCp/XhwR
KmryhKI6GCed0UkYwY3x+pzYOcyT7Mt2M8qTS08rD8xoSRtOKHOsDSYeq9/qnUyntV3qeESI2/AZ
DoomfyrazO7IE5Lo/jnUYyl2Ywuf0Mxc+UnLe/UYmbWMDoh8mPjIMl5ntFb0PY5Uw71x6ShekdHA
VSbRoqbdwwGa3bB9+vbV/xFX7OZ3iGvyDl//Aw37n/9LbDH0g0us1X/3pIVe9p1Kdv0xh0r2HYR9
6ouPbSwbUNj/+aP8Kxj2//64/8CwxR9slOwmQhdEH1mcvcYvbffvf6ET+IPiW4frAiwbHggP0nfy
mG2DK2NjRSyJaAfBG1tiSwhk/O9/2dYfFHAGshowCzjZ2b3+AXkMYMNPTyvNK+wKJLsiCkJQQIrX
xdGwBmZhakbSPPK2vceESBKyxEZuCG3LFPITyv0KSqDE69LXFTPRzsfGgIkSNKi4EmZFm1rHrdHV
Bdm5XuaQTwnS8Rvlt7CUuELzuvSq5iebymLbpAXFMbFgey3GjZ/n0RQMypL72QLqiiXTPk3+WNKh
XLToPNZkBJWgllv7Ds+L2I1G+tFyi+mQtzjnycPq0RpCsclFFW/Kzq43roYTIHfBFM8tHdARfMQq
HeB+alVarasKYf1cxidAHfOGCVzgEhjILBCQaQtF1Z+lvPZSrCGul31CEXnnFfmZuEk0kvITIUHo
iPgffqg/2eSbrrQ235Fo8b7NAEK2af1AhOJZ0z3YtNC9AqForSRTvu+swt0Ny6hxdiqSwnpMRXER
cr4JNWKbTdx2hf7F9MLj2HVsaNos1m6nzXvppJ9QKfjrNi4fEku3V7lfB5FNNkXGnHgFMRIzCjk+
YBsbKJmyM6gHkKF4CJoR7CSQDm371TJlvqvBqh5kLuMbr5tpeqO/nk6h000clYiboxt8+42ojX4f
YKtyvQBFA9Z1OzTOqhLXfVoD1xbqtqo/6B188DYrPmQDaGTiFoFwjlydemD+jgvlepyah4Io4nAm
WNKko7PCdLHU9wnyhkF7NRausmfow7owuqt4wj5gzwg21Gh+9GLxri/kZy/Tv8xh8QLYAFSol4rr
NmskS0IhOZo6g3Zar7rtgKR73YY1rEVECVc6d830o+alU5j1uqLBdJomXxf6eEpky8og821Vwo1e
M+ldqrzy9hv3WCZxz/GyrT4IpWNVCNVLPVvG2Sryck8skn09LStKWe0VIcn4sMuhP1M492dXRDam
2plw+lWLc+0+g+j6CX1cfQfQ56UancCUvUcpa+3LWn6qDECgjiofYkF0c6WKD23YPIR2Qpc+KR5a
ftukBuKp57dG29GRwLOzaxst3SZm/snt089T0pcb285idGEWiSPMUo8FHugdaUvWCrgOJPhYO8ZN
9UDvA4VNSeJUmKtANdjtSucdGtY7yKhFgKsn3dF2QTiU4tBrp1ReUxG3dCqJ6KWXawblNPSfUWeI
I+Ks7DZMwXYmU3ZrksnICCXaWFHx0BDkuJ78+KszGXcDxolVnfQfOIjmm4qhnlMJnI4xfVAbneyq
EnpBDgCZUGEOOLplnLMhK/wqkfGHWQBz1yJgpVnCZVYV0Sbr2Dasvd+N5SbUpugsZqfDUNRngUVc
ALIiUh0c7q3O9HeHsCBa9HLGuVJS3UizLZYgEpjgpJSuK6eNkKQ35jqJWFaj4TlrHWfXxrHqcQNK
Z97NEoip7nnv3DjP1rk0CmAuuh50cczEud6L1vyoR3R9q4znNM2IzZsznc6xXm/DtMGEsaBQ8wUi
vfB4Dbff5DYPazTUzq3LrmoBHzsIKgDmDdDu/YiL03skvWPvg3Hmg2FfWM1cabGlp7Q4FfEAuWO/
BmUQkkVAY2Ny1UPsmKT6t/Fn1CxXKk+/qiK03xv2eMsu0uFxQ68n5aIzGkt95dX8CYf5cDt27ucq
LW6Q+gGvyZMrs55s9Cq1DMyETWGmI7U1LAhJdrpEotmlufYm/OieM7BhE5a/LaWnkfoBobaanPrY
k0K3T62iugHBOe89FdYvJC1kUCWq4pwPRfMJVlWPjb4GQg4FChE3oPgO/vdYtkFnJV+MynvPWc9c
E4sSH9u+eeyxlJwjM7/KkroKSDy8/+cVzd/WKf9nqxnLEIuO8e+rmYeq+dhl0/fKpf0Rmfr9334v
XQzxBxYPxNK0jTh2CQ5C30sXw/jDNzAUMOkBFfqtofy9dOFvmCSjI9UBp1qGvkyHvpcu4g/LdDkX
QMjRfRonnvVPShfj50pco41N+3KJav25Am/i0Romu3cPVnNsneIViBihNOFjga5Pa8o1yTpHf7xZ
chF+uEpvnkP//MCLvllOzCMpOqY6zAjc6sEPzB7XkDfLJzlVn37/GRdNuj8/ZDlV/dCU1SODUDCg
UyTC3Y8zES64lIkCY/IXbQf1KfRinh3z1FgkQcuG/ahY2aF44xt+67b9eXb789MvjvSZgBUm7VQ7
6MlIQDaY7pCwSoKpDfR1bnWr26S5zhx8UxygKj8XbyV/Xyht//zki5Oq5WvSh0zYHjTPDrwy6JD7
OQMGl2g69TpbVe2ekFJtGoL4Qk58b1zuv1tEF2VvatdR7Xh1eZgYp9/019lN98zuXjyBfn1LIP7z
YfzPr3ZxVNSAYXTtjL4T7fumIpTK8Mdgam4iXzED8Yk2td+6f8t9+ov790uLZBp1vx6VOoyIzHG1
k1NBJleI5TOSt5lD1RrOAdswx5p3CK8ovJs3mkJ/dwMvBfeCyDZEEGN3sDMjGPTbbnQDpyF8sNUh
py8ufq6ofao9MrCF8cb9W1oxf/V9LyZKpCVrJXPL7pCaOukN/sbSVaANdkD7e2OrMAgJtqA180Zv
42+/5MWeA/p08urO8w7VS/UgvzATHtU6E6vwubkK8xXx82+sy5+PZf9dM5ezc5LEwKCkVn3wNeSF
1rucTE9r8r8tn3lJerHWaI93RmI96m9ucIa1fI+/up4Xu48zUlWNYVMeOppea/lkvBRXZXwVP8ja
28W3xcE8jnQTUzRFmwEJxhHr53VxNbR7dZLh6jVMTka8BZ8+nNNrB4/YU3LraB+Hs7bSVuyVkXVV
fyyvy/us38JE2taB41xpW441tNWuy7skOXRXXmU8w/1Zq2fS3lavSDIQ1SpGYRyfjmRt+SbJYe+7
++G+9a6MLYki5Fqt3aA90OTeOwftFE4HtVMbG+fsbgpIrdx2+g4DxqHYN8gt2tf4qrlu9zI/dvvm
2r8X/MSMAY56l99ru/6mvgUGXcg7O/yUPNPtDTwCfvfRqdwnRBts521Sf87uCPVA+zx8sm02jGvt
CLCUwV5QBG5y6vftWyOSv1sKF3uy8f+pO7PmtpFsW/8idGAeIk7cBwKcSQ3UrBeEbMuYh8Sc+PXn
g6u6j1u3VLp93m5EPdguWyRBIHPn3mt9a2T2litS31MBrpzOC0Yz2TkdYjl7SG9AcARaaARIqlcu
v07Ur4xSv4aSf3UzfFiSkS0LkSEjhILL40sAgaNhZbb0Vai/xkgZqyH02+YVNNMqZFkZuvqmSPSt
DK1V9+UT7nz28T+u0PbE4qkP4R6zMzmpK0alIJ9cBBPpoZ3DeYXyPWrzJ7AuxxBLPAzQ6EAQmQ8J
JbDMkJ5jrRG7UCLXxJwCdwrDE6gFlRRqOSrbPhq8vUjEJU2CJvJo9Ef6cBhdDUEb1BiRNAF7IhI7
Pb9WFDVDkoXAHhb+qRgheVtjsbJajuGNCwMqenIkpDZVPnBO2qNxizc0cQx/6OVLAgawnWKfnCDS
TiLzhjb/GdVWgAdabAxMBFiwAlmuUscpruKBNAaQexzT7yroY5HW4grQip3qZGIjU/yWamJdlZV+
zcje7+pvkfuqfSUY+KwM+RjnlSLpyU1YQ/sw2aXi2fOiby5pS1PS3zg1V3Bed3Z9ke7ZneWq4Rtn
Hf5iE/tkTV+qzd8roD6OUNhlZbjXQvGNfmlQulCbDEoA3OAYoY4Vt2LXGF+t6Z/smfaHPrUJWCax
1SLcCzhD7JShvaq5yZddE9bNJYbU1CZMwSXLe7RznK8SaT8rYD+Ggc80woqJOJ+9vXRcYJmWtbvK
c5rEtRt4aX00Yb5YxP1evthUPvukH3Yv0yiG1gDzcSj3tecd8rZ5ULp4t3ypaRUxBj8PDWnwGju1
rR/n6ODt//6VP6mAPhrEURH0WEHt9DC4Hh4MPVCT4dh6CpWAPNb8fimD/v6lPr2qH7Yw2NRAnvNE
31dShT2tgjm4N1N7Qd8+uHZJZQQioUPMzqH0i5dcFsS/WCh/RSP8VrNPwKRLw/C0/RB2RwWhfDhe
XE8GBaQIMjOOCashw+XrkNLW4q1k0vlqkUa+9cmLf1ilzVbaRg78bD8NR6TGO8AoG5fNIa06Apcm
L8TtTZcyZ4nKsu5UxhiUcu8aAI4mmqtyngA/jvtchC+1UZ0MOpBxtjWg2gojRQ2x0+2N224y4yDa
TVUdJeZcbYvdXeHb0zbkSvtxP6ykvpMcSQg+8GHzIIyHa9/ucIpgNvLF1PsAwJaNG6GsWI0XYz6O
9Tczv6kpEuPtMGwbrCXuLlJ3k7Obm50zodFeV3RwiZLc2hR0+DVleJTZs6FfjcUxNJ8t89Lr9970
VJs/O/OxKO+0YZsZ28H5OXQ7p90P7R5HPzPuItupxVabljfdwnebtgjOcanHWLGsvRXvFHqxerFK
i1VNKh3cLv00AEZm308n3yGhAKjKddb096newF1K+VggAKLs6NVij0RxZwOGiXQiC5Jhk/XefoiC
eBBXk8wwfxp3dtNte7lX1fnKdJ8M+2EAapZIucsj9lAe9642j2luASRItrE7/WBugwlL3mGMonNr
uD+VUrvI1n0wuyutavYoXe89ozyXRvG9w3IB/u5Cv2dpAu1la68B3wcRIPc4znzNU9aabL+PwAc9
qpyibYI6LRHTAtlwk/gWp99WLkrg1Hwo8nQ74/tAD4D1qi2hbrvqSY2z+1Q4e8A9Vv6OGxDsKepV
QcPyZxLtAEnnHjk90JcaYzzHaH9TC+xaZc3rvITbMdo7EXGomzx/4faSqHcYDX0fKfW60OcbidDS
pcGELLpfMQqwbFh4+dEF163Fza7sprXojcATyZqkwzliuyGne2iru3wqr1NssalmUp6oezya48rZ
hpNYLs01Z8r7LnsyMkn3lGFl4NB+ZVJwyYrxe10ytS7VjTfXe8fs9wQDne1cXcuUAFPTma5k4r6b
OqzQ+iyQe9MOxWqXNaMPbfU8yJ2uJocxMi/ZZJ57ad8xhP/m0kmbSe4hrmIX5/kGLtmpW2W2vBGZ
Qt1o3Q4qOF0XR9ps70e131r0K4xCY4ZY7Rk1+qHj7uz4ppC4LC3rCEztmPYASvUXBRUrOOnbOMI+
Trkdpvi6GAS+mV6LNIKOADJ/Q31mZV1ljuOXyY1mJ1/tk58tNB8KMU16Df2/vt8LuZ/bifjSAdJP
s05iN2CMvp1/wheE30VJZc8HICx/v7p+UAj96yhkfzg+O2E+mw6GzD0cJDBGIb4xHnAA3lWqXkFw
5H6mm9wu3Msr+GIrErpDMB8RBZ9q3wnJrcWUxUHMV+eQFmuylbo+cEoGBoXwK6RdPRUk1KvCAKDn
wvVzspVZQmh6UVWqnR9wg9deCBpEM9kjMdi5yjasCn+gRAPBt+51CYHiNhpu6vKSOT2qZeE798U4
+39/CfRPjmUflQhzPMx4BqJsbxDyrZfHMD/k+n2pvrDDrOBZrdypX7s0yZEB+ZO8aT0Y3tSsMDLA
09/2014t0edjBrNrNr8kQIR7onK7KmAB3sbZVxgM77M3+rGWIlwNaFfW7Atp7GM2YaJdAzUatzh4
O/OielfNnPlOUgO5v210DSxasc/K7qTDTCxG5mBYQ/r6JtHPQ3wcucn0Y05Ysqi5zHHj4/3riRJq
8mej43b7xizSFzlBw7gjsckEE4IfZDZ+lJUBuijQrZXfDgt3RV1VImIeuW4XLjy5EMuKIar7Ao2+
N/uFAXrR+J4XP5cjAFJIHwTwup0yIFXOSlsi0MwCqxbIMtapuntTxlctGv1RP9WW5esKvjhDBjog
dL25zYiyiqHKXZukNNjQ6LSWu1AhuqRMTsS21t2m0t2N6zGfSIUvRs+XCJbA3vrYHldL8FBU2KDP
SEpVcdojoWKaNn1zWHT7ufnitvqV1/4XdcuvP/+tblGcMiJ8TOPcfHJTbVuVs7oFdXsju2obMTts
M6zud336GI0VDsYXEd9axeBHI0dpu1/PvevnXXtv9hE0pmMaBcCk/Sb9dcg6jI68s8QEECf2o6Y5
G2G27rNlRtUzHwq3adZck893SpMqYOlbFba+Lyywne4AeU0G0KD8lm4nU0wf1OJaDPPOFCS42xZT
luKAoXuX6SIgiY1dvlzPBCqkSQRqKAps01nplCN///h9YA39awWyPtbNYcNMgtHc3spfwlYnLck+
s3kficsm3KXbMeW6Eol3q/fmj1pJ7nt1C6/qrPPFZVFOnDAEWFvcas3e5DZHVHs928RZNNkDCMQn
vWhJAunWPZRmYpJ928t8q1wO0UPEmeTFbpvTGE1HV6l2hm6u1PwNQ5FPUBg7YRZMDK/dVF3H3I2y
VK5h+l7Xo72P6pGYucYXfb/T5KtZ0e0DwjFM1Zpp47l2esLHQdV1IUgyBUlKuBWqzRDVRv+MBe8R
Gv3aXk7M1V0IyG0AIsfvbCdZz2q2zSw3mHDDh8zY/v4ya58tHh/66yQnMDRg2HRIBMGrXkOd3t72
NDCRfh5ldz0p/DHwtDqyAtF6D0WIzAdbe651N0J626/bir+ksH/1ZHw4ROD5Cplla8reXfivgPyO
qrxuZaXRzkTJBfn1m5Hnp9wZ7ym/96SZdfsow5ZVaay/zIRFdwvwZLFg6kAtpXyS+cPcpTDNaCuM
xTcy2fa09Q+6t/LDnBrUJTWiqtKDgXxH93YgorvsC733Z4d5azkP/vacOzUcRSBo9l6gqwhl/GzQ
0SLcttN80wyG1D6WXfTILPJYTUfbUIK568UXD8+nL76UE7+9eDYLjVySgTENDWGp6YEoXYKuvLfC
7I+xANQlhyOcTtDcRKyl+bHha1VM66vX/6TDb30oW/ISCYveRM4+LZzrpg6PhrCCsM9uwpQef0W3
culdjdYNyWSPf38nf9LBsD5ULE2moHefyHvXONaWDItc92Y51y+dk5zSBMMYVvP/5bf7q2767QKr
xF/gt/CMfWqLB5u12QrzTW390GPvaLn3BcTDynICUOs3iiWPTjwfLc5Bf/9RPznZf8SxDKIkNDjX
rb090pIr7O3cX0nbCogwZDcIt7r4sve+PHt/8Ux+dOjoA9lZZGzSrJPXGiBvoiYeVD7jcmWVXtk2
P1uBC1EjKtPEVYwihn2A0jQ1vrqVPmlFfnRP4YhsOrJq3H3GbgkqJUglSIiMXjnXU3CNu07Deu/6
I6UHwtEvrvFnU4ePIZlwf7SGPDN33xK2kznPy7MrwsdWdyhw5qPGpYf/GUx1diOqL6/3Z1/thzXQ
SzRkbExw9xNZCT59wLZ8XIb/q5T+m2I5K1tDmUHJCbS0J7bTNW+n6HkMu1eoMjcR/ehFkxGFXw23
PnmqzA+rGGGHSW/1nK3rXH8LB5iMpnVMVJwJoaToV4/If45aaH113vlk4TA/LFwClXFTARPBSZh+
Q3QUFHZzWASbrFdQ4td6YpGt+JRwGP77Z+nT7/nDUtVaUWQpLne4xZNDJkegWzWUz+cwctHWtzej
pFlcPwtEu0r0v1urzA9rVRH31jQqnkLFPhyjGeE507KeJ3hZFt3SOaoMKzV23S8+4ydX1fjY3bV0
qNqZqewjWn/LglHxnJJGwO4tj3qjrkKTvONWIz8t/OM1/yPh6n1V8N9/Lf/mfzSq//Vvv/tUCfJv
/6j9P79+SPReLSrRf/sNuBTwOrf9eyMv722fd/8UZi5/8//1f/6pO72XNbrT71XP2sJPi5Kq/F2n
QSYlilGu4ecqjz81q3cxKafdW4lm9V+/JJT4rfzxlz/vf0SrANQWdptjIu9QKdX+KVpFzop7DDG7
o8HDWvB5/xStGv9AGI2OdJF//1+iVWoe1XNxBQPCs1jD/3ltbv5Y4rmsfBlc1T9//7sfQEco8vtW
QDGI8tXk5+noaTmTffRP2jp0jKhM5gdyq59MqR+auLwlM5FIA3VUfTxbR82NNvygo56FzrrNq3dT
yrvQrR57wzpri+gsbWn2Kedkji/IqzYRIE3yIrZWDrqhQte1BFVsgFXsUMaSqg2CGvRlRNdP3hH9
ceuN5SND7b0j5KsLW7d0w3uZAIYobEKHvNkITA9RqFdV70MWMd1J63xldd69kWp3hSLWia3sBqJv
OaA2WAgq+ycL+nXfGadJd/YYL+4JK71HWXwdFswI3GQHt3PXu8qumYqXglNwWXEemIwKCqweJn6R
we/Q4abUPUqrbmRUZJYNnbvEESuV4ew4IAobKvlalXSR4il7UahmV01a1JAbkm80Q+5Mh7/caNbg
W2ym48ABNDKqR3dE31b37vWyxbaWFq8yvbsoLR1SrQWe6jy2Gj6x2BOkcsZE0Jrhzqv5UW2zkJrN
8S7KaJArwGo9Gf7UR0bBGlcFykqIl4lrO9FFpCnYCyLiVI7IFu8ZTgXNa+JBRKcM2yEtbnWnI8oE
CgaREI/8W1rdrrOTtsOPrZD+uQgZrY4/dk3nCglsAUOPA5ObCuEXrnhPc966B3nSH9D2rRxCX1ZT
RBpgDhifPpp4TKP5aTQIplaVa7qCxzzlkFrO4qKM6ndg+UvTxQQajENmVbYNxh77XvX6K4Vxwyjf
aereJFECpSjT/LYt3yMhEBi7m9SzoG+6xTseLtKVXBNklpN0DH5I/NGhmvt1m0I5T+WTlxonmU6v
gADxzDhXOZYU8nGVn33cErE53+F6WhgCLbHCRGSvLentANKEq1rkFD4hSupUXDBC7LRBfQJp/khS
9N5yqsdc7W5xzJ2lXl4IzsK2VhWPxCDcEeoTBYRZ3iU5MclRZQRkIYETFllK57Yjkjmm2zro1vPg
NvlKD0MSoXid2Dx5Oh3IsC3rQKTNe6bxDTf6UYmz28EL13TTfceIdwgyDk3V/SjSaQcre+2mxRmo
Fl9B6N5OJvkN7tCsHbIcFXewVimN88ERW1tomGTgGxH5eG1wKPN5xl4Ah2x5eyDs5E9dI6hDV3Yq
um+1JjW7TV/CWn0dEa67tGn6Mb9FTg6LnMCDldJ792KESTQgKUiiTedZe7wav97eSNVcqsrPjPRZ
J3f2NbgxpM3ayfTib1K17jVDO8oBzO88mgfCXwhdqi9tNt2pQtnB49pJlzsDjxyJN/VF1afXcsl/
MdXkeoTZrur6EUfeK+EAe5Bjr2NZvE+1fhwtzn6/LfV/sUR+EHL9uUJasAvxqEBh+AgeRYGHxZxE
54fSJSk4FPVzqiGCd0lqLOro+zjRgHHsDerqE8iI57QYApr1my/exV+t01B2MZ1qDu1s50MphVQd
KQFOa94FKBwjCpUVHLydGBTgifWLrRQkrRSvUNuO6FoPVYNyO0p+dmXxx4juPyoBPt3f/7+tArQl
oP7zCmDXl9FbI3/f53/9iz/2eF3/h0sRgYx54fT+4TH5c4+3/6FpBn+OAU7nF8uA+p97vLvs/roF
CpO/YCP8+Je6EzcLOHAN8KqmmXAqXe0/2eM1hFn/vsmruqFy29gkeC2v5Lq8i98bCDRF2h7Gm6Ab
qLyGjO5EfhdjJ9iRFGTRESNPTxJmx5RyClQ9vBqsWN05xUxrEPvUxqlgkWUl0hgohQ+hLokTQFiJ
fXgZcI0jFWfJjjGl87juNQRKtaF3u9qy3wxy+G7g79cHeyZ1qatgBli5/UKY64/BIWs7fGuI4V1X
tdsfSdaeb6hgSKch4MDHZRsf9YRgwhrEYrKK3Mk7QMCIboAPMibsLH07p+G+qyeiNzQLlZT3mkqi
BUnbOiXjdFIIkIZ92ClUxozJwl5TNgNMnPNkk6KoKqIRAPhmhPBu6GxytsAtuT/ZZbLB30HdTN37
KK4Ejb0WnVWhuo/T4IY7w0pNLTBaYsxWjZ0YemAnvXpfkz5KrVAp97VrJGyroAqQ6EfDUwYAn8Ci
kDCZxCPF1sV3y8dxIpZdsNLzvnY85b7nbyyXs+7G9WTFxrpXO0slxoqVZUWecHhMlFgLhB2S46bh
fyPEChW6lAlRt1FrmQudsqyevXjYYitS1uTr1a9zNgFi0iTwryQ1lRbFk5PdmeBJQwQnUPZIDyz0
g1TJLVgrfFByRcJEORkMxFbhAJjed3DyrMl4dHGj2HTnnSZC/N9rM/bN2tVIsO8d/WmQU78nbq/Y
C8wtO+JGvxvSeK/y+dwls73OK1P+hNBvrQi1ojSp0lScx5mzd32rRdQ+XRFMACR8oHWDHxOMA2C7
R53vxL18lsQHHkmzct6UXj1qRITNNZHYUdIazFqx8rA53kmglHuSGr6TprIlyvZlcua97oTfqixi
9DxvwW7uMHFeGs/hAxDQsSb+zb7pwSC/t7HNVKSamwMRF4UP3coMpo4hvJtrmAmyem2L4ahDF9yi
IfJuzIIkYxGxcZJZT4WWOP0pAg23pecpgtJqvhk2c/jSUN8mTzGXSOSGjCdcZMkmGSBmAHPwrmzc
U7RfmX89Sgq2iNljpmyY8tMZhbi4VjNx24pluxlr916KtridYEL55WC5K20YlR0JwcPVwjgGSqgb
64gk6EUpII9E5DgUZFvPafT9NKJOSZFsrXMytB8asaQlWl1y6muA9+BokNC0Ob7IMHefwZYYZyzr
6AUILhwY9tUPadm8QG7rMJFgNMUBHoUwpwG5EXGjQIjtwFeCnxoBHtCs17YUXoyJTZjCpKE8DHMj
rtQyoubXQxFkuHr8qtOB/RhWcnLE8F0Cuu4IAuR9kW0Xo08DJGW16uD6lQliTOO57pKGoGXsIX5S
aRzt88o+Gx1QuLmtp5PVKuqOvPLylMWe/QKr5o7y2eGkkd4lMSndRLMwpHQ93/BKl/VjAGqdw95y
YEZDb7evq9Ij6YpPnXXUl5nu1915hgEXGJNjH91+FGfURjzDd1VTeOvUhDjfhOTYmtlPRoj6SlfG
MsgGXSUpLAIoLNRTr45MA3RzosPtOJcEP+JqWaYPNWs/96AZrQm4d86ia3/BThmWKQwhsvU41n46
MMeu9DP8x61wS5KJKlYImzluaZzDjuetHb/rpmf4HJAIzcaiVvTRHPrkZAWlAwGtvgU0wDi1bZg1
edk6SgrHn2jFnEIIvobU3oULPIGPcxjAMSzsmigY4rx+aMqIY0NrX4q6SG69cgYrpmX5oQ7deTPZ
RvXDmpjr5XU2kmeUpDvwvvW9pTLNBsaWZORFxQ0wkL54lCYO/mbQVpllHXAArLF3vUhNZalwnWOX
K6avVsRA6uC49hOQoBVH1eQ+LiZONGWpdnthFQewByurTF0gbmqNz6gkxBYWHxPDwXmY4MatIK1C
oUOhRCgZohOItjHXvzzrRJ372NBhUECn8g35A+zguFX7GmdxLyaiFuanYeh1dgcrCkYp+ifi3IPB
qKifh7EduYm94QbWzJsVMaqDOl6vIbmgUySvrxnG6RATUk9mCthCry6WzLArKTXUtpFyg3BE3oQi
yfxaK6+L2b2DOn2EOM0bU4lva5MbJaxfRmNCm9HFcm1jUX62IuZbZlLwIVl90EvUvu4U0UrvuXmM
thuubYWJfSwFbj8Al1zsKyDyxlaOxnwmJWt6HCLBZI10UXdMM0RCROUWPamSsV73B1C0azgtqwxs
sdvamKs5c6xilMPbENboKsbFuarZgqOU3GEHOR9n2+ehXVBeXX2HAsY9lBL8R6yxb0bNFO7HJiHD
tC9C1vAGPGha3pZE1WJ/6Q6RUW6Lqs13Q92qBzCF5n2nXQ16Ogb9PNiBlRNaHptM4SoOdCdOHrNL
Q1aqoeMsQqyL0SkWfBHuraZTnuI2I8LPYJrkCNW76TOJoyLpatAlrrnLl3hMhmHeRoU5y/CUc8LW
HsdQ+EqD2cwi5Zx/zVjMcAsm2/1ZRR1+3TfOg5EmW8Pu1sIE4FdocFSq+NqLih+N7jAyy9k34vB7
zrXAZta9EM/K300nyIxsNGSlJOEzzOTxErlsfGGqWr5dSBAhXjydOrXugAjb4jWumiFcMUwM1w6F
WLJOWW6CmcZEMaNLj8cacFvF3TRF/YZl/WkU3Qab5lYmynGu09OUPUcFG2b67HX5FYzkawGT0ZxI
XU5THrbYuNh47VrjaarkXZlat1H2zUPNhCh1E3nea9EogZadIYsHjrHPqv5Z79lchzYYuura7I2d
4CBDFtPInTC5a1ViYcuM7jKGk3oQJXYaDS4wPt49FronE8grwmn7Ioa428WjB8CwMW4qGhkluW7K
YKjrDubGOqm3BvGxlU1yUfIshbXpVa/Zki7wlk35tQoaM6/1O8Ubn0FjHCyzJwLEvG4qgREPVCSY
ApSrcD1aY27XLemxazLNcOmrqNYpW/HAyiQIh5BjPkHPVzk5onOt10GrLPTMofbzonx1M4DFceK+
KhnKlLbldnE7toehwn0reNamVaY6xYadrFoNhMsT1ovMLRW2vgNCvs0QjsyiZoQMaRQzTYjaXUl2
pg1BtVdQVIvJvCNx0PAzFS6SYyCOruHoYN/myEhC/GtMHu1a13N27CYjTgrg/BY0k7vCkk2HoCH8
q4nPhVTeY885N9gKGJGUgSGaHzL26DqIlTfFwJzjTUYWqBSGuTYICPGN5W05ArFI5fIzVD+qRZC4
VEy4S+QzI0K+x3QonrnRwFko9VOejVeAxb6XvXpXcIy5UtT8neqsPlQci5+J6LotVPARNrzqMSbf
VrkzC+3WHVpuJWTl11pLInKsXYDsbBsWg5Z8HC6isaExXiKLi4ydqkbVmxyiFDkekOYkfe8r09cL
snxlV57nnKqnQVvUI8Z8Vc24OIP11ldNXaOzBCHCs1KIC8/UjVvkP0YtXQOfV1aVUqj7QWZgqomj
yFeDbphB4xr2yQjbcdUzflkLFddB22bzKjeduw6U9+KmkfLBTWrnG71b/OPVmJ1CMmcXOiTZYLCd
+KbcDgEiRuuuEkBLx8lYQYKiAeU05crLAL9Vtn1N2K7EqRpRYkTxfqj0+lRVmX7FSYn06Cp7Qb15
scEuvoRNfHLY6bt68NbwwrI7aPHiWGhtvWFHbnwz4z1qANP9auzNN7D2wDpG9EdOqCv7ysXAsKJv
wnIYDfxhOopjxLlB0U32fbhHxZHW03DEcUt8m4O6Cldxf6jGurnDV9Rekz9pr1Qw9PeKxPBtO6Lo
VsRtqySFRt6e3VIc1caLNgkNawQ7irc2iAHu1wQJvLqE3W66SEcMxJq+pW1T+UORAlprkRegbqmC
jFScQ50n+Qp98puGl+iH5PnA9BqllzIXKto9ALSTgyCHHuhL7GbGRrFR+buWWx6Kqp8xqzl9s2+a
SHsgUm4OerMETaV4zXcdeNUma+URYjZtszLTvIemZx8ePMUGRN45B2PWQRe4hcQqi6beKQZiPnlX
j8zCycobmS9eTzFLkj5qKF+c1tz1NuYDUJihgk5KAyLSyaeR+LYgYuSP8AiH+3Xq1XIXZdNLPBd5
GQjPTQnsFVKcLWmH1w3xsusmdxCAslKuu1qZz1nf4lGba7GFtWC8wmHQN73djQctpRjwXZOVOBe6
6ntksq8UiN36YJNXRhLupi9bcWg9Tzl4A6divZ3JdsjUp3HQNTrJ/fg4U24/TjLS/HEGk8vqjjIX
GdjOicqecOAkv6iThbJGRgJHh+jbQCvLCXBz2J5zGaJ46VPtWng6OgtCiX8ORjfilc70c2PQDtTK
y+Q9kY0An7srHh2nqt60uAgJEhUKO3mo73SF0OO5FN+9sjUBuESMVUMZwpWM4nrrqJNxSqVFUnWr
mTdJYr0IT7EeKqawi3o1X3U8Z09SrznYWHZ5CiMM9cCQGnDqikXssbiHrjusmNnSbfWcgru1eOkK
7q+wmQLZpO3BzhEdYkh3fdmoLtMJnsgp82jQ1tltj4tto4pMC2ozuTGi9mc5dZR2RlGeKseazpzO
pxsB0H9NoObzYLXhdjCj+FQPKE9LfZxZjqLx6JDzc2ISnw7rIrMWx86ckpUi56tcAtdqYmr9VqlH
cJA+iP3JdwfdvCJQInx2+0rsBquz18mA9NGrFkb+6Dg7h4Oh7wBnXY0kENjoVg6KxmcJB7s7DAx9
CGjM7Fsj8uROOEMBNYBqNyjFbD3rwpO3lZbqFwo165sBCvdqUklvpAg0xmvBms5KFJs/lLLxbaMY
9pFRizVhosVtYX8ntjxK6hvRad8jrH6F2OviArffh91mdOU3yZ5+KOYeoXlVFzvPacXGcwQwMX1M
lZMnLOU21ytyEgHRPxomW60iovI7d+REI6FRoAsN0UnpIXuRZX1JCyOCRhSlx8lwsneSpCcfsJa1
dUl3v88tycKa6ijj1Ple7whsU3IQ8HGhec/l2HFuGXXxMg1JuZehkb42Zo9I1gs1lp2hIZBAcQBK
yF4LsspZwsBE/qPyUm4EKG5qy7KkoZVsetmrjFJIfWBqYMzxS2FgITBRjB272Ij0tY0xR9t2DXFK
vjmZymWiqOVcNzTRs2lGJEQXVt6/RARgwqpXp+pS2mV1www2ZYhA2egDzM9O0jBHZ22VQruGU6Xu
EwPiMhxzUeD+t2LtrE+18WQnaXE15TqQWE8zGUfkOcISvxzD8a6fynEOIKZDn66EfaUmWv6o1Jq5
B7U2X4q25WSqOXm9bwwXZcwUi/AeFzelyygq58acM+s9JPo0yCmJ2cTcKvXJ4CNGc7BS7L+mlWxR
IBOjIQSiYw6i+jcrd9D5TqGygd/IEVro4LIF6GipzYRH6hVHptRriOOpuoNa9w5QdOY+2dHOxkph
amZ53yJvvilCoT9UGWeLohQtk+iQlg1HqxXbnEf4Er0w249dElYTITlVa/ncbvXQfbPiaj/0HsF3
PWyFXCGuwaQRcIhxLZMOUpEvXafT3uoHqIIcmFLlWMbGfdMgvhIoh9tIbDqOI/hTiPQNnXpnUnv5
oiR3tG8bTu4oymGrkYzhztvGPNeFmvlJzg4Z6rd8ir1udc8mKRSJNNdpD06hJ3LebUofUw+3wbNg
bJI6KFa8kbBwG2y5y1TwKqJ0xcHl4JJDOWwtGQFQZsBYiGO1eD+sJGeLGRMiTdSYTjyESl+dHrPc
vq3lHOjFuCE3895Ui3UiwsFHrTvm71nLhjbgRLAT+2LNbXXPyRCk6uT+VB0Ds7rK4XZwrc4kLAoH
pTYAGrVj2z54fWYvtoONqzKYiOJ3Q5PyZCbZzpIEo4AsqHypy2GVmPkj3YuMtFleJw1NJnk4GKwp
AWPiesdSxRJYxEjnDes7uk1qOlhGQUn0JhW8CjSLo6fJnnBLRDhJyxB3pE7x7VRJcWEHXju1RKqb
0gh0RhepS02/Q6djGZv6hiLqulgWPCsnRjj0CAd2S81c2TZ1nmq5b0adIerVN3T31lBdifNG/zs1
zFcr8oCmGnBhxkE7si5WiW+BFkoxxshr2h/65FzPrnb2OMb3tfcA0xIHTkp8WcMRcMMN+laBlF4t
92OlaQiWLXlVRZKzibtMlyR3BbkViYEo4VbR5cYcCRHOIia2tjutc6Nag4C6Y2a4dmNUhq11nLzo
FbuBSHp/BmOUO979rCy9MZIeRgayS2oyCeyNUx9nvDBLxM5DWFsXoYC4aRrmhp1ybegGaVzTGyaR
M0hbWl36xFEAZImcXu2E0WwqN1PusLkXV2l4AvEPMyiBcZQ3FyrVq8ykSVzldrouQ/eFIJIxmOWy
pkeXoUSJ6CaegTGHoGiJKb9ywyAZrc4nqyrIhbItU8TbWaN5K48jDAGPwtyz6z/+N3fnkSQ3lm7p
rbwNoBpaTKHhMpRTTWBB5dBaj942enu9kv5AZlaR7MrMl7O2MlpakhHuDvjFvb88/zlZ3DgxlUc4
5vtTJjbQWiGgIUcSeT85oluLdE9J8CwHtlgJIp6NEreqsBtL7z4ZB0o1KjxuBuanA68gVHk43IeD
btX4MzR8iJbgzRfgFqJLvpqQAxnViUlCJqEeqDwS9s+L39R4E9QP7HWukFNjaaiBDYciJ7/V+wYV
dEN3irlaEA9DKr5B+m9CBsmh+PcAp53f5wNnDR3sYUL/mRqETaGM8SImQIT5Cdp7WqOCe9df59kk
0esAVq/WZ5R3AyXL6SrnX5oO9pe7ug1nsZLFx65fJ9dIGkxrO0Fmmpn3N7vul1urcho28Vixl9XG
Jg96LVD3Rt2F3V0LZ73E4BVQL5h0gLu7F2+U2MbqkLQt0nbq+657A9jCmSzrCmLDARDtG63aMPsK
B1eBIE+LCu9znELEbrr1BLx3RilCbyDpkNy5fdtIX8xUeiU4R0KO2TRP6E1IfZWYGS2I44uWA9+O
23FBPseIxYdyaM+ZRskVI/+xEpcrGUhUzvPbfulOIt1zuX+qWgtfudUGWq6EBL2Sv4XpNEhIU/SG
h9IkiDvH3S4WjsNdhJsgn1OhoaexOJ04HsVSs81yczfIeWVxcLXytOZVJKRmWHXb/YiaCIyvkSKh
14MPQW4Q+mihO6nUqQiC1IOJillc3Kg7oDd/a+fLBOWTYGzPkjxS6R/81Aom6qLNYBCC6uSMFKlF
A44m80xLBbmYY9a+xRTZxByIJtPWQHnE6J5SItJFnQHir468KQ+6djNHdDzk99r6Me9vtFtI9nap
aARlsLs1g37d4FRG4/fmu14UGBlGQod6Byptto76xyBQcxthOK2waeSTbxehlwBhFEdUF1A4S63l
pVdX6Pjvde7J+2hFIZsvU2KpfrXIT6oxrue278hD5LhGtPaLuhgHwCieKo/XghTPtxDXOqgNvQbi
F1dITOlYx/NL0/SXNhOiDnJDdnXFI0vQYanNoXcSo95Oaty5m4LGK4RpYSKShsox5m81H5F20D2A
Nmhl6wP5HQI6R1kaP1Qayu/Uy0bjrJTDizir99ActPVEOUstHpVi+IILovphEMmoyXjSMY12lu+W
fFjNa5wNC+osVuNsOYUPzC8dDYB496khm+8fZ/FmCNUF8SwQvQpnOVF0ZB4sPWrWjhLu+KzmVId1
0hqk621j2SR3i+/vhkFdT8asIVc80K+b3jUNICFNN/y+rk+y/LB1eFo5yCGIDJFis9DOkmZPWoyX
hAk9EySTmInXpnkDYzQV7vIlFwy7nwYIM1GGqETpMGcqQBw6bNX2rWgqr/dDOt/nUCtMlJw2DX59
q4GcdtyasyougBCG5gyQkmJu4yKX8NRQyKXMcocHr7Ieyw2UZzdrC+8lFBOouItKExpxSU3JmpFk
IkWyxZw+R98TaUG3XcBUdcxkbQyZCbyTh8RtaI119yhZxjuGNNKo79vMRdLNulZGHB9SI0eCmMxC
Q8npbLVlVKb1NUl8UJh0SyXzY83bbMCDIvQeeeyshqYszL4ZEtOBghZAqaLbQmV1Ya2nBEBsQiOt
0a5fB1vRhfcasWHODGlI8DB4grHCzLdKcExYE/LLJsHRPHiw27wxx+FyJ2gG118ZuGoof8nenpYM
wDrISEmeTnCrQD6nVmD6hQulhFuu5aGgLSFTIo/MiKvuII5UrKyJ6r4GF4H5iABqOPb0aotRQcdI
Sb2yHW5lCxeubCLwvg0qxd90ALvVzmepH2RPU+fJk6flKxgSidFzswu3eicBjIkQNfzVlBNXjWL6
mpmvxtY+GogQUXLgOInrOb2rN5NMEbnFPEAtgSoHAD+fXD5qi1aLykW2nKyBuaJrWublBOStDHMr
Dj0Mz4HVJ58Kk1ZeQq1AwhPexefNTKJqow1fl0TC4spuy2rQOgu7O64Z8spPgqEgyVLN9BBKoUoO
8FMcKLHF/lzvdGEtPEUWcuDOXVUCmKKdBECtPq2MvOjjHCH4JThbsYm3e2mCxpr1yySKRDc6gn57
hjIhW2X3FfIyE71WJMP2llv7iKdFVquRU8caWz1AOv1LM1KiGPUM2HKOwi+SHxncfxIjuqvWXUBm
X9MMphpuLbG7wSyjoWvKw71VsDfNMjIe0DFI2StGqEvDhzjZGp+ChQyLZJy4O9fjIkjPHL6HLqVU
Qx0rIbqSJRQyB3q7G5WwWMyXd3pB+NihF0+m1rXHuRCzzzpDlJHZJt0B3UMC+2lUqeCtsp9KqcBg
rKh5cAWmfqcnc9QuGoRIugmja1XmaJ91e3iXSbacZaMjbNbgKsvSO1UN2kFMKb6OadV63V38nC/p
W6EkpuuyLJAmMAeyAiG33gmpO5jNuzstoweZdMM1KUY9gWVD58ogKpCRN3NncxTOyqbSr6gn0QWs
Jdi9lT2vY/eyGvH7YhQFX+0260Ro2NjAGbixbkM+oq9ITkT9XJMAM/fRHYW70EUw0GS3epvME+Tz
WtSN1LMl3aDCzJC+vPeSt6a4wjrAVLQ11J8H5nHDRe7Ek9zerY9oGAlv67xa3qVitQUqAtbUPe9U
/8v2gyRUOqnOdkFH67om8pOAXg9FWW4ASs76eWmVmeInHYsM+pBqaTvYl63PeQPRgjVVniF3rUMZ
muAnzS0gCoQMJbH4Bvm9WkRqYYIakGf96Z7CVFAazU1HSMPNZBN0gRpPXo8+bnivrPVlWLo0NPOy
v8lCfy6RvflAE6ULl3vFuH23nEudNayVLJjSlKHjNNacrMvOYwWSJTZSuJqakknexqMPp3glAKgo
GVbJ7ZQ5jeok8+u4ZAA16851XHTXeR5fY60voD7PsWj9hmrKnBA2jM1Oc9h0B0s8rXfxdaB6kAiM
66OsAwfpXpvi9CTqtsj2OEIVTgv2uRf7MaiLog5lBFa+66v8LeTVfyZrMNApHa22P0NgnV+L1/UV
suAuLf7Pf//vPt//FXTr6+dX8Njh68e6fP2dQbj/Eaf1z8/+Fx5bhXBaBjuNcgOse//CY2v/MHVV
shBwhkJYMRie+x2rtTMFi5qM1oMqobOhg77r/0kirOgin7iLZZMao2v8C/76z/DYYL5+GMzZKYSp
00OJbdCpBf0l/jJKsMtbFzIiSDc9hteJ4m2p6ii56SRa8Hlbuo+YXZDV6/WHpfx3GEfp54mg7xdG
h0cH5QhcwJR/mTpGVEhuh0EZbg39584gAVXVWwpgQCiAAYtS6Qlz39rrNp2he6OAMNEJqfu5Y+Rb
29EHwS7J1Kv9QV10X07KD5BfegnTkVCUP2XIHRfZ6N7FJprb5mGuP0qlFqxlBc5Ge6TB81I3H9Ge
9fW2PKn15vWl/pKt09nSdy5uOBDypY50uo7DtpCW6e+NgaKaplov4iDCzY+eEpQh2cdEbQKxLy7W
Rrqopq907cZo6gBylQwEd817RvRuqmpESju4RZp+hjoYQNL9Ue+Wp0kndq+YV8GimJe5MF5SJgr2
j+yHLpog3IUfeI7yzrzOFv3baldvUOFMFJjQWUAToaBFmV+jvC4cMvLBQdZVj+HlE7nuJ0SRIJ2I
59bWiKgKmrBQPy0H+FLVwJibd1Yce42yfVhWcNk9MBRfXARf3ghhdCjKILjBwYAxUDoSD1W/CDOE
Znet9SUK+iBX0Y9k6NMo+kPDcFOllifJhHmaPpCarl6hj38xS/VN3OZfU2Tf9gxaTzBagmFkw1q/
TBO1fQufuiQgPTRrDqQQ8lxGVb2EVrvC+aQ9rvGYETnOVzlLXyayisQqPJWiWl4Yl5QMGMrSZ7I2
GpiyI+8jB2i8vbsXy5tiYO3qJkho+TPWjshW7CXS5GqpCixRfoQIOUhjK6LrSZxUFxcTtTcbxqqg
7En46ECIGS1ArXsnocahUIZBZ+aIeokDPX5i749qY0uDi3RnpIC5LAXFGfiOoEELp50EU/HSOwrJ
RTI5xa7cksCFlxQUeojqC+3U9hQEJ6H8MCMHWI40V3dmWsqq7wuNsGTKL4ashaNyf7T08qGUjROo
q+tdWa5N2z5b99gtEJ9vc/WWpIwkW/KNUrMvARNHl/XB4OgsiXrJ5c431OU83T9B4OnqZflAIdRl
QsMpIOVvJTaMNPhKUQIIGg9s2lOyxYe/sA3iv7ENsoS2FvmArCpQpv+MHp3yriurWe9vnWi9NLr1
komQ0RamTyjzrgNhAfMv3MCLBnolOw/kkU1XP8VTUKuVE2vLNVvbAE79U0r1UKzvfpPVttzI50aj
FFM1D3osvKi0AtICSbsNNhgFrdaCmh8AzmPXoha/aIFqTKCvaARQKRoMgKap8X5FppnipJMoagBd
L2jV9Zjmk9PoNSWD7gDLpat02cc4KU7VXT/VtFXEBB1gRD065CKaEall6npULT0dgcV8GHyGHwLl
jg2jT7iKQIJGtEzosMPVyeo3D1BWhCuIkcaaKEXqHO3cMzBO9QC1MfQnd2W6lgrT35AclMZylLuN
3kOP1vB8Li05qJpkcwZQk20HDdyIOnWNCGRLOXa6UmoL6/wzEmSQmzPRsRhwJ3/qUH5WZOGgG02g
DssRho6HbOckZ9AlahQcQiw8/PlD/4W98PvZRg1dQkuOhBKBq5+fOYD2UtfSpr+x3OdxyF3prgWE
/k6PymPL+Kg1a6EZ3x9hiIaBCOho1gSDMLoCsX/O/oAZ5j0s3B4iL2i4EBA1cM5vSud3qhrGuur0
c34x0V1d6vFtb1aRrCi3Nk4/7QdF5gQzzkMEjxrzakV6bV46NKr//Ev+gorena2sMHwFLS8Uujqe
+ydUtIqyo6Hn23BLMqN1FK45U6xbu5liM0KRf34xaV+xX62lQp8ZKQL0Xgzl11OEnAx9QjysShcF
qnDfsFHBZVIKlS3kOm6xMTMRoZ06eHcXtNXJfyGqnkivjLj6juH/w7Gvb3RaP94MU1/7FzZRktNE
Js/2OOSHgWcF+UhDmaf5NjOislENFUB8FbuvBdkDb5MOvT/BR6EGnaEC2WrCedAcaDr8kiMl5qNL
PeeSDcoFgmkEoGJ6NcapTtp3APEesup+bLGt8lRF6I2d5al+0GTrIdW6tyolP7i7IdaRb6UwPekD
X7Nax7flmF0UYXnTFcqpa3X/nt0/l2UbTFAVmOt4Vng24nL/Cu7sRdaXa59xESKj0qyeIaOfbKC8
VE6MtnfMeH0j8Rq7BVZ3L5VHlRcgQInFl4UX5MZPi5Icm6Kc/+Ih/2opgSUiwKWgQyHug3vfaBl+
WFZgBMg7ILV9A18e0rsOlCL+/uj+VhLwnzd+sbPf/PH0RTC+fv5CH7X58mNgv7/ne0wv6NI/4Mjm
PBM5E5Eo+wzP9wGM/VemSHBiKMwEqQzx88x+i+rh5NbAEqL0gFrab6nAb1G9RCqgyAYzmAThJgJN
f4tf+2dDQ54h7X7TQJ+SQUuN8Prn06Y3qm6tyoStK6W3cQfRfK3CIISaLBRvsvAXZu3bx/3rcH+/
HNg2SxNhGmdYaN+lP+zCTq2gVmKm0O1iVbfJaczBAyQ8f7iX63jYiONp0pgARKE0NpLPVAKaKmw6
RYpErKEI6CWl3wWeXX7fMWocplUsPKEoDAFYJq3qI9ptMuQAigaVUMZXDrRV6QLjrokIl7UmbMFt
etjWe3UoCll+STRkvJxloEdkTTK1eSBbyFtRc0HDa8DgagYScfqa3CkLr40FR92UPwI0g+AL7bLs
8Yet829yHfXnsenvy4M+HpuENIeHwl75cXmEOF6katuXxyraD1VXUo2YdU2iBi4ydQLOmkL4Mhm1
DRcMAhbAQnxZLeKB4ujAUESeJVCYQkkHwnoRkXHO9axyLQZab1lTms4ODesd+BM76C4rIE26xkQE
0xcTFc1pm6DbrXXpc888aOYzjK8fSCxW6AMzrbWHSg8X5j5Kmn+ZeRTTHtO7KsKJ+cvR34yNTzJm
BnbsjVEvMCJJ/i4DT8PMBkS6f75S+wTSDy7r20rhHA2oL6gfwbH6y9jQhoBeI+lWj93dTDonBR0+
8059TribgL5WKWtOWtsLgUTleJDgEdvGuzckpejIqSQfK2lZnocZfgFhZfNM/Qjdby6+EfLyTqS+
/CV75M+sEt9u2GLKek9g0cEkZv350RZ38qhcLgDwVJDWctNxOC3Wu7SjdwT0AapZaUptZRFpZacb
dFkbiWuRd9P5z1fuZz/w232YMk7eMthp1i9bbCi0Lc21++Bu5NSeJjDNVEn9X7Ke7h/zy0Hn83Ue
AWcY0d1fyA6AaLZmkWcw5d0ZJeo1kFHm0kkuzLi90w8KqRgeCwo8y7SV7R4f8j6THa1mfkMq4vov
gopfSIf2b62IBBR7BUNXGIv85Xa0Mq4MuYYkqVDXFmkUUCrMO8szbYkZ0c5kLh9FJdZkryqH5jWT
t8OKMMJxzLvqashDoEzmVvkZnw5l1VTF53ns2sn580ez79mf14wkRsNLazBYaYb8y55ehpZiZSz2
DJ7qQI2t9LxJ1WHQZ/HASPaw0Tb4dsG/5bD/51W76/SlG8buy3+dX5v+v8D6fX4dICz4lW1hv/o/
yRf+/+BRwNOwmkS1f+zHn79U+Ws+/q6W8b/c9LVex4G63eP+ReufvPvvH/db2U5Gx0vHGeOVfydL
+G3EUlb+8S2e1r+PSu6pym8OXtb+QZAvGhbSGfs52WPu3xw8v2Li0jIZjUT2wpT0v1W2w8T8tK0E
eVfQQFpxZ3f40ZlotNqpOWfKOYvSI7DNC+xhIUgL2EFt8ywf9n+qF/Oiewb8X37vGOF6kJ537aRr
/JheUD71qjPcViFauX7pZdc5SA+y07n9ITvlrwUVFbygDcqpiWAVOWbe3V183UHq0sldRg89/TBF
uTeFTBPx98WVg8bNn+KDDDX8ckQd02nD9shwgAMX/JGKfSSEgBVdiLjCLqI55IuBemiDPMjc1RP8
OtQPzfP9oLjA6i59kKJrcwZHGTV+45MAXO4X1BolX3GHEKWb805sl9por56NsL3IB+NKB+mynpnP
iFR3OxSXNJrCxgc7EBQ+nAbheDAP9WP8IFyK5/xgXepzGbYHeOS91EHTM2JgwxPOWkAPn9EVmwGQ
8pxc6ZaBL9WhMbjFDzTp7OUj5PMRhJJexscqfm9/ibzejf2X1LYcKdDd1JO9+KvusK5+E+rfbkP1
pJBPcNuAwfxQteuo9z3xIT4tB6BxAUU8p+ebjUHlJv7st9HmKUF3BKgYdKH+vjtCAuczxO8qh/wE
KMI3gjySgvmhCifeNT+Vj4m/BdYj0lh9BOX/I9qsTh6UB1gX8wAyCAdMvDs5qRPb2SE5ZAfTV75K
h/wh/yx/sj4MYc199G5njy/O3QEVbBvO5GmH/jT7DKlFqh/bKC4HTSj6pZuEqGY9omt7Wl06WL7o
4mzs1tWv2ZN4Kj9vbyAIo1hwhxpBRlTM6S6i23naRblY5z7Kn5tb5bXR8lX0B0eLDLfkQ9KH5DgF
cpgFNKg9BIy83M/O6llziyCGlnIEVmunz8aDEYFcZLUZmnHAqOQP1SF14a4KUld8q4bNgZn8tzDj
uIxpcbOmN3xK+fvqiqH6VB6VaAytjEjCMS/qk/TATgxiD2lqr+WciPzs83gsbtJD+pHzwyuzRxh0
g5Qx1oMaCH56zZ+zc3aSD8WJhtnRfMrOBiegO2VRcqgO6rH/C5F7hAP/4KhjZ3486nM9goSsW+m8
OrMHIebiD27jwj0cjjbYDu6hc79+BT7tG5zKImqizVU9uHCdwRVeYLizQbO9Jg+zUziiLbiDP3tI
xTm5/SZ1U3+0Z4cyqIevTkPaVREnzM9DBpwGO/uUeobHLnISt3WYPfYpmnomz1thlw9H9X4oA4BI
/BlspKXcMljC+lE7QonrMakT3IM0SL+ULfC0g0Zs8GX7WN6mcDjCQnijN8oIXLBem5A6jgMYfTo+
CY7hCG8YpuBnQxi/T3w9Ko5qBGDPrW/m+/sZFNjlnp5M9tJZv7IhI8ZHX7Yn7QmWGH86GOfSCO/R
dLifwL9cYr/31asWKPWDyatjGylsWzovAXp0bO9lPw/+5DDVys+/jnbhvL4v7E/ITXgzZ2G1Nbf3
mBxzFfvz14z3Mzjm7q+NHWQDnNUuXT7J6yPtMJ+ycAqAwp3NSxsOyFgAFoGb2AYk5Y28OPUr1V5D
i/0oHO9v2XFu47wyHBGlzuagRcLNfcaGn4C2O/IZuOlp85Ep9mAw9saj9VA4Gv/KL5s/+KZnAtyx
i8BiO8iBHIACcdFzdhEV9ioHapNIuK6H/brFef14v+pIM1O555JMsfiJxxGI2hCMT3APRW9xAWk5
sttdBid1aTd7nTs7qiMdc090FDv1c3+2mTxHlmPE1fSeYJf2aH+94xGAS3ho97nMs7oonIBfijJe
1YbiUxtmMOoa7+9ux/ZL33V8OhOgkYAHEtjGDF57cPy68ZMR0bm35UAIGz4kOTQ3wJR/EYZBfPRz
kPwvl/lLegqoJKfWZ4rn1tPPG66MkZIA/W63DUFXCzwTkEp+55JJuXeWcnSMU8KToPTL4sz8VHCf
4YP1R0/jrymr8Yaeir96pf25cipntGsbOGgwsZKG2wTFYQ3H48gxHPzJ348sY/ru4n4wAz2YfFyz
jf6aDxsaXrH3Or+Y7X3b7E6SX7ho3DkAib2Jd+sBmu+ReYgxVJ2PFDHmquAIix/GA2rjfGAf6uwx
0QHj7bf8LcFoth6jat7odVCQBsi22Kaz/4gd9Lrv5z6EBo1/Q10b5U/woUQtvO0WW0LmMlk0Owtf
dv/w1pOijM0yuN+/CJgMl7YIxiBxTbdwGZjxsoh3nWHQcwy7fcPwmS2zfXS+DFvrwqLhxCFrYOfq
+P7Fr1+zFz6fdQWl6sSe7iHP52+sp+SCS+aP7hBVHPg8lps9JTwUN9hovJZbWr/yWJzG5QB+RA7k
/gwSLrn1x5a9owabC5ewU7iCo0clzxlOcGwnKCgep8U2tXxERiREZtDECxDpIlZho7uiN7krB2d1
BJ7M/rt9zZgG4GHefRh/Qnp5OEbUBjkIyIlwGjl0EZ0lf9/KgHR5n+TWXKTiO5Toi5wku3BjN472
r7OHSoM/HtcQS8DTW9ktLBCvEOx964FDZfGqaHtnnufDynL03LXJsyeeCOKgOSVRfwAlwoLrgXDd
n7ThriEjfGxY07v7XVB4nfOMygnfAUyJXTlf6WfYFrebYBVAtn5bC+h5uGkYdb4t8sDN5/xH/ozj
UHzILjc2LLcTysch0EM9HPDKzDd6VigcsUFH4WEO+xBokL9fSyXK28/I3c08ADVcBrVq/EzHA2qC
TneECPUxriZ7Bidv3xLVCdsUwk8UxFgXkS2WYDxirwsGlpi4w2Fk0um97d32Lolgvl3dBCWfOuyB
L+PqsoC5WGwXaLmCnQe4zG8/wr8XdT7NDn6SBHMocIr3nYoibCAfJh/iLT8EYHa0oj5Mgv04DLwE
bQNbwQJPHsoPbkKoi4l2hDCJhk8qZtg67bYKAgaWVGZL718VjIxbsaJQY3EJGA8wgbqzeqxowJF6
NG/zo3rBpvGsS1c6l+6+3g03ozp5SPjr8ml27s48EQVnQozkd9wH0/b7ejgpr1n5/jUWwQxmnst8
kXj3bvgV3tNEIychxhYp3NWEo+BcEEaLgXnWPukcX/FxDUxcTOesbvMqBDVmreY9o1e/mTmOJWHA
guGZscEmWxqObq5s2YYv86SKiPjVIWwLY7dyG9/ie0IWjSEwPcsFNcbnFizy4LOwrnhQvtk28dsO
X3wJi7V7nv20ro60myFGZANOqqMQfwKX5it0px5qdvwIkF6ndSY7dsFHeZIPf/fM2755PW5lOiXE
FpO92MzaP1E5vOxL3R40brRgGbCe/B7kDSG5GWQvMSF2cy2DlkAlcRXsUxtsx00/MwX/uH5Zwj1Q
GIhsUsKVLsRycNTjAI6TwLpYFMuOZCVewTkGFX+g5pX58GW69aHyIa8+3A91UKwnFMSSK93dc3/u
v4DNsVffClAIcQiCYP6+FT4pVci9+MyLOpA/+2wwO3HngFkCO0U7C9S+DTiBqLvx0U8mgiK4Jc7J
SClSu3TAUbMskiuQn7ROsv/xGeT+LDjAQgPLYQaRuAWCGRex+vN4WU6gqXwUKZC5soKBQG0JG9Pu
+XjZQ4jHi8EBONalCSEv8VpC9twRo+aoXeIX7W4P/EV8Nm6tfls7Tz8RiHkJjRcbbhFSCS3QFYcs
wE5ZFkZ4PP1lwphEwzGO6hvry0ZRXflKuTCojvLDLNhmY6c3NZKJ4JQP6mcmTh7SgOXhtdkzMPRI
f59+gVj+qD8wyu8VPgipFHF773537o+CJ3hdWAa4SMLMPQ6VNlvz7oHgtXzPkkjxzo9j8qXSAWHt
gP6zPw1hTiRFec2mNeP09gOx6Sui4LU9rF5+Sk/3mrxm9JVg9huPMC+EalFtAYXbaWR90DTmzp3+
nfwci67GPuEvDMIEMzHf/ngRgvBRUtQAhbGTTdawjvY8zPr23Cw+kJbrq7ochQ+Ep2xAoT/FYe+C
439RGGeL0i7agsSvncrN3kvsh08M79nxp9md/cV7pauFUehsE7YO1DBI8xzDA9ls6+yu3gW86w38
a3X3MJSOtK1+ixrpGXMJOrwl1WtyLtJL0UXm0kehgp+uwmAPX5mxR+XbWWt7htboRf5URmnUeckF
jo3l6+oz0s7l9uiWgUMmSr2WKzAfaMscW1h49ruwLTqkofAo+7qPmBW3MRAnZ0DwPxdPxWW9B6pf
49z2sI4gCLMWs6ebkET0bHjsdsz63c88Jis5D7TWfInXNNgGfA4Pjr3rvA4O4+kON+/sh6bh6g1h
9x50p/4ebO+beztszu1rFuzx7L5cewoy2KTQXGTFRUPV8VbARun2dGCg1maODJ9HGO3wfwyQzEJn
GCSicxIBWCb4/8ySDfhFA/sPMS2R9B7VCcfMwamRjFYYOxcpBvybuX8PFp00NKg8Jlr80d24EeZW
MPJ7OIiqCqFu5pl++8KQsm9FRYDI3DcROiiPeSXu11muGl9ADa0D++iFuUhcQYv1699sPoJmGGUT
35t5U2CGqDPbONJgr78AQd/NsLevMikARpmw4ESVuf7aEzEKfsOFMm/GtxC42LyBGyaQ8pNIPKSX
LNpjbPr9qS/bZCCqy4AkgVjiNV9ItfEwe7ooEFX8UHj7d10QmdrXD4XQf4Xf+89/6A4hoZCWa91I
Z4JUIs0S7XcKS/h17zNxiofG0IoPYRSTBIAHYBBZzeQVJJ2cbxNL1RI+0aQhPtvDXOaBwuJhj7eW
iKFxKhwIaeMVJGpJRKb2do1v8Tk+dyfr2kWyN0Vw4VLhYAQeb0GNiaB6PmjUjPo3xcvq3cMhion3
ZkfHYgMb2ws1YXlgcNmfjgjZ8B8op91pnIejHu0WcfTN52lP27jD6e3ydrEfDJwQQ2u3za6u/Tl7
7r/sbkB62f0b5E7oJmqhZNe4gP7ROC72p4nDDWfXN1MFdQR/xN3O4+1UtnPiaiGIMngdcB0pJpjp
OCdzExAfxJm7XzFdcLpYQ8k1D9CPEvhSP3KbAaOd+fA2cEUcTbi7lI3EciZE5foOlRNn9ZmHJs9g
MIBwbXdKC+dtdjETvGaP0eLHxd+jG41CA1GzLb/Z3D022Mt3ssc4CoZsXwh8aSAEul+727evg8Is
QWGLmeKJ9LgRFe9cR9uhUh57neNu15SyJiz6YFOih2WGCkJWBSMFIrB4z3x1zEBsb970RnjcOGiK
t3jKISXVB2QdTCGOOVixl4rH4SDPSv2MWMkMFuKfzt/jSOjbiRD3GJtsge+gkNlrw9V6aM7i2+yx
RD9BJNTLzjPHezci8MvcHQfuDQ4KUiYglF0GN9mTdC3djlTruB7v/g1omTNGYHIx06tdPC7Mlh66
3YCEe2pLcs2ZBbVMCoiB8ebrHiKOxD97iKfACuEz9NgcCo+JU2cPDBcWjjkkp8aWNFiNPaSDNmSv
5BDUNcppT0oMziNjX1gp7NgJIpjL/WF2F2zSXnIoMTNgs4hn//y0grz5g9P6SyepzBstLxLTOMdf
pKt6gFaFMsQe793Ep+1Zz235PPmbuweyJqZxDy0lv3oQrlANPA/vtSh91h7qI1W1x+1TceLnX8Gm
+UqIj/fMA0oQfnKNqR/v0UP8AAf583RsjlKgHLavNfVNtF2czZOpcq5+GukEhsOJBJowhtQ4mgiJ
SeL8LlyvBbGG/tAdjRuNHcLSPsJpevmhZoukpxLYumOd3+McMf2ueMkxeJvnwTMcyQ/y++FQnvBC
BLQyviz2R4qcLaUJPewj69G8u/MnVATbqPURwD1a1yLCvmPFKZ9TeVOu8qU/GhGpt7cn+Flghd8e
wd9q4/yHMV+DMgaPRCfjjzs2p/S1+sQA+/BfT/WnvP+5QfPbu39r0CgALQyFngqa5aYF5OJ3CAaU
JN9w1TI4CxqiAIz/2aBRjH+AjDDoHEIks2OuQUb81qDZf6Vwg6YoibKm8IF/B1f9K4krrRlNhfFN
M0UD5Dea6j97PXAZWy1oRf14L79m6m0RO7RjehckuLMUlVd3zGAlOOYCg0KJo4o7+4d1+zcOV/r5
BBv/zx380h1N4iFXrI47QBLULhhI71HZqQEhzuc10rocMsHHdPxQ6oOzS79awue/v4H/Z8Ch/7Bt
LlHA/+Mdbr8m3Wv6EyP8/obvm1oT/wGfq2RAmcrICtuah/a968hvFBD/4OItFOSY5uU3v3cd9X+A
8TMNSwJWJJoAyv+5qek60ohkM0NprcLmq/89Ytef+/9QxCoMnCmaLAN7kiRmF37e1JqgKZlRQACn
J+bor8bOO5kVCvhc0zhtrVC4SgbTJlx42P/E2j7IUFD6IvgaW1FmNfph3f7NDld/hjl9vx15n6DY
gTU7EO6X22mqWSC6JNVqtnGEh2C04K8ehwXuz5EG1JLGr4LaTgw5DtP/Ze9MeuNG1nT9Vw56fVlg
BIcgF2eTyUyNlmzJlocN4bJlzvMQJH99P5RPoZRptbJ9Lhq4DVygVlUlhSIYwze8Q7GFrtRsmhoj
M9DxNHGcIf4Cksh+6zX1n26C+ScGQtZ9OC+QorJa2w8CQ7+tEdnGZwuluQT2PKq3sNJsZOwmv1YP
MrJxvFKjcTarPsE0CKUtf5O6LgTPPgr9AG66up8X6PtdmGro41mC6Kft2/YGUPIbBy9Xe9sqNT7m
Xo2+gjBtVN+lq+cfwGMwTSyzYrI2oz+7X+a29yHpwSU9cVU8kS3+xij8XEj63K5tOwwA/OZwIb0e
uqiBGE7QqGEnConiodzOE+xljSpqb4RvxuK7qMXZmI87q/tSFt6ZipFeg71gRvtK3YdU5tQ+WYmx
CGc0+QBFyYH/3+6TroPRlwSe6DaN7Z3b0NJP7AP+ul/+egtYmcRZABe8o22wihNVUdrx12djEiCJ
TUk3Q1fi9VHW33I8irt68gCxcQRmCIdrhABBEhctFp1qLukpo++E8sG7ocBQqviyIE+MvlJSbV8f
VK6X9MGobAVaE6bD9EwHlMvhqJHVdmnt9kSxZVPsarswr3UxQ/UdE3P66sjUeuTQYp/ji6h6Zxeg
6WEPmvG3uiqKayeZq+vcsiXta7OgNhXHxrWZyhR2usg+xDN+NwgnZmeTOzskuF5kn9pahzgFthYT
4DYDIYWclXS8owlwkSzOHGVtEOcjzERL0/PNRgxBoVRAiXSrfQv6fruMCCK75pCjT2Jx5sxabSvh
ocHSxVTbDYx/J3qhyFTU3fliGVlQaIf4Hsy943YQevpxW6wQ4ALdhTeiMvStRmn9zK3Nu36Zy1uo
0WUwOJBjX/9Ch81Z5ucABOWuBrdmryj2df7PsltnNGBrIdQapKPdnsu2vWgSD789af8AEUyivZyy
tPvl1mNEaQvYXxJcvmcebXeE66pwLBixblsEelHEngeN5odxWRWddQpj9csGZDSbUEkJD+sQXpHD
+VVZZqJS1DaBY6J50Tv9vjYTbEptmK+ILVHjmFHgrd6a5y4ah0Ey/Xh9fZ8u8YMTAKqUa4nZPsmd
H99NQ2i082BHDXoZfoT4UUG7CsXPi1whOxt2Djk42oS7oWzVZmgaf1tZDTeNo+pt3+coimZLd22i
cBFUCrKF1b+HLTPv7DT2t0bWo+ob2xhPZsj9WgVmsaUX07MtXaxrO6DdUY55QDG9s70U/oMWxtui
BBIZQ1La6dGP7rrUWAUVBsr3YQ0zA83WzYI4x85B/RAtv96rPrAnqY+31NQnG9ZUbiFPxd/2kMTN
cCmqmhRf8emmDMGHp+X7rSzivxeEvQoZ+38Q/kUQ8mwnrTY9/7LfuflaYL/zfiCc/gdWOf/Yfk2+
Vd1fGLDnGcXTr/gZeBlK/MF5dG1guj5xOySUvyIvQ8k/COVduUK3+FLeGuv/FXqJPwjTbDBftuta
sDz5qb8AX+IPSTwmOazgvVz4n7+TTxy+PkR8PDq2IMjjV7ncpusxfXbNzMZshHG/RHups/5hLpCS
EasEopsj8tb1yY+xTesHS1Rfny3aCzHWijH5+/T9a1xg7twBLje5e3S9LbNCGsDgjWflZIAVfXuX
dlMDXbwkwnp9rPUqOR6L+IMUDFooOdjRxcZSDuOI9gROMOgPewX6j9SMluD1Uda/+HgUvBMwOwJl
THZ4FOt0HXqUrmAU11PFru+QxFKhyM671CkvdTwV19yvwNfP2g564etjHz4WT6vp8pbbeAr4klTv
6Cs6Gq1sL2fsCdoOQrz2dYt2I1RbirFtInZtjcjl60O+8AFd0wUo6fgkFp5zNF3LQRWlMvNojxYx
LSacDVnedNk6jROfIPW+sLIu3C2P40AsiXfP4R71fSJIAnK6N12doFMw0YhYyuQidFR2ZSCzilLC
lbeM+Xneu/6JeT49REfflRPIgeONkoos/3B0tKkzxnYwbxgrhAZqtZyZ0DU3xRh7qJoKQii5qI0H
9WefpAt4k35EkRi4n7Vknwgu+SGMV06syUvLD6kN2hf7WpI5Hf5V+JfHiMRYFELt3IdsvFCL9AWN
jWRo9q9/6ZdWAE8QKGYOWdoKMj0cSzSpRv4toSQd+dVVhQbkn3Hl5V9K6E8fmtEcA9/V29pMy4sB
4Y8G1Lw1hClKcFOzX8Z+eZeJkE7b63+WPIxXnja9D9NbUApBSpIE9vDPcgqzXmNyrq7JAqKIcCkq
0+gAVUFS+ygUAyn33ufRLG6sEcGgTa1R4y/CcL7xK0tfaqmNj4M78VOIv1DDt13qwmVZg/ge5H4u
LRUGPcY+8LTs6yQy/iyyCUXrOFYroTHJz1NXO/chfBBxYmprnn50lxB+KbXybMgL2PeHU8tUFbuU
VulWxirbI4A6XCk/LVB1qMwJ2+kqNn9MYeVuvNmYJmQW+3Da+vOIgMNU1mrTEiLAMTUQRqthgX8s
is4FVBlFcbwT1nwKMP9ERzg8IzxeJiE5TCOkOo5Dx6kJnbmanHC3VMi/9O2arFdlCTbEaYsrKJ7i
rstjQXOhKIc3C8j4t6kc9LhJ59AA2tHgF6Jsq6euPck+2uis67e2zvkXvUShcTtJYzQ3nh3d19Wi
3yaNGb/DsICuolFN6iqJM+ctnl75XZI7hFblPkpMVI/DobfPmriTl6t/3V3ihh5ift1EKw4L+42G
1fIhI9X4kMJ9+Nbb/bAXA7oqr+/UX98fcNuILpBKevZ6Sx9+TWt0Riey7FV6Oxk/5PVsnpVe45x4
f14eBVccCwoYVmhHp7RG4CnEa5Y+BYTTQMv5sardU/X7X8MFpqKYy0qNWAtGh1MxqiZZGiS8dxBl
UEBLF/WplVDXo6jMg2REY2yoNfCQtpQnnrgXRsaAiGAAPhhvgLfeBs8ClbTr/TmRnb8bqRUBPZqB
kGrEdea2A4KoPuiojR8MTCpPfDz560273jFsbyIIh3Tl6JppcWk24tRCQroy0YyxJi98sMa2+yq7
NMPFo3WMAHUXNEexrwH+MJvLeTUVNUoCKUnlZvIUKKvMnL+nXXjd6KILcEqberTV8vZ9KNEAHWNl
obUY1cXGLcv4zsjK4puLm8StVfvp22nAAvT1Lfnrk/rz4oRMCNeFzXm4mqi3NjPE2FW+2x/RhvT8
+9pp8C3rueDVRB/SB+xvyfjMN/C9f33wl5eUA+dSvqbA6Bx9y2yxbcM2W3+3aqye9S3KU+Eq81sa
tcILvhlvc4Pkr54xDjbSihdWOKtuoGmhQBCiyVB6DxlCU5sJy4HAltSgYVNC/asQgPM7TWe0JXOt
zfoREQTEzYr2a57U4U0vrVMkxafvf3j3wSxHNoJ7mqSZovzhUkbTJMZ4VAoHHqnuFq4TbEv95Cou
egGER7dgoWFwXGCubge502AMUiAhGbZd9PD6ur74p1jcxIrAmg+0clien5GpzC0L50/OSIsKe20O
7ddxWFD0swYA/IswbjF8NqmWRcUGcT70zGd1Lay2vzvxh6w32vGarA0ShGlchFWPt5fP18x1F/OH
NO01JMuLZXHMVfgpuSZCQzMEfus2t6LruTPsc6vu/DORVnlQJ9I5sdle2OmIBnNTua5LvOQdXYux
JcPCILDb4QJifYBl6L2hVqqvOlE28LsidaYi8dXHxPXKQCT6BMj+hUsZBDAGOLznju0ep1dVE/Yq
bRh9QhTlTdjh+WgV9r9aMv8Tyfj/WlbW6+297Vy3Q/c8B1///58puAXhihoTujFEsJaD6NFfGbgl
//ipTrQSoyFdr5vjXwm45fyB093KPOaGIkl2+aG/GnpPBC5SVwqg8APl75naHVdiJfUtLHBNynxC
0r07DmPjvMSxrCFzalE1pNjr60ZszBQjE6SR8+G+dcbxnYGk7bVf2+GfmmIxure2aP+cUvRG0P/s
JFoyNs5WYuLqwxei/1o5bv2pCxU+bs0g1Ors0tftVqF9XO7NBTO4Ew/K4fOMBgxsdWLVtcnpwBd9
0ml49jy3tdKV2Rro+osZnGHSAmwj892iydlQIAOSXgCKSIfPr980Lw27pkC8YyZGbseJrz/VTmnl
vtjO0fwkISsJCaRZ3C7TclmP4xvdut2J6PwwIPg51edjHoVz06QNqyboR1QFpBAKyLC5IOk2jfzy
+uSekri/r9GfI7GatpT4RrBvj3Jss00UArQwXROaZ9ShK4mTTTJiKoDJ0Wi875HavSriWRHPDk0K
sMzsN0jjmUBko2K4GvNWnJO6E2jjQeJgchdbAC90MgAwrKT4ajqF4aBp2TUDiv6JuE0SBSu6FmOW
nwhPn47Zs0fhaTaCVxJVCY9D6Dzlc8+2iBhKW5YVGz1NTdLVuKYFv9UhemCUpcS0Q1gexeawHNSE
DwnWVdtM+RCt/aVWyRnSTJBv9CjehGG56H0rhokqKBJejzEsXfBas5sC/VU4UKEZjywgc9ZixCPX
JFGS63TtTGYXfVYTOSxDznp4dTWNm2FdpmldsGioBBBoVtEucZhHNWld225d5mRd8Cab8RLLn76D
NjRocdMLgUjZXoTVV22RRmIhbD/OaZVN20WYfnXpoG8/bqtpmJoAJwVKA8sy/bCnOoJPzCBiF6Ny
vGyW3rd+ZHWyGBtdCPxzelSc4JrL0G62tTWGUzA52k6vu7id+OVICCERivAWzdEmdaEV2RZI9j5a
EJ+Eeho7m2m2+jDIpMCtZvaHyybCtDoVCJld6jINUV1c0Doq0ZtAyLYppo8lfsDJ1p0azJrqEkHT
GalDF2ms93FakVLGAlWSt2a0qjT3YV7c0R+pLuJpnMc9+u56+e4sRbHs9JQm4IiVP003U1bgBuho
IwFOPnYzqurVgiu0izcXxrx9GJ3pfJrqTeliAIN9p11QTelxwdkOQyvGwIs6MNlOAdOpiJIM3QJT
LvsumRDK7BDRxnCYtuYm6XCx3qICgG69Nhz9nkixvZRmUhRn/BQ7xFVDJLeW7y9Q/henu6edGk3o
LkXyRxxOPk5V9ojRY+I4ILdTadEWysbhK2AM/VCLSsO2SPjQedQUqAiI0X4scavc0bwdv2NLstQ3
Bd8MjdqiyPHSiWsdnmWNCczOa10yYnw0PnXr9TyupRH8tLi03fX61k83eble6lUnud+99aoP10u/
W69/ZTn9/f8pZvQXetSWtouPpU0d1e5uinBW2Lj+avZnI7PmBW5n+rQc3Mx/jz/DcqrxJn65/sjv
yfLXgjHlINc6qsZpSto6VizkItVtaRXfPeTtEK+hh1wNyfU0tLxJUv6oB0gqfg8/vXWvbacFzxyN
d5gMnTfgVF6/KQ+DPK6WteZA1RVIzlrGPq69/r0wSaeYsXyavLeqEDtPa+I8rU/eYzuKug7LNq8L
+PQ3/E8EYfVjed+3j4893Pj/BYR4cEvPPscvHZGzr8vXfzCfpH4efz390N8BGNH3XyCSJw2un+AT
QjNqxz79B9ocZC3PAzDxh0MAttoRr4E7YdbfARgdENJxmiPkrtTBfq8D8iST8vyVpXKoqOsi98Bf
iHjnurmevUtl17sqrCPwFk4Or24wVHkzUi/06fqGlpouUb0oESquofhIag2af6Vcpz1vAYNMgYgb
K9p2UAHfdKPMrsjwjHkvNGpQ1BOWjpLWlN52VN326N1FkEAxKKkwpFuKoBomw7hFazW7CPM10Z7L
xEnPyg5tv7B2cZPt5RBBmy4rWF8zDhr7/79p+/ni+z//Qwgi9v8aLXXRfj2ESq3/+8/t6lrAnuQT
MoJ08Wfv7ed2te0/yAYU8SZBA50Ixbn4K1/w/wBFRcIrHd9cf5zc+6+GnfOH6dDNA3tj/vyx32nY
HZaGuegVcSA5B+bcaJRYq3bUwW5dkAYko5S4OA11eDl2klJD2onwfPJGC7pJVdXqXJZRb54qdRwP
DRoB0Vi0Kyi2+5LO4+HQY9FRhuHdDhBA0fuus74nup2oy0TuR9H09U0cpfr62Vd5+/MY/qMc0DZP
yr7753+8OKZYu5yupNlxjI5xjGyaqkLBRcFtYKOsqXkE2hR9NOrMuMma+s5dq/Ovj7ku4bMLwVrn
SUmGdo9tk+I9qQk9uxCcoVdmZwPbsvEAw8W3T63bbLYkeO5yyu+LFkTM749IAkqTi3sIkcKjQF/j
rdbmKH8HjsaNyDKb9MpVi8T3y9IPpoEU82+Pt8J/QJZw4wH2OBqvy9OOclAD2cRCzBTnD2+M45vW
RYwf9TF9ogTzwjdEwwgNYEkDyQGzerhv2s7vkmSSQKmxZSISnm+Fkb9JisGg3OmcW158//r0Dqsu
uI5R/2KP2nC1UUaxj7PCeZ4wLZ2zOUik+6EbU//SWebixBq+NIhLvc/0qe/QiDpaQ2lMtLW7dsbK
QQCA7TQKMZsF282L1yfz6+op9gQ19xWvQnf5qP7cZHVjUliag0i3C9TZthiTWwsz5Wg/GD6ClQPi
n8al9owKsdnfG5urjoBKCfSfgC5T7zj8crJIMcCK2yWgfW5sx6juP4h4NPchniy0GksoUyULvXl9
1OOVXUdFXY77ci30U1U9HBXJ/FCBXV4A/ZRhEdhu6MJj9US07H9zIG4y7lMlUXpaGxpHS9sbblvF
ylkCinQ0neK4fCcLsznRqv1lOut96aBSaSFvzO4/urGVZ+h8NXQlRhbzlyz1Oy9woli4v3nMFEKN
dIJdAiPw678cs7Fxa+yBKYg7g5t9t7lTd6YjilvTJbNF5E5tweHRXHt9DcW6z5/flkDlQe6uYoU8
labrrvnCs9vSG8I8ohMyBi56PfA4PLBKHRQUaZ13qB7r1N+FVPlN69Q2OT4YynZpHaDZDIDEXc/I
4cD2QPEYnWr6mopKss6sKAAThbyQV4429vFVArd5Fv3b1yd8lP+swENAPLSieOlXebCjYVXpj5om
lRmEXjvja9VaSzjgPDY30zYvKyP5XRQq46GzKkEBos7OVXM4zclacOIxDDOYBIucu1V1Xk5Jf+Io
/DIrx1aICAqqMzQj8E49HEWXsTcNeG0E9mDLS2XU/UPhzf5b3Trh3W8uIENZbBkuFqAynPDDoQxM
L/SEEUpgxT5s/NbHqFbFOoEuiyphcmJ//nL6GI1IzQSguqr/HdfQBnvC/gbobdApM7toew8SWDy1
J+r8Ly0f2CLWEFlc4PBEf88PQZ2ksWMsHizDsFbfSrOqvtkp/rKbnIJA8Pvrx+kBkU/RVQGvPhyr
nxRVz9xVwWiGyAvpLnmD4BhCleM0n9jrLy7eymchrxbEtkfTilS2pO7C4skora/AYSIsoorudy/I
9RNxntAuI0iGaHA4IbznfD2kGWI/aqzej2WdXhZRWp74RMdRHTi3g1GO5uIWwDctPOuCwpVo5aQs
1mwNcbDEEZxGgMAfXv9MxzyZVR2ZAckE5Rr3o2t4OK3WwA+EqwvSH365H+o6Te51VFlXWTJne5G6
sJ85+nsv68xLJJVRmx4HlLzARQRp5uzNaMxOKKCvIx5c1etfRAgGiGndOset7DirlZoLdo7qxmJv
CNFeF5XAborjv8Xi7LtJt/Lh9WVYT/MvY64KliRAtDmeesHPnoehKBe64UIFkyVRodAOimJ0d89y
NRgPqCreReGg3/T5pM5fH/jFIwlXiricchNvxeHyYzwOj6RwkKZuRgs7pnzZJcO4bPPEVCcShqPy
088v/WyooyvaK5c80QtzHGI9XccYiMsB1YG4dCDVWsW515nLfZMYcl9ZVXXio754RukSuKSfNNTV
0eCV31l0JPioLTCtM+0v1tnc+eW/c+n8PcpxhQ1JajyI6HJjvTZOV/aAZ2Tpe/XWqe32RBzz4oTW
K3sFywJJPZpQvmijIWjiw0l/PCsxbf6iquFUjvDivkQMlycVQwBwHYfbA2PfyIlSlm3CtvnStxZ1
OYY6+jihy/q1EmA2Sa+x921seWIpXx7Zc3iWXO6IY+ZC7JWmLiQj5zoTM+IQlTh3zcTYO0MVX06N
3Qaumyx73Y7Zt9fPxEtLS7RLfMiRACJ0lLMsiVlj2TYytJWo+6W0q8sEe4ATN99LJ+/5KEdLO6tO
m1aH4y5mZemeYpe9bUQHY2fyh5v/uwkdPR194Rc4WXDySjV2F7iyI87WD6dq3i89HXQYV219nzrm
2gt+/rqr0uywsGdCc1Pihi7tcdv5jQgE/VTcOjyUYl+f1osr+GzAo6fDtFrT6ROJHpGb599KrO6C
LMyTh04P1r9x2qgmeRQBACZjTHY4twZqzjD5PItj21rfVDvOF62e+hNP/EsTopBCJx1SC640639/
9go0nR03kcOZzmysxcl0wytZ+wUMLy/e/f7aeYg8Uzz2Cfieyr3PhmpjE8+sKkVTsFzVYgqj+q7o
Hp0P4NzfvT7US8eJ6rUvyFRpQBzvi9xOl5Z8QGGjZaMsUjf1jn5qdmIzvDwKyAVzJUkSxB6unedn
gBDaiM4Ovea9sLz6eq4wGv135vL3KEfh0YyicjgbfCEs6bnloxGNIKs6BVR/eS6rEjcJN9nw8T4I
PTOZRu6+qgEz3c1YjoksTU5sgZdGAaeI4TxVQ4t8+HDFsjFc7KVgLiTJIPRkVHC3W6cKM+vfehTZ
+GjqIzhPsZj+xtEoHZaWQ6prEfhp6tdgbulI78LZQS0iDKNTOPRfR1vrP2BsybbJOv2jK2Fx7AwY
4NqYBPIgt3FL7zooCtfKr83K6coTIc2vS4jlFDV0iL/06vlUh0uIxbU3m2YsA6MtUOid8YwbIs86
kZy9MClHwHMBlcMS8hIfjtJ5w4p/hgBS9U2OKIKqrXbjtNEInMLLsuy39wUGZxYlCupoWMIc187H
oiGkoB0eVInpfKe2NdNvLjGXPHGnPv3dh1sD6DZwX6r0eJPwz+G8aljTcw3kOFjGOdN/hmXjNmon
lGHOF5k/9zM+1p2NAbE9K1udmaMFaHYsJBSvVIbkEuQC/Jc76t0y2YO195q9LzKTFmvo+UgUsk3K
AmasAUKSqNuXZ8PgpfK3P89KPzQVgQIP3y+5c9SCQupbi3xh4MwynDNG28Gym2Q/ZWV19/oNdPzK
eiuKknoq2ATotvRfDheNL7aQ98C7K+m/F4AgjOzz0MTAAiN+Dpqdh5nNiS91vAEZ04c0AzRCrHL7
x8WroYuSKi9tH07e4ntXtbYskA0eRt7Y9paoeL4+xeNTRdt8bTBaEErAFMMHO5yi4ydT42d8M8DK
mFAucDs+t+54Civ960quOKwVNsQ60j09GgYUNCbxfQx4NldY67p5rR7ngu0ROWENW2YQv+kXA8QR
w8D1H954ahLHbFWKwJoysURRt9fted2VyEHpzjuxfAD21nvn+ckinePX24gEwJzhHjwKxbpWdyUN
oGq3WkegKm66RnOuPIKXu0SCQNlHjQkzAuuN4ROOxzqIB5nd5m3h3UajNQGRihcLl9rZL5EAreL+
vkmz8CuoFSPZtgbgJ27D6tOSRVd+JN6XUWWfA7jFNd1OQwvpnsIPb0RBZO66hX5LoJvDyKfy8hAv
Tb8DvpPeQ9/r7gzpN3hbCIQKrsA71fWVdmArT8RW8fk8TGO3zYSYb0rV4pHRu0nx3ukHfWaFiX1h
5lx/u0Slzkc4N0hwhs18Y8jmsZYGLlTeAIoX+1nxvUhxA9eiS7/AZ+iu6k7lyOQJnlWjauP38GK4
JawSHTv+kk3rgY2yV0/wqYySzWDP/T2kiQqM1TiXMpjSUqDI3Rhq2oB2SRG4jrwIqdJMu9HOXAqv
29TL6BgbRAUQMcI0+9zVhXfV9AbSpLmlgHUBtoUl2y83RVelO+UM7dYYOwRA8ec1EYwtcSTGQqba
z7adIcKThcWCGXxhpju7Qxo9McLuDfA1K8WApDQ/q3CcHlKbikgmQQdnTodWap36w96IY+vRlqPE
v8ww4gKD9AQ54YqHcYxkf54Cq5cPfa2QYTKEs65UGUXqJk61jrcgkhYs7yIqkfvQLaC6e0nsqI+W
lWtnU/mN+aArW33SscbBrDKEXwS1BxEyT0v4uxmqJz/yXpRX4LGi4b0h8goITAsUtaLJVdFdBHjt
dSigQOKt9WOxqFi87SJ+MLBa6d6qWfjhJb+2ozi5ZPAt48mV9Z7WFZ0xPIlz8aaxBomGaN7W52GU
2+2uyfsadE8F3FEWoXCvIrNIR7i+8VjfNlw6zpkqnMT8jkdLUu9Lv1EfMys2LlvZL8lu8KLio5zS
OxHPVTBXA7qEs1TFagepBhwI0xqhvH5BkHAaK//bIvrs7VwPiEYPEHi2QMmyN9qAg7caz9pb28z7
+V2LExVGb2bt6oCiJ3CvpkwioFWlLjAb7hNMU87h5GsHgFrqNk417hMlYmB4rTfLQBau/TXW/hTv
/VSWD1G1ZOYmq6ZOb3XT1Td9x4hbLL4SZ9NUXoLjrit7TJB5fOc3KV69VnFXkctQcJmiMJs+WBg6
cph0XXXbNIdOssWCa47vRtEO6V5KvTg7KFV1euc6S8Hx1kAwMRGO7Hysbn0c6LEH6DsjGbasiey3
kxN1CPJhl+xs/EzB/IAZ3j002msQm+58I/qCgV5pnauozJAcSCMD4jyu9bcGSLcV9dfpzt/Y0WzG
tDzrIoTrmtAzGVW3wKCrVOVtDNWP/GKQa+gmel2qdq4XzUYA8Al0WpI1PoxugFB7mwM7BNosU6QR
Z69+640cp3085cvbyF+8MgjdsaTPNM3kW1YTud8LGAfW1lBgxRBXCbHCLuIeyInXaGRU6mhOyp2F
4gAm0KYhvV3cZcsDhs1OtTEsXJ92KkkjsQGrF98mdVouG68tazCVprx1plDjtG42xhxUAibdpgXy
cx2LJbECT+vsQslIGZdeIqLvUcsTGAB7W7xgmVM8wyv2NuomZapRHW7D5U+dZjgY1aU3fh4Xmakz
O8X/kjuti766HXjJoKgik3ZrPEALa9Ik5e8VWfzRbY0GJGajtbGjxW8ke3RYpjMNmjDemgkY4k0/
VS5KsYvZ9JsIGszV3C9juW0julQb3LeycVebHdIRdWRh/YxEo4dTXOJOqbpQGt7TGx54CrXsgUJc
mohJZHuzSNR1Niezv/XxDoTn76tJB7Y9yY9x1PjJGTbv04LURJi6eCmN8w8TsER8MXp1Nu3HGEtH
3JZ4t0anNpFW9SbxVjb1jI1Eu3R4WPWx+jGIzL8hfrLs8zgZnM+u2y/I5PYtvuP1lPrpuV0DgtwO
VcllUqW2eKx1MqKgVzj4eRaly6T0XFUbe45QVZmU6D/iG449qJcsWX3e8368A4IqeSWqZfC37ZJb
KM+Fyg+3fRN61yHNm+9GVilssYXW9iZt+g5BSPwO6zNRzRYi2YNyv7HJ+gjkZmNiErUIZlDjO99i
6Z52OFX0dp6exWNrvYurNHX2cWNAGm10NX3HypSLyHNn3KmHXLX93rbLOA3KaNJqWxfKzjd0ifx5
a0qcF+EEpgSlHbvhi8VvlOALwlxvwW1Z/S5uO+Oz2drWF50nlILHorA+pXaROaxol2Vnggbzeeeo
FhuTZlp3VIG8x8aspX8tnDSC1Fa34WNj2BMS7I6uFIQv22mQIoz7bp9R7ZCbwk2GW0/gOrhRlUFB
g/Jdhwr+jF04ShIwxrZlHE1W0Blz9qFPIDIFbWFlyIJauhn2jq2nP5eQG/vGlfHwIVyyZNj7Way/
2PhkXWd9bsoN9pPsj76Mikdj4G7c1n0f++8qVy+oIicGToti7goEgIteV1urm2JvU5kxj9xoNHxA
v/C1FcxjplBuxp0VxZ0ybbDwqJak2g8sNhqn2cwUtYhqc5NOublsWrrb3xxvsqyrRlUKoVMosjay
mt7iX8bmjMzQkvhOtXVVlifbfDIGb7Nk3LPbfLTijpsgstJAZqK6iccwkwC1DcMnjkgin5TCd+bz
dq7MfdVWhdgqX7fDJxly01+MdSZwcum0I7/inwaPnUyryW6qcqFhv6mwx5134LJ1Gch0NtTbBODt
dF+kOkP1zJ5D0453VrvGMx9IJvOlutGqH4xsXw5wIJYNcBQ7Ld+BW9YSywanb0OxC6dW16Tzhmgp
uWDC5fC7WLNq2Jl4ukJcqlzD7fLVwHlMvid5LLNPClA12k1uiCzThitHIEPp+uG8mVRblfu6cGfE
MUv8uwKnzzqkviOso25DmaeXFn+Gu17u6bIJOzt/5Kbuo51q2nrY1nG8AOQuqEIh1tRUKNsnOn7E
MzLEtlpOzb1ZgGLa287iwCrtzHwf099MNv3Avwk4uvJNQVeH53TkU24srrxoW9bEQW9aW6b+fi6i
9rPN7zZ2XlwbZ1bTj/rMKPq+CryWmHSDLXDm7cJi0u/ytLfdq0lnxqdR8D7uIVAJZG0h0uod9MdW
+Hvs36aWdlLU31dWkQ7g24t03haGN4z7fEmjSzNqBFzxqp6WD207xsjXeXbtfcwro803daWSryPI
vAW5pZ53b/HHxd9nsPisrR4ojm71Mnv3U96XzZYVdOptPExZuI+meIi3ML48fB+SUiCVK0f/Lmpm
7HxqN3WujMQYr4CyY6lJyzH+PGeW9TlNyyp+n9bor5zZ8ZLexlPHXdU2SX/ZzlrjiuKjircz/Dwl
YhSW/1nlkyy2knIFCvlCVCnr7dlQa+zWe1vOXf5DZMWswOd3g7kZ0SoicrYkpEQ7VdNdruryT+5C
+b4oxYxykQzb6Gyx0hQvVUu49FsXKPVl2cc/VnyFfYYN4vB9NuB/k8F4VDfDeq7PZ1g9CNx7dv7D
r3jxcQ1tTRQ9s358O9mZl2+cSoSPqXRhUuvaJXJv5iV7nDwesh0upy0KNqgYbQdD8iZXfd6RwoWi
vYSGSlSILoeq9zlvwd7IKBdBxEwtfIt8q8atiIxHbzpsij9Vi/MxxPJwiyDEV0dbiK4W68Rtt+/8
AEfkH31TY28Qan5zmI+3Qk3JbesN3yHS4BnjzembKSqZQALbPsp4cqrubcwpf1/rKfkRJo4cLmJ3
KBE+QuDALeIWvePSE/iu90uHStqIsLarjH2aRZIAuVmKP4d8bD6mhn0/kQfhxPaf7J3HkhzJuaVf
ZYx7bwstxsZmESkrS6AkgMImDDKEe3ho+fTzRaB5B6jL223cc0MjQaCyUrn/5/xHdMxFUYWwkq+o
ls5pGGois4122eO0qcnz9CzaVS2ku2ffIp+smf3sYGKrfizGwKADEanQTTyaL3MiiPyfJ/PZMZLp
ZpENidHdHNwGKQ2Q1hyG762B+y+Pm2InU87e1teYzntjFM/aWdKzyIbbOB+yI0jOxRFRaaqAVHLP
vfalscbhoTEE5VZcepB81uDUUalGLinew2ZfLcFySZn1qQ6nO54zzP+A53t8KuiX38UUrd85bkER
Qt0wWwkjQ4hcPC+TPpt9VaBb6ZYba/CG3djwNSfjeyZH3sBvxgS0ms5y50NWK7p7yiL/uHCRHEQn
Q/z4NSUw8YSBUkCb8EG1YjcScWnuSjk/tT7XIrlDzmWcs+4qhc2mn9y4IQPu2tfUKvgzQeQO7ZMU
XBNWnkL7hR6Bbrh0yINrM+uDAdw+++UkT2U5Wa8LonHYQJW/J0oAn46XGP67JV2GYzMF19Mc65dZ
eJrfnRg47D/NNcbbi2Az82Me2vpqHLKPYeGkd7Yhil3lGO2uyqhEmZQrPqSGXd/MjaufMW52j+SZ
z95xcGIFeh0tSp3U3B0MPpfob+yjLf3XAegZLbNxxcqp/ND0ULyL0vnBwnEXiSZtr72U/ktWsEb4
mtW5nx4n1XAH47/boREio9jTj7Njlqd5LImGRxB/rdpi+TFgDoq6vIs/9SEVKrK7Sxrq0S2p5Rcr
6YgLz9LsnFUwE1EqsnxnTsl92bntvaPM7DnLvJY4517eptMkrqAopvPsV5xrw/y9R7RxLGgKjdzc
6z9CTRH31ssuioNWfo1lslxKNpA3yi0/ayYw8AVXWF45zr4d5ux6LHT2WSRF+Yz417po0bSHOoZ8
iGbP4yUODIVOth6OOYMl9RrpFJIpbvfzcWi5Ylu+PldlxY9YavviDIhfd8skyRwWPZ9fLUfrkDVL
xfWkzPu8Htpr0bgfU6S5O6CyvHK8Ul730n1vNqX1EFtNGenWoWLASA0+k8tUfvAIZbnzPeuRE8T/
XuQOl4WX2Pe+jH90Tvuh54l8BomUza4gOfXTpMJURQRv0Sgp8/bJWoruopasOdvGeK90b/Pd4ZSN
5pr2bKwL9j3yDGqlpXTuPd1UN31cU63dxxmGIxtQwkVlm4SLVIiiI4B/GfNJL+KPZG1I+mwIIMMt
2LfV2lyGATrC6bOcVVVzh2eT7BjWs2ZqTo3RDtRHCd0/prqkEToOzMchIfPjwK/vNrtQwzLs+7iX
c+TUStDIAhfxOI0uZ0PQKOvaKyFyiTpx7I8V3dwLEdSe9QVxdnFMnbCNj9IpcVYtvZffTUmoKeuC
uYijoE7GZF9DydCvwjFBxrRay+KdsQq+mpy5kq+f556wkVnqROQe9Ti+lIxecSvxy5FT5lHpRGMv
odIESt2loShCumIrzi4pRsM5OkUKcew2uUkuiCJWapdVdm9eSR2M/W5xefEiMU+CqzkdggSbVzoQ
RFUp/17EGVEW9SJ8N5KBPb+K3CLMJcc2xdsiEvtDKRIiX9hVeBl40Oq6KDDc8bZ0an/e5WYRfmtK
0X7xuq67V6TctVEsnCTZDxzjX7XIArmGUBX2sWvCugEGrEG6Qe5b7SHzSudFV4LjDXllRsGKCPDO
ZzZL4dseWmXeyW6U1XEAHYX7dqYA95C3XvukhzKj3wB9Bmnnjuz4KLDH+6ysOaf0omh84k3GbqKk
K+tcCLJRS4pDRKopGkh9QJNm/xRHU5aPd6FbmYIjPenhnry6evG7GQpZL238wXHlxN3bzFmydxjL
fpBh5lJNUAzV51IOdXE14adB7T3Gln8r7BU6kysakJhPXguaYkeyebD0zHjZAwDoO4jr+rUaAn79
YoZADQdIpIiDlhfOSioCxwNMkHTXTFVFKYqJq37QKnhc6iFsjkUeSw+ip5mnvT+ByPc+sX7GVT0w
daM9aMZjTiadIiekozrY7IeQAVgj7t+j+5j8U6gDD++eaoziVBotN2HsvtpuYaUHVyW5PIwwslRH
DWTG7mY605dzXyRdd1Ac2++92o6/JzkXz272av0YUGOc3lgMeBh61qUNzI8KvlVsKYdD4ncGn74k
jR+JPwyoKLEsohVLFKDFQWR2vOwcQNeLGmJIbT57OeAvSLz0gOirrCIBZ1xHYyKHKXI6p+GLac22
PAZxONwuZQMsC4cWGqkKCp/yZEOLiSsjqIJdWxkBGLLwe+u5DESf/MhzKambUIXVXpnwb7d6Tqr+
yVhKpzqJkm8TwKReIwK1w4txDDJjrOBJ6FTe42W3sr1B2oy7z5bKK3eTDrNgZ8ejuGZTVH7L2eVQ
B7XMuJjMJtfGfkYpcldLnX82pzDXuzpL53fWNHP29aRPYkJatMYQ67jdXU/uUbZPbSX4RKaF+Tz0
PukJXT8PDkzUpD70Qme0BtZW+nVogGWXWpu87fs6HavOi+iU77l7umpyXjpWQfKhqVtd3+YofDxn
l9LQvTDIKdbBgT3GP+pZAYOIPCyzKC4qw4uSourVymz380vQKUGbBoccxC3YE8TDCvu+7JXBiFyr
yY7q0CLNskt6h5ICb1TxbU1FtxnBj7robmIKoU+6ki0CduT0FhKtqh17onzHhQ6oOe/D8t7vOEAj
Z3CXYFcspNjfz9JszFtj1uSehkNXgk+KpjcgyW3ZnzwE2PQljDWvUmwnhX81DaGmpAn+VXyYoQiJ
vR+ZE49uiRxNRzFmHuP9REyuS2fKxGbgOpz9fLpAZg7dfUvkGaGStbKGJ7cNQFiHnhAT3seiyHLv
VGZxUz/nynUKPjdiHB/i2TaSH01pFOKSog6rLsHkIvLrZqdunmQy1qRVVkNBy4Ay4ELx7emcOTG1
KyozNGaXvtiZmSPck8u+SF+1DL8k9mrTq3TElzCr7zJIwLKIwiodCHUyCnZLZjRV/Vgau24pK2ow
C9bYP4jnmr5IFwC3A6VN8HbG3BIteBkqNakr+JoufFGY/BCWykIsggjlMPbqIQIiCgh01Zqt9xJO
0p7eLa3wQwKeLNggM8MGH597J50TNsaODTyYQ1e6hwl8XXyEVVeYwVOnFUSdmHnA9J2LxZV3XoHW
qjqxxLSXk+majTyXFvTRLhG1AFm64xBmQM558pj4NDso8s3bdmox4bl5farS0p8Pht8I/zLGsRBV
ZM92RSQzw2BSvC/qaexPfj0NzN2CC108jlaWknKFwUdML8iR85R607zoCrFr5rAcT23sluF9kXfz
fB2XYZZce2B/GnX6wZF7m/1BxtqfJEbFDReO8ixU01WP7Kxi6+hq6Q53yrNK1vNhX1fBRcbIbJeo
b3Wg31Vd6deftckK7GlWRl24XHqTqKrTttv8j//1H2zrf1nz/jf/K1bC+jfn6/rXf1oJneAPj9CR
VcaIWwGvFUKAP52vwR/EBBNuiaIH1f0qiPqnk9D/g537KjP78/9EFPFPJ2GIkxDPA7vPVXHEovXf
cRIS1/j7MpUkTMTJSP5dVsRIpYI38gu4MFfFg6E5oUVGAEnTeudEuyXNdRoEF5NxF5eE1rCAr+H0
K5ix9OwuENcv8HRceMaUuumDb9aFfGYjzZVcsnuGCeZVsXYJAxLtM22LNbDojDA/+txnyckY2yk5
hlw23gWNbOFfvKW1U5rO2sauP/V14cyPcVlBf7kiD9Ul11I4751ZtS3nECYWWHyvMINTyk7q1ZiK
mFWQhNNjehPcE/F22Pfbwd9sl0DSrBcCtweXQ7/eE0HTKjIDs1oTcb1dJUm1XivpdsXE07JQorpd
Pc12DYXrjUT+uk3Xp+315Wkw5o5baxjwZ926ve/IB6ZsrjbyGrjm5rruuPPYWAHA99j+xvHiJnFK
S12FmWXHmsvNyTLfLs/tIg3n2XzOtuuVPDCuWkvK/k78vIB7yWVsbxdzs97RrZpflHQJtmjW2zuo
JjiVFe/tdS9tHcntqg/WW99Z73/VOjnlsttYYG4jQryNC/U2OnB/DjAYbmamx3YbLxIcDcwa5jZ4
JKmziAMTbv3i1KYiYGUdTYZtSpHbxFJt04vaJplum2rsbcKZexVPh3qbfOJtChpqn4nIX4ejMbEd
wg23mWna5qck6ZmlZFjw0I5ObDqy2sYg/S9pq/zKXcewJpkEBV7bdJYQvLmQBb9NbaKNH9NtlkM8
zFwXrCNeLEmtOdjb5NeWdpfe1Aw/j+k2G/rrmDgF8/y+mGFcD3UvOmrkwpCZsikmE+cZkdjUjW9z
Z91TFWwYdKJvU2m8TajhNq0CjJgzrG2KnYdJUpMkA4bPYh10WRzhZNP+lNBzuM3Cdlwt0743F8VH
bJuXx3V0nkfPv7W3eTrcZmt7m7N7skQo3Rxb4IBVpOodmSTrDmkd0HvOdMrVtrkdfdiqHnKLujtN
22yfOOuc324z/7zN/4iHmuKqWmEBayQQgr2ChSDr82TvbhiiWOGEtyELKP/qZUld8Ea8YQ81dONd
njchbYumkpQfzE58C94I3AeIbaCLSFcYUxEIEYOdV7lYsUEdCZ77HJoJbot4A0PlBozkipEM7jJK
jTbopH7CqA1S5Ru8GvuxJaZsg13FTwi2orFwA2Z2AGu6azfA1m/gjXUPQK5fMV1ssWHbp40LYqkn
p7vXWd99kSsSBJICCg1jGG9rPgoQUqMENlYbhCRs0/ogN2CZyBVktn41v3pZDfRMxApD59Tz7tUG
TkcvJvIwX0L24cYGYKXKAbNs0QG25PsBcr0N8Lob+GVAAwjnGygOnQqAPK1YOetHRF3ZBqGJmwVO
22Ey6b1rpSTAzA6ezzMLz4nNGX7lr86GzOsNpWfxoBBKbOi9rNqCF35D9SQRyDu1YX2FejQ+ZgIp
SALF+aXeeIF6pQj8jS0Ilt66njcOYVnpBCf2YRaGjWVwc2LY9zY665JAOQvfuV5JCWVllNKroHsk
vADOIrGxgp8AdXAZFOSsu4mV4iAFlm3ajJxl2OFnggVxCd5JyV2DHHE3nkRvnIm18SfOxqWozuEz
Z7NjuLKCxQaULMPBytN3mpsqs8hINOM0g+BPX1iQ2lc+fdjpYuV3aNqHG96u5DB3xoN0k/Fd6tN6
LCuWCiqRj5PnXKu8ru9loB+V02bv5gLpeCCuEcs8xYhwuBHop52r+3isqc8knW7nBcO9Pa8xOfXF
k4gTAXuVUew4/8tzwdQM8vbo467q+oE57uI0xlWaLBmSMpKmI7t9zx1HE7aij1oH+YucCZOhQuRg
8Et4RrqTTd9/S4zpREHGe2zAV3GWoo3FeT4msffOjAmRCd0vLKmeQSPeDok270hsVefBWyr2EfJ2
WYXvshUn5EdfSk++tCR/7UTfXWqrdb5X5nScAe23Hb6Ky2S3HfXK6EY+Okk2RV460OwOW3fljelz
zU8wEZomUJ1BmuxiolEVNBOf9yju+/qcNvYdrJ0ZNezIC4MSq46yUQAU29XEemfNAxl3WeHFrCNl
cgA6JfvYmoKHUHvWeVmkx72SCgQVxmef9SZixlLmJNvWhLaq63gsLx172p1N9aDT0saVFQ+qI1d4
mDuikRpXfusb91aKIr9eEhL0fc2N4tWT3PODUD9Nd3mf9c/FAING0Yo4O3P+MjaZvuVtH6IAtHkT
yxYNLWfRKUASBF5kUJaG85ACmU+DS2vFKZTNydLCPwtHvtSFonTZ5+Zl3wfZnPfXlhM/N1YRnmtH
3sZh7Dy1LBTYIhTmg9mT+jy69sPU1FSrBKP+5FpwRkFRB/exgMZYPGMGbHFVo/q86wIKlXYyhFPa
u2x9noax0j9cn5YNJyjNE8UW83HuDe+2E1P5juaEb1ae2Fe10PtyBp5Es5Csfl0CUncpGQltab5r
LQo5IAqc4mzMSfnkVaOK5GTQ+NdqHcHkZfd5Mg0JXyo13JV1Sr1mSoRpFXZVgiRgvJdVCP5I02cC
hT8YVSceTEbVHV6v5pBl1Ye4H6icHZOvSnWfINQZaVb17ZNIjPLZo9XnCFFqf/PNmITdYnlRaDoj
3N/MLwvE3Uww2ehkw8Es0OqwgtzVqZLnpLI/YQ+zYFidb6xrWS0j8rAM75CFiXjy0fPQVKq8vTuz
6DPz+Kay8HZOHa3Eqc/MmpU3sh7dO9aSLOns6bZFRRGh7grzk8/G76pzwishSYYLubsIKl6uZoFq
TLWslREWHgPTV/e9l1jfXFs9xuPycbbSH1kvSOIT4/xswRt/SroaUcpV6uZw2plbL+xZPF1Zp7p0
Wn2VlwaGngMHqoVZvk01gU7GXBn31JkM8taC9QqgGDs5uT9qFE+kmVmU+Nh7AtU73qPeadvHpiMG
5GIRZzrYOycdQvUjBhijOWTFPdKSyKiwVPupJHxb39VNkGKqUKM/INCQknXh1yEAKmaHEif0VCBv
Smwt79xF9DYcdU041gW43mPBVVaBRi4KAta4D3lqd/UTmhUxvbpFkfjrdpc5yr5484Lp5ZQWhDo7
z00hTAv1kVcYk6QIF3pL31OqpIL2fpChJfPPcd0kdbFv4yH+QTKVnxURWid+pRa52CcHI2ZEQnOz
wCV6JgTg4HjTqbcr7zEPifUqjEaqo1ehImojb0CqfNeIXNgvOfaOj7ZtVcZBW6lpfKiy1BF/Jkv9
B9WCaoGD/3NAzqVsvr2JyFn/wZ+JTuEfNNKgiAPSEjiAY/y/cK1DcQV8DZpx21hzwtAe/xPYkquD
NgnrQsBND+r8DdjyB8iGabXgLyD1/neA7c+Crl9UwhZTPXELPD4gBvP8W4v0MGVh11p9twshqM6u
VfQ3+VJyGkKBhf4ZlKjohE+M/MppWWMfhV8QzSvmhmnS6a4TapeuWtN+j0+PNWIWTA9W3b32Zba3
MdDd6SGbX0Th288WtVx6R4zTeKrsfDoiyFpuJhJ0sqitunvM9rR5u4XXXuzRDCmknjiVD5bwigYS
jn3Dxc9kt5qA7QJVjYGPW+08zvdbDvu+63eBp7MYHakZy+/KXZd07O0cEiRsEmqyKEzSQEAqQ4Md
5im22oo9YkEmzr50SCaG5UdTu5ZqwFKNjn891oNXX1d+GhyWas5pbso5nOzYhRI2mqJg+58kHJzN
OF4FpbZYU6BLi8xu0QS2MIdyu5BZeNAyM7tVgjQu3h1ip9TaGdx11kn3DFmPdOtU1F9T30ZPYTxn
V203OcllXDLTqFHtMejjz/Kz5Kqxq/DZbvvYGGEAvdZh8QQ/du1K8rOEKYpXcgkn/0bVFedbPeGM
SNBLvkMaKnf5jLE6MAozv3XCfOrvVFjxc1mp+BCVOnQ/233S8ByQ3atnw4OzhWrYjr7FzJMiOXLw
xHm4bq8KymenIR5SgpWCPNw31hS/mE2SuldVHsRtToozeYGXUGIVqGA+QoVkiHCRr4mHBBLFb+76
18YQMLpYfIi6Xd54akJx2+sgMgMiNXcTDwqyDYjpOLptvmYsdg1ByMpbis9LP5j5rjFjrlQXN4z9
Xat0YTqrimS3jDOCqjEjr3M3ygIZbJW5ip8olq+dlZNCM010QuxYrRuvrAOz5FDAiRtPVkMtyAnG
IX7fBUPyWTls+6N5QCkQuZkMgRR5Kp/6ZHS7yA1m5URYsaFxDZZ+Jc0VecBzq8r+OvAmrmvR9/47
16lUsV/DMd61iY8SFLIYhtgc6pbOvLSgmmMMnB8k+hckb85xcI2BCNkh5ud42DllJZlLhOPfwJ5a
SPFqPzwrG2lQlMpxeUQpLQwUUg4v1jw54a00aBahalLpK9nYGRILKgQacjiX+blxG+rVs1H2X4Ks
6hj3G8f/xvasDyPlT8ZHQnPmF7sqLWpWCWHTaIXIbd/HFPbEO6cuC3ljaeQPt/1MOuqJ/CyiFDFP
aH2dUAXURTWp99978j3iw+AUOVXJRDqiyWXhpM8kd5i3zpBgPg0CdW1CUZtHUfVOvi8tZ6DzWM6D
cZMERkcZbIMRiBfEq8rjgoLFOjhOzDzWDjaWH+2xMt23AfSZtIr3onGX6rD4A5+2BU7k2VilMh4y
ozvP0K3cMf1nx0xrRH15BpCg8Tpt6LR2jd5/IDN1Uig87eq93yTt9z7UoU1Gp5g+Zk0hH8ngzNBW
TLZ5JikKqU9aDhOKTX6Qf6x9nxZxNkTngTU7PtfZhMaxetSrzcmNncA5LvHUyqNt3XBrA/n6dffa
ecER6VMRGYPvJD+9W/+5iP+BXuyvLuKb718+6/L3sLr1X/x5E3swzJDHf7LK7h+mgauS23c1JNJZ
8/9vX4dAa1heg6BDkmt+C7S2oZXXNB08mexasGb+O7cvPSRvaGUPMzGX/GZzoozirRmo6QYsEIU0
d5OXdc0hH2TyTYWsMXYoZ+StIdbAl7yTr4Vfzifh4zjd97MUn3xiUil/zpPyW59nJm3tlVIvWTfG
X5glfWePqty8j2PU92jjBFFHBR6tT8nKmLAsnsrIkELeECkgaQBpigV01Zo9551YJq6jZghQC1V5
TJqjZ6J0N8J4/KHq0H3RKsyf80HL51gT589eXfhPpT+uQurBqW6Koh+fKUjM7sTQzx2tfFlyQzxt
5x1Vo+J0Dykc700xGQ0a7rn52HG8IJoOmQ/2ntsndymOeHp5PfZZ/UAn3b4RZMaelqrHG2QiqDiE
zjRr7iJVImt2+wpydx7la5JV3xB/yXxf09zCewj4qiGSVDQUBhDCqUNqraxkND5xuNu3vocmxk7N
O+VqNz0ItPN6J0lUPgZ27wNI+o7OnLTs9kTR1laE5ElCX1m47iLMQQMF65NhXCo1aIRPcI6fXGUk
Y6TVQGdK0JvAcEweNCnYaaDsnZnovNvzp2yZHFGXu4QzkO2iqcanIQ/yu7Z1jXe2wdTOk5sBq6oM
c8lavZqpb5xNIz4RGUA9S6vnT0EQF7QB0FQ4RTFiTM7fUI+HQpUIEKbWm97lPRfrjtAyQrdtF+PM
3nVU/8GJPZoYrXG0X+NpDOcdgV+l2JV+UZ97APlXVQ7yZMDV1ccZM+WPgoSib1kKIXRZ2AaYO6mF
952XC7RiLIIYc6eSjGNEplzZ1iTQDoZ98aWZ20pQKQmZfnAm2GIKVxNQV5M5LCZzD902Qeeyecha
hO9RF6Pc2SfoOJ4Ne6l/kADCjIMQqhN4mWT77FRL8aRYeyu6LsBgkWdX9aVZ3ODjBCnnnPCdGM35
P8u6P3M/1/Lg/xnWvCvegJr1r/88St3wj2BNmcQ7ux6dWzDVz2N1Tbr8E8RYdCIHHuDHtDEmrwDn
v7ZzJkexi6qRTdqKgP5NELPl0/yCYQiVIaeD/nHWcj7Ob3u1rv6SY5B1+G2KHA+xKYI1jZZMUnlE
eGlQIDnN5v1AUnh3NQzBUN+SSxmy9Okn+BBkeNh/RMVkTU2VXf2oRIxPwhD0n+QW7V1RXfQoh1bQ
vcqWTfo4NFEnX4O2A2/byVCRbRYGEo2dLKikxEjtPgk9DO/pPUtdVFtlPkd+Y2ln74QV8mjPqI2H
jnTlj5qiD9wbabAyekQ2TxGSH8p7mfkseSZwiBB3kFgKt9M202uBrr3ZW1ODL0eGPg69rK4b8+i6
wlOHrjPL/mgxWF/IbcrjU1GD9ZCAV8tCYlID7eLMrSkPIV8hJ1pclcljK7PMfg6RPVGFKSFSYTxy
/vuUo+3JkpnvK6HxHHVB2y9ndF6mEzkMd+Lil7El93JM7afB5Enuypkkwsj0m79J7Nn8t7+9taxd
jbX0EBvw2sD4xh6uYnNVXnjIZuKwYsjq0ZZRIlAU49mLlfeQc0DuY5dpsLNS/85ojc7beSpDDmuO
fnDmB+u/Sfp6swrGwMtWGaUrWJ6RlbTJ3z9tpqqSAgce6VjsD+9M4U1ENIwBHsqpu1hYf46/fOvu
fz7ZX3Nd/8XjEfDoOzwobeSW/cbsTez/oKyl5vGmdjn2pEu/xgFXUtGV7VcTRPNTnfB1+t/J9/Jf
PN76+//6ksPYrQtoahmZR7AV843+9dvUV60MCB8L9oTVTsR9JeOFGLp8F2ex+pun9i9M3gbGf3a6
a8wA8//vD9WiufGY0oK9mLGlIfcqv2Zj9bdB7P/tYTh+0AHwn5SukQa3vsK/ng9jR5dCkvn7RODW
Iy6zPrJ28KO/fp8s6800R8zh2k0ahmsNHc9m7Yf/9XHkODljtpB938VxO4QHb3IFqdfJaM+Xwe6y
+gVFqOG+Kge4TlyTlf1gILCqA8qmMogRejcud7lyXFq9jZQ833fTyN4ewdboxK85OwhqCy0KEzSS
wcpig2UVY4wB1kj0mR23+B7iGS1uw8QWw7mfFu+DMyLXPixdzwdIckiylNEO5HeEJRMT0dK55OSM
wbgUr6npMCztKI2fC2gWNK/Mihpwc0RFpZ5GG6Vl1A2s0fe5sqoQHX4bOw9aUO++wwzmGew9WPMU
+4X0g+bai3ukAAgTeoFUHMp/CNxdTM7YJoRK3Rn1jZgooZMeVLTQlFQftVmU5c7E31DcmQuWj33n
9bkuUOhQY3XdE5DGJ7EopHFIDLPL4RWySmnoznGOb4rB8LKDi3hS3cWjUXkvXgFJsAvQarlfgKia
FECYn/qUBm2rr41Sxx/ZKoiWmkxEZh8nIhC+LrmhHlwpsSFGlCFk3f2CqiJ/X4Rp3jzY1G0Mz0bo
V/k5oEIqu12kroaoVbpQqzFgZAO6z4lpNo9OG8/9uVuqocb6MOXyfZLNTv5YW5g8kp3dpNnd0mth
XS9wMvMXNCaaX6UL6vDdAIYksLMImvTIIwYlC4kqwweaOe6XWSqFuTiZxwg3szvgwcrb6hvmUElH
ct4lQX+GpAvtaPGQhbmsUxohXkSvQgxefOPKXZb1gTqW2RI6azJn0b20aV86TwP29+k90sJEH9ok
mLCEFoowODMQM21j9aKTdeNZq/gjo5ntXYiLaLoIo4OpP/FepIk6p93om2ikfXewPltJ74vuxGat
qL+SNuyP4y5JVlJKB2GGbTmxB4ECMDOtvQ/b8tRRbyEismBlsofmH/S1suOgxk7Yt/MZfxk6FzbZ
/gl7q+2dKGxFm11N67a0480NTu3QB0bUCWH7h47fG65IL7T51A3r2zOLmvJ1tvhM7pdejvTwdaGe
9saIpwcVXRLHh0z2GNnzca66nT82cXcJOpiLg6oQ6B0cQ2CepyARaeUcJzeGxr14mGw3g3nhqYaH
LmhN/Bij01wRQl45LNcntEEi1kTA9ewBUqwqNuaNSc8igzis5inSaYrtw6vQJN6guUP3Y0CFzefU
qtzrvMssfcJ2FX7K6AiqjnAifrJHgZtXx7rOfO/KK+qU/Hv06qxBgKJe1LGcXrd4gb61JEXZ74aO
feBzmtIReS7t3hhQ4xv6rh2o6uY8qkqJ2zJOnp2B57tDV8jlEnDPsOky+9wultvZaSolMOGHdsGv
vHi8ufzmyudxVkVKmgEl7yZBnUZUTKyIw/PEvcEJ5CzQTSd0ep6V1BfiZWq45n2vFcW4Ksjqdi/8
pSqcUzbq2Ez+Jr3kTTMr/BmRKUT9koHLVUPkzJtBgiOk0+ggSbmYchgehLAydu4I8qolsdB+WL2f
CjEuVxZ7qexkiMT61PE1CW90WQ/dTS3JHDrVejKCHUh2DolGwGL+8tdXyJurdy14ZohdW9C4EcnP
fxM6p3WcpFmTp6hitfMunIwCFite63FN8TdX75sGPH97LNvnQlwveobwN5cV02TFweCnOLoGfYRS
LPCzjDixrdJ9P5O/8lih1eTPrOQuDoRxKClm2zUyra7++km/mW/WXwSMuoKIYI2dtd88adIjWrvb
VFxE/Hhnrprki8N5OEVZbPjhTdDEzt/FDr2ZCPg0MAaYrrEKBEmDXCsIfr2p81ib9Co6496sx3nf
aU5XNZX/ZojS+pkjxYa8VkYqWvXCN5PUAP+fVgNugnJcY5bJnD4NIWrTv379/vtzocyaNQ7YYp1J
3+a81CVzjyoy9GxpZxAw4VhXo2j9r3/9KOuU+ctUiCyYHw5Uo7+aDyeP9/srZrfWyGZAQT/Vyj+4
Ye3s3EqZx7AMuSGCZNoTZ5L9/Nb+h8n8h8u7+D9D713Zdp//12P29TOIW3c0Kq49Heu/+Ym/RWD9
4XprDLBn2sRQkND1T15TBP4fhFgR1/lWLWvSBUOMJkCKjHyQ1ArV/1TLun9QH2ODnsFa/BVCuP7v
//kNL7Rv/veveOUNZuOD7hPt7JLuvDbduUSt//5REcXSG2oO5XEsUdPiLhq6w1iq5oL/Yyox1yPK
Qb1g3TXEMh2E8FA5lQ4cWZGXX2TTVq+/vHb/AtC8OergeBGn+xSO4O6mDccJ3iC2JaHFQiJ9ZO8X
mM9pG9hXdN2F+9SsxnvdD+hYvCy8KS1X7erZiD9o1qYPWNCX57/+TQjL/+1rtB4CQEe2PW7gE/Jr
G7DTvx48Xvn/qDuv3rixNO9/lcXec8AcLnaBt1hRpZJK0ZZuCLUsMZOH4TB9+vdHd8+MVdJK61lg
gcV4Gp6x2oeHPOEJ/1BlTVThxNV6ZP+TmysLC/mYHWhfbc8W/xEBv/WHuh4APNijthmGstm7Uees
ZBeo55NVaEcrgF46ToYB+x/uQVUP+Zp+4WLkNl3LqG3RYqBeAIYpHNaNPaKANKnXldUC9WvCVZl1
8hz2mnuAdBtdlM2onmGU3PqNYeDWVWJJeGzkoFw7UVlc6Llj7T0poEFq9EFxXbT1V2MwbYjWMthn
VlocTNYErd1sX/Zts+kh4UDNy+WmN8znHPczvyvTRx7E2KLuP/7o6JH6QzOjUxvToAgaXptZth+8
0LzHl75ao04wPKUYs62H6CIDO+dXKoqbqJzZiXrRR+Ku71qaL65m+HoRH9Iyyr67CbaNmdAi+qht
tHAGXrCHD8s5/HrklLVqXPUN7eKpwsaAxGRYp5HV3BVQyXzXK5pdk5YWYbxm7Lxx4vYZTHxUCh02
NpzFS68vzWe37cgvxGBTPEqegShhxjZyOV4GUumvei2B31oaFGMXujq+FBOAqT5XoVBSUNVR97Ea
6TuRXZtPWV/F2RlL91zRojjY1rgk0tE7t+1yCxNCRQnqXljqd9vh8wmEURZ51OAUaed/0Hw/M5ro
1dbtR6BI7SrNKPh6SatuQ/QvFp0oa4S0QKiPkvrWYGfPngs909OonUCi2BFtjgu3s9pDYRrtRlqk
lYjiJAh69Xs18aI7HZafn5qtskymDPbYpPlRafyReIjGDhqoPd3KlzF17EVv6Nmt48F+w2vxHJS5
2CoCA+c8tFeCa28x9AroMIrwfm1HL1oitsCwvqdUfBd6ErRbIVKo8WnSboPUuoHFLRegNrf0NS1o
5G7ug9G5NIAkQGdy3Wqntqq6IhW6DiT074VqqD50VfUoMsxM1hIy2TqETXAMg3DcjpP07jRysZ1X
Ke75JAjd8fMN4rMgVrVL8H8DUhgt2CcXGvBeA9Z/LLKiOy8QZ5tXct2bK+GgtedLXSjZUio2ODyv
6aN9yWkCHsztl8h8hNlCl+NTrKrplVLZG8Wa1yAVd8U5NEiZa/DwUjvY214nosuysymogBJQwFE2
otCRs+iRH4L6SG62iEQ1aFdoVQ4TzllIfqwddCKajdmLDCS8m172wRqVpZQiYrmzEhqeMJ6XbRfG
lB5kgDMgPNV06tGgtyaVH43EmWH21vWYTK0fTuhsEH7D91Eq+PhmqT9lNCKeOPDSY21FWUke76i7
TnXwmw7T0XrMzUB5USNHXnmuVG+VLiwORpAjeUGPqfqhwOXySz2t1gggOYusHklJVQGMUuvrRTUM
+K72TbBKXLXcBaA2l07WTohOZYAvrQHKNlqN07cxZ2P1g9rcjbHtbVyv2+pa02/1PnZe05brY6lq
ffNQFl11E2FHhhAd9Kx9XwPCX0xCg/yZdBFRluOli8QUeIBaxbjAZaDYDJXR+RY6ENtar3uVDGBI
rwtWGGcay/WYw4e6j4CGZoupi+JiLaFU7GgHBun95PW2e5sYWu5uBg2cGJJOkVWLl8mtIKUWI6JL
F7FpJmvPm0lySQtj2mBtZpxPwjqIAgZ2nhetfQ9iQLsNnOKcbr95iZIRKDCrR6OhDhOk81JTA0GH
ADvQuJ68tZbPfaZJf440d4lR9Mue8sQC2ZRuUwqAMdxYCTL4GF6uEtloPrKx5s6YfUDTQiaze/VQ
rhG1Gc5kYNDm60up3WZBCf65wmMSIrETwvFTcco8ovP9aAwBOJ16dCfOiQIb9tTJ7ly3C2IsHSHU
QYRNkufRsW7iGrORxdS7w5Eq0XBkyQywAKM5ZxKRQNksUpC3aIR2O8sh3iowt4+em1m7Pmhqn6pR
da5CPqXunMqbyK37rQWR5CYc8+xGt5Uj+73fof6YHqQp6fdNgVofQguLXODG2irkzPX7JMu2GCSh
qZcUKGpgrLgZ5oxG76b82ra7bmlUhkk2nznuuZcYqC0a8M0QrxK39VQZlAI0Q/r54GntTawQ17Ya
haiw7JJ0IavWTjn63BqprNoUBycy7W+CcwgwsCyTQ8cr9pUQpu2icKzmFiJ42C0rGQfX/K7a9HWU
+3D3vfMeLMeVUdARRCRbBxna1/ZVYUca3qmtUkMKRIV5FVZiuizsyqGuYxobzSYdWtkp0EpUi1Y6
Glh3Vplb4dYaS46BbmhptTrnA26caxahuhvjuVI0dfnKy4AiLIHu46mq9FLe0jxOj2FST1ewrSHA
TYa6ye1sOs81odw3Ah0MRVc3SmBiO14H1pkGkBp3mLR6yOb68xiUxoMOjdOnJO9ty0CpOByi4pbu
SPWAgJV9iHJVHEcXjGwC3Gtth6bccCx7vFP2XUgGuEbxgjNYd4yOngTPvhg1eYALb3Bqxcn3mq7g
tYyICUu1r1fhVAf7KXXbG1WHMODbEqldEOKKsYtKaYwrmcge7Bq+vCCHTPHgNQPaW311C1VTPMUm
WhLVALKezeA+paPOVaegagPkkiB1GZhNtR5U2FuocoZ3tlZ0aB1BZbwy6krCV83G/FsyDSgW2Fk+
N1fwKEEgOfCnDmQmwg6tiwZ9gy4eF2pUn1kN5m0gzozmRztAmk9be1U5dbo2lSQ41pPprnthNT42
jsWVp2biQM1a/xGlHtynn3tQnzIWS1SAFWlMqlBjG0G14braJ4FEYwFVvK2eVRlSddqwHKMuOwPD
Jx5+HhAhVb1zeDnBw5SBG8taJDgFnDODCE5lpwVpEe9GDbanz8oq8e8dIIElHeIsZ1NvSPOglpl+
W7fY2zRdrN9msjFjRM9MMXioN7tGe0Ppr/0Rdx1HgW33HDNuOxynQTbxHSpTM1IYNUlz2yk2ew1e
L7Uut2bBD20wbKBdENXZhT4cf17LVGNBwSBB4r0i/OWde6Xb/CjwZQUmY4SmdpuChqazBF22owBY
o6CEQQGdOa9qg8Kf8Gcb1nkYjse6ad1ZdbL/jkmQ66tdGByj3IY4Iufg3jJa8WCUUwMAXetaoADm
cPz5fxJpsCATy+Cf6IYbKP/1vXiIPKvusJ203NhXKOeibmiOnG9olc7QPmE/R1aevtpGau6GrOBf
M3Gp3bl5OISrftCGo6rY4sFNR+zFScgJvZxkAiHU2vyR3YkH4MHqsSPy34ihYnBIIniSy8rTFrhE
NcpNjvrCvi67CWaVysEUIoyh3LimDI9eUjd/vv7Q67xLdNb+TFV+K/W+LXN+ndqukhg+A3Su4zBq
//MQP9dlU762pz81D/SPHyN9/GvgmRL65n8gCkh6eyVf6vH6pZFZ+/dMc/7J/+4f/pUk347i5T/+
/bmUYAH521DWeYMF0udW3X+ddN88yR/xv/2/+umP+E3a/fNf+6vvbf0NsJANHRXZfJ38m/TtLziR
SQpNlknP7B8w37+DefW/zUvZQbuEVpdlzLb1f+Xd9MGRvrbokeOSOZvC/07e/ae8/S81Goq6gIhN
utuuoc0Wmwz0a3IZjk4IC5xMOqu0UtkEIQJ4MXKYAOZqxzqD2w5Vsp4m1dc56PuFZrTj/US3R9t1
CcJ3sHPy7BVlkPEmBKdhrHWzTbbS1ZONHk1NCkk7oiLo9CiawC+otgJMut8kY1USy9fhD6sIq53b
KHfFRKunhi6/h1bSEqEbQf0tTirskYpY+RG4pnqNsJe27q0h8XnRDyRkiY+6DBxTV/a0EKrCaHai
TsOnQc/shzFECSeKnewaaziYqEGbprs0NGGnWd45z+1x8HADIEYGUPIVwCEwy6zuei7jwiRltuHJ
KI3pi8Dor6hfgE5MZejEqD6U3aYxO2kgGxeZWMK0KFrRzEXmCzRvjj5zhTn0PmjACJ4hjkf04EZ1
csMG0Tti2GEUS6cJ0vZAyy7elNTKDgmum/AoiAm+q8AThjsddd9iNwUJEk/0zV6CyM6QUMsgakUu
LluQCqrsDq2AuFmOmkdnPU9CuGpbVCWC9DmtypQaO2rKMsvvwRSNXrcM+iC3q43rThBsuskdQ2Ts
UBnRIrhEnay61z4aKBwmZKOuaGAAWrkMNOVF80pFopppgbf2+GCh7q0AT8uyVpZ5jV6+ehhyy01z
cgUaQRcxjaMyQpEHliwYylC3JQI/vq4VnnYAzVmAVO5kjaaGNIOQkBeDpL6nX7TIWUEHdOeaetdX
0rP9zkpK99ydGh2VSKKzYIUGs/0tQFJWWTS2WxE9TbBYF33vek8SaT5tUVqpt3dqEtZzAeVtchfD
HBivsanI1TWSUCg0Z9wkvpRkowckM83u2jbzjqWVkws+WFQdVtYU5OOilHXnffO81L1FILG8sEUS
ybUatemVY+MLe00OX8wRqqibe+Rr7Ptg8pIfkVoY5mVVduJxGLlENwBv6X8McRb6FdCm3h8Iy44u
0nmpL4WSgz+F6h3dNeR944aGFApBvVP0zza0rNBPuXOoCxOTPjdVFAISEXob7WF/Tb2vCQCtfmsp
jXeG880EQs6yIGBqTbifdJLAhUIPK6PEEevxqi6USS4JD/tL/F26YdsJYCSTS0FsbYAYvBK51O8s
i5bXMoir8WGueI1LNG+jEjNmma47dLDQd3Jb7UxDHZe2DugYqKydcVvFY9D4nat5d8nMHFxV5Rjt
6nLsVcR9REh7F5kMRJdCpECeVLev+xU2f4TDkYMgy1mUpFWzhd4XIW6MfAVhcoiaIyB9tVoOk5JO
t0UkALmUI2sROc1KMy+RMZHtQh0N50c9FJntK+DpQgBrtbiVYB7bnQB9Cwtf5hEWu6Dj81We2igl
a4h+k7t6Xr5qMazsod/a0ZNIc3Nban106RA7mOu8oJJEczoh+yk8U2n8XtP5KAG55R4qMds/cWLz
ZaIZdxT6oFMe6wEWlWGVvDou4qfrPithd7eePlLQmSIVuRcli8szlO4EUuBqbS8HmIXbXJWwpcYy
LO7pn+rfIcuHaJhPbvmNuM96GDTZIo5S2+gRwU7uq4WwAopEveOkSA0jx9MCUwpD1DkH20B0JIYI
PlaEAPuU9gzuI2F1ScvP+4aiDAIbPYgKdx21Zr4rHeHFa7fS2sDP54btIu89D7uIpJrI8EkZ8EWo
sPwDZx1T9PDHAHmoNY3OcllQogvjPcTi0NnplVdCqVZiEypIA4SiaBcd3Nao3BgSYQ/orbiHBWug
AdHkK0Gu0s+NZxg+SmquPdW9r0Ahts9FaScQQ0L6C7gWwE7oH/Mq9FaxXhk26aWOfpHbLSkDiwSw
O05aSiCOTq8TY3ULyLhVBz20r3inRNCiR/XuAhR/VmiAMguV1VHVejMrDZlKpNAv16SLNYtM4KwM
P+kdxU+qR2VYVZ3uEkup4CpwLWrnEGYHXV3FUuPvXUVhRzt4PUJOW3DsQMam3oWZNLpm0Cg3iEjO
Ab9ay8DpliHy3VKuEP0x+n1uRbC4FrGRUl04KuYUuBAQTC+v0LnSlGcLeIRc1H04VOdmwgcF2ao9
opY7pjejo9D9t1w5IiOBYvRNXHkOarGRBLTb59Zo+yoll/oqATQszwPDdPptYgHX2FpD07wCYm1u
8dpth1VL1yDkAUX+Av2MDiv6503rQ6SvRr/EKuORRn003RLp5gUIX4caXIewpbXJGzjNl3pqxGIf
gp+FOjKo0BJCAS4EpiMADz5BBmga+a1GbzfVbOebLNiDjb1scsqK37vcEjADxtqe2st2kogWojlF
1UIkyImtHY12FaCTqpjQQ044jg09au2dMY12fh6pMiSL5SA573OpWiscmdAU2qhFnJkXwFsG/Tip
RW74SAZG6boaEGu+ShANMJZ63OmP4azEuci0SXggLNykuejJKbduP7qXLTPy7kFHlC6HCoRbqstB
Z55lascNldap0iEeQb+yuGxTDYyf26vWpVo4aYUQXIsEZDJ3zZ4xEQ9L3wXp/JBVSohaHrzAC6tT
xhtLBCiSRybHJipjEfpfpo6CjbbQdKk/anFNZYRDxywfUQ+Lv2daG4foUiGDQEkZxM4uV8IqvkIw
qLjRRrDG90oyUASmIJxm+hknB4CNrLIRvfdDzatfzZJJ3ZduXnirMsm7CGJEW1kkTdJtgn2dOaa6
SWC0Tmt0DGFDtEHTd1Ql2BExRqwV+j5noakmz+CYbbGC+4JWRMRaHI9dPkTho0Qf7DGxBwu1k8Tm
QROwgHzTDNe+VUnIS05pdI11GxaKJXJUo6w2XxMbIkSeI9i4Fm2kBecSvaLpWnOnEPWOEb7MaqpK
z4Ga5VX6I8xE2Rzz0SqOiIM4j0lGzrOCOqEbG4kSNKV4+JP1ClQFaJsewAr0W7R0gbJTlou7R5mo
FrKfVZNZ69H1ZAf/WgF0Pas4U6dWw9GlRmRk34GaEODkUV5bG8MLpmiHAscIRsYWXAX25CQ5Jcyu
ZYpGpUiAHI1XdysjtDCGiJXRXBN3RQdt6PVvRTYklzrkq1u3RB8D0U/NsFZtBeTLb+yOKJxqUk0t
l3i4iUZ0NSHJg8GqMtOolmPq1d9UOMQUYSMpEZPrLUdZZTC/08vUEm16qWkWwn0yLbztFKNqezYi
revn+jDgLAM28iwAPPoU4CNClceq3Mdqdolc5iwa+wY3iTxdqgGSKwtMviWkOwJ8G87yloZFyGqG
OvsK+3a4E3CqNnSYnGgLvVVcT2zVcW2MDUs0dmDG2UxhF+pdtqIUqF4FYGkuUX5ufjhRTDVVU2Op
o4uD0SHiVNTusYgzWx99ddaLgmE0XhwhYOBlU8aet2i8HrkRW6FF4gB8DUJ7DYPS3E+RCeoBsJgR
/chTUKxruFsBSnom8hq+k+eNt6s6w/5eKmmyL9vOaBYhjLjWT6fSRac1VYcnq65Gc2E4FdoHLfFi
tNCazM6Jq4PaOQfrHh0ULQCFVjY18FZYh9Rpi1I6R6J07wl0WYnqXsuSaPEYgTGOYAnZQ2IiVE+U
291GExYQ26mNxqPdSQ6eEWXZLehNypD5rJa2ctoaOS96KeUuhxkEcQk0Es5EKJxCvbB6CXV/kFq+
6mEYlpSoONi/wAXMrcRfs0GHLiNN4tncXQVLMsOvf80Gy5pbviqQpxyGjOM9nazwJimCYpllNKQo
jRQWDA8lPxox8gxIhtFN+SV//qDx+rbZCbbEMOg0ayTQmmnjXTX/+S+4Sy7LCn12DkqRq8EF+mIm
duhj8/r5KCft3Z/DgGbSPGf2y1Px5ns7zJTNyUiPbi39EoFAdtXkwv9Z9NGHvlQWHoLkIBPRUu3n
WIptrVW2MfkReIdbqA+R+AJs9H7epjMn4HR6bdex9ROsRJvQDsnMuPThmJhrzSaJLoIxvPp83h+N
QotddU2DfQNd6e20U0xBOicihrfQ/96RnpgEGsFXXsAnkCS+IagS9KopXmBs5agnL9caXJK3BDKQ
apM9c4zSsyd3qMa7BIGq8gvs8fs5OUC18N7FKAgnZv1kNMMlT2+DviAsoji6GIHDrtRAdM0XK/ME
c8SsXEyfUE4EzQJA59RYG9y+5NJhbwRwmJJ1iXWHWARjLeknimKVAtYNdp9/rvnR327H2TcS0hie
1wAAZjLFr5vB0xyPCw7KKzzl5rWOkcq1oqjbq5G0b9Wpz5859AdfhX+VfrEeT7A70DQ4a8FZUxmF
iM5yeTs0LaVBt0DT0tH1uDVTkopX+kW8YMoDnF4IjjnDsqGr1X3xPd+tHl4yIHLAJoCtSK5ORi5t
VXj2aFJHSDNECUIA0ZSKmhzFPtpd+uPnr1ibl/ybdwwE24YWj48cnnJgPd5OVBexyGONnnHcYbpA
ejZwMSQ0hu+sDoUZn/EdlGci6x4rmqDYWLVD2w7q0vfPH+Td8uI5OHYp4ns6oBr35FuPjZqgPGnl
ftK6c0xSTKQQGsogoa9WKTqJmJJ/uaY/+Mo257yhY3zvUAo82TtxAD4zRZLCt1rLus9LELiaHyce
nfqsoBy+8UJ3SqJFWnth/oW57LvvbNHLdCFozPuJjXvy4jWaSuTAtLqyDpS2ak1RSVLoNq9hZJLC
/NbbNWZ6HcgisEMopPCKTxbV2NAEGkxaMhn56V7KzknxQLQfMlAES4y7WOKfD3hyKs0Dcnlx1FLw
ZYanAwqgFZGOpIFfIrO/lYnVLbOvz/OTRUPZWHcc9uhcDoZR/e6kxaspEh7mO22ai1XtJdpyMpsI
YE2vJ1tbHb66OE8WzJ8DzsPNJFeYWicLxqZTCcdJ0EMPDf0xI2H9NnD4UTGxljKkDoTaERv183d5
slIYFDgkGYcGP4LY5PREmA1k+mScwe9K/yOgBON7pfyR6fbwxUf7YCDks6CV8Is7xTxZktEYa0Kv
k9Af2RYLUMYj6gFobiV6Ov7+UADxbNILBvSwSXx77PRqP6oxScBiCNCi/zmpjPB06c3T+/z1nYDr
2N3cVp5LWGFRbZ1P9bdjZYFtJVguRT6ttZEiCNouFDz7tjsk4JqSs2BywivEwYKLCdnHaaFZUwuU
bMinYNOZmZ0dhDYg+Pr5Y71/2eaM4wWHqJrQou2Tl120uDMlTUyJeCKto02Pbrkrk5U3/+73hzJY
OaTIBAnvXjaWQNFAqzDytaq7c2R/1+XyTuX3vz8MwSt3l6bZmns6I3yyTAEfJ5w71xapZ5at0IXE
Irets3/h5UEDh0pmsFJZRG8/aSzhTnYp9OS+QSc8iqfgAvoZ6vbz7z6f1fstb0Jpn5nmMMlAjJwM
RYElS2uc6bACCZIt1Wb299DJaYdpSrKlvxEeLPiLz5+PepKJsGYJ/7kcYLuzQJzTmwmquEJ/H+1/
TjgPEWRyzYvekvLSa1rWaRT137AUkLvMpZ0D+SX/IlL+YHU6rE+X1AD0EbHy2xdMsoz1HFru3P+d
0I+OmumPZTbHBnN/+Kvr6f1oTBVkuaai0sO4J5d/nmdCQtDEP6aepW8UCt92e/ffOAveD0SrzyGy
gm7GLTjjeX+NKLUE2DVqZxQ6p+HnTqBx9i/tBHQOABTP4TiGeadvrxXlEM+0fL+ycd+L+Ub31SA7
2lb87vOF8sGMiMtnR1um8z6E6dvWDQ3AKICWkrN5b+dqfPav7G0WgkniCH6aE9s5eXGZZREBV/RJ
XTMq99Rbf+QghPZJ1P74fD7vAgcbeQniQKJ+8jTysLdfCLQIbI6WckdialjOWX23/Ho2HwyCqZIL
1pi6+ftBWicfY0zcA0xFi+LGtKLmlR1lrn97Ku6cxdueyhGFG/jbqeR9WdEJAuuWdkZ4xf1S7KtW
fpXTvl8Azvy+dNgZCD7Rono7CvFtjDZAGyz00taNpcncug0KMYTPXtoQwX8+qQ+HM+ewFRA9TfqT
4YKxKQJnpFSql/14l/XDtJvx30iEO8Pq94eCbEIkSTJtvdusuCyNGq0BZYGkDLCszIvLvZqSuJdV
7H5FRX23JCg/gPJHXcZQYfCe5prwPD00cj2sUTF2Wyvkfys1YvF9PqV3oxA1moAhOBhYD9apdbeC
mVNnMgxygSy3horrUozub7+4n1QFSErYJaMl4Bhvl4QUCUiiOsX5g6S938qZFEeWnjvXxJJmtf98
Tu+CcEYDxMEhRMBP6HiyYwdpNK6NRyP9jDS+x7EG7AJqjdejBpAQR8rw8Pl4H71DOKXgSbgpiOtO
xlOTxK1oqXsYflFSVmy9Ww6em2x/exTmhVocq0E13sVMCFirJRTjYBFhSTHu1XwgHXSDoRrDxe+O
5HLS6S7xGXUj4JpvvxYGobUwYzjJel5JpFYG8IKLxM29+ouBfrJIfsn1DegT6hyZ4TMKuoZ/vh2p
Cfse5yH2bjaf3Z2XDoc4CPQ/ctAI56IBhA+EQJSXAtdmGoKmkcHExk1mM+L7hu9ihHIxygbEqjg0
qspeHZG+A9+AZ7LW5riZOaO8kG1nPaIdbqBAEmXNhaPl033k4ae1ofA53tlmW4p9FUgaUU6FUA+N
WzO+oqVNxbENIcmg02VX4S5t6DRs6V9+q4LeSM5yZGMfGqvFx1efs6y7AZrpBTV1XJFo3gDZtFCu
uusn4YYXTQtqDkEY1ThWIUK/ywZAw7mHbe9s6hkGiPWVhk1dGd7+y9QNdr7gLMdBL6ztYTuFY+le
tHGjPSZwZ2lbOZKiz29/d8oOpOTU7rhYT/cNbtQNvEpwljIkhm1SpaDx9OU6fr87YXRwl9JdpNBr
nSaPqIsKdP+4HpB6pZxkZENwUXiSGLJX8BofxfRF0e50e0KWItECVKUSoCOGMD/QLxXssu4zSkR4
AZZI4b8OWKRtYAeEX6hcfDAKByn1VSpkVMtPC9iJi6WABdxjgcgYoTgizjDolfzm8090etkxFw+M
GbVHDgJKcic3eJDFumwiFdfyQpZ76OJoxjVZQAaQ218mGh9MiQyNDUroTyB8Gi6kCaYcZSmVhewV
hPNyroWQxuWfh8D/GkjxV4zif25eyoun/KX5v4Bk5HX/10DGxUsWTy+/Mgd1fv7vzEEHoKJqcEBT
8EEKY455/oQwKi5SpQhYzBEey4QKwz+kfDSXf8mEKkxkRvBH/PJPCKP1NzTMWFIWvqrskd+iDr5d
opZFrXi+6KlUc6x7BIBvt5vU41CjhN5sEMjZIY2zjIv6jCbS+pfX8UFf6m0W/Ncw1Gs8gnMI4drJ
1TFOFXt9GpuNVNAzb9V1Nv4RGD+MITpmZvpFRDFjQn8pSv81GhGFxVDsPECeb86QlClpOE02G7d2
LkJKDX5c9d9jxannfibO0aZYDSlin+aoUb6MjgQ8j1qQ3xROfBB0p4f62rS5YIKw+UP1vNu2Ue4/
fyHa/GL/eZn+9YwusBuqDwhTOPN2/uWc03pE0gdvaDaBhyHuiDymISAiCTY4Wh/KTaRVt5Wmb61Q
uRapDtxPERVA+uFoJt65qg+7VMHAWFiIKkQVFC4FSuLnz/izhnz6jKwxDmRuABo381f95Rkj08Lr
3q6ajeGY0I5QQNJkve6SCEpUop8pZvndHDCzE7j2Qh8/UHrGHQCZiMHIt3UkLXor8gHdx8eePGlC
MaVESnrhqIG++vxRP/riZOSsYHbaXKh++6SK5RgOgprNBqRTvhH5iDNeDGYWiVUMGlDV5cxsqMMj
sT6Bo/t88PlTvXtNNEFUeLwwce2TCEyVYBBT8ACbrI43hR2wj5SHz4c43aaEizD25/WMgYtGPPl2
fpR5SNKMpNkgqrdHpm4bW/iDoxX/+TAn7Rz+/nkccNaGys4BPn2yKu0W8HBSRM2m9uqXEBHrwyxZ
tSqNDMOH3MmgHmDHEY9ZiCoKVrhVUl9//gg2B9ubtzk/Ap5DKscfGgn85+1UrbxwsiyFwUjrDHvx
OAHemIvuD9BE47rF+lA5C9EC+xaLGFUUJdAewtQyuVele65aqYA3kmfxC+qMqViB5nKB4BrDjkJc
v9Us/qo1TsPN41AHh6DyLkTl5AercJD1Szu0QxAsj0xtoVJGIPEW2kaT9iXwUrkxwhAEZuhcdoAV
hmQK7soSkFGbhOdEAcaWxzhXkHZYoRZpAf8awluzVU2ffm7k9ybmcGZQXrpCd1ZmnKgLZNqxo6xp
pTRqdN6nOMb1TrlrR1VD5x2/btsJfVCyyjelxxZc9ZCHCbEsM3ME8LGSXLqBqqzsbmtg3bwyuhbK
hRd9sbFmWvu7z2GZs5jTXJblvnj7OcoczZoub+pNVgXR7HQB2DbpI5+j4ZqemF/08TUEtHhTDS6u
IEJEGIwVtbmLKkN9kbF1D0S4v+wlGVfJysYVNUdHJi8hwIWu4o9deGg67EvqkAOZKSvfBsCuC4Ew
+6KutPAxTOATxgnoD7QwlyF5/QLFwtfPl91HGwxlUvQjfnadTiUxwI8OFtSWmgMEMH2G5+UhnJrb
SmYvnw90eu7Py9vi6qZMwH/Nd9pipFd1Kdt6I1TcBIoKxWd6BZkyGzBzamUS4fyuyR4S1sFXCdwH
n5IaDoISKja5bO+3n1KFtKuJVtSbJi7Tl6pxD5E9aA94An7Vcjq97pmkiVo6mi+cq8a7kYKJPCsD
RbCZCudoyWrmj5k3IWGGOZnHOBA/fvul0gGllk8sDzD6tKqkKfhfgkOqN2obmyvQiGfaABfAslus
yJFARu61hfT0+aAfLBkGddBZ1NAz4Wu+fZ3krUk2gJrc5KGR4hadnJs9FlpogxZfjPTRsUzJhw9H
oUSDHHlyLFug4r0qrWB1O+IlHNMnw+mnDXoGPo6m2CP1w66X7WulNoUP/uz5X5goYBYiKRJN+qVv
J2pXbufUHuumBvoF0vBgR+26gY/5+TAfLJoZsUTB2yVbYry3w3gyo0USFPWmnPQOFe3iPq4zHERE
trAz7VZAffA/H/GdNgTrlHK0xZ1tIw9Bw+TtkJqGPtVQK9VGRxzimx3CHRbNLoo9Tt8xu4ZHGS0V
wxaYz4T6yqW5+eA2YtW3NhrpNtpF0SjsLxpGH39sUAwqJUu6qafrypaKwPcl4mMH6rp1kAqv3PFJ
eM8zMh+1qUGBmyaPloekXI/u1RdR34efgZwVQAWpOE3qt+/EoZlq1b1Xbaw+uW69fgOH4xyNpotR
D/8A2REuP/8I82f9NXqavwFYOSSRSGpIkk620YiMGSemVW2yyUPMsfxWJd0X3/mjKYEL4fIi1UKR
5eQOC+0Eq7eprzZhHWH13HYFdKx6XPfa+D1Uw71UvhjwXQbyc1L/HPFUuyf0ogLCzMiIpYCDHyjd
pZhd0/Oie2osoQ+r2imSjQnCcwlNf0vB61za6UPX6JTCxdZLrGETOM1Tl+uHsFJyft4YtnAkvriO
PjrETM3gZqeSRBJ4EjijUAoOv5PVZpbbc7Lh0BvVBUyt3+oH/owr0Zz65zAniyqV8Itt2VUbu8Fw
WaFqF2Z4IgEjjb44RT4IH9+MdLKcEL3xYqixFW5T03NsdKu8Uy4zad8jZfDVV54vzNOl+/Oecyhc
z4i9t1ulRyIqMrOm2iQG3KDCPE/hWy3qVLtoXOuguhk+PtkWdYBy41jh9e/vG1TRKc0hfGnw62Tw
IQYELFhiOeSvVQHI+Y8mH8T3/9koJ4dy2caDHhGZbUagvtQKVmOYfZF0fBARuaBvqFxz8JO8nawN
NM6qoKkMsanlcOjK/sEbwKxjg+lEwQ2WsNnS8qCbfT6vD09ZMGu8OUYF3XRyJhS2hPglEOEDpapt
0CjGzXm8xl902g0Oh18QJwAwG22bFJmxCzTz9osH+CCwpuLD0QbeD4DAaWU1GcZg0BFo3ORCQ1Qm
w1UdQpSdQkYL87uhSh9MEb+2+v9n70yWIzeyNf0qbb3HNczDojcYAjExOJOZuYElU5mY5xlPfz/o
VpeSwWiGSbXtRclKKVFOOBzux8/5z/dnhUdjBCrnMr+y81oXPn7uylgooKXhin9eCimpLOtpVVR+
qTWBvzTZz3iRHoZiMuxGE1CJg0d0NCO7r8dG2SPSHv1ukL0oVg3gi/jKkUxJ79s5iHypLvZhq+Pr
3g5YO8DqxSRpcjE+S3cZGoOGBL3TlAtW8UNI35Lw2DZRe4DU+jILDUj7SQODbKV+17WwqqQk9Q2U
4I6kDKLbjcIuo3flS4+vl8diANwq0CiU88Z0YZldXZAKO5aDmKY+cPFYnD+OEaZo2DHeVY2xS6Iy
2tNeProUsADrjPlNEVbdURVTKDJL7EGdf5qGbHCqVNlPzYQnRqz48HVqRwlN1P+LTmelkIouAAVE
uTjbe0kUZ5tBqB/1eJY3M1bcu2BRbqNJgWlUxoWHX0jxVVos2RbL4FDjk+W3CwiY1jSPQ6llm5l+
dUevemo3khRiKEc7YNrgmUOi4hfU1re4TU9KMe9iAQB7iILflspGO9AyJezK8FrB+cIxiRZAAp0n
o4Xj/77fUYKkUKwcFzC/Gws6g8cltFH93IttfBdayQM/deUjvDQgFy4TGBiCOBbb+wGpC4KtjGpA
mD1I/CpDkNNHohdI6d7EyMsZu+JKcPMhpcXBTK2MCi06DmRqf2YffktpqU2UzVh7lgSZtezW2px6
JL6Sx7Iw1ha7+Htf8w/1IbW8ytLu8zz/WZXdkV+tuAllXJCCKsp2kpXIrhZP8y2+r8WbKsjKpqff
i7pbBqj07+8UpoIHKkoe1Huc0++naTbzdLassPIBhhxNo9pDCuv2Sx7dmgpteQ1Ouji1L6jfavnX
IJiPajP2V/aKC1uFufpV0V5ArZZK9/vfQR1rBUdmo+S0Qe6adbT3dJoTLYZ55WnXRXZ2plKTXfdD
DEHIOJydqUpbVTi1T6Uvp/k3PdE2XDiuRNjr1v5hCDLqiDdWv5HzCJdsRd1jt1H66Si/tFCnnKgo
Xmi33pKXwXiG6EcPlXuj1a6J4C8ddSiIiBmoQ35k0RVpgtXIJJY+yr19amo/syp40tr8bo6KO63U
cF1Mhiv17gsBEU7aLOL1OkHO6OzNpWZjLiKwej/FH5SO0+WRtk6PYru1wX35ymCXpnatD5MIpdrx
IbvRz2COJtOq/EzT74SEerTaI4JXdGy9ygOuSo9KrT8mkXhFh35pYqleABbF8I2A6GzVaKOOf70q
Vf6ARYXUepC6aR2lqdmtasmjERtz+jR9/fzD/PNGeraQSFJqqENBP5B5Xj+a3zaTlF6vVuNg84fF
Snd0NR8lieua2mpvCjBvXKJmCt5T/hbrHdbkrVuk6UGadfrG4Nc4KWQTnLAyrG/HeXHCRtFMCMJ0
swkl232T/FDVilyg0HqhAFms0BXNkdrmETram5V2X41qUdxqkZ4V6Mk2ZgmnxUgFvxWsyDZLurAV
DGnJGofkGs0DeZrB7tU0chNsQLymxQ/UwClhk4PCcYe4fvx8euR1X/owPcgfuESC6KAl4v30aJmq
V9YUlP7UghAXDcqS8noBqyj4N0up7dW5NzZVIO7nNTqIBLn+ls0FXrHZ8ihGqtv1UesZZb7TljJB
HlDSDbPiopJY/aqbSe4mYWxtSj26lim7cDChDEF8p5CGUD6IopARxFHaVJwSOlTIid/H7gtIMqs3
/JHORR1MlWle+XYuXBol6izUhGhXoTItnt3FsmzSYIVopQ8Cr9v002Q4ckYGouJcJgVSiZt4oZvF
0oRgU2Wx5GC3w1aSFLSzB8qzZmpvKCxfoFaOdA0t90mlq3sQsrUnltbfpBmvV7o1SEDqRP4Ewsr5
J1e1OFUYvVr4okWitkuelCLobErQcMbEcFr/mF8TJB/2DQOFmDrfjvIoXTmXPm44koQGT0Rdi56M
8s/7NTYldSUFWNj6wpweslk8Aaty0nb26H91ixmuU0wIa9JM//ni/nh/AB9jQuMjyYm654OUH/pa
rAVDXPpZX8WYAVp+FaF6nztASOFbE0SPrFIbIuYNNMfPx/5wFp8NffbMdRtLUL8yjsgOOHsw7eaS
+kE1XImVrgxznhI3BzmLDIAdfmkNN0XWk1xtfbm8lm/6cOCvT4OSEt0mr/CDci4UIRAqCRM5TsDb
A70uD5mk5t7nc3b5fSFIXkvmyGpXu9Df92p5MXuMKpOSOkW6kTv1MdLxqoujt8Gy7pDQ0DyfhYe6
qbcyCIN/MjgHPu0m0IOtc7scurw7LgP07tWVsC965R7v8T/mtINpWn2vu3oXJlHmmM1TMZe7K2N/
uGeu8/vb2GcPnghCHEVr32AY9xucED0USlRqufTNOtSJ4alWky+TKTxNbXVEsnnlQ/mwla7DQ0Kj
bkmGlarH+3kPCwO+SmoV/mC+RbOMGDM8jPWtnCVbWg2uDPYh1jkb7CwnsgihwAXaKPy8aECoyJhU
9O6oyWSts/9wqHVZ/3b2ByLFQ66Ghd+KhV3SAwYC15aGB/qZr6SZLj+URiMUsT964DX2+W0kBaBe
rUt8IH1ngEbV9WItFU1cZZf5hIp8+CdPtu7vfJH00p2nBHMqkrg08mSzBfEnBtNiN0NWbUAXy24/
KdmVFXrx+X4b72yFGGM69CCPCz8OqztDGm/apt7VEIhFudt+/jFcHorywtqnjQrl7KUlM9nhDBS9
L8UoASrcKq22dJosHwkPrxXTP8Sk62KkrkDyGnErDUTv3xvd3UVAuwLPNau4Q+u5Fzf6qbc6r62X
XZKhR8Ap+vMHPOvMZhap3JMP1P8socMWP/sC1EYUxC5YX15P89wKIGqD6K2rc08Kq52g5sc6qmM7
xB+i6IzHbGiuXK4unBrvfoGzKe7VSh1FDL/8OkZ2k+lblQpFZo4Pnz/ohVODh+UGR8qa4sF5+yM0
jkWPJya3laRoT2xe2yBNry1NBFe8pHcxLDVaREvEZUSCq4z87CV2C9t2Sgyry8K3OBaDBxUL4w0R
gZO12LWMYnQ/V9Pozcr8Y64Sirek/NxUjhWSX+JjKtS/zLKqV1eHwTfMpNl1Pfk1LIMfcebVN8bS
bGe5PWAqcJNM8v1cVMh3Y33aDVI0bHDVxZhwqEe7HybRIcYXnECunslPtUda6y0fUMeEn2QBLg3a
7Sp56ZFAdClmspDH4oJiOVLgSkljvx1y81c5iOG2ySLtWA7xdiiEu6FX8kPKSG6pLxaYVHEv9VhE
LYNywJ2t2wwozXHkEbwR0e92aCSslA2ePs2XPyBmqKc6UL+E5Ldc2vH8WoO2YeTQck1VeFagxR55
Sfg06tNjx+3YKa0QWrdSLdspbEBOz4GxxXW2sKHB42g9CLC1hK505Do59Mu0LTHatK0c0LeR9fV9
lKim3xdGcKuqueSjksvsVEdjoWrcmnSpc/FFhu0YiF+rtn9CpwrovpBvjUDapQDVK2p7srZp2kpH
byAbX6OVQh9rcnvENbsj4SfMN3MqYlyCxdp9BJULCFTS7CmWm07NF7aPGhFGyZo8HKM0/SksSr3X
5bk6iQ2hZ49cdsbb2aOLVfP0UE6OpgaTQQRW2YiR5ql6J+7GIjxKgkLtJ8/GXaxKg1co0qMyh9+D
fEzwwnmMJWXcx5IBrrNqSvq00h8Y31SnYWneuGbDTdUtF5UzoEt16XxFyRJvFMvtiLbAUxGEcQam
uOahB9jiGZiCDJRglZkOulvL0a1Z8cIk0VzKxspW0Av8Txbe3YjRtB9PHaThvtS+zJVKVWMKk/6A
OAdunqkEmyxZifJY9uF+2UT7sYnbZwmRi43UD2yokcu+BJDcNRa13Kt9O21zcomhk9R4roblF6Cj
GdRw0G04YY33UN7RW8tKvxPa4KYCoP+K15K2D+UQPjaIUMErgUrZLcRucDDBUTcFbJLxE/mmFU3i
g6JqW7gF+A1vhgLLv+0wScKNrtZpQ/q4geoqBbNtyZEtG2G0GZSlve+LXvaNBecv7mMpjdTa5JDP
LWy8jatDTqliJ4iTp7Vt4idlqfPj5YshdluJ3pzvWq8D1k60B+7R6Qu1TVG2BxSQwFL07nukVLmX
0E+6oqrb8SfgARn3anUc6r0l1wAihRmXpDTpAfNIW1h0q4CfTmS8jHFxd3LF6jYZjKY9IIGvRjRJ
h1oEK9hXmWGDKltuEQViuh0Km77hnSwwtzypbvvGlXpubNDdMAEoFmvwMwmTaDsBPHWUw/B7J466
F3ScrzlIRghOTbjcdhXyMj80wa0izBZPRt4G7BlNn9qVNNNHSKe7vMFlgLSnGTbYCMgtEiVQaDIe
uT1o9aqZDNEzAIndCvQz3hi5NexbiW9mIyV94UFebx/B6Ug7FesJgFa5Gv+YyuAWu3eg6UOre3jZ
xs4gBuK9MFAzXrnZEb3EenEMknE3jO1JicLRwYrhD60XsDGrIqzEq9paGkeINXKSAc26O6nVwtYv
02Y84TH7gHm903bcoCHmd4c0BVGXV4Hq1rQJiik88D65Q6p4P0rqJgqq16pJ/mhmOuIMSzhoWXYy
Q3FrxFjyLUD+jFgvXQMIiNM30quwLKRlRCQYvZmQSc6y/YzMxl/okjf17H4RZzIxcVN4wF4yl/vH
F/QIrasXerdJRenV0DgxagIfZw6VO7PlGkJzKB4UUXdHzu6P3GRdTO08usMY7qQIQDlHzouc8cdW
Z/xioN6BHH3T1cOBxvLnose4UXkFJocSs+lfWz1/jUTu5IMpcEkWq4fR6h5TU7kR8iK10648mrHh
IRlH9FQ/DJ36puIMZI/66AXLTFE63obMjDRb90IX8Im9WH0DwlwXvQyovWmCktbDPY5Xmi1ZI9At
clHuXJNI1ZvoGIC8Cbr8ZzIwgdZLVFpOXVnPRRFvyHXvSjX6FSShn+TtTZhFB5BDHiTEnxDmnocR
F69RGvdLKq/JUqJ4HdFYojwaknDg9HckLqVzDFJKFk9K+FWasBOTguh1qPQbJTVkh4VZAygq7mRl
2Vo6e8EUZsWDIPGlp0v+otByP86mL2nlLbViRx86Oo8n4Uc0BAO7a3hSpdxVY+mroLb3ajqVO/YZ
uzeBPgnlt3SYHaiBXjdJxZtFwi+M8oMIkckPrQc90DeANs3veZnedLl+04C3cpKB5Tg2wnbO1H0X
aNJW4Q8miKh3SRhlbq1qk2uIDfa7gxcTkLiFhW+8OusAlM3FV+v2IS2mn+PcDvua2n23z9ox1Cc/
0oe4/TJH0xDfa7laNOV9UBpT5KGR1DdhnC57Mpi/Pg/DLl2rV2E7fbcmyBEakN7HR8EUGL0wkylL
5OZo4EpYjOj8zK/yeDvL4i1q3JdQpYfMjK/dqS9cLKm5k+6ldRXB7/k1BWOwAZIf16IWsr0VmVuY
7k4qPJYZlgSBfqdUwi4Qqai2Netc/ynF2n5ujPtOMg5L+13EU627pgj4GPyi0tVZbiSF1uvFWcg/
qqUQgror/DAAjCVjNwPrT0AN+vmsfwxKpbVfF2kQoCkC1LMYO03lwAqGrGDhd5iEyrYgsEssD8OY
YW8Px72+lhD9+GAi6hlVhPBCwYRSwvvXrIpRjTaY7Mmo6TvaAaHL9DeLoLmfP9iF+xmXJahj8IdF
hfaZ98NESUwLVsk7Hdp+H1qwESMBNWSzEWv5yi330spdL2YEPzCKsWA6y6KpJYYgcIKRZuQlAUCw
0efvcvGittXiKEVLUUhRgb1jBWNeq3uu/+mzS8XvQ58LMcu8CYq4YzbnbD6EMfUDK1uP/mo3mqm9
LByIsC33g2r+/av2u4HP5rcVJqHJx5UiGlhPUtNutKLa9DWWQ1N3pcPq0oohhYB1L13lSEHXz/e3
rMW0aDjGFKSdhIKrpiLdc0VxSrO//XzFXNgFYNPQBIcqkvd4XoLBmlXSQeyQHFmtnq1XORspOSnb
qE29VDCuSFUuLRoavmnLQZqOe55y9oGLem/IAJH5DuZ2r4vDPi8HYduY6RtdmKQQmV6gVspzWEd7
3bimA70wpwxK5ZouY+AV5lmmhH7IdChxa/WVBci+3s3pJjHAuDa9pF75Ej9uMfgRr50/IJ3YZKyz
r2Ou8CKYmrr0o2HRDpWWL5s8lweKD2OM7y0irqVdJs9cOv1K2ejCzf63kQHpvV84lVCwNxg8pNGa
u7V6CLrc/3zRXNhm1hwQr5GOObRHZ28xXPQ6W2K+P23uDoW+NZWTwnUCF7ErA11YnYiLUNZIKFpp
0zzbqEF9N1EwsseYafNFrh+aOf2jFEyvBitttPqVr/vS8rC4YWDNzoGMv8v7mVsEc2pSomufkpnT
dPqmKWUAYNdm78ILWu+HtFDTQE3J9ewsaOJsmWUoeNCtqm/NKk3U1PvPX9DFISgJrFitVQ1wNgTm
DotYiQwxxfONnuNyKnfm0382xrpIftugQhmKbWSxQSW55lB2tIFAeZ8PceGFWLgDkABEzMCZdva9
onoZMeQi7u4s8cUs4z+GSt1G4vwPTmf++2s/IBdVNMNn0zVMZj4BC8St1lhehjx5G5QislGN/6Pn
+Wucsykz1HCotYrcHlIdAautwR1N86kmo//5vF1+/X+Ns35Wv70aYZwVNHg8Dy1+96Kh3At5dK1U
cHEMjfaitZ8KQ4izOetnvdEtkMJcXwOvD+QtIOsrIcblIahMkkA02GzOcrGVCZoBWQIJ4E7YJ11x
HAZ1+/lMXdjJSDUi6qCNUONZzjZLcbBQJ1qke8sl+6UG/c2cR291mx8X61o5/+LTGNTnCGsxcz0n
XEhNAEGv1nD1Ij6xo4VHGv62VkUhY432X8fNnQvF2kT7+4vHJCG1hlQvfHRIJyCitT2Yw0atYweA
wJVE9aXnWYM/WuoM2jjOkTQrzVmzSpGx8HBd2ocwuLbDXPr8aZpn26d/lwr12csppabUQ23g5cz5
cb1VlkFKijG+on25NAwSFBB2hix9xK5lCEjMMOCQUYzEVsuJFCW3HqW5UoaSL0StHJcG0TnVEwkt
/fuXs7Qw9AOI5z5J6Fvo6bYMSUEybOwvXKPSNkKCAs0y3K7RdhrpHCmU/bH9mmK4V+iSHeOgmf7I
lzWGWGy1zu1Ftvy0rFzi4X0xqo9FuXiCkW4bpcco5TRo2pUD8sJx/O4Jzs79NmpRAlhK4WcdLpb1
W6fKfiKWN7LaeKrc+J9/mxdH05Cy0VDJ+zm/M4X4P8VGxWKOV5uO5VbAa1yIansqf8XWtSLhpUVA
pPHvwc625nyifQ+HBrbMiFytmcOuMGxDf/0njwT5ag0MUVGeRRhFlHatOTGBE/51fDDOJEZ+iO4d
rmuJM93no11+pr9GOzs+h4Gcc1Uy2lIaG0OZfU14ieQr4eblQdBxAPfj9BTPJi4YjDrLK2QsmEV4
QnEvWqWbNvWVR7m0TxOx/3uUda38dqJlwyK2YIspyyW4GFiHpZtsaDCepP6Hj3O2xCvE0cOsMNCg
lK6Z/8jkr1otX9kKLq5slEowdLhBE2++fxrOOhMEoLTGAa0vjL8ULHFKwXBJdzmYGl25dF2cu79G
O++lQbsQ9+3IaKHaelNouQv9oDPF/aj/2+JTzh+Qy4aETIS64vli0GuxAoYysxhEGQfdcZObxpW5
u7jefhvibCW0fYg7szCxEgzZJatslr0bKf9ovdGwS/DJ4YbG//0bop6Dy2XPMhjnGy0S6dwovUrk
VnytCfLiy+GAMzl6YDucX/NDdTYKGNaEuJTcJkP3ZqlzOrmw1fzp893g40jk1qApExxQ7/2QgsIV
2BKTmFCn0PSNotS7tqVCUve3CRfvz4f6eNIxFO1iSMWVPzt138/eIFeR1NPy5geCgZ3L/IL8wY+k
6CSkkZ8rR8q1RXINHv9xYTAoOTa4dQh10cq8HzRdLID5xUK0kC6eaLxaZXbK2/HK8vv46TKKxnkE
vpy7wnnq0JJ6NNs572tMFo+WEgqAuZeKr9h4kFXQr7yzi8/EtZmMKB3BH5TrNU1lWljzPXVCitkO
smCBeuH494Blq+iB3isViAajWIgSz8JGqpBZGiVzTqAlYx0qHHlyGxOyKxvRx4iRfDu1MwC3a/fA
+ZVBXFD4xqmZ+2ErprqLZ1f3ZCZ6ck0lfmHWaBFHp2YgttfRWb5fCWExZHFnwbHISxW6YOVKo3ZH
c8vfDoBXeb1CL8SKzCSL/34YacHEOjOUHAVp2jimhkYyFrQr59GF9aZJJgAbZK3owc+Jx52ZDNWE
B4YvW/iByeUxF63jMNeeDIOlUIu3z7/ca8OdPRNX6zGgbpv7NVYalCRuMQi01yqAVccutopf/8Fw
EEfg95CsRiTyfgqLqBTlQR8YDiN0CDt+gG1OVCh2Fpt2Qm3w8+Eu7EtIXtgBdTojuO+fLYzZaqOx
EfPcH5fcniS8d5faQ97nGNopnudtPxvb1Rrn81EvbLzvRj0Lw3odX725LHIfNYJTxQCOh8nDpcRP
c937c6j/T5e65pO5pob+33ipR6w/v7+jS63//v/gpVQZQ8uV683GRGX+T4LTvwwytf8y1p2XTYSa
lE4y7d90KcX4L7ZMcAL8JMrtP5FU/zLIVPjv0d7D/gM0nNoS28L/9Qe9+58aBtaiULzCn+W//v5/
FX1+Rz9b1/6f/71WbfgG/ip24KhGX9e6j5Gj5zPB2eL9N9L2SKWTTpCdWBFyOEEKLo1dFIjKzyKb
Rzr/lFxGPhC3cv5dyjGiddQ26TeKGSblJtOQrdla1Y2pE+hpadpKR7KLk2vqMaDhIMsdGuF04wA/
hZjNiCrzhzmlBW7tTQq8zu77zhT2Vi9QcHEibYi1nSIGwTPp2tRyp6ERKZpxs60aPMT0yIgAz4n6
lLtWV0t1vMYzdfGDkxkCo10Bi7LyjdRZtH2dpBws0mNsdJOa2ObcTZ0nd7qOQCPsyjD/paCIGhS2
Hiv16l7p0MBkRt8+TEFNoTpPIg2NWNPQBEotP520X4rUD/TARZORSUe0Dml+b2Kb85asWIjapo1F
USe7nwg+Xri19MVOLyYUGHNnLLEtJYEkO5k1NJjaCr2JERoti3PyDbe0+Qm73PyQS/0Rq+94J49T
uDUKKfrRCvpLGSinLhzsAbeGo5x1/iyKdjIp4Fui+zobsexsiyy0ix7b0aKWRGTuFrYaSXkjyPn4
vEQtlvNm2xyp2CqeVmJYllvCkV/rNUhV5jSuakhC6n5IwkPYdd+n8QSRflMU0YFdxE3pJHBEM6DT
EXNIu1Ej40HvtCPIG4dw8KgiV1w6dWuUuI+1OqZYafWC0uimYoZlpAxljQSpvV3mSB3cecZnwxij
+zEskk2YLYlil12/n6b2tARIv1oDd/IAHLanYi35BYnSdALBr576QTqKXW8VLAwwtdso1R5BV9HD
0IcvehQpUK2E9J5CCM6l80B2HcRkODYwQKY5RLlgSg4x1zPu4pUzJORjcjmCAl8JoJK6YJ8lScMP
tvJNOmW6tcVBQjwaYfFI5IsQJ3+p0i4kiYIGKW16LXb0fqpqx1yq6Hlo5HKv641lS3NtRnj1RQfR
+qkbZugWuoZITIXU7qRjc6RJBhtRA46qIHtjsMcn6xQWNNMBclLUJ1SDAroZEX9XQosB/1cWgm3m
FVSp5iFWl4a+oKDYDM10io0U3RNvn+OsPA2KiFKls9wosZyyicqtps8PQ10iYIo7d1y6wqff+FnK
uDqFQmfnSNnuVosqgISS6ki4jNtxrIEH1ZRmB60JAUadzzRJUAbgD+d9lPXLIaDVadP2/MVoDYCj
pa7f9RDNhZ1YS6cYfXA1DbfWHCaIQOLqTcIBXC7q+K2ZUrVCDZD8YVR9WjlYUX1vW005dmM1IZXD
Tja20vhg6JV6o68uWog6thjU1igM+7p1zHSRER0FamUv1dhs2gIN0pKjzYSNaeuJENy0vWo5MrZp
Lg9m3UHQUwekfhJMELWdvqdS9seoSAW9L7l0IirKii26gBm5JTSpJMPB1JkjfhqnKMMdRxhOoyCE
8t4I5S70Fz3C/TpXNTxMul0id6PHRU4KNzKNXIo7FrTi42/F91b0PZuBKeMTvyDlG2yU2kN/hHWa
5Ld5LfyShP62japfKFFwalVi7MHv5rJ7aqfBdKNoekoNbNCkHuu5rgNjXtKCwHYLRSvYh436hatd
JrzlSo1qTjftxix3+N2PSFnFHGRrUCg/WgvYrDgW5onKsnUjm7ydkt0wja0MA6hSuIOjt2/i6hQX
rXpgS18VbOptNiT8S6bQs6nhGiyiO8LqmLcZ6j2HgSL9KpLScvWMergy1D+bMQ9+NZHxLbMEUFcW
EkMlJYMoVuZmnoLXYJhvJBxed1OXL89ygdWtGFj1DrnNqSR3nnItgNjq0EGbfi8DobgNixH/Tw3X
2EYttmmR3CnCcJrTkDJAiTHrZjAEaSP0yEkxIjGxCGmg88VaaJO7TuDuNW6VjgcpWW5wMlY8Pin+
kT6Jr1JNvlolVhPupbDWDrD/MnabkCdPykejC1waMvmbljqqljoWctfejEZnbEVfUSvtlHJe7qqg
QyemR+a4raCs2foo4CBUO2w7GrVXzoywbLHdmY3HQIm+asH4xdBK4zhbL11Rb0uz3kxDvfJG2+MS
BM6cLDvoFP2XHEI12rZ+VzRHDdiBVdpDVt+m9cyBOrY0vGus/bJ+CRuxO4TBZDoSmG0vkqsD3oCT
06Pbm8PeTqJQu5koTD0okxr+oQx0s2YejdfMoNC26V3M/jCn2b3VjbYmTX5H+ps8fOSKVX0b47Ri
Z7kuftNaYM9Wccwi5UE3v1edNhxDMcHNtdk2S3Bb1+2NWPbtVpjzAFO8OttgRVO+WWF/W2GyPUbS
DW6P+znJ7lN5JwoTNn2xXQd7KeyQVhWEAqUbieONEPfHcJZ6p5CE53nWsCIWbusOE52waHa5HP5k
/0VnZwQ6hBgtuo0xYN3gC3M0hV+VdN+vDsDoVokPXgdrAfatJ5WNlsKzqtRaAda+msdZ7I51+qNi
qyyrJ1mBXJeAUlBthIVY01KRLW8JDzbiNDpicxNgzDmpxBZF+ATkj89MYivCKFAInbaVHCGKt3p3
ajCnF5rXut/F+EZgFsOuHLjh8tPUBaepcAs0BLefapS54zYv+pO+sPl8W1pcXtlRDPgFg244hnmi
U/OGT/aOkNLJcqKextzWCw3d/chJwH4cJ27aVvQLIeCUp20ngW0xfmSNdgsU4S7KSy+tTQwRW5ZR
RYjxVROOuaIu+IOIElFBj3Lcusn7dVd8TTPD1XMJ/Lonq3803JdsWY7velw/jTjcTxjPOs2ie02g
OHD5PFOoj1ZWTXYQjsPAuW2VVGdK3BrVPdjgTSQTgkzWbWUGQI/zba/f1W2EYUhYSqkdJfINtoI4
2Y4Wa0WUq/u12ZVaBYGzMwI2cvTEbFyqKcoWa9fdoiACKBBdKj60aVeqWC24jVZlOOzHPktdI5h8
slK3I5JMW6+loONlV5zE4OHul1qQd5o6Fnv8zBBKzoSmJlbFddvelIi/DxxMX9pZVXYksrHd1I0F
0aUexM29DDcvb1C/JuV2yKXa7evlVjZBYjTDQe68RjFnVzZKER0iPcK2WKYPmpJXL5NiDVuA6Sb9
wwOGq0mdu6X6y5jTO8uadiE/Yo+q5Y55/hgSjDizpvXo/OfYiWaJZt/m0CBvscdqPppi9Fgrmehq
nHd8f7ss88suQQSvjpXH/xwtLb6oxYjCe2xZ3XiN4yOmE/kkGEI5phx9j2R9ZxjJa4m820Z//RjM
EYgQy1foM5mNdocs/0lm5KKJm1U3ilTQfFFpzbZmukMX+aR297W8rniA4VWvbPBwdziLcdQEAVHO
RykWMYYMmRhYnskuMoSEE8PJK3Mbx+W8WUK6LhJE8IVK8wKLNZ62mS66WL139moUPOZYvgf5phLE
L0pMuDlJbjBXj7lanuCwjLZgKM+t2LyuP6U32Ys4pY9xInyztPTGGDoEo+KvThiewWIldkNIQMPt
4HR1qoIct4TbZSweqznY1Fmyyaf6RsykvaDke4MmXSRk+AJP8qOkts8T5vNK+daSTwwNlelIEIzS
JDPk+jepnb5a2NsCrb0Je9HTFxIJ8WRtBDn0i7h6Ri19Untt25d4dya9lXMfKTQv7ETleTTwL9d1
IfBoA575WTpGNBGx/CDGjhal2U6GjGfgFg2SlSJUWOmzm4eIahPM3bUl3Kg9uJV6mnyQwd+6IW4O
kTzV26CR3IqgnoSKl80rKaX2OiW7D4O9VShfKWLQOlIhgQ29PKD2RDM2vyxGo4CYNhjP78Mit4Uc
RKxtTVut50aVRF8XEymvhjJ+W1Tid/SU7iTHdom3uMnumCC+VTG5Xn01OnVfGqVLWeG70QpPVmA8
hdng66VkF3mGn6Y+vWnpIRBkGu+rBn2/FLlFZN3qyTC5uZXjDrUcEgux+qJpe2HExFSfCLBJrG1p
W2cXUgiWt4A25dpWtC/iKPpWNXuynG+MsTL2EXUAw5gfYiNGW67inoMgveECQaTCLoOYp/yWpbpX
cbKPeDGtAm9jGMioZccq0PbRcluKlW2oX0DIekr3KywFr1+K+3gGqVT1Ni3TBH+dOzFHanErYldN
J0/pagTHwUhUFVKglvWtpg1bujo2aWjaQtq5Yp5gqtPgYSC8tN2tUUz/zd6ZNNeNdGf6rzi8blQA
iXnhDXAHkvdypkSKGwQlkZinxJAAfn0/UNXXJilZtLx09KYiKiQxiSnznPNOWDsk511MvxI/KerJ
zTT7u9hxzvNk3GS9+lyPZhuSTo0Nbq7ld4RHcD5MHrF1orkcOwQaUaq9OOa0FZ5EPiIX8kPj+eAY
E+KaAj8gnf6lLb7lsW8RiO3alHl6XtPkREhfaIhML7t3h5w0D8+aqMWHpY6+FUmqFQHMWEiqUMCL
KayqxrdWix8an6Wc9We3y8Q3Q/XxjUwqiws3UucpaWT56OtdaYVm0Zcv8CbZ1tss43hBITHfWjMT
TIxE57k9T5SfnZp9M8uNFs9Vjjei3ZJjq2sZuTNlblyOtHEaEZdG54QZCDkxqVEvn3TaRKq8xCO6
2I1iUmryKOpwoC/Gee224lhxZpXJY+HVJX0JIrsz055HwsGHAWTbLwSmQ8Rea3pIBkMfA1YOLqL7
aNq5jtTBvREiYJ6aGBeOM9X3xG6b54PABcNs/RhDVVx947AQC0qmCZhYbonY3iaSInlj4qmc8uvj
EBekQ1Hn/A3go6CBRLqtEO00B2LoC6qrEW9M3Apt51PcLS5bNwlCF3Y6etVmMA1KQGXP8sEqGeiF
pSwiItbNoXN2+ZjGx8VTE2aZ0PYv+MXUXawNzVEJDdEQ4fXubem6vDQpwVJ32dTkdzlerJ8WP1Iv
mm2oZrPo0i/o76ocroahI6gsurWzUJPO8WoXdlbtWquggBO1xfRyIURh2bQticFhPNrlsHHZMNzQ
Guk46ZWlcxMVjc18fRnZWeYxg9rfQGk6Zp1fFmE/ucBAnVMpyUe3lPnWXKrJg8OX2grg2zRRhzUF
X/8wuJdeW0xMmpp6OFBZeiJcDHeow3zisAwtDy4++7iy+yBOjezW6IkpoSRYeQpNWhPN3ZHQ/ZTm
pfbZkDgg7gs3T/VbpWz0JwRF6F/UtOCF24lMzhulLd/qlBBlcrDLlFhmQ6/wuVWz8c9k9o/Gpefp
N+bW9Uv/3kT/jdP+ZfNc3fby+bk/f2re/811vW8130UaJz3TvX/W3zz1T2/+B0Vo2s/Xw7Ocb567
oej/NQhc/+Z/9w//7fnHT/loIGoDivzXA9H7567/t+Cpyt8MRdd/8/dQ1LT/Wh2/AdEIXYPIuiJC
/wxFLczzQdgwgYLHC8381VBU/IWiFKYOdqBwiUH+/p/lvmn8BS0JGqwDYYhBq2f8yVCU6Kv3M1HU
pExYVzm3u1LQVwToFR3AyUcT7RKOeoafn6F8+9ybznDVpJO1GZo8PnHaRQWjco3Arovl4C3TlShk
vatK3Q0nx3IR4Y20YOhWj4Murb2ueZyvublc1Y41nUxphueuNQlrb1vMPXp9Poz6gIFI6fS0hKTt
dP2UbkXXcrrneb0dKuRivoPpm22ZBzljWmFixmnvzKTXLtTiftYG39tqY6rt+tHJXqK5Ni5Fb1T3
uTYbV/VgatdiceTVoFL9zHVUebRHKJVBXc3rEHSUyb1RJt2ji8E2jfayzTAiRj0UTfXWdfqzzB+f
27Wph7lyE+uatkmN5bspBi1wyhEfGzUz4pKPIn0QQ3rLqPaY2PJUFCUVPFVmcpo/MQA9t7UJK6Xq
CSeJx2ppv0pJdS6GbeH6BxU1RzQxu1ShNI+dKyOursqKOZWNPkhFxh2N7UZzmr0TbZV7VXnZbSIb
YgGgdYvKvRAxgGlqBO1sbDsZH/JiulLeQ5a6GwD3UMpi703+0emm46hahjUDYtNae2x7Zwg6UV73
XXzrz4yaEX499lN7Y/flveMtxyR3D/MYfcnr5V51BYaDTGHr7pON316MSw4ZyddzLDlPIjQ2cQy5
p/7SEWY+mbwkWnQ5jphmk0EfKP2LWRzj9nmaF5Qg2TFv6xtRM3lpIGq6tb+byj4NvVgcoK3xm6T4
QBvlS2siuSuywNEwRZfyBH/oS9GyoldvFnfOTvDBwx/dDu0x3/TZpZ8G+HpcDrG9bWX0VObVd+in
eHteayK7xCd8Oy+Uhjh9Gie2uBqqbqPJ3bJ8GSsM8qfPibGsae9yM860trp4ampxkrNtG3QqiyX3
vl9gZYS7gub2D1qh7aS27Lq4/mRHd7VJL1LcSAPdyzDtB5HtNS3Eke8q1eJTjdJCCrIwlbgwe/uC
rMwLUXm7tv68dPcQI04tKR8XN9o0pX1iNfmWivp8Hpczt7QeUxlfJVG+n/TiEr2igFPHSq0jN23f
hTH+B1r+2I3GGSnZJ3aTh64+h9PM20mOK4TFfSvEOehKfOFNxlnZJI+2eOINOiwILoxR/5KLL5l3
YyQ8p5aYcuS75aheOMSv9VzdViNTPg9aVd7SNpinbvVQachfmPEeLE/bevgWmso/y9zmU4rUruub
cHLPO7yhvHzYSeOGWLB7I3N3ljpH5zfYB+HQpyt33vvzdCQ46SCdz56WnelxsTPzbmsRSuVW5l6k
eBN08aNfYHhkV9H1XKhbd/34Eg+9yHjSDjdW+1zO1sbMdpKuvrKz3dQTnQRVU3mnjmx3nt4dzTrb
4f10XjvodSH0oUVX2RTUQJVUNoGs3W1f0Aib5aWtyYfCtdHAR59cJOb4vx01hOWhofnXY2MfNOd6
jFtug9gjHAe5iLd4X1el3M7VeIJH29ZOHmfLvur6rsMkscBIRv8cteMFsO09LoffDDILAJjUdkEU
F4z9lg7NdmrMIqt433cN9UJzYsVnBH5Y41pKW8EgBGq+bGLqafmfIB1cmb4MCw0TfzgAVSjTHksH
A6dL4+vszfvJWTax7+4WuW95fZGHb918/Cz0OGZXiF6SaAl9fYnCvs4PfpafYnkDczKODk1VfW8Q
ebGhR0AqtHewRM7kMu6cRN0yAFWbAsHVlnjfNMybwr/3qqZj528e/SiRRyvJGqSFRRt2rn6AVntp
asuRmDHaIaVlh1kbvcsh4mt1XTPZ43D3PRnGy8gojo4P9OV1Q4ZzQHK9Vk449Bu8HO5JyT8NGgdP
xN4QX/Jque3t4mmox4uuQKbZJlLb9n2ln9i5MR77RtihM1vlhcXJc2OXnbiCw21cCP2BqCy7i4oN
4eEblelhnH5KYsILmi4ueHdbY4/+dNf558pPnwpqwCBvyoVRD0lbcXcCCnPdl0yjsrn+pJXLNqd1
LvIS3cZeQxR6mVX5aT/lWeDCEws6GdkbEamDX+j+iT/pO79u620bp/fs+UVYzrci2iyoWveFXh9E
5j20yfiptvAISKT7SaYtTRwPK3fzmZHMcCyrq3R1jxFpRBNiI33DZfdsFPV3xlPflsG8o06HDqTa
MIrzE6/SL6GJ0IEZ+kPjNNFTI8G2iKUMenCL3XRWkUiZq4AuDc4kNX+YDE3MeAwcpq/4QNQg7+VA
m6aXcgqU4Wx1Pbtn5NifamYWo76bzrPliTnqg5r5WyKYEMCXpbf2OMumyrTvei6wPSYlUMMkvmrV
Jo/NeUdSHLkRdnFRNcQY+zSbzto/j8uDPpgv2tyiIjf8jkCLHBNEM44CZ5IDcKN1BPY95kV0ZyzR
Y66ia79JLsbKf1CWelK+uLJtTiir/55Mp624iWsiVpIV/+NQulMt5MpM17WNaY8601p8HEStp3tV
42STNE55pEEzgiwfaPMnZbJ9F7dmEU8c+UzSR0Lg5Li0e2z12l203rFCd0Fg/CLa1YUxnPeJxzc9
95+r1jI3RC5HR8BVk47bjY8YuZ2nDuc3yGrzYEckl2hWOz5bWg+3q+JtmAbpbOg1vCD30/7M7ZPv
lUOenp8vR8zPGCMuKV2QUY6nVWTnx6Rz8gukyPoe04Z+560ieb3rvWBmGBwP8kSUsgHlGvjk44IN
fsDZwiu3VRb3ewWrrMUyI9Tih2b60qbWMbYbLSz96ApT/xL3Cf2M8sJmn/LutN6/JJTidGIbMXV1
Irs+qKdeBqalX8T5V7/GmYGufdgKe77wVHvbziAmCv9AunLtGhw83uJEcKfn1dlsZBsviZCCt2Oy
a8yKuqa/ETFM8ULrsdjIZHPm2IN3qHrS5cNeg4TfkDJ33hNQceXJdfdsc9BXAlatXW3M1TXJadw1
86zR7Wsvnr1TlTQPPXDWzkxPOj3TbhYSmj6RKzAvgek3xJ4w9h42Me3fdip44qrtoc+UEEkJDLkH
EnMRfGov/6esfZNcB3MCaltHP8lmJkQx8DQU2q02nLYac7wYZGVq5nMhBV655UaM4vtAoWk19Jlp
tf9zdsr/0nbLgUr0X7dbX57L5+pNq7X+/b9bLdv6y8Y5ElsqyJLi74bq71bLMv7C+4hmX/+HmMK/
qWrZJ9BE/rO1MsRf+AjywfoQE10s0v6ksxLOyrh6xTbBYc0UoIwePxMGr/DfUQGbfpxsspGcAMfD
RNubGfX71ZJbCSdO3PvMMLBZXMvkuO209CjsuLT3gOfLpbu4RXzqMEdfIx7FGgphVu1A8szSN5tC
lEyq3LIqv8yg/27YJvF8nzPo+uJB2ASyjfL63jMhPAYDOZlGw9wETrQKh7juPQaq5jpIiKRnjQAe
GJK0AP35PPNDkmgcPxkOPkOQFVqcQ8K0k5n2kheDVUpGIgmmcnw3SZrXeEZlAqxLS0VHAR4bGrCG
2dT50YsyZudtVyXHXh80dV6otEo2S6EL5pfFnJVrl+N1V7aeOtZpPENnqLBrkYDu2Mjn9ZPX6x6N
QeKYMQmd9AUJnps42AerI5gI57wuEgQTqlTRMRn6PmIGSk7STP7IYD9Fte3pdxQaNj5FuTQXEOnU
TjUoHpnM6vJzZXrt+DhP3SQ/wc2ZjNUzpGQ6pKqohISQ5GIVkNQJhgju7JjzxVIAPV/7S+Q/TiXe
9qf0imNyPqXwAbDegXiaSU4VbY7sXcwlZCLM+GGErcdQJkiOLL0UHCGK6Xx2kn5WMGeqlcebwW7X
yLikGTMyi70pct160TPMwBfK+hc91WYmdv4yD8JamatJ8kkjMBaiO2rj3h/JISKoCkzN7icTf+i2
Bo2h122j/JvASJxRd5NVzLTLvrfKk8zxZPrSDjhF37L3IWlIXUmIkubnnyK96Z8qF+90G8Si2vhV
TzWiR1lxaDGXzE7rvpDluZsonWOocu0HSMSSvCl/cRqEM6URn3SJmKOwXqw8XAa/uFYELW96y2+v
m2FgdIY9bpoEnXKMa1Mz+9NejGrbeuXwSTTKf+j1svkKmHkpZOPe63FGHJGTm9Z1bcrym/BiGEWW
OVg109RBPoDspPJyyqziodExuWpjRu0VYNSXBcOe8zgWLnFhDd1l2KKxklCqKpystFuzGZcAukhx
mLEG6wNrtvtHZU/NdZEo6xEdDhQAMhUwUKqGFHy+WMydp0BEe42zsVQiPeSVru3WUatZNdVplEx6
UHVATehSmPGX9gu9Y71lGkprtOh3Y9EDKsLmPjp9xo+whLyJvepm7Ezw+sKaXkAg5WGea7GtK2o8
Po58a2X6kN9i71vXoT/ZGUNu0a6gZI7717aoct2hlS5MvEb7KMvPWjtlvJCmhm9uPEkqy270I8zb
C92Ysq3pNEn5wHuQqe+4K/h+CLE70i/GsSzaTUnEn/MlzjokVdk8QbYCZ7apzJIlqjbVUpTaxTJF
3RJqjPDcS5/KxYFpphjxkM+XvGCvDLqLy0dzAxnVv5qmVH71jBwDJ6Jw3ST0pl70/KS0/uRrnnRA
4LSRX0L2Iy+TX1bVVuqjoW9F3pN/Vs9WJq461Sd9WGcGTa8e6+JBGSNGNoZhUigibMXUP5dZ7u4S
C3LgU9nhmHuWW6rOTrRmISmicFwwt3JJYrMOJl8l4z1CEW+isx1rERLNlyXHtvEYwUaT7DCskVHr
FM+uqkR2ZTVt0+x6s5ZSJ/lLzsstBQEWH37biuIgq77k7nSM8bA8G0dYDK9OuF8wF9+yXjlFOD7w
2GAYiMAFVtQ7aq/rK19ZleUHiU2n2I10zc6Am5PUxuGsrvTvf7wchyBzxx+h6FgAv50Iur1npk2H
hKrItPR+opA9aIUvDnLw6wtznq0PJLZvidIu3hpEutFWrraS68nN2fx6Ahkv9GJtNzNG8gHtij5+
wgiAYdVoXKCMpWAdyw9WXGear0/mHysSBsbrDZ4HCfvdimlsAh+wYivqere45EehNCWMU8/bDxjL
v7w4i2APPEchttvvigDbqgihyHDZ46wBLsuV2mGOPty5HjPU2MjST26nzOWDN+ZXF+gY6GPhONoQ
Xdeh76uhrnSKeJltZHeeYYx7DUbrVjR5u+tWldTv35b1At7eS6yOsTDgv0ySeZBvl6LVrSK2+Agq
djwcCDZdd9Vu/CNx8fqOsF0hvMJSgB0EgsTbVSqypUBISt75Yky+5hJrcR+G7rafi/GyZOi4+/1V
vf/kfqyHc7y+Coxht69//uoGZhGulF7GbNp3s5kURpnvh9SaH0YzI9+UZq78H9xG7iGZZpZPhtv7
CwTfFrntEr8hISgzVnURg26aRvbffn9hv3pcvBarYQiv9E+JXrYijc41xwg7IKP92iRq/mrI5M9S
rv5+XDaJ9qshNVpCZ/0qXt2+JSbAxCHTfEWuzBOzzLDYqnG7ol2dgrbJu/MZY9Cb31/aO0eUv1fF
yMDBk4Os4h94yutVC1X5Hrvw6l5XCXrGyYQSpMPIsNwl2w5Wlu7ZDuC/1i1u93rdmEXQ6Jb7+fe/
x88fH14RAsMSan/KH+fdx0fivJuZHVTRuIoZ+pHJSTkNJOLN8vT3K/38MMmlYHNBo+7iHPBDJv3q
NnvURmltQP7q48q/s5fI2C3dbHygNfr5eqDmINMicQNdHWjV24dZuWU2QntiBuNz5nW+6DYJH/0R
lnnzwb71iwuybdMj+GYNQsKp4u1S7FlZbDtVFBAChG3dbHxPlIg/+LZ/cT0oAMSKuVnAbta7b7tw
bJ0xTebTu0c0OLEFHo1PbX8l8qKf//yKHLhg65eN7AFz8bdXlHWJM8Z4xQc0BQ+aPjLxi/P0g/fg
V1dEr4ninncAKO/dFTV2a2qphdvZwvaUBFAB+vyQjxXs6aru2nHzx68dxmL+6lfgrvD1uwPbmeFV
8xEyHnW6YSdk728jbSm2v1/l55OTfQPgFBEsHzWSjbd3jpmVNpKh5wWGwiBZkCpmIPN38ztLTOpM
+j54zuy08Kb/B+tSZ6EpxirHfC9+7KfRkPMAh7LFF/KuaGYjrAqYf5W0+2+zoY+3Wg177PeL/uLF
x70GYTxWE2wZ7/cMK/VnV+t8f53MgnF0hW5+FaqtPnhyv3pRiHpFVcN7soLLb+8pg8zRsMl/B1mD
YWfP8XeqMmxniMb44IJ+uRKPhIELi5Go+HalMdMlU1wDAz7dwHgBNkITWEtnndgwX/IPFlt/7bc1
COcmgxA8Zwh7RWD0drHJieVgOB2LRcVeFItDqIn7TcUmkzyz+cBN7OdHZTli1RBZNpJchjxvF8vc
WkaLVvnMVkY91AkV2Wh2/ZEnzI8S7e01rcv4NleEFMB2393AJGmmIqnINCImR0WbwVEAZ8MshjVi
rCZ/dJw97mk2uskDuIqEwYJ37hCYWuI2O0KalB2KKLHKYIgr3f3gRfrlTVi3G9KkbYRV7347m04z
6kyuGleJNnQi8PzZiaYPnuvPWwBhhqvGlX2T9/LHhO31+daoKPEG4AQs1LRjjfTvKtYJuDVIPr2d
3b59SDGi+SD75OdLI45plbDBsKDREO+er8KEZxiX3As6bus+sedy0+GJ90G9tx6abx6vgb6fMHsT
owy+j/em4W6BDkebOiIa50p+s1OCuoO0yJlEpaJs241EHKRdJG1WWkfbTk3ng1v70yeDRx3MEvZx
bFpQ9757gC5k7LJ3GtaHvXUc4oWxhSUN+BrVDNq79OmfOVBRnbEenyhOABywuuO9+0gHH0/YhG0+
aN3Eqj4RQB4tAdV0bJ0uRqb8DzqGnx6jYVIJYgZqEcWM35V4+5mKBnUelmE4wfZKbPwI5lpdTx+V
7T+9oesq7Kgc8FiPGt672qhA8+U1CSl7RZ53O7OqMQHPrS40amGEMEia7y2e3R88u58L3VX7DZCF
zs9mef/dqtXSR3K0oF7mPkqPypgeUsf4XPnuhZd0d3Y5frWgZljueJfUsD1+f1QZ6/H+9tVFrI/v
ChpKGmlE22/vbI+fL2m1hQ37z5ZbzdLJHsaRGxdbe7pyWsZobttn1xhAq73Wie5kCG2Qt++//zXe
PV8KUkxN11+DHheXJv3dPciMuqp8zAfDzK1Qw/SqD5mFf+Si+qtVyGJmI4B0tZpKvL3WIo/npUkR
GNpTO4dpmzQoZvKPTDjX3/XVHUWwjcMDT5JgNNw/+d+3q6SVUGxECu9Y1ApIESPHf+q71CtC0vzk
DH+IAORdl7S2uVUEmy1Pv7+X68f+bn0sBNaShwEFdeT6lr/aZ20RN16yNH0IqKvdcHKMCI9MZxI7
Dfi3/7NqlctDy4sHg0fqocHRtt7zV6s5jMjiasJEuI+BIXJuPZou3MfLwHGVl21+f20/6sS3F2cB
+vC1QMAz2eze7XQTQLFMjWYMMV/UavYDjMoUhtCdq/YjOq/+DDd3X2w6QzrzXevzC23hcnoa8sFC
ay8s6S+Z2gwgI86T1CPD3VgjbIGNK2LjbnTqMlmZS6R9gnEqlAhzYgzuRgAYPc6FkPo2w+rf3zmR
sSAy6Jkl1FARdCv7+yn+fwrmv6MOf/XQV4rnP9TNi6fy+T/+/epZDq8hwR9//W9IUHO8vxwGix7d
JNlpLqXvv+iXmgeTkrkcDRPfN3+wvjn/gIKa/hf6cKpxrC/ISLLYX/jDf2TpmuH9xbGt0xLjcsgI
EQjxX/TTq7/fvN/p0t9uMQ4vJMNWZnRkFfJDPefdQZXYUYxRQhZvW31JgqbGtsEx8uiDqubtFvPP
KrTwPgApddv7uBnZKFG3eRxvZ9ncaJm3b+C4oO4+t+rE36T5eKWZ9curp/DPlb5W3L89HP9ekzpq
/fIwtqPlePuhVx6EIpJ1NVgss73VCb8A7hiio90tT9M4mudTJT7yg1q/5v/82v9ek9EWT3t1FeD8
f7um6tmxyf3VNg2za8NPVk9yIj5wUSl2v7+6X91Rprprx8EcjYPo7UpGDc4Se722AUZEzQAUtIEw
UVyoeDSCGejvBJpEv5vLqvijDZRrZL21+1jJwfC93ofjsh2ZFBmiRWnkEUlcW71xW9a4LW/ySCQf
2bn99H7y7dhUqwZmH1g4vDeiQhIp487Alg6LGHIO0m7clYabnPz+bv5yFVZiqwZBxnjo7d3sZ3cu
isyR26GYonOvKpKNlohm+2errDUTVBu+NHtNBP1RWL06eoDpzM5KI7kt+mq+8keh7Wgqq/D3q7x/
B39UZmuyG3ML7Anfty0N2QirR0GHQGlB7l8a6rY2I+eM/M9o//ul3t82liLS0sI4w2ZYwjTk7W3L
Tbu3SU/otvPsO3B8gLdUOX7kfveLVbC5YoTFffNwHHr3cOQMPcYDE9o2itNP0xHIkRIa//nD8Zgq
renCgED0RW+vpZBdnYum7dCge1CJSqwSysGr/3AVNgb2erZATI0Y8LxPaWTCiN8j2O62bf3sJIsa
ItejnijPD7aH9fN/vRHR4JhrcPXa21HqrCyV11UOD0GOg9+SQ6J3mIToU3ciND3/Else2eBeblVX
v38V3tXlTD3WAFgXE2m6EXAS7/1BUtbVMI6evk07GNZFa+qbwdDyHWOG7Iz806fYKv09NYixnRO7
OwirSI+uiucPrhzG3fpCvL54l54WcI1fw7bwbXkPIXYM3Ed3LMetijE3CRGNjAgMx8WtTpusbJp8
heTBp6GAWmKncumXn6OmiL3rPhriea8VKn6edasrzkTRTt15Oym1PGDaZPVXNWdpeeZ3WoKCGWMT
tvdBrcYgmQJQ1yBgphhYOCoOMa0i0goVcnPVGbkad5Vq5FGvx7ILJjOBUusDi90RbQAvInE6VxD8
1pNWNs0wTjYoIVG/Zv3guOjEEwJg2zH1jU2n1Py9iyS2ZWMfLeRNkXbDLDxxyvSgx62V3yj0w/Oh
y+PpMGQ2k1nd7UuiCipckzbJ3BCXZ+RLnWsHYea9d3StObc3MVKnI5kDTPQLv4Lo0Nl6/cnz/LQL
U70jb76yo2GbgWQcsmqWiKPjPL9TqetBto/i+Rj12GJ8r7yyBPsb1k/WyVM3I1Aokjp8DIPMTLtg
nIKirC9F0E8OvhymGtz7zpVWQ9naS7QVmAdYMHATE0EmZMcrvLydOnSlZh0sTjq8b5Yhzza63cO+
g2MaIwQwkdOXcDmrwEyFjcjAotzeVIbAnF10k3ujk6yH5GNaf4qeTx7NI9f9oi3SR4hvobUNxi7q
vmV9q5YwLZMh3iIcjR8To/NvPLMxH7WESEXsZWb02JMFKynILKWrPTRTaE5pZqjpGtq2+tLFzQT9
ouJkHqz4YWgt+ZTq6OA2ZYovVxjV8dCFXTQ5D1Y2o1hpI99Kwsbq3CPGJj4ybc3TLpnhNN/ysTGT
k4xR57LrHQQpiOkdF9+wLOtwp0jiNoAGwcsI74iQZDdPGAXM6K5CmB/4i8SufrGS9j93FdbJe3N0
4H4hQW70cMoifz828JxgdTRRu4k4KewAS5E035DUWcIsztzHnmSGB62cnXsIVlNRXnnoXrz62tfh
YpwPvlEjLe5dTBbTKFXMkBLh3/DIIAyZCNXSbU5ZpILKn/zPTj40altqHfyXVE0iO0BkHIu9dFH5
7oBWB9R9vYdFLogkmpxo6CqIXbHtXlp5ZCHMkFaqwZeZxXJEaJ0Z56OE4YFgxFvkJQ4/xB/gwuB8
X0TR3DX9ZEP3wWUUXrmvJi2o4Lw+avC0tG3VGO71XBMYDx3NJaQ2GpEvJwpjhSCJouayrgU9U9Mb
CJcFqFMWkrE33rlDhpWvBMS5I0SpsE8nc8gvEllaYxiVlon1QFG1+bmpPOuLtowAuQbJOJDStWTK
Qk06wgSz6DMHUSiQ8yapEvtclKXx7KbN4m0Gy43OlCMESqTEneedbUjALwWKyXA5l04Xn7eZYWih
ly5oCw3aQrUTtRdtoMOlDNgrrPMwl9ISKCupbR5Iw06abUdT3G79BCoargoeWnJ8o6BODyh/XpQ1
QXqb2WSyrV7ZhFYltjti1S3b+YyBPoJLoTSY2DVBWd9n32uV3BpSt87tpkm+1hxlcwBUnkwISyf7
ebBGcoWk1cV7CXfsy+xZyWMO5+7zYvTml2KZWncPI81GGR6XTrZpkni6hf5tqKDNtOJUB/aDFD9n
1BZ6CoBLfHms2UjpXetLocz5q5pR9HhJvqpD9ahviR+dIJ/FyYJjEDSAwtqatYju8K1LxbHWfHTG
TZL7UcAd1r/VVte2WyJv+XgKvgqF1YJtMwhIO+eFBg1SeCXHtjiJrDkZiU6N3fbUHgfzZCxcypyx
TNr7onMxanJhLE8hAXH1s0wH7YClIICROfvGF3txl4dS5hMOBVQYDcRFgSRyiFNFGBmKkzFwTXiZ
p14zotYxctdCsNtOT4uucL0oRF91gT0PY3cYTH2+8arce4HM3lhsxVQBIZriRdvEWHN+tdkDvmtZ
rnWBaaEXEW1vx6GycoYcse/D9hw5g7bwV7thm0IhvGK8tSq4Jxe0rsZUwA/UaCZfhx5SaGh5KXKJ
SA6D2mqZb8htHRn5bcQ7HwfRyp3C0rnAl2ww66E8NIaVX+ajIIiqNx2sYmY8jIot4oz2xUhSc8Rd
Ia53LmEzUZBPaSuu4FrY16bdqIui0stvwF/NVaYRI8JoHzlJsCARe1IEixHENWTaHfLS+WFaOZdh
Gwle/ZJR6/eYM2g+LTA9rIIsKhsSTWdsiXaz1SA1rUwdZMIYevbLPIYUF8Bsz66IDcqRKWeDca1j
KwXlx/G1dofVb69C7kRzU0/JD9k0hlhhVE3Fi9/iL4Set7aqMPFwMuoGc3R3gqbvWvQjBFHyiHCQ
SpQz2yeOlTT3XjrVCmGCAWW71fr0M1lhAq8bt3ZdbCjM+cXqpGlvhmqo0bBUZSQIICz8OGgW28T4
R+rpiHTOzdtDR+dy4xUJn/YsHffMmFDoBW4yV5dGn/dVUGJpdu2bg+2EZV+YznlbmK4WRPA5o3Dq
jfFQDpDmeC5JdD1xxBFT3g/6ucQI2ILRHnWf2HNyM+Bg9y8yRelFWv3oPLfMB/dFI7tnx1wI0Szm
Ipv3cR0Nt+NQLNDrCnKdz6FQTV0AQgU0Q9af9iitcnkYdHfBLMvC8C0yU+vSInja3i6T5GTxkuJ0
XkbOKZzRhcY3ZsjHGUnBsHGmlf0oot66d0Qtvi16VJ8MhTVUIYl/4nM9VyS+LDLVLhsSnPFgSc3k
GbZcd0kZoH+1zNXHAIcoMGlTrC5VhN3pX43O+r/cndly3FjWnV+l7nxjVGAebgFkJpNMMimOEm8Q
HDFP52B2+N39garuElnVUpTDjvDvqA5JLYrMCThnn73X+paGwbRrX6ntTIzOsdXdKlFbECYcqRLG
QCPFpnPd1ZVNelzpt4tpfNGQot4opVZqew/N36EXDoyxHi3f01LiNwh7feQmk8ac76Ha0UicnI7C
L3eBQHVg8nJqYg3WUDyQWKfqUX7FAZMOJOAc8xrbui2CKFoAvwO2zCmfbAUxLhxRq0KIgzwSzpMO
yoJBXLaXIlHhyEv6G6g9M65XJ3Ldy8JhhQuosuxms5geBnXNWkFomlk8IdouYYBEUrtMxnYhIGwx
wOIlYlxMHPtZiuLXmCvSbEYpb7u2dM8FsLl21yptRIZmKbX2pgcaJ4OsVKP+RKFuAGFhz3L2zTIa
7DDKpW6whyqMqwjyq6aNOXgldp/ETRCk5sx8QquW3rIxTaW3NgL/PeEcVQ0uxeuE2VJ4KKQxTomc
7mLDaTp9AhHTEgaZ63mJqNgb7RiVQWV965BoH7ulxqUDVIhCbO4FNwDvvvKkqk0LRGsay9telN6X
otM0KKGthvESAuRw6ZSxBh6EthOy5Sqvt0zcFwF4J4VaUiVEVWzVfMFVbLR5o3DizAH9jd5Qn0N4
nPQQ6Y14bgXDXd/W2zKjUJ4VdtTRWXR2dy/lhNV45UvrDFhfhsY0X+qUrJ2gbRE1EApHGbWR9ug4
9JyVoV79ybm2NTujV8OZeAEOFgDf520OFuCKeq5HGNpW6e3A6aDdkBhq7M26ZOCpAzSs/GrJq2ch
B3FQSF+ow8xyROFj7Ete7XGqjkMt5FfVENMt71r52sIg1IM4ixaG4k7SPC0yQQrsRZEdRAlTX0aB
lfdQ1zTtfDkLSRLgbHgXnH7UDmt0jZh+TDMykEjJdGZfN6cSbTneai3MmALfDsOM0cah7+YTR+zc
RaVbvEyRXto+xJZ27w0ui3COIbXYx9aMgp2wKl5Hytp0rvdCBRWADfi6aZNE8xulRUBvKaTtgG6L
qgdNmOMSFiCemsAUFkA2qRXeU8G0qA+8YiBetM766Zb7a9WJK9X0lhQDpW/uEXdnG8XoBganN5bY
HMDwtm3H7GAIp2SlzCdyKskjnR+bfnQHf1yy/tvSuuKrkwj8EMuizy/xhFA9SCpXO69grZ0phj7f
WFkzmr5q5Xp91nVK5myqIXZf3LwtT0FCLZLdSO8feiBLFqtaHB0UmRfHeLaMG9NrxmNi270daE7W
XiaQIRmHAJ2gruYcepKYVvnmxYxsA2VYxVCWqKd7ACIRYJxqMUntJuim9xvE3M89V8Jqu0IX4Tuq
Dq8hzpUjTqjhRSQUAX7XVxS0xOPwgckYGCI26JLabRTjzVz1zs2QrXdmmSkJkc1DeT1pfZGcSlhn
uPLikQmj9NwuDeeuJgl9RgqJ1EfBBZWZahltMEpPcTDFI2moBMR6e8wA1VPuzkPDugY6ys+sNTYj
V2cxA7OoNXhGVVTNuAOd6tnCTAKGxRZoYjMCgqeg7GPqEEuuwyinBpiHyd/7iupISDbOZTZJXirh
PrIvwCyJ0sY7nUeHIiJL0+XMdqshBU4Wuc9jEakAAwtNcF7XCvXUQuOograa669WMSbzWUYWOkw6
WHT6Jgevh0d30LgQ7KarMILCtbxtlsL+ktXZjHWC55SHtTCUb40zylevNUAiAefsj+woU7NloS6P
SSvmbwu0jlvHIAEFgeCUvkWiFc1mmKru2ei6+LUfppwgdLjnXejGSpr7nj22bzNvKV5qiGUIMiOb
LVPo5jU6SisJRFXHeOwMDWG7Mw8P6JWS+1418a7HIqbLLisv0QLV7Wwmaq4XpVu7l04cRpkHCLIy
6Vqgc+bEhudxmdm8DG887RqtmTC/xKg/ktSiRvAqm5aF6GpI1Tab+7zJ7RJbYVGvpDG96B0R6rKa
nFAQxnlNnzPr/VZT2J4xt3CIM9pG4jeOJMNo/D4RRmi3jDHjTLJY7nKAgTJc7FItgnjMsdrWuuu8
OpxwvqhOOr0qSpPJoLCmMWXSrS2Saz5Go72aFtD7pmVbBO1gm/hGxJI9RK3qPJqZbA3ftHtN+FIH
Th6qFP4AjppyKKB/JuBWek4wPC2ng45iZG08N4fUkwY5W010a2bRWBk3MN+ARt5CJVKXcOwHT/Qp
TlA3cW8WSP/iCz2IxAi9DKvgxuGr9067qPskJ62BnUO0T3iuoGyhZZHxgWBSNkQXs4NFJHzanaj1
CI5zSrQpWSU1tDbJtzanUzNr7HRj2x1IhipO4E6WzpQ92zoh4mzAtss4eMmQAaUJg2jfGxzc5F46
qedKPbd3itquFp5mriF4LeZ1JkvXCjrgvQL7VISuPk+ER18QqNiQielN9xT9pcsqNjqd4Tp8CRfq
oN/Ae7FhyWXw3+DM4N8stDEbAj1re2wTdj5edkZy2SmaSc3NKPKymA0bv3LfewQEIKz5OvWKlW9U
SL4xFwzd4iBmu0GyIEDUblgGPPZZeD4VwLbCbr+SkeyqB2+prHRTmxBRN51kerWZHY1PytdFUdlA
Pxqyjik8dDVVt3RNRpaWwlYygzNh5GbYXqtoEOHiloO7H9RkwL9ruRBqdm6fTNPMlj0WANHn2H2r
IAAlQV0bdcfBM3FPR5xA4mZKkx4qWmXUwHSKqaCrqSqx7E6jxbX6G5GMxDrSyJuyMlxyOoB+43Vm
/wUm34KbfXKS7pBAKF0zb6AdWxce/F3JGbUZ7Ahpd2M2yp2ADCy/GF1TjQ+uxMx1ETdjN0TbUQff
vjMT26MkUGNdPYXw2PSE5lRQr1DrQPaagWESEJd+aTDdqjut6Bxv2zuGxsGyQ4PFHKrDFsQGqZiN
2pYHrVkGMQekZETTEOqtJ0FlEPXr0dnQJQ0tFMmg00EwWSp9hWcMwV6sbhk1Cd4sNRklJiRzaQoO
0MbkgUjJFZFsvcJRa7aaonhVJleeD1UsK/KP+1GxnhM9M5fd3NdUi3Db6pwtwaAZaaUoRKhniwoi
lJ+26dypJI1wNLhlDcycOFAWc+7yXZf3yWBAdmQB1Xi/c6t8cUfoSDQ7Z8QXzCDq8rUclnUVoXdW
rbBBxyvOMCplHWrGuGZelEneg+fUkZpBTvWQaiDBWFvaA8yvdryxhtpCqxLV9P0v+4r8VxpleoHn
GRBADFnErTMF5SDx0FV6zWYl8zsYQbYe5Im9JKFZWW12OysEo+9g6LrtWS4QTl1NUPV4J+yJ2G0D
sJx7NtXzMnGI7HtZIiGN6P2HVaXW+uyzste2EfbUcIiQ25aA3hOjthVjj20do5AFxE3/WkYiumLE
Uxv6ZpKGV6S72MJ/NO1nTaI3wPFlT7G7SyG2KkPsS/wm9IpzQ/QRPWROSU6Bh1p2auvPI24H4kqa
phCH0REGO/GgWK2dQ3dJerlsbKdkCv19RPV/QyswvIquF6+/QWuSv2376uWxS+vqvwC4yVKZgPxn
J/FF/Vv5WP03+VvxWL38KB94/77v8gHgTZpqMehHg7gqxldl9b/hTR5Sdaa/66QDHRlf+UM8YGi/
o1l2kXxrmJERfTOU+0M6wJewcrnMoBBOo0kxnX+iHHDeVYJ/zlnQXarv80U00tbqbDY/TbuLYewV
nXTbAJLsPksPrTBYvmpagTokZb1ASgSGxrBvue5PsTucOkt/3mR+YeZnmoH6b1HVbw5N2EDh+J4Y
02uMy3Eu44MZwNEH2uNGWy19lJ3+oETaHJgpRftgmjXp4d3jkOpBq/oyh8m9SHmoLHDEMTlFutk+
AnzS9ZPs2suO4DpFE1Kcz802cjdMEupTrwmF3FnuaeteHjsMmI7DyT9IksOU+P2uNTelQam7ibpA
12g9+Qqz9Mz3pQO1EdvjXlW4azaqGTb9pZd/AeKZ1ldRdpY2wHUCKwpX8zTneMzT+QUASM/cF9fF
dRZmYXGM4rf21lCvoK+oPlEA/Mqy5hfLodgWW+teiciN98sHeCrNNe25MvdvFAq5OmhB4aaviXZV
XUNhvmmLi1q5w6zI5rbQyghiHyFFsPiF3tAh3qkksC+cT5WJTmu6ol/8pFzCfTEdhNee2P2XWtkl
/bbtnbNR84uqCNbpnbaTYdXpnMSD/uv8rDwoD/Oz+v67+v77+mvy2L19/zV51J+7N/35X/8Nb9kj
XvKd+Ty8mc/WzqapqOis9fPFILfRvPV2bX7Q15C+ddIBetPoDd84LZryobjI5FZlZKXX32D9LE7I
wV//WjyaRkCryWfeFCZXk7rPO0DMO18L6n2ybIgpGOMdnakxOuZloFnbkQkadt/6KNpgWo62wXnq
Cz/L0Xb8ShFX1kdXnFCR02T0bRqJ/FJZW3K2pzH8RgUMN4RjtDEHy2nLd/N7fj0Fk+B04HsPQ2Ae
fbHh37mPtbkBF+w87EpxkjXPunuEhuQn88ZQd3Ef0Omzpy1M1/mS15nAbQSE2IXw50ffvJkvk6cI
PIu8ZH7nVKeTflKdRUbYnCQ9YFnJ2aO4ipXnWB5L+6Dvi34b7/j2OrmbpqvJeLCq00tb3WbKVy7V
2EQaxtAT4nOoj8jO8BG7c72dlDiME4cyEjjysM/zcK6D1DwTgK+M6TLpT4xhpy4cJMKWyQgvGOSZ
43ft+URqlsJZKmjinRWdG9F5c4B1OW3hkXYH98uDReuYuSTzK+8outMk2cQ193cw6zdSuZRDH5Sr
SUjQHLjEPzy+JTfpxXm4Dd3i1H3btlNYA1Z7PFd8krOwdXgB+Npl2RK50EgoJoG8UDeJxMS84dgi
ABfcKMch2fATdaJ04o2cNxMV8horoB/y8o361k10P583pnIgBZuUBXCwEje9qcJ2guptMkaw9BKe
K/EB7xQjDoGLcuIlZwXpGFr6hFQI7vapgBrWHSp6QU1+8DhWR/iteW5et2ku1Uf0rymjoTtOp+1V
2b7R7cNqE5TFtHE4cl0t6AyTpif0kKMjC8wRolEm1ZPqJYW5g0g2ABkFtXKlOwcQdfj/7ssR+AFP
jU8086c9wGiUCCqNgYc84oTsvHqjct9lJIKcFM1+Ns5Kb4Og23fjm0S7N12LV7qr1G1e3VXqnVps
muEMJMqjnuHeTWiTKoG+nI7FmbGy4d1NbzOa2/bFpTrfwA0wm+0QH/pz554RNu2X+kvJoI9Gjj+v
ZPr1D9WxP5fn73/N333/CgNb/sxaRUs+xrf9x/8sWgWv9Xk6BXLcszAuZ8v9DE05pv+vri7A0AX3
6ruXrXlBsaXNT1z2Rgr+5kkWJX72C4uB56zfK+omNsO0555qbb8j1wIoi1/Qz60ATilXDIeDON7H
DbNBngWjfplxcrUcf8Qv786nEcTsZi+s23ITjZvRDXMcuNnCuN2K7K+ErUi4ABjHeVcrPDcc4+m2
WjHvzZPrRzxy6AHr9HTIVPXgC29XQ21n1OhHXvO1GO1tETK/HJwGwrnvPdqH7KkfgzaXgQmRtb6w
47ua7TGi11md0B6m+bck2+WiAVZnBjCLJ/1rJcyQjjMcUAUn+LRJXe4deliuvmzmXL/sQHeXHOyU
9lFo3qY6tbhp0+7etKZNYwJf76yt7gAUrKNtMTZvsVUETcYSiw8j62u6rBCQ9FtmOE8UG9+yAlf3
pEwc9tIgtfJQ9Opl2YlNRCNKNZm+LF/UGh9/jHbAMxjpa0FvantZ2RulaM5WSLQ1u6GhFGFZi804
vo3xwZWAEMcdUeC5n6rJNvMQ9/XlJoHb5WOHD805/ZJalblRONZN6YLz2VNMX5Pgvr1jOV1rEI9Q
WW7o5jCJbEOqD3zYTVwym1q2CmZYZXoAQHWRZ9oBHO/RKaa7srBf9AqIkHlMqv8Nbet/NXAoR9+V
2/mfK9BdTen523X/9JLKTqTP3Y9V6B/f/e86dA1vx4n8Xab6Rw1q/Y7DAW+0axL4ZZLG9WcNavyO
vd2mZMVCpGvmSh39Vw2q/46xBc8JZHUkr/9AucrP+aDzWetPVjPYdajCSGE23U8iJ9rYhKeYnsoo
0Fv8trRNQn8ywVLT7we3IPbMPSyOdg9a8lKY4FjBQ821c46Yic5DJ8+s0j4pOZGSInZUFPu0HswL
zA9n7pjfpZC91GS5HSZ7Yht0TgsMBYOQJ1pO4kClP3EqPxWmelWbeQKF2qsCs7ReSiACJbhbn+QO
210RmbJkdFYAa6Nx+eTkuf3aDINcASu6djtVXr+zrLa6sJCrnA6u0wEI1Iz9lGA3B4je33V5azHA
KqYHdY44tYK+DxRoN1+Syn7K5WOcN/URCS+VRWM/N2o6EUpjaSGN+/I09lbdkeUkR2NVTdIV44jf
IO9cSQdgCo2sCMTKGCb+5zpWrfrZSepurR60UEFadtFlvQVczKj6ULwzipMWJnleueD5Kue+LVkG
595zg8xkK6PRT2aMJYBaqM2liJ29kU14wHprCctMv3C8r0tEROoMYX2wZfJsFdFG1PxTWjinTHqk
T7zlAdoECGV1hBRo7pbG2ZPAsT7hbZrC1Ejehqq57Mz0tcpfOhDuEe0LGgs7byg3RT3vx6EOIzU5
nUkicPIzOeZnbgZrE76XKKEadvvaZVClVhgMat+1los0Zfg0U5llUXLHRJ5/UF8kJnuTJzoOLI18
Yvi/rfT+kuvk29QwpmviQHO/AhzaEjHup2a1X8B0UjgpzrVTegEmvQAdBrB3umkdYzPPPmiJgjxh
6i8rsiC/NZnNx8EEuZNIOOLmWRqLxfSGelYzG7nX9Cq/MzqIJUUVXZRNvhdLIbZTpT5MhEDeruR+
mOTqyRRl2bHpz+OhOnWi7FUfzkiC2IrB2JJxxVapL2wihXNtAgtjiPIicllcUghZJ7JPiS+3AjE3
MshbWkZwFkCVthNxHzGrsla91HWrBMjDtZCnlW91NWrOyqI4FpEDjYcJbSBb6zAJvdwb5gw4RiUC
w2klU8wuPjL7qJj+JYDmvfErlro/gmT/UTfhv9rqzIpJtpzHivWfF+ibvnr6bS/XBoH8cW3+83u/
L8+WhZMAI/S77X/1DXLi/75E8xU06O9uF2w1YC1ZQf9oE+j27+/aUI9noa7j/T/bBOuXDHN1Hlg8
Q5TX9j9ZplcN8A9NAsMhoHbVb7MRsOIbn0XPml5ye1i9GToMD/PelP5YJ18zI38q+wS2ba1NhNf+
AhqgfRRBY9zmUR0EZqvUFhul+0kzzF+kNvEKVqg1TFM717HoLxSn2ZyWp4OZXsyiprq0jV1WFpex
lTjALDl+5SK5patOradSkalV9ocu9x9dq/9/kvPet2P24dVOihKcINWfVh//42pzvbm624T/87f7
V9m9CkqRz+GOf/sj/12SoJ9WDS5eTDSrf+Zf1zxNM2etOTAmUMPa6to0+1drzPidusbDOMN3YatZ
bad/liWOyZqJahhN+3vF8k9Kk3cIwQ9X/VqafH4vftRf09M0BJFCWhCXCCppBZ/EMJGRXDXLSdql
JtrHIdnV1nBuFQpj0+GOmjvsY4pry4RHbCS5L/pqR9YQWXyoofAd9568yFtZPLjuFAWDgrAETSYS
GT3Wd5Qp94YAt4qGoYZwSeHhitk8qqA8N1m6vCHZ+mYqSbWdSTg4KEXEyYY5iFqUV2PDqaWEvvel
72YozkNt7hutID6uo4afxyocPS8BDuOlHItQE7RXQqfOSSbaxWmfTrsZFJ5fOKSeawQN1pOzIRvm
nKGTuWWEep9nSXNpprRQLMbG/pKKm9o0HhORXlSlfaUmiPYsleBY4vwC/vFFDXBzqdO7zku/gEQ9
4AQ9T1J9Jyxw6WUue5DqLvxOyxhDN2uWwNIJWxKOtzNVBreVVM+Bfb6BjoNFjkY0QGFxKPvlMC8q
FHgTNyWDod4fVfVVJsWjjOyLeNUuMVrBSGMqOagwYW2nbmTjlu4eKmq/0Zw5PlQNhy1t4CQu8zOj
IbQiqrzrPCr2tQdfWI+XXdnV06uQ7RsgHEnUZrwadOd9p8H5zZHjVWR7RdM+yhHe6SGN/QyjNeMB
j4hC51ilxVs/C9zJDcmedlXCmnNEc7QXkE19wUGbcRyY9UTlYCvjTu71WWWggK75ohI0v7AVip3J
W+j3EuNMpE4ntdQchsZPTjVnpGDJ9HROk+sk1hfqn6okWLQTA2NI5jr1kt0zNb8tE2fH6IB3uYcB
31ZTfcnArj50YhwvlxUsOSijcrpU8puUibcr0R67TvE8VOhfQZIh+9GjjWkNzikVVkb1OFVnUpsP
DiTznTJMt7Jb8bvoz80A4wXnXwJgwKI2enHiOeUxz+QNpsUNYxY6R0itxRsovC286YBcpl3r8QLR
3yFeTTZDk/pJ3OxrmpxifgAb6+d9S1/JDiSyhK7SdgKAwVA2Z22sMwD6NlC3evgwLFFulAi1AgjI
iLNmm1ncHN7l5BY7R1yqybQbVyR/uvUu8t5lyIjoxyC1yTonv3ATuSgpFEU7OuQb+kSmbVQHxeEw
7MTt+97/f2bnWH/K8/9bwRXUGz8rbi5qMT7OH8qa9Rv+WN213995qVjpHHNdqqlbvlc05u9gxfDp
YIm2+ApL/79Xd4dveqcwYYV/r3X+PHRazu9QLGj2UHUBwiG24p9UNJ+MhZyErdX0zcQe/44OUOCj
tyayNVmPXb2E+pSrz7aiNZd2jeSKMruZYr8ru/LQgvn7ha/r42nX5mFByzoMbRxy3T3zMzNhMZxZ
1cVih2ahVLfIpu1doldy/8OncPl9i/rgmlx9On/uXN8fxuOtwtADAel9F/9x5/KqXmkrAg3DFNkW
bc2iMkZ49Qh50RdY+o3RkafE3AUFXpCUnXlddA1TbahrtNXrRO3SXdlarhEa0uZU7mKLIXo2dZpv
WAx4e0gVmznQTJAYabkJ4PdlxUP5yH+183Quli6Mqc6WTZ0stYbsuMxeciToDAvQmJLSqQ9gTWui
liDzTz1nFWa9nHEGA1HfxZTJ/kVNU9Is9ZGoxNACUfWYJUt24/WJbmIGyvL4bJTVSKBFMrSbNknV
u85NGf53uPqZY9toFP3SGHMiwWxwBqfR6ORwuDMmJFo00pXtyG4nCXo2iNxY3DxxTpa1R4JYP9dO
OcpCtW7xZRYbOgEGAP8Unu7ckqCz0ZpRXChzjJsnK4g0Ccq4i83gv1dsMJCv4W+rqFIvCQ9CslO2
Y32Wo5NHyNQlvFOpik6TA1rKGf/nH/t6zX761Ff4IfeGChWETIaP1/SgzrWhpQoxzEZtbPoIDLlt
CZZDk/ioVE2dX1xm5t9cZtw9DCH19VozP99Ec4YovbUaHZ+ll6HdWBp0T0SdFs7BERPdfctosiPT
6rLYISciJhpfJRUPcWE27QAP02HXRzYDKsOkcdumE+3hKp+zr5bVJ0/GEjNeUu1+HBnxWNpbPlN5
bJV2JsZSQWnvq82gwz4FAsrHRopIlUtp+Ms0in08ECkVjBqIdGjGWW1ARCJ2bRtlTbIvHExY7HTL
xNHda5GAGBozODlIqKha6XF4YHIPALRssyqwnBmqnpdX8uEff2AexnLAH/zKkJ7m24fbdNZqorAc
LSzpiW6Swox3aTFhKFXL7gQBnPYLB7e+NtM+XSEevTSdhht7GZSmjw+ILaG3CjDLYYww5amslSxM
LGaNlhfDX6blll0VcZZDmE3jtboje20oynaDhaBBzZtXIexkcbuQPEnPXLOJfsGQPha7Qivar0a0
gGf1ylrdji7fxUj8V/SpdzLIx1fAkNrBTQztwoHr8Okti8EZxdXCZK2sahrwkud9hj2aMUMPKDD3
ZTdHl0VaDjbaYJWmRUTnwt243UiitUrgRLqKg8smJF48t4IWLyNmmBUhQ4ggbTG/60r62BnT+RnV
b9QzfzCEfiyRZTGdciXK9Rlji/0LT+nHs+66YkO10Tm2cO6BJmp9aoPa0qw0UxTo23nV5x19rU2O
VOsEVbD6i2Vi/ZA/voUuhzJTB5KnqZyi1j3qBwdzzrMQRNcpIWZSpQ+TfFpgOeZoMgNLSiR1Trrk
L2NmVY/xRNZzUC169St40F/3X/CR7L2cM9kK6SN/fBKzMhczmvFkM4/9sjEy7X4hfZTV0tXJAgbG
jB7YS7Y/v9/exQwfX7rncvlgd9Y1pBifMbhdRQxNiXEEUfssiF0rTaaqWdc0F0ZEyLmvZiNDVat0
3QCzBnX/kCfMo7vcMoFiiwaYMQlOeZi5ctEY/RQop4VXDw7i9tg6GshLXR/9nan5vVLl0YEDpk4v
W4/MNCxzI74fWricfqLimTPSmKmgG+Ulj9Zrw7F38wHbmWS/OhW1kd5bSY3grqGaX/AAz0xqdCdF
PkZIJ0O8yTXMO7QjVb035k6gG0giuz7P5j490VDJTZsRW88+jjXGm+V7jHaDzipg/Vx2knjR3rd7
bzJpOffLr2zyf9mL6DmtZ3c+X/CX2mdCYpcsceSJpNjoRHe84tTISOXV0rMpSyKE+eavPNl//3iW
xsfKxwvT6OP1NLEJgEspC5zLDYmFwsV4YbeewvGyMzcJcshfYXn/csdC+FfBX2ngLJHi/MUFPumx
rcU1GdFI57lPE203S8THipmPNz+/bj/7sgFZ8ligE3DOr8Cpz2VjqWFXyqlANphTx8PUpcYOFukM
P7/vu/vGG7DapIo1HVBMNtdLYrsEnySEk5Bx2Otvv3g26wLx4S7i2WB7Z7/HAG/r3vpZ/LCAdIkd
NTohzRvuVa3bA3aeL4ijwU1JmNahiRXEOVm+vExIYRlJCgxJCPw3S0dQjjFr8aEmmGZXIa7+RXWt
fexTsoryzGiS8twcRPGW+WkVVTSCw9scqaoxpWReybzWvrjaTLWHMhFhUZTPSJewBi9EOLUpyTi0
SMqHRRGY2RTkqJgn5giLHOQ0LM/tMKScHlOieUkjZ3TZFkrRnRWAFsXu52/q31xNfLw2VA6awGvM
xMf3NJpakBxj6oW5MtsnjZO2Z9zD6pWqtPUv1v/3n/Xp8zNs3hxM7pDAmb19fCy7k7auTjGmmE7X
Hzqi0k8yMy4fZyZdF67Z4Za2F3tPjuq4N61c3qdVbf6iufs39+t6LOQi4uOievxUiWQEtva5ba/p
ReOSbvGK1ze9XWY7y5beiBTMRsP187d4jeX4fN3yohmpwpN0V0Tyx9ettamlxjLmMdHup7tmqLoi
7CTD+JCODCG6lZuWt5VRdsc4Koo+LCylh+tKFCcprbmjB3VVTvrqInLsMO5bxuoj9qotsQoFhjYj
dW4RIywmFHCOE7949mtl8+lTMzn/UnBbK91T+1T51IRZriuOE9ZdhGsoXeqyBJso+hG9lA08bSHt
ANdt5ZhDSMpqhNRZNQDJkPJhP0szVkgAVkcDQThJcsP250/P+ctZAJWjQ0KJww81YFasF/gPi4LZ
xHMqmsEJ2R8XjM9CzEqYN9F4HKMxRZfF1XgJy9xqwkEdlbOxd00U/4uRi92UuZmO4VLBwDYnnjxM
2TpctQYwG6El3awIFaZuY5B2orkoZgnMYMwrgVJZ69ggkctNYacvFqKxNdRqo3oEe/nSa6r+lviP
aQr7PklubDVp6E3yCMO3MU6n5DxdbI4EqZXlF5FdjDc9MsVnkwnom9eoiYoBwrO5BBi2YhhoSkPf
ksRFnJyEvYiPIbbc46x5y3WkD9NrZfDEzi0M7WY4ONxcSB0yWktlnCJ3aXD3sN4Yqbg0V6v7kjnD
lSTZ0qbAIgtZZjYH1yWKy29po9gvuTHJV43cOnWjqglzOISXxWNC2HaNL7Nia3Nig0ZsJAiO3nWd
O9s+gS2GsnPQi3+N09y8ss3+H5JS39dYGvKuyg1EZ4cRzccP2jaBGTYGlrpCTM15LWA5Y2EZfSxu
yP8nipSfX1l/t1yxu1Iee1iaWRk/XfhdM2RVOpdKOESWuBYjeX093s9tMns6EXXmsMq1HIMBtyOf
rc7pt4mGNePnz+Jv1iubBZPaYl05qGo+vmornyu9wk/NBNyciYSY5pNxVuqtNnsvoD6Sq58/3F/K
YzoN687KjsZuBsrm48O51VJCkQMFIMZydTmRWhlV2vKMTH5navG8xzc1/mJJ5lbgp35aYuDtIjg2
+I8/fFogLaEo+NN4p5PYQwiAqSCmU43bpe13A1k06HTLif6pPRbjcKJhYSlRtZkCr9k7LWSKHHuH
/1Q5y90sgV1QU5OFGF0mNEBLat4oyYr86JZJfarzgj4xhjMpT8COs4ph6uamN5JMxRVV5mQtMuqw
CYNhaBBElpde5W0WJ/hWPBKIMbdKdGuFiqvJKhc4x60OPtJvIX3caBa9Jb8qJvc4xoq8rVvXfMVd
TWRpITIMvWmEmRX2A+3ebCq0HYad6EtRD02yc5RlecHjrhRkTo85GfUKVvrCQDKs5RM2oZ6MHaYO
XTHVwYiBviG0cynOtRH+yNZN87YPKORcPTTBT5Pk5y2LdzqMyfggHEtR4M2Y6kMEplANU1S/9GfI
ZH9S2wg96zQL92qeqwlRmswW3kK76a8W0DP01o26varztENX28r0obHNGuwClkVcz4adnjvTiFvQ
znKj9Z0mtY617NssgJS1iDCe0Jr7Y1EhfMWQQ5yEXivgAQhzZT7UEturBHZP1qpLRgkkTsv5X5yd
V4/bSLimfxEB5nArUandwT3OviHGY5s5Fcli+PXnYZ9dwKK4IryDufDAwJSqWOELb1C+ogQS/awt
B46Dbar2M4cA0znZ9yCQ1bL9pcohx13SHqqzCFTrt5a62AB6ppnTZmjtT1VXeoB2uvpDg3fU59ED
9gKMIgCUiKNqMXBD96a7w5h7JhlWSvhl1HQaKonESQh2T6tAN6KqRWUyLsWXCNGNht4B6rD71puU
BhRE4X5MCnuA1JlUypNpdch+aPCmdaDcpXqq8gRPYhsuunrGtSl5SR0LYo0ZFdrFdMuyhP0ylyWh
OYbdv/fP8O2VoaEMjxC9OafbxjJMdmMKV5pXOD52LrYvXJjxMGjGZyuCZ6V6fX+4P97t6Z0RWban
kXhR/1tKWOdRacaNkvMC55W95yMFH2uhgJXR/q9VNw2I8Ff5/n+vhD8LzLdTU+csy6YGQ+hGBfD6
eoJ9l+Ijk3I9pcL9jMpoil0f4PZQSCylBpDffzs1da4WoAE49w2I7K/H06TROaXVeH5ZoSPi5pgg
4xqcEdrYyvH+UGvPDQ8bQSKCvzNlY3EJ6nGopKWVeH6VmeUXSmb4TOLFrlz6BJ9kJ27NT9i9w0co
+rh/Z5J5vvb0qcKNKa+kMu6M3UCcjw44b+31lI3StCYzkZ7v6sPoneNIdX5hKN2JnY4yCETDQFOi
B6ZQ2gjpJJOxMf7KC0T/H+cgi51Ei34RoLsi03JcYgOkptL8oc/t7thQ5btUMgiOEMrGpwidrI0s
aG3SQADhtajUJ2+yIEU0vVUOGftq0I3+hAcTlplI+wwYqtUWL4JXCfslRxVtr3ltvPEAruxqNjVz
5QfwI96exz9CWL20NYF8CjIsjmP+FwskGSqt7fbQxmyc76qm+rax197EnRcvLm0osDtkXC5Un8XG
1tUxj9MJl1Ysm9P4qIkJPHraNf2uE3AjzxKPY9e3rSzESW1wcefQIrA+r1LgZO57Ztn/JDQpHdDV
XfnvRKJFr9pWFe/oqvMtXigxD2GK0l6+z3rdiMFXT9F7B+WxH7PUm7bDtK56yiC341AO0utrTIxf
HnoT8vGbEo84ll5tf1UdNLh2ujvw3PVq0hgEJZ79lBObD7sQGbIvJcDkzucahKCrRG0y7voKMxB8
RDHqlg51mINtum5PBypoH7TaGKG1dWHG9Yx70xlv6nIATN5TnYsp8vxXNCNuu/CD+u89zg00y4IM
XCXTb5lQxKOHrmr5r+PIoUGgrtNyX2kymBCxAXF1NyBrBv+ucpvS7wzFftYaSwXZ3qIlcvBi/AX3
pjGl3S5UdOVj5qVVuIuKIan3ed3CyG+6SPmXdwTkUQUDFFWQYUKUQIzpBL9XFbZCpyJqf5W9tP6B
c5f8Jn6N0U6swzD8ECdqm/h9FFS/3TEOnH3WZMjuZ6XRf7DbOIWfgtNnvUccCMmMPEq7YZe3EXzs
pMpjvL+bXoSPFdCG1xxseucraGide0qDVCioEJIFijTKTpN0IKzHpLY7tRzULwV9EaqWcC4hYBNj
PAQ1NhwgTw24LBLlD5p0tVHVX4as7v/j/qHQ6qRZA0Q9GqqLURG5kE/NyAWNeIPLZijNn0LrOzaT
WQzIpJVlnr0YaClVB5qGNkT0tuL/kqOJCXBb1yftomH/ZpM4h+D1c72cYMigPIVfThtSZKXfCI+5
1GPmbIUIefV5lhenxolTBPCGzvk6xKjn7LJYAZMpw4AV4n1FyElTC/NVGmIaznYPuyAORTD4rqIN
/9Hjt/4LPY7TrjIV7zchmgVoITXK8gQC34nP2aha9UNMdUeBUeSWv41pGho/oejwaOl6BJtV2EIB
iqIyCN7NXyo2TAxkxdC7fRmZyZfWLfDfxlIRTQNcWz3c9QY6el5diu6sx+iWH9E7MiffUTrQC0Zl
oXA5jFI51JYY0SpEQY8ZNX0II60vy2lf25qCB30Y9NBeEQWycNEsio+iCLLS1+MIorimTPimaypY
2Xdo/Db6saJEE21kWbfXPeK6Gs0HcngXv4jFRYQ+l8gyFxfaWBRUQnIZzBFnXxOToleFWk1YRqe0
bLae25WazKx9P3sCUbgzl7rlIWbpg4simJ8RQdGMiwD5OdIcTmVb0riztPrg1PbwqqIBFOFdT2X+
/h08T2x5A6P1AkaSmiYRxqIY5rQqbll4Q/gFdIYHKMTaU4ggIzom0Ua3b2WJVVIrBH8JYuj4zX//
x/PSVm0TOoPpwkGJ5sRDFvVBi/vwpwL56gSO1zjKEZjR386PKBQhTI1ej+Ygjns96ti4raqitubn
WTmdq5Itb3OVvgPTs2V7c/t6M9QcOmHbBUpj2ZsbByNTa0mFSp/U8im1w8FPAQqRq+rpo5OzogTe
dve1SbKNh/T25dYALSLc8+ZxCCr3epJJLPDBE6rrS+AQ53iEDGgOlvGY4Hu+m1jVjdOyYC3MaTkS
w4SJCNoSKVKTux7QQhZG7czWo4SahfJbNcYopZIuj/Shs/aXIxIzPqFGaWPvTQGcx9tW22iPj6si
YOkbmDCWOBHF/oQuifABVouN7ON2X8+lTgwH6JUiV7vkVThlyW3iOvi/p0n/5KXo/puA+k+4qP6l
WPG8GGhYIWENpma2mlxsbIgKLfZeZuA7Am5qmmszA6DV5YH/brfi0tsLg8EoHMNbIP+ga3698ihT
ZNOomJ5v0N0KkafQi3OSjZDQYl0xB7xylfJCQ1dr98KQ6gtel5346zuDhhaxC70GosWbQJHWQK4N
lRr4alLnv5NBib6X7ZCLXU5b8PX++V25NWh14wSNhQ04gbd05Y9bQ1DkM+0U+YoITZDmGA1ePRJ/
8AtOFCKbS6xH6mfMdLbQ1yvjUkzmopoLevzBvF7nKrSQeBt11xdeggGtrSa/MeQNC0pAIcbpYd9C
WoP39ffXFfAVEti5Cw78bD7pf0x3sAPFrumW8mJamntyRnYrIVZRHjBYaDfwECsXFjOk0kaoCvp+
JuD/ORieRkpTcT4OCWX0Qw4WA3phjxeZDMfs5zi25sWwesfc2Z5AAfX+h105oI7H8VS5l1nkZQfc
STHCBmIB0Rbt2A+FbLoLtXy0X7LG2xhq5VuSo/PIAegmy1g2Y1PXTcE5gcfR8D8CiItoySHIXBkg
GuWOBRIyqXOAVhT89TnRmZ5FrRikATqD8xL88TFrq8hgfdGU1RrD+e2odflFdd3kogXSOt9fzXk7
Xj/j10MtPqXR4xeDnzL935DEfp+he0VtB5DVX+eIwNJ1xPqBD7jcQouXhhplhxb2mB6SIioe8chs
Xgr6W48K+m17BzDZ8f683oxTlhODF0cZwDUNS18CQzoyrEQXaXbwZC2BqiS5F1e7mgemOjiTWT0H
seg/1F7kDUe37NrXlJLhF1pp4hTQ5gkRXdMUFPEoGEUAwxKEy3A8R4dqzJKLpQU0a+//Yv12twGu
4F0khbd4bq3FzTHFfVZ7wgPaoY9UCdDOKQCShtmnqK+i9qWm0kY/FoeseB9oJiTsntjyd+fkLcLw
IkehS3rIep5CHsiviF5qrd+WSU/hty6d7yKraHEYaRN8kLkRfVf1pn4dgAQlO5EWeY9sby4/5RPO
TX6eQ4qFOGuhC2B1HO+NMOD2CFMeAtCJOaPqsCMW+1tzcoMMCE2cZoi/hYOWgzhO/w0CU/94f01X
4g3gOjw59P9m9sMytEoQ9IH0n4YHg1rxsUfI8Zga0n2PRqXxTBl7el+qdf9PR570bJZAVlIrDhqS
OtDZTqoVhygpcmCtgUPj5v5vW/ncyLPrsIOAZVEcWCzCVMnMq+I4ghssipNAmuLoVUDShUwmJE2D
6RJbU7Sxyd6ghYtjgcvtDIfwiPyAPF5fLW4sx2SoPMUv8SDDXg1r8nOsZhPCCQ3CP0c0tmiSmKlm
HIHt685HC2Whn7ra1d5TIJsBxqTXUzcJxt7MEPOqna+4SsT5Ke/s0DvdX6IV/AZ51cyhJfRXAafo
i1/raGHYlVQ2Gph9B7NF4nUHlj4L/UQmnnKogsb0UzvK31kG6gpa0RnNwSy85JkE0ft1/9fM52+x
dPwYiosAr/n3ba/9cSvz1LupqwG94rPkR1Eo8heGqtOX+6PMF+5yFOJO4IZzUnnj8FmTeJjtFESH
NLLaX2ze9qhPhoJGS9cqxA/k+vcHvD0jM6INHjOVNAA5qjfP+4955WOFP42IsYnpxpKVjTP94mqK
+QQaOjgqZaS9j4AEnayxEhePehsKZKGFCEGTOuJDH4XqYzvF6SnWUL6//9tugladU0uDnEdwjlvf
UI1//LQ66VRZC9s6mEPjIoxAqjRddGEYJ7OCYQTZZibNEG+EvwfFxKsRmU1AK/d/xM1B5UeADJ6d
NDmnJLzX6zOGrZLnpXQP5VD0YN9yTNdEBEKnVQIS/jF9CNmNh/uDvrnlXO0DUkKeA47obBlNC/V6
1FYPe8xOk+AAjwVmU2OaU32k0FBMaNXKlFpcYScGahmB8Y+eBtEvsJXNfxyF/kffBBW1NsNFQXGY
ai54Q0H2O3Zdyl3TmAX/6qWKAr5STzaaam3W/3Z64PDc+Jlwj4ijytdemuKVWDYGGZ6M6MkUOUDm
va3n7glZZyg72WAMPyw7KdVD04ba+0yi9LZHtzucLtJMQH2Y6HvutNS2ir3B74zeEzBL6yFzAsPe
CGNWvhHGSgCBOIRzZLr8RqYi68oQ4oDjQuUXYy4QNjLCo2mq7zKljY5k1d7Wxri5EIhnKD2TQs9p
Lc/M9Scam8FCgx2jh5rM7VxSNO53SN8BJrm/F25bK3Pg9EYsxL1tfsyuBwr43krojjj0xF77uZuk
gsKvFZ7MRJiH2oW5k3jNiICLgD9gdaBu6Gm9u/8j1laYR4qbmKzdu3lJwYVBUHOgVAlNjSn6xOOB
+6DHr6MxkMQ06zPY4SjfmPpNpsHJU2nPUTJgZNoH1zPXgAWB1Byaw1Cg+1sgEe3nqhJf7Ahd5gi2
wgmm/78CztuG1eztdGcwGSgNOpE4TC3fyUip9QIl1uYAztv7ptNRgr871sZu9BJEpIJGT/ZCSxRz
44G+uf6Z8LyhuJBnFumyJoCEZ+5YAU48uSbS54EvcZJGql5km2vvegTbf9z/rLdP7DwggQjLC2GU
UOR6hYWpBG0+xc0h9pCk9UVCtBfkyeyHUWjubyeEdGEnInf2rWbUKJE67fhc9wMd+lgXUNPu/563
L3p97/F7bKpg6uwhirXS9e8pFScaeFOagzKOZRHjxiqMGnI+MrjolCoJ7hSTAFbdQhqBMxihRbu3
itzEdb5Ewx5wcQLsYQItjPJNbRjpAU5K0+8cngf7EEk7U2ZNV606iaynpa0rU/RrykARPQDuTl56
Ysbvitkgkhsgyn7w7Az9BRHCkvHrQSUiTsvYnB6bbkq+KR1wjB0C/FL6btA0n1K9n5V1TJVflXWx
/RJ1WfCRfWN8NYwhRaqsr6PPqpLiWZM1k9ToDmBnhl6wWl+aMtObUxXW0VdYFdbz1Ofj6Gu0r87e
hPkuwFxQmgdoF0bgW3VWDj8DUaRozwDgPem0Jgo4S5NG1y9Jay/+KLwmPjlZXKPpE/dReQ5iY6wv
xMkh0nLNgGQBGcKnotco/0P6mYyzEajZeEAH2Xpf2oUQp1R2zpnWruqCJcnH36MnRH0w6xjk3P1P
P++05ZfHuxxf+LlACHrn+stXWPDofVyVB6GM8gxeyUGHJ5nOFnX7jdcVxO3tYFT5KNmTi9IVUxfP
a12VZmKFen5ISSDbrxCKi2+ZW2gabYYZJge90/lBvhpACBri4RsxkqF/KBolG49xlan/oX48yD14
uVLdlyiL/tZ0VPJ9V1Wm8V0XhO2nlNKqcxEzLPEhU1RIuH1R5ODIRVKVPsYB8iPK76XmC3u0TWie
kzpb5qbFhwQPcgxxarBKu2EgR/UlYLxPHrLpM8XOHN33ogLtfhgs28j9AOiPwIPagI/TOdB0ZNdU
3V6qsK72XhllzY4OH1AoE+cX69ESeFKcyX69F/RU658ZItoDQPwuRWcEpOOrNo64VnuZjqZe35og
Dy2vUz6U3Ad4aoVR+UizMwTYh4Zq/YDkb97ujYxaE1pzaDPvQysvv6c424Bxae0SwhB+Qvbe6m3n
7JVNKI/pQDuamwf9shkAjgwYAEPgnzRdex/nTtP2bTStjWPQ5Txx01Q7VIiLvjjHuQ2HFZ6P9jN2
ojr/aoaom/tDq1IgpqasXmyJ7vF+HNAk34FSBBaD/Yvyk6Cm0g+YqIRPMmvdL31bsKW9QovNZ9Pk
6+5N8DhoHZrWGLyOYQ2lF0tDBzFuy2u/Ab03Jd0cI/7V6GntfhjSoB1O0UjHDlBPH7QIYgkTEhW9
MGKcXOLrDkIg/o7sOFgixQPKJUfl4Gitk53xZgxS7MHbPvvIdm/SFyHb/jULHS07jAFsB79NvInm
4VCZxyaBMY/UeKNQkdbC9PNghLF5ajv42FiS26Pv9ALdOKLDpt+rgSkploMShrKX2RTUPUtJph1E
6SY5NUEuo31QjQFBJf9YJ+HRqDp5VYpOCjF8l+LTZIrf9CIT9wgZsxb7MrOsf2NcXIYnOKG0PoPI
mNDzcqZ/mlpVvwogHmh9yRCZtV734q8I+iShbw1N8zHVBvhFWtrxo5qATtQ+SJ3xGfBL+MOGTIGo
JQpNmMIVlfKSJyEV6RIelbczba0tX5swE9mr0dkTtYhEuj/AsqaGnyCa/7WLO+vj/Uto5f2dmS7w
XIDLEHfr15eQUcOus3UMYig+9v/0XhBdxqD46cKze6XAsIU9Wgkz5irf3Dwk3ucBvh4uRPxozCKU
7icYhyBe1S5skOyOJRlPYR5he2YXZPbrl/uzXN5+5P5Ajee6AxVUkCqL2y+YEC1tDVTjhqC0P9Si
lB/U2hh2KmZ5n3u9d5FSRIwptAcbLVyl3njkV4cHCAVKyHkjRFzPOhqtHgxBr6CGbPdnWUbRro9q
/UiYUaJOWekXs/bKyxgl+SmD4eXfn/1bTPPnS/M2fcpOM52JLoy7iDGciKtEdzCVMknokV2cinqf
FIr5k+rYiKhorCNyB6bmW+C10z9D1Rp+oGfhv2Xd5TgkUX/+PFgTkLyeMBhto3qrubrcFm8/kCK3
Q5WB1sXS27z0JFU3quz7rE7dA95f6T4B1bEfjaI5tWo1+oPrtRvv7zLWngcFo4uxN4BhqpCL9zeL
G1E3AR3yFgOfL0EFyM8ZUUbAFcdDCboLL93bdBUZbQTby5f/beQ51iPWnuVMFvlN7QLHd2p8R1MU
l3ZOovP65MjmGhTCNxLFlaHgC9LwxO6N3puz2PkYm8bFaLKyRtaaHiZwtB6dIsTuFF+gfmujzcd3
sdEYjIIb8ipIrCyj+VqbY68sQZ1Rd0b3m5ZFuf+WNFBqUZHSZVP9Lq3AC45WhLZCpinorlq6Em9U
w9dmrdPCoEPE7KkxXx+4cFDGFjceZU8xPBsQIsnM/xSlab8E9ej9/cek+owbJiUTmnxLx1ISVc2u
ZB5Ck+Q93mvtGL0fIVbjglRhL7NxlazNbL7FOMoefRp73tR/VIhkqdMdET2yskBi94GSlV9nh56T
ItL2y/1rY/k0sEuBiJkmuF+WkRbF9VACXRt8Ytpgr5hovJGdwGoMXfsoIWn5AdJ0/x8fjeYTCbdL
HRBY+/V4QdNXIHSNYA+t0yOymwz0jxOZ/1ISe6uUsbaMOIZSgEFTn5Wc//6PZaRp00LeUIO9STzV
+YXXq+I0jlgc4lY5Eo7dX8q14aBA8M6SPcObNa+Hi0M7I1FSGE4p68fI7lNCjA69OFKQLYbNTcmb
76aj/E0NwXRcFVDHYjAdHk3XxOjbmbIS7wIrbj6YcZp8MSqt+D0B2Gl26libzzPVXz0qWCx9UEbN
rTBC64bPUFtwU0WBcxh2IvFQFR1tI33ppkj+vL8qN5XY+ZfO+otzr5GLf0mztUQwRo5O4ORlOYR6
J3Px1VMo5h2S2jH/AVLRaTvF1csXNRL4jlCNa79a8TA9OQ1pK5lFBNg+b3ErFfzsjfdh5dXmQM9K
A7TTEVdfrGPYGFjMjRZw99BRDo2XOo8mnYadgBx1mPXIfOhExg5kGqZJWUPj6f7yrJw/wE5kbZx1
1sdbnIcwznvPTFR41U3eHUWnyHPdRN0Jsdjn0sqVjZdidbhZ6AQ+icOMF0GCwNZqcj3uTLp+D7oF
US1JVemHTdaftEE93J/cTR1m/vb40M/YAUrNEEmud2k+0ZDr1RwIY4tWA6h371B6dnTxBiqpAJjJ
7bQR640Jq8MvoeMVl6iR9kXg7LvRqp0P3+LRMmi2kBsjoTAzLq5/Sd3okkZAwxMp0UqWwRAcSQia
jeVduQJwAefKptjF8bQX84VtjHkbnum+TOlu7nIIol/0MQRuaead/HB/dVfiKQMOMHcbbxLMoMXW
LQylc41xriBVunbMp9DDj1hzd7JDeAxS/7hzrWirwbc2QyqmFpvEoYe/bHm3GghhtRORH2DLcegw
//QxrnePDvndxu5ZOZoo/FCUxb+do7HkOErMpmJvaCPCQpsuN0I69ufMy+QDxh3iIDvDvmRh3LzL
LIcXGPO2rYLKylxNlQo4dxeRI6oc13vGs2PbaEdArZPZyFNbOq1vO2H2w4ri8HT/W75NZrE/TXWW
OXrrDd6QGuLBG50uI1pU9ay8VPkYf8zo7J4cmSPkPhb2F0kAAqliKPTLWPTeJbHryo+CUnzvcGZ6
GVqM1zbikJXbgioBjzRvDRirZUsbGhTwK8BrvuLFvw38Vmh5RPgt5DI5YdQ3bNyFa+sN2lelJE6J
+iZinpCmQeNaj/1hKN4MqKsKkevJxTyvDpqNua2cHiQJOD6aRWcSvOv1xy2aCg8F5Mf8oWzUk2sO
3uNkT+5Fb2xJD8I1WjpM7bQx6tprCBACgA9yCHQnl/GW0+sZZF2471OlovHXYgnkNLrqB1Zw0lvv
BQ8/2/egzl9CYoxdZav6SyMktm6xrB8Sg00uwyrYOGortyO/CqwVp8yZ8UfXi9EgvQfMCpX21BXR
ewWtl+M0IWd4f5PP52W5x0GuEYjZDnXwZS1UoR0+ORTqfPpdL3bU5j9Il39yusNHSlb2a1lH30pL
dd/fH3ZlcjBIAD96cwwIWOd6crMdKN5bNIEHKSh051F+xgyv3Zjcyublp4FzpcE5q3otlrCNOq9r
qzr0S1lMJ0vm5Ts7sqjTwc79+68FzJTmMV06c5ZAu57QGICGy4MiRMZdw74hCo0n4ONbX2ttQoAU
KH9SUpm1Xq9HoSQWZTWlRdpiMuwPlehwmk76CnxFrGobq7dy03AY5z4nDTHKb4u3zJDtSJmcuETR
JuvRy6XpY6s4xNhIeUBiA8Vsv93fFWsjEhHoBotFt2iJNYdwmOuFweVOtzM4uS1UFnfCciWiw/ou
mXsHfz8e6Rz49vmLUR67Xk4RqpOsHSv0cajGxavWTNp/CApFU+R+SgECbKzo2uebUwMayCpo+Te5
rj+Sn0lL2qApzdC3e4LYNMjF3h6BhSHFv8VOWx2Kbv6M0XRJxRc7BWuRwJWmTeWrriZU5kqxB+Bt
vQa8Sf79VVwZik1CPwUimsM9NZ/1P2blIBuiYOKXweLRsccJOuWsIrtyRPjS+PuUf1blAygJ0xxd
rsVQdRx7DkaceLz0GBDjN2w/yAih1WSiI/73s5rfPEI5bg70nq9nhc5RLkCOpb4eVTAt0lkVjwp1
Ue9SKbeE4VauQ1jrFG5MWqT8YfHwGVThJqdG2Qjn9vozFrXYUIfG1h21cte7gBc4X2gb0ltfbHfc
3zpVj7HSbHBgO42Ji69x7TjHfnJxCCnxofXyUftJxve3tEFyDvSAedNnmi0ifYv51XzJykO6yUds
CueTxP3ZBXH+0SycFJhcD6mcZveuJE7f2DBrMZwHvN6EueKR1JmL6B/lrCwztDrx0xxPSd9uaQxA
iA56fwi8/KmlWHhW2sI5dGZcv4DCKD401Osfw8I0432Z18a/ptXH/93fXCvfm1IdFF2kuqnWLZ8/
rdA9YeRl4k+xVAFEKuKTFaX58/1RVr73/zJKaLdjb7YEtQUjAVQ3aIiwBSNSkamCTMVRx846wPY8
tU9D79jv7J5Axh0cmi/3R1+5FiiTcSOQEFHqXUYWyQSMCznFzM+yMflVOEr4GPa1/RC7xZf7I63N
0wRZNscwGp2UxV2nd44s+NCp7xXCfjDrPr0QEagHKvI0VbmOD2mMJAihgHm+P/LKg8UrbJG0U0gB
TjGvwR9XX9dEaoU0SYbsuhv/Dks50Cnt7V/SqptzB1Vy41JamynVZOo2TABBx/nv/xgP0S67nvo4
81PwakejaTGM7a3Mj6IM5FFSu6+BpF2gm2H5en+ma18TCUnCDh4UtBwXd0eKRrTA8Cb1TYkGzCSC
5F+0SZN3buFtqVauDTXzhMhj2D7WcpJNJVW0fnvcbrr+WbNL8wdGq9E7irPlz/uTWvt88ImB/fFy
AbFaPCdVIUavmNQMFVP0LrM8RUxjgKrkS02jKmFn3vf7A96ee0pnVF+QP6dQzwN2/f1iKMMNEKvc
t1Hw21dw5p8biDkb5/52Aa9H0a9HyXOkd8rMy/02C8onaInuUWhF+36AF3y4P6HbFSRwIt7lReFD
gaC9HkpT8CKOsqkArR45H+BQf1fIpM6IKljvskLqG/t/fieusxWGo7tAiG07ZIiL4cweumGqQrVG
DhYTP1kZyX4iHH3Bf1fszRb7coAv2BA7Q0i/1xFpLDZ+wuqMMYEAN0Wl8YYBXwVT0qpOVfg2WXDj
64VZfaT93D0Ehqcgs+nR8rm/xmuf06ERMPdUVFxjF0dPFmYUOC4jqnTJDmkVa8jhRvg5JWa4gb1b
H8qZwXeUht0luacxK0FFB0xABFeu27V0Ip501rDbZei7bPSGVwcjuyCbsUEdLsknlmW1Ls45hS+V
SH0GzDDuhjzG7Dcc4o0wYG3fOLRhZ60GYrql+GAK8qBHcLjwYdBice5k+js7mXQ/wV/3OI469m16
O57cKBgPMRzsX/e/4O21zf1Pew7IM2VIIqDrU6I6aeSWLk54sqTtZvRkUkjEKxfHiPHUMYcR1xxr
9NEakBsl1rXd6lJJIcCaAc5L7H89WZMDG5qrAGP4ZysZcSjQZb5L48TeT47+tzAD5OBn6we6SASZ
M+/yeqZJBq0jRLaZvTr97NF5QW0eNA1+n62z74qu2nVRG/0lS+xtUIieM4KftsYSN12GZMFZG8Ph
BOkD9INACs8yfP5yK33qOi09pbEXf9aULlQ2boP57C0uJA3xJ1IfQPRz+fV6vkCA5DAN3H91M/0y
FJz0kC7C3BHpjwMiFUipmTlY6PvbaaWEzztMA30WpYBgsWxjK4Vb2dKzSsyjvCHdIzWW4QeU2cZ3
boiwPYRtYBcXJUlNCmZOgDVSrkoBZloOxo+qQWbieP8XrRxlIB5wtCEWGTNp4XoZCsK/LlG10kd4
WNvVSLI8ICkb7HOgar/vD7U6eXhy1iydbgHqWGwxqwox78A/1c9Su/erJJ9FCfQaa3JiWN5TK5aP
ZR9NX5AvIQAjX5SvoxXOdrPJ/7FY/n/K7NwAptl6c+eGjYdGPdrxi4mPKFZRP8sTP3ciPCqwFfwG
j6B8HrQgPrvB0BNvu/nFqtzMLz09PQo0oTbeh5WgYs5t4NlQ5IInuQgKYfAYk6LwGwAB9Lswk7hu
NeV5Y9nnZV3sdOzpGMhAc4e3YZHCcVvmSpCS5YeNO6pPdWT1T6Y7ehYn2ul+IWeovreIQMWjYsfR
5wp1HOdEdFxuNeLX1pzuMWjJed1n6u31ZhsShb5GGaZQs5vqoet195xqef9QlCO1KiMwHtQs/my0
mGd4IV1eDLbyr/dX4/ZaBbtFn5cmCEEAGcT1T8Bp0YrYmd4eDFF30fNw2E+zN6MRIok/RH22ceJv
rxnGI/nkyM8iNM4iBECapBrieTxhY9zaAyr+LKt09FsoZw9uHMdfy8DAZPP+LFdWmrKOTk2bGtLM
R9Gvp9mWQsO+vcEqVmt1TMxMEHs53VgZGS3YvdIDXGrrHywPczRgfU96bNf+/d9w83KzuvbcTuMF
Beyx1MxSzagv8SKADoPEoMG7Re/JceISMLQqFWenuZP1D8xr7EucRAzFwbUnayMqull9fsMsxw5M
ygKVseT2oZsFOXko+/0EjvQhHdvy5Jh1AmVPcV77LsOoGEW4jQN3c6W+DUr3FXEyFCmWTYlGg+si
qwpjXaWsdkridM8T8KU9v1O73F/j2yLJPJaH6YWJPgCOkouwekgbadij7PdKlnufS9xXHqCHNg/V
NI2+YXXTufXs/oGgwXkvuiTALWiwzl3rdY9o2hjf67Adt/Qc51vr6r6ZS4qznxktmbnhNa/PH6lu
CiS2NFR4H1mpuMcCt3O8Z4p2jwY7qjRe2u8RRLf2umzM0/3lWFl5BMBJcefqDPH6YtdbE4I+HRgA
UL5eeKhFDf4hItEYHbGFT1yd5FyjJTgjvF/WD3IRmWYTBHLvAOZ9jun7YwKSaOckiptTif7xQei1
2Kl0eDci4tWRZx7/XB8mbllM0rOnQvEqJula0uRZGmrtCd394seIW9Gp1FzxGimOQHc+V42NwP/m
weLTzt8WFAKdXN6T608rIS0ElHL7fVC3XX4pY8P4L6Sym25EJStznN8HAlK4vyAOF7d0iBZw0QxC
okdXYSEiI3SMc3p9T0JYWEv2TX8qjbx+xT1CZBv31s0LQTZMF8NzZpI1xYx5Df7YvhAv0GYbUsw6
nXw6BUZPUtw6mKiGgXvMw0bZ2LRrc+X1n/vVMBrwGLker+o6InMbTdAmFck+RS7BN8fU2NVWgEJv
LIOfhtOHl3ZKtmBPK8dFn6sZM5qEDHV5O9IW1ySy33KvF2pxGeEVvLhIf/zSKk3f2LRri4rgBd0G
oBwUbZZ3AvSWllgXISizgWIviTz8RlTNY9YZsEjLUHy6fxWs3PwggGYLJKLbGa16vap4vrlB2dRy
HziReQiTMbtkhpcf0J2CAUh/dg9no9h4btYW9A3hQP2Lu2F5G3MTu8jJ8ymTMhqOgdTFQ1814TtF
N7b8FlaHInKFZGzh9LRs8aksp21JTogAcHyKE6E+ub3I9whyBd/uL+VbtXlxoVP5IgmnQkujdFmN
bhsr5cHG5FpJtO4FEepk8HteEzhJPU4SqMJRaDiOptbZuxoa6TcvlOk/mGfjoZeESfeswUlyAZIb
+ujXwZC9R7YIbS72OnKqWqfiL45m0vuUtuHHmkwRN/S2RsJspPC7BRFb2RjwxmBKEomScy6vMC1t
KjWSuE+5XWI+Kg7uNUPjmXunyjEJHwbrAax3uBGPvRWyF0tIsknlC7Q2B30JnrS1MZyMmmBTAKBw
d9jSOdEvCmaZtUuwGgwfprZPv+FiGE9nWeR5/ppgxdP7UasP+l6PJv1T7Wmy3nNjoWQfT5BF/NgI
h2MZVqN9HDCMCs6BVcW4xsP+/JAReW0k6ytnGBQJycqsscWdvLj86cZmcCqVYU/i5qS85HH4U3RW
3b5g+RPhXDXF8Ra7e+XBmXc4VXpyRgL3xeWodW4kEPIDj1yN1WvoeT9avdQ3NvjaIFBWKcoD33Wo
uVzfFSgLxVrb6IQNEY71UWHaB1EV6eH+MVrbeDwoVDnmKwKLtOtRpqpyY7VViEU1OZ35uvJiYpFD
NByOZ3IQb1ZP35JHWLkm8EUk16ExP6M2FoN6ahfLeCQWG4c8+C3HKZqOgYKi90jdxd7Y5WsbBPCc
Q1DyP5ydx5LbxhaGnwhVyGELAhxO1ChL3qCUjNwIjfz098PcjQiyBjUuL7yw5CY6nvAH9N64AM+/
UB0WaWQxET+KhCj7mDGkCGPs1HeJC/Ebv83Yfv/6nF55OykpA1enp4zrwla8FilHbaygihx4RC0I
GdmAmHyGYCeAtrHUAcla+YNq5ulj0Y3KzoJem1ugeyAUV4US2o3nnztCsNIQqBnx9ASJ2bcYnt8M
lgAPXeS1Mu68Ldc2KbuTb2UtL6kXQvUmkErJBBVB2N9ZcF3HU8feKzte+yg0YjGw0kDwYkFy/lGL
5zWEWOzSeqjmox3X8n6YauOuSGNnj8h7bSxMmehKAU+jL7Cu7l+R1sQjrc49+OWeQldgJRNRj9TU
9iHLW7kTZV0dazXDQO4L7d2t5q7AtClObW+9gJX0JmJ7HGYavXezqmU7x+DKSpGPcXnTvF0Rl5sz
h+nG2NQex8BQF+9G1mZ0j6FCvbMfrhw2qogu9xWCgByB9Vf8NXmGKTqjnEd2X5PQzRhrDdlx0+pK
vB2SqrmbC9veif4vC3gYmwH5JVBFoI2C+OYFmFOz4Wlyh4M616kS4huh/tENZECQWpz/7TIMQn0t
kzVIC28q1SBP4/JGbRSp+42s8Kh7/fRfWdM1/YVFsl6rYATOpyApY9BWIuPeNifbz6bZARrQVzej
7iQ7n35lKDytePbIuqiO25s1zcZJzyhywEJFyvjGkp39Gf13I4i9vNgZ6sqdhkIbzRpeCn2FOJ1/
FUT6sW97czgYs12fqKA0fqdZ45Pi6NM7a8nVkwuv+0Cz03h+83zSol6lBWyExRj8fOS0Yx4j7lGC
jDl5sjiUJJGuPT3VppB7DfFrM0peA7qbjhxK7pvbs1bczm5dbk+zw7dAVQwL5IbXBCtr4e1HZfXD
IXilKANKbTOU2Vh2rQ4ozeKMMz7NUtOPSHungWSLB0Y77lX5r7z0jIdKFzcbV+hWGCL3dOxRNKvn
YeiHY0x9zEd75LOtJcbJKbzpFi/P5vj62l1W/MBRmCRxxJaEkMg4ni+eraitLNKhP8yWmePzRqdQ
+ubsYdy8mJTYK2Movxb8XRtN5IjId6i7Wx31uj17sisLSyULAAkHZnWL2tzqvRdpsPOY7djKy18J
XtEfZtWbH20MJv9DME9hj4CDyBqy6jattFvLTWMTfeHInfXb3pisEArU8Jhh5BxAZiJDAcOyc7+v
t9wmlj8bdLOdOi3TltgmHaptgeTH4sy3xRLHPr4Ljh95WXoPyfo3+mir+8x/ecjoh9J6pYmNp+FF
YpurlkzW0fscL5xq1OqjMVUKRhlC7uypaysJv4MOBTk0L8xmJVszjqkpMbtTMswnTZCLFfBNoJ3b
2s5QL1SZ7aTCNie4AY5DL2Rz91R6LNpuMvuDM9gyXNo6u18UnPxaLcn/qRxDDthRN82HptcPVtaf
+rpEmKg02/SuNTHpWQN4oujF/i0rVO3JwHvrR9Kr5c7ir4u7/Z1Q7VZu0UrZfBGN+OvZdVEqt5Fu
GCD3CeU3VAlMq0SuNh9kXcIw7FLt4+sH+8oiwJfg4mIhmJptNCH7SHBBcpxgniEx7xbysaSufHTa
ePn6H4aCxbQilOjPbF01jJG6X4vfHRbzrfLBEDm8+3wuub2awdhJJq+8cjwxwPaZReKkbRpOy6Ap
hTX3B7SJVkJdq/mSc/6pF5lyjDFDOdXgKv0WQ77w9a+8Ep4xMsEZWSVIyi2SR58lhW+ckQ+FYSsn
TOYxuDUSbWefXLuPYRKCFgYzuRJ710fir43S1CQci8mGVkq9vLPb/NlxmjEc3VgJccCJPowDalOT
igFFzPvqK47wbl//0qtbB/15rmF6vNRTz3+CNxumZCJ4ElROrRm7ZgAzED2m0ZmD/zDUWuvHggCO
trr5WhmrVmNlLrvUm90TTlp5gAMAlgq6+WagAsAToFgUZklTVrbh+VdhKF8ki8HEerUThengeEGX
6PFNnOAn0ZFD4x1W7ZFpLhmiL6OCkcZLggrUNpHG91EtE2EgmdLHWGOVTo7qAQIXbqXpJxrJznxE
L6Y54s60qvBUaMy7VTQ8oJUzHg09G28GBa3dwIn7JCzAdASigzy7s+vWb9/cTmt8vnad+BcH63xu
mtaNs7jQOFVIqLzr0znjmaiwSFqc7GNduF6AXIN6en3tr7yHdPrIq4jjOE9b5IipFQaoKrYZLLnh
1uny9nueLfOjuizZzdCXueXrUR89ZC1KAdhU6cbO5rv21ZwyFgdkHlynzTs1ZR2lnYTQx1AmFzUI
d7pvY1K92Ewxm1YS47DoSrGDz7l2jaz7ADEC6lLsxfOpTjtd6hXFelxQK/cxVkYVrRbsml+f22tH
GIQqFaP1JqFmeT7KZOr1iCVhD4AdwS+tFuJXU8o/UdZ0O0HyS5Vru3dQS8bEj9rNKid4PlSPolic
LmN/qGXk4sw8Ku/wHP9m25140pVYhHI29UCNlfkQAbq8G9RKIirbmA8CFtD3//DdK1xwLZbRiNks
aYWn15Dr6/NgRd3R6JSfQ2EOn2iHVDudiSubhyfIQuyEwitQ5M2RiSlFtxjTIGlupe0XiaDlrdAz
/M/S3FvepW1lvDcjo3szSYEQGVQ9dcDVk5SRz2d7ybx+qBb8zCYMRf7Rosb1J6uz303lFP+H2Ary
AAOCAwCHuMXwJ1mCWwjCToelV81jjcTC58RcqE/oo937oMqdwGmEjBAzkp1AHoxGF1io5hYUurjB
s2bGHWhAZSos+ig7qXDNMD1TKiUcLZRWd7b8lYMF1A7e3IqwJ4FfF+yvh1MvEsXOJqRL9CHPn4ss
yh6wkXurKSxbHOLtatQO7oke/eb4onZR9UqDBNbS6HQwpjr6Sem+uPUM6b39pliT3DUYYD9fKNS2
aaqUMcMdGkdBXCmTTqBFnf7p9RNzJTAF6bBKlYFmX7UgzqeNOokx9SjvoTWDkIYvxtJ7EOOgfqLL
2T0nspm/vj7g9uAQUVBPIgwmwYXWswUvzXo3qSQ6ZbgIkaCPnSyH1UboJBodYm036d+KzNhjfG6/
kkF5fsmr8RCjvadvjg3g/KgemqkKFbfEq6+qrTDnCjnCONW/JM1o7WzGKx/JeGvBfuXdq1tBgb43
yatiBOeEiJeb2jbQSLXnHld12d060WCjCV7ucW4u6mzrV66Fw7XhBrNoSypSqIHS4ENaWumUzgm5
RcZ/Z7PBwt7JRyVHlMso7sfCdUofG9qu+Ow6iWhOeMXRScvN8a3I6fX3kHygxoTkBDt5M+tSLW0x
22kbOoqXfGkWiUEUFqFBl8olbKtpT2Fr++ox3qo9rdOUobcJkfV8LwNqEcBmzB5JjSr70DTYJ+HV
5T1g0LVH7LtIPBmL9JZ8Z9X7wWNjc27SOnFGo8/GELlb45Qy9BFjAh0NENpAg1V2YdGkyrHrMi10
RVwERqE1HxFFo3KFB4oBStaej42tj7TsAXsH9tyWR1XvLDd4/cBd2xarPSolGiIttuMaiP11M/Y0
yCyLymCYSFl8KZ0ufpd784CqZZPdmnW6OL4yxuP3pkrUMKGi9pFHpjvlfbRHz30Z6u9gYZ01Joum
GRcah3GzIyJ+nC0cNMiQ+M7zG3zC4v6zk/RJHBaYQ8qgyefmY6JJxBOgnUDp0eq8/Nwbi/Y1RmXP
CBoMK59G/F1/ZTQt79DKw9oEI8fawhutGr6CpYs+mpG27NyTV040aABQiGR/K31kE1FVaZwKWy4d
0hmTc99jgRl2Qzrcq7Wowwz337tlycvw9aXbvmlMF+880kOI86589c10IXhUtm6HEYbjZjAPLNF+
qeqYa/r1YS6SzpdxSIrWQgGdjm2BHsOlDAjiagdX9cZ8zCZXfG+lHj+5cjQx6ARkfIJW2h2LxGzq
4yrq+RBpkfgPc4yTDKknFycQns3j6pXo4lpu3YeYFcw35qhq9+2StAEaGNkDDbLfGqJ+O6nP5cuA
IixEMvSw4QOBmD8/HLg7eV5cMCYa9fn9wip/T5fIcA9IxJJxJZGxEzBv0x7wbQigcWtAqtJJCzcX
x9Lz0CX10of4tTbOgQZsMsIQSJfBVzBW+6AlLi55AnPaNIjsRNX9aYnrn29ecdjPKoESzwRtg+2d
QMUmc60Ww9OBCUaTktuBlmt5UkYXJzfZ64EQKgXRXM0DC38Lf6KRuQfsfQG2nF8HKwcbxBS3Ai2v
befXg1UuZ8Uaw14zpBbWC4bAB70U3j0FaAB/S6vwS1wpG1TqzbZ93yzzDG10ds33Tmzps6+DmYz8
DMuUb0ZTWmOQabUyBRMax99RgYoT4tQOzT2ctnCZH6AH5ejiJrq83ZnQK/toTesArJLUUlvevD0N
4IuIu2sMmw65zKRa5Kl0MfTwBZwPP521iau1zW5zJM5DdAA15IwU6lU+juoIo6vwmOourW4dCoJ3
WIvWYSuGPeGhy0sMqCeVUlKHVW5s26mpu6nokrKfQhIL93tD/vIBQ+HpuQQwcz+Uugz1IWt3TvWV
Db8GyyQRDrBZ0DPnJwwp7WzCOW4O7WToJn/IjBaIjtM70UPpAPU8yBYTHFwwC2v0BSZh7WpQGSk7
/bGXUstmsxF4rsBAIoS1R3b+Oxak6dbm1RDacVm7j1IsWfKQan2vveMdwp48JvJ/jtB7/14rSaI8
Wfo4VAQrpXfniU7kJ0ChRobr09jPfm66wxIW2gLPtpkbRBIGDclb31OE1x4mhPL0WyPCqigYUeEk
J1JS5YcwMlTvhdoQhCLCWWLIGVVo32ujkp2aMndNf+y76uhlZqX7c2sl99QGegsUNAllkMVNfNIX
R2L3arjjP33XJ1/bQmRA0xI18vwqTxZ5N3S2/OF2U/2ljQbzQ2wnef55jMz8tqHV1fj2TCDs6oVZ
38xkOw+UzoV3QC5B/ef1Q3EZj1EWoFKqvnRbkR87n/FhBmxWDFTyentOH4SJhGtRyTpU9UocXx/q
Bdq5WV1iXxCJq/vXWrw8H2v0Fk8d1GgMIZ41ZgKCFknaoDbquPejzNRb7lsjKZ80JUZTkyu/L4LF
nrCB7pht7UGTbaPeUo6SySf2I9YGr//AK/cDKRx82lUeElT/5vdhZdg3Uupd2C+p8t1KIoGiktL8
HAf5ldLoErw+nLaGBufzQY/HXbGwq5LPRYtraCK178SqQk2posEENU7ZtdGoOhnOtkPRH51CrWBO
5B3G46reEJHro9Ue0EwptOM0yqEM8airALQOA9aZ1WgnCjRyo/00gLMYnlf5rucByrO589svtw1A
IGBHnFFoutxW50vpeOloY6SWYzqLfqWfdXRDe96q+1om0Vv1Al/CUDgWXN7EpgQe54NJHpe1W1WF
mtY4d/m6IRwVP4wYD46d77q8CHnkiH3Xm5Byyha3ImBUIkMulnBRxRjqbl39UMANHM0CvIzfOWV1
GokujwQQ8WGp0aLb2YOX1z+i/vSxV48eMqQLcdrI0/HS8ZbQIqD+heeU82nyKkVHtqt2QgUnT5KC
yKqc0+ub8eWgn21GRF8pZNBgXosZcNjOJzmpDG2ImowtNs1Jd9fHKvRPueT5o1VOan1MWllnNzqG
9aOfjktOb2wQ2ScL1GV+QyXc/YMVTPJc58RvRyuHaMQLj3sjwlR1M/lFm8reH5x5xtY2Wu9zvrND
034iQuigb9T+vJRWdOgrExdbO+qtX6bSud+qdo77oMaqb7lLESj+0EK6mQ70PhC9avhtf+xWOoM/
AfwZfAcDkvxWSif5/Pr8XKwL08PMAERbdSuoYp1PD06JyQozWsJVnTv3sfOtb9tOalWYjz34HFpC
8dEdFFvd2ZEXlwQDrzIZwEbIx3gcNwMLKyJVNtVw0sdE3E2R3nYHB2drJWh7K/9cJ3YWU6l2NULU
ZJq/vf7dFwed4VfECCJUSEWTT58Pn8fKRJtWkuQVhebPrjV9ykSmHRcXberXh7rypVScKIuwCynb
bjE/Fj1pHUfPJYzdmAVNWsxq/NiexhCgqP0wm2QAs4fJtJdEe7JyLypmm+1PhQ3UNYBDijNb8lia
gtuo41oLLYpQ2aFyxgIWsFh9fyJNuMGEv4ugxxZZJ6AYCDWao0BDHaOJLDlxw1vouZeqOt0OUYy/
vYqZaoD2vg4haTKjwbfbwkRX1IvcYE5gqwe6k6Gs6GiVGnRqpc+hW416fVi6qn636LP1TyoSEI9F
XWnvG2YERd22lDu7+gWcvP1sWALgVNaZp9Z3vrwWGAOjjywt9Nx+rO9URdN+T4aTtE/k+9gNeGVV
xcfIcpafpd6ryj3Y0lIGnupMRL/N7NyUEjDBava+nEBYt9GhFQVFpDdvDfC18GrXXAS8+iY+7etU
RLOxKvjLpEtx/xjH6eAthvs8kQNaJ95Ge7yJcbhHPUdfonTnEF50UCxOPcgpNEWIXmi+bQLTcXIE
t2Onh9oolAWEQOp+HoZu/rfXem6jPEWP3jWR0MfBy3lqrUKrsblO4u9mjiGPhQbCzmG5rAfwi9Co
ASYCDokNu7kXXCOuMldlwxp4fXyoxDDfLtzQegBszjuRrFV3HY90sIg6f2+PqvGpyUDjv74uL52j
zf4B5MnJIV3mitoCZQH/WlQm0UMtmL323vG6ApOYFpv2gFp29Kt24qg4mFa+Yt9bKz8lHT6RvtrX
svKVKOmeudCk45MYmjhplJ3cs1e+COoMsinkMSmcr2Cibd9Uc4rM7oVrhlGkU+szUE3MwTHqvtZG
2m1U995O8eDKgAADHKIIAiMCu82RyvFoxHdxMEK3MSNBp1JG95miQAGIh2SG+kwh6c3HAwAjtaF1
IVCD2d6cI8KiSTzlZtj2Glx76aU5Yv552/oADZdDls3YhCCYeHRxHF52qjNXdiIPE+Q8asj0aO2t
Z09L0X5IK2YY1S/vgfasjpOEWrfavYQyF4VgWcVJdbWWHMqs7zIEr5J7KKT1zma8MvEkzEyBtub2
6Ome32VN3tdgxiwzrPuxDzqzi37IFi94AosCJtSU4qS3cwovX0dtpbuvrRIHWbctSG1YvNEwm9gK
Jzww7iBX9CKoila5b+0UAt/rh+3K91HWRGZlbeXSI9lurErHwGcqGcztKUhLkGFDUcSPc1r+xjmq
3oHxbIdDNY6IY5WPYUOB4N5Mp2OUpW6h03gsFn159kYtusNBepaBNkbWHbRE3d7ZxtsY62VEiI+Q
4tZQYwsvhCrGNW6pSqjoSOQkUZof066p3qtDpgZwTauDdPs9GgUldvbF33fYOiwgw1Wkip4hEg7n
+2bQReTgBOCGTTrpTwSxXn0spmb6pvW45fm11xm/TTVSsgO+QRRmcnxu7jycYjofmugKRiC9fkaT
IAVUZUsDtEBX5WurOXkv+Qtk88KwEMCXc/yhSQzx0cZCKPNVNe9/j7IX4zGC6pP7g0jkjy5V+6/l
1CE+qFqL7RBs2318iBWpoj3epRhIV0Tf8I6r5s9SFo7wwZ2gF4cXlXons6m/00XjqL49pMk/SYrn
kF+59TD7qqyc+uDNCKdllYL9h+nKOPNdpaauiSgJvA5XkcOPGAPgdvXUiYdgjXr4X2GT+4dd0iMe
sRBbH9IKd5656oz8kJhd9SdPENz3M+5zcF3RPGX4V2Z8eNsqkRkAP1CePXxgkjCanexhtoZ4OYyp
6G49lWAhRBPDK3HJMbJf5Ada7uPGMUf+5Nnt54joswqjRq9x+LRwLvFxu6FmN/ZG/qioKVbQlTEm
faAUQK79VJbYDi4ujktkHrqnPi9RnC2HHjEKkgTTUFo/pk750CpyeR+VcZP7nj4o8WESYo06y7SZ
ybAa4z2AiQ59/6oe/tjSJSicMlN+qxw7/9MNlZP5JLwuxnddXH3Ty3YWlIjn5r7qqghBBmAjrm9n
WvIvN6cmgmyyax0yC/rFqOtFrvTn0lzqoCFf7pH9zp2vTq9q8SkTanaKdGcUh1nD7s4n5qmxmmxV
cntuFYA/VlV14kC4gXQ1jdnkjm5IbDAavUK/zD3F+jJjk4NrwEA/xi/SSRTILnj4ywI37OJbo9fs
2B89pXWwQxsm51Bb5fx7USNsaMZ5iU1flGnx2OPu+qlHVOnfLIqs3y4+UsUBgB+FNztPJ/R3vSF5
oISb/5NZOScXyQd7BpiUpLavl7X9CwpPqoazPjgPTeVlP5k4r8FdOeVeftv1yDF2/t+HWVtX9DLP
j/EqPc3S2+lxQu0qSGNPDXoJjsWdlflB5vOw885v7/51POrydGLW1oS9va3aOM6LOEG8L23rPkiH
cfqIvsbwoNR2s6MdduVipPehc0kZSALgwHj+aS6V6cUuuvho0C/VQiXOo3f0Vp3mYBd06Ye5Sd+1
mr3XrL5yMbrkBMYLJZzHbRN1UzBWKBmnybEbwAip8aKdyrk3nshA5ZMeJdbeEr5U2DZXMYISaODb
jIqczKbS4xjNLGLTiEJQxI782S9T951sv25DL1Uy795t4uRUGkKN/bZyq2/dEElCHa01tEPXRFHx
xZE2JmslNeOnXHh6d7Iqr2kOQwTFI9CheNcQUDXts+Yhg3OQdC9+pbR2q6OoJzRr5hhIGJZ+tYVe
S6qQ6c8iN+6VCK0ePxbL/I5alNn6XqQb4ujOlvqQ5PXgUg4v0PVBE29U8GIrxWrbu2Q+HYehwlcN
By3Ou6rZByMrjM+9opMrzOWo/mhjIaxD1SiOEgxDUekHLdWUb1WppD8HDH/1sJhiE4eiua4/9ta8
9DdT2nnLEWKm5h20udZ+1pXTJv5UQI7hz2UO1meRkcpANRu4SlkmHO6fuIzv2xxXLZSWE1v4daWL
pwiV2yFQRdXxG0S5ZCFl13G+4ZR6v1uPqqy/WNPiHBDNz3/NaiEeixrq4en1s3vhfo7+l04eAZgP
gUECgM0b7DTWFGnqkB8XI9GtA7rt2SekV1DKja2hDgur0MEgRsqxTyrtVi49ZjZ9Hq1CFK6VkV2P
Kl4lTdr9EcKYb5y5Hr9Z3DK3ZZfOH43IdO49t53Jw9UKMZh5AQYHy+Yg4lgckP+ZnorYglhQthFe
wlV/fP37LjCmfB/dHBQWYI2skfpmY/drQzUbvfKo92Aq8HKwJWa8yUBFJx302vPVFl2ikMJc/a+K
1hq2AQTtv4ZmiJ3AlGP5jFAs5kxzXbmnul79dRPXXWx/HoT+Vv0sfiy643QeievX22Zzk1q5LFMj
qusjqASNrYnRcIqv7Y++SL8OifmNj1Q/vT5BLyJ25yefEBOup75KM9Dj2UxQhQQcSWFbH1W7N13f
qKLqNOWNWoV1Jqkftolmi4M+C3wPTUUMeGkq5TQHQu+kdZCz3rRIkTjFJ2zxhO7bY2dH7+xmsG/G
aCJ044hnmJpiqvI5xegYscdJwxZgBvzLE4Gd5nOa2E33aMzeQod1qtpAOpQ9PvRVYqTv9MSYHxRh
OkCsk7R7n5cKyE3ey/xLirjaH4QNra8WzoJpkCL/Nd/lelH/WGiP90ESd3QOHbej9aQOSYGyaxaL
p1SZup/lMsRs6sqkAalmWvcJN2uzuBFM8QdcciilelpeyttICucricg43Fn4M8KKBQ7yvR8HKvtO
NqaPnglAjFChFP+2SaLS6uKxrDn1swhkw/mmfxspNyW+h+gxjfikBpVT9BUeY/gQHogwhm/1pE3w
0o28b2+11u4TTL0L40A3xis+d0tb5TcjHpgraY37MNjZAbxh5xsAfgi+SjY+Pbheb5/vxDBTexnc
4mjag3Mzgvv1+bFB3Vh0NJy2vIdW3+0cyxdEyPmg7DraGKBr6IKRM54/rG1JCakDrH80Mj3BgCzW
DbIN1ZR+ZDf4Kg5T4yC2MhQna+YI+9pkW58rHDPFjZ7Yk3FocAr+pyuKrn4YjFYvn6Z1CYBuEfKT
nQ2V9RiNet4eeBOIe4x5hlSi56iBHrlGB0JrNRLVO2+Iu0cvyecRATU0psHo2oqyInKdP11bKM+l
19q/DbusqzdHTZZDCMMzvzKPoTWcz8A0lIYjECU5WlMl7uZlytF1oKotkIe8oeIY72TM6znezDgV
K7AjK+2fmuMmlBnGoh2GusmPepkk2mNJaCwfvaJYbl7fTpfRGfqn5OUGg1GX2opLWlo8LoKnAV1r
zYM01lbHQm3lu7lFqOLNQ60g+RUysiJwt0KSMY7DaFRNxVHCrL2xlgiDXGm7zxSHlB1E84tuy2b6
OCJrdYk+BC3yzfRFejw7JdpiR3C6VnlUSMvBpIDSPMWgAryncZjcP5Emo9ve6uffwEYFYosdbr1u
1tskeEVaYzKkWrPq54udnTyi1eIpytwlDlSrM55hvfbESz3wuICN0yZ3XQf5IGgVLb7lbFr/DrrX
t76rQe0OqDX1XxrLLFdn2oWez0zLujuolmw/4yJk2BjFU5x9iKSd7kkSX4an6FfbLw1bEJz0Bc+3
bqNU+HPWHbOgYlByGEav9z5GjqLcK0VLcq64w2jtrPVFz5YK4tqGRFWRbhldunXf/QXUS8tCU+U4
imOm5J7ny87SV9yvdV/2inpn5NI6ocEm/Cq2+z+mEs/zoXXTFh4SZWqv0JDCdfLqsRWL3kPntskD
vbLAQ1VTe+Hr0oh3QqvL3IEbFTVlQJ4r+WuLZeLeIpgCkbciwtTjopXwRSX4R6vT80Or4g9bTGa7
c8ovTx+aMihwUjxa/9lGEFHt5iVPTHsc0efK/HjJ9Afq9OKLqHc12dbQ8PxIwJ1AehNkmMslvhWK
MNGfsIZKVhix1F6IRFvo4XNQuplFYlR6TxVKBOjRGOr3Nx77lQWMzCTFMdRGaQ+c7wQY3E1eT2Nz
bGf3M7WHjNaDmZvHeTCaD68PdbGGDEUr2HJWg7hVl/d8KMVFL54+HKi+QpsfROtUYWFEzpFqU/kz
6jrKN0687OS3F3VdQF/oitAQW6XNERrZPA0m97TbSviI3VwB+IxKuYKUJ+1LLZvxprQ0TJmTpOO/
84rc0RsVOIUp7s6Vd+1noFWIBgg1VpAZW2xSiaB075RJe8TaXfmFhCxyQ65ihzOqEiNFtNG8NzG6
Mg7T7BZ+r8JdmF1R7xz8i8uG+i56sqBDeCod6svnSzDTm1LR7e2PKkvw2LfeEjB57q1WxNCDVFXR
9xCfF/uaPU0S78Hu45lkh5+PiCIQmndpKo9RXi2nQqfyieF2doOu5fJoeeUUiF4sB3qJe/yni9PL
yEiErJAgAnFwyecjD+h2tUvdyWNq97lGt03v7yqLCJeoKIv8t+5tBoMCxQFiw1H3PR+Mg6vMzWLL
oysN4wcABO0kpVoFjamPgdcKeTsNc74z6NUvBN4JtwsIDuHf+aDtYNDLN4vu6JJFBaoeJyG6Hvqp
qPPurVchk8kbBV0elgiCFhvggMgXEm/dk0dDTWy/74cfetoPX03pxM+vz+SVLcrWfJHwcIjoLiTK
mhbfyFEnskQk8G4ep+591qs/4Qi5HWA+so/Xx7vcoKCX1qeQa3elpWxuJaufFKebOxo8ylj8cqI8
OTjwi2zc9OhU+/pUGm3Q0vgOlNlyP74++OXHIrnqwe0iEuLi3+aLSSa9DmAicatWuDewwasv+E+W
dwo3xXMhl/8wHKceWri3QsO26BiKFu00aGVxXORiPpqLRBa9octmxU7+fRyaNnz98y5vfMp37E/A
ci9x7GbXrGHekNQ2nydh4Ni9Pd2poo+Cpu9rX5Oaci8mYw9ntS7Y2Uv64hjANiXxR3tlG1CVxCAT
8EQezx7dsbhEonoeFWx22qY+kBJb1Fzo5kqzKh7seoh3vvnyUAJpZTPRx0QBwdoSA2tn9tzalAXo
IT1/p9Sug8JfNwceXZad2/za9OL3QOZnAwYGfHd+/uPW0UeS5+I4TtoAyZGkLCpK+xHLM/enKDAv
cggnd87LBYgAiB/YBZJbOsN07rfYLtBCzqIsVoH20li9jzP8fW+WkjYJYCn91lqMKejGJKLDYU7F
Y1pkvV+XnvXT1WPrsLiZ+uP1TXZ5gEG6UXHR174X+Dr9fBYAfMUCLa3i6JVq9SzmSMEtisRAM0sR
lq5MQkcaSuBVrfvmpV4Lfh7abyCa6GRutndCxuLiSQ2Zps7zL4OkrGLpVX+bpm5zeP0jL+MHD/4P
DA0SJmrK7Kvzr7Q6jaBEE84x6xzvRFbkPNFcWp6rsWzvKaESkqMo4R7pYjghoToQ+kKoe0ibi/uK
X8H647NEhQvh5M1r7uQaKoTW4AAjBzBU6dMnevHp+1nGLq0W09ohJl4sLQzx1SMLARXQhMBxzj+6
yIQxxoY9HeEKNB/AkTxUHhAERTb1fUPD89ms+vZn7+h78PXL7wSDTE1FJyOjhbu1j2WiezPLFvXY
9JUFAIBUyExbdATz+Ecu9D0M7bXh4ERSWKV0xFHevEHpjDhMldXasZP16Fdeod9EbUnPaqTKOvS1
8uvNu4mMk7kFnk/fByGw84lNPaHOtrJoR5WKzLPpjdm7PrbTmyohFvZR/mvQibHJlLO8/DYnKKBJ
FeOfnavkgpUBgnr1OQEN8JKBbK/quFasUrqtepQ93sSfZeV19pNaZ9q3ZiZeDr0RykogHGzu/aYW
7lHm1Vw/0CVEqqsvjOWLjo5OFDaRoS2IgKijBfU7bQBlzzBwfCkau0MRS0/KA1dSkfoihruFFE3W
ip0I/3Kv0swBGwEvcK0Bb1U7ionfZCH3d6zAoM9gqxzn8wwa7V2u2NHJUIosTCu1CQp72sOurGf/
7xfPo+kPccvG0JorEPGJ89XsgBP02kx7OB8N/RBXrn2XoY63g6TYvjbrKAjPE6QgTEK8udkzU6zo
ZpuoC4rt+vIrc9J/xGQXT13qKY80hujkJu2eB9DFY/P/QWk3QI6CabB1fxhdc0i6wVwOMTF8Q89w
ML5XkdsEkxnrn7Q2ScOihhd5ALqWfqw6j46ImmuPqcBhscVD9fT6ybk6CQRORN28t9Dxz6caGbc8
QVcUseVaRMJ3MKo6JMzXDIjCrU5RORg3DQiXnZNyQWdkHiiTwzUnUiWP3ZKnrTJqK4EHxEFJJ9WP
jNK7UbjzPyGJk/3KGvAcWe1WgRzU6Qb+r6AC38S3hU5uadMReqrBEjzg6uMcTEeUJy0a4oMou+Lb
FIsJYwc32Xkbr60cmD5OONcyT/NWdCOrULHJJKhCHNSU902FPeChVWIoKHbrgAgtPNVXZDIeWzO3
AwvwR4htvPIJiCdxTJftFR0veLTrFK6gRzB+3DjcfedLpyng8kSMdG8CQHPxo2Wwvoz/o+y8duTG
tTX8RAKUw61Uoau77XZON8J4PFbOmU9/PvribJdKKKExM9gbGIxZpMjFxbX+sIzel0lU7mOVhIp6
6ISmRYdYGagjmoneKr60v77M1EDpfPI+r3yhKuqLkpfZl9pOjHfUBZPRLy1gIKf7W22dSMrfy6nm
ccerWSo5Xf/eEQhQ2SNvFEBj7d5NtF8eEZstD4Nt7+Ws65T5z1CQtHCCkPyEP5SXv8qBWdrDwZtq
IA+5kv/niTz8pChgsjD8GH42EdZlILZSNnadHBfFebWMFzPlZSmBSzKvWDNq7KgjWvXmHFSG+BWX
MbCWUPM+oZhlznsHSWYoq1gpMyhqXfLOgSFwvaotr2SIz8RKQwxpoPa9i4xDbLxd0nj8Ng+8o220
YS+cMP1cAAX2s3leGr82wun9/e8rv9/6lzBxSY4DeHdz6Y9eUZhV1AhY2qI/pbXanmoxx2gU9IOv
tGJPhOYP7exmQLoVvKkhRkDIvJ66ouPxwHgiQAezuegTOO+3VjV39Ncggg6+24UgDnOlI5fHTym1
gwg4/T/4kYA2Mq0pw+zQSFstIMVefo6pEnGfDvE4A9BRO7TFBlJT4ERm+0OrJ/N9lM9Fd4JS2l8s
u7emnVC8tX6ACNmyVC6JxaukKVo6z8qreaGVWSp+N9nZ28V1On8CmI+QYrhnfbcR+ilBSx0/ecED
BL5ePnvOkQqvqiWww2YOtDzOjsrsFLQemwKvNuX7EKXpzhxvYgC1FtJPnAyQS6IovLrZGxEBElPM
8hANpvs0Cpx4IO1GD16l76ki3kxPDiWrwBZtGd52q+mVcEFidfDKA++56UF35+mclOUCmc2yaefh
oRou4R4nenN+PJwAgHO7wRe6XtPQTXjAZwxK57j5x62n+NC1avnsRuOrrYyYHyIzEnoK/J7PeD1U
m7L/Z7WtDk5lV99SE/NpOwEhtxdgZAC5OmVyHJONIis6oIlX10w9j50+8vMPRRiKRwof1Fi8UHEP
mUjCTwZybkEJF+aH61bGaZLltIMRu+GnvhnNU4Ym/M7L8eaYIDwNJwpUNRUCLuRVxtLqzQQONauo
DxreR5528xHWzQLnc/HOY1VqOwX3jU8KlhjvIiC+tBPXFKMR40k7qejXNxX+vwAegHt4PcKAwtv7
pFtTY6v+mZ4UdVvFcjxjFrAJnI5w6M0jDtgNuvV4KXtapLwFw5/tpPhbU+MFLoU/4LJjxn69hWCN
ZbkFh+KANZPyMS7iHOZM3TwNjrtX2r25kflqKDIwJwD/tH5XD22XvrxqChCAMKKW5DClTXFMwxmL
tSk2nrt4rt/qA6YHp0ax0iPUyv5w/3aSx321jbkcTQIdLUIwNKtwUPVq6IRlgVqI08xvQFkpL2Vb
NA9ZHU5vxYKN4oQRSUzbby5O94e+gRlxHSLwC5JK9g3QE1kdVbMtqhm7vfKgLdqYHG1zSMcz3BG9
hSFqhA+NygvrkXoDDdwY/0XnHJrFVDwIELjm70yUzcnRFCd904jc/NwsFF/9TijxjybWMnPnwG/E
zasfu/pSUVEqUcvj/WAqXvfRwevoAsMthfRqAskphPtR+vTtLNHWoHSROGO8CdiP8mT8lbDZTjqn
PHarw+iFye+lbcPM1zJkdopuegFYN5wiMArHne9y887ku7Aj6RwTRWHrrELJsBTU+ZSiOsQNrhrf
Ey8PDZKBKCzPAsO07BymICsPdTualzzush+dsFDHhOg+z+/A/VrILrUzYHRjKUGZu1DUPt7/iVu7
lvUguZHPJTgG1+tS5SkQ05iMZpwK52S61XyE3NNccLyi4z8AjFcbszi5dV7vfBG54uvzAhSC1ACp
aG7qVdjX0kQ18yWvD5GDPRyAGHRl+BDWF5cy98uiNf+8eqZEAJjLUtuPz7GKfY0g+YmBQh+6rNEP
nWumh2WswkDkg3os5vhXpRrpt4bwubMLNiZKuwJxHylyibTIKgiiqpOkFpXWQxF5dqCZfXEZ8mw4
6IpiniNtN2Pf2HQ2V6rMD6AF8df1J50cswmrMGJhyfD00+BaZXxBYWVPLeWG10/UQTSCbEu2RoEY
rAaqEYQJ3YmWK3Z3YMnEktrncQi756ntJpRqZuXcKDVOjDHdUn8qh/6NPQ8IAJRRYcPDonA2aXr6
/v533jjpIB/kQ5D/YUuvvnO6eFEPNbc6mED/3w56nwUKIImHsg27DyDpDF711ef7Y24tOYkAinyy
h8JNt1pykeUYLiW8Cybpaxvl9htHiZud2/RmIwGT5MGJToEMKLxzr0dJa1ObCnOCK03e/FbTDinq
UKkE/emjNuwEhpspgTRCyZ3OJdVORlxNabEHFLdHzw2kMshxKdHFBmxi7uRaNx+LUYg7UHCwpkDU
drWFnFrvdHV03KBSaThpUb8c0ThYfGOY7RfVLZugSaZd1PHW3CQ5kL0L0BU00/VCChoPDiY8jKor
8HiUPHb+BUUyR8fOUpTkUCME8QLCqQG1I+qOsn2EKlgMBwOUNkhe70jBmQJSpbfGUUkyiccnlp2s
ZIjLk1Nk8e8ZbLUX6FPUHN061lS/7afp7ZQk9XiuqqrzUBRCYnUnpm4tJy8flEFgQmBLtLpvjCjq
yrIuXIzkFKhvWWx40FfQL7/0HacRELFzMqxXS+qhS4XgIsw79j9S02sknErjbElDABpkDrjUNbMd
n7O+NMQB8Jl3mLvFo6hWv9rsTA6Lpp5lGzS+oepef0a9EKWjjwyrIQdQBEodqovvps4U42ahQIx5
5SFnONRBqChKyyQC+fVwtcLzvVEKLxhLAOhmb08fqsoqvtwfZesT0rpBoFDGVZb1epRJQZSIcrGH
x6ZanrTJdYPexCMmn5L5rMP+PdRJpu5cURZ/6NVdTD9O8v05DXSq6I9eDxrbZJBdgto5XcE/tYyu
eu7j0daQramjPbrHTc4hRwO0LNvORJi1rscEKwh3Ra5eC8TiG81YfgtjSn2zzoYLzAP1Mlb5ty41
9+yaNuInesJEG2TuKGyuGw4LYmm8eCwv4JLHd2PAyywD+Brg5Zb8FKO+h/7fnCedGjASNDkApV6v
6mxltago9wYCUalziOPhhyiXXtSV5R2GznQ/2FM7Psyut6cmsjlTMjo5NNF7jXNBySisBj3GoFSE
w7kYK3hzfT/9KGLn21h6yU7Y2ZqoTORceBw4Aq7FIhyVSCli4qlShpb+SLLtvM28aXxOoQ3/FKZQ
H5rOcC+JpQ17btc3EopSFA+Spel40niEouj1KptEmH5EaT9IQ4V0ecr7J1sZTF+aj52VPEkfCpsq
MOiUvKX65lSnvnXsgKR9rwf65zm7PkYwSdlhAKppsMt7569HRkfzoEC8KQzKNrKWJ9Ud5/E7NKEk
8YdKmbsqSC1jQc3A9fL3bgcEPZhGrf9XEV2TgK9QnBmyIdTNs+sgyxXoc+h+gL8+tUHCu6g8JzFd
bd/ro74Jak/B2p0FZ24qYmx0OUrwIjitj7aXfDPRBzrWdmUDpBhCr3zKlLnNIYNGsXKJWqU1nog0
40OZqBUdVIoCuZ8PPYnZYrhhvtMKu21u8JXIuaWQH48MrqfrpVnUMMHFYUbLql1spDwQbPxth1Xx
2ADfPXS6KH6gd4PQ1+DVF02knZ/W3vQxV2jGoP6+1Hs2dBtHxCGBxX1Lg8YHqPf6B2FDt6RDhxNf
EpbDV9FM9rFc6nR8MkFMa4HeuvqelPvGMeHB8we5THIK0/l6yKasm4rukx6UKgRQrWnH81IAqvRH
pafInNYN34C0pKW6hwHjTqq1MWHeH6TEpOrSY0n++782Z2bOamaMjR4skz09tIuC02Ta5ap3bE1j
eNtlcbOHRri9VqSIDcEP/XGO6VohoHbDqIyzxgionJUP2mggsCba7HnIm3/v35q3kwMWT52ZMTCy
wgPienJ6rA+8cuhq5unEG0stl5MzpD9TN02Oupa+VgaLuAoRn5CHgLtJ5rqK7DbS8EbCPwH4UAQf
5jE+YypffVk0qt33Z7a1hgAdcMOTKFjEH69ntuA4GlW1reMl63iZP1fJ8HMYSts50ZmCMnR/tJsq
GhMzEFyh5cetQft6NZqzJLwxkNd3rcx9cjMLujM8qCXxs1RTzyKJve7QZwp0YS2rq596Pil7l9dt
di5h68irQjT1UKJdhQqvNZ0hMieAvXWrPolcGB9xnxh2Zrq1Y5BtpU9OTQDzidVxmJCGj+ocKmA6
VyhU2UtoHDIDKnNJCeqz8Iiz95d246ICwy39nGRrEgrMakS1bVDOSgrIQ7XnVidtxtOwHzr30Yo7
gDmUFZUgt7MiaIqx+RrS5jigOhN+j/JGf3f/t2xtKgiJKLcA9uVtt9q/3dKPzTzB8ert2D21NDIe
kt5Wzwa0wJ113hgKe2lZHYA3zYKv4uy8GIbiQEEJ+glX7b5N3vMsD5+7aP50f0635Qh4DkRz0mN0
F8iRV+HVM/V0TNMW39e5LT9Qd6s/heRBdZAXbt36Vlkl80PWRN3sz0nrDH7UQVjydeG6Ge2iprJ9
y4ZnG2gNNP3XH2NuPVRKJJ5d5w64PlioIKtdPoJWz13qQcFQD+ED4hPFhHSEXh12lkIeketERG4y
jR4GtXAJrbweLbUQRem7wQgKtWAT+FWtDcJPXE3EH7B0HYeDYSkVsJ7cowWAnND0X+HShRQm/2Gg
mlMV7e1++Z3XP4nvL0WmITHyea5/Ek2rVi3aVA3gf+VHJBSMX9iuFKcGy8F/EYKbkYo2CxM1rR6w
g8br57SIvttZGXkPrH4FiH1CNi8QwA1r4Za4FFKMMkJyaBphBc+jmV5QSkobP/KUBAQg8ovfacUW
O0z+G8EtbgyZ/ADNAwEKl3y1ORMkPpXQKVS0xfLpUTX79ClP1faz1UfLI5XQ9j242yqIG0GylyuR
/mNU1eohn5PxXGID9xE4T/VjqtT80aqs9L/7G2Yj5EodWASHKcSyLquQ65oIoRZVpgZ2LdqjkZcL
KiQgInd0Xm8wmXIVaFEg60yVTLIMrjfBgoF3s0S1GtSNbiPjN9l10PbQNvxorhtYqub8qeaNhs0r
3JCXVEDkQwo22slGN2I//Sh4XFKUVNaEr3/GZJuj4yStGoiwiD/pWdJ8NfUk+QIl2n6aAaTubP6t
Xcc1gwgVtw3X6+pW1dDP8WqXrNJCveCldJ3oOEx58ah7U33pjRZwlj0Wl/vfdHPLQVTj0AHIRDtI
/qq/Ej59Tq2uj5GwnaCdf5RtsMd6ypdPiP21D9SezRxCcBj+tu2l/VbQGzBB7XtAFMyFSO0t3Sj8
PsJuTWRu/37oG7FnwbT1HYCpQQKhYQ8wQW7Lv35hJeg2cWVoQaao6A3xln3ntRluCNC4m/eOKdqd
fb71Idh8NL6AgBMcV/sc/5dhysqC9N6VVCHo18Cc5xSbcJxv0FDInXqmmDoiRXP/Y2wdMLCGkhBi
8974A7X6a6ZK56i12SwahSlTfPRi58UDpPnt/iAbVy357/8GWcWYrIzdeqYBFiwtRKlDpi1UbiXB
rEYfs5931nLr46HODs0W/Ca7Y3WIQtFy45cj2wvt5eLI42+YjhyCBYnEhj5bF+9J7svfvw7eUuoM
q0YKt2TD19sF7zVNKeuEVDjRi0s9LNnjnHXWaWhq7WLU5S/KHvVjmWn5w+sXFlYGJCWKHKAhVgN7
fSoyp0MTAewvZE/DtJAubce30OS6nY2yOUcOA3cTSSkkkOs5psAjFJvwH3ReNLfftUILp+c5rbRn
msulgRwWalL0sKkcHdxmGNvX5ylkDXAUwJUB6F6XH9MqyafY5Y2qI3qFax9SC60qyncNYivH+6u6
lbAxQ6AWwFi4EdaKeTVNsypuCj0Qtj3PT/aIJ+8Lwm1TBOZyYpGb0AS2XKpZq7zhoVX9LEEOYayX
90iG+H2ttc7J6ePhS6y25p7249b+RhCYti39dB7rq1gR2gILZERAAz2CMFZrCT4hIu6eEzf/BaFN
7GQIW6FJkrcQ/FFlgrQ6Tv0A5MSaZQUrH2AyFsaXsaRzHw55fnanxjmEZtzv7OvNLyDrZzRewNRR
QbvebaVjJcYIZoDaA+jxx1I02gUdP7P33WyOH83Wa+aj1vfg+EOsaI7LKJTBH5JSMR6nLpvwOIyB
KPq8luNqb3vIU7U67jxGwVbyqucFvKZ6gUHQKjahGsQKbqhnNbK0/gSeucm+gWB2vFPbOF1+7GtD
TOc4SmC7kd2nziGeq/y3nun1M8DiIvUXHVS0r874/QB216K9jbwR3IkJXCt4tUDwWTNVe10peDZ3
KhW8RqN0E+qnPHeX0/3jsrEc/OlooCJu4AAxWW0Qeq3DGI6WTrna1i9zJawvxTC8V9NGOd8f6Xbn
E2TZERISgB3U+lq2okjNjbS2A8csf0y5aaGq5aL+QZ38nxx1pE/3h7udGMPRrOJ7ylHXd2MMssHo
jM4O6AJ0hxJHvENiWum72VrmnTXcnBnIQNn7A0C3llFohOlAiBzsgMupp4RhU423dczu/LQwjMBr
sPR4/eT4YgQESEDgqFfxXDeRtaJ1xohWWb9BPgoRPWNyLmlj79H4NrJruKb0+yUuEGfsNV0cmapp
yKjsUG5bxOe4qGm1U15Nvth2jF7d2McfNNT9jmmrG2/C2Vk+ddWyd1feUFQkZJDat7TikdW/9UsH
rDjzi7FgRd9IczJEtaQ8VZTOWGUWeG59XtxiOdouV6nfV7H+kgsp42WF0IV8PbWb32pluz+sMq17
NMin5isSCYhqxhaav5jWZfYFIehSO3i56T6yU1rjESaJ8vn+h9teTWqlrCdg2ZvWtBYvZm+gsBU4
WjOpZ7vQEmxzTb2iAB8POAstgHROA5ErOwphyi58KMRnzEM1cyeVvw0w1A0o/1HZQLAZyZbrMN3q
dqeGBmRAPW1hSFpp8r5D3eP1W5V3MeR1iaGjTrEaRdhIGyjCNQN1nrTqQzPWuXIwZ2P+WQue0zt3
z8app3BK01+yCwifqzdRHTW4XdsACox6qI3HwtbM8o3QUT0KHLtDmfD+59wajhoUqgYIt0qduesl
FCq+h+qCk4joE/eH7ablcQjj5Ful79pJbAwFdAIqhwsnm/C5rng1ix6lce8EZZbBsVpi7ykeDPdL
mDU7ZbyNcMZILB/y8LxmjFVwmWBdg7DsUGlTa8XAiKHKThT2YtcXcyvsS4GAxI/767h1LK7GlAns
Xy8ZT0+QTB1LB58OWFPAHOIj+kSzVFiOPlDdjD6KRXMhCoTTfE7nWH0au3n6ev9XbC/x/ya+2jxW
2ApzXDibFUTWIzWFLMg1iiQugI7X71P6izByoAGwb9ZYEcCEXUFd0Q2grbQ6ajMifFREQ6xSZrFX
KJC/+zrlAUBEiUimPPKtuFrcGomv2strEA3KmBvnOs6Nd6bVCePsaUWTHbxER1DW7jMB4NyeoM8C
sQ2L1wKSgU9RFGb/Mjs6RqttpYaR2c6t4wTTMrjvokHRvvCCn0c/xV5072W8tYc5JbzFwe9SJFkN
NtKtL2FTOEE7A0CsauzEtIkMOM7Ujmf6MuwwZLe2Dk57jMXzlBtqtcRmlCTpqKVOoC2Ooh3QMHAn
X0vUJAQTOFb/3N+ofypa6y+KhbJGtYt3K/CR6+NSVFQ9XI8j6ka62fE0noY+wFN+4LrIc/1jIpKF
GrRNTPfnLCnPY2tQhylBZOb9GL/3YlM/3/9NWyuA8yM5JNQF6F3yi/x1ggX6iFGM7G+gqObwuYjo
A9b01SFhW9rOUBsXF1mkzI3Zzab35/3x11CuJ/QkpyAaJOnU/kipsT/WiKjFO8F949hQ+oc+gN4t
T7V1pSt0FvwrS4zhYssqdD8XjvoLgV+Qh2ylN2irwjfrFuepVQr1R1o0e1omW+NzsVBiA4lERWR1
uaRu2LoFWy2wGuxO0OOPm1NMimmecMYTkb8sdiGOulpHn3rgvCgxwV36eP+rbuVdhA0MYyULW1Kw
rz+r57pFHRqNF4Su17uPy6ho4tA64Il98GzKh1gpiiSYbSdS/RxkSuRXroabNgzc8a06CfHfkufV
d8C3LORga3USmIPjRH7mLEYXuGqH7quzpPVFaeIpPpIcpZ7v9lOfvv6IWuSwUnhHWmOueyVlH7W6
NoDrqr0FnyhvwpAiV8Wvjtz3y/1Vuz0LVDsZCcQG/U6Sq+tF6yZjrsawjw+0C/pnJ0F7BtXE/IgP
XbmzSW8DHUO5RDho8g78xFUk0Honq5eojQ/WODRnzBPQcHaN8pwtbf4eyMYeMEb+edeRh9KqzL8p
oYIXXYNyFN5UHpBcJSjNMDrqAkV3PVHfpZFavTEn87c7pHuAp9vVlB6c0t2WdyOKCzIc/HXcG5GU
eddrCE0aOqYpdjaCH3PMF0JDslPC3xyK2gB0fPm6WiPWvHl0cUyb6ZhW4FxQYh78VEiREteoTq/d
I+jN/XmZwlCifWFczyodoECmcaYEup6jd5d61nJMlHB5bnmr7mySP7vg+qsxGPw1jQyc0uq61JgV
QNcyBSQe5H1N88sya1FmNMqsPKP8qb/DTcnEWLwz2ig5YOKmf7MLY/6OyaKV+MCklt73utZqfPGH
aZ2PeRh/yLxCOczzoKDi1LQDqqSvXCGuMMQ7uU7At4CJWMU/E9TntFRGH2SE3gfT7D9pikJLOem0
nZFuLhQ5kgPEldcQT5S1DJ8Z53XTTIwEfL89lbmsQ8WKON6fz22SK4cBlCxFlSg8rZE6SwxX3mlw
3i4LPfQH1L6/zqSGj4Y50h9pZyc5NrpTYzWINvFbxY3ShzFrhj1/j5tNzs9AF1sW5jgisE2vdx5y
a+0IRpKEYWqblzws8DOEKhb7gLP3eL6bY5HsSVUuubqr8DRyv2YCJkZQFxHiD8CfrMeuIhvxDSWb
P9xf4JvYxMSIERJ7wW1NoeB6YrOCtqmwGYwOjPhOR1R8V2IDFzGzDvXDrHlphSai5n2/P+zW7kF8
Bowi+QytsXXu53S2WCyzD4o5BK3dZ+FJGSp1J17cZANychRVSaJRjqKaez05IxkcjLUZJfX66RBO
KfID7mj59YJCuRtp2XPY58kzxg3DIZQq1/cnuT28tNHg5iQYyw/9VxAWsKQ1LFrlYeyMczYuxtEQ
fX8hIIjH3jL6M5YMit8oJgiEOtnD1d1+Wl68nBjeSzAVKOtdD99Oc5P2pgSfa0J8n8fcPYZcfcgO
z17d+EXoTPiXVM6ekvTt/qVYz99USmRyu6b3lK5d4QocTwFtbBJaRNffdXb7giWT+u3+At+YH4FZ
pnTIkwUwo8wbVlNcFKRL0i4eJRC8tY6T6irvtAT4sm/VsfplqebqCSMH5ccs0vKFIyDto7zm0lXI
R9TaqDzznnQ/lmq4d1VtLT6YJnJ6ao1oAK0O8YCmr5E5kI6tNExSv0PE32+hV1RgPDqohyjj4pQh
rJ1b63bLcZgBN8mskwiyBnT3UEgcE0RN4HlZ0fiVcHECzjq7+04dFn4ubKT0bIz1+CMWJJ74YAjg
Hve/yk16xUcBVAn2lneGA4Dtet+Joqud2WlG/H3H5oxpyvg2ifr6i57b8SfQBHuOkVv7jQAGqgiT
HNLU1SYQTlzpuA4NQOZFihEYr3Oc64bA7Gr74f7UNoZiRhY7G6wClK7V1AZKEE6b82fnXMBBE6NE
EiL4eii9st1Zxc2h6HLifQ1gi1T1ehUVdC3sxlTBAHnxW0wnwSwUnlY+2fqwi/PbHIswZdMhkrTV
1Qrqo3QzxIYuUApda59ma6q9hyqDOqZ65fLl/hpubA8ajGRV0lNRYnCuJxbHSNCMHoPVjYbvTmy+
TQ3pFxdPTgFrdsqmnZW8vWvAL2KJgr4QAFgug+sBuQUSo2/ZH86Sw/8NiYBaHes7lLCNAy83vJTB
JeumSXY9iglawurnZggWXtozUgeIwvt13GQPy+x4nxK71dG5CamU3V/OzdnBr/sjL0zqt7pJQW7Z
CHC1BBqI+lPgJVVypj+m7okDbO0RQizVKIIaIEL5O/66zNRBsu5cnOVByeAD3/XVuZgM2UNxXo3p
JW5I4hScGwTRb5wIsjoPEdRnhxg1Hq9kSdoj7rr/mpjI7bxdNtJLuAqgwSDbcNLQ0LyelQJEWzII
CBZu1wSt2VW/qlK4h7zBCLoSiv1s9phDj5P2M00S8RXYwV5fausDkqRwJqTT/U3IptRk9Z7GTRGn
Bk5WthAnyl/p4f422bgYAEjLkqbkRYItvp4omKOiQp10DFzML7kGpvAyWktxNCp3eNM3XgccrrcD
j1LYuTG8vRb+1u7BUxxGPGVM6uOrXWrUrRFbI8xF+HzpaVayBqMPewwae+6P92e6ORQtL4nww651
3UlHX0BxixJH5qlM8aVoKFyMOCMFs9koO2dveyjqPMxLxrPVmYh6jDkalaodpczupzp29WcvTotL
7I7hzk7dGIrdgYA4dVlqeGuXgAJXCmwv6zEIeYUczCJGUGx2Jr+YIDDeX8CNAA0gD94bc5KX+Gqr
TGo4anGOJZYquAESvR8pVjXYq7qdDhWmhr9wuT/iLSCbNxVkN9BYCC1Te5a796/g0hZWjog492qZ
ghnyi1xU1jsMNibtiBZX86/dmwm0ZmcwOh+PKVtQ1AudlxlR8egY2aU27FWLN06llBoCIsmzCAbn
6helsxUpSOVx05dzc1LgbzenoZ9AOxEv6v9sKyvbgJpOrH9BCMx+oxOqhmNsixjhQToGz7OFJZwx
54X6sTcwNtrJRDbOs8SJUmSVVpdI212vmFaEs6UmKQ4oXrcc7DJNA+qs5tFrspekAcLIDaU94Es1
nACC7pGFt3YjIoxSuBni+Y1ObeVYPMTtkTs8hlE1epbylETaT4QDtNdWINkZ6P3S1aRoj1DS6oiN
hpXwFAUK3TuVc5qzqj33+TwclbLZ04jYuMHlO5FlxQeFRvNqKIrTcYwrD3lk3CxPdRstQdgqy78U
vAe/jXLtaPaWu/MdN/YZbW2Ta5WrjtfCKhtyEoTz9RJLcSNKpmDS5/y7bVXlDtx3Y7cwCqbZJK/c
AesUmca/lo6mOQZMRRwK0etPaFwY/3hp6pwUWK0np+rtQ+JFOgS0zvxw/3z/QcRc1dLQNNBwJuV8
gzGlQH+9W5MRc5xiyjBOHyGVPOhhWNNuXsJw8cNOgx0ZNkMaHh3kQrGJjat+RgrR6f5LzXn5nVuD
+qMp4+ZcDUZyGsMwvkymU3zulCyxj1E2mWh7TzEuTAnSHVSFJgIoipWdXZ8WKl/JA6dw0PdYyLev
T1IGiNaqLC/wdlyXFzKgMr1NJgQOyPuSQCf3Qjz9xoznZwwl8JS5BaCLZal9pEKxrpGhjWLztyKx
31Nav+Bf+f7+Qt9sYbmP8Eam5sstAbj2ep1Ta8wSOliUjqLFesK5E20VtXHVp4g6EwA9tzhQXrL3
8Arbw4KeIXuBirWm19YOcJ6ciyJwqY76dTThaWhnygUTMKyWEP06jEPWXe7P9SYG/TkzNJkYUKIl
Vse1SHCbjRfmmjSOd66bcXrIw6EIelefd3L7raE0kG8cHZdEew344kWbdh7NiUAyIg69Zba8IIYF
Toe2V7SRcfvqpDArkC5SgYu+C9/i+gsOpW5B/x57EtI2rILM6c1/ikwLv/Zj3h1An1aXOk3nt8OC
Cvr9Bd0cWvq4kM/gU7JukKJGUKWqOfXIXdnxMW1wiXahYZ6RU4ueZy2JggKBe7+b6z3v9631BacE
0JUyL/NeZRwZWpoWCHnqdLUA6Z7rInCgRh7DvN0TaLpJblhfSHW0KjizQPLlT/kr08iM1kotb+nB
knY4cnrGcpi9RPiFZeUHAQNop4O/OR51XOhmoDX5P9fjUX7kI9czhjxobx6LtMyOjYktGKql3bNt
9/HOR9w6iig/S9AwvGeC0vV4pFnpPIlEUqey6YPaTKFvqiJ7MCpr9Fs7GtCSX/YaareqV6wq1hy8
paBUgedbrWpkaP3ghfkQzKGAxqYqtHZPsTKimmQMjvVSpHbhHgzPGbh3PCV6geXcT+gqDYKPkMbT
RFvYKF2/snoV70TwHP/xL/WPYKvcPVW5rd0mkfJ/sPK8hFdLxKtz1tyY05xx2x+92U3fhgnvZZ60
ezyA2/clCwOeEucfSayg+379OSIsdgtRK32AQqvyjYNbf8tMYT44w6L97Nsy93ytaJMnQoH9wVRc
8Z+mtoO7807Z2oQ8p9kSFF5Ara1eueGSmkvqMWM1D8UBa9jljdnr9leo4Mm32lXzL/cjydZ4tDml
ogSdeCAX17OOIwOPprHtg34whpc5zFAFRbO2o3kcptmhT+o9gdCbNIp1Jmph1yA95ilyXo+ISycI
x7YhbOJm8snLhPY+jsOdLGpzEFkjAwxNrrau59PpFGJyMNeCPjh/thDHfpPNo76TEW5tT9D+/z/K
astoGhwz1a16HFOT4hAnuhfEXp4eui61j6//ToQKylYgKyW6+3rV3KEYnaIngUEBePhsTVH5piIJ
/1aTxlXg5Qi/r31b8p14/kO65d2CpNFqcirK7CEPdzIFt5kePLfvfIoSNjpUln3UW4hQ92f4B5q+
vk/hXZHwgfrgSbuaonAI7LPBfYrWqzSqxlf2l2WG5pNeVlZ8qpUh/6ZMdZ+CQmpmKfjWL8mRPCdy
fKst+8/gvxbHt81Ky4PYmSLrQuiYyyPK7GPsV3mNhkKCJdG7NO56qnC5nl1SYFOmPxpF+msyweP7
Yx92+s7H29onVMeIX1jOoLK1yn86vo5dWSwlYO3+MjlwByolWy6c9uFwfxW3LhUqtRRw0LqSNYjr
feLA0HJKS8rRz9lyVADHP6i5F52pjWWBSs026IZmr6C6NT+OMsAC9ons/V4Pilq7kWihkBr41DVL
BQ5t76DkbJrh3q7cGgoKJEx7SVimHng9lBblJvVGursOoHqYn1PzvPQItceLnu/kAxtLKYEL0A9B
2iHGIH/KX/nHaCn2aC7xEAzGqPwX6sgA+7W5jIGN7Naj7nTjqUI+aeddsDFBXuuA7QxaJLfw1LZz
s6SqS6oFWIL7dmP1DxlwRaAJ6l5M2RwKJSHJ6aUDtSawOtrSGk1JnpEk0e+xRyhWr4eRHtSUnu7v
SvlVVkcb8iAyE7S7IHOua4p1FvciVblb0YStjmmR1ifTql8tyCQl3ogd1E65yG6eGcRgD0E55tNb
I3LRcdNO35pen8impjr/eX9KGxcng3FjQhmn8LRWDdNLEnPc4fGKRGL33IS2c1CGqXvMoVG8Tfs5
3QmPm+NBekBUHEQU8pjXu9EUUVZYKlWkvtfFhVRmPBtiHE5ZhhsFdIw9munGE0OymmUqQjGCp9T1
eGkPXLgeqOYAYQmfEcPBId6YdAz8iMIgOg741qsnrbd+3V/XrVPH0403DWdAvm+ux9VjPGechJvb
crH6Tl0vfUpgJ57ZVk4JE7StLokylTu5+Nbq4nFEVOGyk53J61HFbHYWpTjCCiuL+alun7w6W+BP
JK0foT5+vD/LraMn9eYQ36WVQCnrerwsTaIqkaX8ahDlMXMG9aFSpn+F0+x1EzbWEyIZ3VYAX1QB
10pPssXQd47Scd255iEOa/1rZmKWfKhUtRt9BxUkQLS9bu5g3jfH5b1Ph5vR6bNdz5BwGjatTPPm
FqsmN8XZIJ9K8wn3oOKUcqHTuCmanZB9y82DVMvLVN5BlHqY9/WobT6UXstLJLDbvvqQ6TAVKDqM
00s/Un7uCm4mJ1X5AUNfHXTR9u87XGEPeHwq/9aL2h4jJa32ai4bm4uoxM9yAcNzl6yWojZmY7Aq
3szAXibu5Ea/RIYR+qXXLxc7svbUQ25r9HIVsIGU3QdsRdfJotG66FumlAc0hfJ80CkVKVKmF4n7
sGid9zwnkBz+j7PzWI7baNfwFaEKOWwBTGIUqUBJG5RkSUAj527g6s8DnY05nOKUf9lL2T3d6PCF
N0T0IwYbrUbVGLHUijmP7Hbp/8z+TPjwn7c7P2ijyHK+WIazz2J0AiS3zg/K1EQY2XKyE3wpIyWG
a/v90mJzkOlKblht4FKvd4A1iYWCS07VQK/77LB2ZJcoY3ZpuvO7RgmgiFZ57bK88L7RkKR0gFMB
kfJ537rMltUtZ3eI5tWyXyoeqefW0IL4/VW8dKSwZ4YOvpHjyItfT62kbJsuvjmg1dK438dRtdGo
lebJYtRQGWOyF6rKDu8PeuGm2qT4mBzZMc/BWVXEH7NuKkdniCrPpkAhYWxaFHsO5qj9L0Nxiwdo
rROUoHv2en7a6pWZ0xlDlOPQEWFBL+7VEvzCNyp9fn9SlzYJ4TFgUEKGDYT+eiQ4Z6XsjWWIVsPN
js4g6zuIHV81d0jjYCQXeH+4S2vIDUiExZ20gcxeDyfQZ1sG8opIpc4ULgOKbnYjRhQbrtbnLu1E
oHR/R0O05RybjdeqswDeoazs/2VOCOPoZqK/cs9eHAUwFzguMFM8La8n1OIxkCUGfb7eGMwvtagT
IMW++Pb+sl28xwgbNz4YaGyektfDBMIZcqR/hkjMHgT2llqgwHxpp/WGiEul6r2e9tjJtFUdLWLK
d9hTWXsMC+0rra1LJ88xSIX5F0TpOZp5sZPBwbxziOjveR/qYXr2B1XstRkwv6IVhXOF4V+pZF9a
Y0TFOHQsMaDms4tM0NgdBdqFUVemxr5IPSfqsV358P4aX9qaG/wMAgRtH+K910ssPEMa/ljwJVer
3lEE+9X6affcguq4soYXAsoN5kybGmIoacDZIaCYiHyRRYjljmUVCRhi3xLZN3dUOzD9WMV6GxR1
uoUL6cf353hxJTnu3JwbSuu8AeuqwvPbkTJNNlfGC4pWLdgNX105E9v3OMtxmN9mIfjX+PgczIB9
GNFsS4XGtKV2pNcvvgmrbg+tL9UOkjZS0LgRHPVq1iNDTeJKvHXxQ27Yuv8f/lyasW+lcKuASVYW
JPRU+cOjbyRBaNmDOL6/npduT15YuskcfTpJZ1/SMDPNNDR2Zk/aEJdAOdOwTlYrsoax34/+Ol5Z
2otzY2pEzBvG/zxR9V2YoGUNn2Z2NtxNubQ3pl1asRwS68pzd3GXbgNtIvvc1Wfph5Hq9iwnhpIJ
Wpqhj7RvsUtQGX3O12l8Xg2/+dUbuf7NwIzzyjTf2q8RtxGyAcmkMA/QaVuHf1Uc3HEsKtNPqSfS
V1lOskNnIlyrtfgCwEE3IZtNHhbTppZ9kPmUubzJ6EuUc5aYYTe2nRvlSJ/gLJz5EBuSIhhQK1NK
l2HpmsmyI6zAIDWfZR9qyWxd86i49Jlcio4bMhE+/XmooC2mNcC1JuykkBebY4bgodLXEmQxMm/X
aHLXRju7H7FJM+rc3Hah5qV7VRaQyXtRiRuxeva1stOlLU+uj94HqZ/Hv6+/jATZNsiAbN9E0Ski
1aqOurK0yC+XZh8MbXblWr50mfBF4XERNvAEnu2EFAumatFo04o8024tuy/10MaOBBZaimdl1NlL
IWO/TfKX0mqNn2qx3Sx+/5hfujYD+rVcwIDi3ygHFSLLYCMBVyyX1fqcmGPwOfWraxiwv7H/+b1J
wrZBdOELocHwemlNvl6eIOsbNU22FgdRmvmvtJflEGrsfAsb9eRTVVcICOjYDscCS6zfCKug/Vu4
/aRRCExpl0ilqnsN8ZcxBnoQgD3ShoCuaF+t39upHavItyr0cPNBS5wwdx2VhaZmVO2DGEwD36AS
Blss/bH7zwAc9sam5UhNCkAdpOjX8/O6tujxVaThNlXu4+wnOAe1erEfR/3KC3vhRPCQU3fCOZJi
83lttFs7rytaSidF59ghurnOkcAqQR8C3PP7e+PSVbUVSojJqDOT1J1tUFFJQhef9N4snKKJxmVE
fV16c/FD5Kb2RCcVn4Vu7H0M3/rCxhRgbKH1hraTyioUjgufCqKdcY8wtk+Jxa6dIxQB/zHRvEbf
9UMvn4aFVd23KTpwV/LRC/HcFg6AaN46bZASXn+TFQjwMuSUdsvCFrtWW5ZjObo/jEQEn/MEWRwO
dnUVrXcpnkXFlBRuI35tBKXXw7Ze6XYiI7vurdJ+0AbpxEEmsipsKIVMEeIe9DZ7OReRX3RyNy8a
FgC93+w47Oaf97/ghc1CHmlSmaHOxp/t9P/rrQHLPq7eGnQRCtPWT5HN8C065HKiYV6Ka1y3C+uN
niYIPR5wNOTOQUW+RpXB8OchIkAob4xqXPZLn06AJCwEDUuz+m45lLz/8wwZlNI2NwvR33krtcdF
mQ+9ApeVXcmtMJkne9L1KDDG/6HBgxAkddLt4d6stF4vZqfPq4nDMPOz5wrvCpqmc6nMXWJR83h/
VpeWcjvfwI/BnbwBsqK7qpwK06doxsZ0D9wF+iYspYPbAgduRZDdemheXYlMLmwW0FMbGnnLmiEs
vp7fKn03NWUHoXnqDJwk83Fvj54KRzFck9e6OBRRHn8MCgHnXUAIbcOIg+oQYQ4yxmlQW4cxaGXc
C+OaIejFpUQ+DFVNghYg5a9nJRBxp9VPvaEWHDRM8fSIfk+2U+YCvUFT4qjLYriylG8VJjcpFUoO
OMRsOjnnDoG21+rtnDTUHpZq6PZNbVYf5im18nDtW28MvcLnhmwLnFGPVPG6Jcxl4f+pxrH0I3f1
0lvPUDTzKOe5J1n3hOB9rpbP72+zCwEPhuiEoH+79VRSX6/NnHUN0pJYofmZqmnbZOvOmqzPQ2+U
N0ngXBMXvfDVYcChMEFJHJbYOXa00Zemow5Aps8Ajy1eTDAok/SubVf92tO1bdazgGOjvMH33zzn
UGJ8PTXCvDmxFFWFtlOJu7MWD1sp5NznyJm7+qhqBOdDI0nkAZcN7ZAvU1qFruZo+/+8xFDitugA
RsMm7fr6d7RUaTyBeVekz0uGajUSXpkplp0TTP1tU3fpl/fHu7jGwOI2eg26YecAl1bv9ECtJOBW
gJhXumJh2HfaeDOT/v/nSIQsBk0rkyTgr7X92dS83pFdb/dRXy1D3I7IABYG7aJRrP3pv85qG4pB
6I1BWjjvFw1Vq2wAzn006bXaOzB/Q31Opn2ZXOV5vT0TlNM3a5AN+76Z1L2e1aSWqoa22AOUmmRM
opid6HJnu9U14Wjic394f2pv1Smo/3BXsCPBitJF2b7ov97orLa9xp7QNp4WMFfRahN+7w23W91w
5ow8wh4stdAYELcKW2ekuVLYQb1DCTQdwgxXDz20JO7KYYIbd7FrK9e6yatk/pX7lblPEjEWca+U
ccfaySJuTdjEaaqhU/H+RC5gq6hF8liBnKZ3T2b9eiJJoy2ujgB+hHOi/E2Jvjo13lCc6go+Wehp
47grlBYcOmToTgH6TC9O6/TplZP/9gDwK4ADbTzmTahv+77/Xs6mGYeqFCjkmJn4wC4RD1iLoM8h
26uO8lso9/qSQZiPzwdsER4P8dXrsYI+Q8J9u9AKd3HuayWLNLSwGz+2ZRb6Zb7PXFveFVx60Zgq
Lx7ZsoZTB1dOx9snjp+BDa0Jlpxpn3Mj7MVK/Gl7Ta3UlqG3Tube0mqxw2xuM/EbxbGw82t1/Avn
hMASxDV1Pnoi5yIaLdmQKgenR/nVh8zjNctdYonhQQZFMcHonstrElBvqzaoWoCghBnLaXkTn0gP
47BErbxWUzeHS16LOB1ljkyhaPbCNtqdi/NE7M1m9+n9rb2FyeffmaaIB05kQ+KeP1xU/VQrWwOC
SaZs9Cea/N5Hq+f4/igX8OtMEPY//5BB+OcHqJuGYk1U0Ee63aEPkbhLc/KHZQnhSCNtYCwlDjla
Y827dKG6mgst/yQrYcR6UGRPoz+Xzb5Psmy/ZlgKvf/jLhwr3jDgwCaEVD7D2XuqDaLITVEQ0ODt
9skejGHnm11QxAuRznrlDF/a0DRSN84HqnsoB70+V+AsdKpiDKbpY72rMtuOstH3HsegwBpc49F2
qIZdGfTShv73oGcpvNM1a+XqGT30qXBpQeRdHGjEC7abmI8zfrlX0AhvtzNHdmM6AnIiSz1P5HVd
5jItkCl2l2A5ARzrUfXttV3To403eUqiRtljg6mv12w334xMpwFWDVUfap9E4GczRdlgcenaw3HR
hDccbbtPkbVAnh3/r7HUi4OlF76IK6dKT0Hi/Oc8gzyUgIikDQYk+K6zBBlEcl4u9MiiCeZ0dTAp
xN5hjmfc1i617P+6b7fBILlsyh1UXc8FIpehGFuzaUDUgGq/xYzSiWet8OKgq70rt8SFZd2sSHAQ
2krmb3s5OjwlojrANBJ5MtHSEQBa2UZL562hsUJLlBQwY5RFr3GO36YbzJIbkQIeeSm69mdRZloD
hGg0KmTomxs/JrPJfhPauguC9YO9x8uo0SK+uTuEqrfdgz2lRhq6jSxunCpAwzkYgFlGSd4j4NOW
yMMB/076K/3YN6d6+5E8FBQasbrga7w+1Z5fGUobF1jtyjEt6qurtffkzC0+E8X1Q+tQDEHUO3z/
5npzedPPw9oJNSTCAhDQZ2GJt6GdkUWlJVUlxUtd+5kRSs2+Cnm+ML0N7LNJ2NO+x+769fSINLqe
ncE4Ss8PpZ1h5G34SliR7Bb/MzVk7nBNm+af78/vwrbbOsGbBDumgbAIX49bBKjGziPjrmm2wfb7
ce+Lxg4rbwjiLu/SXd+71FH76hqs/O3Kogy2PVjErcTk5w3iToF5Eh4FNqSlp3sj0ZaPnRiv+cO8
uZc38gSxP6ga4ow38fGU5QsTJ4Ef8hQru2G2j4MjfqzrOB8zRc33/eV8+xmBh7FZQG0hVApC//Vy
JjSoJotWcCRgLZeRt0zDvjDH9JhbTvKcONK86bW8vfIYvHleN1Aa9RA0rLec6ryjX7UzuaoDgGsd
MCZOm0rFTWWJSBSqvXIeLg7F9bQhlciMzzGNoz2jqOiDncEe0PmZNSr5pfLSeMwpBb+8v5Zvtyaz
2hgXf4uQxjkiVDMyyVLTrjStueyOeWCmc1yZaYq2dCpIYhCwlx54v1IckPyvgyvf8sIGBSUEUoIv
urmfnd04i2Zt+Sm9KuKJ5JC1iX+jy3l6+u+z5N6FwESjlMb32ShCtVjjmtR6IPH7h9aG83cI+hXo
ptX5vxEVbHx0Dh3v3q4z90pD+G3SxcaBnrbtVJ1+wDkSyrTkmuHJBHJnNc0WI6PaqGkiTZ2KcPFa
X2bTmOt9b9jdc5anLko3wFRQSu+82blCx7i0sYjYKB0SWWyX7euT0xK/dqhqAICZDPG4Zk0ZTRqc
0igfTXiA7y/6pU+LiAj0vy0HAZL1erDUAEEK3gsEqV31t6mpdfvFFNeKh5funn+Psv2KfyWTlPLz
uUUsBzDWVEDWFXnkD0mHQOTYjnsoVvPv96f1VhWV77k5P/ytMNPoOZtXQ2FQq0cWEb8pawgp/3Vu
mJSm91DTc/82cxffUMox8lD50johNjLelYElnqukrm68zIJF9/5PurgG4M5hDJP5cDO+XoMG+QZR
bJCOBtmsL67WlDf4xRrfOr/yYt+skfN6f8BL+4jAaCtigaZCb+T1gA5Wm/24UjJLCk0cJR3uOGmX
YreJKf3n6PBvv45LgmuKJsnZaq+jt0rXByLWwQnbr15dnrJFH+PckM7x/VldugtpgMI7pGJGOfrs
dLiVNuVjinvapHulFzt4af4eswStcq2z55M3VvOd3gt9D88iP7w/9oUV/Uvl5KoghwOs+3pF13xZ
rBplj2hOteZ+Wjr9CU4w1FGIM/v3h0Il98LRpKJFSEBESgp3XvK0h6ryUXtF32euOZuaKvw2nLga
JtRVrea5zzSmyV1krofemKZP0N8V9W2/18bQzrxC7A2AtB+1wtV+LItKPhqs3Gen8TDGyqQf/KH9
5n4bl4bS1+B3RhAuhliWw2I4vC+i9IR+aCen/dX1lt3u+34a/3HrWqmwX7HuCodZDE/oSRuo77qt
/cvvVPHLAM3fHJc1s8uwG1r1QaXt1KDSaW8hfG6V/xDxG19qn2gqdlGi/ioHbx4Oy9rkXwtn09g1
dFzi4LAmxbOwLQLZ3kzEB8yehywPIQ7r90M+B+2RqiwUK2JQIBq5vva/5rl3y4fS9bT94iZk8YSx
E5T71UuS2C/d1D4gk5fH/UhzfJ8Fqy+OSZAE1AD82ptj3VxQDl6aBdMPqYt6jbXGEGqPPkh5DNpS
UnlrNd8Kq2rp0qd+TpuvYGbTH3VfT1/dDODyzmwwXIX7ifhebM+rcz836Sw33u/8QA3J0GItmSYs
4QNTGbdJjocCTNYg/6d2xky7973MeAZehouqJTw+Wd8aWDlLgZhrI1O0IQe99vLneZVdvkNOegzC
0qmXF4gAGYrP5jgt/JUu/wLZdLbIl3R77yA7QkVtzob7etXKBiRnzW+aHCNRUeCt4jdeUakfKaj8
OOOoQg2P7QgnEAEwBLT2KbpZlCM1YT5oWdOJGwTe6gfheQkzzYLiJnW0ytlXPucg4qmyvzZznv3A
S87+CiYRh/gkJ+OjZZAvh6rvTWsnDIf2QYkXcR4mdkrKXNY5rYQa5fV7W7cXiYm114FGFobCvC3r
nfQGdO1SHcbWap/SOk1e5mo1HHAIaOPEvcSEde9NTVBC0anb4h6VAgNERDVnN52hg2NLrKzeN6pv
1xvNVlTBQQ/ZRThYVdaG/uxN9dGZPV2jvUD/9QhIMrjRiAp+o5DUI4SeaQHGjnma6acqd9oulqnu
/bAR3nP2bgIRKCyRd/VDLAaa4HlSdbEcRECf/oTGzVKSn5WzebCShP+ZpqnlRqYoZx0Lq1ie0LUz
y7AVufhU6v1wR2PdepZS6AgHT5X87rrAACJTAgk+IDxeFuDzRte5MfwkAc+syDl3AuDEtF8HfzVC
Z3YG58MifKZZerMqT7qLfuotwXdthaQ07TMi3RpykXo6Nvty6TsET6Yu+WdyvaU42l0y/tMkZv1C
krlmYN6lvQBLUNQIl3Qx/mS5m98tuhLcSZh/zKGtvB4MiZfaXlh3ffBxSDXYEs3SFcO2xsVRsReh
X7pT+ZSkGMUdFDnCjbLZaIdydUkt68as/ww5LZBwcWdS6ap0UZ3Qpm44eV6Jz2RPJF7vS2pXFHey
spqOsvSSODCW2t4VmZ+YJ9AKTbEdivkfysnWFErqes9W4vWcZ20Ud3bXVB/XMintcLGL5JtXp1UR
V7m0+9Ocquw3+ffyzbE7t4vnypI8mQvGSceEL63HrjDyOmoATj2P7izrnZlmRXrSslWqaKw0ZIzo
wRro95gaMhGWM+lrCEIDfwsiEb/fjX2RdGGbY6x9XJfR+W5LJeww9ZY533VTk/sx6v/cySnUhG4/
6s2UP2TZlMvDIKZljhcM5uYjPhpLcttVjupvuo12H2Zep1F68npjPiW6lQaHMi9LEj6UCYJj4AxN
B34gD9T3TKSq/ETGa/8yfJmlBGIJos3QphQVd+Vw+J8Gfc3lzrcWimduU6rqzugsTx2EpxLvlrU3
zKO7gEDXEL9qsvFx8ZUlbpNVm5Ndh0xc80suhlF9BaPRcSWu/bRmWeiYynTHA6YqgfdzEq3yfzZm
75gixPLXXvxdij2U9wJSBmHNUDrrpH3U6DEHv4k8sjb2i6XutQPZyiaMgm4xql6hdKcVutXgdRmS
uZpZ1IsedUOuFQcpEbn/4dE7AVVjrf76SzPmuXNCNbltd0xSx0y9WxTNubIiQwSj/klvilV98TWg
C+AfGkM+eCLtx1+tq1zjRbOpA90OSAJZhP+rnvzprUZm0x4z6jyvD61eLdmT37rTcq8UHi8dbCL0
0jWsXQy3yWNby0X7e1zTtKlDJZU3frSBtDS3hZKdR/PPX1V16rEP+tqlvmO0oR6kffoASniyjzXo
RPt2bhtqzFiZOoP1yTdRu43TZHVnpIRTlefPWukORbrDYCUQFqjItgjaXU1RSPuItxZo0DTHE/jR
p8OZamGRLtu6CUVmvWCTIJHG2A+znhXWvoaMaO6sscI/E6GMwZB4p/oYRR0rOO/ZQ1eUY/tbJ1Fq
ejjP2aA91LY/OXv+UgBCR0cEF/EbnUJO/psGy5D28WwtYjxlJNZpbCZu9TCbahyPvWr0hpa+Pbe3
fqOlKg2DCukeK3Jx6Uoe0QPc3HIMb11sP6xbGaDqk2c2Tget3ZTjvb0ubXCflZum/FJNA4he11qQ
jgplXwXup2oQ/YKgVKnJAnc3FUztQRVBjmlvNdnmsfGdwT4VDb5Qd67eBPm+dUHQhTZeW7DPNGxL
oxVLLD2NtSxIs1++t87pQwsM0gxXp0KGLu1m3Bb0aUI/atAyGpGmtSyPwybLESMfTpzallZj7h1T
tkVsIVNb7SfVWHaEpoVyujBPRxHQMC0qGumFMHQI13VffKiNDNhDYq9JFuN3pKehY0zlI7BwlJrX
yci/ZCNw8KiZR0c7WIAecYB0Uys0Gy2Y4nk2xxd9NcY5LOEE2jGGmPKUmCaa0nXPmY5Q10jSWBSu
9biUavhK21+u0WRrBh82sBJ1U7eBu8QwXCYQIKIzxQ75C1SOXG8sQaglJn9fl2X6s3KQXEFcf07r
4+Ks5Z1ViCqPLdU2t6Nm6Nl9Yvj1slvnJHucjVpj4YbO++xs6LssXM3C9Xm26BZGI4JYNDA8/tuo
yidCBC/3zDqaM9VSxupR5UMVCOvasNaHQf/eFgOWx9kY9G1IwIirWJB4rbVHM38ODj5aGE4oh7r1
Y29sdCPu2w4x6s6YBgq3+rSMn9pqlN1BiGqVPwkgTTukH1jmvzNN5m1Y2ciDH5JBmyf1kGJ5WuzX
dJWrFsqglt1Xv8Y70Nuva62ZCL4lTr/rBleWu87AAPinMff6N1zHSddCv+6Wky576YduNgDaXHj+
vZ3eq1oLF9g9GKPmvjne1oOTH/XEEfXN3MvJD7lWk+nJ0KVO5D47SxunelKvO5cEr7/FlHNRB6U6
cyS89aaKrZ6PNh5rVUD7qwqo2WKos8KpMWZJN97x19NUD9kaB03tGLtZoO9eh2TXXDv94hvFg4kH
Z/EkRsoij0uDXtAut5oeLKPmq4+o9iXlEfUm7yS6MmujNhHterAFtbe7gO94sMvVYW/YxL47FEVV
8dS4i2Xtsrbzb7in199eCxJSdVt0Wpeifiicqn8pcZIaQq/TCVQ6RWcCLK+s3NC3BM44FL7Ln5ya
8adDxKaHZre27l27ju20a/TK/eP6UzpgHiS76sYqGu/PPNtDFqc4BN81PWJvceoWILsrwtwKIHZT
ilh1QfVRck0820M3wnYEU9iFTQVt5wGHJ6sPh6lA9AUhYDOLEToxn9G4Rk2cILn5sFadlp6GzFyC
Y1vjF3CTjqpHzjDjnQrHPt2EyLyFH+E7WafuA1+k90VbBwPplYblZAGFDJNmrcPdAID28N1vq+IJ
Iwx/pSVeV19UUVDl4yRkH5PW4X86ufAzIwXol/hs1pZ+J3OBWticBo6+c8eF4QfCyyM8BOmFNKJl
BxE6qOu4HzS/jZBpC6Khc0oDxmGiP2UiByIxZdtNP/pDc5uqWa9eKNoNP5Kka6xono22v+FMegdt
AqP0zc3KNKM7XuV5mHdj8mWe8xnbb+WsQxykZa+HhHni++h2GCx2Qd2G5gwo/tPq+tV6N9itJkCL
p+N4gwhe+3PGWIIfDH3QC1Mr8+VxtLkFqrwJpj0BzlzeuMJbT0XP13puEj+7M2Zuxt3Sm6txw9FM
6hPFj6YK7U5PtTs5rd1wwICcbKjo6t44aAEloRCi0mztRi9oq68D1kP1V0Pqbh2iylbnX2SluUGk
rY2dh0Ved8iW1FaAc0LXjT9SrQQIQv6TCxt66NR6kQqI8ihrm4S5aEuY637OS+nfZL2FVUyFdHf/
FWXNxSfYE8lXk7sVCQ4cwT/b+Zh90zFdevHJfb90i1c/LFW7/qAFlpcnn6tDhWJmJ8dm5czVIWmy
+rOXjQmFUcHi1Uj/jD+0ybNkaPWgwKXb+V+6zA3mYzoOwU8/Gdfh4KTJbD8HfW47O1zE7H8SzVBu
HOS145+4xrlSHUG82q9FadzhntrcZa45yJCHwgf+2rX681yRth9RwjGsh0z243CUuG5zyXhJU9+X
wzoVR2m3ufG5q6nV3K68jnKPBXLeEjzP2g0fUf1jr9i/HWytkfWHalGtdWdP9vQnA67Zx30JLDi0
/U2WrPCboYkIiwsvHB3AMfeZKHtvZzTNYDwmpq8VKM45/i8dB7ZPtPbX8UQ1Q5ihzMtav5902sJS
FH4SO5rtz4d5sBKNmo1THiqrlulRNLr4oM2VxCG2Nkd5xIg32WcUZ8a7WubOyZ2NxolSaa76bcXC
yDD3HK0+1MqoTzRo3fyU1pb1yUq7krjCGoutT+RbL1QymnY/NtVQhdpITXFjAZUUCQY8OBgdcGoI
O5usoikC9XWSSZdHncP2zFs9MXedabTPYEmtGgm6Rbvt+q7PY+lZvcXGZmDcF7v+t1lhFhLRtxQ2
GOlSTAS3o/3NUaqoTmbfoliUuJgYQgDBlmom+bU+qGHy973p+cnBWStyz75f83E3BzgaoUXKPoq5
PLnXcqBi/xB6izpuulnTQz/1xe8m7xc8xl1X3QiJpJsKSyO1KCNnmq7uyiYhGrSnkVqRhesTb0mT
181eX3ThHcjyRp+Ja2smm9Cou/HWEbPfPJgORhBHrQP7HerIvXOPQNPq78tRlrfmmju3S155eqhT
tjae8mbo1j3lL9PZzzTiXywVmEvU5Wh37nVKBemNmRO+xuBxUSNJ8JX7XaMO0oQICGrGgRNtGoeZ
8KQ6Khsl2JOdrou4zRc1JKH088TGBxixZJJATGgjn2/UHTsr8w7TYkGq5MIxIF6gn+Ts02TKugiM
v7Heo7A5j7s6aMzpy6gRIu5Wfs6OcBUeewrioonm1iqykA6v53E8g9SJjA772Ghg6C4Umud9TI2k
9kKRpVUWps1EqcXP0g4yUlEnOMUgg/8otLrEPQnSdv9oZ4t3LPQy72MKV8YH7u/yK5CIDO8vZdc/
M82ubvzJRKxKq4RenFpJiIh4oyPdOC9W+zmHUfWdX7u5SRRGMBxyihTfUAOxPlWcvvlQmh3ipIjj
OC91sIgutCzZ348279IfOer2ZwSuwbOAzs8fpnT2VzBELsUfamjLd2hA9hDas8KfVOamLu60nsUK
s7mRp7axhgaBTNN4mvJC145Z33rJnUNjYIpReHZva7gpRdzUImj3YN6sZ7/S+gAwMoaVoetqSY/W
0t9vu8pA+0WZrm0/rr7RDo+eXejcdpOd4h5uD34ZT70xfHS4JH6vM0FqhLRY5Zyscpg/6z0q57sW
NHwABZ5Umovfn+8UXEV2PufkUKgAK9CmLqafq+nJJh7LzOr2hi1LSJOlvT6OpLvlaYb5OIY8ndaX
ynDWNParKUuOFvzYp9VsFMdJ1wiPpaZ3cTNnyCmhFQqHB18vmAbWqFIVTuvYWXzWlM82Jav3COiZ
4iHbZ8SFrAP2Ei9AMI9yRrcmNFsg9DtV63of2wWUFgKxqUbFoWiWHzOg3DbKkxKDPeE1grphhV8r
wvRJgSYXsfNR5kQ1YeEMxdPYQnnbU67tP/VOAQYNwOLYR7Cc6HiKrPd/kdaok6eRQYZUE9pDJUyq
D8FYNtPPMTC7Yd8MutXe1k7aaz/WYLH+BD3+6dFQZvZd0pftL5/KcLHLF2l/nqZEnFYzScsd0QKE
PEdmmOb61BD/WIVj5LsM88kZEO4gUamoE/rzIV+/mJ77xlTrfoTeNMcrN8XJJo4udzAQ7U9B0ig6
eJk2fAmsWj0rl6enXCgURV3aG5+aJZvtm0q15ZNaZKI/u8QD017TJY3OBf5Af6D7OTyWMBbKkKu1
ftRW8sad3fX1yRcgWCK1Ej7eO6paDxIpQFKE1SirnZnl44sJPno4lbIsH9pySOrQS51xPhjaUB59
1ZjiptrwJeQ3TtVQ7Sop0fi8EX2oEln9WqimL9SceyzM59EikpeYXmZh5a5jEi+mr15QIaXSXvie
9UFzRUYqqHz9vnN4AXYe/lU/CEtLzDJHsrbYI7wvI9SN1Nf/4+jMtuPEtTD8RKzFPNxSs+c5dm5Y
cdwRCBBiEoKnP1+d2+50ulwGae9/1CiSnpyul+1J1En4PqQhaJ2JY0mFdbJm4MBdKv/Mprr+qv0t
OsSOVV9XAqTc6U3JEC/hvD2rsGV7I8qCAF7AkNLk4yb6JyyvVEy1SzLzImh6F9MlLJYHE/cZ/tdx
mw6bnOPxYU4dhiXKn+t7Jpq12o9V5Zu9TeLFo4q3E2+d2Pr5o+7rlq9pa9zx1WX3+iIINt12Ogj7
6EED1d6FZMJEvA09n40jT4dBXtOX8a/pINxO6zroB/xk8QYdQK3GY1DFPHCgzTqXvrzO0WLpu5NQ
43hgiiNy2g9aNR59krtfJ/Rn6jYSVXEeuVFeu035d53frTb307lDRdxmxfbsZKVPXAuVTrkF0CSs
0nW0fy9mJ/oGHYz0hRU+ut/6LhbnZesxYeINC34jpa+/C04sYGwccHer11Rdzqw1fjRBhWo5ZPe8
j5fO4dWnmIO84bUPg13YptW4TwvhytxdWt5PXtVsOSQOPwvIq03u1lQk4cEjbPxREkZXPyI0AJpY
s7npd/wCUjcHcwqd3C/T7U0PdB3n/bqiKSicQH76o7MU4HvhRm28p7XIATx4eViynHbHuEkIcBJQ
x8L4AJNxiSQ6RkDUzZdnUGrzyh1NB2a9oms9xOVmqrvYG7l3LHNb/+A09O/dmY7O5ZwcYl9fWk+U
wT6S/vpYyK39LfsE+4yJShI3U2dxH8JR8rWRUlc5u1pPzXZv26D9ZSImsI+mjac/jami6KUJgtHf
u1M0e3dp36qb1YaVOSw0xfBGFUEVgqaq+KepM+Hl0GddeV9qd7mfxhEiZRyy+dMXVSLBIMfgWcll
S/IBE8qtjgePoum2tA9dIc38Ohgafw9ESQxIBgKhoW6oo7kRti6b92zN/Pn6a43J61+W7itI+ra8
GJZg5xCQ4P/WW2t4Yqn3yb4pXXNyYcFmPpalSX9hVeVDVy0xgkQPF7bYz52du31sg0Kf+9Ym9rZJ
a/W88oCuN4HWxXvaeEP4pro26XclZLT9irUcboawQRKzuUHr7NrBt0BzZshcJJK9mZiX+FE4URqi
+HGXONm5cPmEZzU6gXPfVGW93Pt1IP/EMojtSQwxY4nRo7/tV+UOy34xkVkPjiOD38E8jSjtnUyN
eWFNXx37BTptv4XB8AGakznniU7Cb0/BZzzooB1+4smVj1NjAtx8BVaa3eSv2D5rzy56l1RZ/wwl
j3srEWV2Wak09d/qqIJNorNznfdEXiTZLwuNVp9jbiNzl1bx+NrQV2m/x3Ce5U57U8dBH7frnlZv
QzXiyu6dm83G0a2f8T6dhalEeFdt+tqA22M2vKyhXZu3sSwHQM9q7UsYnk0G+chul+3q0gQV32Ky
ntBb1Q9LtITqOVum7l/E1aBxSbkep2krnOE8QRTqczEX/EDc+yNfTelt0Rk9SrLuuiGqzqtThN0+
I+DqyiEVxS2cT8Q+UKnsnhydGClplUmiEbK+/xeEbBz7gHgNREDbHG9Xp0r3jFnHPvayGexOE31Y
cINqWi9iOCrwbw7VeS/oMD5ftWA4OnUyV0+ZT1EYWHZY/AVpZs/22sSB3p3iYdulsTc8VPGEtLD0
qu0P/C8cYWHnqMjJJGVSQXPKzHrNo7ztYtMF51HX8lecZpwcrdzE37HtivbAus0fXpABpzmB2/6W
65kmIxbDtPjZ4nb4L6x6hu2l9irmdBU9045e9w898SnzcdSBc2CcdMpjX/Vqeo7Mos8e890G8NhE
XV6WbExHdEqRPvGzJD6oV7u+BoaYhJee1bs/Gbs4H+g0Vy9fTZ95J7K9e32pSYof89ot7VPaKVce
CI2j55oVnQTIfttYWQCSJpeWM49zcBtHb/0MVtt7Ryx3luWUwAXkOoOWljIH677MpU3+zH3pyd32
/+dDYRRp9hYZNiT4tng1eeV+9ukOW+mdEEs3fwHnSYbunG4KdmXrxieTjrLa81fKV9E7vfeaKYpG
8sUfm/GYDX0wnvwpWQF35kCpvFY2io/wZSEkEveXyKGzUEBHXaHVDfwTAYl0idnhmOoqdPe16MR6
XxDA+bgFK6ocDif3nxqT5q5BGj6fGvLz9gUtovFBcqRcUci2b1Cv8JqXGYasnR4WX+5sg4P8qAk0
vqujVDuXQHudPFAJpPQ9q6eY0UrRZ7gP2rjeQ+dZfZPVKfyzz2oKWZ36pjsYLgGwY+GAyREt92cI
AiLXRaomfSiVj7HPm33d5spo+0Umw8i9Z4PmhBBUUELbt2F1ziohx5sQgpPvwbs+sI22Yh8LRq9L
hB632gXJAjQ2dgXZRUAoZBSQLabCHDF+3FHaVMLw1l2Z+TfUSSGjcIKNl95RuIMOTT9r6I4KQhKV
CRXoLCb6i/lZrjmLehPnXsJItlcoVF9UNRbprVwStiBnjOxCszY6XYw67bDfVLLIuyjqdXvIRJGC
nURW3GYZOad3DgWQd924bGh5J7/JTqEt8fePAmrwzDXlvnd+6/4X+Ss9FeVVswqI07XtTdx4Nc+b
U9h6l7DQ6MMogvFYmFqpL6sahnhTR+7DOIkWtbxVWHBDf/CAVp11HPK0u5JACXUyl2reIBXCJYIi
RcVZvtZV2HjHaS5gsxhv5tssCpfyNHohxN3mCf60GFHkXCyyXgcpfjgRd00O9LBb1tW8COgoXKqt
mPkHhYGMD7Z1vlnbRFZHZuaFqFyXrrucPWu5ZGt9LY8OZU3LaLttL6bGArAXWIfSc1Ni1bhUpEN9
9DCUN8uGgmXXpeMqGJnmpTmuWjlO3rBMxKzVnn5vwVU+1LZu0c5ZrhoFk8b4ZYtqTNinIe77GweG
+rVnbArf2QZH/RQGtk/+A3Iv0QkkFbxNCyBkSXApPTAexIlMvWLpvut5GPVJZCO+NowvxaVoJQly
44pb/hJ4lhoTlJ2c1dDmxfovdjb+oGEJekWq0TCvB7Sv58iAXFajPsuOVVpGCedpu/rnptH1qxR9
9VvMEMm7cuwEigUvMxvuTyX/g87w4Ba2qc0qjnOSbI7rpid/D1aAEoJ5fKLgJtliIj6zKbtV62BB
1GkCQSvVRqiLTKf1N5sCo8CWJs3fDsrM5LYChTp4rWe227Wug8Oa+ovBEeP3+whNvL6wa8zjoRG4
D/Z0EcakzFzlB6bkLN+hv1i54aLStnyqSLlEXoXb8NitREeAjdEzl3eao61vEB2czdxxXqdDrJ6Q
8/Ths+vze/od663ZzjNnOX20rinjV5lqPzk4Qjr2tyXLpXyA8uCsW3sHEM4fQz/DDUzkWi6AuXhb
40YBs7TeAvLWBB+QRlz97STF8BEvHPu/mrBqWEGvdz73O/TnnE3jG06Aoj7YhcQzqtKl/tUvczLf
V4qi3gsoC7R/+/8fZXPTJuQXzKzzLKoAtYHVm/y16rXs87q1+PIyLWR/R82WDPZq3vTFWkaeq/i6
Tnd+X3hctcSyfIZAGTxZqEPanaX8Qx29NuSqSviXf/olihYA9dR9iwnm+3FXZKg5qhP3uxuTuLwt
hp6eOXi7GNfjqvXbMqztf6luhu1AypNc7vTczhm9ZmnfH2g4I5t3Q1cU3HjeKP61zpiWO6KkCXTE
8Oi+sAOhSJ+AugXfPUuW8VOkWDLyJu7vkSN9p6g7WQ6Ew4m/M9qotwlt/cIPIL14n4Y9MOQQho6/
HzIllt86GbtX4ywZKqVtFM3RhquPsqCs4n3bEVJPxkjfr+7e9QYUBFufTZTnhVtZ3Y1N4ttc1mRv
7QMxgtv3QJN3G1IApEWrjf71iVlICal0/06P20B0yZCur22sPS/n7gmIMmyHrvyss9m1+xkXWnCZ
gIeL+34YQffH3jrJQZNsufyejXLDnZHD7N5Tmub1h1AR4nbwnaJ5TEflW5CqhlusGOfNPMeLE8f7
YViX/kZah5FhqIfwPi6CeT1Qp07192Zl5h443rSbkzZEI00PU3PoUo0kZSrRuF3x2fVOpaMXH81q
vBDjVK/Xg3JkHEPxrc2HYxAKAhHw4Q81Jnf9XFRJxoE96/i2YE54LYIQxVeQIWA14DRYUIo+Xo5Z
NiSPjCHdF1xXMDykYy3Pk+vb5dz1/NUEZjT1gxd2hkyzXutHR9XJv3hrmBLgWlN1hIIPHwdG3y94
gi7Ksc+gsCESnMDQXtskzaMSCcSlCEGYHEGu9X91UG6Y8dGHQIwu2tZ7pky0L+MG+6HbkSSRvlfG
JTSWdK/IFTKF63BZmXKEN8ygrkYLfqDolvuaPp2JSbSBpzko3FRIwGDyX3oMSdFuWoLxp1g5xm7l
5Jf+vvAaz+z1dZNklZUzg3Uhqsd5tO3wVtUI/u4cGvjervLSLUdFs51jUOXxi3V2/IalbYOHqSls
u7ec2NHBYXK92zoo1J23ONtdNVob5nassigvwffnO2KjhtcyiugS40nmCELVw/GH1lA/dFtMVWnb
T2uTm2Vtf8ftHNU33GfR91LM1cNKvM5bhuS75qqMkL+jlKjfSfk3xS50QVyRMrnpExh/ON2XMRdP
rofyKv6YY/OzVSGQ/OIEYjs3flnfr66skElB4wNsDCNKiBR10A1DelDuSw8GZL/Gon1bDBXYx7L1
B/dRloaTh11y+FGrlY/tUDg8korTfodUsj56E+UscIcgsb9WRbQ+iUF0OSOQL9aHbtmW4W/UbfaR
MiKTnhjuC+8wFZPJEDE62e9N1xELIfH/oEroiry/SYBY8FCboDtdGzPwsLVByei3ZFm54yhaxlsZ
CDvBHhB7tzNxFTxqJ5r/cO0uK/UxQWcP/uR1v4TcKE7PRuI+zypzrbihVWuE7Ozb7MHTcxzu1iKF
VSYmrPHPIpvUO7t3CxttK/HIIdAn+xK177deE/kVGAEYfwXHfoVtX77JoguSnQAz4mcm2eeaFFan
xyKlbeKQbK54b9yyIzdyEqj6vKopxDW8hwNV2LF/gfrI8mKhOBgp6RgAPo3IWhkf0vKzoSZ9PNRp
pt+KquBQQCwQPaGOxY/u8fM9tyMN0xwVQrb5PPTheD+3jvgCYKV0162qjojRTHPMxqIeb4Jws+vO
dtUyHwnQs/+B6mHzHCe6SHazhNs+EJi2xCTXxNlw3UUS96Wem87fE4jtlWSoO+3DltXB54zhwr8x
qbfcsLT53GncKubkh1uwPdeAX39kulpnp+eErYI1U8THajbJx0ZotHyw1eYLNthGfUWrk8wHG/OV
cMZWG1tJNRJZlKzJBPBTNnI+yxlXLiKKQFzAoqU6Ki+Wt3GA9Bg6vOFKbdYVlH/bGv+PY8PMOYmm
Efw4We/fS0Bmh6d0GfSejpaA/8/q+5/rGDTxCYX/cvZZAq7r/tA/pYvjl4cxingyU0yiX2TIAYsu
IlCIyJvypRoSIXb9PEd/25hmtl07q+jda5X3WtWOcWg+jQn8WTKqZVHaMXocnXaKvhIzNX+ryjMf
5GhgU487vl7mNGcDwZKZyeco2f4ZVCbzyY97h61NzcFdg2jws5K26I8LNE6CsOPKOEPKzVgdKdDW
SL2Z2ioV6pVIAyEYi5VubqciWdRuGH35HhaBt+4WEmac09Ze2X5qgMxziywK7qRImg/EO2GHEMHj
i/KrOIItZo94op9TUOVaZcsf40pOGwclwF3hIrE8LuuSLjlYrfgq6tlFRutEHlFUQdOir5OQ7gyP
JE1pUREHAEbafraepuhGTV5D9VDYkUIzXrN2zgCkI6e8N/qghlI8FzzWqMsrB6BiHFSKmiWM1Ybb
JfDP5ey56tx7kX2MoTTkDvGeJRsL/aHMSZ8ZhmvkSGJyEa2QLm4I8PqU1IXzglIKPYYYJ/luDByd
yg1b6w1pCrVCWrVUqJ4nl3m3ZFSEOHJ0eCLSOlz305BkPX+hiKmulpxjeYeKeMrLodBHwP8BwjBb
y5BdwgjzOyOX6q8Mi+Q/pEDJbTBEAMnewlyPRKeKs32azeV0EIH1/VPCd/BGuLQh+MIAKM1E6EwP
lG7Vf5feKd0HdBiRuRk728yPpafTZ/jOTu20GfwnuZBQdmM6r/2tUH2jtgpdGuRaZ5kfaDGMl7ye
g+oOfcnUUwDfOh8whCXCY5TqO1/H3BT+0jbPnXaS74UM3exvFsBOHyWy8xA+c5H3KOYBH/UcZj+d
SYGVAkRlhwGTKSUgft0R7mWm0DnXiFM3BKzrpm6iqbD21I5e2+6HQAbhHWRI8TSnUP9HOygNDB+I
wj3aUULuO31f02AQVMBBbK2vLgLY5shiER+HtXQtIR2hwCuy6dQgVpshFmtIN3WwKSqQF9PP9kuM
nXmc41To41wQW7C38dAXeAtd2PQ6CkOQAOMEAw5cP7oVC6q/3B2zjsj/htPngzD1evgm2Z17bm17
6ew3FG31fZCuqn+J2mqxuasZFlDum9rL59rO+7hnyc3pw6m8PJ5gtI+zRHJx1IWXwMToqHkQ6bXd
Ez2ce6Q3xccIMU/rrVCGo74pDaqwoWvFT4V5OmboBp655bkIDmpRnIUQsNrf04fNFU7+e7PmaxL1
34uf4j4qumUIdzH2dkCf1Mwlt0Zf9+/e5APrsKjCLi5XswFa8n5qUcQylJ0LGq9fBN279d0QVrNi
ppbLLfIW/bESpn67NpRaAVhVHGtuj0kSSmpdrLcPgyX1Do7OkvA+nRdXnSZvXtRZd5W77tXEJAzS
BBCce3QjcWFjpzv3ETpuLMdBjSar8+pvlqIQm9HgLePBq5C9oMUv6VlFZFneRo0DJ1QmpeRJSAN7
3yqy3Q5o0NTBreKuY91NkUyHjR2+wnGd0Qv0TXKH+C6mkXzhFzE+j1ogvxyaUN+jso5lLpy1jHPk
okPxmBqPxJK2WMPsqczoujnUM60E94lhDdpR4ZEx9jeiVUwaZJDvSxuziNZIlu5gmrvuxPI6P0dz
iCpNhLivc69I/eHCiTVObGld91+agGkhuJ8mzvAtS9UuQsNUHCOqjZCcNG7nXWaAiSNTB4eIoQrs
baia+idJoMgOVKbx3ib9OH86IOwBByG7Xo72Uqx4E8D4TpTTEXVVe6Z596tyKY9tHbgeAYzcqwen
1BGcdG8WLhklKIaPpU4/NkQTzOJZXAJ8SIusf0EywCrROQ9UzLYOaFkxQ/2XqUvWhCnaaLdEq3kk
DkLbA1b1atht27zCDZhJNfcK3ggbZObLbl9v1MLmG9+75ZWuV7uHd0WGMTmxczIcaOY4LoFfHsst
vMoL7FI8hNZogGlHl0XeYxb9JSM1PC/dMLExqqmsdqip0wi2EpNMHrV1ZXdBPbfbZeFBBsdt1+Iz
4n/5FAQIpNuRAJqD4ouALEzMGh2HJhn0TQBIcg+INRM2Gl6jGHxujcdh2Wp5TEudkOS/Vhb7DZrH
gaBf15X7q8MfxpQD85vs1yI4xHpaajKdfckmPlv6ctKO0tm8Cjsks1nIeYC0sC/Yrg1SqB75zUwk
TStfHVMlw2UuIvdO+XMKqubhZxxROwIbRF0Q37oJTix8DYt8oa59hFxL1Hhra5PwPgNQfdNX08VH
sGf+XVFzn+7AJabXiZGjyIMpqx7BEqL0UNkoqB+TSM+viwpc+0sGpfAvEwWU2bcysb00YzA48PRF
6f6skGTDgxpIzNqvnRsSfu8h1D4Vvq1PPkp9+Z9HU1X8z9Wu7SibqElOlf7oURae9u4TrQhgdHob
o9dtCNr2I2ZDHkBiq+H6qG/XR0avLai7M6QnPmWwnnFBzDdN0Ir4HAeNj7Q22dqDBxhmDzh2W9gb
ttbqwelnWLWKAOj5UIDXfQqhOFYcZPX/lAjdHyII0R0R3Bs/FviXQNlXgY1RgjJlp3kB0d7NFU4O
GNpmRjzuyvAXwJk3HHSiOwsDa6KfbNJYSRBLopn2kEF/TVq7v4thyOL7oTHb/GvhjvvkBtmyfRgT
Y7dDyCEQ26Nv+8YVA0I7LNFQPRiWVXGQXt+sO9q+nZRfS72cQw1ThBiqrOO96nsgDzVq93UooTdP
fBj0j+wq+leDEHjcA+T648GnjUke2AGa/0Y8i/KfExfqp1aIN05yTALyWCkMfokqiDY5bKz+AYhJ
NMEyl+uHy2NNNXFFhfMuy7btUSLuXW94u3v9UdkE/Va+mM78BiHpsVjAjVt203CiizBO1um9mYUv
XyYdEaw/RzGK+nDL2j9FG3p3wbCADtUJM+u+TVMwPbEAJHur6623CA+bbSe3Zn6ZEoXLg2tzuVGh
UST0Oy3CSMhC3tWB0EdJgUTD2TPMU/xUxo1FwO6I9H4Muim9PjATJI8bb7LeiWDIys9WrkLmTI80
PEPceDv0jPw2yIsStxVCwuEymaRHwT7G7AJFqhhBKcsamJB1uy57J8SekqezN6wMKwFjBR/Cf7IQ
S9PJVK594+UazFnKSbonwZ13hiRDQzX1k39P6Km3fhuYg+LAl4w8NCTAGpnTPOu7rCb3ZO8lrEIX
i80wROxDw21uO+sjFJPetv2ZQloIH32xquJkIOjCO23b9NhILONHn+DUnwXn+j0oExJsC/hziOSV
5OHrdeGLk+X/R7E0JTBzN/+b3HR7rwcErLk3zNVrSCYW+WnNODw6a7h2JxU3IH/KWVpieiMBPBds
vOi0eCMV2FND39ldTaKf+lbJ2AM/en3xD3ylxlni96Y+9iN2kV1d8ZAx3NTis2xc+DPG1SXbtWoD
apEJkPNOdGhVbpYViGhuRwBaS5Y3DIMGkmcllG1zltBYwdPgLNsj1gqcZcsUr7cN6zlXsjuVCVp7
t5zyDas1g1rYYqSsABLjB2uwduyn2dSXtPfdFzQRttl73M7JvdGD6i8rFZbYykIeyQOrlX1kHJV1
LisgY3ZqnIjAvgQgI9/KgnmP6tYN9wS7Jf6+noR5SyXT8o1Xl+xIweIUt5r78uIG8fxLjwV0XBCj
sTmyXaM9m1JOimPh+O6vZWA6y1vZz69R0cgn/PBAJ8oUzZczmeLNBT0Gglsnonz7fhA/wHosUvVE
Jsm7y0zw1w0AVkHtGOJhW5v1qd9Ww0NfY4k5pa5y433N3fQM4hKBbM94eE9pWkTvayCV857JoGAS
bpP0V9fp7bNjZERgsVUMXCayV0OXInnZMS6qwsFrx4eGB7U5JAL7IyvZEld3QowrdBGfCTyCxtIb
AJLIPYZz6s7vTdQm4uI2k7j+ftoSo0hpA2ZXhjr4kGvMW9wn1Ss4ZFGdCZcovzDFuBYITg1Qh5Gq
2yNnhFKPqnWjB+pzKqSjnV3f2lo5n/xq1LpDIde+k41DYHQXiOQ/Q1nyv25wmeznQAfRftrSofmZ
1SSj6wnqLx18sXbfB9+00Q2K5k29Qr1HgpNnSoFtJDlWPwNvJiRdEfdMvrL0GNRq198RWWbQYq0O
jfEmJW6+SExgX1DdBjfzQJgj4XKICs5Kaac/+yMYPIMrjqojAEKFTnxBLASLKjPI6CH8ntyg4Z4h
VovYt3KZnshHwuEp8aa/jZXr/g1Gsd6MwqvBMykN5ARqN/uE7Vc/o1QTHYgGYTPPYRn271XnOx9z
2wzBbmbuePRG1ynOenSce+SdxfTuq3pj0HIac6b3HvzaaY18YUoMen59wvg5Lm/3llKeBEVuxhOU
+wBP5AZE1j0n7Zx0p6ASa38K197Yg5AzytBUT5F8yigqrb6CLhuyRzABa+4HHILNXtv4lDmEekyz
/zvE5fUKo+OOFy6qNTqVhetX5xE7Q3flufx/9GsUwKdaTs8gY3V5Rs9YPdYre+0TuENa5tUWL/9R
AcDxVGJZt05OlF81H8PKSzogOlVtu7FIuKGVwhO202EVJqfVgjGdozZK9KFZg/DUTrSlH0uRiv6L
jPmoJE1LDtDNEtkY0BYowH5eUxzeiBvYDvfr0pX1pdFz/x9Ht3jbgskxB6+RsFQ6GHHHSMqT/zlM
4beI5dfltktYeHdhtSTlYfa24LD4Oqr3fZvK9Lh5NZl/VNqSH1/zvVKgwg0cRWtrYHhbD5OrV3jB
RYZj9Qv5SFrvVptCEzIAFf2bszrqG6cGzI8GEyUdYJ11gD1kcGjU7LruthG95x2TiVrD0zLi0/4g
u3uZYMGAr6HtuypmiI9CBuVmRRnUhhmPOlLQvwLg3LKtqxppOYZlkHHfQZeIswA1bu/5fJTBptWR
xgIdIbo2mQAmc3FnMY7On3CKze+AS8DjAWOXRn8sxTHqLeXEiAOSNxiI8sFixSlz1fRhd0ojje7W
xFsA653q8M5jMv/nq2T1jlsKtZD35MX8Hdnsywu8XP2fX0UIEoUx5ptDRFvk9YyhR8xx3Z/Kq5IU
dwuHTo6zzR/ydcMMu29YCfHvRKqAUw6z5DcW2RZTKtVbHiRS230nCX7pAag12UkGvttCTCmtaEM4
/GUUQD7WLWGUEXWhOnWhem98UfTV81LSfBMBUdbdPzO76Vc4Y3QgJQk+1xdUe+WZE3Iz6nHU6WlY
XdSsIlb2G0Zb9md0c/ED3vNqfdwmVCdn9ni4RdLot3kfuJP7g9sMXAyLgrhpXRwkaCC9ptnZMrDe
AfcqjsxkitNbD+CtOTYbCWGXoA6Q94Ve6v+nNy/5NQ96foCiBR1XqTLvE+9xy1set7dYYNC5qRlv
lGwD6Ap3ravHZQxC97iOIuQoEQMi+xJd940TcePs6QsbHs1o9HdaeeG/Vff17bZiBYApCzvIPKyO
/+h2C94C9lKIUrqPnGOVTO7LVhsARj9QW7s3M3HgSBUFuhs+ILstaontibd6+IvYkV6AUTHOn2tP
x2cGAEIUVOfgQXJGhQSxQRqyL/vAj74y1ijSy0Wk/F2osnI9B9Pmm8vS1OpGRW5V7oSjkvAM7d21
O0EmIdERnbuNnxE1Gd4FJTmUO8kGLboltHIjKhAe/HxJlL0jYsqkN9bz1HhvUB8/l2if2JzGsZpP
SHP78JC6ZPflUpr1Pliu6IsnlyyhECUM+UucRNW/KyJMilNVWDc+l7FMxn041RghwkJmt6XjXLG2
IpaPEW2K/7noR1z+8yq5dctU/GYTyDaCUYsmvpDbpppb3QBkv3hV71QXtQ3Vti8Q86NtVcoDHcLh
kkip66ehXqSXg9B0v9ssg3EKlYJAXDz6Bw+T8Ey5r5t0fsD6iUmRtTIUuY4Xe4ezEto9YfDwc+23
M2rUOSG8cqzbkDYRz9bUQW5Ulu70OJs7vxirHz+dwu4rKa33x0IJKbl3275QBxxH5UMKstWclm7N
EPTRjJDtJg7qR3QYgf+X96ktbtuy8x84J0sO5y5apruOAwEbY8PP5901oGrBTU0elbxE0IGPSzmZ
PwlCpB+XXfJlIoQxPNhNjp/pWAlzKMNJLS8Krfe+xGyLY7+nczHCU4ASJuzs2e3aBcJTDOWh8otO
7BPE1OIYFGHaXoBbVU/tdsbpy+cfLOPWUr/P2ehOj01dyduEZ2eFsurBGgpDH8ZpBv8lPKqpm52H
mB4nHvnwH95y1TwiQs/eVYp7N4+XpP8tTBle6WdJ81gXU4O3y+qU9I0wqsWfTsHGIJwA9qRoA6Zi
z6ViXzsZ835VEhNm7nCuDZdCFuYzYl59El7TMT2E/vKDZT9L3pGIOWdXjfWfdJjYvetATTmclW/3
V4FysC+1+B9nZ7YbN5Nt6Vc5ONdFdHAKBg+6+yLnTKUmy7Js3xC2ZXGegjOfvj9W3/xKCxJchUL9
QFXBNJlkxI691/qW3e8CJ47KDWHN4iu6pvIH9OLmih+/ZvOLEu9TXsUiuLKIPLiCXjLax1DB5d6h
j8XzCBao+wQXGbAozjxsJxXYkOCKgxLCGi9nrL8qbfKdWXk7Rs7Sq9x5ZQWjs9chKhRWO4FduEKh
/oW+UdOfQ6R42U6SK9rvYCEUL1Tqrr0uA98SbEtW0W9wNijnoDny4JZr6jKB+WSgVnHUyAHYyaUU
Jy/KsdP6C/Ug9VubkW2Rlfc5Y0caQmai0PGPgTtfFwmFM1VMJ+1jUVt+Sa1ipcFucmlPbAfPtHYR
rWpOwwwdUMMFeb1OsfaS1Jm2E47OyTKOw0BZsh1a5lErQVcECcFURqAl+gH/vQkkSV+1/aIAtyz2
GPDSjYd+KsD3hSAzuZ1dl+GVnYwa+MzQE5eW5w6+o4BZwWosBndxTLj+t2Foss9BU0z5KZuK6bZJ
g+6G6pfppO1YEzrJxqnPAUJR7NRG0FB620Z3azVaWNtOuv1VU5T+/MWFA3vjibaKOPBbSKUpYTVt
tllhGudD+DR6MJB2hpyhBPNUlAfUhbXnlCj2+L3b5tmwM5gtssWinEu2Hv2/W/J++VTZ8JxPnJCd
4hBUrT/A36qLrzoD6DBDmmHvM9P8S20n+XUPkLnchFnQ7jh7KZxrtHaOlLdIltKyBK9PfJnauRTf
kmNtKZlTe149P1elg0yimt1608ZBcAPCpA3PNAjdKAFxLnxuq+6/GGnonioM3TxVZmb7MZucftug
GuxWJU1SOvGxZ+XP1kDMwFWX4HDrV0bsjOVTBlTlV17byMWM1hwt/Otw8IfeccdVUdqlt6OQo+RJ
AAakK/CENfOxdEKIyEQeMEfeB+KqNOXiDcLZl6CgN2x0B4vMcZ2O6MwxvVkOvdkW2OBKV+Pkbryl
+UI7xgkwzOFJn1c10qP2xpgQh9xWqSd/Vm1lI8qnLNBbRMHj8FUxAOyuxjmFVgKpGGNCBCYBP9go
DQQQbjKfZMoAplgZQ98au6qmDty0ombdLhBxrgU+/nDto1fEKsyOSAio6m9okPt8XTXV3E6neFLX
fmGO9hX6KSLFaQnUaAzjRD8HsoP4hFQ0anYu71GwbssanpBinIWRP+00Llscg9FdF1jVJ3RDPd5X
ToBqDZ7D/+UMnUqPXhn1z/k4Rded6iUYnyp3bw2SW6wfKeQj5NAR0pRVxTij2yylOkeBKMVpqPtJ
Diwrw2Ibm0J5LwX5AGzlRkX70+qa5j5PccpzsQKfmJJjDA45rp1PwWJ7pc4WTr7l5OrgRG7QYiyA
iVLco6ZAC9eLsLxZjEbHMUfbQUMlp6+R6wg/U+3HdcOBu/DiPcUSRgZbTg+yApH6fQqxfPW9r/K7
qXSiguD7SBe/B4Ne/wrPBNP8ksF0c0CQ610jYG8ZhdUWZgafZhrNn8Cf3VWOVvCecT/ljLY6SD8S
BM+T9rCLrOzJnT7TAXfudafHnzFjz28ymCv7xk6TGXwN515aMlWRs/d72YsZhtNvwdAmWLVz1zyk
/IWWXgjj3k0aYUfkBBaLr03pBRY0D0crPs2Eu+2ZkVW5z2S0LV1U+lRHzGuhIa8T8BjMIehfbM2Q
KKEIlW67wyokTuEszbjcs2bo6MRSItx1hGpZbi2Eg+yVwp5/IiLq5w2hy0qd0pTG49px9Ahthiyp
bWqlYT2ukN/YDzKrI31SRdD9KJl3YH6CofJlsbDGYBPi8YYVkSrLi9mSdzrKaTbrhjM6ZA2EFVvk
VVH+PTIq1txOJNo/Js1g3kcTPJGDyXcTrsIp7W+Mzp+6tQ9mgaOF21DvN7Xu+jWnebyiTAIGvJom
MGLE/WXx24zADa5yP3XbrV0QXQXkO8QIxp0ENL0sGZ5bVF7fPMYYjALiCCa503qRD0VlpF+RpMl4
VxIj8GTk09x8bm3eEN5SvnhkoFXePXJsT7onT6JFx/M6t48GZJ4nGjyLT7+OyrsgTLkb5qLdGQpH
TZIOyWXVyi9a98GPcngDQ5zM7Aoc6RFA4jRQaz8R6tY3W43Ze0Te2zMtiMvm7Hi2Qpphhu0dGCOp
dyYjsSfSKOUPHrftHpxgFhzTG4yqO6HTUR7Q1CYn4u2Ccm03rkmrjJYAKKgWee96JmKeiTeHXXXt
ZyOH4L5U/LGTlJO6qstpOJdhWDenIQ485mYqmJ01rSNFQ4R+A55X/hsaQwzlyx3Cf2xBPflT8RrP
R4dtKxXzsKFuBdMRTRZf29SHgbNJmwhFbqdDZv40UClUq5zIIarJsDe3IwagPfKKWm5ZNFGwQmtM
xAZHpZWv5sLBPW6XlrivmwDrNUtkucXsGkEf6hAlrONmni2MQyrRh2GQrC9JVobJr5wTVbvybdJm
V/00VN+IH/bLA2I+R65EW4efY4aLjz2Gd4aVrt+62zAu9A8aVDwvFaXNtyYTgpkQLhJvhXFIn5nD
Mwto9QR6y7LHSO0xE9a/0g5sNeAONYHhiQuMHgHW0GnXlf1wPzs8zJUokOjCN8nTBwgyhGBAb8eB
Fkh+hlMW9NaQsa6JhXAMby5DiGS4J4UduDrFmQduoKCGb/ac1ZOHqWF5X4eI1lr+ABrIWwhX6bDL
CgArKxWDf9vYkR88dLlIzFuzzOWR8X8Xr2HqhDsgzGl2mIqoja9Q2bGhNUhXxcmHkFeumJe1GDJ8
0IGokOSeGaTWZxOkmrlWui8/N4PjfzZxTTs7zYezuNxLY99VcR3ueT2XVb4zNKt0V6W7qs875EKj
5T01MkdX2IwGiiXyAODPdZazH+oOgUYWW7na92XTyc2Ah3S3DGkxtuA3XfqSDg1QHI2i2o3toD4Z
ukTlETtFm218xPnfJlhd3iZDHPwJ6bk5bomYCzqOYR6AwK6y3Bz4SYRoedQaE4/BfMRHVYoPi/Ir
5ng2ukgG8RONtwFu9mgV1WadrFoAbM89e+rjWM7ABVAcWfXtwLVuzBnDxBZQhhFy3aw5THikjCsa
s7Zcj9jOB7S4qXsMcKR2m6yIaJOycgz+Crvav9fgWsV3eWLR7qyZSa1MJozB1TB1hdh1QNb9hYVj
O78bz1E3qm71wPwdUg4iuaSpzBV2ZU+s48Dv7vnx+owRRlH+9AkD/lqh4PFOnh0k4gAtefIpmy2r
ONtjN0u+Ntf6jp/L+8IOn5rbDoknZ9zY9H+a2jAfoAFw5m3Kge5GjpRX41R89utmttY56JjuNAew
z/e0rv3flayq6GjaIvRvoIQznRrsrpq3NalE4xnAhB1vKKiog/Oy10+zDpxopQ1V4lg2IhPFinKp
2VNEF/3RlHnL5+Nn+bizS1wDmyqkp7+VLgQPCHsk7zLzJ/juATQDbgsZIrfdzTQUaeW5o3M0afxW
jF8cUGsu9MRTp0JOwxMHgIG5fUNzwBKOYglBoXif1GPiMIVGFowygTBWW+FkBwXLJ7pJmBOB6rOM
8Qc0leDRlsSBHLCPWT8ZEcHkpDwbIHB2lrWd6LiZa6mapmS65eIWTvu0ZOPFGMNeLnpSqNx+wVCj
FKbg8xB4FysYwMWLg5+rPHkutdk6ydn6t7DFvIXbF2HM5LvyOerDGukeKbb4lUryG+eNM3lm8k3U
siGdnscdbMNozu9sn4TI/UgVzBtONyD/BJWzpEM5O3QQyCOYvxoZIvMDetgGgmTu0UYkl6RAeF1Y
MsBc7Al+9MHkUd9mmoHEkcKE5HROU2N6QqUjGvx/fQp11M0ihZFXQUrAhc3Qb85rdnIWi3m+8rKu
wBySz5m6wSvbFje0neU3r2YQ99mA+KK2E906Lmig44JkMVd4oewsmfcSSyodsi4O658+OsdTjltr
OqNrE/PeHjAK73uldX/LFDW47UqZ/hRF28SfUH0jVOQdnGhMYi3mFFHbYlqLrne97zaN/uSERS5O
Nk0eUlGk/IAljk4L7VfdlK1xiqxAfEkn0jwPaTcmwOBamAZ9WQ74BtIQY5BScXbFg+nv/KYs4y3b
T5n/TBpqnm1jxHO979x4ukZADn18MrX8GqXoCUe+bz7bUDcRmlcvHG+LRU5J30l9EqCo8PdadrKr
6fEPDFoYG3wqQonkAuNA2p1T3x69nTDyYj8LTkCYckUNg4Jf48o0q75ewz7z5bZPnF7teuipCPRd
gP34LJKuOA620t/gfVYMJmymVodihAW5HRoONocECsR2Svy2vPXdtvjqxnP6pKAEcgYyg+nzNCdJ
ebZG9HNbyhplATdEsLwJxzkMNq2akF1GwJf4NkLEWfSTTeZDHASZ6o/KQjeYk1YdgQqar0ZgQd2+
9MPUWfP80h4zbzjyspa6+JQZyWA8oicmjNdPCHA7e0RkBlvkxpHPpExwSDKHocgOnOFSfd0YdXMn
Rrvqt3079DHahCRytybAy68pUqx4B+qy7faMVCKybn0OXGNloe1gNJKzEc5G0m87v67Otl1WDuAY
b872TTBafMUusl3OHUbe/Wh9MH2ryjX8xXPuq/2MfjFacZ6wOE/OZm5vbZW25dPInoTIwzTafIUj
qGBmRid+xFblJDmcC6+rVmhY7fGOetCq1qU0ad+qtHRPVtJ18tjrcoiPFb8FbQK0rtUZ6ecwbGe0
S9ep6kP3dmhTP70exnhkBJ024x69aPw8GIYnSPJK+NFMa7aO9MwAO1myWD7wxnBfiqivxxsmvp7e
NUtk52k0sP4xMhhwfTNQa8OtCeAT6FXjiC9G6XZ0QmbZsv0Dp9zxJTL+NWoZK+wJbr6Y0gxCi1Rb
iAoMAjNI+m1WaN42lR8OMMmk524rGN8sCS1V186saBxBJwLCN9vG8IxGw31JS43hWuUJPmO7LKdr
jG7RM1VIlS8+93bjDyOCv2Ut33D0GZnFRmP4qdQJXV0kG/QBhRZ2wmit0L9hk8U/OWQxNgqo9/Ye
PYDojD2MFIcSuVlHMEebdQ/xUHKuayM7uE9rE1Zli+EYdANOwm1qNiTBRvlMU8NUJlEMHj1OH3iD
BVJLsWiwEeFn+BKBbVSnICy7L3Mxzw9QMwAuUI3/RggBE2eK4zDFHZUCavYxRHwWae0u6oUJ9Z/k
xbpv7Cg5xIYM7zgxMXGSLSb5U+Y2HJEWuFi5hgIGMsHRppGsVNub3rFqU/3c1QN2SEtjoacXVeNT
UjQepoPAeVB9qbLJNXdLYNgPNx3b7lTw2e5xJgft1dgW6Qt9xUagJiMHzUWX0a6YuFfTi9/jjKKT
h6qXTxc87aZXuV1vYc+V/krbQb73E2iUaxz1dXYCNZmZTPlmi0atiysBmUyV3oAkC7MbgDSswmWf
UuBKmx7vps44LS7n1z44KcEkcSus2Su3QvsAat0Cz9zKgR2LFhMne3tT8pF9d7TfPtdeGZyB/AgU
zEOLAKSpaqJXypZDDWW9TOftTCDJPdBntE7az6p75BDMtBt+4UMD8WvYxvx6J3SMGXUBrzBtC6DU
xH0ElZlujdSWL2Xja3NdQN6Ojk48WjRqKmiH68DNUveKXa4L97CHnGiPY5KfgP9nf1BJkbEpubbX
nAPkzw1z+IlccQ6+6imiPNGHUMCsNovC+O2KIJ0Pc9HF1m5M4KYuzpn8HnUrHVlnMNofAhqQjS6j
nV/yHJreNagWbe+iXrS/wNdHvznKjDcxWsZ7Zyix+BWZWX1JlWk/st75N3GXt199PJHdNjR8hR0+
d3BmDdZTSA35xZ3nYViFMA9aTmhzYmzpkhfHFBkTEriY/OKVFlPbbFKOGDjYlULh31YdDObACdzb
DEm9weqZdL84KjOuzIbY/BEjyvzed7b3TVT9kmmeADbinB26D5nVoYQq7Qzn6JTK4QoWlrTXGT2J
UnxjBpYHx7IM1bDN6Xg56wSjst7R4DIe5iCev1tCa70hqtr9RrOc15yQIg5JYGb13QSzAFwBcBZm
3eiPbp2QdviK+sWiSirMRWuGAHPlt2E5bH1DZjTNGP5sGh2TtWzxOiqkqdbw25mS7I5w3wBFM7sX
VKrAaVDKBUQvr11vGJMzyE3x2PaUBEYPO3iNxYKupVAM1gbXK4x14Nu+vFGzbwLXbFzxTeJpuEeu
E0XrFP0pgaQFefJwr4LuwAgEy35RG+qJKFXP3BiUfzv6mHCHuqwHLELo0xjtCjY7hAKI79Y4oXSy
xf9FC9PNIa59Qlov8MVBDsFpVnWMqsdl9lAw1cVWkeElGmbLbPcROoLF/d9kHLdihr6rxmUYCCUM
tdgJSiFU6iwb6tvGS4A7oMcxrH1mjkQtBfQebZTglcy/dBJMFvplrn1PBpL4jMGev9FUw8YNY2A5
TOoGszpRRpVnRO8mMI1xqH5P0hBni/YMXXwm4td2alXdTk0+KuqUD9Y+0yGcE2Y/lc+Ca7NZ35gT
GontnMdGvquyTj1xLCCrTWioiismSWyj8TRD6qsT3QKGofgbdrmaqbgDW5V6GSaH8cYdcC9snMRa
5rqGGzxOcspe2oIC/cU1KfV2AEfN7iqvgdmsYPnl5qavA4WzJplLuS0KbonxAl2TVRQ77uMQVSWj
BmXR1k/qGLs4A6DqeZJzPgJhTJthE2Ns7VeQx2qXRHpL/s4R9V3pqREvi5IoXJk9xwFWHxoPqw6I
4OIvQp4P+XXyH8w87NO7wVBddBU3lcS0h2iSz1FjcK3LMsECpcN2nxMDCzfU8TOOnsY8/4zp5gC6
K7W5K0PZOnRzlIMgsCVu4zqoYeasyHFvssPguTSz8J4JvQpaw32IA1U9txICMrgWf7hNfR2Ea9du
WGGDmO9350ZoE3aZdid3NdlVeQNUl4G9AYsFTOwonmRjNz9bmONIaCwq0L2SvfidkGWU3bDRljcY
l4jubgJhdltDBwJldIYZkRsIE1qfoatOamiTz6BOmEqBx9OPlVO30PinpP8Vkr3NDAbcXLzqGIbu
edwq3WunFMEG3ATzDEhn6q7NZESRwMoLw652khefzxHgr9Un1jpxBnkeqIPxJkWd9yuHWtvDmYKZ
s8o4EXor6EssCEUmhgGnvcZH5zNzPUHjxvjtiZECASaPfJYN+u4m0TpYW1nATlLa2rtGeo6xBRmS
/4SgPDpYOobCo/MBC3LiNm1DJJ2JHgRSeYtaZ1Res9JWhNTCtOu0uBV5Zf0qEQRURx9GZA6cvBHP
ZHsY9noKCxuraCHbZC+Qqt8wTsvbvW8Fc7/ONIPN7USkjtgjuZtupBo77CpjaI6bPHWrHxnBAd8C
VIyPjvRHAG+j5sN6Ju5Q5HuYT12zkrkIYWa3XXcfkxgRHBKdpvERoQOlNQq79qic0gQehXb8aSxi
9aRg6lPL9P2I5iXvKwi3c/8jzm2K9rltkO5lDidP1JDu51k5Hj1NcFzYD13CVhjFtGl0axim+2j4
GR5gI3WyJe6TVncHuUAilMi1RExM52kpCUqk6A9uO7NAVhUOO+afTd/sZF+437qwktjKrdn+LGfU
hKs6CsU2YUiNTAOmhsXg2eGQyvcUuSBGMVhswJJ7mC0rfIErwYg03pqTtwwqeyi3qzBnmd1EtMK2
A1ymjpWHMf2691B83yACaeGUMQsCZi0wP1jxmmv59VZ0Q5p9DiGMBJCtycBdI5z0+y2IXUwHgUxH
PoJsbPODQJAdbuiKONnBtpHSbSurt3+C+9XxoRIRSuzIa+0zGPs+3XTI91npnY49ubQN+6upQ/k5
4IirtnZuwjZ3XWxtG9tDyLFBskO1inOxPI8SW1A+5fHPrtQGvHF01495M/XQMfBc06UIK/NrFFTZ
J9XridtH4nXtg6DQZCwT9DedaiHJ0fHpxb8UrLMTcrcyUkAU+4rWO9Rrd914anzM+278Ws8o3Q2V
pOiPm7m/0vFIq9l2BBjyFnH3Y4YIz7oaCR/AD0a9teAEsFftCWfSd2Zv8YIM6Ok+T5VdEmVYAvVA
MIRtGTjjgJgKnDj+C4mM09ihLoIn1RKQ+AB2LrS+u7KhdT4QAnYTsaL/cszQmnYygUd9beAqoWU8
+SphqS0xXINPt9Wdk0V4DzrcG/V2Juu2WyXRZE+bEP3lkd2lywCRlsimG8NxP3W527GrZWxUFd7R
bhVbtZGisZL6JPvY9zdJEXkULJBh7K03tv332ZvsL2Y0FdamYThLTldfK17rkGi7DU96oolcYKax
0RzlV5MrbEGvxQ/ab9GAbftM7TKd8C1b7U7btPZDlgSs9Qz0QYBj4y3vEH5yUmWCGz32g8dy5i8R
6RumQor+fEDrY8PJKv1qwPmo16AqJ29XMer9WkSNHIHOGOPpXzWeEg5FDJu8zGXHESWAjl7XcMv/
VUf+MNRFRhaNsnNx1gSI/LTNKKEZnAtGKH2AMQEad23/ClvMptjP0K7BJxjCT5XLYIc4l4SuX5HD
ZqAbI1pULh08wO90yDt1V+uo6K6ZaFvU86UOg89mN4p5Y8Wzc8RjFOfYbOqoWP3LH2DUF9R5G4Q1
yRXjBR9UOK96uvuXWdG4qOgTbiIvkM+M7NrHwk7ipZhCgyVwJD/9a54xMYrexvUrGyugxBUoFQ2k
rbREqlzu/oVpsvWFF2TbUlqRvRZspCeREsNzSBAwTx8EQy3BT69ScaVnLdlq/CmeAFCxpA79Ixyr
QeOYiqpeIrgs5ymjZ+3sxqEd7cPYhdm5GzQ9HBwHN1OQTsfWaZOr//6v//V///ev8X/C3+Xd/7/U
fxVdflfGNMH+z3+/kUxlOYzBKe4dR/jmRfLhQI3jsd7xFyigyk+B9LaxAuzWOovEOm3V9v3rvRWj
BDDPQd+IAsVXF9GAYTJpkoM4VxkWE1dYjC9G1+obTiDj6f0r/fFoWTUQoDvC5lTk8nhfP9ohicIS
shYxtNqIr4a5s/ZsrcPaMciHcHP7h5YDhHNdRFeN2/16/+LLbbz6XZnKcUnTc4iHlYyqX1+8jvow
xY1PhkShk2MlYnIsAXbsmrDFJ+j0ESSeNPvbZ/vvi3LXQqCts/yL33KeqqGN3FxCqeqqL8KGjF1U
tXELDz/+26xFbsx3HVvZUH7IM7v4GZmgjS0BB3jNqqrZFZ5fbDCstpsxsLMP0rD+eGM8x6TRYrr8
03WluAj9cgKrr4Dgg5z05IP2k+x6tOsXJ+/zm/d/s7cuxCnTIa/eZKoqLkLaMlO6gehhBkDLJeS1
GNNbizV2x2Acj+b71/rjs+NmHEU4pE/wnsKw+/r9wGdL8EruO2sP5ihE6ckC5VsyxUAwvCIRo9+8
f70/8sSW6/nLz8UqY2Gbe329pGpDcGdcTyPM30N+NLZON+cfpDi+cVfkfVo+kwtB08O5+KnyOpzZ
2xXlJ/Fk66BM/B22Ufi4rQCBYg/y4f27euMXszwPhy+pMIyJLj9xk7CXORfI8TLREVbvSia8NZAi
Z1Dzl/cv9catYbS0XN53j2foXPxg/dI0yGPyJmZCWB6TqmMK4VXOC0pRerBlHn2wLr9xawSlo/Wj
ccAHZi3/+z82BoNAALZL9HUGSN7DHJbU5+iq1uzlHwU0vnUpUqy5nCfZZS4/MEgH7eJhADsDDfTg
9xVfQMdMARtb97exhB7pvgIe7fJvnzf/9V1ZASYV7ETLt0zKm2HF4oiE96yNxPlggXrr92LNYC1E
dcvqf/F7VRbywzHiVjTiBsy6HL2HcEz2kTvAXZvrZPf++/HmQ2SU6kjp+jzKi7WXsI8h631exYJ0
5P042OHGITps3zbJy39wJcu3AY4o4bF1v36GWP0Jz/Gwh6eaWf3chcFWl+TZJ2Oo/5ObsnFWCh6h
dO2LS4UU+I4Zj6xSgwUtD17A0Q1wYCwi1g9SJM1lO369Y/JqQPdk2oZskbDb17eFrBwpTgBZGCRO
YaFUh++l67lqaVKiIFok3NXLoDVKvtYyGJDMCJVPk29zCP4PHrASyndMpWx1Ge1ecqDHUwfzwQqM
em2YkNhpZuqDUEPywbL87z/r8q6ZODMREAyGrX8/lX985tNgaq+owPlyCvOeDM1wZ9WOJBxVCNBu
RZSld7HWzhVzs+ZMMp64ZeOdt0zh1RGVjvd7Sqv+NzrtguhEpowbBv/pIYlNdVCAI6MPtq3l+3zv
r3vxIxkGCtZUKnudMs8Ii4jhbDASg0DexRZ0u1jnExlrE6L7Dy787zr0vStbr18PKCl4Xgau3ABy
RAsBZS5Xt5LG2ro2ZX/lL2oBGgcvgbb1WcR5dKi74IO/xVsfOVsAv5dcli91sSjjJnISG+EP1j84
k0EMb7xB/38EGF5/cKnl0/rjfoEp8J2jEJby4tOjDZN0ePmcddB+d5Fv7hnaFEx8YcpWAIXef+Pf
upi9xI0iAsEPYV1UPn6Vts7CwmUiWYTmujSd6mx4id67w0gWXelgQ/vg/sy3rqnoHlCXWByCLpOO
fUzX1BKZu/a8OEdHNxmICz2zPFrdlB8nQr/QqVhyBzpwuEN01N5O9sCxaE5J3aNTKVeGG/rbCVV4
vcFVI3Y1HfX9+w9m2SUufgWsxiY8FUUTkN3k9VtXLL9BCVML1Rx2S1UjzXeYz23fv8obrxU7lE9t
y15lCXHxbgfzyHQWGMK6mQSMXQdiiudaKxz50+79K/15JiINhScuMDY7yF4vXuBssHvUeJSBjJD0
cY6K4FgxAlrTX1nmFLLY940ZAYf0jTNRIvrvV1Zqa9sSRG2zSvyR0D7iB42HyF37Rmnct1LguBBT
VZ4xYmdf37/VN94vl/Rjh0MDb5d5ebJGQYkzuOZaFqrhQ1Um3XpR6ZPFMtfYzYhB++DZvvErSjZJ
fkKTmpSR3+t3hUAd6J4ufX/kuPOpT4MJyCiYYG0p/4NLLX/UxWvJpXzTosLhEH2Z7kxiT0NIUMC+
nHnMicqwy8iwQUR2ALgutoMjrGtSsowPlok371BZSrpoclzXXL6Wf25WQF0ScE0g0jBl7GiAojKp
wDlg/SgP7/96b94h53bYo1J58EdfX0oawOUxnVLvzoF4GCONyToZRmNHK90+YLhMfcR6fW19sCy9
eYs+PpRl9zc9dXGLrt2arIa8NSIM23prgBq7BnpCbnCM6/zvjy88Sn5HqaRlUxG/vsmWgxSMOJ4n
0BWJHImyxyPPe6srNKDvP8+37ovlS/mW49ieZ1/cVwpcu0Sk7K7xornEDsEkNjKiazsUih+8JW9t
1ctnwGGCFg820IvbwsYvZNdxWz1cinBdqbJ3ERR45QHcvgHZOAJEnA1+MXBum4bfWtf9kYQffZo7
k2L97+9csqsxZmdlxYzz+iE3GVlR3gA9kyxe79DhmNqNfvPYDfhl/4Mr+T6ULERAbBnLivSPz4PT
HMGl/A2oGy1iBnCOAUCyEMcSkffBM37r8/CW8xoxa0yI1cWO0YwaHVeD8KJCE3yE0sg8jkyrjWbC
cwInbRxxLaoPvsk3VlTqEWpU9mU2EMt+fX9k1ELfAKeN7DgLMeFOSGYiaX6bnPxQzX7wwQn4zXtk
uOQ5FFtQLi9+uBIjhLImkE5BXHb3Xuwka5J55gOwjfSMgZAgCgiGf39sZAG3F/2VSYEnL+5xBkyH
CA+ge4ag1dyWo5MjJmw968bn2j/dOIq/vf/WvHWbylO8m7yhkiXv9VOtHSslqYynWrvN9DjO4MfV
YKttac3GlyFS2blJnej5/Yu+tRzQdYYz6nO8c9yL5UDowqudAYgCfplxU07GtJaZgYuAufL+ry9F
H5QeDV3CpSl08UQJ317saEwWcAabm4ju5ZmGc7rL6qD/YFt8465oouOFEh5HSAqd14+SGD20KH3D
o5TNN4zD7VonmdzNMVzEv78p9l6hKKLozoiLH20UQdCklclNUaeeKrcHju8wUFgcYSR3vn+xN4q2
pWiyJKY6eifuxXqqvLpIE6i3yGO0f+CDKfdybOS6imyAVLP0Hu0eiUPFnkg+gpf+fP/yb7ygnick
OhRmaZL2zeunqnTRuaFn89kLd3hQSBHxH5o/m7EDXVWWxFBPhfFBK/ata5KCSuuc5petLpfSDiWj
F6VMHtUc4lPKS+93KZpwHaMIAHKyBFcimPz0/o2+sb6xeIOIsW1bCM4Wr28UMjJMf5Td61F1i7fD
muB+pOUOXCTcEw6ZH/yub7U82B15UZXt8jF6F6u4nw0T09QGsfcoiy8eLLCfy1rPf2AAxWmlwbeb
0RhheJqxiCAACz/ntCblX+8mrid9SgsbyYg0L+s6rB8gnmI6qEIa1j2ZitkLswqyUbErXIFTcL3V
hB3H+eAj+vN5u7xYHGXYlLmwt3zO/9gvJfjhWJG5RLwhgWRpseBOCKA84n75zYsYf3CXb17OVMvw
yTd9ds/Xl4NoaGJ0QhcFxz24MTkFnXVmneFiIUUit7Py/v7+lidKDBhGeZN7fH1BJRdocTk0mIUM
ppdqyM2HIZbdKXGDgWjNsv3gDpeF4PWxgB64yTU9NhTq14sd08ytnjgo0qrpmuWb2K6AedKUXBG9
Pm6iyAiOAPvTUyDDj1rIb1zZZ+i0nHo42HHien2rtG9Lhkx8r+R+oIrSI0GEKfWPZ1bVs4zq+jlp
GzIG8CV98BH9ueYza2DfVJwT6KBdHoUcEESTZuuEuou/hjG1d9S2ss4AgcoPBopvvED0d02bbh2N
XlbDi5sMrKSKHAc5RAXcUY/TvMWOjT56rh7KgKDv95ejN++Mn5F+E6o8x73YY9Lci4w5RqaCK7rY
ldSTOAMCYwdjJ/vgIb51ZyaNH1/6DKWEd/GmJtaILSRfQDMznsFeG+ECrGfla7Q62u5ofFDaLRvx
6xeVIosrKZ9akgd58aKmw0RoUa5bzCK0mwwCjHYxLZAPPoc/74pDCC1lXkeWmT++v96EWdKaY7tu
mgTkDvaBDZCaagfJEyIRoTEfPEVzeQEub8tbTmiMoyxK5IuvQIsKfnJrtwik3QUQaiT7KY+cLX30
His5xpu9qBpsBVLkh7rOQZnGfrtt+9AG+zHU1wLo2uP7b9GfO6mE72fR2WMcze5x8RYh1A4x6/HT
Im73fw2LP/wAQkg+Ba2d6TulcYUNIiKt6/3rvvHwfY6ZFH38C2/HxeLue3LEu4uwwWjm7yFMZOYw
hE5PrIMsfLv3L/ZnhcSyYzK15UNxbetyGr0k5YJKJLJCoAE/kNIFfsebh0OQk6NLc807Fn6sPyeV
755dhAl/3xf2+Gi4PH8JCaT94vvJaJUKyE/dWqXJM8eh5prA9gDCbOrcv3+nf345XIlKDJcpGza3
+3oN6v4fZ+fVHDeS7fmvMtHvmAtvIu7ciEWhDJ1ESqLcC0JSs+G9x6ffX3Jmd1UoRGHZ8zTdbCmZ
icyTJ8/5mwq7vsQAi6OOOaTkKmyPEc3PjZ28MgppF89LkQ/Qm1h8vELNILujQ75Tbci8E4ZAt+gM
9vs3z0VUIcVsYMCwW87nUiBmi7r0iG6r0PmySi19KJAO2Xi1it/1/FBaKtkC/+NNR9Fskb72KJlB
bhkwegWwjFpHYN1miBEjB6KlN9cndHkLctAoo8sKqtX02JcfJ7SxqTERlAkazSnczG8wnR3V4UFR
qdnDbojamzRWYqj06LVfH3ttmiYoIuZqmLQ7F+c8cmwcz5nnTism+5ae+LwvBnQqfXDRf2NFX5EL
zutXW3YFu8LoO6tTsUcr0uKmsqE7woqPH1E/3GpMXEYvjHKZkUCzyGhLLzai7eNXpSCmsau0WfuI
/l35JVD9DNUytKHcvrUdLyvyYuN6WltL4rjGK1KhYLb8jsj3jGMa6P0uSkYq4vLwEZ+l0lMGx9g4
aJdRUoxhUgAUwAI6uudHAAE0fTQwHwcrERlPw6yh36rN9Q5rvwSEFMrGb98lNg9J4gddVuqB5+NZ
HXZCkYlna4RXH1jsEOvTqQz2HKFoIyavLaKopAhIAf1wY3Hu5nTwUUVWhaOkTEdhkDK3pJntKlFs
/o0NSUeOa0agrehVn8/KbLXMmVMsOLq2BYxRYxcA5LxwcxtewNsXkPtUMyDhIpppLGJWqfmU/2JI
mpWNoQh6/ShF10Z1mtui37hBLxaQmZBL8wjG/gvUySJJmlunacwO11fZ6K1jEAT+aZDyypPgLO2v
z+rimImhWD6TQin5rb64vyQsvmEhoYuU5FlwAiAd3ONxob9zIuT4nF6Huxrj5VFszPAiXpKxk9ti
PEQ7gctmGS9pbKc91PWdz0VALt1+xVBROaZZor5MCDd7UQoE2ONoVG89B4uRF+fAQDgnC8JRIJ51
Fctj3/QANH+ZJGSIri/tylekrecwSw1ojXwBUYp4/KgILOxKtDlvwTUj3mnh9gZMXN/Id1e+Irk7
ohH0K2HwL4OlD+gk0sZE2HamI8ZtqL/mSZDZLra5+FiQjSUfR6v5eX2CW6Mu9o7Zo1GA1siMjXUY
73n+oXMUGZA6K2D5ON4F6IkMgXP8G6NyJXDoaZ5QlD4/8kjvzW3t4H1C6op+cSQjdukFYZrf+0gI
xHA3KpRDJiQw3nrHi51DUx5dKrpoZJvnA5vtYEN2F/VSOao8VEGqHzA8+yN8GcurZGs+FrVj7ys7
SzZupYskl5HpllMI5CYEGLZY6KGUHCX3CzFlIP47KlVNdj9WUW94I5iMiulDrt7NfS499mETS1Rz
i/rX9XW/yAyBHPEGppJLDUUDereYfjHr1YRkzq5DOmOGd9KBn8fT2Pr09nFIQTWSTweg6bIPN2mI
f8fonO9qJTF+DM5U+3cTlRZl402/Nh8iLGULTh0OjYv5RO1s6amfyLsYTb69MmT46DT9Vr92JQhY
v48ifv5bpStMUHJHKETmSg94E6pWgLRjhAwdrgtvj2ygfZgLfROa/EsQK7pTVdaHKkgcs1C/hdKk
PKmdReMLqp13/RutnHyLLBdbe1P0opcQO5x0bCdPfZl6KRZbJsqWaIcP003dy/YpwHrX7fmKbz9/
JC+mSSdBQaLTXKQVshVaEi5cCpJ0Wf2LsssPPtz8biBG3EHZzz1jFuZzjoX0/PXprn1EU5S3qClQ
+l9uFdzwgjZLBrZ+Zk5HaOw4NcZQA1W0eTY+4tquJJcXWEmgPxc4Woe2Tx0YSIpQAi+OPIoqz6K0
8NZchrNMuRB0nwXl0V42ES3UUzFdxuatmy1pT7YYHduq0E8Rmggf3752oiQiIJ8Wr+RFuA4bGclT
k6EC3tAexu/FF5iJ33S00t7awBOTsogcMum7wavy/KjRsimDSWIkgBEy71cFrbLZhu/sJCgApdX8
dxaRyExNkbIgvYrz8ZIIHH9mpequwTPzBnqDflNisXJrslXyjR24duD4WsRElVyNJtf5WFgrxG1r
RljMa/VLAqXxFLUw6xLcc70WRwl36udi46IVt8rZ85n15A30WjOntLIEDpTA4IN8JOBPTivvZqVK
Ym+qhiyHc49HIyrV+f31vXLZFnkdEniQoRBX4NeeT9PA3z4fQsCEwxDo32ErQ8sNVfsQhYa5r3yI
u3tpMslGu6zHXqWMFBQZRmfreKxkpxbT5jUPAIwGzSL/BouGhVQYAYeLbfVRwrBFBqhhDkfKacOv
vGgN2E3I1vdNrW2h4y7H5uQTWvH4o5RPSel8CUopMMd+8nHyKmJIclZJr93+U3UOsJcar9LDYd9m
jbS/vvKXYYdRDYVdrAtw1vLdC72f6pa40HFd1/fWFPsPCSJ5p7ePQspvWzysuSLk5dwSe56wmBtB
1vrGDc/U6UQLfNi4nC6jNd1tAoB4WpOoLRMI3NIp042WCndRU/dOMofHwXaqozIPW8/Py2PJUALC
a5uAMS6QZoEZGVLeRED1HRTXtbxAWFyW0K7Kbf8ANFZClKDZAipdnkv6zsAxePDyEKXxcb5DOgva
d2eA5IPZGZ30CsfbGvO509jCy20iEMXXv9rleorKEg963oi0mJbrmfdJ0mBNhZZWOHc0u8eamFDw
4LjPwNdsbMTL7X8+mPhlfsuXys4Ph0EgiKy6RaPablCVCDrNk2dj8KwZhr9VaM0+w+t7I8leCT4q
sC9kF4Cii+xmEWML2WiNgJYnzfbYesDcsN9Jof41lwyMjEq0UVEvxVR2ROe0qvFBNmi6bQTAy09r
clVCsBJsE87+4gqDmRvkQYPxGmEejw+AsjejkkI0Vwr/Q5JV88a1cvlpGY/2M7QWBgS6f77aKTqP
6AQ5EyY7qvNAzXnEJy3UvEDvtgoNlx/WkgkwqqKaPIchZpwPhe7MOKOqMXhGWfdIH/ZN+xw5yLkr
XZt0EIpH4zueLPVdgEf7xqa6XFbG5qOCcdapqiwpV+mkILo6FoNnYyD+0BEE72c8XW8HTW2Ooax0
b45AIlmk/0viYwNk1M7nipnOKJnID2KTWBG4nXh0Ed7A/lSuv14/m69NzvNL2qLJpTqq6KqJdtf5
UGlYO5XkBJOHoSxajkMGnsitdQxUgfpp3eceYa1HE02e90BzJ2wAYrojrlCRxr4A2113SDPzzS8r
mK2U/ciUxS22RAGiMNXJYInRW/FlrAgR/gl32pBPf12f+8qOgtdliBSFOsBFHIRFjiGXovde7/M8
di0cyQXqp4qOCm6k34CzI6yEnGerudmErt710S+PDh4wAqXCg1yoRIjf7rdApTs+2rKJzX425OSe
xKA9ybUh34Ka1zYePivbF9ydaC2KcA/y93yoJtbIPRpl8JDpy983Wase1TxU9F3YNKhCW9rQbcSF
lVhIdZpHlgYQTrzxFrMLe/agjLaJZ+Bznu86lWRaQXznVoPBuutbBVK7NkVH6MP2u2aug8dgVrbo
n5dlD/FLiBaRDZQbftBy3ugMqkox4jykKPeTquEgE+GXnWczmoaYq6KGqUpemkL+J4HpPl3/wqvD
c6yIHVCw4aCeD6+njR8mxA1PoRCBTqVCKznp4UvbsTGiqQhGHqB1hwREiXesZL0Zc20zfVrKgh0k
XoSLb9CaRowmaT16QZ+VP0u8DI/omhru0FXdxold22GiIQ+6W6USsmS3BEpnt+o8jGioJOhsYKt8
GkaA3mjiRMjjqO3x+tKuHR7gRnRuaWUq5E7nSxtjl5noFtur6p3xE69DXmkAsO/iMtqCboivtAiQ
dIXRQyRbAuG13MltJ2MpSTfHS7RSLW7C3EaXCYs0HAquz0lE2sVA1CW4tqHAQrhdMmCtdOrLoOCC
KyrNvsMx1dj7BXpFRdfOH1sDYWx0uZyNm21lIbm3RQ1GYCrUV1zCb1EILVRrCBJE98ygHLAXw0XI
o5uKfVDdoBK2ERZeqafLObKagIxgkggOwvl3m8AdZ7k84eMM+HhQ0ETPHawA51y2DnPVK/N+8KO2
QJs5m36i2GCgP48kK6LAldCq0XPhp87lkZxaOUY3NMEJ4x0Y7XY6ZhOqHYehQ3N+Ro3jeydbWM8i
9MaHwlXGnJ8kJZB816iD3t6XU5HMP9C02iKPrn1FjUSHvMiB56AuikyDrM+J0SHnlI5d86RGxQ2K
muVHuRhugwFVRt6M/rfrG2flG8KK45UJQtagTiJ+/ts3TDqOZAgJ16szdf5loOZ3W6BW8A1p8C2M
89pQMOqhj4IlgECyGIrCUloBVtChSVfVe3Qy7ftWNvITUjLBj7fPilyLaoxJZnKRynZNCK2sY6iy
68Y7Rwg6TyGCucOAnsb1oVaiF/kkzU3Wj46Zvvhm2qzWlo9emZflZv4UWdEN9hbkXfUAGL5tt9CE
K1vkbLjFIchT8YKmSu/NuF85p9YOUGOTZ6wTXafheuppi+JLo5fy/vo8174e0pnIBvDgpBS6SCsj
JFXRIqSYO0yj/C2hNPO1koPqOU2y+fH6UOJuWRx0Ois8CnShKQGM53xPNgoyKAEdOa+aZnlPsRBX
7077C8sdLL1GSd0ViZX9VTX0JK4PvLK4DGwB0uRjKvBwzgc2YoS1er9RvKS1EOYZVOkTGKm/ik7u
342tjtPSpOQb67qyfxzKPFR2AeIT1xaTHewSSWWLMXu/trkc0Ch5yED6xW6j4tmUT7Z1uD7LlS8J
U1wWSBGaKhRiz2fZoBPmdDPCpgPiSN8UuW3eTTQ9fua6lm08KdcWlK6A+JoEbopa50NJKbSwDNUH
zypaGelQxQLv+lRGfYh2ZquqO7W27cehhCD09jlCadQ0RJnIngyx6r+Ftaii0qOROOLChyz0HlD+
9KVKJSTdUyerNxKYtQVls1KwFFkykeB8sNpS2ySil47y3zx+puncNNDGbf1g2tG0kReunQ1DXIHg
8YGKLPE2CWZ+LdYwimc5ft3gCqf0d5hAIwlKuqNQgRGRgN6WukcYoNuAx68kpQ4PD/ILSsGMvkgK
iahzXNU6lgdGKfU3k5UGJ8tHg35XTQE9wDZV9Q+Zr5mfHD3QnxMwJd7177o2feqSAi9PM5Jf5Hyp
DS21jKGpNM9MMuTb08aIx6NepMaPNKnlGwML8n0I2s9rpqDZonStTZ8SDVgnwSS9gCto6tiNhTlo
qIeFebqfLC2oUMJUq4+JA15WL/zkDiMB0yPJ6PcmKms312e/ttF40SLCIISFuELPZ5/QYK8lhIfA
b2q516Ma70alo58kFDr+RpCAGUzT1SIruEjKQyWJQwsdcy8bQsQeQ7s7ZvQybrISB5Trs1qLgAwB
5Ik3O9nk4vioQa6gexZrHu71WrAbqJi85AO4YxfPl+Gux7z57UOis8D5oawI+Bh5mvOFDIyiRDys
nolLQ//YQZPc4+KJqQ3/dvxR+giZXZ/jZSC0EblCXwK2JVF+iTlEeBzx0r6ZvVRR469AM7Dr8yXF
TWRsnjLcE100mseN6Pt6d5xfpDYFRVo2QumBasjitIyqjCN00k/IgwZy4Y39qNwNuuH/GGCTf0z9
Kbxvgwal7KnMzVObxcNDgv/xceod+c/rC3C5dZFSIm2gdQ/D7aJ/2iOBikKERLEPk4BPMl2yn/lg
J4+h3Q5vjlKglwR2iSuVl9AyfVA1esBxHc9ehwr3fsxUZx/iXrsvs8b4FNmRj/Ev2hppFEt3ZYmx
+/WZXm5nAZ4iQtBJJVdagswDGNImFTAkMVBVzJFsSNDMiwEvJDttNPyj46TFBmR/ZXfhdMFZpfJF
E9Je3HY27Oi+Vycqt1GnvDdj9BKbZspP2LfMP/FGqo6Jaj1dn+ZlJEbemcK8zS1LprmsFmNepoxd
hWZh3UTRc5qpj41vFx+IhNJJGUJESHnwezbJ8Mb6ru0kgh8AYZDXvDsXkw0yLDydMJExYkUCqR3V
4E5KQfInbRJsXOyXyHrbJnMBQoEPEDtpWUtt2q5OBwPjCw1IKP7cQ4zyfILLoF37xbsmGwc3xXDW
i9VhvLGUYPoQkXd9Qn8VZ9Q2TR7UygpO1xd+bX/RoaRAD+KKDGBxqHEdizE5IJREM9QCN0SLEtuK
nHwatpSRAzk3omTj7b32scmiKM5AigMxvSiGxQX+XvE4zF5TlsM9HkLqZ2xb0xu70bI/c6wd7wDt
WJ6S6MNGDFudLRcRcE4exRS0zyO1UqCO5VfoKfN2HG7nrMRSNlOkL6hitbd1GPhfrq/u2u7i/HKc
DEC49LnOx8vABQ9WhHklZNHuMKJWvSPrwztitIuNO0F8qEV0JkyxmnTWCVXLIm6R4cgr/DORyx3b
J9oROp+xHZ6vT2jl01GeEc8pylCkwovjUiEBONlNPOHtmY3VDgtD66bKEcrRjTI+yQoGNF4TtdiM
QueQNvbNSmAiSYPrS3rMq2qJ+xW40b6hOOXNwVxiqFVVN0Y5qO863Mruyhk99FEZi/31Ga9sGTIJ
rnWBR+LWW3xCgzzYiKJcqKk2upfrOi4cGEQf5N54tpNIPV4fbi1I0L2m1CBEDgwu3PMtU1dKiGtM
NZG/FNUBWIC1p7wIUGEwzKdS64rvCirQ3oSNyn6UIcLs61o2j9hqJp+irkTPHj1JfSNKvlZTlruL
MEEjhL4ppk1iX/z2AiKBo2HZtJNnFpb6mDjSfGP1XfURhmX+M8Ajbi9PqKomQx1+RQhK+xVjACS7
MAyKA/6X0X7GUuC+JQKd5CTeIjKv1PgpmdCgEm9fnTr/IorB/C5nS+tHbzCKBiGdchhSL0JU51sj
a5J1sCRcU29N5DB+DRnsoR3NSfkeiWYkBza+39ompRAs06Gj+wpO6HylspgycFhQ6Td6PCvdjKzz
0CH0fCda6rwdo1y7nTBfO5n4JKOB7uS/askEhKKNSPJXlpQ/AHzVj5FVZvcSesu3IV1PlKCNzerP
5QuE5B/GqlCkFL0B8fPfPmrUV1acT/LoxX4xUpGf9ehOnYrsjmvS+Y7kO1K7BSrwrGeOmKrcTv7n
66u1sliCMUBvAHS9RkQ+/w0MpPowkaRJHETEj9sA3+xb/A76ZzO16dX0LSLcewz87LffAxCsGFLQ
EkGoLO6BuK3Unv489n1SV+JAWuMX/RLWmgRbUAXsgOO7lakb762VydINV3ToVQDVtOV7FwQQflnR
IHuYENXl90CawlNMj7M6zvj5vBhYAyZ3eN9MG2iAlQjGuCQcPBcED2VxOIAZ6hgl5dSE6qSscMZx
MHCpI0rfJSY/dJ6cLNpiRa+dSIBkQryWhjwJz+KOh92pQotOkLIvTMTuFH9IMB3syjunn35qYI0O
sdw9qviD3ug+It50e7uP1zfX5eVLYQI6Hdc8EBNU8M43l67F8xCqTuMBKFO/WC2GOm5nINnU5Mh6
Xx9rJWwDYpFJYAXkgk7u4tgnMgcZDlHLi8QeKvTL/anxZsw33hk9QjVui9J54+pd3dQP2TxN9sHR
60nHKx5i406jjmTveq1MogOqUluSEpe5AVAQ65XURaqLSub5SgyRhrAJNAw827uJbJ475jhjrbNx
mi832vkw4ue/xZN2KGGV2FrngXOzA8xL7e6uKdlheH80P5y41w/XV31tQA4wRSRQA/TDFpusjc3O
GLOk9yQV+zknMmNA5GV4l2GS6PqAbU7Xx7s8wdQTxHCvbG1U7c4niA+nAhyh6T0LhcCdjEslHVu0
XazJkHapEoKbknx/f33QyyjNoKhmaOg4kUS+StD9tqoUbjraX13PNsat1LWIUo8OzjWP9K3qx9lw
/McqkbSHogwyr+0Ge6N+vnKMGJvkh/yVWuFF2NLMUB9ixg+zJvdw68KbvG2ah2meqo2pXmaX1MM0
8B8EKhKrJR8CpetOnWHTeLhBAXRNylj6EmeqdRsoCppnNOcxEMlV/4WHQ7JVj1vJcRidohFiRPSv
LhoFlYQrQaC2TDTCB2OHkYh/Zw1NcpfLrVmhgoSc7asJ49cQd+WdI3fl10gD3piFrfapieZ0z+Yb
ER7srXuaRu2H6xthJaaKX1BQCQThFN75+fYrwlHHiyjraW13pQoXOrGPcZ6pKG+QzWjRlAKeHavS
04N+QNYo1uSPyMAbx+u/x9qGIFtASZVYx2Nq8Wv4dq77tcOvUc2kUS6pF8YIqQ6uILabjerL2gmH
BwoRADoqHHvxu/y2+ROM+XoVORxPkuT+uSrkhNpa11bVEUfwbN/TUN64pddiJW8bB34MhI3Lfn7U
6BgQ5D2PdFv7Io+obGgm75m3ryGCIYgzEU/g/ywiSSH6tnZBqMQwJzzm8oDDYNbLnopYgvf2oQTd
mr8SJToe+edL6EchgTi0Ok/q7fhYDIPjmaEc7v3AKd+cVokqCt9JlLSVi4SyA9uXRprTeSNS6G6Q
G7Ibq3LnqaGKN3oYbhVv1naHRdwXOowqtarFKpZtW9ulQfzXOW3vIzPVT62Kr7oq4+sNv3EDlb+2
8eFFI3YHlZf202Iz0gLJyw5bI8+HVQTZNauP9VgFnoIb3MbNtnbWVZmkHAgGrxqSxvOv1jUKomjC
jUdT5+4JPz5nF+RSDLakb05W7aDJPNsDDru+5GWSPu5L3dqSnnjFqJ+/+hAuIhoCWhJFq6XQdagC
hKJ31Hm9hTLBEXNPC+Yr2L1TVTrKN5SpcdKWMWSbduFQ6Q/NRPLsBsFY/0yNPNzhW5sC1uNuOwUl
VMW372wBc6UqSiVYCJqcrxEU8bIhcRo8AJDmca7SbyUeQ8iMmxuRdyUmnA20+PCNz9t/CAFdziAM
RtI63GM8rTWajQrhylWvorqHoimNMVoziwl1mHkPncR+VudZPjp9X/NuVqR9rSM4aMu5TN/YhKQB
nM21fM3aXY8Urx3p5ffmgqGvwJMMjt5i06k0FTqtwf60i82w2M3ShL2whtLorjW1EaSM3nhRpOl3
UpnJaGDIrebFUxkNeMho+lOuleWHspqQtSa2dAkpmB/cxTxkj5yn8cv133bl8AtWu+jeEXP0pVpP
3k6271vorXDu45dEkdKbIHF0z+T1j0nOEO+vj7dy+qExAfUXcHWeqotCENr8WLtafu/ZqYaNSlh8
7/2ImsYYNBvfYSUNUinHgtkRbQdKGuf72o+bGT6ORCLiBPk3s+i/JohpHqOyze+ltvdvKAolrlbp
W6SGlRYPeTTnEaCkcFJZkm9Le/BbxRTXLdSDxsuaungXTVbguFMxGUfoujUG98x6jJRyONVpN3hD
kwOKpfO+JQS19oF5vtHkARorwJvny4BzZhr0qdJ7cdakN33cUEMJ5S+tVU+35lg1G2nN2uFDxQPz
GJH8gZg6Hw7HJ72PYT15qhL2H/ALgt/cZqWxN4YKk/coHKO7ABW5d5gyF+8lOk0b4WxtvjbXPs1w
Wk1kLue/wKzJcYFJd+sp1eQcnVDGe9pAFsV1nDrb19Ww0XNZ29CoB3O3iJsGtNf5eElWhorTMR6Z
67hPM1yUJRO9pMSwuo03xNqOhm1L1RjMPP9nkYPE+TwlGR6tXmSpQ7RvbANLO2qpOIE1zYmHTPuC
TjTWqGC61Y04IbbJIqgJpqOAAANpvDR5UYMiyQLG7nLJPHRSK8zMMCR+sPm31U7P4/Z2NKsti6CV
7QTsh3YpMUNUIBZfswDOMBk+3r9hb/ifAfpNBeLyMgLAukQhIvKl8cNoaUN17FVJ+ziBfn97n8UB
R0IN2RTtPIS/zz+wiS+gPUt+47FZk4MzpR+tsscwe1a7g1w65Q3+1qHXcI1vHKWVnQWiQgBiietI
Ci1CpR+RoAwtxRApjuzvWN7qx3RSS9pb+ZbcobqytTQyABSkhfwwHKnzSebybPuzjGnPMFrGzxpL
5Ft6Wuqx7tP+Zm670AsDE2EeJco/d7grmjAnAHjMso6BUmL7feDCZRhu+nHUPBgrKQ5tU44eNFj1
5mtVaiGGS7n5fvDnSEOife6/Z9C9B9ZzHm67NKp2xArDdilqYeAXm9UpnKItY47VWaKtKGqH8FyX
WE7bDofCaYbWqw2p+CSNwy1ypKBWMTf9QVN+knDDHOcHKrbVxntoJSoBe+I1RGQC57zcxyo+iWFt
Na3XYnX1jej5sdKKoAEpC6zBCNXn67fsSqpFAU3wQETMv5AmcZw8kltdpubc6EHtQmvsVLejOb5x
x65tUaBHTAzSG6pqiy1qVY3f56GE06AyZR+QrLewJUjMOz9Hk/v6lNYiASBccZGhAUp3+3yHYiUb
G2BGOy+X9Om5tvU6f5pbH8p5NzTawyCbGLL1FB4wyeTRvR8SvP6u/wor3BrwGmgu0PbEQImS6Pnv
IKEF0feagtaDYlQjRgAaOoCuUzb+vTnn4GTqQKs/q1qhZw9WOKnCYrwP0Etpnc8xmIOvSpQNv67/
UiuBmTyXhhLJOxjJZXgKGyetUg1rZCCaw30W44ndt0Z7yIJ82kd1o4au02tbKmcro0I6Fqgnh9SK
jtb5SoRq4tBUkSqkUhrzC3zqSnPxbZs+oQuPODNtF+cuCbvi7ZOl6QzUlfIW8WpZ2qoB1YF3RUK7
j2252SUQi+6TghYQdaQg2yNDDcSDe2rj9K7NVogGApKmeMiFdD5bTY6U0PRnTNBzw/liVOrIY0L3
YygEdVAe5DbvDuYYjBvDXvpiECuIgkKllK4pN//5uJRG68RWJRD8SZJFD5rS4HHfa076c6IC/yF2
ai1xU7jgp27Sc/SUkqRKPX+IK3VvliGOtTbiuZ6CQHjualAcED1rcTVz50IKXq7vw5VQ8Pp+FJ1z
Ps0yD2JDdBY01BIsskSihOmrEyGaq/HIzvgd42rjlbc2HjGcPiVPawLr4loG+FZSgEeKS7YwdNiR
SKd3dVpGt1mLXsJGnFvZAJwtihZiB7DjFxugG+3GDrnrPd+PjS9NbT4X5Zw92LgUe2PVl4eoCrau
/5UrA6kt0rzXSjn7/fzjT3Q69aS0Km8qJCxl4rSxdokjp4GLiN3wpXKGra75SoiFvAzXXDwVRDXg
fEQcl/W5bbOaylY4JLAs4rk9hfZIFziJHCd0Z0UKH6xAH7LbYa50KXbzWlV/vHkjwQVHSptGuUio
F2sd0anws7qqPCWz26eJSr0rBRZhLMQK73B9rLU1Rr2HLjryKOR3i03kpNQEOM2VF8Z1/yFQ0uk5
kXsw0ZltH/O5DDdKeyv7CJIljhJoMpEELBVqLZ1qB/gV3oSpUj0hD4jj6CjH4YgSZhu/r0qf9M7u
+y2ezko+IARt4CWSRaNWtrg8tVSJDbWhBx2B3NmH6EZ4is3T+PpqrhxJZCgpatN40NA8XTyFItmJ
LCcpGy9NugIyuj7dxjjJ70Inqd6+kHTJ6DCQUYkxFxOai6nNeq1rPSc3qsoNEvBgSRHYH1iBF+hH
1gFiRLC/Pr+V3eJgCgmji+Yk2miL+dXARtI+LVsvq6zuoZ9wy53xQMHoalIPua60b4866IigiiDw
Ilzvi/HsJKkLvWI8s2vDv3I5A1rcgnEoZW16V8Vy8pQX6haBeG2SdCN45Yl0gqL6eRDo0ryuUcdu
vWrUrXbPDRvPJ1bbuZOjIfjcZioU6evr+loRO3tc0peAsQZZmYI9jdXFRGFTRmk/9RQN1BSJhMFC
FOIwUCLPYjfqlSL2qkbWnpXImpMbpafUewimqj0GvRwFrl7JvobKV2GoP2tjtOpjIBvxi+0b9XTI
SjknMRjqOHuaOZmDa4ya/xg0efBn2Jat40Z62N6aatzfpIWdZbup0UbrQMs7DTbyx4vTz5ngKgeP
BFCdmvQivvKCGzsjqpkmEJqnmMvKG7VadtNSn0+x0f9iHZ6vL+3lkJD4qU4IJTjILEv9lHAGQpnk
heEFxjyWD4pSqZ+MngerS6Wgng9SQrpz2wEK2soQL0IOPVa6MjxguUpoti3CeBNjkTdNgeE1MbIU
+6C2KX36fP+NQyn+nvO9I3QRKEwQx4VQwiKENza4B4AfhocQyjC5E3rju0FKtftptLOf11fz4mww
JxgziBYIArCzlGJB2iO3OpTcwZbm2lOCBMZ9XWuPnRT6+yLruA/fPJ7IOIVNK64glGjPz6JqZWjR
R2INZV/FY1wPx/HPRlKm8lDC/HI+2Mh1txuDXjySRfcJPAACCSBsL+odOF/XCqZShgeoCAF1OQaB
UcaZV9dR501gfnYG9kTv1UB7szwvI8NkEXw2Nhxyw+fTLTAp7hokQb0mrKTnPgDydopR29ipQbnp
Z/mKE15sHPEtVR4xpHb0qs9Ha9QulTGYh7bioOjqNm2o31c4ng8u6Uf8JNtVAPxBDSCoTpValzzT
Y+m9Uhj2B/xnsr9URLQdlxEzzYNjM+uuKTf9eFQjVVV2DpZjD3ISKihb+OF4m7ST0d3JEnp9uzzp
4u9mkUzfrm+Xy/cpDQ/ZBChExUxg0hbvUz00yNZAvnhlEMn30AvUwXVGIxNY5Dqu3QE3C2PPs668
6wykSgXkoo75BX1MFyo7Lr/nDdKRGydUvQwFAjVDDYtiFm/VZcddbvSwpjpZeA7YuGHP10yaQ6QF
s7RHtlGlwzHPPEoAaJuW22ZGLN0madE9z7FsNrsav3dKGMDmc9csgqzwZLPqx0PnTMNXitsGBuWI
1if7ok6cTxMGobTyscnhZaSY7U00D06E24ChQP+Bvv/r+pqvzQ0ZRlacjEdUnM93UVzZeYFjB4rA
DuF8LrTsUKdx+XR9lMvAAz2JHg0PHjr4F4TWqoY0EuRl4al23X0Le92E3WUqGPUg8OfKvPg2gsBl
D4OtRBOLl4BIAxBoOZ8XRnU4wZPweGobD3tu72Snp3Wyt4sWwmef155U2bIbxrOxn/WyO+WT7+9C
q4j+jQn7rzNX+ubVpf5XUU51hAD84h//5335kn9s65eX9uFH+d/ij/7f//T8D/7PQ/SrLprir3b5
X539If7+/4zv/Wh/nP3DPm+jdnrqXurpwwuG1O3rAMFLIf7L/98f/uPl9W/5NJUv//rjV9Hlrfjb
gqjI//jPj27+/Ncf4jL+r9//+v/87N2PjD/2v7oGLsqP5R94+dG0/FHrnwr1FxzVXju3oqU8vIgf
OP/k6HPbUiADOCDexX/8Iy/qNvzXH7rzT/GkwjcIDBLC4OIR26A1IH5k/hNcFJ5T5HscVT74H//n
93r8d8j89xdhGf7zz//Iu+yxgNTf/OsPumwqu+P/xVaOAQFVvG9AxApNhyXJKQ6iFlXWMd7JDvp3
TZftnHTaj4P11Q9C66BZ1a1TN0dZO2qlfMJVuN3r43crwpixV/G/S5U8/ATAsptcXQqT5yEu9lJV
7aZgdIeQQ87pDkPj6GvCvYHCmxIZJvJeZeSm6niIok/NpOmeorc3Pee+1jVCRxi4Shu5dtDfdI4N
ke0r0IDiXnN+kvHeTqrtYmKbuMhZJZ7eoDUcJHRabpPwvdo5N6PJqwxbt4c8V3dtMn5oVCwP9S+S
AuPTmXapBIY/m3k1y/N73UzSnRZHX7B/q3YYp+4mZBWl+mGQHLfGjDFL4lvgy99GZWjduE6OlVIe
Kine1Xnm6o3/ldcFUmht6I5xt48wEKiD7wXODOFwq5TfW/LWMrK/msleLxO30751+Z9lqbj5+KWX
OtWbElU7WU4mdJywDDKb27qTn6s0O+bN8Nwl+i+kMUsXi+HnYr5VJ9uLHCyj7KS9TzFn0eK82Eka
NP1EOlk9pqCKc+h0yDyDWs87Jw5P+vABrPXtEObjZ6vCi9f+ZDnvrYpcT0Iaq8uU3ViM7+s41Ha5
knXHJKeAgJXTUxWbhzqUT5JmHVHmvZfH72EfO08pxZDPRWlXnxQp6rBNKD63repKdfsdiPm+keWv
Slu6qVx9U/Xytk0Kt6g/xmGzy6DYunMwpJjQtQHSF3rq4llySgt1bzk/Z1t6SJr5rk1H0LpjuW/o
OfCotL1k0m56P3R7u4o+17geoWaYzW4s13vZLh5roNpoz1Y/56obXuzyi99lvB+mHzXKh4FvP3Zx
+lijfp9WT+SMruTXrpT6nqONgZdlZbHLSosL1srme3WmJVLrn8hJms9jlz9PadK4Y5ZnwKSn+FDF
Pm4gsvy/KbqSJTlxIPpFRIBYBFe2ovbe3NuFaLunQUiAJDahr5/XtwmP7XYVKJX58i0iBQHoYHy0
EL6f02HNwuEPGIXF5l2xYnwkkTxHNWzbeztmMxD9tktuteeia2nyaWFV34WPMqlfxxFf6a5Szk8g
vKUTR3pvEh22sT/WmKui5iqjY41gHh9zpdsGlUHj0DhLqkn/B2TbLKTfXdNn43iGtB8uQ+2Y+jKP
w3OIzRemtTOJRmxVpxfSJs9M/LPNudm7P2gu8Fuvkc+XgqxgEqyftv+bTI9RgOiIFrSm8bAASoNW
DXP7GbSd1Cwj/v3eft6c+a9XI2N7tybr9UNN8Os+PPQCXC4DwE/7S5VzkE7F3WfHeLlc3WpMIgyO
+jAHWDfFabPaIqyfXBuUhohU1zpKW6hsYnoS8SAuCbOpSuSLippHSY++EUfwEQiCzL2qn5Cs05hY
paRTMiUrSNfSN5UzOT8GPhLnMO4ePK6vvlp+NsY+e720hd2797Gx9NC2bqFW/5aQbk4XB6bQQxfu
/zyrmncrZfy4iXE4iBpAjIsyUgy+99IG63qyABjvvU2WUqsB2Knv4aQhdxyrAyiqh0Q/kCl81j60
fDH0oIk+dKIbfrjdw1dBN6ywliZIFalfQiDCQwInWpNJNj3xhpXh1J4ad6rW1rku0Ojp2KbYRX3a
Fd4Gcx/JFIOzJ3Ql6vmsd+e5nmPENXUfAcII0HbMBfSnTTmIacmcePeKZoHLlQvVO+RJ3UE1RaO+
arOkzTjQbFzJffB/NtXnWxeZ9yU4j9ZmAhrlt9ifm2KNmvZ7qzcDKy7PIanVe7JXhu+FW8dT5lM9
yLS37ue2cHrxdIu2YojHAu6qc0G5mxymAW+uiumS8il08kndOeSVedcEbpPWv7IpX733JH5pPe0e
usSZcHlY99+qkBmejALhylbtRRTSQqk3QtV7R0WINvhd9ydHJ/GTYt8gReGIC2CuCnxQnLuuWnFe
EGk1RLlD78w9BXOTLslh9v+NOpsbnBaJoqnOSHI79s36GXV9m9dxXYnGP/HJLTncACRAeOt/Maha
2mYowDfNMNymHCArHOEypExexcZgpGOxUgXD3N3foYDJCHU+XNvlFFFB6dQH/BBaeC0KOiKQLd6e
vDouuk1fkNJykX33BH/UZ0ACDctcMYozAtJvVLJPoI9b2i7mEuPjrVqkq35m5IJpb4nqFC8KcW1u
48c4aD56xvJmG5C5GefLdAmCZ4WSq+An3brNZ4C5kPAVWaP80Iwmg3XcPYm6NB6Pk4Yo6L2e1acz
4Zyr0+pTcDAUTFp1ivGlmDBOtlTn3Gluap0PdHSuoREfDHaDkfrTC/0eS1DsURjPIHND19D4ewFP
IfC36rFLZSTKNpnpLZJNm2ETmLarRnGYPUQtbevF2fgjwc8+Bkg/y/qmsZWEwX9Pb0OzHWibZOhC
byKI03HFU96T72DXZaNIHsc6TrtwbrJWiMOysjN8nY8L0GeMoL9vLM3CcV2PyTABhxeQ8MmAf4zY
Jtfb8DcQ8mw0WEVbX+dYnyPTil4ci+ByREI8L4NXthzWrbBoz0kTfM9R8jZjbsDHm08BTn/aTMSm
ttdRuRPPOddOUKcQXEwpZBEZDOVxu3yYyEENNNYv+qlLg028Q+NqjqDyQCJAYkDJjkXoBT6Mu74o
0x1HWNFls8NK0HaKjur30O9fYLj66CnrlWqWZavqBAbdas+kFewQoFy1sy0xzpV8TLLZ+mcZmbI2
h8XvMnhYZdAMvM7RinRwUBVbqZbfPDeY3hA0KxYUjdj7deC+L90RXJYuBTPXPSiKb0ftaTTw00DX
SnCa1sF2ZsMBDcO4+OyIe41gq1eXnaDQVoBja9h91Nhdu85/EcjqcN/Lk509er16ln7/uDvLnUTm
yWkREe/X/YcPbymxRM9czR+u+9P3/mEZf7zdP23T2Wu+mnDJWn84bghKMs5WUSUOfNaoCBckdoFt
e23ldY0/a3Jy11fYRGb1EGSsLzZ5Cve3IRkK5e4V76rEotJ6A0yMQPRKXv2dZ/H2NfVxEWpTEn4D
0S9bTYN7LMKzCyBYCl9AmsgwMFab1+LK6D9hGt5lszuQNy3CnNQgzPsxfBjjNIwNzHA3KEBIRM+e
FRldWeo6y3O3xRE2u2061t2PG4u8XfgZS5kLG+MRyob11rVH4MlnA5HnEPXgO2LDwZbgn14Uoo/c
oIi7sfJmp3T9BlVXVsBBhoxggFXh4OEIP0YcBMnY/B2kqjYLz0a9Ohk0jSckKB1FI9LRtaYMo/FP
3E3FHKsnb7oSjdegJY8L+6Euzy1mxmR0T1NLfiOjHoDFYELu4xbxZ9Dd0+VVNR5akrmoWe2B+VEX
Q7hBrJm8Bqs+MnRTN0cw2WdT7WUTR+EEE/wR6TGV7s+7qXkBIzwTpdGuMteMqcET6eIxLmfQvfrp
5IfXpTcuSo+PEEv7Z4SPbApcP2vahT4lnV9X0b5h2ujIw6hMnK79Ixwo/kagZOaJwZOJzHiGJcGT
GJJPs88FFmB3oj0YZfHjNn6HMGOvoShE2xmMJwFwmeDehf/J82L/DEGD9EN8reN09HmSt5b48KqN
rxCrnTytX2egvizZ38J2e+WUXAXzzrgtsg1pFd3onpXv5oy0VzKOFXGgfvLscjYTADgZrBsqt4Ft
J+1/tXZl23YE5ZjIQnbtWUVwVoD+NbXRnirtZf24vIAPWSUOzzEDvez44p2tz6cepaWzw2UdSJxP
M2g70Tr/iXuDJngBvX3r7KELYCPsAoWU3fw1MYwH2+L+Q0+rP6IBtwA3nntreiA4K1uHA5uQD7su
kOkhYo9EeeRxTyMRhOyp46gzrSWrGrIflASh+dcHDTlYTc7m+hmOAc2DML+SxUnLP9rq363f2G/0
7uyG342Fb2rkSbcM1qHPEyA/YPgGaLIPtbfi/0RxHsHniy5wv0EBlEU7OG8QidcPDsEUuPokFXY2
5V77R6t9WdElfDGOc4tjleC1B8Erk1CVl9qBtz+o3Cvy7G01xpgIx3UpYsQwvsF2BfG7A60/kXrw
0LkgFZMQrbxH+H2HmSqUunw6CoguUslHFIWAFnIcT2BMPGGZ6abjKG8tGyUa2uEBpHcYhA3frAsL
oWeSR4H0C8W4k3X98OVFXffAumb69kI7VbGIBXj5XrYxNHHK92220c45xKMzXWYaDFk0YUEM94dM
sSW5RKD2p7px0ti4zilcgxfiiDaH4nbMBEYwJM7n1JCvlUx+iWxJVSEDx8k3tSEpdIrAj161j0xx
epCeRgmUXba7ckinxEJoN5Vy0F4a2fus+JFR/Ti5yb1HE9iyGmSE9ZtalW6BXdJINzBrJv/5yOse
bHSni0LXicOCQIqM9OghZw+8Qj2yKLPb0N4HxZycYQo+zDMeW20HhByH/VTu2ieZF+49hqXpU2ry
vmnvyZek2id6GZUqZqDTBm/2mbMfFcQf2l2qLaE/AwNhY+D/6TVM2VR/xTSpSP8vTl6bzXsFueJZ
i+AFUrj2BBeWfw6NvkI9fY799EGd5Yn5+PROQO59qxGmaqMv2eAowMUQ4hM0z2Y+TkTm/qhSxr5h
u7ufkevK8hgSuhS0oSgNpzBKdzC6R97h60U70S32TbthU44OxKNqF3kXy5vjOBYyrUciTVv54lN6
iO9p3BXZNuF8H6mKilAIgbXgdHVCJ7whVKjP+ngsIZrO7Og+TbhEAsFPxMhTz5a/rRm2FPaJEkUm
gsmmSFD0AGeY+TQ2zZsY2udxELc6nG6S8DwUaKmk/V7Zkvq4frNWe3WqeJsr2KqmJkLrtm/FDhMx
AJMHjOtPQq7lzAMOoGP/2py1WuzkXGjc/DA0O17TnYVaHwZ3/U4gA8vHoAMaQBucx+E9trR0o1Zm
8GVA6z4Ug47fsbDDF+TGczr8Gq8hJyWjJG8675N18wNr6yq0Uer/XickUoUAH7EAuwFTbJMjLb5J
9RSieFy146Rh0z67G+4E6NsLJpcjdP8VhW/e0GP1Hw9pzTX21beYyi/s5NFU4TSg9Q+QeZXysf4U
7a5/F4XVJtSJbX4qQqRYij8gxaKjol++jztpXk4Lw4U4y+PiA+xo1dSjKPlfjRofmNBpq2v+oHV7
C9mWzb7zCsAQmWgO5MQqBKEpbdG8Vs0klwsd9xYNqTmuYp88wKzz/Ia+aLkkivwLcNfNjkUIHRpA
iOIBs61NeFthpN9gRDfesYUV722jvy0KTGGiLbUyNo9wBhUNxP3R9thNwI0Bczz7Snb4D39/nyU5
bbDy2AxY1SnMdOHy201/VRQWifnuTJCDfPxifXkDyfO/cQhmVMxN3RpfOjILA73/aepo40CqeiBQ
yDVEo7Hs7r7gAtZNSTs1Vp0zuU+qHs74Z89Z507PMNPDm4BDUswbbHuNb+7rOBcrsqDHGXGC+M13
gScPfXW2jerauqzkCLQ5uHM85LDXiPJg/v3KrcihGc4aNhWtaF/rcCziAHjNsoXhJQTKc0Mihpt5
GJb9bn+XIj5quQdY3MPrAGuf4BRN45NeOLssu9kLyoZygy3JoZ+x5/dxKXND4ds9dPxFaanzfl/h
zbC1PHckx3YTGBHkZ+afCsdyHhV/gEy4hMCkTwcaYB6ptpnm9bqWXu82pVs3XBUMtOEMHMHohiLP
32ICxK/DRIB6/bFg6542G/qXOeoPOmQQXot5vy3gkPzZe7Z/OVjR/fABOOhyU71TgYX0zyczOzQI
p0sXMCChF9PpimJ6EhLkLyc6reI19DBNw2OpkSuiJJbweaFt5s6mAm2UHlaE2Pvej8+AgoASW/Qh
ezTjUEIIXiJTGmNZouy1XeSb47vH3tEQq5ABqBUk4e5ap00d/sytPvz2KH60FbV7abszTAfzMQqy
IJwOnhYvsf/Pn9dMMFHMwn9KBjhigUR4pcv2TTZEs0CLfITU/sxoLypi66cuUFdFvINrgFntK351
nfHqi9/vpRXsSffutaeJKd1mDVJH+exN1B9TZy5kfkr6JxUNVbOFYARY7w7EKgobAKDiIDsTppQq
79NOyMueunAoVrfLpRK3YDJXVv+V/jOzdEq5BVin/fddFjp8JwDsAPYZeE/Ha3djxsksriWYASBc
GF4egZpW9CL2HdDHCRZRlecBCAHN40RHXH/Cw0jgqee1xt44YOGH4/YLUtoinkbo04HgpzHHrlGG
aTdHn7sJQeeNkiLShGXe3FPgK+rchS8T0sZAeyjBe8sXQApDw85i9E5xBNyHAQtC4k7VuHvmoNsj
PULI4Yp/bDD87AncHrd1T6ECejM1NoRhHaebE/QYqMcUfoIqHeaPyblPgKthFh9LEAtx8+yhOaAB
T6OpywNqUY9sjdA1tzHbe9s89s7nOMPZdQBpnjY/vwcsWiWk3urgaPd9FqjF08aB4++3rXk2ND5N
NDxCUJk6Icu69bAmbxzvj6ndx6UfPzkI+tkK1j2R4pjAv33Z5ucR5aLeX7qozkcbZhu++87M13UN
DsqVqd6Sw2D+IS7hc0payM3eI8ATy1pue/xfh1nHATLKlz7vbZtFu3uI6HKC608JReywFJw8t+Y/
0n+J+H0Xa1q333PcnxO9Ft5Csoh/TOwPsA23ZwcJeBrcORDft9skwnKaMDZ43i1InJKDMYSiMZ37
5keOO1zD+6uuTQr3t0O8wN1ux9XSqiB3A5G1Ksk8N05r2cWl077R6FdxAAwHw8SJtJ8t8Y+D6I/O
+iA8wMs8WjALIabJ4akKo4dweI79L7H4QFDbYh3JUy8w2oPldljIOqeB5veJ8XON6S3tBr/wIvHL
QcnhwxymylkeI7v97YPme/Rkk5pJPoiYAMIJHkIY01hUPTWwo0DiXgpwazhpl7xJr00j9abW24AV
Sb29ej4rZfNjsGhQPNPkbdju2xymSf867ojOQP8cRLZ/gFe6e9qC4QgRB0d2IH5edIjMXAgenwK2
XlwNg7yxyVf/nVmscuX2IsinAM2jW+nTOgWHDiHSkWlzrz434UfA4mqQa4eFDP0Dk4ot3TdxGabu
wJQ4j/O9TpYRFOUWyJNTqV8d5mgwKSY5rZ9ZV5/B3csG5PH6ZC+7sCks35C7BVVxECPv50G1FHK+
Ghfh0xa8DItFpALprxErmvlzIacd0O98dJYWU/ic8a3LVveEBZCnL5ilAu/cyysMwtIOMGV74vER
cvej05wGdMgITORoFlkxDK/C3kWEZFv308E13l3keDINrTqAXa15gcDqCvmPcHdcIjXenVMi/ZTx
Jo/BmhR4ZX5Hw8AZK2a/aygOETfxKJBEo8xbHOxZA0bDKqYr0GbEAgOEtjcvxBiJpscdmgeYRBTC
8w+dX7UBu2l1DTnWWyM3GWKmcgaMjcUQC4fkSFV4V5hy67cNURM1HQpXncPhHIpr5L5OToV079qU
PvPSUf5nhld/wkasYAR3oKRPqsdv9cZrzQCMEFGJNSoRuNsisfUVHJRiZtiCrD3iIwNSxPawS78a
N5nFoMKgW9ME721zABH2w+8eLRxKBkQ5U8DnnbwMwyFmSwagePZRWBjKFCmDxOaB8f56Nn5u6YAe
sX+AVJFgi4HdSBymEOOcHQJae9MjK5OAxr+KLknbhL7tMK8tRrtUHCMYWqiCj/YIkmeKvQG490i6
xEN025uEARHOhkuLljD+srYxwZCwUMzraITaY10LL1Vu3B+DfcKAJi7SA3QrlsuE4NhqcOR9buEG
GY2fvoMBd17eQIJWb90qhlNCErSFHpfXPdEwfH63roV2eJr+QTJ+0b3N/IUD81kymFgVcZvPblz2
zp3Xc/oLlSf7ftDUQRWOUrnfaxcfef+EIxgm4SBb1Mj+BIELiKMKgsWpzHQwZGfpjnXuL/D7Aovp
TNkpLPqOFf2CfZu87AoN/1D0yevuvaru5pM6RYueWkcVI97P3RdlTS69vz5407/Nd45s1EcSfyUz
e+qAxRL2ULsIUaC6oBZpeosqNfBkDm9+cdyXoq3fyXYewmdg3Tfd+9M5mm1GQlg4hi6gKJgnP1vR
wYJn9j8SpAKJ5CNe5UVGfp5IrN9+MwuoilFK+mMnoO/Z/e+h+RsAQs4XoJUJGMBpW1NWKjrcgBf4
QKSkyXiwXsAwfOoml2XDFlZ9OPH7UGv+EcGUpuQ7ecDZmosOG5MCqVIxEInE+cCcjeNEsQ+alg9u
h6zltvSF/9j0LQygIvZfPal0EuSarI09MTMU8Ems1ORrwHPoUmJH5l2HN1l5wKgBiubOTquVOgk2
zlDWSO38HZ3kNlgseB03uAmexOeYzevLaoOvyMUJHxLz5AEdMon+gdXDEQleTrrzZsYCDLh/ApAy
0zM2I8Y8Jknnfs2hE1WTXeJThBGF2jlT4deOHTy2b54BVASIpVmj/oh4oOu0+KrwaBPlQ90YIIOt
enSwdbMLpo8lbP8k4IdlwCNl1tbS/bV9a6qu9/zH3ivrxG/RXt/hSIl3y9m2tGf+V9JaBjC12TFy
muCuUI/SeN63agT9F1XLZfUbBsMEr1Biz53XzId4S5xTr6DGKRBlw0sKAD4Pel1Jat4ag6ehNoj6
A/22bXHltOEXFDwljwJsuAPy2rgWIxgpJ7GlnNh7tKojVsclBI2lntqjJO4Fzh83yKNT0TlROhJj
Tp11U7kk7cXA3TgX1oHGHG/SA432szdCogh9XtMcBx4K6AMpLL/WTog3ssigKwhQksM0BaTNXdLB
E0D1PnFQT5oXxhdJUjq1AC95i5+bd3t32CJRTNKfT46PxDvscvzzEuAzTdg9AKmdORajdQwnvbqG
uHlyhyck9w1Po4fNabLX9C4bApsPyDMLDtr3HzrJK996v8CoCW063XTqScw2q4SDWT8CqrCtOz8r
oC4FcH3vYRPIIsjMHs2VbwWW2IvpYVUSEbY/KsSBtCkcrDzwETEdgzsdp73vPfNa/lvixeO3oQZV
PBPN6H9sPVU/6y/U2xBvy+A5iKgWrvSPZS5Pk8Yu/+EMrrhI/OVuR00Ln2ugK32HLbF01LXHnwPF
YV8xVlmEqGKAaYI1xZoCepwYcIXcp1S0gjzoiL6uCSCyQNYQmde8bJfB/8AuHhvrUS53OOQ4ReB6
qB7D5uWudEUZWpa8N7xFnyvm7RMhmf+1gwrmCmE74UVNm/+lG2zDGxAh/pNDtyFUGDnOsFgEGWVz
qqSe+yFNrALSFrXLJcDRrzY3GC6RA9BprCs8ixm10YSnQen/5tWT9zBpMTliKYn71tBM4moC1uOs
Afq6zT22Dvoyd9qWG7QJ4fs6JGrMPJiP/bjM+OD1uc56IEKXgD22sGDd+GsqCf9t2TrAfWtgEDRt
sNXCHCx28Z8OKH9e5lo+rYOZsEaxY842+znXQ1+6vRX/Jd3IICYDWISF7Cp93MZs6B6npaGpY9G6
wbgkwUNOMN2tMUdjAOucRG3kwxsWcgcXm3zMmGuOkof9lUAnciA6JLce8wM6HImOCqpe+JX7neeB
SKMC3IpbjS2ogF8RzrU3XrouATyI5NODVAYpIfGAzOpEY61ScxnB6OXK493BPtEE8bcMV1jYICMS
uhXQXu7uOCR/4cntHTrr0GKVOrzW8FEtXfQHJyDUaKJwl96n1TFvdDU7DO9J9DB5+1RGYh0AVsow
OoPYm9xi7lNI3GZQZHyMFH7iOCI1CtZkqP/rX7E1oT4wx8HMUgs3074e3JOe4gDhRI335M0NuAvS
p2NRJ1jqYgDbEWHujDHoGDPWff48XcEVCTRA4b15WAAAF0vgrQ88Mvh8c+xgN+1RyGTB47qGCOXA
n+EsxVHGKMcRw8P9JmwyR7pv8HGwulQ9M1XQi/hz5XOzgijRW8jlXOY8QaLV55Q6327dG8AMe/3d
wzg+7QesnpAG5xUMPKsBEEWd3JIGqIkWcKGZOxrjsbDw6E3hg6lV/ysC91hRS45UcQiXMSmO1HtD
eLL/AIAn0SAcSeHdIs4XB2bsNWAwoP0ZB7ukcGAR4OHMkvECbAP4N4jvOQ3CHBGiTu7vXfxIEdt6
MCA1nl3drcW4gUvU0IhWMZhuT7Uw7FFivlDgR986NJLZoLb6h0m9g7urmvgqR/ZgErkfWj5k3qDd
cqE+1rm1BUosEXHAVtm8b5wGp24L37ZxUPdgHswDIbNFuSZ+gY9F8F3XdQUQaT4rXnvvv6WwDBPM
UARWjn82d8VDwDvx1HASHnaN1KfVMLxFAWzvg2DcX6IlAupieq+I4YqYM+ATj64myyOQKulgAb8z
6H3cFVvNdus0TTsnCGUu5v4PPGDLOt5Ai4VE+VzzfT7FG1wOpWqc3MRe/F/AOmxpwnguR4ndL84Q
lioqwOsBBun+3W3tfgUg93dcsDefYnlI7Ip98swBxwhjhxsdE4xP3YT2HsG1wbHV3K0iQ/AKb/5h
T4LSTkl8pHQE4h9T2Fi66oQUh/5RDsFyxeoyKD1l9qu/T3sBb2WcsU4POayGoickAUVXEm/LfV9D
U/UAxF7jESrrVEJ8soCsYJabjy2JSmvm1uh3Vv5gZsNKGIfxdCbt095r/77j2S4pmhO/wDqJVqI1
r6yLxSNELMtlDWj9NjqI0gs9/u4BXch6B8Ed1pix0mNfJmuwld4K+naNrvFPEi7vcOtBXtD2C46O
u1he481vaTqqJkI+cDQDTrJ0lpVWJsxCw8m166CXaJrRLdH+YI8ksJWA/rguLNakd+gSwNf6TSDD
Pvls+ObfJhUheY7bTwA9wGfGzfyta98Fg9aAgbFFsNiFtrUwcLtf0xn7dEwMew25sOkBeDqwzOh1
DzvHdaCsoDBMytEwzLg00IgMfJLlvqzHHmieSGfIPgC+fBK4RAYo2IjeRsUxdd6MCf/yBjw6cNjn
k99DS5Vy9svCUGaT4H+BeTKrvv4PuXjxZV/9owLDJrc+xBqqE7mbjDSD1YJ7wgvKq4Rs9G/PE7A2
sZS8g8oBzY3U9CBsG2HL4xHn5pIWn3vkVQ2TbiAwjYmO7rZiCWT8BqPzPtd3vG2Yy9mkBFhPNXua
wXhEixmvY9FJwqoZ/UeKHxu/CaGnSoFyt6cxW/FYGkQrrvkESXOUAhY0d8IXxC0g04HcqCu8B70N
5tiRugMXFLkYWUCn7k1iRgD7S0HzJr3G/Gy9YvdA2CgboxUjGW/NBNQiMScQY7HRafH3IbgntKt3
iWOpHniw138nQ/HVjdHi3nfhqO99Hu0PFwKGidbdeUEbByRTHzZreIrNJ3gY4d1BJS8JAKgTWVc2
giITto/OPsCGuPHm87YAJt/a2ausWaePubFN3iRIkvN8IZ+SRbErMKyx6DeCLro1HwLzA07i6AAw
hA4jfoH3qv0RvOuvSV2vWFnYpE8JcRiGPQphvAtKoB2NLnYYhzzBU/2XFN/uNtdWgeDab7G+myap
TMf7TOJKOkbx4J3gEZaAkGSGq5rkkLNu3+9mBKlHM/pUYz9ZwnKj+2hjrqIsxNh6XhwwxR0TFRoC
h0+FgKyXaU5A0upGrFypmV/dCS9VapirAdDNFOa42Cp12yNc4d6BwIOS4O76JlTnH+aBLHcDUnuf
M06TPzpaZDVGYjusvacKZ1ymR9/5vRjMKnAL0R6VdLYWrLZ4AInJ7vHNDqBe4cw4l9b3gr8aCSzX
1odRKs6xwpp9AIwXxwbWD43dHm3XTXh2kWtB84m6ITMwAil42HlvKCZ/F2wVj1gLJ2kAaAGBVc6O
3EHTXRH8jjNSNx3Owhba7StK9uQxbq6ixuqjPSfhQ923/SlqGv3dDz5up/qiuD0Az05pNKMF0LUt
4aqBi8Q6ZyhOchssAxYu53AF/1DPKTRd4Nr252BgcI/QSYhxsrYGhx7BHBp7oJpWaFDCf9hJBB+4
Oer/qTuz5TyRNWvfyr4BKpgTTuEbNQ+WLPuEsDUwz5BAXn0/eNffbX2ubf0+6uiIOrLLQkBmkvm+
az1rj2qxSGmWCOeZLNDocSyr5FBQyKB7Tot+DopO19jY47QRDegg8JtVHeh22xGSnuxLozvEefqo
U/4bQ08Z8Y1nnQm7O3QR5fWmI+i6qDt1LATF+zTuNo1un+eqT8PRiQMtVxeRNz5qNX9jYW0tSNmT
zvL6Qw3/ty7/nez8v8X+p76AT3XJf6dS/3f2gP9oCHj3f+1f61V135/+qPW3+fnqf/92/5uuAQdz
5H92DYQ1++3v720D67/4t21Ac92/8OE4hgNYe2VjrbC3fxsHNM/4S6xeKBsHANlpP/7qb+eA4fwF
OAqcE9QhOMS6zr/62zmg2X8Bw+CvXGDdEFaxbv2JdeAHHup/jAPYBVZ/EPR9AMsAwnDbvredONJE
DYrkY9dv7eGCevHdcOE8xXfGjt3Qft4sIaESV0QnzhfdkePBUW2aHc2vr91dR1XzjdYcG9rwTG6n
jdwum4dpc3/RhObG33NqD5KgP6ZhuokCtGo1KtOdCpZd/vLTI/8HA8QPGOSvdwFW7cddAHx9fxcT
QGdCbLiL4mncNpvuSKiwh9E7MG9MZGeP7i7bxpvkyKy+++DS751Cfz9AQEn2ClDGTsur+hn12SMo
ig27LXfmXu3mL5kVFk/eZfnoGfv8PA/LI8KNQmzY/VUfABn+4cpIWbiuMHTQbqfI/XTlBCCN4Rjp
67vKyy9ACe2NZL4qpPHBXf5yKfASLuAHmruY2WHcvL/JqLesUccsuxMe28lEC/xiG9PkqruP+FPr
43r3Jk+utP4mP5FTXeQdtqL1upMWJf/7Yn744H29N+jyvjhHoAFgBlEb8Rkw7y/gjVkKcaHLd3ad
Je3npZeuuRsqRs9nL9fK9goqVu3sHE1F7VtJF9+9d3sH6lTeF/382BRTi2mOWIGlR+QL1+5Qz6NA
urAMtnws/cqytqjpoo9YZOsjfv9gDFYQ0AmsBvB/Tq2GyO20BhFOtkslvegbN8M98xEI9deHz/zB
krTamBwG1om3rpgtaK491xgls8Y5I5XgI5vbup6c3AbrIJttY03UxdP7/vGPYsBBq6J0h4zvpSFI
EPZ2kA/4WiL54OvosqmytXZEQ/eDMbz+5F+vvILyuLLlnU5UnRIV9nWu7F7GdxzUboYzDq376fMH
A+zXucJU4RHS3yAXyDqdlk7fV2zC/HRnBV/boLmwAj2cQrnBOLVV+/iTv+/Cj4iyJ0bUH6N6heUA
5dVNGMs/INE/TZvKFyRa+EW2A1l2rK+cw3CIduosu3IP2tE4/v4WTb5nvzxK/LvwcSx/hayeOHk1
LXcqS9B0nEJ3b59p1/VVd7TDOXgdttNObuVWhfM2CqyQTuu2CH9/eWv98advEl8rs4Ci8eoDfT+G
RJSLCNMvB9eje9Zys/N5dHSP3mY4yIO2zS/FnXPHxggmhgwUFoowe81etRfrxrtyr8TRP8Ybf6Of
i6PzwZP58Zx/86udfk4nFGqT6nkyc7xNku3qN+gPg7GnhcWZU3YB1mBUDJS2yvsfsLaPns0/zS/Y
ReArMHZjLzRPng1aZ2S2E5bRID5YO3+j7bwzM5wObK+vtCftKT2nK4tHugnsm+ja3pnn2lHfTBf1
J+xXZ/ZhCT6KMv91VSFjbl22oLNClDt9XWNTN8LPxmQ39HWVXML86e6osWXzB2EGv16HbyBEVeqh
KzXxlGNTYwRLTDdnhazHGckE0HGUHQzTefv7AfjrUsxC5DikQAlCkrxTuMvU40SfppYLxfazW45r
BIJuhaNSH6Ftf1lLcIbC2salD9SUVskJwIJAG63CmLEWCLS9X7pb0z+rUrTc1UdfePOXgbNeCsYa
AmD2g7+gDxKj7KOhH7WtE+R3y9VwrX0f7p3z7jo/87fedX6DDv9aPczYcb7q370Pxu0Js5kFTOiA
kNbAAJJn6fqf3GnD3lQzp0LbDrvm2B2jM4rGG5/tk7lrrspNE778/h2eDhbXZKEkXoTkCwPgl36y
7zXcFPzzOk+qtNt2aaho1v7+Cqfvjiv8IGkCzIHYBhD3/UxMxsSsRpiKuyVEFXZTHOrD7y/wyy0Q
gGOyGwFuwpmUwfj+AtTmrFYs+PDjuRBB4iiOy8PUfDDYT69CNY09JjlFbJVYUrx1Mf7py6LlbleM
S2kQ3aTindW2yXlO4/MP70Vw/CEPCCAUmDnONesX56erZJo1MTjzYmu2WnOZCSO6I+Ou3v/ZE+PD
iBmbC5iwBC1M9u+v4hdTLweSgrZ+r3DwGdEYtoTYffDif3liXIWkEIfYPO5KnA6tplVy7gYgOHMk
qEF3PfM7NAdd/2h1OF2H1ttZwe4km+Eu5zW9v50BB1gcmUB2K/IkkcOTMqhWC2FaotH//ZNbgSv8
tJ8/bYAtwdCuG0NamUzWE9aFyGUKtjzNQbLFxZUVVyDCrl0YV4uHjaVs6HgBOhOYRxqb8ejkMQqR
2dFKDYVehpBIxcACi7LT8eU5uhJBESe9DDvfivFBicl9GxCcXLNFNY5OVQw6uCGKQVZSi2RLM0u/
yVwLJENCKp23QcXa7KBer8Io2wGHarccZYOitus4HEbqKkGaAKwKEsrhn9wuMUZ8355xiEsFua5V
GmIEfxideeuOS4bYdBh7BHZZqqtzUYJs3VRJFquNif95hiZpRS72Msuf7ymhKQORipGMSGqtxEIU
XAxIlZyyxJVpt7m87RPNMDckBWc3BaKxeW8o279WYzp98vKFX7QhHgDV30yzI5gxBn5rx7jTg94j
ND2kydzfuWPsXLYoNXpch6UtQtkIsNIuZgtjz8NMygCGeHQ9jmVaYF8ygGIUFj3OzaDJVQSsN/LF
QpkqAl+fVu/eKFFa4q/GIF2l7q1sMmWHiv460qfEQEuWKFlfVfxSqzTcNz9HrdXlPEf6ZkFEMyIN
0m5opl06d0gbE+W6AmUkQXM0ttOJNN6MvCTcp86NB5SbwtkyUItWzEWihDA6FIFdtlVztqBex2So
4ngIylFvrNBtXIxQAGqbr62F1tY8GAuAW1T4hXijjto3oQBPUgejoAQdgtWuB3DtZCWFpWFrCwjb
TsMzi4npJgdTOmzxO0Yp0jkh/Tjbd1PTfsvMpUQcbJQDVX7Nx8W0mFbj4/NZ5ku/r70eJ4Y/9MGI
vhRtZ+bg+OyJBUfI08n5C7ISFE/ZrBfdJvMttnD4unK6VmM907xHkxyYUIOLTVNNwxJm5O9FgVmW
3QPK35Tyoj1a6kISNN5j6Vl9OcKd8ZE6k5wLvDOMwICo1GaHSMvcLyXhsIHXU3sICrvCBDj5FWHL
RAFbn4WBbM2g7/hieqXzTdS6aDb1MJZWODg1Zyr6jvVhQgl2z5xWzqFz6f9uM/7vb6VbZqtBSHjP
I4L7GhekkG+MLRqXqopsA1wlIsigzIdJBr3Z65iWZicRx6GyPeQalrUimWZCDNCF2ngyF7LbeV4T
pADfof6NZLnxtTJMwDg+tKbD9GoHp4zDtsn16mC2TTqEmJo8Og8EBnpEL0n/nDRgpADSlVgFl4pe
zaUlq+Y6A2PmBTpk5nkfa3OXHOeYozI+TUt/xtmaYqkj1vxetwYI1X2S6trGpBZL8VXRJUYgkGBD
bt22kOHgIw3Zp1aW4zOs6V4H2iJprZJUrn/JzZpWpSZm8QDuW35pnKyhQ0DYNE1U8powttLUrDQi
xT2xIOXqefQXDvycMaydYXgYLVPeeQN5SzxHumVBW1LT3bd2Npz3WoNkj1gK/ZUI7XbCR9SLq6zh
sL+xNB+rd6wBbEcDO2qofIggQLvWEklFqxsw81vOtlffmoSLRhvGG1+t1vTRcBvSKLutMzqLuann
uDTISIv6Bi4Xlo8NaT8E60RleTYP5nyP2VC7NXtJpV+mg2aiWNWc11irbB/5gI2rxsMtYlGzJw2T
Jjaesm0xmMWMzYuEGRgPJTIXvnAGFpi0SUIff6YMZhgXSZDjJEEZPswN3ixdVFici46RruGxw+xb
d62CZkOgxp6KWWzS5+6wX/YaxocA0zlbTxslxXgUSRTte5hFxmYw02IJrcRPv3aIRfKtb2uqvIpF
Xt4XzKhVB9IuCh9oN2Kdl6hoAkRnaYdAvDFYlTD9gAOO6/5bPI62QxCyXSDoWZLaPNitgbouaRLv
Fbcsui+cld1IX7RF7+4tHamnjtVipJCpqz77feMbobb4LVTuvGkuiq4xDbAbXsGVPXpngWbIaLqc
yFfIt+1sNMnVSAdNhnY5Sm0zelaDOC/3055bN+0nqPymE1oT7s020xJ3y0xHDT4ORpwf7Up6Meak
jqUdP6gG0CT2eivAAtG/NkuLX7DVoMoGJGZbNwWkLFzNEMpAaXp66gYZu9uX0Suxd3GWkV2Y2JOD
Wy+JkUeas8fSWqUjaoncrhzFZBYj69MCLyuoe/h4qKJX5Utf+vUXoAMDtGHLmGWw0HxBVzE6JjKr
whTnLCiSgdGUg82fe7nRIlJIO19+iUeLWNOs9BY+BE42jJsGwUke9nWXPtX4mjgKT3H9Eo1AJvis
lY1xlsyuh9QQ1qI4kKRN/g6HAvu2piD1SflymAPFAfAl86vx3EeMhd0mY0QF1C013N9GOV1LrymT
sDEn60U1uWr2E4fTFr3I4ssNtGQEVHM5pp9aqdMg0zoLbo1noY4PrCm2v5VOJV4X4UdY5SZsq2xn
4pnOq+zYQIhkXvZ1u/7xhNz5u0/GI8JOfd2WoGfRcboM08Lq5TYLQ6vs0Xgg5DWMw1wp3nFouVL7
MgiDdlTTG7mFq76pvmr1as8z05K+IyMuexrsjpUX7BZ7DvA42Vc516w/bavYWXEnzat0G8gIatIH
dSDFCh4A2jBlb6HM6W8u9sI2EJONk6ynCBqHtq6GL11pleQpaX1J8K1tjo+FqVKwHx4Rmht6b7Bd
+NAaW1fP5D18CV/fRkjfVIh23LmA+lt8s9MVYOKJPrWZDEWK6kGfgUD0mt64CJM9soauOlpe3p6v
b93vRuo03zoEGShlmVLHsctGuvxZ43yGGYZguBgQ2rRDufihAF18R2xHhfV6MtyXakim59SZzA4C
Hm3rcMhQPNbFHDG+o0l8Sl1nwQNheekuNXIY3FCEKvOgog6ZZ5Ck1HovWj8Zv8qWB3Jbjbp4U1QE
km1vuaW5KaYBTk4vJSq3Opqsfq9YK1AdT5aN8QvYOh1B3aFVmzip2uqUFR78wWvU3tJi54lmOMdh
ve6TZFd3buQEI0x0ZFqx8uAo9WK+KSRaqhCtR/scLzRuSe6cmwL3iGW+tQjfGIsdEYxbdwKeGeho
Mi4QV6KAbpaS+utUOCxxreUP5wUXPmewy3SDR7XFZKQa39pNcT74uBOt7C3yGjgG6O5gI6ZDs+wK
m80QDiE2MQu4+EfXQiF4ky6Zhvg1WqaufRtwfS4PVLHRAYVsjPSz0a/9clsCG1uRcY2T3yl8Q2QI
sfmf9prposhua4wDXzjnNO5VErXNdCkrHR+lVcZRfiuHEe0i0VbmtM/dSVpB30bYVCAa29ve02gf
DHVXoZ3p4JMQzccMDLOi1dkvTNmchzld6PTW02iaAwKpdISVhbH4iLyjvNwQbZ88U8r1XueZBJBN
PNeJsdfaMrcfB1FFDdgJW/8CDntCFGpUSgcew3nvjPJ9avfh4seFhsmgNxkBKPPa+SKN8tl3APxU
7oWisMTGvMhK6W8hAGi2u8kMB0s1K2vk+auqc/kuzdm3tmjFUfJ1sf1Ivq/V7HMOOsgj07zV0LCw
3h78YYrAY6rRQeiJxcP2543wBjSGeaqNkB9kHKcXTbMY01HrWUZAWcQqu+cLi8PERf4Z703I1/G1
lNKaDpqtWLPZ6QuiVUaHxHdnTuV0JhKvlUEeV211hvunq/aigfzFqh/5q2818j8N3qjSpwpK/RPS
VtPfA9AQ6myuNP3ZX7K0JXlPn6aDG0k7DnHVdLJHKZhMDro+xMBHTO5GshtLhZutH+bFuKXqJcWV
WeWtvyUOhLVEH7C+BAJ8TQFKCcfVHcr8pg5kH5UCaV5p968oZ6p533Xsds5Qq5KdmxnKSDdVxSf6
2ka9Ze7bDCb4feuI7mp2itm71YxmtDd+rzn5hM07z52jxz7R/QK+mo2CmizXDSK2pMNlr48sxK01
YufvED2lOK41PScPY0LtR3WAxJLcrVp3V5jYfG6QFyUzRyk1EsAE5NcL/LGYMRhNVdRuMmVqMRaa
GugZhveFGWX1dRHCuO56nuycR5z+mioKO2QbcjvwqOKvlj5aPoLBqunvlGdj+Ec2lnpneqfQ1rml
Vq+JT5W4r/iTOwm88mYee6vel67ePTulUCPucQoit3VmTZ/bePS1PYsEItDB71AqLX05GJejXksI
SGIFMWhAVKYv5rTY8QFzTz1t0flgFontyDDuhjytvpa1mRp704v8NyNVTQEDhWPTVa/z7jaC96uf
idws3d3UdbFxLQWSqqMsO+STzO8+hxPlQuMq8V8mPKxhcKoBushIKvzETm0O2boUb0aB4PIMtHYC
kGFUUzMBJNJwlw+p3bBB1CVfXwgq3XDlWt1QBJbWM/oGeHHx1pi8xLnGXGHE532W4JoqUmqwIXCF
1ECaT32bnY8eGaUMUlWO0ZllFp79SOwzX8yiieR3O4KwJFPLe4y0hfCTtHXlg45AR95ryC3L0Fwm
7bWJOEjvlN/2z6bmaRzFq0UBrMLZtbfiUd3XjWzI2cmS+HXQ7anb2FpZWC8Qq2T02E1Z+bS0CT4X
pdLmEsaVGUOqySnq5x32EwxX4/LiLQM8GELH0jcTBJIWVknj1E9mrZOh6HixqM5rkLNfwEpkPkSZ
GhKTo5pSckRJR/e8GueYKW6M+YNdDb6HxcmcuhsKQslD4SDyPiPhvMiPVTlkWlDq0vvcVqr9LJto
kDtOri3yQ0dvIzg7NiI/6WC24UxtAyVy5cR+1HXRNx7WJau8JqmATy/kVVgMZSc5XCyzOV8UJesJ
dqnCobfNR4d763Mp2PvXxkNSskTg0k/z+1yP2QIkudMPl7YBo/N+7ocqvdGBcpio+NXQX0iNM0qH
TbX144uGRKrvpDAIiixDI91tWXGSwLrQKPzWJvzRXW26yS14IuwtFRZta2enKnNCauIlXi8HrzlE
qQn7gKfLhQ9NjXPpEvDdYpynMWfYZ7ZtuX9YWpJ9w042crhYDKe6GYvEk2ET5y4HPOUiMA/Gpaue
+y52b6CRI+rJBrBk7ElM441yDFw3vogDLlsvS9DyogfQN2r0HVYUvr4rMtyqiqAZLIemf2vNyWXd
jhIihhW12mFgJ5oEWMXWkLllktnGE5GeBi4H0pvFRNxzUYyJ3jmB1Eo3+SKSuPm0JKiuDjLWOHMt
TFUnWBZH789EPEQ47bQmntD6YBTAOFNJiVk0Zg4S/Ym/XWTxBC6MzvXXfvAQgSIU43A956P1OAER
/eIWpvk0yaKNj57IDETh+sIE0+IMnyrGN0BWzZCr4maZK5sZYPXkKTrKrqlFJC5C/zyL/ZCHDkMh
IgleYdGfpH6MOVxZwTy03nPtW8zfGIDWpZmOcNL6qDKW7diCOD0sMkes1Wnia6SS6M5FtRyd24mW
z+RptNleJRqiSXvMmXm5lXseUt2mr/YdR/oz315JCujnkhvi4BHZObJSZwnxfdomcSteEGcPTtHo
mn8IenuqfPOouk+pzLGE2m2lJ2yv+/5rDHj53pZC3Udljs1iNiDDhcRvG3Cdskl+a+xm/m7lpdNt
EkqXEmZN2h+NtsA9qgwm0daI6vahEZr+BR6Sy97SxLUUgDXgi4yFiB9EaPkAa8PiAV14XdHjs21a
zL8mcLcbS1RYpTTwd3XQL21zP7W1d9vFSXk9V5T2g27Q8yd/sfSZ8T1XLRXlpMeEhoHqpgEcuXr4
RXzXtUJkmzrRlpeqgEoSVOB9L/MR+XMoCLu0Q1G52N6Bzjl7dLWJtuuzUeuDHrCME/pu191MDvD3
7dzqgP3UrL2lcckRy0usWNvW3mJCS8Hyk4AaWTkRmUeD4xh1oIi3TjIAyzQS6gackmIKNn1jYOni
eOVP4D1atfCSYAGEfWWLNKQGZV84Yy/iTa4XTRno3dJAG3NTYQZd5SccL9o48/Ym2wjgia6foM9I
pq8Gdhc8cVUdH2xVE5HVd6Z9X0eu+DpKVECbObN5uZ47tW9oRFn0iHGD/1eiUkX0Nwzxaybt/tnv
0O9hqUvSN9eqsTJbxlQ+DI0/f2kTvbz222JudtoEAGQ2K+ANfJ/614oY6y9ynNqc9INsKahhu85t
TSvgwSHnkPOkUYLJQ3GuoCT7kEG3WPIRAtsF6nA4kkv9NFCIBTRkFPpZmkdtGsoi4jhuRpH3jH0K
6FSapurcbVvENn7a+GeFhZcQv/G6hRrwidhbPtjsPpQ1+k8U8Cjoen5ffHV7JOocaSsDTauLdSu0
8zE3cAN19XO/5BWmj4acZ2gHEVyw1KECFgjXbQ3e5YL+UcyywmRR+0ffxvUauh7LNTHvc4H2Gh3t
7ZLqIOXmAQ/KpuMAnm5kPLGpZrszoog3WFfP/FqW96agrEEeJx/8Vk/EJ1iB0yf0t2iLuxj0zshm
08DKb3F4tAg70KgvF/IlSTykH62Y2A3W8bckNSkRsuvL7o0SvXZBeuQZaJt41wL8GINU0jgCg+hH
EEKQ3n8WbOlQek5Zdl16nv8F40351kRTf0Cla41bCs7DANBHaIAYF39r4u50MQ2Elt9M1yTu2Z8U
ZpVrym/RxeAsFSbtpJBfwY2rfif4Sp6peBYvjp4WYotWyarPkaiyyKg6U586b9BJW/SMS23SIeHh
XlEvGrpdyGVx2z/Fah6/1OPkUTPTsuWbn88LOJUORS2WZye74JRfoLKi8IzX0iompAu+6r/hL7CZ
tMKa30i2xrxVZeP8MMvcQjBDx2sMdaX73+1BMvGYd10TziyRkAWbvv5qa2mh4HBElkR1nyQGC+Ak
7q2Rsy1ftWa8LFERVyvARhSBLoVbsLlGcE8tqm6PxdwTdRTJrnzx9FY86rTEUQnIpfyU6n31YA6U
OUD/zmW/EcssyMNKM1OGcwTCdAO2BK9plqfR1bCsiBi7SfFRJSvhyydbGZMTRhpegDLaO0skzfeY
/RNGwi5bqxdaVr0qq5sfBAbcJweNNDPTTl4pX7LERcSV1Bvp291FpqvquaStWwVOXeL3tyvDOmaG
zNotSXjpA9xaMpb12hR3dpxxPE5VNEBYHZC2bWKwbsbOERoUhs6dhAgqXApIy1vDYfObskcIx8a2
X5YYx0pI2lb5AqAiZa5OYJZCMt+hYLpeUkEU7hKLqRTl/bOwcXfw+8n6EuAlzFiT6r62UbmKIbeZ
Rlrv8Moi29HA1XfbzPYrdjg533LNRVaP38GUN1NrsCvKB8Ng9nelf4uNpHxQeoOTi0kUfZ9H2o2B
x0YYVzulK45tJqZiAo1w6JvrpozP2egSDWhMTjDRfu3NFeuMnK2eCVkMPU5t8DFIqYiDdlznrGVT
4tsaBg6e7WTW4CPncUpBaVFe4J4xkJcbqOsL7rpqzBZI0L2JGr+MpLuZXdwpjBcSV7e0IqMRi0Fk
9nC5OI5csvq7ZvD77uRK0n7Xm1z1nQRqUwEnNAwq3mkrnKaXA6Gw2DZwe+d8n2XOUWExMrKz3n5w
jWxvLjjjMfHXQIhj3w81p9+Oxjl1uivDrDatfWVRDaQ9vXHicefIo6Tk2dnzsfQulZZ/0E79pxax
T2MdjxfVBB8N77t2tywKKiAajejEdNoHjQ7YFR5W9cdXsXQa3rZhmb5Ap3Wik2o9DI/42Iqtqtvo
CTGJuLKFpu1+//BPdQ74wMijI6YNxrlJZWV9Nz+37nu8hYZysq0zFOqTPnXykuqEOHpsMLde7kx/
KPP5cb0VLYdKEX+rc9qHHqjbsM/Kto3VUTRYMrauCOI+GFL/eFfoLfmXSGKQW7+/q5F+LwogDMTV
oCMpM7XmYDtsW22qNIcGPewHooF1hP7cXaePT7yO6yHrZmDY7kkvf4ED6ojc8jbluq7Ntn2lQyTg
fECPw3S16yoBM/f7F3c6abgkkRXcnccyBGXg5Baz1CySkb7epq7T6FBruIIEgPaNBSr5g7v79VKM
Q3S3Op8pzyWs7v3T1LCIuO48OhvNhHtptw1tf1BeNL7BAP/+rk6nFvQIHwqE6ZomIQqMkfeXYvFy
l4Hb3WhRQjEu6Tx307UGh6Q/v46N+p7hyAQQpvn+OsVCnKgfpUC6Jss6OIJtRT0L8wNdzK/DwoL0
TvAlqzd6InEyhfFX0xdHZ7Sh8WDdsawLNm+aWe7yJMm/kh1Ft8QaZ/2PH6Ll4SIn6otAPOH9UGv9
PKcLz4imhRpV5dbNjhqNcWydJtn96SNEQoeanCQEJEa+e/IICR9wGwKmbIhwnTxzUsi2LB9/ul78
ELStS6BFdsOvoV7OnCdm4Wf2RqLZ4TyvA8HKuvkDadHpesFVUB+SgY3bA2eGab0fDunA0WkcGsJt
Okjq0CqMHc6ACrsqHM9ST9ubP352xJ/Y+DZsV5jiVPDrTK0zUfm0NkZhADHXfHknajBxv7/Kr8MP
88mqBiRXfP3CnqxKqkYMToVzxeK75nXqCOC+Ttt/iiqh3aicDlTieWwOf3/VX1eLVbnKUiGQULPA
nzxLf1R+LIvEYi00FJwCqrORDfS1gjfw70v9kanp/8+xdC1fAQp2r/8iEaX/1454h28DuMD/Awam
dbf0nw1MtHOr9Nu/vlUv/zq8duo1rmVaffs5BWX993+noPh/uSTPIBBdP/bGD5Xmv91MOJYwMzFS
BAsHtS+Hf/P/YlCcv5gVDqvXj6RC3ux/m5ls8y/ibkwWGB89PmVc70+8TIi/mWT/8xEVSOAYLfxA
ZGoO+ufTrcE8Vo1DNzoLMWD0KiDmBARLhDf/0tBVgU+XcjyshDHOA+XEwgm8TnH2g4a6Ah7nYcp2
GR4pmEX9OH2Lh8l46BNBsS4i4RBSNL6RbDurSUBPlXR04PQPM+cNs2i9I4z0adyYcqbFAw0VrMbs
Rn135ehzRUIFWc1v4C8mHHzSjebtyCYQjFeuFY/sRTm0IvFjB1g5K4aGRj4GQDSDECZAED36FFg/
UxLKLzp/hGlvFJ5zP02Jy+05+UqmVjMpEzD/wf85AjFGDbqDsq40ifKrfCzFMOu7y8EvwTqVZt+d
exIyUCC9wt3GYuzOUxpm93rpG5fpEtEyor3BMaDy5BVKJWB7UIVa+JSSUo2yJDIqd1Ttfsh1c8tv
n5MzE3fnRYlXNmg5AORhmk9OFOhqSYkN4QjTQMbM2jtIv8Nbn1RldF7YPPdNm2tIYPwy9dONNRU4
ilrZ+9ZB2YSwXeRdnsqQsme0NVodjGqElA9Qf4MkZGJ5lAGQR//aouxMVYhVGF2eJEhQy3r3q9aV
3oRirJLPda6LZ81u1AL8N2/PB8dHIx5hsD3EUYbT1PLKpF1LMcmDoD9GdpeoZlgUep5flV45XK06
KGIePKRaIRIVRlnirfooABrmhZs3WMK7MaKqUqXmo9lp+jHPmmblPZH0ULrC6ei0KxSDKq9GooNL
O30AdoXJmXnRPGSijL9XoEMBvtCx9dAOlepz6XU0DssYp9FWLPaPS+s6ZzW4unQaEYfeKJmizkVj
76JYdPH+7mL6/tE5ZQ3SOFS9cl28yDXOaU9RAW66NHWCJssoA6RuMtwDMOJXa8VoBtbiZ8eiW+rs
iMRk/E4TdLoSrsq/p7M+XM2uS+eplLFxgYTSBBLvuNE9/ajYxTnfg00togzAatcWtF2MNC0pMFND
2aIBXWHtbrWPo1rdLIKXSCb9JL728UqAU3NPyI1dlYsRKq9P7jXftFQwpov3nGZS++yxCqB90aT2
jV9puUV7GsmDs3TwSjWXrkaIsDI/b6CVGJfWJL05tLQIpmQNCNXfUAo2Hp0WA3CQy374hLCjlCRH
qM4LHY78/VlnuhQHWpS6nGtp4mADm+aZZHM2Zy8gd8FK+76mbvLcrz6nc2E++4TWvYJMahHVkf9w
LJb8FrTN9ASebHoqdDO/s6bEWvYSRhCMcrij076WOfUsk+yIu0jiwwLhZiCrMhyEW5SeFxh0VuF1
PrhrfYCFjbbo1k/ZpwWgSa1QDG5AKCog0H5Qz0kv6MiNetoBATYgH9HzVPiLZgedJi0r+2zom4KI
BRJOXibkXV+MQSpr04OjUvzsSTi0RLp4m7Z1bYVTEifFlgwm/7bv4fFtiMa1mrAjPAVR3ozYfO8b
8NyL1CbshSWMtwLpgD18RGKSBrADRe+yoFbtqP4vF8xWh3ktmvlVaVNxq+BlIFPVtYE4j4ROO6yG
mWmG4puwZcB/z3wltGoD471ZYIGbzbnmQyUKmQIUjE03K5Itrtr5c1+b0JV9J6VMPSxjrYJmmlMo
NnWyUMiGaOuE2pxpIkTaOpRXZUxnx/PJbgRPOI23kZ9Uadg5tXNHFon+2rPDgRWhlJFt0KevcM1B
mXAbfJSsmxS+Sn4mKD7P1H2iTAO2XdPiqHQFscRrIACFqB0paUKV1Q6oPhDwpk7H5o+GpvmIqBqc
dyIQ1x+IrPfutSLvAPpAbHF2Goe0KwZW6YduN2TNbbsKbDai5yWFRhwbb0tFQFfYxqgM7xWnxOKs
W5SmPbg+YpDb5L+YO6/dyJk1yz4RD+jNbZLpvUzJ3BBSlYpBGwx68ul75enuQZ8GZoC5aKBv/8IP
SZlkxGf2XpvrCuGMpjpjTZmIRASgQUImeG0E2hoVtPcZ4I5lMj+mzKVzz+u8jdZr5kV38+VJSsIt
o0B7CJpMtKjffVUVb6zDZL+TMvaOiEELVm9p2//uRIq4im/vQRxEpLMagqvQ+wo+h8brBGEiJ78r
7oX4/C/1yO3f7+//Gm/2aOj/9VZnduFbroX2/NFp/bceyAYExzkOziHosvZWaonYc2t7kE4JtzEz
dIbFEFTHORu8/7nqsP75vwfm/S80tT8+xP9HTfhTfDV9+y9FIP/DvxeBlvkPrhJHx8iFYcciN/Q/
Le2m9Q+sV5RftCR4OXCN/J8i0HH5J9NwHkUijnPXoX/6D0e7Y/yDZh33Iq8W0zAb1+n/TxYeHeS/
Pi/IGfFF8FOoOB3e6v9eBQ6gT5g2mw4aWuSyBHcUwcaYFOCUfuG2b2t/hQhs6yCGippe8/cs0q/D
qFI0jvGCNaAAylzZ1afSF+5p5MMg3h1m2LO2DxauYLMGhIljK1j1rX6v2HjuYMEXz+z6CAgCv/9I
xzkodoasEDXIuzpXMPN+WGkYrCJnTtoDhK2tWy7Ta0wsOEp6AHmxi19Cy0CpjCDcuzibCPGDAT13
ENQhz9XLqvQQIQrPKe8T6Wu7oaw/aru9U8GIaOhbXr+kvVbF8guVjB0hddRPhomqW3H/0lv7+Ci8
buOrut5ipeAQmwlpKVkChzVeko3kG2Jfm4xHYNd/SJrz19KrXtgq48QqxrOpV+2N+1ht7STxNpXR
yAOCImtPypi1qVor37lBKY88I0nU6Ao2EMLsXR636c4EwxWydu0h9vRWwVGEas5H1r6VY0zsRGMt
WhgI0w2HRmW/0FopisdxeSmUdI+phlYhF0BPcEQBabf+yYBeTraT9n+73t91KDCeqmQ42G6nUF4S
EojZ45QpQMWTNE+WaxCOjoAMaEGjcGaOZG1zG/8oYHzsSj1wyb2koeVumF5Vbv8J8rQ5dl4L5L9p
3MNCVPwuXoIvnOFXwoiG0LJzczPADwXTlqurAHsF3NGRkEnGBe05QsLOaG6TNeRnzWMNowN+seFV
rQqrCPazIvMblrzHosQLQMf2e6uAvBRrPXtjmY4RMieH5VZRU9imx7QxWJgobV0j1pGoQrEtPAoD
tNwLmjoiRrLuRiXbfBo66540UcUOdTScXkY3GaWZQDPgD1u9c7/Y90ePuJLZ0E5JYUR2oaKcOPfV
xPfo1O2JYiBkaHYS0jkkVfnmanCx6g++C4SHj/DsxnhlLQRHG8m9YpcMmQ9za2LvBhufS1nBOjIa
Y9lBY1dr3QH/Vk1oAFaybxxei8ANeD3t9lc3FSxY2GHqhyId1RGod/PKJAWliQL00s+EBZGywacP
IK7hZlwMgKiM6rPe3A7NyCcI6MwndmJHn+tfWyuxfmca+xDNQj3cJj1gC72vN+iDMrj+amZOZ2rd
ydAn69A6isUHq2BvLYFrrpHrM3QYqT5yQqXsKjNQ0/FOtNaQnrPYcu9F17LsC4T7Z8znS1B2a5j9
W8lKK6oK7tLaN4eINHSdbCFaKxJWyldbQmwrobO8d3WS3cq6VnCMnfkwkp8ZxgMMp5Eh3jZfeuRD
fQ/lfnG66cbDffKITX7GJ2OSp6nJFudaBge9fWDTu12X9SiWSFQ25BxvbaXBmFc+zpqhL5xDHxsA
qxf0qMU4bkUCgg58fQeMLwNP5X15rvKOw6D0nZfmFFgkeZ+bpicBciZSeOPZoIh6A/9P4C7aPTVb
qGBDxkmEsRGl5hTjm3RfXTF/LChgV5bpb4O8jPfJ4K3zygfr5wdPLutmtNfsW+FhVfjBSm9DjAUH
bDYlp5T9HtlVcXBQ4DTpKRPDucg6hp0nOC4Eet+bREfvAevhS8FHmboaaUvB3xqIeknqcjik+aeD
ueWM6241c36cdQ9ybAtDlJ87OCfWi6kFip0nl06c/ePQ99eBQINThnxtJ6aU+BsF2K5DpE+6oroI
3yleIV/5oWawgp/izmNdW4+Hhmp2rRqUnpbV0gSZjrfVuW+gBpPEsR7KDuxwb5OyIQp7bWfodlHI
sCZcVRK7kt0MxaaIWzKroEaN5Zq06msZlB/z3O/Fsrzk3BNJ4x2mWl9n5K8YwbC2exI0GsxEgRtm
mIogCeI3dvEoue03agwU+R6/dnqK0VX1tnlBLXlLgvTgOHCch/5hOb9TtSrMFCTnOAbGJrBctMWk
slhd/1GmGsqvt9EWz84/Y0rmu81C8becaR8LXyOnjz9wCopbgmLfGKfQJjCIfoKuo6c5ymq2rN9D
5p9nEzMeQhBEP4Bmxd0Tln4N6C1O1K1oBAo5y9Ay+w5dGTbFYJLght0xeKkT/48spzJi4PEa19O4
dRSC+5UzUldWown73lHDcTCw+WXDyPRFF395wtDXOlluRg5+IkJc9HJtTiQzx509kxvRTdobu3lI
d3kTXw2k2Bid+M3byVmV9G3HuerOpojxuxjtmOwKNJJnUxETSnPklFsxjyLyRuU/1dJPvjQ3N365
Piy2FSDzbms3JQtRZK3pebIMXNKoRc/oGYz3DpL31M3Wt/DmJEzazP1ucriebS94coKRmsGaIGW2
6IB3GrAtNIP6iAOn0eadqgr1MlZVcMH/Vl/bNuO0ELlEPOvSQOd1qXjmHv+NedGPbEZcgIC/mj7A
BtH5wr3lGVEJWjvvSxf1OOfBQbC5Q3bQ2kTsTuluFkgn3KLp7w0IxXWrp2yXteX3ssBc42RqIOuJ
vjwJo2XIwtG/ISMNiQ2WhtjvvuMK195SEZJXFvm8MofF2Cd+rTbspZu15rrl9zCI4MyD9SkZ3Kz4
irCtsffS9yotYL01RLqLsvcuBaucEF28uwOYeYl98YHKo9tP9fJROeUj4qfhhej1VdPQ2Y1zrr+g
ENf3XR4Uux5ByqZyJvlWltIJCy5nvnSh0F4MFrnE7PdpFEb/NNElrZGsJrhMG22TzkQA8wQl67rq
llPCWG87LpiQWEdccZawZc8TLIZ9P7orO8CcmjExyQgq23VAAt/cAPU2c6bSqlYJ4TspCvuPCsjz
xgYXc4jR95CMgtwmbAUZDZkFiRmhIN5my7/nnSc2TVvmDNJbsabsAmpeVOm2R370qzTQTeAko7ka
ybVL4chErarLbdAUEQGYlHjNucUoxiOo9dFoO2etm8k26pha6YzpH6JpWX7CLXwucn2V6qRUdGQX
tMwqhRvfEiMm9M8nG4D5OxR/FP9roc8vC+rCt56+uZzTeRsUMvvtw2eMSqevDm0lhpts/as7S+yP
uQOFtky772yJx8vSGhpmNkaba6fG61CI5NY1Q/7mQdZ8tSAcX90apLxvWDhqamD8JJLLl4JP8RQk
Zhel6FOJhfTyCEkJ8HBzNPPQCQbKS3I9uiGe/uSxTzqbr20wqhirToCPzuLyd/JwlZpIs8DzoM0Z
L00Ad+qRkuGOQM5dcsR4SJ26fkIgvbfzmQTAZI9QU1ANYEVw/ZDIwIOZ+e/pNL2NTk3oi06Mj0Nx
NyVb3cW7gF8RNdn8AFISPYpxbNiVsfiVkdIzEzO7GlR/H/uFuo0APCcNDtiAiKDCpTeCftsuS//k
1y5su2LTjqhVq99670VAp4/IsZj1WaL5LDX/s5cx+HWivgZfvg5++Re53QawoiAkm5SS0b8QhzWG
hDydq2HaWn53YLe2FpLQhEo+ZyBxGd2T2YWznbnMUzIm5c8wFi6uQG86qL53TnXe62DT3Qw3opCX
doSVjXg6ylJwIECzKZoSjyLJE+RcJW6KVpvksET/YIGrhejyzRDfEN8WZx2/UgrTILHfICgAVzc4
xRY2XlzIRK8ZKNkXpePRnAmYI6BrIvS3JmtBryAdihbVH+q5MwMLazfUqXGrCQvbVV4NknTBZECu
B9K7k5UExocBOPuzc+xLMk3pCoypuQXyh6I1rcYtwQnJUwm5+WucG/TceUbkpt7/WAIaPgPcR8Zq
0kdG05OKGXvjFQPevA4yvPK4Yq1rWaL88Pv7BMiPzITM+PLSot5QQImfLE1xW0169l0t7WWqULcq
j1dnGN70KqteAyLEsb/ijRRb8tMfkQ0rLgWUWzmsbI/12AUC9x+3Muq1hdIdfDw3qaWjSWR6i4HD
cX8ETl9MfYR+6rWzGZXlnWdZ+Chfa+UQ/Bxbh7SSPzFKyWiZZ/OMW/61NZnXx7YkdKD9zjJItUQD
WGujnoEjG/kZfW3yFZBshmqRyKollMBTw9hAp1kwY/xi6NTCO2ygbPnLOrfScU3paYZDXgiS3LzN
6JWsFrj2yt3c2DtS28+ut4zPRKfcXR+SDZrVu3TEMzPDd6/ozgyvWNIl6TfES4V9NF2PWrBDbn/g
ehMrTe/TQ8MNfMZYXe85jtIjolJESy3TQL3UXWLXi1PcUrkh1lq29kBGA9RZ6y1uJj0qbel+VcrC
w2YbkdWRdWlpUTYEHh18t5YEqSKs/1WWnRnSBu3s0doVLASqvgl2DffPtnB4qccAejluhaM9Jq+D
ghs++fPdLNJv147J0ij9fOsO9dcg4VT2zo/v5F/dSH5PjcL2Jc1NfeM4lNFtzVEEVB95MuFzBhlU
J8ZpLoFtxU3jnIxjHatEZ+0M7WtA2ldqw8YZbXeXmvVhKrWbw6D+q5sGxrlmhtjOHqlmNd6/JHGI
rVvAv6ajY72wISXXz2n8jWsRFd0CfyRYgaCA2tBDFmH4t5u9RUTxEWRDdrHxQ60DL++ZH/f+EePc
c5DT1jhxG6ykV3/6OEh2SPvcHXPsglYnAH+bGZytwXKztPLVMSoI3nbNEgjyK3/PwUrVL+aBzEu1
gdC90WYUntLUHZfEpbWixsf2v9hkrvB6rgKryTDS6iXFcmm/wjMrXvGGt5RfprZH2tK+AYeoTprn
PHTMTOw6r+zuXY/wOWICS4jTAFdhlWIdigrDacOqNBF514BEFXI58K2UHPhOhpPkmv8J8AHs5o5B
sKun86l03FciJeodWrjyO5ZG8wK011yrJa1+sD+SxmXP1cab7DyaURGFOCLBzIC8jSzTijlzrHwj
yct9V9A7P2r8kl+sLxlups5PZvbsdCA9MA7y1IbxKzMVn7GJKH02aUKXuxar79abuHXkKOqD7s9y
ExdWvl7KZfnORa1tleaS9D7XY7yKC61+4qsBsVsEdZjEKalgszsNYd8rklWqwXu2USI93AbiDirc
euosD1h8o03lrmMmD5d4qvhmZhySttPfrEHVN7px/yQrwlF1IpuPE8L/kO1EEeZ+jzU1mzBHTS0F
iJQLk/gad9PS4Bb03HSP/UV/GXwjPceFSaSy5uXnjBRZADDIBFFQH7I48QU/shze1cDX0E3BvLd1
qe9xxJNKr7Zpz9OSDBhQ/MSteXdwWa6qieDhvjKviF25sIdxstedl2V8hHNH26yW8dv2VL2lhKlA
NOhi5xFJ89SL5d3Sy3My9uqCUNxfW2hkI5V4oNtkZ/xRcYMZwsi4/lGpIU7OKzYWaHHa4nkqpu86
15YwYMX7XLTWI3vaC5h4J/GHoaFrxJzODMGkt3709MC+hYb5sZIzM8KWEQxQdO8y29Ii6zX5MFM/
ptz2CK+nwTkHTKBXCaDsB00+Mz9iyBy7xO0GTqiaz81OSXSvkUjG+nfszBKHb6GO1JviYedIv7q6
eBbx/KERIw5P2GBwNJSRGggTSdz5oBEUFOmtZ1GKDhg0hCK7ZC79RzBJpr9BK2SBZE8GO7BGQ6mo
xiIJVuMjyzhGjRoZDybDNDO56Abd37myL96s3hC7ioUhn5ixHBse7mPMZP+aJ/b0lGbCevML/dqo
Gu9WW8cczGphxe23OiPJpErXmlPH7aomYGbUl4GncJkvKNccerpK3KVEIa0vhOHZifZwN5vciQ7q
G16I7ocpTUxK8bQcbE2YOyz/cDRgeLuZpW11suauM5HhkJzR9/sby8pJ7Zqm+KWu5F9JmcZ2gToh
BDICejgQzrZZzIzIQ/JWGSqSKaK32r4xaHz/OZ3G/mKpEPteFU5tXBMbatBITlgnRpluifEjFTLt
/PEELHITY+BlcykAuvA36x71dk5wvQosuM1aPT0XaMJP7RSbm16Lk/1iFkQn04d8uAQyF5217JpK
NEfWk5RRtnNzdeOSC694qZ2WfqlOGZ/Uo793nYLCk30arHhlHU075vqcWv3QdVBIUjzVVzlTSNKE
mng/uzLKzIThJzjgXlu6eQVneOMQ3BHhgfvSTe8PfvCPQqRUuJWOCUx9GIWl7erA5W2aSh0Fu8Fc
oo1bd5sNJN0VeUGQpy0+J/gDZkw0OYDW5YBhCIePYbfcxYtxtyf5yDhfNgRRIYFWQbC1DB+PiqHY
SXaMpbsrEX9nfamvY0AlPOvJ2lYdJdEjOFppJudW3a8BpP3ikaZ3FM69ZIG0igP9ncbsEIwU4R5B
BOgUtpINz19mGFEbaM9ViS9ETir5E5OXliJS2FTCJiJ3aQh34gh/Q7x26Ab7SXdqVnF2/pdA5mDN
zL36ReaPt7LJvovcBa+DsqZvo8pi5L/5E+E57KuKeHwj1S+/dCZbSrzHZHYMoLtdQ3zUjFPG2n7S
/Ao980FqhCJofJBBERCAIDfMRkKIyyaWB3TMi2iPHi5G2vp6uLid4UaO7pUHq2nYZDsn0iAJ0sBm
E6p+fp4Xo1vPyfxuNw6RaHr1Fw8pFHE93qa1V5yK2YSGPvrbkXH0Ls0qdZzqSlsjpT4Q89qfcX2O
O5wWnCkEDx7zwPvwcIX+MZlyjvHyCndfvSRuAbs9LSzjOJbtN605i/mMOQEGTu6SOSWD3gFKRv2L
FnNI7RuYaf4ZYYAgTldzqvmEVD5vGN5mxMr0o4ZM3uvSq54uHDnNbFjtuZt1uWmHZu5XBXtoBnF5
Dyx8rgdRfkM1z4kTLdnIQmEEixLObD5x7c+L9xhID0QYQZhftrHlaHQFuN/jcFFF/QdDnH2RWaLl
h9jPWCyTteN/GIPVwixkoPmbeKXAh33SpN8d3qeD2SbQNTVDzAyvTXr6vOp+zZBSWehOn11C7C3P
ypvOtpkoG064g6+hpGRpTJ0kThwZzNpYlp90WpPnylPAEiZLx8ud67yrXXABhlI+j1UujgsilW6l
QZVfayLWoyGGk2rhyabRyTNj0xO0cgsM2jxfT8QRB0i2BW/u7gPLiByRkTRD7PC9hzzuePYnVIGC
icpywLuB49/ytrP3p7N5lSZDMgubf/o0K996RspXryVJQtMoxq2+8jY1OISVO5PvGMzkB8fQrMKl
4TwLRO2Hc52Ird6OnwDw7x0WiP1Sl3KNGS55CjQ2UGy4Vo7GMaRVS/4axxnFSM1mOGZLZlKBcbqO
WPDQyOcemYO5XRyGnE7PSMCmqWyIEInNGN/IIp5M9hxFyYQ762LU80h8DIVlPhd3Y9KD38PQTl/t
rCEhWrj/2PQ7UESWTK7dilfOHLuFHPgq7u9lP9/YcnNs4HsO89y9zF0zrm058haPship5cytlS5i
3ybZK/3NKw+pGTaECklL/xAYJjw/een9ZY+D7F6J0frL0EvxleG9iHTFGyQqIHO9VvJYQFx48fGr
7C1d/5OMAI+KgeDx1WgBNrZT/qqYqIfJqy/Z5PzYC7cxgY3WFeHAynYBq4wkHTC/X4h3Wc080b3v
LJ9M3au1MYE3iK28jyTVyKo10TW4vWBlkxvOridlUbrthDv/YStJCcHVun3cxuyKAppmjnviBQeS
L+pJ2Oty8bKtNi4pECXpu7euHPuwjMt+40IP+GAKjrZmehCNJ899DzTpcsbo8d8+LzQu8VJ7x1tH
KKXJdT6v0FJUT7nqi3fWbhVWFMoH5Fhn4Ah/lxohUKH9JunSWVt+lX4gfSFdIO63taxwM3s3rvWV
idd4Ue6+MFO2J3kl1S6W9NGwvoItrf9LYDD9txtKH5n6f7j+CkKgydgwFmKj4+qcWc5MkGpFipTe
Ns82qR7nxzfYeSALnAZTU6eKJ13HINsDNVmNgMP8sYgJiNEKGWroMld+vFzLrK62ddviOxrIhFyS
Yd8CcFvJMv9NUMmrO1WHUeBM1fJdgk2XLIac6R6Z7htVNr98tkPrnA+bkjlTGyuI2c0q7ebZ2Nt4
Iezyak7lQKud7hyShLDSW/MK0dD42Y6692xYnf4Lq5m7SjrlRSYNwlNVEhc35TnILp/dhm0KcWLV
KJ7UDHPLYEV1RzxM9mAnPSLuA1gaMthUU4JLD3AV0x58+S8thWJUqhjpEta4vY9L+LkDT7Thueu7
R5zyFKKonDc4AmusOaYVYRfIj4mruojC9je35QOiMHK/Nywzkakw/ghkvAX48Wz5mnu0StQnbpOf
ajGQJoJZ5xwU7a9keUzfiFVvXfVjGt3eKBbu+jKtXxvhnzu9tSJfUr8QjmtiZZIxbm7H/Opd10L4
g38hS4BDJbr8XQGlQnxnFSHxCEVUefSCXa3LPQ9jdcHp6RzhfT3CDJqVXSZPMb/4IWmDcM4fO6yW
vL5IZ3dMe1nZx6BAjzjg+mZI89Zh6GKZ5XF/Wd0ZE5N9gO817mrSuLSpq15oC8k8Hc0XrSOcA8/9
rTJa8qkJXIIa16IDp5vC8s22ShCxZjeIfiwrZrZb9mtapEpwxcT0SNr0Gx1digam6uK7KzGW1Vql
Q7eRH7mr/dFgKPGnEXMme0zqwKOCs1mBumKObtrsiNV0BgjocFiPv7q+/+nGjhicih69LWgJpHz3
k2nm2mcSa2L0vME8CIGcHYIYwkIbr2EgiqhkZBxKZb4oUYZVlx2VcgNyh7JxucMLcS9c+nK9mI1F
xncdiXwkPw1qf2pwnsYNseVdmexNv48jz+Upyzv2EWgUuTmtdt8NBb1Zfw8GNz+krTxhqr4kyk3P
KTlebEXLnHh6ApQ241iyCPbs14FlCenOWnaNVaVFHm49mqm8YSpaWf4BPMjLEtAeTen8UbKySHhD
93xCV3+EHOSRJE5TYoWpWQbEmbL6s1nS7MY2tkHYZ/2fOSObs52S7ikPFjgMBULCdSYnJqYmcD+n
kt6yGo0Mc/XifToMBI8GKHdGGu4GhzFIMvvIYNtCrEX14cvGfvalwHM9TDh5OunCWakeqeh9dlGp
0VEhoVklWzBjBA6JUFfMfpGfJ7u6NG5IaJsjFFQyBBxkowF+Sr7EVvcRxtvdN1FI9i7I3I/xcdTl
MVYdso1ZWLjsG8vKJHoUIeIamnByjL3mYIAR3FaCAWXuf7SEifBbIcdEXUsuZdyvVcopSxS4dR6X
gvNf7BLR/GkJY2pJT+smBZygePKINcqHIwO2UJjzi6V4xVPWvYYL8a1+N/iC0oVgnaw4O5ixwtp4
L2rmyb56hqKCUHXm+dSwqjtMfzss/Sb659FkuqrMbYfS0x2MCxCEcSMHogvNYHzjdT2AnHpefHhV
BHsBxXcfsETwnENUQpfMeI8qla9rktKmUX+8/iyDEe5VXU7uQ2kxSeAea2tO6aWXSAfMfY0lKNWM
bygEocmbkvksBxOd57PlpSRqUpH3Vy385qJT2wVmrwiGsPKtPe0A4wXtIAwMmxYfM8hMNgPF1qDQ
3C/SNq5miQFu1ZcErUpvgvKgwX4kRUgPGZTeBprlbZ4X00V0ZF2Pdb/LHLZDjJX4DHX9dRm1rcB0
f8NJ3oVG73Nc2b64mkS3RnUAkA3tzRyZXU+QV8wsKmeseDZG89PzAD5q0sj3vBt2fsJKr24WYoaw
I/h436meyp9wkZAw2e/JdbQtR+N1QTxM9qg7cm/br+Rfc3ilonjntkAkUEkE4lkcbEWTf8iWnWCN
O5lg4npBMqj/+JU9X1OvJm9tanuax3SObAOMKBwC9w1aCi9wwV6PWbp65G9LIqMyjxbc+rBoUaSs
toGJE53+ovIZQFhjHfXQZeBOYHHlWFw70tjFnopsF0OV4ad/6FvWjZJbD+3wLknbA/FwCtsf3uMk
7RHBt3FGeLcVg1djLvYezMbeSk0202OUSTTHi18HCPhoHZv8JsnkRNnwM6tgI+w8HAdXPEBiS7jo
1tmDKOoT9FO2SIRRoThbU5nVQk09nF3X3kCwWAdEcHuGZtxbujq6G/8pJ09cs0lBLCamsugTQ2L9
YMHC2KTlCW58E9q1plH4sIyWRruLG3/bk/6DJL5NzQvCSX4LBli13kceiq/6r0VbxwqxnPzdAI8P
KuBso/YmAMoRTP6nIJWPBfArm/Bjm7DENw2utcx6ZOsWfnIKtOI5GOPy2MeOCmFZ0iv1CMGzONWo
YkiztopjQocvszjUM4gkU3r1UvW0aOkvQuK3U5ts/ca9pbb3BDbOWi0M/ULi8dIoMYLnxFSsq/AZ
rI2MCMLUEcuxshU6J53vawXKU//rGf6DVaV5zZshSWDXDUFuKNDz7LUyuMu2gxBJtmER3QcI4Jl6
L8rClKijEEu8u2yTMCbAsax7BjIGt16g8yWOmUO+LyVoQD6zozOE9pQUKJzNQGyJHGN6j7J2cV8C
9LHAKgh9hdWmv06kO8FEKaCgR/xwXmdHIpJ2Cqh3le5CRO0Wec/9MjlQSSI9C6zHDEvnXBoMI/kR
XoxcD3ri3CyR7AoT7mteRIOyy7X3GGySru6HcqYg0uzh4rReEba6cfVkwyFa86qCwYrgCDyTd/k4
Yq0ubPFOA6NMmrNA7Uh+LqG4E/lmaONEVLjdG/IxWgKrX/ayKZP7XHA1+2wdMnK5EXf96C08VcBI
RIP7M0EAiiH/YhHlGsCF8d1MC8221ol/cl5mKW46xxAelHvGA0fkVHOoC3nRJwLvcvn6mH9uWs+Q
e5y4AdRI8lPxC8awqjp2XDINXudpaiJQV5cmNzkUXEYMPZs8FujNEzIz1pnLemLcvpJFsrGT5ern
Sbi4j9XwQxYuDevJ0OY1Y1FIxnrxAkan3uqOfJYaLnChe/DQiBzG0qYYcT2AddzhDMxK1WqXuu3E
VhNBD16IhyUScv4uEWFHNcb9UDk9GAnBZC3r1GnwqFcrtUAub9Egjt4sn6gn3aPX6z23T6WdyEl1
toX5z1dqSDa1rcyNrLIkxLD6jOeXxZbOpNmfpjUcHYwpAljZgDmD6ixhBz6gioazgOLJQNdPBgBo
5MUyN3M6HahL1LGupbZtctmd+ES8VWoVJcBKASplqf1TlVLxqXp8r12ga5mt16EWtxLWIGnocGSW
Lds6/5K26mdgmUASSzKuiaJMb9rQmiuH83nN/n3dBvHvsuqp6URCcHPb7rQhGDfl8KhcbaoyBjTx
CTrzJ4vXdoemk+sT+0mkWUMAAkNPduPiMptfxuTWM48FO2w4Ud6zb4mlrV8Q0zWha9bTS0vVcuBn
vUKOcqJFzISQz77kOq1UfFs0u1k7GedDA9Fw43pD/kKlP4Uzo+OVyVjn1oi0uStZwBYjmY5vNbZB
MejjESn+cibiEHeSS87ZOvBjZ2+7NaURoLRtZvQ9q/8yu1uFYx4xK4znGpXmAwJkss2ia+wi3yXr
jMnXfC+h9vwZS6emf85i/8UZzBtl5OJHVQech4KxY0lKhKBWv88CK8E6R9hWRITp6pHGUph1BTtQ
nMSQgobGycg7b6q/sjaF+qxjYmrDAlHwX3NQDocaUq6VAJ5j0ATYKHmFmIxjC8GN+qhuz00nhnTT
zQ/VR8FD6q9SQG83SMDLvTYrxjLY3SjGwKAEIkyUgG1bBcTeUm7gb3kgyHT/cUSjXW0UlvTa2/A+
NxHegd+1M3dbB57IqimR6K/slKrNFlm7I36aIHT/ZlbFRnj0Kymex3vvGm2E8FU/2g37sbWdVoRE
5vZoBHST6EEAzDYRzJBjbJkvtQyKqxgph0ApnUY7qO/GYPYbku2/wGBdbY0OJyMVFduRqQ5lXpIv
H7OmhgJHrZcwNhN4jzmNvA+yFY2z0aX7RJNQWX3jZmXTvBukXFuVd618Ru/e8C6oaeOgXwNB37Td
cNT5dtJMfckgectwrehCtBGTgFPsQjPri7VuMtejNlyTkIz5xhi0fNNzO5L/6FrJAazdEHqTk9Lk
zNpxIbIwyjphb6mC/DV+OusIK4afiYL3sTMaPs123tRSjxfQp96GsCsq7YdtJWAHeBjgQj8pwQIU
TkVsfLVeBtQWFtrwC/iqd4bnl311uLIiuOQkwDZWXKwbC1hbR3ErkIw08cko6u6dAuxu+Qq3CzoQ
gsyTdtjmdC6rrHzAdmgaftwSyi8D7idp2RMt8HwVpv4jHVIWaxJVsuGkZ3LDQ3p5uN3bsUHFZ580
2TzHlfNNsBdXdGXTN8K/tzdgb7TNBOHq1TXZDa/QcF/yLIVEpXLIc9BytlnprIFKcWkjssfr1ftT
4X8VjcdiAIgJOaBLRWA2nrcP+DxEryXQadgvDzZNXrG3xspZmyaZu7Iyrv0DmBwFTCBP7sjoGQCz
n3yI5fGUFtL9hXdvWeVTVez/jbkzWapcybbtFynN3SW5pM5r7HpTBgFE1ZEBEaiua339HeJcsxts
SLDTe61sHMsQW4W7r7XmHJOOCXHDkEA3PnuiM7TXWSjUfZbAv0nCCLFPRfCiE3oWwwXp70zDUD9p
s34VzILOnJTPgwLB+J11toHyOSq8+6zkNYHDlZ2p0o0Po51j68vM+Qe4H9oezIz/oKAoLq1siu8i
5LKMJQzjmKuK+1HKh95WT6XH6dclKPta+fnPLu2sS8qV6btQyj8goa5vCAhowEhrhvvUCMeurKpr
IUrrC+p6dY6dKL5ouLnXrMrMLuo0pYPNk0zqfDg6cZI8kv2IIhhlhjdiDLI6unwLwvYiV3N4haMt
2wZZvZl0EG/rWnqHggj574CUH+Owb8/7gX4zAM/uOHLDr2J78sC+WjdZGyTDIalSc2GPQQPFTHTL
97pmSkqSb6TFEXX0RZINz7k9HOc2aM8nIK6oSvp4OqRdSZKmbY1/hhwFGHjsnCbTtCv8rt7YIAcN
p2+3TVQWN15XIulPWlIiZ5neOP1Eb1G4cgdpyaNjXU36Ni74hwnV1utUFM1GOcl3pJr2r9ZKkmlT
NvGmgRv622GBg+OPAJlSms+LJj9NKqCq5R5el7oqBw6u0owfi8BgkDBY7pmGltWkkd8eaEBlu8Lo
nFsqMLWVOiA5NebuRFH5K+4ZMQ5GxGfjumJTZtN9gTEPsWOElcu2j8AZiyv6Qda5SeWDtIBvf4Jf
54QIMhkeQ7txVX7rwP8FWpbq6dAM+hdgC+8iW8Yc7pjn91kKQ38OMA3MpAFQdiM9cYiR4E/o/xTa
xBSqMly2BU3gORdqR2cPKVY3oRwxfShXuWnMu6ERqO6zMHUObWHTfhnNJt+iFssOZt/bDNQxhIED
cn5SezAxbvVRmt15Wyl0VqVvdQctbP9cEsG+d1ojOUYUsnQ/pH+cMvyknez6XeXF55Bj3CtV4OYi
5CID+ujsm9wlrF7Q1rGBn650HLpf/LmVyEwcY88XAZPYm/07UAf+Uw7F/cwlnuHAcSE9zLMbrwcH
0bXgwPWABhAlpKLX69BV59wnMeuhl9raNZESaSC/974O9qbyUPMOdBlZt0Xwi54JByNdi9uM4T20
evB/jdbN17Txzkh4KNZEtF6S1fEUzSWMyCSPLxiGemsJIQPAfpmQgZxT75hOrQ8EDM9bwLbzuh+T
JzsdvpURdTDWbGRyVXcEXDgeWoPc6nG25a5oyPaW7vRtDI1rFNg0pAmqBS5NnHYhfvYYBYGJE8we
iUU8XHlHnZO4mFq3HrQj9ExNvmEHbDD4dhjDexv/nBns89wX274qviq26ZuhSZp9ZlhYjUPCDU1D
F2LlIoXaJLhf7lVe3qA2sOHJew2q2WUCO9GNFfHkLSnxV4wQtgNgwLvq5eXIcxsLKCt81Ezztgg5
qSlFB8qL6TSuWtc11vPUDBtBhrYhKF+jWm+8jrgOqEEt7P8+OnDWZtnRs/sNJ5bFXlbRziuM6lAN
kQuzL8nRGoLqDw3DPth1bF+ELe+kG2AvQHHbdtSStZk/oZ9xDhEW0AB+6bovkkthROKq6wy5Donb
476oCWN4rncevkbiDDjRIAuhLG871hskuKMJ9C7AEMlbSo2rG5KbY1l+GVRlXjcuSntyXBbnJQb7
b8jGh0Pdl+MFR6+aiZrxNPfh0huS5pqX+rpsKs465K7QV1rOWkE2EpduDhe6iaerF/Pav4I8XH9k
0Ps7dPb//VccxP+HNj4NS+G/2/g2f/LsoU7+tvEt/4f/ZTnY/5E2tCxPQ3iBQeXA/viH5eD+RzgE
F0L4gwTmEDT7l43P+Q8Rp/w3pfBhWvzP/9n4rP/wz4FeWCRfhDlZ8t/Y+F4jQAjkck2uzJVgRpCk
+BL4+heAhv44tSPNTEKVa+D7FWwAvy0ZL0fVZzFar+2CL5ciqAlohQOBySTpCjvhX5eyJB4nVzCN
cxcTRaWyvchCmNw2iSShCMp96I/tPTugu7fQuF389UTeMbea7/xSuBm2ueAqPJeb/vry1KiTnwVz
u46sJAi/SBW6uBgYeu9i0k9IeyGSE8NRNYXxOpBYdihhAnnrQN5+CmLH/6Isr0YGmU4iW7TZFSoJ
WaNP8xMjkzs1xxkwcAYFz9VQAQjNdUjNjuCPUtBISUqI+0INcJKq/HnEnY/BX5G/xfbYytsAYATc
XKvyH1G699/Z5dQ9pz6bU1dWHckfMUh8zNPw/uO7QnYJP/v/TL//PBUHJ6dpkedHLtxy2/56KlMp
EOQwBFgPkUcruBOWesh728GzBuMjI/ZBW99FquRD2mjaCTBGIsDgBSNZlkuz+j1ntLJXcegz5oKd
pTdNFJRPYF1pgNF/yfy1ncfuEkIV2PE+zTrzSaKHkfuArIE7v4URsIF5nD7aXVilO4PR8HjAhFn8
GEnyQHoLy/OrzRgRza9LaAu0DyNmNOBinYm7iYI8cZpsa/Arhiv2ifCqH5tKwaPj0H1N3Emc7ATj
u+YoKuSM/KAxw+DplbqDoKcwPiQDhSbOB2JZNmEWjRCX0TY8iJRxzCrXE72gplOOvpw5kzGJi4zx
1zDZVnWsGggAM1JJ54jaI7LI4xgdB8OdFzmbHAbFLVK5IPhiYsJSa79ywwendpTGpKlsdHWohnr8
6HjPmMLBk94S0EpRXjaMcjdiZuq7DutIJJvYjlwOVrRiNT1zpMZQDYl2sM/ATIrpyp9MYV1S3JOY
61s6/RoxtBJbelS53ChE3t2GPKGanUmOnnri92r7nOmgpmWDiyq6QfjvDJd+YHikmUZuSc4DRQYm
Kl4KzkUiV+nRN02mi34PgXDb0njIr2MJToAhcIy7wA6H1ARVKOtrpfO52JipM3jrAeQKQlsfLv1j
N1thtLOQVi6Edz/DqGVr3GczcmEMQInH0FfkkEQovWOYsVaH8stI/DHaCaxs/ebjd/+99YgTPjw9
E4mYsFmx/37zGyqFBLJ9uw4Kx9vrECFso5vqOsEbAhNjaMftDEZ71+O8gjzf+c8fX/81yerly/Ms
BxycIMN2MXK/vn4rjSBiQg4dOya+tCVG6BzrX3SmrEzuC+nFn6yAJ5mp/1zQlu5L1crmYZ/gnjTy
tKKUVsd8g/ZXi4F3XY85Cne48w9dNaJDUgSUtDbdxKlChJ9WpflYDFSQu3GSmtwCH+U/OsxzeNnB
/0IA2POxR72zQsvlhr9eiggMhJ6IcMsTyjJPiHITUArb11nL+VyWeB8mTvpmbG0R7TBoVKUCbjui
quwzB5X1qOTabC1kc4RD7z9+NMte8PovYaMWNlJej03bFAsp4a9FMTeaXFBRCGJ5aIgSgjYg+HSW
Q9TH13kJwT65EIcDi91oAQTa9snqK0uwjYiXxZraB81NFXuMhMhucP4Y41IjjTEUWpDNYU1W2BSx
RVs6ZGIou4FpWFJPw48KZjAECoFolLaxlXKwJgNi0xUZou6P/9y3b6wtNedf2sbcFA4fr2+LaxM7
2Pv8tWE/l4/SLJq9P/rZLnLy8Dai9fnJY5DLE/+/20OiI4w3tSSIQrVy+VBOPlFE0UW3UNmXxor1
jUapp1liNbIcN6CTjhIBR0gmwQpACTQfcJnZ0XqgTb77+Ie/fh84r3BigacFH0jagj7dyacaznYp
SxmTUuAaw03qEu0k+mS6+/gqJ9ms/1wGSokN8wFMA2ez1/dXDugh4z6q1gXrfA7kG6FcVmX6a9Sl
01Nnlf6uBeBDXyftsaHm2IRGDDJAr2OdJDtMtEwNUXOSwcV88x9Gx3/9PF8vl8sfR0Iax0VLvWRu
eierBw0khTQOdBNOSB9KoWtsx1SGexw290GXxFsXL8nGr5Dv0Yhsbj++N+9dXULQFLbWArftyeEx
qpEfWvgGGRuQfbFt02JYFUS70KMIAwDdpLZfJr3Coy8ZH25rTDSf0FGWZ/z3u7j8fvXChjRZre0X
GsZfa4LrQNeWyE7AWgE6X7elL8kIiSv6fBDJUIKnVJGk3G8//uEvQdKvr2sLEBeKRGfWCb6w1y+F
CZVB1SXjEGzORbT1MaDcoxjDHUsTxsRbRoYYBnY8TLBa7XU+4hjfRTai6k1hEyOxoxcSjpuP/6rX
K8HyMtjQOJeahXxwS3knS3XJ4K83oa6v/TLPyTPqol0nKEet1JrPMxF/hqZ5sxJwQZz6yAteTu/m
6end7JuuweDcrbuUdDiiQIwNR3e5S6jHt4lMwFPVbnubLVziAczcsVe18e820JdfvUD3WIk8fjxS
xtePApGnTu2qhmtZhtkhoOl2adZmguRY5ndd6tR7sCOPXSOdnZU1BsFYTnAfB4l/mZQmMQpZkRzj
2sof7N52P/lA5NsvBBqLawrpsVIRu7s8sr/ez7QgyCCqycizVYJQM6c1HeDkrctizewqeYpIT9Rr
FcfzdaxGENd49ohSwWO5UIs83RbraconY9WFQxeTMxp2v+oyZQ7TVoYFLsoTGPgbQYLRIv1Iu09e
KesFYHzypktpa5YZqMOecE/edPTLTB08Xa2bcvgSVJh4OWk3TIwFvG0O9gxdmRkwRGsXt/6V3ZEv
TE6VHRt7N0zIs6LVnJyDYQMqF1CAgnoxazZRc8YAAMqv1U8Zzb4IuzAzmw2ICNNBwSXDHzrEOrGl
HzvuoY+k+6CqZxSY3vc4EMGFw8bkbxODeAbqo8j5EhIJw+GVM+GzHXrhD4uwzJg7Hi7ZZXbJxD4D
RYNneiynJwTMYFDawVXHobOzcTNnOIo2foLtp841PGfXxVcAKV5cG6V0aesCSuEXeCRQnicYB1FY
e7J3NqL1o2tlDAxlYXGooygQxqAMUgRawOpFy+ImpX0bl0ZJ7yzMQ2dVW8szzslLwubkaIRDlByo
6HOUWM3ZNI3tLosKmW44mbvPc+AKaIpD691r2RGBVFESEvzVJHg57Laq/yg/JHjYJIpz3pSpEZ3l
ccNBnWBLEoehidyNtln8SP2o+eMGZjUjX8zgRtlNHf8JJdXFkY+LBEizISyYYcA4PHIijGpa3k1+
Jyy6Uzs9I0E8mKmJvyYWfhLsYlf5xkoWcrrOu1T+YSIzProyDK+ovXvzjh/jfeubPKG6ID3zkmZb
TivZK5FB0WlLm21mdLSR/ZaUjbUCsZdsSbBAfVYGrJGIMmf+Jnaeyr1KSzP6QRvbQ2wkJx4lBnYa
qi1t/2ozqtDbU2ThjSlK5DSjJMsIv6dtHvM6RSiHSp+5LiiD5PfUJfM3y2e9xmNu+4vFg7RYY8CF
BcV+Iimysg2PJ5c28Te3mLqHuEeTvzZjIX6qMZK/qU2mCjJINj9r3IU/woTsD9wMRKccyaBmcMQA
NP9eG0m1ZB2Im0JJ78ZIkSxsUOTFZ8zQghLdMHeb7t8ALzPX83iFlYj5glGak3PkdzlPy/AWdWDm
JHxdhWWe2YmrfRTGahGHserWW1XaQX8eWGQ5bgzd4JhpRoN4iJ7yqtngEtb+BqkirEQsNQV1bDKO
x5gGpL1K0dfxMzriMs9MDWdyQzgMMgUwDhYWP9Kr8DTqonrQ5OA2a9uBh7emy8DwlFeul+uyHKtn
Kx3DB7cw6abb49yhvY9QryKZBCa0ChAh06FPO+QACWJj92yqNbkxVZIYx35SITl0YYp/v+Uc8ehj
JBhXDsrq8oxfjnu4m+xA7pNw4mDXmex9m7ocQcu0jAwkAYAm/QAk5UgX91bZZKyXtl2KddJqq9nY
5LOOu5gIaxQuRhOYxJ0BaIAVUKgf1P8DOY6Rb14lvKbjqgYLlB2U7kW7qVvmmttF1642Fjq7O69j
arVyQANeFTwjd0NxTkRDz2dd8gSj9qIyioTkJs3AGkOp5fIPZoH6EURuAoUEf35FgRbrbwOiXiKs
244eFLC+4CFK64qJJsoL7whUwfnlGURnb/DCqidGxuWN0Vd0rIt2mOt9l1TtXZjO2GTU5OfnNVqp
bEtfx/la6DpK15h2+J4wY3k/lWG6z63n+QAZ8/muyNJuubljMZBJ4zV30zSTtqlQeyxyfTwdKzsK
2CEbxzV+SntxLrYm9q4VtiUTbgKT/l0Vh3ZLT16qyzYA9rDVM/cH8UNKHmjZV7QnSjxJsB6gqju1
26BFGisGvQp32m05sbtAOpDNtLWmmJa6UnbNWzL32QXpZja2c7cNy1XsFeLcFNX8BUlJeisIoptW
Zcq0Gt1ubdMfArJQIDht0SR2yMnHrWuXBlNgcmrWzajlVUls3Liow4ODnJfX382nOiKJ1rL+jMlI
8gzLh7dhQZfWZUQ8jFqxZrQEW7lE2e3wGtW4tMk4WgVJM98Yg8r/YOuLv0srsJ4bw2d6HI9V/tPN
6gF1wpxE0QadvMDCjNgmJJ7dQi4TagZtZijAcUQN4xCAFaF5PvaEq2MKMvNrV5Wtj7AZG+5a1J7+
ugTTfMPXQ74YDYPxe58WI3nhDW/MASrvlGzxrWPlBmEh3U1TTml6GOWs6fQgdehWFCvzM8unvPJi
n95A1bhDAOuGaThp7GYLI6cUKJEHAm8hVFUYF1aiYEzLdK9ISqasQZko5uNWN1yEoW7I1sU4h2ux
0IzxGexl4MN1SpRrnidP+Tw7A29cCrpwPY2zEW96WVvTPoLYaF4WOSTUrVlbCzQiyIMLy5s8dp+0
RVPijSA7doXo+nZtlRKsz0R+0hlfjwZ97en+JinsboeOV39jhGh8nQs5t8c5zXD4jw37YKhCsRgW
u67bwyDbktxjXPwTLG75SQX+qv4KTxJOCY4rZp9Vc5l5efMnS9Pyu6yGLzWJbytONGfMXzDtfnwY
f6dEoEZeDn00XwU4wJMyeYlAztIRuzOmlgbArokbaso8b9OVsv0tnOrWimxEwKFM6iPNHoFixhrv
InOkidsLIDmf/UXibcVMo8CifgdTrZaT8+vTaBtymM8TRKaJzgJvX7JRXdteoL9xjNftgXwGGqJe
GXnoxRRiS0e4WHzKOqlcAnSi+FsmTASPgyv7G/LvOJYMgaCZybegSd5J6IeCIJPhH1vpMNt4aQvG
yINvTyBKrHpIoR4f4sYxjPD30GoE32DZ4JupTsE0C8wyfaxqJsJnc+6REQ5x3Th0guPuqpcG1sm+
n/zbLpPoHodiCu58XpkHOMmjiTu3M59poYqf6RyQxZx4VUe8M/4jNMZ4MsdNOFttuLYIMU0YlnJg
PyCikdG5DjJ9n0Yj0tjQN+ufyIKsW5BGGTiYvK9qWsZRvke4qjghtS36XovGt3FuFjGsbOLXJNEv
FnowDm5gjYgBNL94nKE4HbclY0rLJKceIbDQmOxY4lUs+6fWC4JwW6OcLFZO45HZngc2kOhsMHr8
TCk6Z9w4UdsvOr5iZ+eQOjC3Fv42Dbrqe+cBRt50tlOa66ylYbrOGy/9FeDH4EBlFyk6RruXe6KK
k2foDr6FdKK3dm1RDHzNgDgglnHtch2RBe+vEQ601968iLZp36QX7AKocitRlkAZE5SwK8rN8pIT
ni2R3hmJsRq8sPD+dTdjmQRp5vsQ0503vcauMPAW+AWJfrJJt4FkI21JX6Wsd4xzmrL5VrXo4JI4
Flc6b9UnDaV36meTJgIpOhYzPss0X38eEuQXZjYDVtc8TVeYf6s9bAFrI81c7EKdpYePl4ilc3RS
WpkU7JSHjgn80zn5HIkRYnus2MXyNi3vIdAUW29M9EUlS5Pjcqa3bRw3PBHUix9f+aSr+1I0s+Jo
mloKrqz10gL9qy61cNgPzNOadRCWyVnqAQuLG9GfTR728bHmNDz4yF9A4/r32MyGjZ1U5GmpsPwk
z+ZtA8deJLvAn5iweKxNr++5gSWMij2E6FegCG4wsGy9YegBKaJecUJZrgXcq+PHP39BsZ7eefq7
6qVR4sJkPVmbEyIP4XD0DeFuTf8755Ug8r2vWZyHCCzWrjUQyuG0q/GM5XqEegM1eXoIW4g064qT
B9bBUtU5iuI5oK9TjcNqzKzxl3JqzsIWGIJ2B43b+CnMhoOYwtU2TyUKgjC2ECQl0zYhH/LSs4Gt
IP1EBMkIrMCCHpQ1ejQzd8dyhSyG9KJc5cHGjcsajHY1+Zq0rlQ0e+Q6DRMlYZBlJSJwhEXr+OYn
H+TbDcN2TCUI9tAky9AMf/10SIEOBYfYYd3Vuf+dJkMCaSzN4ct9/EDeeR4OLUTAinT4SWw7aTIY
XBn8s98BJJDInzg+cXCVWm6hdNz41sBCxbmxjgiLGz77jW+/es2n4Oqlse1q7Zy8C3PgodMd4SVq
Fcq9Z4/DNrBid116iwkk9oZPWirvXM9CRWDRsLWUIETn9T0VfV3M0PNa+J7efMWmV6GbyUf/upXd
SDQkEwbjk9v79jEyy4I7rE2mOOS3Ll2qv752pwNE55Rk9AwapWTYukzWeZPxw//bx0ibwFnOGHJR
Lbx0w/66Th+Bvuk067cxyRHHJeJIVvHa+NFl1NS2DbuWJh56WDfPbj6+9DKTeb2WUrTRiKQjyzGF
IuT1TxTCD2fRIyTox9bddeRPf5EdCZyZEMWPjy/1zgOEPOQxEmCvIqJl+e9//UqioAMieQfkoM48
3YZdoHwCJxz8lR4HbBBQzbd/f0H8rMuDY+6CzuT1BdPWEEZdLAgaVH47l1b/Acxedlc5Gu2aHuJP
rqeWjef0ZqI/YcDCwINv7+RzLPJJN1rwvtRZTmM3qXKTAViGQrOCcL2XDVjofTJ0012JdQtda+VZ
3wyYZrjpQMqTnJnEYbnz7b670jOGEcR1Zsjfb4/d17g17HgjSpg8q6nwSrEZgkZ+1qF/p/Fqk1tm
0bRExeOevvIkmzZyMmllBHQbz+puTICdRUsEoY3h1rGD4GwcDJP0jtjEyo3M7pNv4e3GxoJGig9w
STrkdMpfP7SA5k2XQzdZO40PMcjNzP0opvK59RNNrRqMMJvQE3z8przzobOKKmGjLGA8d7pelx6l
a1PDXR0RApN+kdDcIe748t9fBc0QY0e+86XxfvLTCsQxKC3btcaGelOHfoku3vnsZLD8KycvobYs
DQqCs7jNROP1VYhgdzvR+CRp1m6xky+exNiktiYkZlXm9b/LXVqORJz9mHMr3heleGteX4+dKRgl
YdEcOKL40oeDdQe1J9tNg5s8f3wD5XKSPPltjmc6DhNFk91HnaxWLBkOzQmMnrQBftGRrc9RBNJL
puA4RmWLShRr2hfaqNkqayusv1GornoSQnY+E/cQV62LbfaTP+qdr96VmoWNsg7hka1e34B+rr0q
Skb8AIHhXwMnLw/uFBffWllO3VqLQW/d0s8E8SlR/JP3e8n+gan1yZ+xXObk3jDPWZLReLN4/Cf7
I3kbZgj+oVt7XWU5gEEsdd8kmbqtIMeTl1o3xk8ngUW1Ekvkl1v3HpTFKJRPFAfcm4K07OCT8/I7
H7PL/Fcu0z4S27yTW9P0jZuRI4FIw/AfciuYjmajzTPRj/PWiygPB7QJn9yIt2eiRQ3CxIU+GAM2
66QacVPDTccgREucz/Ex8IN0Iy3wCjRaCWZnm9vOyMcvQhAjTx8/gnd+rUdcIfs4tQl/wcmXF4xs
N7GHy3ggN+hLKGxmIGrKVsGgg0NcWN2jy8zt4eOLqrdXRQnoSH4p/2+XefLr16+IsmDpNbGq6IJk
GsPuVHvFcQ3zWsPRAZtf0nYzel2PuQfp8WMHuQYR/gUu2PZ7jFkKNnOFQHw9iVCBow0I1kBh1aUY
VJJ8iGkLlvKKcILppktc60/Y2qzMpvRpzwT2aO+cEPzagjGk+A75V0uAwc10mc1+88kR4u1pBTUC
5xViIU0+9dNGjJHCuCxcenDQ7uF4WVBZOC82qOGj4vjxfX1zqZd6GjEhKajIUhc569+nlcSPob0U
BCVmqr2bK2Pcw3yz12UY2v/2heWAwjKKFEEwg3BPP5LIzeDkDTS8aI9Hm0FW/hELWb4WhoTS0Ugf
t2jZfDVV3uw+/o1vNRq8rO6SBeiQmGfxN7z+kT6actv3seh5OhW3oHMpoSb6ysRfFod5mvWXNO86
kgqYiDGVYEAfN8WNRPu96trAwb1cNVdNsSwfH/9lbzZkzV9GD5pveFEH65OXWniZCYtPzmscYP5l
6Hb63A4S8+zjq5DwebpoUrigWV5Eww59dOtk87ITssWrQsHOKFDl7SLyb8J16xCAtHWYcv5onbT4
IUaU7OvGHsEp+3k8MHEkxnPJRdAwOAamfSkEJbbkFcbA+he9CPexgDoht2E+5O6l8mc4oUMixK1h
VD0Z401bIdwXcbDi8EeDwFdYaugdCnx3EtZjeLSGSsHIKoIWcJjDVGXT0n4Kt2TEVfVO9p17CY7W
J+PAATOxEklIV3GyIkFwyFBTbSdzQ8cQZ/zPRkokmSqrkR5ZTgbbXXd0IoFils5dEaZAhesQWOdZ
UC3A8KHumn6hrYnmOCQa2qgmUGQCuGD4zL9Y641NSfJAc+iYMTpfM3eCNz0HvBDPZjXY91419r9t
t5jzQ5hlMe4bxyxRAtY1qeWsP6W5ox5n+jRo7ZfkVUTRgw+m5xcTGYijvREgpsy6kQY3JpkKchHm
egAemY8k2TGCP7YTQAxuBMCLlSzT+KEOGLaM8Qtiu/CtZ+a26nweFXpOo05Kb6thD+cgOtL8kkEK
+c5znODd1AilkNuYQXvLFA3ns6B4RVYwvVBjEAt3K6Gn1ETI2VD0OZHWxmYcTHy4jVXWt7mN1RXI
Ecrgjd3TtdwNbT5/y8tc3Bet5VLKjcvMHm4VMLxWCxzQ6EArf9OhdLkGnjg8YUMaBebUevpF4PXC
OKjKjHDnClR0mLQueQY6MQEmUalmQBGV8FGsDQAMBtS38C5nmUCcUUF+EKiF6gM9EUhFSVUCr7Ji
AcfKMUaQtwi4metXyTQWHKtb9YyxtG7WPh2KjuqPJQ4CkeFiuBWyBlxjJ+HKI8X7EgUduBX8rEwP
sywZAoJS8kVyQWxfeazaEhYoarNhQtTTddbGD3OBd98PyP0Euj0+loxOzQtAW95OkD9gbbuprkit
NzQk1ziy6h81q9yXQoduAQm86i5RB+VsTZBrOkbdxbZJR7/bdHi38J2p2vvqwXe9i72ReAPiMPxH
wVjusZn7AUcYSuAfGWc1TbqInJG3I/9EURPhKoJrX9kLOhC86Qq6o7GpJb1ftKCGujdt5pd1PVdP
1DbdMUtME+ZIhk92E+IMe+IkDRWo6YEV5tZM07mFHMr72mBdwb3muNUuZLTKI56MIl3nHM4RjbsI
luG88UmuwqzyftuFrn6k80jN14amhSBEyfJcYi39Mw19wFqgw54PutFhAtQAO+mK6E1MiZz5ISeZ
yJeg4Lh2L3bwzOzoPOXweUVl48NINwpUdNQEgfpkj3q7Hi8HffKbPI2mBdjp640iavEyRQOHfAsM
H9x/y90jzJg/24/enN3oJuET8WgoochEIPb6Mq3vFwBV8RjX3cD4seZ1+ZVK2OShb7hnvEvNF5W6
/XlpldM+DYvqJ4N73hnY11gRUXDNcCIO44TuRKFi2TOR/Yll37gveAz1J3vU22qEzYN4KjwnLrOh
N/2FKpg8MTVsDcyDhnzfcXD6lmuXqUWMVOmcCVoML1CP41cWHv8ryerhEcxNdDPkQdKdG5PnXZJK
X8hPbuM7Rxcqd+GQzY6Aih3+9V3k9JnmmDag2Wex+dgy3AblnTc/iyL85PD5cuB6VXTwwDjqoiwG
yrxItl5fCjFCkcI4wBTOwJTwGgT1nDfd+A+tHn3djV61L7rJXTMsCi7DaCxwuFrdJ73wt5u4Qz+Q
dstyiJGIxl7/EXaJmRoH3bDOMmXshwnim1uNP027ta76rpSfFDXvXo6ClzmL5F09/c1jT1vVdWju
9mFvXgUiyx5Ha07wDi7OIy/yP3mcb1oy3GOqa+1R3jn4ck7GHQn7iwGBhRwEA264m2RlvTKyfLok
FyvY+p7vHKB4ul8bBlHbGsJd8smL/qbCWP4AmnYIRhWIxtNZg0fMB6U2XieCDKdt1GUOpNLZebDj
+A/qbBtA1Jh++/ho9t5KgAjPoqlgKUQqJz/aleRpJpwB1yq3m2PZmf6Gb+Z32M13IwILlKMBs/4p
vP34skui3OsqmsoIrIyLMpMyTjnLt/VXk9L3JiO0mL+uh9qNonWEFGRcdbUFpWvwnA7Let/8pPuQ
BnsrtmlBQxCPLmbfZ4Pn+7a+EhjSfY+MWN22IITbFS7OucNqW8p7bUi/AlVhXy3Y4BuBZhE4oxjT
FATtAJ3QmEvxiB/fitYawd4+pZd4n5de+ABTMkDwRLV8PvS5dzlHvRvulNUvWMw2zr5A2Z76lSZd
C6Qg8H4OV3YWbeIUguq2quP8YXJkGKEdM8tHG1oukJNxsEjgstCbtAZO21UETU4RymHASHbMoH+m
sQ5iXjU4OtftQGLrJUbYsbrps9DN1rThHG+ndR+xr+L7+6x58N6j4I3TFLeKh3FanDBXabVtVrx2
YwoNTquLMePXGf2Augm9RP7Ja/7O9Vg/6NxS7jFbM0/Kd5ILI7JsyOVEoEhu+EQMNFonBys1sRfp
Bqim+Gz5fLtSY9dhYuryAz34CycrF84q25AD6L60nOerkW1tFZRmcYXupHko2jDZhUUjge/JaUdj
rN5KKmvMRfpHydZzQArmbvuYCJcYNulnw853/zi2e0kNzH1xT+6HUQ1Q+i1qo0qO0XczZP4ft71D
H0vr+ZNq+50lBgkr3zmyD0bIp2aBtsuG0DAdruWBqoiqqroou1mcI9kkBgQY1N4npvWThVy998Sp
t01GmZw2HPdkkemKOIwMm19I8BDWJdAG2j/PEx1au9JScAG7hnSKnUNs8Xcy9LA6Ah0UK9miLdyE
UABAHud4J0AL0NZa1QEE0dL1zZT5Zlx9R/DU3kKatuZ1DVB23Ckjy47hWCLPpTvXbXtyqKDHEwb7
jM6WAWhn9K37ydHtraBmOaUoCRyEI6LJo3y9pPV8uCMhAeTd6a7+FtGX2tGhJiOrlLm3DXyCm9AU
GMD30YGFqUmbODFaCzeMbi7qyqsPH6+x75wl+XtIg/eovIU49Z/UsvQ9lMgS7wG1H2dZBlAr5mLB
J9U93uHTtXxxXnEOYqyFLfl0Qkm8G3ibZhjWIpiiQydFAUcb7enN5OQDmI0cXSSjvTh8mOkDgUDV
4wCgsMuCB+IOrIL0QzM8gnexCVYpdPZVcM5wziqLQzileSMhSDnTeEP/aPyuKiIASTnEEbiyECNG
SNdDkAk+E9RzMm5nC2yyLn5T/8o/iRodSnJh51+x28YXzuSFX5IUdS4EMxJzETcZSbE3G8v5LuYM
rWNuu3BMUBTp59SvUvI9AfvzaajY/mzq+dJFf3WoQyPHnJX9nq6+han79QsTtI4LUw7ZNQJhkNLa
wL5qzL45oI6Ze3R8jvxOi059xa/vtZuFA5adke+ln+NUgUHqrTy44RjSWDtoiEV3Yfhj9pBPuJap
9h3aFR5/fbd1msorbh1ys50tO2pU/2Nx+FcO/v/qy8cq9FQQbRP9D3Nnths3sm7pV9k414cFzkEC
Z++LZGZKqVmyZEu6ISRL5jwEyQgOT38+2vugLdltdTXQQF9UoTyomEkGY/j/tb6VpMO//ujz///Q
wU+H8ad3bvs0PP3jtUa3OV88Va///I8jNT/VrEU/fu/w8s//+P4DPyz8huf/xfKGeZpny44Zk8L/
ePgN3/qLtUjQd2OeoMeyNo/qhqrVP/8j+IvOFaU4WmQm/dRwtQz1jVr/yCKl16KESflydf2xe/pb
Jv7vpdX/Nf5YcEyHZhIdHjrhzDzf3+uf9mAeJV0QFetkNGl4fRkdIQouReOSK045MNzUSb48EiDn
3i1tutpDgjDnfVskfsNxGvSnkWQu3mSrcB77NMiuTLsjfkKmNYGnxeK8jEtL6Fef1Cfg/9obIjBy
juPGNOoNmIzp1GFqNBHW6eSGepItvhPPr5UavDPLXUmW1HW8zxNZr/GmJUgLs0LZUh0W7oz4tUSG
xQdeEvMTOr+wRTOQJ/c9CviLjFWDLPUxtoY9Jke+kSBc9h6RUzyimnaIPUXRL546VyXXEgYVKb/K
KV4hsCyrej1B5TFORUcNf0RdQ1Onf+qwNZQg2apEbzzU7O6RUdfiFBKxl2w5EQ1EN5YVIK3O5WI7
y24Ca+uPVvIwoC4/10NCdiHyvhlSSFLN1yl+AxcL8difgCkDF1SRv3DZYeAmjEwQEkUzOMR7Xghl
4T1XiHEg3VChWZ9L5R3axbSPk8QHgT4mwMrXJoFAHD0wGyIBp4gR90WYHgzYUhWsV5173HvOxJsE
ur+HWqfr06OBQ+dx64vCA0LlfSoaHd8YuZsoekaOQjVZDhaTZ0p7R4pAnBON4ibbcRCeonctlruk
i4VLszgNDqZfYbnIhaQilxrxPBO1kZLzyj2E11NWRvjsd5OTRrTlh2dr8iZo2YXV6mPbrLxP3pBR
xAuMUt+OAKzgX7orUAxBYbyZ4POjw/TI2yqWHVy1eIbpjOZPVyOVpnIYGcfoG61vBAhAOYpnQTCK
klYPeTApAZyS4WgQglbaOAeGHOP/VmjttGAnDfMyV+78AneuedWLb36bmsW89Ilyl0dxbWOuH8xY
V1E7UjXbQaQNp43tGgOPTM7Zc+qPLEmdTSEfElyvH/UUt4+ibsg0nJXH8lGTKHNckr2IHd8bzxdz
IlfB7OvOQKyaB6s9qese8zGgmOaTaGU3NuA72mmDu5MoWk5IHSzDrSBNFLZaktpgVoEbEDJgN233
PBtxeUHAYqnIjxP9QWXgSTdgmSp3N7Pp5Jhh63KhyKrshWOLd2rlThXvkrZtb12zcgLoQOmqL7d9
otemTNMtnJOiWo6aLtfXHcTd/IArHcamXxNdEQXGEjy39UKkXedmgJVCjQT7YjJouG6yfBkvLQvI
JqRAVb4MVtB3p8SzpmeYHokFdM1pMo8gIYPkIZrFdMnF41msSWvtN5rMKQt3Gd9nfbM8GQ2PniO5
7z/UpTJ5dqa7BqoYLdy/hLjrrTnOJkal3Ksouy5hVkVznE63gc22j6qlrS803aQMJb+lHrGpO09j
QekQfkSaUwAnO+ISobjxJJTnObhzgvBFkOIo0CfE/S3OAjEQoW2BSU7pJ3yqZWVdM8YclI92y+qN
ZQMjK3JELaNgDo02mhw/+wwpEOvbALw+2HSSc+Ue3mcF3qqxW7BTbhtaJ4iHx+lCu+AjNgOVTfIK
JgxRJ9TRuR2u7GQZQVxL00jZ4EAio1w6/xZ8wxpYCnEFlya155xJrsoVxEW8rePpyF6guMBRllGm
SNf8UDw2Yj7PiY12L60qMZ+NHJEGCVdpHByV5eLb0ZKZYNQ8f5imS2y6TX5MM8wszhqva2owaq13
pUpjHq6bpTeXyCXOOd7GMzXMG9ciLuikS2dSog2J1A85C1Ff6Dsy34Ih7Go2/Lg7iJ1GVt9ZWb/r
Z2Xe4bb1IbQtswHMyBUjDnHuOvHsqVOrCztI5u4zatihfC3KAsLtyrYZ9z7PtSVSGv/bUZGollli
Lt0vQVoFVz1jkSalzc9vK6z+z4nXGM8w+qECdjHParOm6ZlQHKvhduTe4D9zaevsaa+JaW+4mT9t
ewJYLzyzGEnWjJd7Mj6o22Mvy88XCyTPURzA26bYHRgyGilRfU2GZPnq9cDqGlnkj62cxCneBOtL
zAv91WrJOAAfF04cXPxZdFvykcSLGEdFJTyBYcXrhtrOoT1AvLSOU9QjZh6QI9bHtFztwg2+OHoK
m1O/M0QfDVgBp52kp7CzA0ndHfCeflRkpDpwGxtmm1U7vGyBbDfs/UNzWlgv/fwsE5n6BGbDnSG5
t97nZhyp5eWTmu/QfzL2CBgkyK2XCTl8zohLfgPt07YBg3cVXhkz4AbicUzkiZUl0Lr9JS5SemQw
jkmNnAQyzFiqz6Y/uUQ6c0qKNx4mX9LNlwA2gyK64y4TY4+VQoRSbgZ6+0D5Rc5V8zAuzpaw4vsw
H/s7w0sWhlnW2I82HnZSI5hQMMqQjqT3eRV6j37iVd9EEtKba0q/7fakf+QPRDlPnz126wqmm+k/
D0E73FJHwheG/rWEoGajRMcMMvRfBXruA/a5/iXI5uIKRX7DhOFqgjc6SjfVbo2AuZ6JpWmweC5m
SFWortr4s8rxwUR9MtA0WAYj/EY/b/4Ghi38ZrmtyexE3kbmLD7B4kXXX3q1UR1T02vO+2oa7utA
lunWsYbmNus9WQBpoH+0US72TJxGrTgOMCjiyo6D7gy7FJp50jSdYSdAqpCWuZTDcRwLR+2sxa6A
6INVrdcuh/nij9Myb6c2dZvjGVNct3XypDyYk6aq4OS2fRs4yr2t8fiFexv1DJBbM49BnCUte64p
D25JNSDcOguLztkI8o0IhR4r896sfX1PT2RwdgnBFIRm9w7GIcvxlguLurXa9kr1h8xfmTMZ3cIL
5SalvqAzORKvk1fJHSuKiZc5LKzPQkgbdRGtoX0KP6Ukwdsc3O2cBoQEOULNzt6Gb2nsaoRUd4NT
oygmv9S9pxVXTlvHSSHkkqVwlftjlkTaNBBJTElRnjGpp09YIjVMyyJ5YTc7P5cqbx6DpVgNfMP6
6IipsfmUgkcNKmgSRL9gJeA19+PhKhNxeteD74yjRLEd24BANoFtGEVBvrGKCwK9Lf9hVjnc7gRx
9d5zxjA8aZGdERk5xoN16MlsbViTEuuzrHRzlYRzUx03bTm9WDY+oi3lKrpRGLXSLd5uUtg7+MaY
bcj4OQxEDdjEG5BvPy4L2CKHkGo8Jwk8PpU5jiYSpgeHwxguWDRtbWIxTtr4KAB02EYL4t7dQqU5
2SctcRubhBb5PXuEao17YpO4DWTYf0kH38AzFSvqKm3SFWSQwZNCi5JRVT0O4z5DYY4TGCZRt4Q3
c73MyYay3njr5jL90pCpBXe5qukZN7WdfqmNeXwNRF7CUi7YOhET6KkwKhojOy3cKr1WIDZIHx1H
cVsR5bqaWOPkIuuCbg2Bauc8CutpsjdGOfHTxKOGFwvyGuiEvGa1o4x7pzaEc5xDoISBp8b6xBgL
rIram70DJ3b3Lie/lAm2wz64abw+vtSOzWcALYu1Us9WAgHSIUUS7VaKi+n72e//xTFYv3aD6l7/
cf7U9v/Yq/rlaSAV57/enID/9faX/Y9fQ8VZj6FvfkE8A0fSa/XazTevvSqHf/3XD0DH+jf/T//w
34fY27nlYPu1UfWw/t8SPtbP51uf/sH/Hml36F7Lp/rl/Q/8z3n4r7XTSL8R3ZiPtcGlEPqDaWdY
5l/wISkMWs7a3HLWuuS/z8Oetx6VPaRea48Cwgk/9e/zsGf9hUJ9RdGt8nh+3vs75+G3RUqPns8q
Qrct/HBo0Ok1vq3GWIkgqgjyQSRt+8G3vGUfto29y5fKOPJqUW1/ujNXP47Z/6hVRSpCPfQc3t+W
Yn9cj0++cuWwVdFxenu9wg4Wgmy4HhZ0FkAo7hww7MTe69Cu94OvhyOsZtivHIDV7Ce8e/ogMI4H
tzm0fT2fDOMEmB17TFYqa2soG+JxiV74g3L92/L098/pIbRGKOyEkBa+d3J+qhKEACCXOi+xYonu
UZKcepI6MoyyWcoPCom/PgFaqTS+TR40AKXvZeSfrmTBwDCXnvKsDlN5NE6Tf0SsJIm3edA8igkT
8J8fwa9PQKDfZODQWl4hg++eeGaXGWKdBvBngZ4BbK0bISzIQOEX8znTSwd43gg+eO6/+ZIo3rga
lSG01++7H2VeVjh3sy6qHWGwoa9WcltRbDs1y2OnMb79+TuuzMefGm3r42NsOVwIxTA9zfdNRdA/
CSW/AgrRUnMI6jPIO1g6cZ02qG3ucxqitKiUZXxyRGuFhNV1/idZBt6LMCERM1+2dArYixOc5rMh
ErvUUG0e8R0WgBS569+Wlna+pmNtPsrMq+H82UvwCRa3JY///GV+d+8YIA4aCTwUP1ggPw2QLpMW
udGtjPAoQ7vtuuKo6qflrEqKZlcr2/+gcfGbAcLYwHNHaZsq7XvMoU+BJF7GBp5eAaZq1IpoZMNh
p5OL4gKPZfyJCPj+g1H5zvv2/Ynh93E9k0eGOE+sd+Gnb0lWWkK9CKBTqUcHW8pssSvNyw4dpsx3
plHGB8vGzV6SnLHN6gkecknwA1AK94Ox+uurL4BX0Tug4O6Fjv+uQG14QQ9vH4rAQojZSSYVCa2k
OnzyzWH5QYH9sQ79Zjp0fx2mAa0vNooCpQOdqbdf2ladT3wi5Rh3cYJTt2AvJFPVftD++u1VVtcF
vU7mmPc+rt7DdSEFpj0nWdPuhoYw06boPpjHfr1KgFeQ2ireg3WGWW/rTw/Q9XSeV2iEIuLxmn3t
oImPKOb39t9+PAG1Yu6Yw/mNkvD66v90nTqlbzKmIHgm/tKxXL9Ik9AEq4Y5+/uX8nks4TpV8ny+
975+upSXNy0oK8SynpnJU6OJxcEuc3PXAbP8oI/2m7uHDAJclofGekWMvv1WILGnAOhRC4Yox7kc
hvkxgvn6g6v8+pax2UAGTP9vBenhMn17GRTbhl12XAZu07TL6RWS1xYHz5N2LMyP0GU8IJLbOvWW
nVc2w5FqSSXFYOl/MPJ/mWRwLjLJIn1mvKyo2bcfJBEc60H8sJfWaNcCzVQNHss7LacOZXmGd9xJ
QuuDF2Fd2n4q/VMp+S76Bfy9qi+AJ769qBg7eBjrEKWal3McqrpNLA07cuHfb3obwLg2h2BbZu2H
3IG33UKmNy5NzRFvL5104Gzvvi9GmTVVlu+busC0gSSRvZSngLONyj7rDPqVI/6Xi9zv7FOlMcYH
uUgIlLQ/wpH97sYzxkz2NLyriBHe3gNLxbhom7yNioooB2Irzyp8LJuU/KooSUKD4Nfgo55s+L7p
sq7HdHAAKENdWNeVd5uOhRKbQ5Ru8X1GOImTfE3LRIN8lWUmZA5aGhlSLpNwi15NycEHaXSvqQee
NuRxgDp1Kye/cGeI3oS15gD73KAmwoICaYYbFN/0LhM+Cz2tg/mVPod3L5VrVIfETdLztK8SzsmF
7faEqXfFCdybnGTI2ao/q86mip16QTodQfsPCIZEjHfOWa7pdwI3+0nrdMk1mH/UpD1rDyE5QUo+
KQAhYgqCuclvJkXcdNtr80kGs8tOwCo7pC9hl5EEOPfhDazF2t6BQoG5DlUL+aYmQynYTO4gP4fs
pLtd0xYoOa0mg7bPyE03ftfCul+ouXjHrmqNr3E2eZ/ZJXPCZvsikUUt/VWheq+JpMjEMRY/95rq
wJjvNI2h454ZzTvLpqpEmgeElmQKUz7HZRfcuVSlF0hECc5qx5mMTSVi6hCTwgm4HcfY/Do60iYo
npDTK2mnK/tr7ifU2w0JgBwsJyTfVbyQy5JUJDRvUr8zvUgjMaONZHnWuGtkTvKy1aYSwDrFwHNR
C/uuAzpHeyTTCH+IirFoq9UOtusZTi8F7NILzg07R/a+aGLK11CogNa6bg1BYBj9sJ2bo0TahL1Q
d6PdsiFPge9TZBsy94H8U8KMdYtqMpr7VhP7SBb0Y2VSeYiypOk5MkyII1ItGtC9FPYp9ZGClkZL
KtuLtg7g0IGbxwsu5EhQYFIvrrvvnWEY9/kAbxa9rUjKnd06qLkNy6foLtkhfh4ztLW8sSyAW58A
opj6euPw3yR+f6FgsIzbLuyMh5LgMqoRUwKui2otgj5yYZyzoVL0DwIzn75AL1xTogKqcnglzPFh
1AujqAvz6Um0kCU2Yz3Iq9TrKU5j5W0D8LsBvZG968rlYk6R2O7MAeXONldTeZQqXw6RjFWjIz00
vdr6cxIf+9Sf/b3Kx76PWk8KYC9Zb6F+DZNsV+gBWX0cp3OyU8gFzrOxLL6BMSWG2rF0+YUYr/HK
X0xVsSVl4xJhMU0ubMwcuHwY1+M+AWGDnJzE3Mu2sp07E/2N2oGMag9p5YCKTuhXbirEI3ofoovI
19aa/4x4ZLktWrYSmwSfQA8gq85ehF47gYnVDw8FYaH9llpYM+ydzsmwh4Nv9DGzyBAuNLrMg0oW
cONkKHs1OUABRnzits1v3HIm9WFoobEt82h9m0GGm1HnEP6+G2CGhttFLF2z8wrHx+XmWcYplmyr
3o5uTJzqVJtUZoGwe4QW65q3PPUy98z3Ck0ELEGl/dZwfTqlQ0VxPVKJaQzbigQg4F2eMdIAMUqP
BMWhnZ9zx8Mv39E1uBqMANDVoHoCHrO+MseNHzT+vQ1vpIOcXnb1ls7JuBOlJI6FCNTwRVmKDxuj
LbpdAyyvq5FNypFuyRyKxpaKK67rm/V9pstKGLcfMTPpB4POy5d+4SXaWJQ/CPac6zGjPxzqGnx5
Fb6GCAwXDmSka0HJ8ZINBVbKhWkq4Y+Mo81BvU+S5lNG+AIiKhgABkPU7s9QlnhE3CqzRBPvd/51
X4/MBgQdk7dOs7W5s4elQClvmt4LmXnD48D5s+Fk0XtETPNKb63ExPg0OJr9yIDohcRYcLY3fp3V
bZQM9QQKSee1TaNRaFCN42TqQ9rL+LJwM5deZ0uoCDi0lIIyGXNMz1ZKWDgJfA4KkjJxvtgoLm/b
OTZJv5pt9YiaVRJANIwEg1qj4ZLr1dj+hmQhr9tVNmmoG1x+8nyYO5qK9dIX5Pml4TlvYvuY6rn5
6gN5hcDRNzhpWgsVFw4bgpkR8BrzKQtiemlS8S52JkogG65d4r3Ag+5yckVb+1EVHX3StA/by3yQ
DjL8erWdkBJpnlsKqsom5chc7LXv9Q5SVHcKvvE4x/qGrF4PeCzwzYEMEJd2cz8k9kuOFRGoHuNm
C0hQ3PWGUT7SFzUXgjgsiI9TOSrzpKHiNETlsOrtBorU9+wyi5gVZPEI+uzoptStqJrjeMUGbDLw
tGXE7xKsgVRrOmtJnKoiNFbeV40sotzFMy/DhjIkXLastXVAa3fiNFzpCgdXUDWdxyJm4KzAZ20c
pG7AVIxyWsBgWQ3MepKp8HfF+VKfUdUm+J6SFNQ0KVKXyVwsRGX3pO8ZR7bbFJeymOJ5K+Gq0VSb
4/hu5iTSR1MtqemjRym/sGgNzLyj1+4ox8PEgmCxPKP46NMdI3T+VNFO5W5UHcv3bGnyiOhY0J6V
DUzFLcmsYcef+rRxdVVIrE5D5Uv8zSI7VDgh0dxXhXgOEDsQiWeNLeoGd2Rat9JuIfezte0zvCZ2
R5by+hWoQ3SfpYvIkGAkQUxORnZDE4XGzEuZIMjbDDR87x1/obXruID0cXgI51ulY6JhQLtA9YHp
xHSqANA9QAUx8qgoG3psYUKQN7ik9lFbSla4pGb3xgWlX26GzKH1lZngSexYW1+FFOarb9SEEphs
oDCA6PhbooH0b4aA7vWurJr4S8eePd2A4Gm97VgV8VkWKOfFWcZhV8Kpf6yA/13SZQ7JXSqc7qos
DPucVnXesdSVD6Q4T1dBZqQcmAhZQj8GPnLHBFPQqO1YWEwn3aOQaw5ZQwR0KBpcBNKp9cAx3lCv
TZstD56XurdG446ntsCCRV2y74jqJeT0Yexn8E+kTdPnjPHTnLtO7fbHOeKCL+NisaflxplEbwt7
jqw8UJDa2uVpUmFvHVKyHW9javbMqzbqa5TI5byLUWPLM+mJ/N71Ys5FocQHacsCT89QFyX9c80J
g0ZDxotlFqU66VoBLbZR1Hu2wfp3Ihbd+Vus8AdsKgtxD/EVktyEIdfWp6WZY2crq3n5IhsflGo/
efNF3kjw3B2sUNIjGUIhBc4p7G4mlzzdjY4bcSvHlpkZppoP+0ekCPei3kp6urZ1PExb6lDxk7Id
IpiJCLr1Q3oJa7CkTU5h3vR3VboeIeO+8+4ZtOI2BYt8wjoHih545WRsrSmAHMF2UIZb18x8sZFl
k8mtGAMSnExbDuk+zts23uVAwz2AYbi5T8wyaA6SzKnsyKAjAfqltO17YxYsiH4FJzOSQN8EK4qd
nkGCc1aqQ2E/cxRpAeGZhNvusrDKn2Uw9VilutlhD+V7FCeySman7oxgfUfwWXhjKumH8PXsBkmQ
6fWfhpgfBFaWjncW4EYYZBpMZe/m1cNMxt3NKjJ+aStzvrXEMGMpzTNzgoibFWy/WrHQuzTM+CEu
NeElLASE2zqlYSfHWTjW133WoBkoRQWsMTdT51KmvQtWC+k7VPkxYX4PdDLeZbUPHm5KZ/ZpQ64k
H46NABxyLzSuOlD/K6zLrg+6SZiSHMMoXtzCZMO3DHN7PVu0lnhOtj5pu3Y2N0LpAOWz42Xh0URk
O9u0aoyR2zhuQNpm2C5XuRF3JbsD0b5AA8ZES6RXjGYi6xcQjIm2DkHi+8d+U/ZHmEPtHU74uoi0
NfvHzaBAb/tK6atpTtmdky6BKAn3q1tsTbufLw1/1DqabY5+18AlUIDFSzpC1kUB9+qyRXxFbtrh
+Kf6A8g3kVSqpyqu6k3mjvA1vbFJx+OmGKdd7w7ZtPPLkvK+UFI9dJ0g7dzUJvc0ZjJ9lUEisPoq
S4IrKBaCokRFSltTWZm/97VKxTapY/oCXgGSjgjEomYskWv/pNkMxcgZCtATocPMHNWdNXYRXkpx
jpChcPZCTxPzADvCTSdMQskNq5sKSrvrYd+gmXntop/yMFrKxomWQNE0KOdhdrejlMO5cOYFcVfY
sYwWeFQLh/WeXTl/m7R6b4w5qzv61U9cByoe+pSa3XDFI5y6pTuG4Yl/NyW+Mdt4Gm/5Rvt6ul1z
w8+CrqFjiUuyOCD7wpqnOSgfZK0ZcHHZujdKT+MJ7VXri7ZM0JyKV5OEoUFOj7Fto3WoAxNYKR54
/JN5a+/pnw8dBziW6l1ruNN1LLDx4gEtxC0yc0NvJmR4DcF4aiE5jPYFsFj8gX5ksC+AvZfr6cad
a2Y2hG3WVQJF/3WwBrb1cpVidE5VfQsd1AJg5oLpIu+X9oFsGsV+EOFCSgAd9k4YmU1bXau+cu4V
TlQRBW6K6SPA4UCHuQtpDKdmz5uD4EMVu5Q1N0XMR9sfkV67fOmHzp1O7W6i/9Pnk3NhlbVXRqZD
4S0qBZFiC01NlneGvQ/DXRCD1rPntVjfqmo/Bp1NU3Na8mljTOhmjNkO9ZaHb10CEZ0LHL6d3pYK
x8q2NXvvhBab7wL21ilfvA7Ts7AHy0kwsI/vlP9dwd7Eaurbwkv9YIvipPgqSys8n/J6OCNnBwWn
lJ2/RBRQygcsstP1mMTGax5IUN8zScTFiaPJxovGStsNLeJJnS/JOqeM6GKsHfuk9aAC6IAIWNkG
R7YU/UMo6rI/xr+bHQann15CwmHnI5zPioigwMiS7dJalBRCpDPPrnJMHliD5dhnd+REkwxKCEul
NRYEDy/cUAmnhKPyyvxBTFcDLtEFrF1WxNDcUh008j0CyOA4JUSpYcPsFk8Lb7G3nQ1VnZVGwt1O
iXq7wALkfsu72X0ldbw7xa8i9DGbN05wE160z/YiPDLoEuYLkubjGIAB6Zf4EZcQQnpP2nkt6/TQ
0QdG4kc80jdZEMizdcUwJQ8wY1wKXbZlu1vdd+YJtQkP2ViTLDiyrYqt44SD/dDIqXA5MqL72utc
IqtvMqinR6yspOwMeDmRECww7neF6IzTCesx3wqoG3NPpjknG3CzF7Zw7dfBTnO59fDXXxROsTxO
wzCc9dlsPMqpMh5LPPywIafGZlWfw9rBtY4iLApZOeFnjW0nT4pczajayrl96uohJrq8A/4btUOT
lJFqqyS4cNH3fkJAI+adDkaojlQazZdhCtxqM4TrMblx0piQwr5JotIqBTTkzsrvvGF073te4ukA
YMZ9nbNxuZFo6JMoLAnp5TSVwABucuSudPrjgPqL5ASCJpio2oJJmN8umuAOK0wVHmWui8DeaQAb
c5pQPdoli4sh9sF1fBgdHZyFgMC54+SqH5zO9i0SoFPJlrRWzrPwqeevkOu+PpC1gA5XtF1+0he1
apl9kQlu6qYUtI5jRMXw8giI2YuRktumz3NKx2XoV5HC515tu8qUF5TZoUuXRKh6R3JY+s+x6LtL
mTl4D8yiTWMqQAi19jgSBDXayu5espmN5mZhs5dvqslU19WSGOnWT4rintoyJ9MMkZlz6HiZWWMa
qHk7U7WFPCHSmK3kxu04X2683iLkcWaxGbf8aTBckoHoPWcWBeFNO8wGi2Gt8i821PCQ5rdLehmq
3nIkVx67NUMSlvSRRaHvG/X54Gxha98TjJVVzyxx01lvVX66XUuSBOiaI3nrtcxjYgn51y4hqKPe
ukODnZtpKRaIb9z4SnbwFyhOIGc7oX6Sn3KgmPuNoThQRrJ3/eXMyJbRiWZNTWFT6LYfwMBCtkY3
pEOr+DTx3er9qIwVkyh6+BAO+l7QuYooTEen485HJvPM+quGPT779Hwq4sQ7wDoX9SFvCGjYOMJv
QAEk66AEIZxclk0+3f8nKHoL1ROqTkkV8arVcrkZg2S4+M86LiB3VCOtVXjY0NNZtI87NC3V/s9t
z1+L9Sv4jxeO1riJNuJdG85nzXNqyQZZwB0/mrUt0ZyaHhh9Qj5j8T321YE8o5P6gzbBb7okuABW
MYRH1R5zw7suyRAbFABTH8S3L9hxVl17yj6KVQ/h0+dpAMsOJg3tmVGku8zvul2iXGKEOjs5+vM9
+KUVSasLOwRqD4QiaEfefRCEaasKEW7Bao/c4AOfWNJ4W5BYVh80YH9pQHEpx/JNruLwMr/3HZej
1Pbg8d4VdVAcy7KMd55jfmSK+/UqtB7QHUIPA7NFM/Jt9wEycOpi+6wZVmZ3hIQyu5kM6W//7m0j
ZsKiwYXmE2XNe1HLYI0ToUe4JNqW6VynVXGUugVtBE0Z/s+X+rWd4tsuXWLsbzYJae9dYHEudaoc
LmV0KWE6JMwY+yEL/F2Vw+YOF8V+tSQV4gPY2y+XXfspqAx5NcjE4vT07j4WMYUQuTbNTD85WRY8
8kZS5qeWqCixLkO4U/A7Puge/vJGclGHmjXWuvXZvQ8WcnBRthbrA0VvznVKs2cfc+kfdV79LGNr
3va8qlFciPKDm/zrC7lemX98B+8YRKF3vWXTiNdKI4FCjrbx1iUllgQqpS2S/tZ0zozJpmrmYzLu
2k6dNr3wzUguQbtdUHh+cBe+53y+6SLyQYLQQd7JiwIH7F0vywOH23DskJEpivamQDO5RYy4bBGh
vhJDq89wQUPOBQJDVMegD9rtyuPQxeFepOuZTmct9o7W3opGyCukMPYhTiwaIg5Jt38enb88MbDs
AnmBa4E75Pz7TlSRyY6sEBswdy9IuZ/XODoi0OozbY2YSwfU8BUmrI2PdvPPF/7Ne86FV5gejCU0
Te/ukUWwRhwMqomEPU23OEcgBDpmcfz3r7IaT+mnfnfzv2uqejGRN35bNWQI2MF53Yj7ibj66/+L
iwhr/RYItWzxbh3SCpmBqUoOU07hHgPQKq8IBQk+GuLrEH4zqnhUAVolIGtrwN37l0s5U6eRleLs
Esq9cEZN7df2wzO2+8ampyuxscLO3Pu9i6bUxF609ERPUHzIbTwdeX1ceXZ2GvQTOBJPB09/vgnv
WF5r/9pHdOABshKw6u33/D+b1AfYtHkTtZX3zcwS+UB4/Y0/Ls2pE7IrLPu5iRZPUZERo1DnYHbJ
sBBqvPATwEyNO1HBJfH1y58/1+8GOOFv4LxA7sCQedfR70I1u5T9m6hqrWqfNBkFNg2EPaz84mSR
GlJIXe2tOXz583V/87TcdUisGk1KrsG7CYnDEKZ7i0FBmAvtByTrlzKm/DuaJHP/+VLvKCjfbz3X
WqWeHuhSGnhv53oKzdpYZEabt6jo7baw1qtydnZVSRN7gMMd6SQjBQU4w4UXYiUow+WjVD97HeXv
hufKLoW6jHSQ+e/dglOGM7v+gQ6Fdu0YX05h70pEDRthAgIreewHa57CE8pL01NrDPajE07fusG3
EDdQvZK2kV4WATHgqZTiCs0pqnTgaP6ndKachjvdsOg9tSQdyDn3KKdkZkAhzfxIgPqbAUMenQ28
JjDZ6bx/cNR1Z7O1FBsQy1WvHmEwN3ASqp034JZeRGx8sej1nONl+mjdWB/Tuzvorc7Xdfli1Lzf
VMJ3GFqTwk5UceXnEaPUEfYo+4bdpnkj5/CjV+M3U7CP4ITdD6kjLJzvJseaxi+ZRDbRIAgIb1Dw
qMu5xqLy59H5mxcBtJ0Nyc/D1W29nxdYYbLcIosnqnmwn8jHkMxYSXZJvJZ1+edLvSMifX8RWE/w
DrPdgkrvvRuDE0QsZhiAAt1gpZHlVIDxgKCeWkDd4GeThzCMpkVzweRdyez2CCbzZyuLz9gexae2
lh9MPr/eYWguqFps67sO7T0LtC0l0BhdkTlmWPmR23MaIfEo+WAN/3XcsLVEOEMji2mAXe3b1z+0
ExhxvENRUgLKqOEFbGHij8c1Mt2LpqaA8+fb/OsT5Xrglpho8EjjiHt7PdcoTA4lXM+162zfg3ba
0xHAsdL0H8FUf3spAmxZ72DhcNZ7e6mM0mwpp7aMhCLbx1u30UsBjpzEkvyDcfqbZ7WepJDT8yaw
YL8bO2FBZ02UjBhdZiR3VL57lBJf8sFVfvuswD0yTDkL0IJ9+4XIWTOLaeQLxTQ6eUxed1pTl4qG
yaVN6Bf6gw3Qb2/gT9db//wngaKYJEEAq11Sd2r5JP0Ak4xl5vt0qj4SKP43c+e1I7lypesnokBv
bpmZZJmu6mq/d98Qbem959PPF6V9MJVMKnmqBwOMAAkbKkGRwYhYsWKt32wNpXHXcdHC6kfS/Xyo
xmmDEclQtmHV2K6Oosah7bLmHoE7fSd53BqKi84Aheugl7OW5wzVsZoUaHm0bjsdqloauNqUK4+l
3EnH65t9JdEpYgoYeJ4yGPJS3kLG43xa+HDRwYZciDGnqnyvYRL6Az4DTxVq9olXlo156HO9/5Sq
C+32tplRN0mqJwzrg0NiVHXuFnVgHzsA5vRoIKfCpGyUnSN5uXnFj2RTKYDo0EgQl/OLZZY78saq
J8iaU4poqxIEXkipeyfQXH52ZN1gPCDDQFKNB/b5KDQPgKViwYFCZZX7UZBnt3VtLkc9hex1/bNf
PF9toUhEvss9LFC8q81Uxr2ZQT/I6BMvRXqktWN9nmzaoDO+b4UrZ+i1HAZ73stiL8+ncHdgikhG
U9hZi+Giv7XMOsn0YZhHqLpFGLb0GZTuZlCCez58+Z7Fb+/Y6sujOujDPYIupR9FbXiq0GrtDok1
xJ8mJX2SafJ8VOpxT+/7chGEzLnJrxRqOsr6y4RON1VyBwCiUe3+gySH5UMv07GBJLwHBr78GELN
mz0FwplFsFbrXecpjpFTnB4yyXG+qmpqQxaztOnYdHP5VM/RvHPYLrcxmjyAqQ3kPISm3upmSVB6
zuuKilpZ6+0ne9Tm93azmM1OEBa/+zzRIrHTnjV52GQXSluVgdWSnU4AfCn73i1TDpSup/oKxg3r
IjBzdDMHvGBuccs2XSejVX99d2/Mk5IQmbJOHY0HsPj7i+OKOZ3iqAjvHEijnZNT9skJonD44foo
GzuFTBJTJvEGEXY556MQIxuwEV1C+V0b3nfz8A7Ud/6XkXHVXB9paz4O5BMF3g6XtLmKkXMdIm8q
DcBOZCfwgiofvlsIj3y8PoqyNSFHdVCAIV9FHG+1PRZ4or0CafUwSUKBRO3o4qSdPR0RgEiOceqE
Jziz81FXO5pe2dyfJnP80RktaqEgrTxa9cAWk7k7KGDo/2BTsa3EAwy1eR4P518bUE1A0tUK+6Go
fQvtnRJ/SndlaSfafJxmnuJmUHhIPYD+Awa+M/7FGvBd2DVEZXhNrMQqYhIcm6BHhtVNkiH9FElO
+oCFRb4zyuUzn9Sa/IgqhECpk3CeTzOVxqzlQsb4EETFTGEoivxkDMALFhkdBqzT7RtHSHeEClC5
Ux4t33QlGvwUVOBJivvu1EiZ9SmiF3R83h7/GzzT6lfxoWt+/eogmp7TSf9PsksFt/A/s0sP/Xdu
uV/PZFehtST+1/9QSy39Xwole6gFyITSJBD8lH+opbb+LyCq1N5UQcZBQIkg+Q+1VNX+hRq52EmE
YRIsleP8D7VUcf4FioM8WTMtWCg8aP4fp/bp3wEWOu7/L7cJDzNsh2C0UIhXGWZtxl7WXZe2XTf4
bWvPXqNRlcEvY/n3tviPo6yCxvMokI50jf8gbqzfhJVUWtVoZoMvVWiHTNCBDjDNCReS5pxefPd/
JviSu7o31OoIJphOyZaSDz4FvB9GJ1iDdkCnrUnlHSrV6gYTkzKgyFLcf5bZXZNjbHvE5VRVex+M
bXhUSkN6A1a6RaYbK1Z/cJwKBqDcehSpQcU5jbaTJ62Czb/HFxeXhjsBT/tVwFfQs3Iyaex9lHNM
V5ZA5YKkLV+/dLgCsIEpKdJoW+ebbQUtDUfQ3lcqSbpfkjq+C3NVoo05mztxbWtCPDHZhwiIwbNa
RW9lzJHuocPrt9Ng+5YWWHhcOnueZRujUIhkM/JwplS6Dp6Q9asQXGjno6LuvM30zvrAM3Evbdsa
xeJ+1AnVKBCuc9geb9cY0FDHpdfp93M5Be9mh+bC9c2+qpOJLSA4O9CVxPfiIJ9fBGUHjL8c1c4P
1aK5pVjWuVUt27dZl1l3IVn9AV0fzHpjAO7XR96aHykNrV8EenmTrUaWE8nKu6IDP9BjcAMStDqN
MQSf66NcHmbqDqS/dJb5saq52hHWIgN2zKkRFbDNDzgiS+iAwCRQ0CLeqVttDYVxC09iyLt0P1dD
BY4xy201VX6toG28qL1FB95sHmvL2Otcbw3F+xyvCRuTKzb7+aoJr2V9yeOKLS4QGS21shJCjSct
6l6p43KZMCF7MZR4XbxIclHOnXVwCQzVtdpNySPxfgrzvQntjbKKRMMA65racOnnXFeu0NZ9iMtw
r4+0+dkU8S5EHlblMX0+lzhP5rwOQ+YChPrGiNTRdSQDfWMZkePr+25zQv891DoSIXTUBchslT5S
bfatFRqLb8bqr+uD7MxnfSmavVZD23RKv0pym5d8b7kRxZtj2wK1vj7U6hFJnGAbCAYz2akMp1TE
kRfbgFw+gFRhlz5wm8YPu9y4iWX8uWI7/0E03DNn3fx8pMLEBVOHnq2dD8creEk6mzd5ZsWSJ3VA
zVPJSl+9SDaSATQHSKDoxK2Fk+tBsrD2tQps7rvPWIWkp8rRR+/6l7tYJDrIJG9AO6DA0lJfpdpl
l6iA5OXMx90MHpMSdT9x46t5XzXmK8EdkOrFWDy9adzhJrDuYXJbAY2yGasazOlbEAZIXeEpu1c6
Xqt7PI/DWwfxT0OlX6ivjmtJJyKP8M31ZTuNHiXTid8UczviTmPkb5am6N+iuzA9SNoI6D7D0zyl
e/Gl7/HSgvoCnK3VouXB6tEPt4IpuecGaD8U2vw6FztQE3wPgUGh/AGUQZFX2yhQe2hjVFlwVeid
r00XGI+KWWIsHOr4vSXDq/MP2j1CYZ+PIiOJug4wuoq2YBtaGS1Q6TO0Pu1INXqP2XtxNhjEprDC
SDr/WrPVgVMHRirXmZ+C6vcsUHQn4fW4Y4fwfF29KK+IbyeuTBmVV1HcWLcjsxr8qdRLqd+yTN+q
LNLmoylpkLMK3RayHgnE3GpscL9e8ukvRKscv6b4/5FIrmIP31YfbCSJ3oxzbb3JNT6EW6O6nkIZ
apcTrZbSG6sSCRjku17Zy+e3I/lOqZceHPWni+6fCsS75BJJ/TSbbTenKnTTSDgzXT/ZF7kTo4AW
QJkPuxTxMjsPUlLoyL1d9ymeXlXw94zq06EcwYzOiFzcN0PTvAnG+RfUpu7D9YHXJZTn+WnYqHDS
IfBT/TofWausQrLNLvGtKAIUPSH7+MFYZuMbepkzlJce/K5Ls3B6h/ZaWh7raoYLhRJLuLypbCHb
H3St8zWd7PorIOAZyIrRyuGe/9bFpcEHYgXAs/GVkINeXRrw/kFowajxF4Qxj2OWfDUiAO9Fl8+H
eYEMd/2zbK0HzQQAAtRQaMuIg/PijoLUWgKdWBI/7bGuygujO1EZDNKD2cWBb0I4hY6Xmn41m8Wn
60NfnkmqubQq8fNwIGc4q0ADDSyZ26hP/AmRwlOH+thB1dl/10d5PtrnZ1Jg6mjLk63jEvkcl1/M
sABePcZNlvh10qCPmsnAicwhn9637aTfWXGj3c1g7z4tESDbcqFjA9wvAHVddNMtHWvn5voP2pg2
bVredPQrieDruy0uF0UpKzP2obQCdh4lPHdiOHKvH4WWFL5BQEQBwa12O7DraekzI/b7SJpOoZpX
JyVBTvJ/NspqCekfz33FdYH1C2wLWCEmfIx0D2CxdXQ5ufgFIHONYpiQCXu5SYNSr23ALBFI1/yt
XcjahygOG0jUkVHDFbDqHqp2PeumWyF68DGDUXHQS7WMPDsx5dvYMcuCf3TUnyqH6nc1WfGeiNPW
qtI4EeV7heRrrWHRlbGkhIFNRbAf55t8sZcnHW7N6fr3vsyLhGoTBW1wleLJvlpVHO2VMImX2I/T
fLwzHCQzJWjzJzL3YWdpRTqyPjb0hEUTHzkydtL5N48odtL16CKf6srvKbHetrEOJ6izPsF7gy6h
fr8+tTWOkfgsei0COcgcUQ1cRaLIVoalQf/Ml7oaFac+nkM3DsLuCP6jRTx4GX2pMbv7KZFLNJND
6skwBZ5YSuPL9Z9y+ZU5ORwcWhxgV0F3nU8dmW55dtI4IiPMlo+mncCCsYUwdWzmO8HgMtqfD7VO
Cheti5KBoVTSas9y8vQGgdTZn2InfGP2tf4/HE9cBy+CIfLZg1xjSeFDqEk9s6y0n3GaYkMqo8cr
sCw71/1FtQ41GYAFFEzQp+drrgJEQq7TOTImInA6ECRKZbg9qM5Cx6e1rDxIRZMeRjRFj0HQ2X9j
Y6r8vr6WW9uKTwy+k7sGLNxaEinSUqluFfZxWKv1u2bsy89Il8QI0wba/cgqn2orz/xs1tM7J6yD
U28L/nc13F7/IVubSkPl5bl/A5Rx9Y6OptJysOaK/GlUqONx7A790DduiP/n8Q+GwiaLI0WhlILb
+SIjGN0oYQkTrWlo5y5znLrpjBVYplbzTpTY2r8QTOiLCKgfBcTzoToIEdjVWqFfy1GEc/c0nqAm
wYudUXaeoyzZ2U+XYZaSK48oOLuEpgvH1nRoJCyftdBPl6i8L5pB+S1bRbFTlbqMfYxCzkCVGTcO
DFzOZ1VPgCvaWg59uQyGLxVEWEjOmuKplpCU5112hOyzV/LdnJpAa/IZsdhddxJDao2kmkXoZ5pc
wY3uR/wAtHEnAGykQ8jXQRpB2xIOifZ8Xl5EAEmypylDFshfIBu9S5d0/hESFu5oCwaP6lhbd+1s
RSe9QKKslBJAjYU1PdF3A89Y4n15fauucWsi6iNsSyGB80kpdZ1/wjwngCAF7FOMLN+mZHCfi2iR
uEGREXOSVHsv24WB9Nas1b8gd2knOZ/1G0yCkwe0McNbrUijvbtvaylAHPNUF6QP6q3n648qzijF
Uh366Axpv2S5GA65OYzZ3uTFY+f8jmXyKJqhccnLl+vmfJyZLj/20VHo9+yH76jAO6esgVCD6LVx
X/VmeYtQUnTrhK10qvKqerdMM7LnO0uw+SuA5MIjwrqQesv5r2AvoMpjSZKnIXj5VzE2+gEJqv7Y
RXAU6x5bpHJyUlxwk+Rxia3CzWOn/Ov6j9j44pQc0HqlMALZZv1wHixCVqXbkpdDHHgn2bJxstGb
3tn8G9GKBh6hFbwwk10DMsWxi8xilLxw6T5L3dQ+xFHuFbUxEb+cnQfn1mAcL7BQvKzpi6+udi2u
tCUdOsmbkrT3eJJaJ/IJ48nICvueqJ++f/0npOsBs89CKdJaA6EiWs9Gn/VMTnMgXCjYJEqxtUeu
2VooYiNrJL4hZYLzzdIXI4lT30ie1ZeZW5kJuWAw7ZVrNgIwTCuev5hRcz7WcAeaHNHSQNDwgAkm
T+Fs5yd0Kjj7MqCkvqzHeyTI4h3ekPjpq9N4NujqHIQZnGLEeCT0rBb9oavG7r7uZscf2lL/bmlj
cNPa9uAHVWB5r1464d4j8Gv4oQExOP+oaSFRz4lDyUO1RPflgai/DNXiXx9lIwNhM8KYY5asoCb+
/iLyx6mpjEYzOR6EzOwAMzc8GCWM6zIGjnN9qI1dIhBaok1Gy4DYfj7UEDSwXKLG8WBK26CZ6uW+
qbpxJ6V6hoWvVkzYHpGri7cQ/3g+jNqVcrM0GVaIjTZ5k1lG+UkJElTVUFf5oSlj4SH6Fv80Eztb
DpMxhD9KBBYe1UVOfQvI6XHmzn1qoZHgZ71YjeJWBMJDi6DXQ4Tx13Hu+/Hf3lj/sSu/hlWKKw/A
MqwjSJTiJbf6ODKPmsAKYscz0qx61LOxDfxF0dBdce0cpRTkzHs4+FQz5/dxtmC9gBdf/COFZvte
TY3gKZotNXY7pJEbN2PJUdXQIUgd5jHsw6frK7mxaUTqLKpRlPvpZZx/4jp1eswze9uThkI5CYqt
O6N8d7KQ2t25iHaGWrcd5dEJzQYiuGejcfmWa6K9VdVpfIBTH+yswd5Qq6M+DyNuCWVnYxtttx8R
NJRvLHonbxCYHf9kVoDFISOC6ISXeP4B+xL6skN32OvlpumPaCdH/QGBIOd9YOd78sQb584maWWl
CM/kVautJVHxGRB7sL0OLTHMM+3l5IwYqFzfE9ujAIBCohThjTWFNGP4OWnYE1Tue9cpkAZE22AX
b7WRlzCZ/x5mtfVS28AVKattTxvq+nM91bS9A0l/A63xd9KFyjctMHpqAhhXyb0JktE0EQX7g6mS
AwpZbuLyOi8ZrUwJdLll+zc5jkKGNuMjhd3YH4wCXwJBXSw/LWN1qS4LBhhxWrHzlVjB1UL4vxd5
uJP9bC4buQGYeBhm5poXa8/JjGVVYXsUyX9HUx16SlEPOy2QzZPFQ1t0QHio6WJRX1wyPUUc3pts
d7Sh9ccokrLPo2QbfluBBL/+1faGWh3iEvJ3E5oc4hoZsnuk1R2/08cF/5pqjxm1NRSQMHF58nTi
bJ3PSjWFTak02h6OLtiodOCgJxRJjg7SjKfrs9paJboT5AHA+3mmrT4gOt8OtU2OcCnLSNLEZXMi
61B3jvBGggWZHdImCGf6VWsd76BAKqYYEpZpHIw7LMviuwy02g2UcQ3hT7u5H4qo+nJ9apuDkuED
a5IFw11kzC/2xtArUjGkpuUlw1idRAfs5KAPd1923fKWsnFHq0GLd0L9RhouuOeg9gwedIx7PmjV
OBZgeXY9okrmYz6O+MjYUoWCc289WJGWvT5iCO4cqRzVfV53Yn1fTjI1FkDqnOWuRKCyR24FSZWx
fv36UQeHZQl6EHDB+iyjViDP8sAoipwOJyRt7SMuoNlRqXBra9Ku/lQ7/d4FvVU7oF9D5dmgToHK
+GpvJiUG6ANf2iNhSDDQltT2nRrGRemZfWH/3ePn5+qVVjyFcI+9SijiuCPMEpx9Q/VWIm/Z+Qwb
5xIwGTR/UJnkzuvAqcmY9M0QxDynDOJjPvfNAYXP2tMd50/W1RBEcQ3UH4Lx6vm66oA0Gxw6LK9K
m/jdgI4Jgl+DvZPSbpx+6nbk5rQ7FFJocYRe7B5E8Ea5JQB5ncUe7WVEc+MeFd7rB3FzFPBrPBcZ
B3Do+Shhv7RoBTNKBaXQS6z+29IMhf/6QdBr13nS0NWn43U+SGoNMuaXiuWhR7SctDlDS8fQXw21
EouhAhwDiSLe0KsPZjuLGmfZaHkwrZuDg8OmO9pRv7MsW/sMNAq2MzrMffrW53PRFClrTByWvLad
7ZsRSfK7QIryd9iVNcfrn21rKN6AgINE944jfj7UEqK/Ps6R5TVWYSLmY8YniVeIV0SyvrNCW0Mh
4qLB9QHwwUY4HyqNUMZZptDyQCwgB5F1COQiknEMJXRMr89qqwxPG4lsjq4nOJt1oVhREnDWwDw8
pTFu41RKEU9C3C6M/rKwSXWl0PpUODbiPrh6u2Orfh27+vv137A5XVAmbBSY4nScz6cb4BCapvQC
iV594ZWGTVUvhYnf1M64s4giNV09TEUOJJjphGgIROdDGZPdpYgtml5bqdI9PhzqsQrV6FAGivJg
xGqBRFhRn7D/Hd7hLr1Hi90639yvQpFBwNifWfMvoghEqRQbGcX0MjvTXUsvkEAjVu4E38s1xUSc
YrW4CBAEhwB/Pku88ooZ2WXTk0pHR3w7DoREfWb9lJRavTdwCT5WbWCemjIpP/XY6HkxWtBPerKo
085vuZgxP4WgCVQG9BLNO/H3FzNeakWd0qk3vc6WcxSG4+zOHOQv1zeQerGDhFgI2pKIy4hyw7ox
CK0IlUNw7Z5ulv18WuoescaxyYFfykM/eXahzD8DLSWbqmWEhakmjNHj7CyV5VpalDXuiDXqhCxb
mU/+0MnO4A9GW/wuR9x2XQeRS8Qlg2q4R1QDF8ARH+UBKStV/mQh6ByfBmUsdRzJFeRPJVAqO2FO
BMuX21anqyIqsHxHB9ziOs0NIdrDFhoG37JrnAmFwW0BR1dnty7yTTWQVsiJKv26/lnXX/V5VIpE
sFnBu9CqO1+7ysBWVlUgQ5hN3Z7QsgyPZjfIbtG07en6UOL/ajVBohCXEVX952vjfCgYF4Fhc9eB
Bckdb9DV6GlZdOuAyKL0FFW67KWhbn/rFjvdoS2sPy1VUXImSG2gi4k9a/SfE0mRoRbLAD5An39T
l/25yFV1zJuwvklNO7yZYEt9uz7b9Yd9HpPKMymiGHhNYoysGXXtgeXUs0ZFAXlC2zgqbbR5EAC9
PtQ6y6YCBz8YUCPBlQC/9rAy7EQKkejBHJlr1MsUptajGX2kLtC5klk4O59zHWDFeJTy2arQGWHF
ic/94ryrcTnnw9DX/lRorV9O6nI7hEk9uX2cTichcI6JqmPeTtzb97TYI31nwuuA8/wDeAgKjRNC
wrrCWaPvbQfw2fy5a63UNbjg3Fye8ngnsF3uG24PIaZC9iE62KvDYfcwdYm8le/YMZY3FYpFPyZz
EJSDEklMW+m1Yw6O1L++npdbh2Gpuws2FNf2mmWDySOvR1oyPtTtr5mN5EBT1R8XBWuM6wNtfEfK
RRCuKJFRHVsvpFbZo1Qrc+mjDY/6HiRzdw6l+eb6KBvTwRdJlF25/nm6rBLeJRxlsxqa0rdNefwy
aoF0S+5dIGwoIch8fazLGUErw0aH+UCjAN12vjUXJW2cYE4KP5Ly1tWtVnEpxmQ73+3ywAmjHMrr
ZNdU2NdNO7mc5ZgiQu7jAZMcHaXTDzTX/FGHHN4iivzq7c5wopvFUrHn19sdFfMqReCv8KVycA6A
hkIPB+Y9KPDGpHi4oqKDOJYg6K2XSUnxVkTO2+/N9IuZo9+aICvVosXvjpI67HzCjYVikXUFPjlA
Aghd5wuFg6ZlkJmVfjPJyzutK2dvdOTXwmrFAwtJFqBNuCVS8Re/4kWk0gPJGBTk/P26yvQ3Y6ZM
n7VSfqUChXgu8hCi3KZwwRgXEh7ZjCR0hg+knyxy4MGAokyvDLo/5dqeG93WZ6PJCACNl5BmrVOt
RMafOJXkEluNpndl8H/06fvFe/UpEgJpAFhw9BECT+efDUOQwcimDJrGOCoHtVo6CAfSXuNta8Oh
5wDYljTZAaR0PoqDmK1VVE7h4xpr/4WPj3LCQMQ8pc6QHhqrDnYSrK1v98xL49YQxqarawsON0rf
6lL4fULXyrakCNsU6Q8OKxsBbAd7mjLicxr7YstNfTWqxZgVfgm26FSgDX2UzXJP8fAypoLWgNcC
QI5TRBJ3/u1QQgtxbteQgBiH/IZHRn5a+GwATjtnJ/qsZb7E9ubhiK0r9Uc0EtYA0CpD01pKuCWo
0HaundiAlLUv9Gq/N1H2O8+G+6gvPpSzc1/FzU5beGPNxNUBYpfBBSHzfJ5jg9QtxYXSd/pwPiTK
UIE4LfamuPU1qYTBRuZxbFxIyKiExTbQcX5xSvQqm44Am7TZOxRs9sLeZepE8R9hTN5LlgLsWj2f
j7PUpgQZovSBoWNjUPeGa7da7wdZmzxqS6iiIO2UN8A+w/d1hofEqw82mQVDg5ymlPbMsn+xOYXo
SVX3celbpTMfGkk1PJqh3c6O2TjYdCC4gsHiIgu1vq9INHKhQsIljAbCU7JIgLzjBSGCaUw1dGlS
edgZ8TJRs2lJwiIyBe2LZ9T5Z02VvJAQUCt81P7qe96HvP7CUn9Au3qJ3AW2MIL6YBp2so3No4F4
NDk324bH02p7GlPYFlIQEcLweXeDPpY+hU2R3qH/rv+YSj12+z7Snrq4aO5UMsXP6NHtNQQ35m6A
kuM6IFmk/yhW48WaxvjKKL3s5L7SYZKXTEn2oMvUvPEwgj+aqMMDiIDXYgyICWD0xO2ARhbhe5Vn
QXjvmhGRf78BOXaDZZXjWlLYvX67CkU6QU7iqHAfraZGtLaNXM19uZ7Dd0tUdUeJysLp+qEQ98zL
d6mYC4uIAhcblnUUZ/bFB4wsq+iLbMz9oO7it+VSqW/hqxbHqe2iY1DBucRgHa+bug+P10feiDtI
PD3L3KBuYayxotirqYnW1LmP1GqNPUqEYZE2l96iyuPOm+0C6/c8Sx5OnH74JiRD57PkvwU8hA2X
L5nmD6Uq3hhS99DFzhEr2ye1G27MERlw+EG39VwfUyk51Vp401Tll+tz3ojolKXJmSlEgm1Yl7/V
og6LjksLFnVDBMwLlOfTdNnZORtfFg4wr33xkgL+vIqzqYHkuRIumS+NZnMTjETSYhy+SFK+px20
Eez4oLw6BM6ZIvjqu3ZzJhVpAYh5KhT8nK3ePoJiced48vLi1S1xVlEQ6disJBjkMaskXQsmpe8q
K/XjppKPWV00f+sDmlDX12gjpIhHFMQVLl30gsQavjgRuRWOsaakqW846fQ1mtT2NC9DgztL4txl
9aDcJUOo7HFB1xovItEQOTpe0ughkBiuIlm0OAkmulriA0ktRwTn08zPYezcWJnZ+UkSjqcgn9V3
i5IrRzgJtJyRH/RGJOkPmCMLBbhF842gtnaykIveG7+M24yer3h5i1bH+QeZMXk2QLqmPsZgg4vv
jeWmUREC/XHe2HryGARx7Kly+NaK8jdJMT7mta26iTH9vL4wG4cHzAd1QhJMEuc15ippCn0wavhp
EsrId33r1N4898NOQNwcBeAtrT32ANfp+WwpNWK4WUgoR9ZjCyLabO6CzvhxfSobJxRCo1hq0NBC
LOZ8kLbI7EqfzcQPQNsdpyhaDk4LR6p3+p2RNk4oLR02Ml1KDs8adK1NwG+XZE58c1rSQxgT4lor
ZPVI/pcvS4hY+fWpXdTm2S7QpRQgGAJRyCzXcxvTbIhhvdlLHN4Z2oR3Vo5W1YexCw2/chDmlqa4
ObaZ7bjTPEf3DXatBxyC8p2du7WUqOYIPrEhelri7y9OskiWUOXLE1+Rh+a0lDke94ArdyD7W2tJ
Zd4G/UrjHazO+Si2FYVZVMoJzNsSB5J8qI8OiJrjrBfyTmi6nNBzAZfKAdqIlCBXAVCeI320gjz3
4WBJt3owfW9HXb69voDPOgTnKQGj4AZM4YBa0sWEUE7UnL6Icr8qUPg4jHMV1+90crn5BM8swD1m
LLtAiKfZoTsOVVu7XKnqW4GoByOLSt93yr/ZcGhBjqvC3suExqRPzTu5RZed4FFW343SCn+mEZRi
sP550N0vZtvPR4d01TxghaH8nDot/jjmzXQ7lzmWLbLavE2TsdFcSdFa3aOpUeT+aM1LCD8qG8ob
iQj4We7asfRbA6MqBnaOc6BoX2sNwAmKBBrGTGYtf4uDMfslzbo8H61uxNjSbhz5e1RLs3Lqsj64
0SVjqU9qVSJDN2CO96NU9bB09QLfyZ2As5FH8715ehEKBBR3XWid5RpfFlWDIZ5Uy5ehccy/68SQ
DrYiNe+qPFIelFy3PSCK6p1VyPhy2ulrG7JksvwG6oZA90im128InqCZisIzV465hN6kDos7VUbr
drq191zZ2sRiY9HQYsAL5fZ+THu5dVA9UGszOmHEh8uL/QePPYdCPX1zxA0ggT0rZ784+06lGQXe
mHjtpoF2Y+Tj8IibbLpz9rfmQj4JzVcoMtGkPz/7epjySZcREldVfpQH+BRBkEs72etlgEE45sUg
q/ddpM5xlM4MksYJbU7cR/wqRgyO3vkeyWlzKB6SdIyo7l7wD4tw6UurGTJ/COUWgliNsCCAVbef
5m5nVpcXE7MCrfNc06VJsQqbC2idWcaVzo+aqrhrq06FT1vm8iHrG7yZsmLaI71cJnaMyJ1OQUc8
qdbpYxJgc9gkjGjUrfZgUfU/GPNoHRu7VA9CnAUbK+31tSoGpf4qeE/AXdZpXZom1DJxafTNIR7v
hhJzRguCBpfwvNew2diMEEzY8Lzn6BCvC/P2hCt1UTipP8f5+JDlqvktrS3p9VVYutCiCUbblMKl
trqErDYHH9hoDGOo46Palu3fXRHmO7fQxmJxosgieFtAnVzDkdo8J/+HSuJjiISMeFUrt3UsKxN2
SLLyMOJychway96B7G2OanCZ82gC2L/O/WFF9uZcz6kfwk7zal2rD0jfJo9mkMpeGerJZ3NxDP/6
hbu1bsyRBhCmGZQ1V+VM04TZTWEq9btKGbC97AIX6/jXCpQR4RXaUBRNgYVwqa+iCJ9SV9qyS/1x
qcM3UxVkOWZlQ7kTEcWxXSUPZ8OIyb6Iu3MXmfqE+J5vdHZya5LnYsXW5Rj2pannxK3pZ4kD0WHO
I/tO6wJ9pyq1sYIaNyk6OSR+YH5EvePF+PiqzAEq0Im/FHr3OCDydZiwx8QSvVexs9ObWynPw8/X
V3DjiUQXkdoprzjUxEjoz0eNscBNqrpGy8IY4vrEReM8xijaelHQar9H225+DI1s3ZNWDdimJtNN
JEmqb8JyfJCx9N3ZURthnCYg4BjTRhiVdT//OTmxU52kCqttWxkREsYRupgV+VhHWrRzTjc2r4as
OphrNi8Q3VU0yO1gVlHAT32yis5NIoy7MaTcy5G2JmSJ+pROQspDRvz9xarqsdygisyqBinSp9qy
VF4hJ/YDlu17ncDNCYmGLfkvj5f108wq5UCpDYaKaudraNrFnRxHe4SvrV0KMAJCMXcgWK3VAvVT
BOnFVhNfs/GMTaZ6OlXFHL7Ro1lCVNo0b4F87r3MtmYmNGpJipgXzaDzj5gEuAo5fDbEBYLRVWx1
fD8NZf3p+lnYuNdpB3LJPhdJsfpajcKOQPCYB6dlxOPbNAybpyLBg7LsC6c7dDhE70ScrWk5MFnp
psGbBk24GnCuq24IGwonSmn7hqS3Hraye8qEW1k6L0nEzfh0oHHX1YdMkvNBT4fEd7JhvJOjcbod
Mch9o1V9+hSGULZJZLJbEOXxN3xUDC+M8qU8XP+4G+eAT4vGGgpZlEHWQmtt0oJ2XkLijL3onx0J
e9NaRriiCYY9OsXGZ+WwIcUvxBPwZ1gduX7sR7yo59gvSrn45sQ6u7N1iuP1CW2NQjZG8wwvDdSA
Vndfoo5guOcUsRhJ+VrnADO1GqWC64NsfTWgHoKWxMVAqXK1Q1BfDNMiivFhDqUDZb0BXwFzdnNV
63bmszkU+R667RQDLvg0+TIWZlNZka9E0t91OAXHeFSfJCkJ/mAngPDgnc5HE5WW8zlx+1XIwiNM
U1omvudzK5+0KcbvPng1L4TMAerOc+mNfviFHgu+CyrCCioaOHpN/a8BwqpL4Z7V1kbigPgU5VbM
2xwBXz2fUNIYQ46jcuzTB0Q2AvZEEHtWlZrtiTWdTuNsWvMhAACDn1MGyYPHuGTscIgughdvHyof
orMjOLFrRT4BIe3ClvOFiGb5Nh6S9jAA3nXJFK1jjhHYTqX+YvuL8QDbi9Kq4GCtQrLTKQ2SV0Xi
D5aVe4489q6td3t+lRuj0A9gKPpkosq82v+6iaouD+7YV5zxRy31w1FWmmAn8Xpm+J1lfqSp1Px4
F1BnBH20yrzkqaGEHNdY0FNLqOgBtGBCJOTusqjV3tuxkz6aYxIcVb2RfCtR+tjNGzV/sFRkBsO2
TfODowy9t7Rh62Y1qq+Nhn35BJjQywxJOjZxZByiul+kg6XV85M0x+ZOIndxfMUcHFGGIYsTnmrn
mzBHWbJRO76UHnVte6zrAm/g0jaz2J1IaI/X49KzJ+H5J4OqzIGiJW7RNF6zWvRYT5NQGlFmUVU0
HsK5Tk52QIn0TqZ2Ety1lgDdZs0EtSCY6p/NMoePTjniPGrNJZbegWLfQdoufkamJvnlrE6524ZG
+RAX1vAYpXp46vsgfiiX0QLV2hfugHjgodAW/bbrEtvH7by5yUddu60D6Ruo6j0+/eXeY4pIO0Cn
hHpFlD//ojF+tQrICMScMLZ9nPGZdlO9infO0TPraP0l0cUGC2JByIAzeT6MmWihkiV95Adq7Lj9
onpypb6P6g7gu/O57dV73QqeUOLLXD3XPV7Ft46eDW5QNIeomJ+mYvgYDHQ2RnmU3WZsvDrrNXdG
rqfUpp3Sx+U3ERUpwU0hwQR4uDopsL8dSafZ6OnFMA/YNet57cK02LPRuYxmjCMeAABIYHeuU5Yw
RTIDAQPby4NF+xBbSfG9pOyf06vP8vcLVdydDb01MUHroLkJGox/n69C2lpT03M1eIEzSLdOwrtL
m6LstQkfuDmBdhDcOiHctdpShhPDSqTZAcWhGW/1vouPQmnvT+YinMRokFANWHPCTa3slgrbcDQZ
5ughlOvRrfI03nk+XQYckizwxOLZSMa9JiZGtlpiTA8zpKsxKTKxBB/s8lcBQGVnOht7QWRzAPQQ
OaNcuTognRZ2ZdTapoe7znw/1hlPcM3i7TEY46d6NvfO/fZ43DUCfwgCfHWzxbrR5TVZlvdflJ1Z
c9w4lrb/SkddN3u4LxFTfUEyM7VZlmx5vWHIskyCK7iA26+fh+76vqlMKZzji6oKl6xEEgQODs55
lwp2z9dpM2d3K0SgBoQ3d1NjOGci9ytLbyPiAUjl3IaDfrKn1qIeDHS93L1vDuZ1kjn5jprRvP91
xH71dZEKgROFvIZ0+PECh7wfIF+2PZUFeigDk3LRW8uMRpB7jlD/2gRyFhE4N6QbcKXjoazFR3rQ
WqG4UP3FS7i13o4z/Y71xulyeWYZvpy9TT4QGSA66wTRU2TWIJymsRJh7TtzccOs63hRk2btfnf2
tjYcLVWKoRx2pxa9Te6sM8OYe78Nvq1uYUQOddp9B+XkTB3vtefZtNfIjrkUgpI/nryhHUsigmnu
u0ArAco7Kq7SMvntQMTzAH6lJ81r4ng7HmWxUn1KU8ukDZ3noSiU8UHrDfXw27MGHhmEOrVBjCdO
YWsBEpRZk0zmXi7IH6JFI/a5dPT3vekkZ4Z6Zdo4OzeSLfgDA2u14wdabcSQG382ybvby360nWtV
eeeEAF8dhJcDyB/DuhduX3Ob6EgUM4hb1gvVfs+/2nyMztyPXpbktqyDFU3qscEqTquq9Vii8VpV
xn716+6hy4YSoRUdWcl7zSaxvzOSqe/DQpcFPLWklnoo4Vanl83arwhNrch+7lbXGc8FxpePTxb0
Ex4IoHPjHxzPsZ5WwyTgVuzt1C2eS0CX9P/19kyn+GX0oGyuU8ne6K+0/U+KIkG1VH3p1DgTl/TX
fH9BZj4tb8aslZFTld2Znf3qcNA56UxvWuanStpQs2C6VKm+Z8Osl7W0zb1w0WZKxyoLZ706p8v6
YhI3Dg4JALkN5yd4/eNJHBNhd3ZtO3t7dIMQSH+901f7nJrhi6diFGCinMpczWAbnkQRqa8I0Cnf
2feL+G6Pgxd1/WIjHzA8aZpTnbl7vvZMFCm4CrjWVnY52XyzFHnfdrqzn6WN259I5C4NrPJMpH/t
mcCdkXQCnaZAsX2Lv1VSW5iKQmq2vQ8yNz3M+KyF9rhOl730gI3a2TkZzhfi8z+Jt5hAsxd/ikqc
rEShaNso9FL3eZvQSZTrOCT4h/RlF62tDRzAtqXMKE2b6Lv3a2k6Ydul00fMOJw8RnqukZE1mqaK
/GwajF3ZGJrFwdE2Q6imAVB2OcnlXJNrC91H9wlaB1xcwLJDCKE5f7JLVU4mlRutve/wd/1UA7rY
LbXmxpaEyoZukn8zAxs4c4V+GbN+jorKMBWQjUx6cqCo2V91L+V+kq5ZedssY3CNwzP+4aU/XuDk
K7Fec5spdlKJ7+BGwttTCGxu7SZPvo2Wqy5+ffS8siQpbIBHgzi9iTmfbLMUnQecFyHqB3Vm3y6o
CGECufS/e4zy1EhTIXJCXXXzLjlekpTLBuxlBtQxBnu5sSfpUsXyzN/fXkAsOA+MTYmbKu7JKJYp
EP8o7P2CCUfkjChgK5sV9usZe23doKIASBFHW8hRJzNm1nrhWZNv7TF2aJKo8ss5NgKIUmHnLt0F
VyL7koreb7d+t9I3BDNIMViEgq0/fri58BajtMjfNBqJIWAECLtD0J2ZwlcezjfpYRPhiYYE3uNR
ptpWeqt0c29vyt6BwTg7xNaMOJk4z0NBUAxBJgwffz2nW5g92YuoH7BCQCWRUZ8K/7lLaaO3uZAw
GHMaqmUuH/Jp9naGXHxKWonaNdh23yf+8uPXA28v6+XAW7ME9semynn8vK3hoVtO7CErVv1uGCt1
W6BNf7ko1ziz006d3EFek6OwbPgvMQf1iuOxik4JvGQXY18LHZ51l+HpiwJbz1PPUivihJLbU2bn
Tgxi29/RpFY7N/dyO7LXZtghKdddcWR4UT5Q9Olz27juKKVflWmG94s3IPer0TULVCOuW3ZJmC2Y
kCthyP5M5vVK0KDxCkqXwEEH/5R2FqDQpfN+jH3gdO6FNhd5lNA4ObPRXh0FGRGTETYyycl89ZWt
U0UZjL3mdm+7PvHuhiQ3zqy87UNOFgBH5Bb+GYGz4CQBwFrbRc5PGXuhrURdMX4LZGUiOTZeLj13
9V8vt1cfiZzQoytINeAUHI5zeKaSXhr7ASOUUB8s77JYMaj69Sg/beJOH4oSOycysZB6/slD1XgD
dSV2tnu9dmongiHdfcFYjLIg1RD/m1ZU2ccmM3MRzRZabtQT56nflyOFyjDNlQ410jf6H601JzLs
kP18trx+fZySbixCHDGFvYMS0YlI62xnc8w1cRxAzI/Dq7TVKhHcDtxHp5JBENvWgq4Z/4J821jG
KEjCE6sORW7XX6sp8b8HdPaeDe7AD6PtTx/mQRM2sB3L/oJ1QzGHsLydT3baQyGABjMYoQ5rD3Sr
6QNhK+1Un6MKqdt3fjHqfoSlCe0R+J3N+1JMxZe0a+c0suzKHKNRb9YuMqSP1TEoxHII+eKLs/un
33he5ve1sR+TMndDNwUkHOqNX38782peLDewswRYik4ctrCrj2NA4JdyBfyk77maeTtzLmU4a0Ji
EDWfU3F6yYjgJkmtFNT+pjaM/cbxWLqjOhxx23WfcRlqI+596yXX9pqzt6pEdzl3+aihFpjlKi5V
6mIE3cpvZjNV10rUiYqWcqJKahd18/Tbs7CJPNGAQeqIhXqyPue5lXkDdQm8ZmtGAaTImAaiEZqy
PVeAfxngOas3IxAwNgT5U8UsYl8adE627rvEmHao5dp7TfcnMIPjuQl/eXYy1HaB5yTbAMknabDC
JH3wG2dBejPh3mm0ibw3VnsBU2qn2t1YONjwpIuFjtWvp/NlVKEygXIczUJ0JwBsHb9oZ3DKLLHn
Zb9MwXpVNMmPwJn0M5kBq+bl2uXQ2nLWjZoB4/h4GLnWQzcbQb9PmqkILtpgWLRdZRtrsbOSZf5q
Oy34Yb1JrSZ0h8D9OAo/15mHyQV92/ZJEmfNXBrx6FS5GSJ8q9k4t1utCA1jMrLdHEjH3HH4z/Yu
c+b2YQ7WJoumROApPS3oMlxgHUjNqq2Cud2nOOaiMosO8a4uk8W6WKdMFtHcU24NCfgoouAZkKeR
SCh83cqqwghlWUt8sCvHTD+3y+hrkfTHzI+DWvo3wNBS+8JNW9CkXtcEoSwm80FXqk3Dcao0spAk
T8fd6HZVsUvSSty7oIgrOi6pP0Q/hd3jROnp9tDdVESb/OrW5zSSMraMxZWhmeAULZYheQ9Wv7wf
/dT93iZKew8qTS8QPZPGe681jE/KUr4Wzp1fKuycGu7Ybd84LsBgc3pjl4YJYtiZg7e16pokDAov
d6Jlabx532dtiZixp63NTYVSEH3VtYHMMgpNpXTdfC5krfQDccv9q9L362gMd9Suezgfa6Z/aEe/
FFEhrbFA9mKtqnAVTpWEwkJq49C6MqtgcZk4Q9MPNN7ZUyes3VSavbyosk59tJzMeqQZOiDQsaG+
ReeOt66mZWXop+yaD4mQ/bXIVnPdtXYwZRsxrLEOQyPrOvL1wo1zf6780HZS+0fQJa6DAI6zgC2z
s9TCJWwx3o4TITYsxKR/xIvF7vbkIGmwY6l092WjjQ2a+gb2ScZqDtRF3CwYQm/JtYu+pQMZIuqo
JUT5dflS9EXLpPka+zRT2oKbluy5j42BZA8LQTspSCz15CeO/U1T7oA4RuWJq5Xf/jamuLVzmfVJ
2qa16G+okKzWXvaj9TCOQanIwfQM0+YlnYLINWfTxWhLZT9qq7FvTGcSd/QOUXLQSl/claSj7/y0
LckLA68e46H1qdrruSGfunXCx0h55cSjaX3SRAS7CWlxZY1XTVY43wpgATS3KP7xZFWw2rs0T5cf
siuc9+Y0uh7S6qZBF2pwlymePDL9CNNUqo5Y4GQEqcZX6wU4m76KkiHV70ZXg6fu0rLn7JhSsWug
tF9Wvj+DfMmF/GE2TvIVtZ/2S+3DMAx7bkX3PQVvKzIDrpIA+o3uTe++9cb0phUyeZhkq/3gwtQX
UTuqvo4QXvWeJ4gDX/JcmcahC0p72ZujVVXXpWsz2ZPIuyfYSU6NUV3mZ3tTZYUIO3/Mb2sQtpi9
24v/KNt2fBZUWO6ZnAS6AGtojnS0T5+bIFNeBMlcq8MJ98xHtOfVw7JMujw0CCbzf71gHGKrMqwm
Uig5J+Eqi/yB8qEoI53+Fi7cEOu/9QG1jt2CT6UTqyVhgRSlk3zm1wS4LjW5YZFOeRYJp/V2AP9c
UnJH894N2oJqnJMXfmgZ/XBXWhKBLpw1PVZln23i7SLgFfS1l8nQAo56HUxm0l4myJGPe3ZU8NZN
bR+XsHmhN24bTZeGvWvSVBSI33khpbHpgVRo7ULe4JSTPxnWtd+4yzuryvVoyi2IuZO+2FftGhis
WSPzp6venCTMVq5AQ4SwalqFPOCEWZzn9tea44r7xB3mOi7q0sFQZdTt90mWVPdu1vYur7Ax8PJy
B+PCoeh/1wQuzB+PRgnpFdI17a638RrQgqEGAKfEzYoI6kNrm8a6dz3ptFc1dnMtSB0NXkg3EUoj
MRbZzWbfwtqwJ3feN+y2cb/OQ1MfRpXLmmJW7dcXhexGYCOiAvM5N/3nkip+H2V0FQ9+ktoEXFmj
5171k3Pjqw5Kdmm2xq0OysmNpipXb4y2R9OrwvjwgJUlUbTGUU9c4YmcDhiNZJNxcNyRmNnCFHno
irx8ykxtSg+O8Od0P4x5LQ4l4lXcg8hrrYNwpoAcVWaEpjwV8isDzJQtM9IT6KeB8R4HjIKOdKeR
CXRkYjXIVW0pIvTYzU9rhV/ooVOjp19g8GpmocNbLHgxAo7NHFSzE1oq8ZsQbuPwufKFjlRBrkOO
qT17/YxFNS5nazWY975ZlJeWouEfiqlt5tCyYODvci8V/UVCMNZjM1WehqJa471PUQB3w4Az603H
pvOuPE9qOhrhdlmGZl6Xz6VQHUJdqAR9oePdXTfotyZgrYyOMqb0yMOXVS53SbBqI3YwdUUM7xJn
Dr08hzqda3bdRj2a1JflnDhhw23goFpPj9Z0uIF21N+NvH3OInK5PDQx/Or3jpQjU4DiA75f6eZR
SVNY3dliTvMQtFf6pXe0SkVONwKApyWVX+nKkd8bSmxc4Bzl5GFu62TY5MGajMu8JgtOlqU1wlS6
jYiXxdNuVIW8J0UVJ/ti2YP7Zl3aSRwIlNYcS83kPMuMXAu9IMckUVV2S7xs8/nOUXn/pWqSsoms
xhMLsdQpIEtNhkziFZxGETbT5IwxG6YMdmk1Do8r7YcDktKLfzVlorhoO46OOPdIUh8Lp3DXnSim
1LjMai376umjLWM5jYaKaEyJi8bN1W6YRbPvhYR7ZVtFa0T1Iqsb5jLnHiaavonEqqUyMtGqu11L
6Kbf7GWmwKqKwX2QnWM9Z4ELw9Xty0nflYOPJnzNw6owNziuQ93vCA9D4/Zvi65rn4eWg+6AmCCI
LatPFi53hN3+OZ2Uz6mkU5etE335ZFhz9Tyuhkl20HaL/VCM2vQ0dN+zcm/k1fodI2b/y1yuNRmd
pPo7JwPoDBMYgR9qo+e2Me/Nof2JMeR9q/zhaVDl+KlB07oMWzi7H8Xsjd+5n5DeSdeQU7iYPemd
jUpg+X5LT+4ztWjZYSwzJCAD3K/GEEQ/fIzOGdQUIYIxZ9E6r3Bs9ECMD11nep+k7wyfC1/06haK
f/0E87dwI783vC6sEq279eZe/HCG2vxsWrbsotROkh8ENo7m3rQpu+CiWqUhn1O/U3ZtfCj0yns/
tosOEKbSUGSn81+28SxIwWJ2YxlckkW5865ojPnSXVlOoGi31VNAE0BtJIMx6qeDd497VlGGcyYz
2JOIZN3rTWml8aQN9ReZFM5zAR+PJDofgw+aY2YWLH6neu6TQHtbd0v9Jp+MeSdGo1h2tdFVm3mB
UI9V1bRPSztAyaqSRK4PE4w0loSYs/fNFJC0e2lheBgWQhQMxwRBQZ6hWCAE103xgQkrxqsRZZSP
WaOJEkJDo8nbte0MLR51CpSxR7yXIXUrDqS8EI53kIZB3RJdhdSJy3QwBReVvsrf6pO7NB96QdCI
+s6y17iYdaCORILhHiHxTkZ14C1DWLFUb+uu0++hpLs4S+gT4Y3Mq15CSSW0Co0Mj9TQV3mwhEWA
8F9IE85JL8wAWzfs3uZOhDR0pdoVg59+xDA2+N7QYwI1583ZGg5g394XrYsLzuDq2tcKB5KVTLrM
3k0mp2goBJWoubOTNTQzUDLh3KRNE2oJr5PtWKf1lTMYc4ZPxGjdVgjkmofeVeLHPNSKm7VZJHGQ
z5UHxWve7h65ZQwRLhFSRR2amtrVhP+UQJTBzx5yrxxt4t+izR9x8F3Gi8Bfh2VXcQvEDlF3WxrS
eIxyzASm5lDBdJXcu8kq6osWPP+N2Q3DEhdWTrl4LYNinwiz6RGSs5wfm8syqehU+85lo5r5O0BL
T15VtpV2Ya95CaUZM62iAprBZ8tq2EnF4HGQNJ2a+7cmnr3VRdqpMoi6yRFFbMzr/LG2BvWYAEFM
o0KNWR+Z0yAfRSC6NAKh6D3V+Yrtqarr1Q39kvcXCWysndDWhu7ToNMcAypV+Y9lo5Dbg0tKvamq
nPQG2fVW2+mDa+Q7q5cZxm6czFY4AwtP49LN9TTW1nRkelax6fOlxVodRrOCsWB6Yy7wJUHK4+B6
JXIUk6uouqZ5Y0236EbU093Ye+4HzUM6JjKmgait68K7GAdL9aGe+FSt0I5FsA5+yAJelDpY5KRj
q1+0fWmZX0rMQtSt1vfSj5Apqt9kS9o2l0GxZLcVeYIbqqK265B76PAF2Z3hrjOwIA/ntXHyKNBI
RiN2NnS11TFVEtVcMxoSFhrJod8uOVl7XhbvUVwqrVCNdYApZq/6KXQRWq7pQQT9dBh43f5BBDhd
RH6ajdm1WVvBck1mhJOCJw3/smylDhqtRlM1KnOve18ahfpRF0TEeCqW9t1Eh+i+UgU5f55yPbzO
k74kdsAqwKJLNkN2o0mtm0N/6eSIP2RVoIotZnbcnE1NF6K+Yz9CBe+zuHAdeTfPeIxcaKQBh6Kg
g7hrRj35uhTMdNyR2hWRP7T6vVQtSaM16U2+G9WoddvUeOqe+nMTxEOhhj7016C1wry2mLjBMlNJ
Pqk3ihxmZiFR46ENDvjNMa4LQeC5ysZuaMhAUvnJ0/RBXBYQd774OioD8bqm3RpXQY0hdzkt6ByS
QQ2HQVH9RDg4wVxzWLz5uUKr4KofHS6v44pnVgg3DPEdXbZVQrjyqzGE2p6+6eFs3vmZdO9NzSdk
G21a6bvFbxMzHF2yZ8qoeeFRKBFZwFiqkFGQ+QEVgXXSn/yxQ17NlPPwvc3pO13AEEv2zbwGSezW
ff2keqvT439a2dhI7MOmfbFdiJvCJHlstVl3on9Klyt7W9GIpzzvkbIPk/XgSSpPqYOoWoSSLPZa
yCkEWUgROrV5b1b5nu8cnNOvfFl0Q7ATTCjS/6hqQYI5rhS5+EmPvllSkEpp4hI5OAvcxu8BiTnn
tK1eFr/oLcI1prQHRelF00+BNJmMXC570YyczcoO3mZTVn7/3RIb9S5a6T7oaoqpp30xQ4xLYy31
vO9G+w16mi75RU/F+LcreZ4HoA69YxdWPiXS44nLF6WN0tCnvQ6nFAQw1KdaX85J7b/seWBYjLEi
HDr6pWyh41E4RfosRQweRyiVv6nyrLrrqqC8MhLH2reNb50RaXil6b0h/gHEbgIKiKydVEZX0Vqr
46TTfrJx+nOITFU3cl5b80cNAZTQr1s7ahFyDp2V60iV3+cu94Lud10QHchD1sbfs7buFRC/4wfv
hpEcJTUHBIjy6WKS+DbVKB389ktkFBRzwCrzxMapWkRhQqxJrWnYQ9SEV915PQkPDjK/XpEv9hiK
mTStwOLrG4rhFLxKpa8UTTqiNZ5M45u8xEaG+rJz4IJQRr8e6sUWw9kaRCm9oU2ek7r98bQN8yDT
dSyrfTt4fdRltbjrZzGd2WJb0f+4aQWjBrAUSnjUmBFJOB6FL29XPe+Fl1PS1xlJXt38aU5GKoja
Fxhn4LvPgcpfTCLaXrq/seVgDVESPtlvpcLvcdAdXlWdF5FR5VrsgYeL0On/bWoeXAPWBckVW4AU
7WQSzbV31sQZlr2NW00ouHwdViS6z6yKF6/q5yhQPSBo0NA+9Wgq86qelN3Sg5DauuNGsIar0fy2
rtc2Cv9s5urE3lMcU1p5k2cM9UIrZXZDh7rcXgx4PK699pf2838dOZr1//5v/vzUyKXDnXc4+eO/
34gnHPeaH8N/b7/2///a8S/9++343A2qe/7Hm0fZ/2Ov6u+Pg2jq0985+ghG+uubxI/D49Efdvj0
Dsu9eu6Wd8+wgoafw6XPzfY3/68//Mfzz095WOTzn388wX8ctk9L+Vp//PWjy+9//rGRQv7r7x//
189uHyt+bddT2hKPp7/w/NgPf/5h+v9i829Mpp+NmZ+in9Pzz58Y/6JAgyYQP+aeAUbyj3/UDff0
P/9wgn/R8N7OSwQhkcDaMM59o37+yPsXQFSsO2hS0t8HXvvH//tid//ZrP95OczDX3/+R62qu0bU
Q//nHyeKV3CEAEJyZEK2QuMOxauTRb+a0hw6gcV1Dabk2lv7zzJ1+4NmrM7NsC7BlUDZ8Bqad3Dw
jdI7WN1SFRSeyFPDbPUC3G0SdVXXaf7hb1P4yjc7PgJ/fjFoTBsLjL4/J+3JF/OSXMunEjhhy8Xi
uh4UF3izn/iiRZfQU/LPKVMcb8xtQMQMQDHoNGU3JMgWif4GykOxsBM9l6nYk3RW9c7vrjpL+z0c
DQwwjBIYazOr8dA+euEjoxLoDJKakrCUfjPDCQE7BzpPhJplfqhNM/2Qqta8k8t0zvblpN28jQ3h
Bek7MgoAjjBXj58w8S3qwd6c7kC0F19TyECb2W8TpuPs9qS/Vn2oBpekw8WHQOt9tNvXTJkHYB7u
benRJhgsfH5+/Z5f/VbEKIwyACjSbT7JdTxpg7DEEzFOZkvbQ6DxLtBL7geqGoF4wEesv5YLGuul
6SWHalXjp6IuWHdGcK+pKsnizvKqs7qabLC/nXX/mSuYxrjiskEAYW8//9tq8FcPim9XJ/GcBpg5
FcHW1rK7xxllz4tK2toXbB3UD1c0+mEc9ft89tzrBA/Ka0qFw5nO7nHf+ueXQUGHQMEGhZF+mg66
qzsvWd9l1JJ9dh/poNrJLvN3fdqUN55TLmEQzObFmTdzuiNYLw6dZNJBtCpcEJHHc2B6bZmLrBU7
EAJOlJejFa8KCmFYNJ3+Hn7CBG1LZFFaT9MPrltZmOX9cLtIp9g1piGvECbVPugok545Q09jA1+M
lQyVEqD8llydfLEVw85alVjjJH7qXXRDMu86HYFwO014OXMtf4srxvyDiGS7Ql9GJxxNupPFYCpp
KZiw+a7xkvTgW/14WJ3ynGrHi+lGvmGLeAbYQ/B9zkmqU7taF4giKXZz0TOX7pC7IPOt6t2vX+uL
xUSGuOnGexY5EjTLkxS7hhXkFHnucvtfyjeNmdmXtZvQCOUKjxOpEi6M0cq9+/WoPwGk/5s8bnNo
Esm5m0GDg69xqkg32HXgtPR2YtS8tOQCPwzth00ljvR4abM9ErJ9ChuqdHSKp93S7RLqTOSy62RO
ke9rXDU0TsUxNIJueF9oLRoUVIe8yEe4zol6dHCysLMX+Q7nJK8NqRbM7/KcyhSryHqbT7lx3zpW
7+zkgJxm2C5Jf0MreFOzUc6CmXGlJ28yP2nmg+JhDj2A+uaWaXSccByzeTfUltxjejbOYTebTR6m
yAVWoZsZw8dMzu6trlVYzo6Z2VyxTvI0nL1g6qMCQHcbFaJAUdKkP/y+90Wphz4VCDMmGZTjZWlS
grifxzq9oO9R+gewCA4tfnL6r4NDWroLaCJ+nAMQ6ZFfaNoYG3lmUIcEoVZFljZ53zQz77pYq6hp
uwrmiAyS99Cm24+lnXuRqLq6j3/9Tl9bScQklFbYHQYR6jg+IBi9molLp9UzKy1uRJkcwFa5O7dV
VWytJeTX0q93vx5029sv1hHa1FwR+SykpI4HRQgrVVYqnbiyOne3mlWwa2v8RkyNGt6vh3rl+cgG
UM+wYH5xhTvZkH2fFiRNAUOxK66NpdP3SUZhU1rSvmKdL3vX1c5d5V4bFHg00CsCPr6xp5OapmMC
8gQcSRMMb4plfktZtoxtAIOx7pGZuEN3Tn/4lTmFogPiHYAtsoanMhONbWVautg8qBCQEnjhkRR+
vbdawuuv5/RF6AY1Z3JRZSRGJAU6fn1gYqvGUI0TO72/RO6Y53ASVjBs/thegnqbz4x3Qn34GXco
B6Ekw3hk1KeYqNJz2kYVGcoB7kBqQyH2h49Y3DfgLeJBYT302fZrNR30pjOoN3bt+k5PPBCfekG9
KVql3xzcqRibmP2l37WpAVHCrvvlEuFt/xx595U3wVUeoxeaJ8zSqXBL0gcUD4fGi+u2Dui7iipq
ZaJHruzPcaBeG4pMFGUiMLWcoierG2MgxFvr1IuNrAJg4WviMtc0P8II9NxLeGVNU1badqwHrwZr
gOOXvmRm7+cjJU8kWZIbtSZ9uJKtSpTnaWtPQ5lfgwMbz7z6Vx4Qf0MIez8LFvzreNQmCOiWaasX
K6+oUcq0BTjYfgF3NJuH313V3B0oWW1uSyhv+SfsiWxePSgZoxvXVBji3E6GXQuK9GDnpR4bxVCe
qde9TBUQz7M90P8bf52SxfGjJZlVVIFLD79xW5hR2jLcBJywZ+L7y73KJ8OMZiSiO05Ax6O0VAxk
YPdOjAJpEGmGUAerytQt7BHATVhmnBmPuxafeBzciS3gQGFJb66mp7q/ZUEaW8LfiAd31Kw4FzPe
dUCG0OmGAQoOSLMRud6BwEd3OOkhG4e+L/N3XuIH3Q5mtV7Gs+tWDw2A2jpeNCuhD1U6bdT0M7mD
Xq3JBY7c40cgp22NmbMsn0TSLIdMWNOPvhLN21QNpblvPcVxXVrZpPYN3SjU7H0nTXde0Yrbea26
r3QsyVU0z+byjVAKEA+nLxENnSm4YI4BKiXXO/WcEGM+I2ehO+FkmdO3pCHlioKkAVmUrXl7zZVM
f7I7CRiK11196JVqPxS84R9F1ie3iTljuj6O9E5C2lI6eKJWoxNbtB6QQ5rgdh46+twg5moPyVXg
lc42cclyt+Eu68hG3hHGaiEoUqP31t3aNIdKAB/KM9A9X+GeaYPwri1VNJTM53R+NofWA1VelMMj
Uol+uaNTbD5wQRg/lcWy0DosgXffqNKCChIsy/wtGTsXdJn07SZs3RU25zjVw6cMCwa5H1aL6xte
K1W5L0Tbr5GRLSsC4rPnkC7N1mDRXuwIQjMt1qd16bV3sgjyPG7ahC8yOYWghd8trr1PypT/Qxro
PFVdkv1wTehEIdpFqdp3AsuKcikTsBXtJN92riY/kq4BUdMS+rChQJrRD/uqNVfgCloPFqTQrDQU
jZnPgAaMkXlZ+0EL0Z8GAO9ate7dlOucqEvl+sOHsqmQ/MyUW48h4if11UD/DgjB6gfvAgup00M7
u9O1bpQ17FUDIbEIgD0AUzT3egEIoE6ueYOzEZFxUtVe1qqg4ZNqHk3EbuAv0gMUWFgDZ7xVfjMo
Oo+d95BjVCXRVyh8/83kV82l5tQZOAsz2KQZreRyHejR74q8rS+FVYPkGS09vR/d1XxgIL0Ects1
H6e5Xt+xrEUTJpkcn9umC9ShaGa+rVlxsIWOn7Rv3Q5I5e7XAXILFS82NnQHaKmbHt5pgBSzY5TI
ipucAMSTJkEPmmPXfKNcbdqRalShBWcgFqhXnCmNv6wvkLxtbCmDGlyw8VSOo1htGm1rVg0WnGB2
apD1axt3pbnG8HFlVA2O3CtbpkBQtRrDyi54G9iN99bkZce+o6YbaWjLmczylfgN2J0bLFkJmdcp
AXTQKnzPcOiMfdAAd3IcyqjFYvz+15P+orhH1kqGtT331koB9X786EHRWMr2Bise4XNcKxuF83po
B9Cb3fx+cef+MaPjGI85MAajE9qOu0YTLWBO2cVJFnkKL5PRt+v9r7/Ydhwer4YNCf/zpgso/kUN
XJTu1Bt5jS9R1ww3upqCKbRcqe0bXxIVi5obl0iMSLSlgVr4OJ1ZjSftri0phHdDdwYVN+gNVBeP
J2bNpS6cbHLjKhnTWykI+FT95GWNjknoJi4CSBZnC/Ba787DKOyyXFWPZIsu+q8IXFeffz0f/6nH
H83ITzYwpUe+GiXf00u50c2bt6iVkjaM6srOSrTrCpe7YNhaCRZb+rwI89B5St2mac4dxJSsoTAh
jbpKWcjfx4USaRRAlr4E9KezsMsMeA1dvf+h7jx6I0nC7fqL4iG92aYpXyyy6XuTaLLZkSbS+/z1
OvUeJEAP0EILLbQczEyzWZUZ8Zl7z7W0uEW5iXy0d9v2iEyMlrfyk+Uk0ZiPUae3qgkbadpvQKG1
g+GgqUfx2U5+UPZ6dzDyVDaIc2qFsDnXuUYTdiUDen/beU9tWTmhtq56H9mFYWK3HMbsQRlG2geT
wWYjKL1C60OrFM53Uy2cMkBJAPeZDuGMgWt38ytozhrOjzWsRBxaszzqfA8fZmOqITRniTufiBJv
5T/OeiimsrZUTNq35p0UXgQutkzghlpCd9FVbe3MzDVuttn0r842b8NO38z2NnLwmsimHV3urHzV
tihbnO6ld5kfxCPMJv0we4bYosHWrmXdOdXjxMEyBMvimvDRU029kb9ihulCfgRLPJBKp7Tp+ypq
BWuloM6GVoaw9Es7RNiJhngSSfFQN25m/y2nVRteso1H83XzU9s4tGuNTF+uXQ40rmrc8cSl3R+3
OWkflr5xpguKQfb+hZlsRbQqsnyO+Ty03X5NhwIqmz11+pNReONOpDByo7HztITYSw/Xlz02MAZq
1afw01rfQX6Vzy+aXGyPeQWrBb5IiZ6PxHQx8Ddv9DYytARXaWdq/XeaJPMTl7T8dnl+smBDH/ZF
keuYzBkrBPgYQ5oPEru4JAmm7j/pHyHGKxSleZjWGcFp3jpnQ+D088RY7g5Xtf0hu/M5emHFc5sO
L33v3I/9ZVX7YUV6EM9V6b7U7exitsIcR4B8RiRB7Zojjuee8OZ4EMuIBLXiCQ2yHgNEkFqTe8vX
zDPCws7LlfjcIZ3Rgg/9GxVDr2ENWPU6yP3Cu+IoWNeQQB9X33UqK18HE+x9nCACpbxjr/8zr36d
HhqrQYtYVjp+98wpkNiCw1bdvlWpfck3FPCBlmGUuPjV/Ye5qyDbZUFeHtioSlG2zSn6YLfq/w0b
Iih8B8PSXJY+0V5TveL5Y+shvuCw4Qao/LKHfs2tWBxqq0g/pL3MB1H6noyzxF+0yMVU/LFVq/M5
DkjNgmFMHCtEqLaZ0dp3lIUslDOEuo0nWhwm2tryWFXL71kwPIxMzDofm9iMNpRI/hkOaQhZ2m65
VzbS+xA1QRDB2BdgJTEGIM+bml57HXsYfGHGg3VCH5T/2G4vnmSvTUj5FB5M3Uk7ROuu0j6L1hcv
05K52b2qFE/lYM5mkDGaeeZNT4Zodib1WeSe8zEZ/viCqb/4h91hunaywWYk+gZ6T2n12ytJp/JL
4ZIQAbKRsSQAcrAWBMSpcRd5e+OdADDXKsaI4XFTNEu7hjTTSDw9UBd1mCSrS6HN6t0P7mulmMSA
ooiMROkZb6XSb4DwEm7brK3LPThK8zd0jMINVdGuJ2+akX2PtsyNo4CaV8XjUCH6NLzM++4X9BHx
XAzFcnaVS5z1Rjf5CBJu/ljKyrECw6m812KU9qlvW92MDDUBKmjTTV71KcnNQC9cfQ1bNXsK2TDS
1FAvSrc99dVq2gfulQ7lbU163xHggZYdm9FFU1dMJU6gqmvvwXB0faEJikCPO1S/ZQQHKXlqmrp+
09NUc4LMt7ItNoyp/2sKwXHmyVzcJg5JGdPuj1M48MEStN7lcEsxBmtv8yB8bA+8md3e3xhqhplh
pW9aQhwCN0pH2F29NOu+zrS6jWatYFklvboobq41EFLv+cOy7jdUbf/MtS2cw1yP4p1vumtZA5hl
w0cwU2bbUjlTmE56VgDY0v2PkR4haFqZF3Hu5YwDVJmTRuAXo/M6JRhJEQvV6m+mb1rFjNMtECDK
9qnV2CtEOhrFS0uqmxk2yWbZiMysJQkHy0qzSLMG0cWzWd3VX169fEkHxleACLP6SPR2IzdQJNAc
6opLdJjMAr2Z0Y+XxWoRs6EPYD471GJ144S1wux2KJS9wWuh2tWj/lF2Q9Md0sp0ZIQ5aEqiPMlm
KxRKYGxZShYG/1XF/r9Ysjc/1fPQ/fwMbNn/f1itM7b5P6/Ww+3nO/1vq3X+h/9arevef6AIMeAN
gmViXnAnRf7Xal03/uM/Y7bx8LMyQwzGgOR/rtb1/2CDw/b1ThSxLUZf/2u1bnn/AfyCIK17OOJ9
32X+36zWmWvyN/vf6lwYQ2CPbP4gfg4r5f8+9yKZgqwzvwqzrvae6yq/9QgGD+BOXvMK+mG74ka5
O/WDjvIq7Eb3D6+L95iVmhsr4efEInxpVvEE0TOWC01/Y/WXCZALPbt1RZpaPSAAObtlXiEERlXr
VO6DO6ZaYPf1kUhxpPdmE8h+OauuP+B7sdFHxrmd45mrOX/rq6gwYaT11bfL35gNv+uZ4JWh+9cL
/+r25klr3F9gYXYjjk/1lvo/9XKe/LeBRHg7Ocn5VOXZRefca82HPtfWoAWco6H4Tta9jxeoNe1v
v/nibxdO8qo5NLyJvsVlVj4OPtY5o4g9TqKMPcVUHVfiu6lo2Aefe7u/G8fCfHve1NVgBDAUILNt
8Z0X2uvmbEe8tA93geaC0ln4xNSwNDPsW959bnjqG97hhrtw4wyQ6Uku9XW1cMtle9f5slJqnzdZ
4i8zgxnXqZ9dF/PBGE6ttoWDR1xSb/8IKV4quJVh6QOcsR5XQe6L6F86+cezaZmSUKrnBAOsMvKD
jklxpcNlmfY4p0h7UiPyOu2aWs1h06QVlJiMri6DD2Hjl1vkqTexz0yLHa3LfHG1+ZauqGrX9DBl
2Vdxd0z+qZvChI9V4vRWQSWyyDD2mWye4N8d8GVwKt6sIW9COZfDkd1l/iT5sZgwqRtP5vTYGW85
4yPGDWEzP6rhlOdNUE3Tjuq5ClTqp8d0rC9ToVNACby6SfdLYi519ceksuPUNSPVdY/SmZ47rxiD
1l73vUl/1uT8k1jLz7vAPnCd9UnW3tmcNBW4mRcAyN5pw+aHi2btmln71WMToo4sPij4htCgzbQ2
/Z+u/Vj64EYcztc1f9P6ci8nFfZuGXbTe8M87DhgGM5t4mlyir52NV6xiCANYGys4RJeXYYoR3+Y
Auwf58xq83Dq65uzXgHx/Mvd5aH3VVR1duQN9Z54zMAuPsumi6ZxjnqvPGfIx63qvKbP3K9RawzR
aP9ZR/XaSf8g84TSr4xsbXrs86aBQnvpabMQ/sVOn4UMYVKccpau3sFFPCdZdeTOR4dM8NQ6PPjr
S00op5XZT73bQDVQR2WJw2zO17XWvn1lf6ar/p13H/526JnwJJAe/LI7WvWb27knEiC9srp1tvs8
mszpFnTBpcZj6EwHr0iekqn8l0qbb2VYs9CadZ2nfOQmsx/GDTOTa3TfJNee0v/8MoYdpXrHEKwG
aABRF4fgyVvzT27Cd/8ukxa2+Y9MoB+gGNPdyeXHSr9ba7OYOeXZECoeUfLnsnz0tzTWFu9pGUW7
K+2tCbdCq3b6vDwj5v707WKLZFu4N7Ga1Hebd0xrawtXua7R6gmyjeCRshytI33qXlfeo27hbNDU
QWMqVlWfWxNntv1RJBglErYFLeTU4RsjAhaQckNwfU9GSr90r31I3RU72jQyltsy3J4u/irBVk5L
rO2mRnv5xTk6R7q7XvSK15o1398ZW55Xo2EEcGQot31GlH7JLM2iKfWtfbu+jlURbpYxse9xqRhw
cU619Vy4RuBuWRZbQ8/kWXUt1oP+eUV7Xjqr8VT21a1tCmSDWMKdxTvhoBh3oCq2Q9K5ZQw1y9lt
Ka+mO84QOIvsd2H059rz47FObt4ETlgUF6+21he71N47tT6yqj/nrv2gVz0IlzNk1y1qpuxnSMUv
mkWsRb7z0yVGHmKw9qJ+zdODvxo0WcrLT51VLhE29MdptMWnOfiMOJ3UK8IVF0PQryMymy5vd07r
YAvlbbJEciE8rHvIWvwdJV5jgGR3jUnSHpJhnT3O1Gp4GForu2Yl2nmgIrGXmU6gmWI6Alyq0d6b
r8jay2OeaM7Ro2Z9Fh30R7fDt2ML7ZqsSfIxjFXPAnXJ3qim5p29ps0TD0iO2k5mF7fMlrNE3BjJ
3qoPjsI3V3lNGyspcHBywEYAUxNuRWShrb5d3c7fsUjkyxNeJIAQSxN0hm5829qMqymHpjlmWvEs
GXHGHc1yLAk+O+pbg4Oy/tsM8lkX4mC2ot6txq8+q81LAgY8MjrsSB0n1iOxY7w2k+9UD9ighp2Z
DtNXink22PBE68fVpcq9S3g4b43qwZ29jd5vam+9uY3x6rwIe2mOS+5yPtJ5hwsF8/36k8ZvYuq0
CBBt5M9meSqaYdkrL+JDbmiM2iRYl6I40lJasTNS9adr8TlALNzZMwMz10/flVTBqpkXuTTj0Vrd
5wyT59Vy8+J7YHocNGLOTwmT6qAubRgs2HWiVadhtlqK/zFT+h4bqrPjc6cscIyvMsfTYkkwq5vT
qh2wuEfbElNsQ3IIrUYMsd2Uw65s738aWraAHUB5qyrjj6mrZY9YGP9zmh7IoXxh8XGzYXrgw7Tb
y6hRKLhvqON8OPOrGXb5skGjW7+MHJvVKhfM/fachBor4kNJ3bXv+apD0V7XZa9tFEvbPzlkesRw
nKgqp3sncunv5MinAolJnHp4TlNDXfU1fzWz/tjL9ZqW+tNGgDxOmwMk0hejKyPd4kZJtu/FLX7X
LVWaaPYdH3uWEU9lenvHGwNCVBPrwk6Hffy9ZrJPWW/vfTw1d7tlrs/oWZJw7tPTht33br7aq+Su
LmmvtV2c/KW8SX8M1Xxre/uAr4eBULNPTCcWEyb5hMKtt/RYFLwalt488NlTQTwLi5zTRlXuZ530
03mbNimxo/D8p9pEEyvEGPbljGO8dBmuFSXReeGmWckRDqW3L6SBEaKCmzng/zPhyFpVFg/tppXR
Nvsqtra+aQOETPZBwrIKRVbj07c73T+1jemeKZKdr0JQQKZaUp9Z7xREogzavm629AnBKjcjOhe1
6yekH2JLtL0jybQ3SovbeRpsPGCGDkqQi6ny2+08pZb4pad+vh/nzT5ACNAvU1fnv+ng2l814uKY
XS1VUp9tyXOb1BUj4ZXuDDeQaYVVu0w323CLY9vY2iFXS/veWQjLrPnu9NCmbApXUVWHRmvWl3xb
9WuHD+jUW4P9r9RTcqiHeXjyNfHHniu0O6rNhwdvQCi0yJp6pqSrfMgZBexGr8pAisza0eRXD6ZU
c5+Q5roRibP2Ueluc1j8ltZW4GbZEtiHmpmaEagHO5z1uTx1mcHt4bYmSvJBmuaBQeZhUY48TX72
YfT9Yu10NO3vujKyELhHGvXumD/izWfWwDzIHDmj3TTIGy95dabRP1qiwgJPNxzILqFMYQiCFr4X
56qY12DLffPdzMvkozR7dTLNecZxVm6Uiign/2x3/qdodXk/nPpxP7vleF1IV/1gkuUdF50Qca5Q
/CVBpZrp76Ya67BMgn42HaBHDBoHoonuXow4a2rvV0b6lr2AfpQyizr4h21nRKMmTi1uh9DOICTz
SQqcnOKKiuvB65Y3q1iieSWqjDkmj9K0LGfKd+j+U8W+axUb/rvkt2nNO8XamGlEdck0/eKn3ICr
p47aWL94c/lqqg0YeMOlBI7Jql+4V09m78VaBR9iYbMZM735FKOuM73Xd0ylmrgFKhXPef9ojMSY
tSO0DNvO2FxqmNXy5KqM+tro6dFnHwKThVnQ3MS+I9/ubCsIKbce1RcFoNYf6zpNT4T/+RiB8ccM
AndzKa13LGJGPE4GH77bhYXhffmLM3EPsHFy1iw75avVvBhGC3iGedrLhl8/JH/DD5yZzs/KdWNX
53oXNXn3uqnN/1UUxRCQBeiFg3JOJUrrMXPlLsHOfmu7kTFcwYPvySIJkAU1MYC6k3StndH4v1b9
d50xhW4GGIvdPmF8wo0Su+jprKrik8kXBqPkQ4xi2S8Y1NC3DNFkjDu7hlXQIr6Vldjj9pAPvj79
HXuc+kzZqihVWrdTrPNC3dYElsgh6/gN+YXpAebirKHPjQg0Yi7iFmM0UodyT4gSAbc8QX54kKJH
Lq6Njw30hiCDgrxXPhpo7Ih7bIvIgqwk6hkDbcQC9EusJhI/AoWmb8ft4F6Lyaa+MmR2sDPTfNc6
joQ+ddg+60Xv7KxSsx8UU6kY9G57S81sinVdZSx6pHemleMl0CH87Ayp8l2tKetAkEx6wiNdvS5C
+DFmufRRGSoPh9R03001rntH67r9wB4G3s+2+O+tJ7dHhwnma46G8tm1R+Og2dOwGxk/Z6GnfPvd
sFF9pFObX1Ul/OdKiRQDlbLAKnks/qDzoXfSsvJ9xnPxIlVV/llcNXwBpXFOwzaKk4aysN+NrT68
+pM73jCo5icAK+q3I3H9hlMxTXvCUBnJ4jf2H/zZGT4G20ieiy6Xv8j24CKamHbihU6y8mUE8fZ7
c6wUFjFYaNbtRptEpt8shzEvktAwKvfF7sAneFWxPADD0s6bntGCuTyYjlvqz4nR3oV+nbhWllyP
Zee2DwnLAQOZQcNRnytzQLyxtc6FQ387b5ZF1+bZXfUO5yjhoWEAP2md9QyEMf1YfBfJopmu/fvo
2wNMy20x3hggLMdO5laM2LmOhZ2z30adtMisGwJ/6Ixfiy62gj52tCOjWgs+momL2ev9kFFt+qZy
y4qxq8pH35jSf6M1+ToIPasogqTeRh4tN0XqardTCO4JOvWIrzhwRbOecaVzJ7AtOPULlJmlruKq
7c04n6tLylOb+ctRB3Zl9hsra5ZexcJQAizFSym6R+7ZPpgnqoPEToJ8tJ61MqWFwVWukjk76Itg
fNuKNDCrTf/rl5MTmF0StYWZhQyLy591zEjMU/kxS8oprmjQ49EGh5EILy784qNODEJb3XQ3+1ac
m5zZbpE95XbvB+BiKLuKz6oGQwIm6aMrywcYLhWvuSZfPKtjb2GjLJ4IIaFuQFfbVNt0hh4alOk/
sBrcD2xeR+19TJOjP6p4tvQxMPqJKaqxIXkEEDYo87RULTu3eeP/U/OlNtSOeN4u8GnAzKaM6Ebv
/eOT5xZAS1iBHJxkJAR4enK2V/jzwaqYNjBP8iz8wGP6omUDwwGzriMq1KPm1ge76/RgRGVCw6c3
V6P5GYzbBsx1Zj0SYKJ6YOrhMj53SKNZtDokwOWYui0uVlBh/jlrd6bRKt4htlC9Jn9yvdrlpfvT
YL57rUpx7Ze5i90W0bFfJtZBN3qqbIN+igBgIo69Ix/lX0EG2J3oImLZD7tCLn8cw3nkkOOMHza2
V83flS2B1nwkYkPOyLgkT6Y5rGo6gaG9N2X55HEgFPbe2TT++oytuZjEG9uVGCUKPanfnMduG89g
tfTdXdXcJ44fd55coq0opwilVxvYCd9dx+bSu5gKX3z+2Tr6TRbNt0h9dBOwyWCLFqDcReJFJWkm
e24dD1NHVcRdXY67NGWI0q6NGZd12R4QoYiwhDbwJDedJUXvcbSUQaP3LwhCLsnoUVUW9VsnSdJu
vD/AmVgdVPB0dK24TsXBH5lKsJALjGK76p0WpGUZprl/lQl0yhGu2aHNWYg2CZLr3mwYt/jrV6K0
C1J654Eze45l1Z/hwG+ID2o/rnwjD5j0hspOLxpzoBiiUv5HbsQUBU5bv2/18u/u/d/B4TH4OFQe
s4UDB2udfOmj58j/KDZhF/hBl7EXFYMzXb+NleNfl9mE4NF37n6u0Qqn67luknjMRoNbyf6nOUhg
lOtfHZ4D3E3PftfUb+a8ubGlmN+yPp/5GNQMziDvAi1tWBuoxb4IJk7PpslnI1sMOwP2h67Y9k4m
nwiA5DWfjLeVXpu9vv+AI57Pqyo3jZEMgK0eYUUJp6Cq5StSDbX3q9E5OwZEj6FKj/1W77yEp7RL
l0ddlfZLyXgx83DJyHLbYNel7r6uW3dn1ET9oadQAXW89yTS4rud5aOxWRBD5Bt34vWudipd74+v
KuZasG9oXrgbE5kdbWCeuNNAjTYVVA9RP7aJz3jRRtMGSXTP8gzVMcKReLW8M/TksK2W9TeXFWwb
H8gxo6DLWMCk8UnVZEG0do8TTNsbpcFVH/ozIQRIUGbLjLw5fyp84Z76RP7oU1pA6tu+HTszAvby
3jPwGV77on4SZsch2S0jDMGufkJsWFB71KMKan3ykLNtxqmxG/uyKl/eamFkh173s102o9QjHaSG
TWWGXFyPykEPljXOGwK3/byi2DXcpnnk4tlXreYfdPbBt8HO0qDiDHbt/KY75bNnsxyfzL937NP9
VuIbSdY24hEtQkVpE0EqerXdpTjAmoFZOOzAMgRAE6NhbN9M53dGJsBNLpp5gysmkzpyjacpZXGp
/RHM4Z692ib+0fHak95BYKHzsp7ZHRd7b9imlyrpARl4y3gDpiBivS6OHVqPqw0+J85y73P0WgrD
rHtrGYkxZufgZR9GyzSTsKB89Bxg7/hN2Tvn2lJEfsK/HI20OIOFiirtRnjPcspF3aLzcwPPnWJj
EgxK21hzagu1LC9E7pg+Je6qKFQYymIqKPzkqOniCmsumIBIwmkFkv9K0WuEU4eooRN5bNtDnG80
xIxd39Hw99e0TyGIlC42jXYECoh/puPMLcDmBYnltaFBt2+Wh25gKAJ5XPYfRTtUAdJt+1zV/Rgl
2WgdKstPmRhQdtVD31+5Lu3AmwgDYKj9LxXwe+qiRU2mpSxKtnznGCNJV6CG7BNLSzYStqvtenJw
Demei7a6LI40j8VYfHRgEM7T6HSnopiPZNM2hxxEEBSGbYJv0qiInQV0trHXf0hpH/azMV7U/WNn
Uw/Krm9PU6aGWF/XeDJMPsvuC70qdnmRsJSs7PkyezzkWeKeWNN0u9KzpsjsDHkq9f6bxLv+JU+c
n7Syo0lap5EJ8gxjajeNKTeS9OcQ7gWXZDVoerQUZf/Vevafomn9sPAn86Xx5hceg8exdLKoMeUP
1Y9xafzhZM6OfV5scZZTXoaQL7mn0WbEmFkkJUcSa6pAo5xbd7bifJSNWYUGCYphXZrXAowWGVqg
7eQ7BDhGDla5t+/Zl21unEqZVUHXUguoMr1gDD9ZpTOHwvAr2nZmZUw6x2DJTY4qOy7L/FT0sw/4
75qOJ7c8uMVLVVxZpd5oUyOyEnZs7x3ufkftXFLDMACFlSvcoO2Q75V0v8wMd7gnr5aW3iZLfwLG
QGB5hzKk2wTFjX8zXWcJtnlZdr76EV5gY7cGRFQLdthlEdbQ1UxteFyG/JlwJHlE4HfTu/bUzfUa
Wsb6MBasjVrtb+KANYQnZO/RQcsw5z+4uaOcgf8PJRAYi/fMXCPl/tY67R+l9sEV3l1yjB5n9Z79
Nr9Ua3YbkvEv/CLz4vWWj9K0bGJD2vNtFfKMohX2qLu9Q1zCD9TUXNwPpVBPvhwCRoWAwvyTMNdD
NVh5tPn93ln80+z3fsTHn4XAgYK+XWGUajdcu5dZeyWzmvIuDfNy3pdF70W2kpDy+me+1oBCCXDk
RJEEfupxLe4vML7GSeeNK7viZtXbeVwxwPJtSslArCIGkFwWpKYpEgZclwEZWgyAVX2Utv8OXaQK
BnaQLuQTTz469/m8Lt5HO3Nibc1vU50jQDB5+ce83m6Zzis1m3USFaNrH5mpfPht/VRP/C7L4qO+
Yxkl9+0m8BYvYl/a/qfJH0laRjSbBTvP8S/MosBttaizd8p58P1yJ510h4nz2iZtSHbXTtE1NrD+
lf6pDKRupfM1p8lvyd3mNHO8Vagj9Je1uzqVuFrLeGIfDNRUHMD63bIsOdeJ13IV5zklYBaWmobW
glnbM8asYQ/L1IvStmX85tAqK2179lnsvrTIQ54bAKYhimL9xayhTLJClNBrGFjVZ5rlk1V5Ba1a
UqJroL/DcDNH+HGecvoPJtRWHxkt4mN9E0dZC4kN1vvxK45GneUtmqZNRQqQaJBP6xzkbYcGv9RD
w1qR7OReWN2boAbM57Et88ifxhu6aSoqbfWpA1VP7yOeirE7CSWfOiCYlWfdUqGKU5eWe1FoQ2D5
w9kwvPTkW2LeLZ58L5r0tnbFUZcdmhUF8Z/xnRtIBklh3sO4K7XlXDJDfM3r9p+mMVJdUeOjo+YH
iNl/djkBkS4PDLkqZe3x8DVnYQyHHABkPW2/SsNA+1yWT+SC50/pkLJAI5mP+UZGMWX44tKk/a4s
htvWgr1cc2qcDcXY94BUWbN/VXVyGMvpHqhDH9exEVb1zuiNvbVWv7wOfM/g08/97Yd0R1l/GLyC
k4Wj65jhPUIQsycsa5cxbmtly5bb2fkodWodzlWDFRHBlz6Fbn0eqiZKrRen6G8EXl9k2j5khoiW
gQ7MnJv7t2Z9IgLvY7RUVjhAaHoTA7GwiEToZWaMa7iJ4OUBtrsH87ykcg2L7s0CwgM89SG15E52
x3yK1HKxCa+15LdPGz6udthSDQgwflyxga3+4dnntl34rfwYbfyHMyw7cyCYYKeZzQcqvD/JKh61
+a4tMIn/gaiXMgEqyrgbLqowwAr9qVIVNrSbOccwiuCchNch56pjKKOcz7JUHBdTFlHQ4zfMTihi
osbFXdHaWfLSYKlii8/kjjx7N4TTrh03j1Y7SBpH+5UrVz53sm8f0d/wg7d2Ovad8PdIOYzQMLvs
S/MTa1+NPNFi5BwKu37WYzb1WBCI+5TsH0FnngtirO9aAn7VNV2vTTP2J5TMgLQmu4nrsrLeqsyg
eVt6jvocVWrkdxYG2rS5WXmlf0JMQwzZkD12VEr+6y1XHrWCIxrsZP0+6sO0Uq/i7exyr/m1qAQ6
p8pvSuoe6OL87rW2vPW0uBjic6N/xJBZvCwU9Xie78DonkWe/dH6ycEt6+e8E6/ugAKIUeon1pK4
gTkWuYpDtDZGuLuWx2X1difSEROKVSKZqyQoaROqTISO52BI4HE+gWNvoyJR30buPLKsezMm62ik
6T+cELQYDfA7qJ6DopMfnV+D5538hLlus9g3H3s/O0nzpmW8LT2aLIzivEvJB6d8FhX1yEzYjBCZ
BJPNGhC68BK0Gm/LjO6RLYZl1DMoguFpnfGxeDXgoXk4bL75IJV1a233tzDsX+YsThBpLxuqyNye
O2YEc8FXuYmDLPJHct9c6kL5vGj5qYSEanG7Bmu3cYNbRGE0SuyYj84BvOjndjEfSy2NPMFUujbN
cF7YN46safTimiQ1UD93/LKLf50+ilCjuA/pUlGSMOI1iwWw6Oj+GxBW8nFytUlEa64OnZHYpnBd
KE7VZAepSB8sc3zySAZHNZ3szaX4PfpFHjSy+RmT9MvUasprJzvh7a32ZiUOibSBG6fLoRL63rTa
nbvJk++w9knsmo22BL3mv1EYPpi6yKkQssdF86k31wfyQIP1TlfNyvKSm1yntenx9t0pe+79TNbL
CIE9mS3rGlSIZA91yy+K+fuj2dy9l04n3VruC0XCmio/0upG7RubliUZ/gdz57FcOXZt2y/aCnjT
PTje0yRNdhBkJgnvNrDhvu313o+9gdKNG6pS3FLc3uupJBXJYwCsPdecY/6c6uIG9I1nvxc/abEj
gqbB1tuHj8qcA3p/f5bWdLA6devKdBuhVZD2+DYsoW0jw3+mpnM1tM22E+6SmtfWlmp2XumZe3cC
GNMVo7mZU8MPYvKbtDxb15FJsSvMe1+0ByctZMBh8oPUoLfSHPFTVxNxn1b/TnVSYmX6x9YbEdlT
93jUb3hYr4YW3cQAKK3t3gzR3speUiwwPbr+p6+2hKGvrAvrwO2yDUyshAOMv85B7XWcfTKt34Mh
+LJZh2LkbXSuSa2PAoMkuNAvOQtqq0ViKYwDsfUAB/jjpJ4894Bhfk+w5GEsnoxMrLvOWawAdsSa
zIaIN0mObWF2iPzx1MCX2MQDrVdjbLN3oe0JEkq+afTwloKKYc+HajXPFWskTrYoygy3WtfiUW7c
Xer6MsD3eHL8PA60FDd9VDi/xVycsX482SrZiBm8e6V6c6Wh1nWtyUImnbYU9nAd8kwL9Kh7y+vp
iK/0dyS7IyyIR1ZrUDq9CxrHkePqxD6MvSbny1XlyCqI+gIcSzOt3bLawVzYKb/12AVJfZ12UDuw
LyOw42rmK8cGkjEMSGvVn5Wn/bbSpePa/NHUxWfoFqfJ779U3vwWItxpKozWDjaCwFDyV+elD8K2
0KKUfPRspu3eOSSQXR0jOkPcZQ1FukilbPS+NaIaG8v9ajPvhxyzK/m8RfEqjKvMmzPwQ7hvsxZA
FsPB4NM0XXEfVXN1quDBraCuoj+l+RtD7kFr5Eeu4rehDU32EO5pHPSXqW++Sxa5KwMBD/lbPEOd
X+kIULt5+prtFoZBxV0yMrxAec4H8jEcgMRSGygWd57FR8Ob7p5H/E5Yu8WV4eb6lqX+gEU9nniJ
GaQzPlF7Ms5pWdyQ7NwgzuB++0N9FpCo+CdRBbE+fSeKvRWYaHarHu0cGpvZvK3XkYjOkh63dYli
tmqNbmK1QYrXVSh41SQOXtNrKweHDF/l8ZhAYQl6SlV2eFP0LaS/G0wx7RxmcRzwHhEHdPKgMsTn
3HUYouJnJdwdsDt+Yp/GGzPzYkj9E29fzVYsMkz6vl39VLJ4CCRJiaCTNXo31yqPB7Gr8fbspNNb
AR3N33bqP02WQpxODXS7YudH/c/OUWvPOpc1K5hJ8kbHabJ2e/mzlOPZ4pwQb2trCldWjSXDsV/w
9a9ZktqoHG2/mXqRrKYy/hAy/WFjij+VUAvWmZHbn6bQvp1Sck/VP4aBcxbFcu9Gkp4TUhxsI6Jl
IfXZtcZ7pTWBzeY07exAcC3gJmq4w73NlHush5whyjSKM9ZrjAzJwfKMOx8XGHOsaKyU7mlOs4HG
t8lgJ5HjeSATuJrim2ovfnwduxdqmK115ziH1KiP0Sz3TdM/enleH7SaS8vWw2e7czBHKEwwk46p
0R+Ojjm+2WkD52E0SE132tNcT0AgipM+9lcylM/kzHY+VaRuTKAdRWw1FI7YdYIpJzLfw+pBCrxu
tU+tikmou1Hss4r4sUGbRpJbWbH/oONr7KLxNXLyn80cU7owpE+tyH71GA5D98tkbGhZ8g62yf7D
PhrdTgy7OjtMdo1bga1rll+WyyKttjl5L7hMir2erx4T9IBhk1lruP+rRGPJUUPpRhExJ6yGE5pR
R/3AsbSVdvSG7By7WMI8bfMj9gP9Zi8bdsxoUfbQxE4MlycOH6XGC8WSqh2NqUu+iFnP+0KZ4itz
84zK+b58mrE/fpuxxxMGqp+e8SQqhiS+JoU9TGuDplVWrVP3St5zuOKixZTvaROOApWeJtpaDhOl
u1svLtvzxAh0Luws/gzLWPJI59xqhmSIdNaZ1GtToi5cD/c/O9G3wYk+4AddpJ1+uA27JKODrGtK
wkkr4Rob7IA1TZyzvOTEqa6uWWgHve1f2pK3UQtRQTdAZl7cOrNZjhvKPOq5F7HQzH7LSAbcczcQ
Grezbq1H5azjUr9Vbfw6eT0mNuelTXCY6knZLIeouwvXaS1K7m9QMernJnXEg/IRPk0CtlYDbIFm
D6Vd0jq7N5m9ihSAFASIPTqS2LFRLjaNNZv7pO/uTeI+ythLHgcH9niFBt4a5XiUGKXXI4GflZur
a+Xob0nSnSrjF7hUkP2cQNjMEMgZOvbxabbLJozq7KiItL152oVOZSK7Z92Jti47l8i5V26/Zym+
ahjsXP1LDOwWY7FPKUifzOanmX7i+EdDfuG6DdCDfcxC808BhnOrqKCzolbgEGmx0HjT/GG6S/IV
y6ntVE4QsmBnWnSPmbukEtJrRJkydAosTBGGQSN5lT6gc04vDXeVaD2n7cYiSkFmEDuWuFceJwZu
fEaytoxDVRT3ZsljeInamLkWvmX4G7dmxWAtMDsOebyGVfsaU09QJ6cqmR7SRUwaieNuBuG19Ij5
nHBHDcW5f8qVfw57z19FHZGY2UvGgzGnEV0dA35sQnVBiW/2HmrCe0EZjLfm7DP3L8Rjf9C2fbns
AfCtZXWGFRTQ5Zp06kbPlplFJnQyeDxa89FxV3lOosOOL5CQiUHrr3MnT22HN7e0d8kE/lWm/m/f
4BaJvCLeXZ3g8ETgDuwifTeemE8gQmGpT7QjODPnYtorknTsmbMMMlDklrGGhb9jgw1gh89V+P2l
UfHZ7b6SVsOYYzEiWfY0B2rMP3jkcukMuN+q8Y1Cm01VYnH1eKSzKs9Wg1/VK7JkayjYv9z0l6xb
XOiGf4GBSjqbf7CxjK5shuy8ll1Qa6AWwjxPuZEM3iYx6/iKk27FvZlcIcknQXUG5arR89RF1cbz
TPerkDUhJPS2NWHkI+v/i0y0FzbccaBo6sFxbRfEnPO24K9gTftHsuB/lbG4/V164k9ow/8Refj/
Ib7QWIgu/3PI4vn//h9J/v/rXwGGf/wr/4xZWNY/lnYy8guu9gdPhR/2XwRD+x+sbtylTdxfCJ0L
Dfe/YhaW8Q8dnJXNDZc+G4uK6f+OWZg2P48MjQtoz3JgZlj/m5jFXyAVQEUARpjLb9cYBLS/ZiwY
bVuntrCIZXX6ruLh3Of+qeAgWIwDyMb/flfu/4zj/iss8Z9srH+J6f7xy5iLl4ZgQp//VouWKQa6
srHZhBIcnJ+KtOZ7Sikd2yPVYSGkH2009Ets++k3a53S2xWxOWBBaZW3x90u0MQplbGAPym6x4TX
KPuQkejFm4SRstyXi1K2teesFIemLZzxhEeja/aOO7gXM8mb6pbFnXG2W0Tpa8lohoDhy7E5xTZA
8y2eZe52feFFPFw7RuKtLrRCcueU8yYDfFBiksqXf8k2iP1Z8IQzmNpdd086h1jkEoUyj6ougMDn
JazqvTVY5OVqo79NkeInEXzt08Cpi/odl4TDYYSGA46ghIstbp/x8lYklXs3lnUuotPAgcqRMzGN
hh8QDBjko61f0clCEQEnuRU1GDEbpXHUDoBxKgLJ3TAwMeNmzJpd6dCMReQlsUuLDjwqlZEWnZCw
AwotYeNJ2f5qqBMFppwNoNzFM0HclT4APg3aiA9xcRD6LoEYFb3AEZ/Lw1z11it4SYuimkh8RmnB
iU481D3tXTYRRG6dAuMjC7ENAC2OG3T0Ef8QzA/D8pOwpa9rdKug99wdG8cN9jw9yPWW8ECM/uJ0
9tWv3UeU6Xqth92LL1CvJy2q1jMOFhEbb/QdPXPGehQlZ14pjBvfcePS1pwH6d94UDi9+tDirKTh
aeGrT1SIHgC/4InNkYGw2+yD4eBv4AncHBNHHXGzLRYSYwvuM1vpZrdjzV8EAoxY6pIAJFUKRASr
wGDt87aUazZdD4bJ6cEgMBenYut1PI+ajtOQT7/4uuHDLpLwdzigC0uOa7reHAethyMftvtiLoyL
MdqPVkmPymREH3FrHCc3utQ0KK7xYvXrZuZIgW99azX2ncFovVROrFNdXGlM2c6exKgWXbNZCqSn
7tjjQwg9uCka4jI2DHkReB1Hw760gljAWE47d5j281Te9Jm/oK6cc+X0dxi6XzrCYhRL+SxV/4Qb
GZvydIUmh0NFhT/Mrj/hjd3jqqUhxu8G3r/wMDpzyL6me/NynvyGm5CcIEuuOfPytyWLYzQJlgOc
E40kMt3RY/22tFMS6lpZWVEGkutknZfxqyUjnPu+uvWkydExBEs2Tip+jLQn/N+68HFuIoS4SZPu
Yrv9akcjJ6WLWc4L6UtgPJQYG8NZx3CYtbgRC5TmCrd8458GYz6Xc3KvjAgNAL21n7XrGJbojBNL
ZF+jMbEoMRKHdYVb2ayKFQzJF84ZOW6BDvF0bne01DF7dW/8oWfD46X4HQkUkWGOjKv7nMTfMm8f
OSeywfE5IjbOqczVG2eefWcmOIOAZ1Bm0X7GErODCk2FVo5xYKpCBkJpXoQPPnbiRRt54a/CpuW4
h6jehvMhtZL23NXNvJ6c9G7WmFN8VvD4bnBLwIVirJj3SlSEUGP3CzjQtmDCO01Z9FjrHVciUuHG
AIOHWZ0CAyWlF1TljM/DlIuHZQ5MaDlRgmGyJZo2Y4Pp9Lk8uap+D/0+BCVo095Rf1UJPrDIYKPo
U8dhIwzYYwrthazBSnqMNkmcrFrgAf1s8t90yamNtXqXkNowC0CXk+vFBIL8m9Xqx3gyGU6xPEJ0
JgXRbbQ+fGgzZa3mhivUcIuHNGSFKCmdCnoblEEGYiHyELDou4iDWvRqhZ0rZtfp/NTt/mTYmXen
dNvddHVpbNLKfR4bxz2kzbBvbHyOYBOCLmr2aSw3Hv7Baea3gcGbiIPj3xCEkR4zHtPk8wscvk24
yxQyQJW5SOTpwSnc34OMK6CDE4sY3K/UImYbN1ZmYILqXHOz+DVT/1iXHqdRnw1kCRRyE2EJRM0Y
z9R/2NS09emh7MVx9MjHdjGreMwv5IhjCKB7nHTbMKo3lsnwaKXhA7uAq1PIX43N97tiXVslsb1B
4cahiQnXpTUaMS55LjR/jYrsLkeUmLGYjZeB/bRt6Fme5NIXi0zPQ4INaZlWGx1cr37BL8LhdGjF
TTMLxH8Vs4zPCS6YdcPn2mcsCdHofZqyZUitVer3pwpbGB530JK++22S58aHkREAHiMjxzygd956
1pqDV+JnTkvtZHNUXCVWmO0VJ4q9USYPeFLeAdleqkJ/hr9orIrK3UmopUMwz+4rhnfzq00LcQU+
47ONzi9Uu17KmJKFCiIHBqdp67XNp1/Hz8ZQWV9TASfMdpqb66jpgSh6vhvNZMvD73N2q/euxqfh
F82ExKntcQCOazus97EqDcTKGmV5qIB40ggWuuHnNEb7obG/+yqm5q+vPXZtcY16mw4nnQqKTaZ7
OG71sniOQp6YyrWsQOX4+oiuzNtSG3+UbooPpyeL3bIfyJ360aDud20lOqHT/LtgMYykQCBunMxr
QjfbEt/H0MyBN0D3xM5b2jxmJaZVv42WTlUaPaKifC2Z1YK6bj0u/Ix5wVcvId4UNpmYl8rYFtij
wgm5E1MctbAHjcEVg15yYvvCkSbS8Jm56XvZsSuuNfvNm2qfQtP5Z1QX6JTtZwgubTVIX14MKkTX
ZpJZZ83M5sCg3o7jGP7Vwkr3hLCOXpU82JW8eG75ZBNhwr1B+IJn37Ahu2k9zj4qF7pAHkSzlj95
zvxuj8pYTb21A4aCoGtqyZ6MaEOMrVAPTVunJ8sQlxr2JhZb7T1amLiJrqmz46dodBi+Nz41pb8H
M/+l4BVc9TF5tJOOlQIyJCQDob8QXd6Wg53srHpxLcwOadaiXvxF7rYjc7HSCz72hmjdDTlj11K8
x8CSDfiwwkPWmbhm44NlqJvu+x8UN16iapBHt+I+m0vLC/rEPWOy+ZZGcTGZsVAlMQxwawMB3eU7
latbaztfQsvfuqG9ljQUSWP89GTGQj5+Ab5MhEyaX9Qw3WFh3OIuecas5aP4e28ZXkUy8DzbKkdb
J4SEvQ6jJxc4ElojMAATxSBI761GnFCdB4qqUvYLL7BCeR0/+8H4oS1F6Yk7nAqpP/t89wpDk0dL
AQ8gTycAnUTJrSgKvn2+7CG7Ne91irEOrqBxrfgLxkMqI+YwC6eC2pE+qOMHim6pyIo94Y5B7wzl
VzIsaZI4bljmZVNePEZEkcdLwbMG8FBmF4ClqcQ41YSxHXjo8AhWVWq67t5yXK38yOScvQ6pqmgp
njBK0fYGx/oChUBjCsQajDrc8kMstyzbmyZNFJa/P478harIYcS32M/w20hKef9Gd4pKvM5VHms4
dSBJ4gowqnXF9+xc9nEISxdVVRKdDdvb3/9efSFm/fkU5NMas3QkgOizqFLhf/8XNnYm5o6SrgEq
ZdpjrbfK2vxhNrrVbsEY0UMrjZ41fWUnM7lI1pv1eiT1aS9f/xy7EriQ//BO/DVoz1sBud5ful+A
mNJm8xceInpDr1wSv4GlU3fGKUxArRlSWt2C3POIUIvGp1Q4nfB3BqlTMNpS9mRofPJ+uzYx9D3Z
ptXvRANrJVueyTifS0rWCgKAc9bB6/AmsWzoUuoyY+qUVoVJoy9b+RLBSpO29kwZCq1+kejH/4BO
/vfPeSHBmoAJbNPXPNv489vdUDnq5gQA0Gdl/tJSm/xCzBpGjMEoICbhvjlNhlD795/yX4htf3y7
jOWMTssAsCz9Lx9yH/l2LwzydYpv86lwS+80ggi5pJw576KuxaWBht3j8RDpf/g4/+1I/4fOgHig
m3DykQr+/IL1GNCLv4RXcneIaPD12FaDrmN5ahp0RQXSnXF5//3LRcP403caIoSNNG8jIvj0K7h/
+Z2DMUrXDS0U3nwmbbOnXZ1M7n/gfP3xl//rlbM0+oDe9nwbdrlJsuTPr8wezLktXMBy+pO/zdfz
4QbDc9euPn/2R0DYbyhcDzwnoDFpRhB4e+7z279/nQbC2V9fKv0wYC98z3cdZJ6//hFZyqnOjfDS
d3FzghH3HMNM4qTOYcSkZPWJmjC5zjFNjnF2qwv7UEPjDEg3tvspZ5nEZLc8ikk2NbgRATT5LQ4J
WIxCHYAz5xkIsJSZqTKzB0PO6OBtnjKmxq9dDQjSa6x6B5VyTWw1mMnswIYN7Kl6qnL76CbOvSau
7SyJE1FdCXvsu5waX0fIQ9UsjrW0C8KS4GrXezyiTdbFyP/l2SOEtOHcHrN0Ge7KDN+kBjbbLp7I
Fv6azYLCaA/qQxVewc+9Suyvds67bE/9a6iGd6Md37W+fg1NA2tDiUfJS1ikphsXjXc16s2BpCNp
QUAT0YAbEV88wCyAls6uYlWv6c3N7y331Hrer9RgM7B4NIYIIQpWGpNHnj6xMr/WGIymZNjBHcMZ
4a2dkeO2r/0E+/VEj+oH7KzzkEX7aTAfEzrgVA/4wnYoMtWZB035yrvyXPUgsejn2UJc30G/OhbC
fmMo46AcXeOCkL3B/5mS3BWK6ysQTu5b+CM4gm0jS+zsWPzKeL4ayxrbqvuviiAdd0VCbd28G5Lh
GPr0lXF1rkUV/ii9yMSd2G1m+gIz1g+xabyxhgkGVbzMfnWkc5WRAIvtqh7brYufN8bEm7JcrwgG
9rX/Xo6sB2duI2lzNab0Ff/wMg7vs37YJmH/UQxQ5ZRZPZrJ8JSTLW0Kc6O1+k/huHtiPYysfLB9
Pt/YfeGc0ulBbPJ117ek9PuBmzG58200lxxf0vLdSdBvohSxwWEyC1wtfmKG/DF0bbNGhGuwcPMt
cmxNx0GKiDB0S7PFc6SmYUvsvcWnK/NfhDjcrSSEiI+XyFl5cqhdoNMStKdJjjYUVErP+Hn9GSJe
wWcM1Z/CdKSJmX0XDHtQBlm3o8PqDMydTITZPoDk6q7lKBh2u/Rqeu2Js+9NNC1fedKuC8rtmDr1
idPokTgNnu3JTbe1T2JV73GGwCEzNyLC7h4X2XTLliUW25wwVPQ1WmlPGHVI93nPoVIBLBTmjBME
W5KFIHYA7iUe0GO+qXKYg74Tr13e/QQbizFNsAXQCiAiiqttQxr4vfO7Z6fArDhOS48q74Xmzjvu
B91SY4+lhptGWVRnuOtBF2Y33td1SZB3FTs6TerzCG9pArpEnaoDAAdwqmZMGiqgJFORwJYJ93k1
E4+g7ZWfqPAvMzWA5YdX0FevHtQQTPyiPMvBD4OKMXFl1x0WSBbuoLQ6dWrH5js07GOpogadpYox
bBALc6XFmtd/HFr1KtrhcYhpnWvZhbqUBgauiSpWc7Vz9rbeLKk1R7oE9rO3uOdjOzAK/1Kn00Y3
vWeYzxs8pO7arej0Dvnrnd6+aU5/JTL73mawwvRmx3S81wt7V4fuqmttLO3Ii3M1XRO12F/srcE3
RVYJMJfumEuxMYRa90gSAmJM7S0FwSTYpuQT4twmrrR9AmpmdDRWXPOpnSIsDnm+1XyobZ7+rmas
N/qrmuv06KedJbFHkC18bSWb/W5wsceanAgG+hLaUokNw39NHADL+6pLmo1y/Z1eOF9wV8mOWX6t
EbidXPZGyXwI7dJsIQzU4oOVJWqcjIbAkWn5lAMxfIRZIVGBedN97o2RUZ900ZcPTZfUdB8k427y
Z2AMbfZicRzkyz9lL74LIa9ugRuzA02fdT9r7ujGvzuhH2YAiSgn+toexDcAQRv5b8HhYAHqhsOc
haznZHd368oL9NHUvscZXeSIBQZNMwQEQd+1dqkyTgpLIpfI6wIZ6zF9x/N8qRPth230+qOmpWS7
isT9oRKhNmlrtQGrN+NepjrtqAYv8gSAkuHRdLvPKLOahZIzoT7S6bzK2SbjQscWHXndbZjyEg4g
Pig/wWShkZHu2FRWHnmcmYTIahqcS9L3DfgNcfYGj0ggmLeQM9EaNDr15yHPd0r9jmWkgwRyK9K4
A4NkjBUUX9BbM2KF6CTxHIh7BriiRhxNMCfE1R6mvjvjahVUhbpd9Yud+2+T/tGdHjp60DcC3Rfe
HoKWnoTdu6/1VTC6BE8/83hp9Zs6ZM5+hjEzVc27NtQ1oQWLwE3scSJ/LPSZhXNZ5MkNecr6Ylff
bVu9beJN2lh6T5s93gDU75g4P6xOrKXE+1W1ZgLJX4wkvElGdHHg1koXrVn7eNzafLEM9WU4JkEU
WuPPJLZ+qUizi73vDvq180mmjWz3CZcX4TYSaBTk7Fscv4k2tu0qw398QTJxMNvPsKsS82GqB0ml
Hj72lRzqqt1wLSeUls7IpblnVLdpbtVb1OTNtVA6vUKNJ9p1anga8njlfbaqcGHq5fg9yXYfIvwn
c1LclC0J/I9XvHeJOPS22TdQaUb/sWfEeO5EJI+S2jsYq11SYKOe+C5TmzWiVq09mp7PfB+h2clx
a7XxfepHbHyieiEudhk9kxpkujJgbIJhSEcsvf1UY/MTSyJBDK+xLR91X+EsGrgHJv3gPDQNxqq2
d/03QRAZWSsJre8SuP4zmEBr2kx4/diJ3wojDPyUnFoN+kKmcBqqxntpqloHvBNOgSvLGtrfmO59
8r2CM36VPzGNYFtuFjDPYOePflHGP7RJTdOzXy3uW68nGeFq42VIGuu1VHETcBYNF7wDC3v0rV0J
UXNtm5JuFiMc74Aw7F02+8Pe8ukx39vWZO44QeBC4qnEPZ18WYJdMwz3vQ/FIuxQRseoP5feOLyx
DXNY0asnOtDmk+yI7lVkTVFFMt975tZ/k+7QHD1bw/taMeMFMmsGa8uUne4gEW5zUzuRV/7grXkf
Y/+aKmPLxusg53qXzuNOj1p33bhDum1UFoEX0KVLJ7bpfVEcW57DCKgAqHK0dFsje0yMe4evRy0P
0H62tp2dn3tvfuwc/TqU4ElyrfwSMp73om4Ojeu/WmLyMfkoMPme2ntczVuOwhMDJAyOwqpxq7Eq
KWy5xkSNENSPF9dn64ab4QtfNTijZFKrrurjayainxoAswdAGRcuHQCXupIb0QzI2zL7YCwo9kob
NlPcYFyvso+OzpBV5+f2ujGGe1tgVPf0ZTuAT39QX5FjPzrYLjnTyKNRpufBGKhat9Q98/xftNnO
a4EfcJoTwkd2R8f5jNkwifR92uB4MJGBSZZy1o2Gi1YSIk4Hn+hYHbHJ6i6oPvcooyZ6brM9Qesm
GHugAsQ6N2PEeo+9Bo/JRO6jMqlXWITnH54e/iCjaQSs8NRKlsNzHpbNxrQrHshlDqAA7m4c6Bz4
8Top4+fAdJatllHTBHmyr1jIaIc00YdNjS+GC8a3k7sa2L+2s5kzJgz5KrO9u8xD8+IqzH6it7U3
pMvuSFsyEITCxRwGB6VrFuJ0WkXoFU1OCTNScRO4s7TdA+9CiUMZwmhbuvth9OYgV7P2S8o47qMV
e6TfCRGInUA1wGprPuS5RWweJ+2TNlBv34zevW4p5bQLq/zpDO2lH8FsTYTYBlPMD03JCEup/I/G
T19IIBLjD1OFfmrdXMxMC4KZtJE5HSPwk9tokD89p2s3hdZBdBs9t71Vaurphm5A+fTje5r2LmwK
2PRgWt/KLOQUAbn3XERcXaHWTHsb8WXbyKkOwpZZdojYebUY8NZWWHnbwiQZX/TRfQr9OUApu5Kb
yn+3dTE+GEaG5Q2WBjXKPdnn7JxxF2T0Zh0NBahMxQvoaaI8kre63i7IGyea8J+WeHPTQa8fE7j/
ZZdvWm3sIGmHcbcbhfI+l4ZI1MwQyGi1TCrR5BzIgOA5tHkUYt9zrOjJNPscp6I9vDg9QYxdhB6v
7r1TkReou/KPGEZItIcZX00IiABy86V5IwrZl/IEJV941SFuqd7fMXQD5DOTB9aYq7hqcXk2VMan
m0zUj8piZ42yQh0MGy4J145ogv8tMw/rSkelgTWIPhhGlyhcrJ0kvdZA/5I6SKtaBGqKIOJgKwqM
CvRhPBubOhpg2oEv2NNUTwV2+dHrhBIzzaB6yzpRhXNE3KF2ndAlt8hNAsNj4zk8xAcUy5Xj1rjw
hmYmECXvpmGeVMunj5j7lJfV2WTjWXjUGfgVNQjSJrpXo/O6kbw2nSHvI3BIGAvZo5W3YK5KBorQ
zQ99AwvQwTm9nMcaVhINodtRBUWtvSZTx32TXOTYawaBjlJH/jU+mtz4MU9F8gQwHiHY5fOxQpFi
DcO46CakURZSLh918RoWBia8qXuvgFXACs+tQ5LMz9whK5JtsCmJ5nqbwfZIA0xluOX6OdgtlSIJ
DtCtmSIW4I1vWMRCP0bv068u9/wgjeM3rWKQ9HtylwR1z+YUFtARmL4HdeF5aKxAOuA2KEPnZDi9
uTVYjK/8xABc7D+Ggve+cdG9dcCSqf/gEv/cJA0oQkr9osASHN4Jsy2Aa+Bb7OVzbQiAnd3j2T/h
WysOCVPPKvY5KqVmNB/zOpk2aR+lRy5eYv2y87/MRNwLZnQ1YzKHRMXxP8njh2wJMPbuS8djmZOG
CdGiIglqym04sEQzFdso77uqUC2Ad4Ey0g8aRKZVqw/6HephzSMrUneiWevMVmc1TtG9jwoP0Xmo
YKSr8wCibGf+Ya9F5OSDVrN55Dy+EwW5Rz2eiZAiomFJnsinFlNLOXqZ7yNlTHsg+DjmEbitBevJ
2LIlx9NFWy0VD4kkqSf64o2mzmjVp9UCWjJ5K+hGlDEbz3pIVp3WP3WNxIMRtVeiZt5zb6csz7M5
WuPfSDbAOHWeGwRAGqt9GVsFc8RTztHPYg5i7VTupd2DcijDvVEln9Zcjr+rAa/rUNr+cczmT00a
5FwIaeYx8IPGQjty63dKwO6zVpebLnLEwS2GfAN9u10XWf2MO+crTDLIEtx/N2VhfthJRnjEI7c+
skJvY956Lx1Z/bVNMNfJMW4JzRhjdM+TMiX3JAO7ozTXsZyrO43c95ArDKt/WoLZvEP4np0CUpLa
09lCi7ymxZuxa0OYWQWo/Miq1lAq4s3QqHTdCXUVMjoo37BWk9K/2Uqq1SwL+u/0/GCGzVc71VuD
PNc0TKzAoXetXJ3MrtVEYlOYLH1GPJK7YcjvjhzIkYFZN9MiXVlkl9IMucEDSxhMmJJWptZ81i1i
d9dlAj+2uLaWxdOIiDtBl3MaM/YPcX/IXKasGMi00RVnzi3TjQRCfICuSsq/rh+7jr0cS+KLixyw
6j1SJ3bLHq+yYvHBSc/dE+g59E76pkD/MW64Z9rEvEtej09ZjEzeeEgAqq0BP1n8NXMyrmOj/tE0
2o/Jd+9RMTL6wGBNLWNcY7uVgWkZz7qd3FTNPYAt1ANr85+4sQn62Omphh8aDMQeVnLpZBspagE/
lMtTU1CrYxM4WbgdvPWQEmyxJoFc861i2ATwhXkpMVGsex9Tt1zOTJ4tgmnADc+NfDPNPIkm6Xdr
i/8Oz/h05hP5ETf50+xir2hS8dz2+fLaof2YNnlj/sOU3+EmvDFGH/yG4zIHGbRJ4g/rCRsI3x0g
t40JyhxNjvVEJzZ2Uz/1g/x/zJ3JctxKmqVfpa32uOYOOBzAojYRgQgG51mUNjCJkjDPM56+P0ht
WSLFIju7N5WWlnbzSiQQCIcP/3/Odx4yNNMbo61vEuBD6PebM3gZtORGcDxDcxJk2Mcj0V8HgTwj
wuLC9drbAnfJpmntR9Xm3Za2G4h0kX8qhE3ZNrvCdv/gKHphVTzsVTkfpyD7qtzpIUkAtHmIumIr
f9KQMx6F0viABrGPeDDntHNa6oMMW81Kj/Q1OZ96IL6SmiWeNZUcha2eieKF798luA2L67h3uO7w
ZGd62yYph5U8AUKSlluz1gBZTEVBjvLUZB9ou1/pkCZjjzvSA8HERukr9LeT2QAt0yZVuR8zb+D/
UuktK3E3VNEj3PQfvPTqTCFyxmEQZH4IujFtS1TLuXuTZsOdY9j47BPGsiPR/w7dieyTKwwktKHt
JsBEDSvDoEHBng09AFWCfYRNi1NmzNkKdLhruNezynEOL9hG6bj6eafTJy9BQFtbWQmzrDhRM/3K
jDhO39I5FAzDZTgVwEbC9hzx33DgzLyvTDxsmM2jXTEN17Wu803W2pfUI25Hd/UIogXM6LbyZu06
LF2LzvfZRLEQrHq0SzzqfaZrsd3W3kmZ8WKNqmm+2FPzjNoYE/riLsyWkwE3N6S+k1mQi5Cd293p
yBS9MzG0cTwQ19HKcyQcYQ09Cq5mTi6LNd61qrkAOtgzMPBVzfQHQ/z+zV0p7IfE4bHCufo8zeIb
e/B+J8fx1G4deWLayUNrcbwmMutiduVPWgW8LG3+s8L0uR3QPvl03tpdlGff63lykTPNdDYiKnYx
OB7ceBiKO0PtQG/eD3V5PyfDzw7z2jbIc8ppYXGS5brZ9Ulgb2nnUmcdL0JRX1aje1kF1hnOfQvy
R5wh7Bueu5ZpIOqzu6gQhwwzymZZ8Tqu6o4sP0cDzjYvj5duQ1GdZSXZHIiU7kTRxwfgmpAygS/S
nYBzmXk903DNqY0Mgp6MKbQSip7xRLVHeO3JtJIFaifs1zrn8FVYxd1c479E2O6ehKuR3YpZTcVi
2qTQTrxO2dZ11Fdy8LonUVOAUyWoJ2Vdhx4Ih7ktYCArFj/AcbFxOk/Bd7T9zsasl/wb4SMGM2yV
bXvh+XIMzhDxEW6hi/lW4lakd96flQ05HjzCijAn4Z1FZWYdisqotuRWXwGno8wW2NQvY6aY2env
24B6RJah15dBJfdGA+/HgcoSMFBhEmtNeoQzsEt1EQO2kVE9IrJt73VQttczKvrr0ZAl7tGiBwek
UV9ImfYY2HQPBadz0ugshFLuMmmCRiMFy0qHfQyCRaHjCsr6m617tbXoG55bkeftG5wOGxql0Esx
EzXn+O9u4wnYdp2rr1kC6XNY3OCEDSK1AvFUTMFza5T6WNv2w1KjVUXIVW+km31PMW9vo4YVLNXj
5yVFNLJE+jqd8I0Q2fGIIuITUNxhk7Cn2Px+W6oq9mm9fYfsgX2vr68qzf5EqMQ8obEfHqQxObuu
nSgpzuYX/L8GLyofX3fdCRbQ28aILcBUgHy0Zf7wUgln2pQcyKPszBgWpm78Lb5AZMKaXX+qMQOg
FSh9AXUOBvJyWhnhg3KDeI9a0a/TlUIwoQVVLPBwWSaAGr/UMdTX2gDtcuCARaXbWizZCIAVJrYa
kNVknjzmEd9U6jAvWkkMwihQK2OroVQo3F0vFJJDx/4GwetSEaWzpbCLA8Gt7ctOdtUFjAzYAQ2g
8daOeGbytHLr6JI0hHpnhQ2VcoKP1kS1Ap/4Gs6D6NVwtgS8t2onq/qqHosHDbyGOTfLOABwb1m6
b5a6pW4b1ljCdEyfSHYSMxSuobyAnoDEGavRgI5Q2CuBfFG2Pm1tR25DWSMYWyvhwO444KbVSW1W
l8XCvsYOdOkvdYPuL6N/0mnruq7ofEnbPg6Fs68ituvWECx7r3DJZhhiG9tHxdEe9MpmkJyEHc6Q
u96Y2fGOp7QxPw2G/paveAi+HYw3pfdg1i3DyrszqMJn4QPliiuvz7PLGX3urofQf8L0DnzCA4pZ
SIGcy2BnGyn4lyTdYUQyF3aGiSQqfDFM5Lv1sfPgMYb5ZzvwDpTUqVnZ2UVhY6fNsKdtHKM75gsC
N0KY0IqPB+hX943FqQas0WdjHB69sbgYNEcQzaGK+sbcB9uZ5wWXcQ4/BdHwNIwLJz9K+FPuChKO
vAfHau9Gxq1T9fOOEj5VYM8n2u0AAvYowvZLHg0wYhUMYc4cxa5DC5Tgbt8CW31E9OJ3K38fHGY/
iOfJMm+bSZ5XVmBSkWiDHSatcJtZw2WBNMlzIBsry+9xy23sMr3N8rbx0w5hJnf8E53tpUiiFhTu
cJOOI3FSGsjMkkMthPvg1551AtnyLGjQtdnEJFLnHb5a+bJCBySRNcUxqMk1dggNsKvh2oq+5Fa9
5pEZp0bh+S6OOu7sE33r+6D9MRLVZSTNdYT/VzXPYdI5GyALM1Tb6KR01NNYRrelA7JVhIBa6/ws
pALbmu0px8+Tfmq+APfxy3bxqwUoNqS3pXNv+xqCh9ORwQtbrXWiq4liAqPmyCkGzl78BYswdAkU
IEewGECFJQLP6RhJdcwdMG5e5Nwtk82LZkKPCOZiX6Pc4qy5cHSOkx9ZEP6s7PynUS/Xga2uQBJ8
SuPsTFbhWg63HkORIUkl8hcBmqrSq8VAauKkcjx3YW2yG2afp8zxgdijG7Ze3caM5N4Ebebl5AXX
lEqFU7LUJSO2Opobq0dCLFeminuwXDPVuHwYPtfkfV1xfqlv7bAK7pij6HKnYwwiXElI1A0d/g5l
NgaefKcSg3bB5Da7wnDgA2ZGp3+2mRk+eCF0unSpqeeZHYCNXuTjcQWPLnbJeXMuHswYgtKQQ202
aRs3PfqKUZD1ZOUwLwryYHYm1KnDoMFurGf92I0C8nyc5yAcIbQXCeD6PoIDbWX2SH1KOr0/LLaP
5YCPm1TWFmjosWsGtOK27cQFlmdNJlhIDScbqwELv/iiMgTERiXvKjPtLngmp0JSk2Y398yRKv+i
rNm9mFuqqI41HOeSLj9kAV5Mz004DmtoGjkA3JDQa2vWNA70NWoKf6Z71CkHeXbVVOQAUGMcEbMN
lE5Flx9zWxiYEahdNEl2Obk9+BN8t5fzAgqpcYACaDphnTctvhXYzw0npMshVPegd24CJ70Im+WZ
aqcNCIyj2qIimBsRLsRiPfNYTvi9R/u+M1roFnOElyAJH51ZHeGA3bWVfTpC1U7tcp0gRf61yDk6
p+2ZOYnskDEzcQhFM1WpZtl5mffMrgTXSBtTWRLu9xCg4LdkYRb3CrPG727BsKlrfH5bV+ftZraK
yqekdgPHhFsISWEY0+gkE0a6o9V1jmOi3pA7vR/akIY9rg0/6rCllJwAt1Wz0MmNvW9idsbtZNIk
zPuJ3iVUR7ucJAdex3cW+rfgsAHRjymAWJMzxeLdsDngTM3+LI6suzyDkDXgfAuN4hNUwec6zdml
lXQWnfN8wTkb2pjsU15V1V2T4WP6RDgZ+zbrfZBzyTbVWA7CRJMjZdMpZdd5llT4QqyQaoxJ5KYv
VHO6EFYZLQQddAFx8CYd42rBzNvW/XF2rdyP1Ajot66PTUkZPQmMy2YA2aqsT3mBtJRIFbGP2/B6
sfrhwiB7oYm7h3J05mPXugGVCdh6EVkdIIO6W9y0MKyQS2LqnLYEEvCCEKbRVKnj29RNaBmS4rAE
yBX6oT4Tsn9aErhh6IE5OAZ8vJ0LOGg7qnzZFEHinCWdsYcPhGF2DoM76TpgFZvlCS0OgPI4wzYt
92OqA0RBavouCHGaW/LW4t5GdEqLBl6C5XAajKMDTwOMhesmT5MSP6LG6u7UAHWP0DPm4tQk7GFG
XDJP7OQLnq+o8jM7QQxt5Ya3ndPlOiak5NbENdDBgwMga9D93lLD4hjQxN6mC6tHtOrn9rJuPlq2
26X72OaAS6sVWAcKlSZ8zYKI85MY3GHudxRGj/CRKJMU9ak2Fg0Cgg0Klt17ZzRv0lznu9jLzANR
gIhhxpTyCNKkVSEPNInjfBsFDSXiSqBsNKQCO98TAbHBezyEZ3z3i7ePSfOTF65sWufKimqsL+Mc
hsFmrEG/nQ3wZajDupZln2XRWvcSPRRkC408rJ80b8wrkyDg9GLWJZfCoYnPxgjVsK3qXsT3E7W5
xZ9S/CqniAU8x5c2AcjxIDyLN8aixZ5ioIp27IJm4j0cogu7UlbaJ44ti317HBJGw6x7f3HDMr2C
kZD/GHq2NEZdMWvXHb/0PLadufUJ3w1Xa07K2wias4X8GiTJDx3ji30sJl5xqLBIk3adjPv+R54R
IQtsgaCyWaql+dRQk81oJj5SQeXph323/m/YoZIsrDmdqVTbbJeKWhrWyZR7cBOoAn5XPWBW30rY
kJct3eNgwL97PkXu0JzSPuKLkeHsfQ6bgvua9LDwS1HHfwODnMzPozkM7vOEduUxGvEu+4o3gdtS
Qp8sIXvT22GUpdqZJOteWHJw5q1MsvIwYc6YL0TvQQZw2aUXBz2GVu0jKAaMhpgLxYfLMYlKaQMP
786WQwf40umbPQg+Nzlh0Zx47osYg33a6Nm5JvkJ0Gy6CJeTc0hy9JYcbj5kkDFvbkbPHY2npI0r
scFoxEk1SjstKC9EFW1F2J4Wm2b6ybtYauwSyM5SBB9VwKassZZDOJNkfAjAIt0rByO7jyVELph9
iUUjjKTt44tKO0Z0BADDKGzqptUEI2XRdIioxiBSSnTPzjYa+8qiLpsWQ3BKZz4FSZuNdXNl47TK
71ryqdhT0WuebsqcrjbEfHT6u6xWpjqFbRmbGHxx1lENoTUSVAmlkLSxDLE1ZjHZ/iTH4Zm6VTGy
03Ir4o4Gh828EGkSHDORmuJW6tl+6sJmnH2r7hE8WC1H9Btan1mBFi8Z926om3oTRS00s6YGctqv
0tNT0bcRAK8gmwNOdn1VrtCSwXRwhnDEMK8kGvjhVmcwrU/aMOabodWM/riv3NI5dzjFHReks82W
R2liOJ6qedgZCOhcOmFZYlzFBVv289R0NL+rcYDCimIxj7ahS+dy0RmLCNM62mpPlsN4koLDY0Ef
WkqqRoSYAJ5fwPSBCjG6U+kiqQekunoomjCyaaxlS3lRi8o9S5AHfTfmivQ9lpfyhO7DeI7G/yIx
aVNuyOlDtDIYQ3eTV3kbbUlkrug62nP3sBiluoxgd4GgXiICLAAHL5g3qGKfDlU+YKULwmRP8kxG
s3RtbrpTzKKYBWAZp6ijg4u8omAfBBc/HhiLMv+G4ER+i5OVFmANLSozpj+E9Q3DdHzAN7GEBw5o
XnVhpkSwY88ZsmYTQrMqrnOmsrXwCNShaJfiUIDbJAcSxmgHeCQYrKPbavOTYeN9IAPSwRUSjRO7
mxAUQHJElMq5PSEKHGEgzXFYUG6MF6LXxnRrw5VI4wlt72SOxjyCLR/hcxQ6H8n7aOf0sqBaQoEt
In/cb1Q5BJyGaWzh51T3LWUOMi7bFPyoWZEogJ0ibihY2Cp6dqba1RuiykjwK6T7NU+z6noavPba
VgbFnAi4vLHFpUNFaQrnByeZeJU9ymjm1ZRwO1taYtnRTkZX75JEdc8luHSxEmoz82JAKXiishxr
zwLsFsucnXfAZvKUBk0rmDzFFKanfdSkZKA4Fvov9sxGu0XUTpcWGz7PF/EJU6dEltXw7q4SdR2j
5Z9zicahLQK6IM2qQJ8DMp6oRdWXuKGZImmyPHQdAe+oo1vtt2Wd1ifxLPlaQLuvX67bGff2iLBj
l1hAVQILvmNHmfe6FJimVugGJG01DjChgLzfm7PXD9wsCLGdNLJjC6Xqro9KeU0lgxI59Dc0vo0o
yMfO4io8ltLi1RyyugMEVQ9jfNB9wcxW5+Fwha6rfEKryxRCQYmIc29R7QyEc4k6skhC5keOTzB6
83y2fuBXsaIdhDgIenEqB3Das+FRmUAN3sf0/Cj3FDBHgNSeEwPjwoP35vKYS+AwGmgDp15bsg41
E+XksixZcEuX72kq9fil0SXtFK1yt+QQYttw21tIYtGsxTdkUkjBKmJueBRReIU2hx9TzBIlyXqC
VKOCzTE4jGAQP3Nky1svxoy+DUaJt5cEO1dtQrIBEGqU7tTs4wLD2WbGiIntpvcG7UOLNZJT4eYE
Y6BHYRqNWuNrtiTD5zahcqrdcSIzOHTdHdv87JG+Yjb7o2wRi5J4yXI8uqG6XCtRxD8vGdUeCDzu
T9FWEOM9TGZsgCskVQTn7S05w88dk9z9PBDeeY+Cqr8gP8L41tQMhC12AsZSbmYrnyhs9V1baPSi
6Acx/qnZ/RossXpCoMffLUx2ENcuxyy+GUca1RnOv+GW0y9QN8rE2X0Qteeqy9qODJec3XrbTff4
hqInr60pcgknV+hR0igrvrbCLG4mQ1BpztAmZEOff4s1YdObxMbobaQEdW26hZPBmrx2S78EsZ4w
YNahihLlJq0UMMG+0T/jqmIjNQt2JXiWzT3Ft+wRZWt0JlM7CvlmFmQ9uRiEtRsldE4AV61xomiu
XFJ8GXxzrOpoR3jLeMsx977LiMQCejaig+7sOQERGhQ/+iH72jsUeTUFuMVfhlu2/eG1yWp049JB
TAnnatCWTzEcYKKVse42GhwYPVJ0KKu316mj6zoq+3P49t6OgLLEQYRldJc0hsnEA4YUPcehF6Au
UW35EGcx58plpJ5Mtw8yTYzyaCPk0pCOJd3vfOzwRlkB4iS4Gca5XbXioemd+LlEl2JgxOvhWYKU
oisChKFTOxzB/TF2S55xRO1qH4WUdFEjCoY2NA6WNBMmq0HQ30y4bIvR4jLhWNH4CzJqcqioavBC
/fJcLG4/9AfLWmkvMpfXpl4Yl+z2GPdymond6Mmi3FpulofUvL3QPDW6wv6pbNO4knBEKOGLgar3
r58bCKuNVrwU4dU4s4mVrLwvfdzJZ7FgYttRlatuo6j3mAo7q6F2gjLpmBqCOYOQGWaYrLAYxgEi
04MVWIhyOLbj4E1qFp+SFRplks1fI7c2e8zCokTOac720RRIAMZ2oGaIXNK+CWoOM2FAHIUftWHP
by9RagATA/sG0S5JvzVIb3a2TOwzUWtm3QEs/LyJqIedFjXc301XO/bzBDK83Xe9nZG/g+XgB8eL
4KLEq7xz4mneixByeAL0Ycu2geafs1Bp3EwidTFKGdN6CmfPTGSlKpJDTnZFuwFZqQsfJ2f2bSw4
uu9oJ2ACmoPW2Ut4Yp3vUev+ic7ZhIZEXNfjyIvMVCazGqiYdNCecVCIpruWIC2adlYBD5A0ILD+
oxjM792vh9V1S7Q8UkTJHnmB4R6CzkJ0CON9ouYa4KAir6Jn7WT/rBu3wNaY8UQ6SU2Lf3SDC6Tm
xk5AuYYJ703XjYjnBL4USZrelnsDTJDmJba0PAkL70G7YXjAl67uzJJW6dRP9mOkLTaXObsusUk4
0T0pORVYIWlvYxzvopuI9NRLdFjmzbjosNmJjtAfWjBo7280MluYZLaole+RkYf1YY6iG6f3JEGY
hAbu+7oBjpq2a4ipgyshbh7AStMadOv0u1yIKvCwKX6jsKsvKP2z/sYCySsWL7Iv9r3G3FvjwM/2
BRQGSmRiYLgUc8b7swSc7TZlSQ9wUy5lf0uwWnNaNSq+pK/5LGGF9KC3pUfo3ACn47E001n7eD74
QrM8ZR1Jmw6QqfAicot/r/5j3CPVxsTJqxWjj99Vap6ulz6Kqq0bNIzwgSLLcEZGG854D5gTeRa/
TGorD57WQWu01j5npDQb+nQUsX79AgrgvBElfl7kB0nZTtfAhNhyWd56ctO9zSI1miX/Rk0TL34K
rx9QCCQNsZ00QYndFgWX+JauYwWRPg5JW4h532mgkRfa8VR60c3uFKxsLPvM7on/w2kz8IDSoOaX
RCJhgRo7Iu1OLMCAHhC7wkagsfScjM2O+BSCaif+/u9ZgF5MoE/d2Caqo3HTGqIzjFfEDr8mMGQJ
zmxThhpidxt0I7o6kOkBJZIsNrkY8lr0MWXJJbUDdY+49oXODTzEoi+VOEH/iRwfhYLRIVcbKaul
p4udcpYYEOGRLkeVa1YAdFOK+ltSG9gQtkw+4iHvlrQiUkhZ+TVKNo/AoB7d4nZ2+Xb3oe0o78SL
dNccJKqcjBNhTN5dAFUYqSXvBULpLH008rhut5R8QYG3VsgZXaDm/AHGFrDwhIIDpsjQgVPtOzZS
dCyJASB3lHMV0fQx3+QsiIk7J0FdwmDMuPamMdIi2hlG2XxyxtbNn1wUJlBeFqo3+yZoCDWzNKUk
yNFeeNcRIc9mpiOfqYqLmHqcbgXO7DjFDFKb5pzRKUJWDf6yACAYyRj3+gb5oNk92JxAXJ9tEb7O
vtbIqRxj3b4nzpA9/v4OG+rvLUzuMO1PhiIVNmHgbLO3gG68Z5qTg3WgEkQHWFhte23GdtYzq7id
uxWREEhXeiLKYaoGtrsn7sbeEftaVDeVntPppknniE4OMm4kcfZI6iY0NUpgPVvk+7BoVH03DXhY
TjnUM/JUM9F5GbVMH1vLY7THFF2KXe6kxOahCeCbzbsAWJ+OoHhQV8xaeoIk8xF2MhGb0U5yDVDS
2JzrgMhyA2yXtO+WIls4sqmDPYbFYxibEytHdkngBfYQi9MOFQgAxnl4GyYmDY8x75ArdT/NxvuM
6ZCJ0LZZo/edmD79Mvv9W0Sr+zLnv6+DwP/vUFYv/tbhR3n5Nf/Rvv5V/wN5Vx4W2X+BnXZfu6//
60fRxd283v9//seh/9EU7Y/5T9zV+hO/aVeG+Q+ETZt5VQqXcpbjQK76jbvij7Sm885/pFRK0UP6
L96V949jSa14q5nWbDhE/+JdKe8fJVxh8lOeDXDI/ndwV6/M1/QIlQOPAUM3TC1XyzW+/E/zNWkM
3bQ44bSRTeSd0TdgDkFftmoko7Peyq1dR31vC4Oju/BE255CBhxWM7bzgZNUvvQl/74TFxCWwyNZ
tSk8jD/vpAvomriwB6FqpCVauPhLgHMHVaYYfmIUJWvXNaMv7mxHVyolPBKDn2MfGt6Sz11r0HcI
4XLfkESpTroBBsuGSKP4lhCu5QPD+hs3itUWt6vCDeuw5Xl5o4NurWC0eGT10Cd7IzEs+DanDpsR
IsPrbU7h7+yPAXX929H7JylMvrQT/3o2LjZbYVoc5wWUj5eXpKDmDoGpiJ6It32+RCeOKKM7QzKj
CT1jVdTgNCDgPcWpRiJp4rC0Vilb69JqpikLCZV04MOY4hj49+eE/5Zd9+KFf5eF9z/wrV892//9
W8+JO/tafP/zpV9/4PdLb8l/bFcDsmOQSE+b7r/eeVP8Y9t8i7y8jsAzrRg8/wdx54h/GPd4mpSJ
GRA6Gj+EQaWL/vM/bGYDbUNlcJWwLFNY8t95518OJodRtFL2UAq6jlihD6+s+BY6j8gr7MgnLLnH
DZy5q5YhjB680uqOfzyUN0buK9s/13K0i+efSUzxHOQrh3pih1kKI53OheOqb32ft1ivcq12Yy4d
4iQNmjwwbkh6Iwg4vfh/uDg4P5vHLDUN6ZdvjVDoDvHFIZBRBvY6IyWPF5bOTg0EKDWkmoEOCfJT
PSbT5v0rS8Gv/sOZ//tzu5yEmCNQPtrrHPIH02Ia+6SoNdqcXmT53dzMxgFJ/3g5jZUzbHLPQsEy
55zXw9Qxj2aZ6u3Yqzb+6D5esTV+34cnHClMngI39PI+pKMrp86cyO/aOH7MVEmOUmJ3nAw4hARL
Xf7kXNissbh9SxJjmu6VDsdzWr7e6QePZH3arx6Jg5QGY9wKgzBfEyCWQDY5yHNaD7ORXCQFOWps
imrvqAUSvE2P+PTaYIMZ7Wc3JAuCdHNq5wUGSupIiB+AsMpHMiwBO7FCcEb+4P7e+MogKSgBRJJl
UIn1z//8yjxLkgtNYHjtjvGtEsNEgsSawte4tt8Uq/yknZszK2sKWrRGvAOH3V5+cBNvfF+OJzmG
KeW66xzx8iZcA2B8ELgJvd9muqrjSu2spcnw/rbo0bPa2c12iHBvDhs8M1EKhGjSxfDV0QRNv38v
f08T7FUsm42BJRg56tWaQ6uu9wo22n7RJub3BrHpnqzx7kDrJTi8f6lXhI51lP55KfvVp64CBKQ1
anrfFDUN35lo4FM8PMEX+KzzdU9I8gebjTc+2/p0maG1oz1Hvtr1dI1nUbGGxmCiYtu6JVyfULfk
4zUwet//bOub/mrYu0Irwb7GInNj3cj9OawKOzcN0QmG1UhUWrcKyJeFI49CGb/xSN1yUuV8cM1X
+4V1ine4KNJ/NlIMZ+vVA03oHMYTWfa+zjGM9Xj7r5OWiRBrd/cF3z5M0IpiCG8BSAh3IdVkDHmj
gKg719RVzAPdUeJDzN5DLTlM5MW8/1D+fv7MAmydwM9IIDT61UNZWlNM1Aszv2LwIggzop3DQnJa
kzN28v6l/h5brlDskl2LRcAUK1P2z+dfMtthXldUTiNAq0aFbzTgxu5x9A67hfPSB7vDtz4au2pl
QX3hM9rrn/8xjeQIslqaXfi/FOhVFgH7EPS4QHWFFvf9j/bWpeCtKD4biyybhpeX6inyUKAJMx9S
Mo7dhlw5K4my/bQayt6/1K/Z+eUwhhfk4rVgc8LBxH21oKWqdRCW17yiKbWhba6M+ZQm5mRvPALq
MWpVGE7pAVuXsmzm89ImfRSJMfHFeTk7R/L2vOs6nsenrDXJ2jG6SfsKuPsHq8zfbxvjXkibgoMw
EQ+8Wu8QZkhvtfr6NN9xAVDp2MgeFx3zm7UTa/Z4V9B9e//hvPU9cHpC3gXrh6/91UxJrGogS6gL
ftyWhPMwXWJDIIMO861lGd/+vy7mvnq1a+x59OJ6Aka8Tp2tubhZlOkTYwHC+f6V/l6weZYmX5SF
Wo7P9mp4udREQAHwsawyUSx+nrpIFDLL968iP7rMq6c3on1spEvoHvW87BTz0CrzJ5BbhiSl4fKh
X8U+izSKyg6oTMbTlKOK5gh4KqK0vjEmnGMlsoRze0RG8f7NvTV5cMxjcYJwZENZe/mGDU5Mayoq
yRVlH3ti9RP5R52raV965adxNIMPJqu3H4atbY6urgXp4NX4LUVF4bOQqY/10PnWCU/8mAdnDeia
Ops9YuuNdD+j4pp2v3sDDK9fJaKxmtFypws5d2Ygvo7DgsZUx8puP1hY3noe2NhhTq0zAXuUl89j
DD2GWTTkPnXY8W5Gu2yg161Rz9hDelZwFP3g/PDG+8zWFbAUMymVktdb+B6rtjM6U+4n4epdy2Vn
HmJIe586h3/qEm9l0g2Fd/P+976OuVeznZTCMqWSfEwaQy8/ZxpJOc55l/spgw40/hz49WSWe9G4
5ZUtSUJe6IiANKIKUIY4W96//BsTCpfn2PBrJlOv9wxmPdd5S66yb9Ia2WlPNERsVSC0rXn69+cu
aj+CESeho7GQvPykdsleGAQORmoqPru2HFp0fejj8mpEc/j+x3rry7SoNWnGtYKPts4EfyyNZNbo
ssdd53sBBl8X4cQ+zZRNFKUpSbcIpkPfYyd6/6JvPEuKNazIVNFWlcmri9JBWwK6M6EfNX1020I0
hVm9ICdLRbN//1Lr6H81arQE+WZ7jqJco17NFiliHDmaYejTjsPwjAYCsZHZ7+wowmvByWYXY1ZH
RJT+/PcvbK8XZJtjIjX4e7iOMFssY2eCMnjKZNQ+FZFJE3PNylzNpFSX3fQBFFPy0bHpjRmBjQFW
FYuDHTXMV483UwrhDKoN3yBN9yqrw59LG+s91nUkY6U1+u9/0rcux9WoXzAbsH1/9YjL1fsjAmns
QtoEFyGooU/pslS4+4oMb1NgfvBk37yeR7FVShYZlveXQ7bWRm2ZMAl3FU7c84KFihYqm8lwWCJf
5N0H57+/RxAoP14PwcXW73O9nT/ekARV1RCtoNwFIuzGEXN32tFi9JFn9Acjaq5Tsp7h2tYfPFbz
7wmPCxOg4HimqUxPWC8vHOdpMfUehuNWsnvZ6Swn7nOq9HRAuuTdlHgoCjwovNWodEkFRzFC7s+2
b/uEZ+Po6egk7PsQmQlyVJAnIdyPRPM9Q5iK69FKvEeHfstVVOZgNXSQY7wrS7nQ9K5xm+KTs8X1
TBbthKkVUeIuDi3xRaJ4cLd1NBN4Unmh+mA+euOYROq4FhYTrW06QEhffupG9bZZLKQXQx7MtpiM
K3/tcBOZOSW7FK4IbHQCSwpBUiUMUot/R+QCErpsb2a1hGOSz2drcJBvmFiN3x/qr0rz6yGOe2Ok
gyQgXZDG/Mu7M+MxiUcvwu2+RHid7cW8LWVPb9eU9omQEcJrUyebLvPovY1jf6C5ZYDY1t4HdbS/
p1BPU8CjjAR41jNfnyZz1D8qgoblazk623DCdtKVS3jMh0p9sPK99ZVoUJack9ly2lRjXn7o1oMh
JwcZ+i3RXzipZqs5HTBh7eI0tiWR8B05YO1EMGJdh8OzYUSwpyOrWo61WLpzXXfg+Jac4BwHwHFC
HtpHNbW/VzEqupRPHcJGsJQ5r16VYQHgWHVh5JP0ZEJHMlPcxHFzXtmQs00jjDZ07z/aEbx50fWp
sB93qJ+9uij6rkGoMQj9niZuQrGsik5S4VHdb5YifUInQR01dz765tfZ++WKtlav/+uyr2Z3EOCI
LaOUqY60omPmWisun1TH90f6Wx/OItnVpv3j6r+6GyEhoRGyowhOoKWPpJUwsaTEnLhBBGg/KZAF
T6L66OVfp+7Xn82C0QqclTOO+/rlN1GoZGi7I18WNJAzCo1bC9zoTtvGcuuRv7531w1+WhCWnZao
cyljOB8N9/V7+/smqMevfR0B0v3lcPeqgOPLehNlnFtXCsvwiQMO/lJnXXfDVzt8cpoxOrWZaY4d
UR1HqKYlRE9o8jhHzQvbnov2gyfzxlrA0iPoxHH6s2B+vrwnqTljNg7VIrbjEHqmBnqp50DWBBIE
L7Xqzrskzw9dTA5TT0F29/5okOYbz0Sh/2DOYymkav3y+r0E5GUEXL/VNdIoTtb7HMruuddEAPEN
czorSZMVeD2z5Fvragtba+s0uyWIFJWFyvpgUX5r+gMezG7Dok9LLf3l/SDCqIcaxz9d9ng+kUNP
lHXoProheQPvf/Q3nzxs5l81SYt16eWVOOfltDsnXoQ0xRfRKPXZlVG1ZxEDXtcZq5m8H60TWcjo
Mhgm8/P7139j+0FbyKNP7fGBTfP1J7XiCuMH249VOriKQ35YRdHfT/+bs/NYkttouvYVIQLebLvR
Zgw5lGjE4QZBUhS897j6/ym+Ef83wFQ0YriQQhtNdhWqstKcPKcZ+yuKZMmdjoo9A+JN+P22YdkW
W2BEBJmxq5H4rBfOyCgVfaDqp86Flm+CDPjcD8VfwBKL021LsiXSgHPx37TmXF0cvhcRll3So3I1
LPUVCu6xWozHqKUr2oqeKbw7GoRaA2J9DQKQty3LPq4l7hUFdfivVeEFX1hm6lXobGJ5ifX5XhsZ
a2wHE/6eEtZ1JqpqFaKiTtM+NN1iXNQ8Abh9+xfIdtlmdw1bteCy2+6y1yOkTCaUnFyns/yIiYsn
e4z/Awe2F8fKPDqvBmTu1AyxJ/bixVoZLAjckESAWW3mjTN3MNHp6ewD0J70AclmwNyqnj3eXp40
YLKp6//PKo3XtdUA6HTaREwCtabFJJDLBGI3J/XZNSbmW9F2OsFhYl1gAAuviZGqRwcq2HtAVXvV
UulGi0ie2iy03NsQIXbcInW8NIYOCFR7n5eGDxtZdDWAs+04J7Gm7QMCc/7/N7V5oYsigwSuZzRM
cSGDc+0GLkgDwtwuLwTdpmPveGfplyXHgsWdIMhRNze1W+wIsoYmPgWN+ljpY3ZfBTpkxFPNYFmq
BocW1emdoq5sO7FEn4ZgmMO7eRDMtm3HQGeNi4nIfQJkHVoB1zhTOxh3rojYru124ujx8gbIG9fa
bCf6NqlHIEeTktLfWQ/pks4VN2bnpMq8kINqHYEk7pb6xPqkQnjHcAOMPCcnj5v7WW/gwnQ1mnlK
XFdXlEEfETNrnjVGoP52TJR8vbrq/uvqpb/obV1fCUtH3xiE+Iqi0SvTA4bAjXw8AS2vdh4F2Ren
JwlYwNHFPN4m9HQYfUu7rE6YAUQSTKkLy68ayzgByUX9oyqXi5nbxsedHZJEZ6ATdJQKXE3jGm0S
73lyyiJtOGc5M76Put7/Y3Tx8mUOGMRRZg44rBvZtdFgxnCXDsoofdxxJ5J10zYHt2AyyW3QlF1/
I6XtMsaPjeikxwWeQ50WIKxNfPUM+GfAMcUXdSmnnc2W+TCKRwgH0IbWYVYTv+qF52yN0mL4mvyn
t6ruHzUISfMGFBtgFCo6FFnRIAIImzNx3w3vFQ3ppcNSx8k5pm1s7FwGyb3jt6BjQLUXV7bNxZhW
zac8hKK1sEP1bIIPh8oXygMA+8NO10wc+M29o1Vm2hTo6Fa+UkIMwwz6TBS6TlqXauY90Pr5H7bX
o+5Ku+eCPED6S4my5L4CeQyZYdE0d7dPnOxzU5rkwxF0gsbbOLbJrMJu6iH9pgNmPoDmNYB29owA
h9p/tWIhbhUN/fm2TYnzFoNBvJCkWforlIgGTl1BLpjGkRanFyMJBziHevcObcrs2ldp9OW2PYnb
8YhAVJf2sMAXbK/yZAYV2GjsoVd/Csu4OBNxIMnttz/7ypweGT/d639LDhFPBReIcp0N8GNzoAWt
BJx4tHcIByAHMUfrAr1ufDYmK/3r9vJebScplMrjT6PdcnQSu/XdqWn5LdQV0lOioMVGztheGNWo
r4WpIEYGZenOW/j6snJUeZg0QlbPNDC5NqipmZ7XWQovnNnD4a1BqRAoHuxrlZrWHxk4YxJfdbxT
qxbFFUa26J8o8fITOpjZzv2RLJ1+ug5PHO0qAQ1d/5J2tOqB+QXFL9WlOppqW5zq7MxYo1tCCXh7
m1+9kWLVuuV4PMYUp9zNTUmYqHVCFVu5yvQaAO98to9zhZr8jv+RGwJ5IgwZsJCsFwV1WmNlI4xT
Lm7nLtDQAy5glz/eXs5vsMfK95BpcUA5mh6YEIqfazOlCvn/TNPYN/umulhMTfsNJFjvgORFv+qW
FnKiJ+bDpE7TM4C17smMJvM5VyvrHLYD8uwFBIBVGIfXunaLZwR2mse0VMpfw9D0O0f8lZcSv5Uw
iF48fSl966W8cMq8oIoVP4in4l5XjOjHMqj9swYl0nKsrKZ5NvXO3tmiV3dYWDVUWqC4Z/K0zTm3
cqYwC5fOidp1892Q1PonyCesc+Mlew+g5JuDcCQE0z3aUdSe1h9jWjxYuExFtHTn8L7PkulIuT/+
cvuby6zQVvvdVHREurC2sgSMrxYGpWs30Ms7b6n7h76q9nABEit0u+gE6QxAcLDEo/fiLYfDySjD
DrbyKTeNh7ouvIM+WHs1JJmV34UzCgcqT/VmLQwKunybEUqlsHOvjI8lMBcWzU6eITkCZHOk6B4F
ApazsaL06Ksj+CmaZ3F+F0adcR4sdKxQhNF2rv0rU1TkwUyKdouQTtpC0u3KcXPKUpYfojgGAsCI
/0mhSaESmIc/b5+DVw+iTZmLq6RSyDXo3W1WNZqV2mbhiKkm0e4bzQxODdOeROAaLJRRGz3NgfUp
Hzvdv21YskYkoshoqDZwn83NU9V0sNonMDv7Y+rGT1mBnoNZ9S5D+bq7E9hITNlEVBYlB24Wgfz6
FFYhpHFhCx+SpU4AdbqhrOhIzs4DM0bpfLq9LsmG0mikAwlu0LXwGmtjg830lxWN6BVORQf7G9Xj
B2hQ0C1U2tb5DutS/nXsDcbmzSzM3uqmEKKicsUcA6MRRByblaYB5EG5lkIk3Lnf4oC6aR5Cmu8i
A7LjhmXLRFeb2iKvrv0qWFyMxBxxUCBRJx0WTAaUYZSAZP5vs19CFx4TzX0Yoyr65ilN+en2Fr+6
76xSqIoBMDM0shPxvV94FWMeLSYdHM/PG8c5weth+srsdG995LECfs3DFEEF+J+1lQDAq1Fkgee3
IySBECsywq/Y7fPttQhvvnp6RYMLuCskvOQYlr2xwrzU7DBpC2sNLFEP0DDQFYS4AvRrpv81GkhQ
3LYnuQsMvLA0jSoR886b18UC1dAgIuX6eQyfmQO1yYmOvXL1ysraeWJkSwPgDzCPTvVrcJ5toFlA
2gr5RDwt7zqoAq4JDWPYJXTiczqssTFfbq/uNeqc7fSICvhsvJ789/qjwcVEHodL9Z2Oyg9DdyNU
SxVtX5RcNHtEsDabUU2uDRhn5zoLv3o2bGoM6MWfb/8S2T57HBqVy2HQXN3cxEFpjJYVu7ziUfFN
5T2HSysc5guTnMuHN9sCeSB2mtq1js31oq3SDOapCD1ocHMTlSAG9nJUX2kK5vr5tinJtf8NLyTy
A7qqM4axunpNxJAPI32uz7x/fo4SRphx2Fp5dNUiPUZGM3xx++Wv1svLX7ctSzYUyzxROjdeONa1
ZZgH845JBs83mzF4WvLcPoSK3golIfMPTpGrEm3z6UiH3e0q08Rlvl7M8Ho5SM7abLW7xsxHuKJM
7c526/zMeGxwqU0Qn7qTzMgzmMXbHy2XpFggL/BD7hZFmywac8l4UR/eL7hs4C+4R8gDaadiML/e
3lrZRwW0QxWOLE6Uj9dbG47eCHth7fq6KYTt49k99nS7z4GZhL6aJBaZq16ghpYyJXzbtOyrQlrF
fJAmrsl2EqeB2pCScOP6QV79yhdnvIQGlmnsLDvFLKklwhwwyYAdKHCuF1mbXj1DqcUUNjLuh8Wm
sTmk5Q97HL2dL/fa74E60EStFgcLbHITAeBx6onGHFO7ObDFMoYa1Bob8+DSfHjsoP7Zsfd6Zdgz
HRA6ZL4eFdH1yphiTucKkkG/G9tfTeBm16GPn6banHbuhcwQZROg/LTbGGDZONeSvM7qKsv2NfA3
VzXEkxYgQ9AB2ns6pJZItH5fdpXa/npJxezRsMg0m0dC0w+cResa1vl0pOql/MGieKVI6B1iQ4ZU
16YSDW06WP1sPxoyMjsmBQBVonEYd0iuvPWw01YkG+Kk8wJTolmbYupLVD0r2zeCBNmJFq6OSUFK
a4h0+/RmU0wukHrpRL403DZnolJQttOWzPatmm7Boe8D7VrpRfnUz9b447YtyXkXJTUQBGJZAOHW
y+rVwGqZRrL9anC+AtidnoZQ6/0FKTsa6NDb3Tb3OvoDkwrCkHWJVqm1ORuZU4R1oY0Ii6N4eEpg
jTglDhprt61IF0WD8DcejJu1WZRHvjpTYEbnJ6ZBmreBwLg07V2AEOsVECKditsGHXZpHQgKqO3/
GdwsyzQLWAJMzqHGDP5BMxX3RDEDwYZuMd/Ho0FPzyuqnb0UN3ZrFMiFwxwQbyuzl+tPt8DAOzUe
e9kXuf0OmhHl1JlzdnWnKD5nlEqPNZSKd8w7wcFbzOOX22uWbTKToBQ5CCUY7d34ZHI+OIFj0/aV
aQmOo4bmAeKZ+Rny3eEK0lh7K4yL19xwGQqiSkDKa288s1ePTtksi+0j3BY+2hCwwRyk5tqD3TAx
uvNBpYvz+P9shjCYH9ucoEY3KnfuWZyhoMuL0I127WIzvypwEB41FB93vIvsAHExHNpkNmtUN965
cHqGr5fa9kc17phzgtuYqKH11cxt/uYVTz5kdbn31olFbA8Qgz7i9eHxoSK6PkCKy5CVOnBNbDUx
mREEOtjNI9SxOmpBtw+L1BQWLNqF1GC2Ua7p4pv1mPVVXV6dB9upwVoij+gxCL6T3MquBXUrh2NC
oAlmer0qExagAP11zgm0Ek/VCGHSMbLt7ilE5Py9FubWNZ8C9LbA5ZNEFYbyfHutMh/HiYGWAIQd
E/abYDdIIAlOI85OhxLrWbf68pTWavPxthXZibG4CAJcSa4iyBde5tGI5EbW0gyW72Q2tM95FqIl
bfW0shF7sQNr8Nu4cHbeW/HybE8MxRFqE4TYFOs3J8as3YaJAhu652rKL+gFAIYfJ/u8JLRhOrQo
/TAdhjsvSvc8rOxCivTBAc4H9HHbxoX3b8maGg1my43yp5TxZNj15hhJUhrH8B7Z1BHTHScg+5Bk
ovRxSdBs3M96i0uOUt4as+UDawrPs14KTsROfSs8gD/80srG1eDbwylMFuQKoWVETqVFvXBAcg4E
aXi6fWZkt5DaO9gAogudlt16QaIi4S6xZlEINwCcqbCsRRT+T0VlxTumZLeQeWkyTdyZq23hQlrZ
VvSKIAav0GuDZXVKdfcQWgFsMUiFJHdJGumXHIqg7DiDLETQwhi73L+9XtkHpK3FAL9gHuCFXq8X
CXs9dmlr+XY7FLS/W1Qpuyh8KzKKDyhCQlqhwLAJRddW4J4KQk8NCdcCL5oPQPvtf8KszP5LmG/0
DgqCvc+QMMOCBpEc4vAQUpU7AY/MGRAGCJIARva97fC3Uo9ZlS6p7WeeUvgFnCjwOw0I14Pkqi6t
rsX/WXZh5DsXRHYpwfz8jyIBuPNmf43EgtnbpdQ9oSB2rFS46owWjVlnMNBy1gMo+W9/UJlBQG+g
lmGjwR1sXGutTe08Jgg4Gu6SXKnyGZc57oBUtKAaITdkfPG2QdkJEqBlJtVgySfZXX9bqGiDHlpy
2yepRZfbDMv3ozcF325bkd1L+JGhSIHigHdj42goZcGWb/A6Apk0ID4M3dOQ5TmT3an36bYp2Q4y
AucBiWcsiah1vSAoS3NjGPHgdgQdI2oxOqO9SEK5FfMBDSKtO4HNazgst+OlQX1tsESGYWbCzfK7
Gno2za3hL+1NiEd7NzvWde0dTW9Mz6rWuu/qKv3mwnd/siGCPdooW++8X5ISo6g5U2MHFUO10d7c
VbtRmsKzSa0W9Ea/oeoKH7LS4KOOsWLlv7pCVZgrr+bCRRVAyxUEGMHtfJqXrn0zPIWGDfAcAncR
ZkKgvtmY1ug15H4RHmJmEqW84e+8a+zHeSqdHV8sOcQrS9tbg5pcYDdY0hTtHwjjiwtEz/ZONiI5
wxghIBGdXRa0eVu0GSo2I5vIueh6X81m7tBPCEYfKuq90RKpKUCDOgPLJMr65rosVlEOfa/yEYsE
vny6JvdVWn9a0ObdqTtJbgs+nVaJI7JxMoH1NxoTr2QCn6TfgYHujEq6c1bBrV1dF90YA/GeHXsS
Pw6ehr4Fzo0uubn5UkwjuZUBcMAfHYLxuEX3aNYK9RpBkxkdszJNPztqBJj/zU4B7yaqpjxiPNYb
s7Asd85UzLxg5YJAlWHPH6hAkD+mC7pJqFTtXENJcED7kFa8KNow8rf5gEk9k2yEpHLQ9KF0oZTL
yWp6yHy4EQiVFH1+aUKkR8YYcfrIg97i9nql2/zCvjhgL3pQydB31YIXRLXHXK56qqQnZFvc+65h
TsAAnn6E8XZvLkESO9OmZVCDgITOwjZMcNVwKswpc3xoJqtr5Dj6MS1V8AG1F10FV/mdoaXVseyR
znr7cgmDiNpxNXh9sR0vlosEZpM5uBWfqfPowvODck+PhFQ8l837Je3ra89Ym3/bqOySEpJQE6Of
ycfeuDcAGWnpNlzSxKX2R2qQ+12G3DaO9M10KHhSqiACZEM5gox9vT7YRWGenSltwoPKaDOq3ccZ
MqDzAA/dzlbKHMJLUxsvNw+2NliZY/vlwla6NXWBTAtA3Vcm+Hs6HOfbu/h6ol609dms328ohc6N
B3LCSGkpz5E4B4Hyqx5t896tA6/3gyXKod9vWqc/JvMwPJSGAm12OschXPIjzNux2aD8NqXv0Uew
3xuj4ny9/eMk7wonSjWo9FKOcbZoY9egCQedg4MkRdA/Egf/HEPkXm4bkew4LwpP9u8aExX59cdt
7Mo1o7THSPMLKiNkmpbBvmfEvXkPQmHHEcq2e2Vtk+Ai9zx5fQBPkT03DpT3zeJoMGAW80898tpf
cT112pMSa05+AiCfPqNjDid4FdZovqeRrbgHh/aBc8qn3kVBVLGbNz+zgtGIZg91aF6/rRdBJlft
AyAuPqLYiF0qDbIjTaydorF2dxLT15+XdILniBEqqjYE+eudR5w+Vd0ks/xBsfT3Y2Ivd5UHlfDt
7/vaLVJFJmQQib2IUjYBqWJ3RrQoCTkpYdnZnaryLrJDbzqm2TQzRlkVn9pxNHydjsJbQUHkS2Rs
Iv8WPJVbLpKmY9KFTp3lI+O5XGGXpf4Fo+557rL0zd4QUzTD8P2kaaQT670M6iBDyrumWuMV2bs0
StTrAmk5tP7Kl9v7+drvYokcQoxACWmdzVsu0NQTRC58NQ867MLuBWtTi9QRdK3H26ZeP6P8fYIj
AgbClVdjAMgAAALPAtN3giK5hm38jDPrzs6UJMT46XjI6nRv9uC1O1jZNDf+ECZ5mEJabI6WMviq
i/gl4Pn6GE9VdI7TMd9Zo+wSvFjj9niiYdCN9GqwVyvILzqofoWR4e3caumqeKJFJZ1Mc8tzt8An
bxTI3vnaMKZHRMIA4VSDfSjTZboq0IPvBEBSe9RlmJUjqGVib30cEc22B7idTB/6aYgH5tY9uzpk
SHVuUcKz0D64fVKkl5y2IzUYAkyw1Gt7fYdo5DAYnBTm5M6qBVNgEM3TEzPr0VHATI6KYmcXvTGS
Nz8fhKuiw4WDIUjYpiV20yYjAjumb6VdeG2SicwTEv5rM6nNnTbv1X4lCSazsLTEea/xKGRC65XW
zaDXAMSRII6U4E7p3fI+sLrlkCQj9FbwOZ+CNqwPvN7KD9covmqpau74GtnHBYEqxl1sQaG28du8
pXOjORMZd+Wkp9pKnPAQu4qFUMSMJJ6SxjunV+ZyKHMThNExZ7s3a+4rD1HYGiaUvuXmo7UVHTq7
mk9wa3+/fY6kS2ODqf8IUqNtflSjBtHXFdUL2MmqkzrEBdMlsIX19pQ9lJoe7pye1xB51sOzBJeR
cN2waKw/p6E30whnt/DbAmwVohAOeAXZ7xCJe92Lq7tMCe2jNo/mE6xpLToFkXo0bOTpbq9cPBDr
yjs/hIqXKBGpDBcLP/UihtdBeqKSQZU4AchM/hnyr04lNmnN+S/wrBpy14v6oVZ7644hHKXbsS8/
2KKi64LRIiTdnKos7bM01Hs+ctN5FI+bVv97tFAB6vQ4/2n0ivKvNUPgkDmx+UFHp/MyjQoaFLe3
QXrUgDGICTeoHLYjvnaM/vYSVlQcPSjU8zKNnoOs/xgiW3j+A0uiyAAhm8tQwubLM+xKTSAgLsk7
1/g7mHvvsTeV9m6hzLGzt7JFEdqLq0qlkbb4+tvWdABmBR0AX5/N+Yp+hIG2a9Kc5zjbe7KlpoQb
BvpJzL4d2A8rxWzHGPeUkIsdI0a2vy5pmviBPcQ/b2+gOJHbEyuQJgQhIFwgDV6vKss6JlgtzUSj
w2u+633MQ2NGewOdEo8Aaw8YVpCekAhu4U/oXndaT/PdT8aoOdl94zwjODQ8Krb+N/23eWdRkv2D
bUrgc5kro1i7+VR6Nk6Dppimn80Vc12p7TDdEbjflbIf91peUltMdQDTxeQrvinmRkczL2KOBYMd
iJ3qzn1nmT8Mb0k/3/5UkueZh5lMjjRdQBA3n6orCljaHIKqDHk889xbRviXrYWpUB1aGgSDcjeG
wcRT7pnQHXdOv8yzmICuRUGWz0jbdn1QWivVq3YmOEAANzmPidm8a2OUemCKrT46k96fOydpkaTB
L90Dwa5OXgmF2u0tkG22uBScImiZ6Kmuf8RUBrPbTITNnWJ2KtomcXWfuIyO+IZatTu+RXZoBX3r
/2p8VEvXxhyn1kc1yMl5Uo94K6GtcBitsTs3/TCkvrXUyvx2x0mO9X8mxRF48X5M0Ty4HbKWvmcO
3V2r5dOp0yL3KdDivfFx6WliUA/2XYckdQvANBBui7KavHEqC6hZybvqy8Tg0clKXQcNi85OPweT
03xR7FF7vv0ZZbahR0AKAIfDy71ZJs2NsaxxGH6Zx9qj50HDEupafvTsxkCexh5P6Dx+j8Mq2/mk
svPD4eFpordKjU283y/3d+mWgSqt6ReNo16cOMqQgDPMSznNy+n2GmWmmA9n1uv3ZLG98UGFCZ3K
YlOUtsvu38JJrQ+5nbUXxlmsnUXJzqmpUWInZvegod0kWwoVbgj2StvPca7+0A7mh2FqGEacVUHl
4/y4vTBZtAXLLc19xrXp2W5rPROYmwTFeNunxBV9z3B7d1GNytQU6MUPj5Ltp5lhO19BxsaPldH6
K5/DCXabuN3pp0rqQAzR4g5F4V8sfuMOYm/Qe7sh0HRJGw5Ko8yPVQkyfWm056paKgr0dvxQm014
VwSgNz01R2DQtisqnSkEZCEiwppl7IEQhWPYvKm4SAYNGC0CRbcdLwtKy+qDkec7VWh4AgxxfBUV
90MbEjMMEyNnMFzusXpLHvKV0Y23qrJygHcQo0zgDMfS0dtLAMR85xmQnTWB10EShK9PaWt9gfLA
C+JxjG0/rvQvCLhZl6UDHGCpyaOGcvpft4+aJJwWtSZRD8cgdZ61tVnRRwbfAAmpARKsKhLmhya3
x/exNiCVrVbTKUxG9WBEFAHHII8/3DYvu8KWxQEAJ8QYxxb1a3nJ4ICZsf06hiEzaGN0ihs9PFox
mu9/Ygr8A9hw4pZt4rBAIdaaAo1bldF0hZ+9OJH610+JZu4F59JPyMAIpSfv97TlelOtIK1yKE1p
Y48xbZ0i1J/qftR8eADhparKPXyOdBdf2NscTNghq3aE9N73KiU7LwyWHMnlFhTP3L3mjXRpNM0F
nxN9x23247pzPLVU9vwQLo8HChYZQi91BegqK+rhnWUiDPv270ZVjfk63BDTMGLxLx4UO6dyF3UU
/hnRdo55H+uobdpImyXBmyeiYUd4aUos/oWpGqnwniUBclhG+xBrPerhdTHslJNlV45KE413ysmU
RzYXvG0HrUm4UAJS2UJn7rk9Gmiad4/4q3qxIgLArPKChzJequ+6N7XLTggk/QF4dcDOLJcxgvUy
2yCY2wg2dx8+EHc8JClYC2MYvF95aSqnpOC+28agnBUlzHwN6ZkdnyM7Q4h50BLjKYVZZ/OmlCa0
ywR4wsP1BcyRhbkcQyfX4VCKXOPjtMRJsHOIpEsWc0VsOcwUWywkU6FZYQWY1FttOjjB2D8t0Hf6
UQcllh3HOUSQSvjoVBoqf9a017uRRWP0DSh808KiPLQ5WHQGtaK38OmaF+XJQR2L515NlI+aFXRn
feQLpwNStk3etjteT5pUCAUB6mBkUKDN1x97ctpeRY4Y36D1y89kSbtzMGflFQbf3GfysP4VOmV3
FvUOkKgMeFBbqfZ6G7KXE2486o882sDDN3fYUFrG3Wf6zFS0nuosgH0zRD643jnYsoNF9xNeWUFQ
weToeq1ZAu9HooI+t9T2PzNrtXNUVclhyszuRLlC2TlU0lX9fk3ARdK52Z5jtLXjoAMW2ZoNct+o
yN3by7xXf5EdXREGUHljZpuIcL0oJWy9dELk2EdmcjKOStfM79reNYYT5K75R2AY6nDkskPpSpqs
hX7vZNMeilF6jCjNwNoECwi1mc1a4R1GTUWj7BZoS/hV5bU5DONY3Culk/llODnol/TVWXVL42Dm
nC+j6oMd4Lvs8778DVvHqSZ1nLagNmM0PC/KEjWPWpvr17RnMBIFZfd6++WRfV+8lMP8mph/3M4h
2/1k2kiqWb5ZlujYW51+9ZA++HjbiriA21CWcgN0wczUYGdzQbUizl0rIpp3oHS5U9s++xR0tZkf
3DwbgIMqbeXzknR7l0V2rlxTlOgZroGqaLObCOqmjROym3WYtrwClqcj9Thm0dGNDOSdOi0u4bOz
uwQFY7VuULChA7TjnmSRCyI9WKdLIDRc1ofbbMYhU9qGaoM1umdU7ucrgpLJPVCJcSeVke4zIxqs
FgIMoGZrU+k428VCX8dfLBUZYi3tvKOjzIXfAew8xbDA+ukMEP4Pvu7vrrFO7+XVGaoL6Ihy0dVN
7ay8K+30U8nE2cXqs+7BjJvqoQi5uLdtyu4JdTlqwwIOgjdcr9SLlxZBLDyGbczFJUuc/LM2xN3V
S8fhZ1zXOzG87JqIMJeqvIFG4lZgiIrnNIYcXpSik/JcwpnzbtTKcOcyyp5QkceBkxJctttFDVlj
9vAXw3dY6sZ/VtEWo9/AeA/utTB9xgrj+w5iNaBE2biDa5YdUnwvcHv+AQiweb3NPtQji7k3f+oj
VMajTD8E7MZ92IR7VCNyUwwzEBdBoLXVG/O0GkwfXGE+RHH5aXa67+0UDCdIELqdx0tiiSwTfSoE
A3iat26nGSfEq1IAoE4fm0d4YYL7YXSRXzTt3nj7LYfsneY4g8CUFLeupg21YUJ8hEGQOYz9ztQU
OGHd+V2ElPbbzz6mwD9xRGjDbUdxbTMJOiOhchKWvfIrQWLiAL9u9K1vageUbb4HXpU9jLTDhCOF
Y5dAa/M8OxqCjKqNW9FKt1CexlxRP9WEHV/TKDd/x/D2XRJXmXue3MZkcnFxsoMyjfPX25decgt/
azBRJAdBQnK2vvRuFhpVlfOMMKyVfB68fjm1jGr+um1Fdmqo+TPiSc2FbsMmDGgWEltYDi1/zmfv
kekM71uWJD8rJR937rvMElNDVCTIonFlm33NSq9F4HAyfdeLmqvh1vaHImxinqJd+japKR4Gl8Yi
/a1tjWtm6IvIilqpM1TLKfSC6C7tmebunTDeCWEkX0l0MDxY6rkMwLnWX8m2m56JUjSMBiOezlGc
OZfYod5x+ytJnnZCNF4AeluC5WeT4JlEh30qHh2S5+40MndxmseZvGdKUUEZxvxnqWjTCc1xFMyt
YA+GKFskDSjeAuj4WeTm09WxVUwDBNd+t4T9A5AOZNELLf90e5GSr2ZDOSL6Xch0aVvQUs1QWxZH
QEUyUx1PVmENJ8i0Qt8Y052pBOl6AO8DRyZSIXFdfzSi2TEOF6ATrZN5ZwIV/XFGf+TtTlKA3wXB
HmMJpIprK6nXIfJW03gJEXc7K/GwUAYY1HeDk3x/+84xG4Pf58WGnn+znkJtyi7L6XIVrWm+V4tZ
v05zFB9Tm1bobVOykwiBH0wFcLMTimxM5UVB06elZFpomXYwwgoh8UCJrkrkfDWULDIP6Lqo16af
4stgtcS7t+3LDglsgrDr4J1FD3u9qURejGUVhPBMBqsXVIY+l2ZJjTMylvnLbVOyU4INVF+ZJaLM
uKmkqkGR5jkkAr5ZN62gu58hm6g9PdtZkmxLX9rR10tKIeut48Xics9t/+x0Rny3zG7tZ06SnWtn
6S5DXlmnSCmDwzS2exIj0h0VCRGAZgrUW9/SJZU9di0vwDIW2aOOksZHR0X/wwq0P7jgyHeKyJL5
lFdsddOy0F6JmZzz+jS9or7r/R21ZPKQ5No7eyru1iYHYz0QhxBeCrCg+LYvCn+TN6Ed2dIUhIMi
+9frTfXe6tT0ewjy4R5ys/y9NRnD2184jIKBhCAFZN22U4aovJsl0Gf6c5Iah6ijezIUAWE6kAT/
9tkUHne7PgF4p/oC0SNHdLM+Q6uaxYC9u+7ErG8a9N0lhq/8ITKc4Nx0VvUBznrlP09N90o/kmTE
5rGjgwQMi2nkjelG16tBiSKaoKnOoCPM5ZDdLOkhC6AsglCz2XGjsqUS+VHwEINqzCOul6rEdjcj
2Ms1THXrboDr56BPQeMXRtiKJqR+KLuiOcVR159ub7LMATD+SLtE0LTBt7u2PDC+UC9cPR979dGb
pig/qF5R73hvmRnCW1HPoyj3itGrzs0kzivRoE9z83uJwsOlgk1zJ1CR3QgiCMHBShuDFa0XU6pN
RqQEvXwNmKrMU+tStblyqUdSnrHjAg6pV+9cCOnKeI44p9D3vJL46iqj1c2YldE+zPxRb7rTsHj/
3v5KsoXxGEH3BqU7NbvtVyqVyKPlBM+MrtKbKcfuAD1ne4S2uD3EWY7Eehn3O/5FsjLx+Al8MLP4
rwh7IbpWS3VWmJaw+n44OIlaPTQQiu3guOVmBACZBAAM4mZtcRQqtZJR2EcZQflVzVb2Waucvba7
1ArtZZDiuBPADeujEeUG3YvUIHOsbOVqh8qcHOq+N3dOoOSdg7dbqAZSegN3tlmMmQ+lmvT06ywn
Md8XmvIjgLv3XRUY9xnQraeuGb6pk5c96IO7V7WRPHJQOtJ0EjT1MBFulqhVoCfyIBQEbKH3ULQ1
XLJmak+HRpvMPYoNqTHod8UYGG/QtgVbw07dmLHoB5FTfVCDzjnpVk5fWe2rcjrdPv5SY+wmX49p
XiLA9cdjMDicQWU6fllXv3CO9UdkT9E2WOI/yAIcgmbWQ0ALomhjyWyVAt6EgJ5HXjfnoFPG5TAv
1bzX/PxdZt88bnhCuDREgVzQMayXlI0qFb2aj6U2EFZWsx49DlXRnuAkHK7NXISqnxQQO9Z2jNbj
NIT6hwFC/nNM/T48NmNWMztpw9rt395q6QEGfUxtBbEZqgzr36XB8K8sPVNBOk/rNxQt+vuiG6v+
UE99cGY/XA+yGtjpDrWhpvHRTvOq3om/ZZ+bwiNwHFHkZSJ+/RvKpGYinjqvT2nNeGeMVv+YNPZ0
bkZ9N9aWeFaQ+5CoAOCkVLaNtbXYCnqD8ga13Mi9K7tSucxW3xxtjtw/8AdORz2M2z84zzxEAq1G
JP+KiENN7NZRctCHaWvPX/QR9VxPy/pvOQnNjhOX7SVVaopyLupxYKrWe9kAi87gjcYp6LBxHwI9
cP6jGhKYl9ELjT24gszLws/L/KuQ8AG1sLY2IJGRhCGnJwLOnX7I3AqearN25j8Y7CDhhK0BpBEH
ZOsR+mZYFDIox7cqdXjHpNOvUInmnZdJ/NrtHYUeQYxD/65Kb1YTdrbXBAE+TqU8/AB1vfYhYHrw
GMV6j175FO9lSbKPZVJqFOUHSjdb5iuko0MPdKHtF15jn40cvF2Sdv25L4L0D+4YnWW+Ohw7oj6w
/lL0sAcN5QwGvhVkz9rOSK/NUA+n0o32YE8yl/LS1OY6G40J9VPtQfNmMNHQ2XQv7Kl77lD1hNB5
8g7joi2wrjbdIU+caqeDIjuSoPpgRwM4iMPdJNNll1i6RU/MN1vT+itlRuWcj3m3EwXKvhy5GKES
hUw+oXAzL3OxjBx6TABhpHPYXOdgRu0dLOMjbOLj+baHfq2Gjg1mkMXY3e+UdvPpkrAEXF+Htt+q
5Rwe9RpSztGEaw5Whm7UjlBrdeOdrg4N9CXuHBL21iEOG56a2n5vLyHSKWhrlPXBnm3tmVmA6aIX
9fjv2JlKufNrZdvPTDwIAkajSKk2H79lDirTDNEbMPPq81yCDgEe/AdwGxQ8qKsBkhIJo7He/jCq
AjfVmLzvGy04OWb7vVRr5Rpqy5/4UzFVSSQJdokK+toSIfpkjTqgSkiJ0bKw8waChEzVUExN4Yfe
YRSQHitqd5oG9xZp2sZ7u05YelMONgBV7vyZzEa7Jpmqf8oLN9kB+MgeQsGRQikBAgPYV9cLU5nI
iLpc4GsYRj3ppMC+i8zA35Xz0NF+A5IfKZ9vn2TxJ7f+lXeJ4WOSC4FwW5vU5iIymcThajZd9DhZ
lXPA01bFofZa1a9g/bn8gUGCE/Ko36iSzXYGKC24eTkJwsncOJpxv/yoHSaDhtZAHaM09lpI0j39
TYbMuRB2/x9n59UjN7JE6V9EgN680lR1tVqm5UbSCzEa6dJ7z1+/X2qxiy4WUURr7mDugwYTlcnM
yDAnzrleYDu2krPI9OAiFBXf5VpvfFGkYjiNq5ZDk9IksteHiIEdvPm7d+6F2Y2DMBiN7ZFsYpmT
rHptkte0yuqjqcDdr0eox1ERLY9tV6DQTEmNBQ1ESd5BAmooCwW1GMAKIzHJ6JEqwoZ+/wPu3QdB
oK38SeHwJ9cbmrVZNwIMoqkJQ9u7bim0IJp0621m28nBA7m3iWBIGScgbqJ7uzEVyeiLzPSmfGNI
stgtZPBfLkwLh2nb3iGhzIXmEuEsQ0QbQ0szSPQZGJHvxgomxMrs11OoTE0dzGpJ5yN37MAZmv7b
/a3ce5UtsLMoyYKxImG93soBGFCUkWr5MSMw59Tu+3/XNgW6ESfaG0OTzJOZoucGw3zL4KzuHLib
HWYhYFOEVYK6lPLJTUJe5cq0gtqhBdlEEJWPSvXBiFd0CBF/V1pgAIP5GXiRtLr6MAHYjGhjXpgg
jL7Wg61DNGI31VEne+9b8LbikkTch9Dc9aZAp80HzkUAVuXaE1jw6EQWnflOL5epu1qN4muJVB3s
xa5VQB78hRcEoHptlVH9cRp64sxUk0WRsdJ+p9mcvpHGbn1Xwb7tMqN5xD+6B9fH7yJUyCEX05Gb
A0CDCmEpOPj8GKDYCVq3zuvKNv4Af4zlxeCOvztA+55KnjuUIWSTaCFM/rE7Sf4LdyVGlzgNQLX0
bYigWrE5yj11pnKMwzPpA5R2snaUVO7dZ6C4jNYy4kFyu93kOQf2O5DZm9OaXjTEA5/M1JAOHJRw
rdsnTVDicIY4jiA/rj/lnEqahuAEqeuUdxRiTPOcztl8nlJ1vfSDVblVmCuBmdZHoKTdC0XCzK2i
lkuxZPOaWoMCXW2d2f4UL/InpL3Sjw3StaciTocJFoyxHM5Zpqm1Oxr29ITcagbzm/jgxWx80Bsl
PYLs7p1rsicyayIXSnubkKIKG7ghOsvyQYwuP7VZVhPwYTaaLWoN/+0jcIj5YW6VI4KivZeJrJBC
KTVt+v6bW4xysaJFK+oHUlgM6Tup7nI/LlXpfaRnzfhdjiP9b5YqcgxVpp4jxCKvvzuBVWJ0E0ud
wtAx3qq9ZT2rqBXKz+rcqB+ypW+Dzmi0g+RmZ6XMBeCrgOmKuV5x6F+kHXrdLimjaDCrW0r6Ple5
uQr8/L+6VvpnNcbywNwebgS5A7JTJDMUQR18bW/JqqyhHmWDv9HMD/nSIi/EQOoPbY4HUJ5VpfiR
kqjv4B2pnoqIlwtunyOusr1FU675M6XAOf8z/fNi0Uveoj6Q67Zoz4a1K42QH7hOM+Y/kry1RVxl
r7/uP5a7CxfZHcGxYBLbXq62WKBtaXvLn7s6/to1o3q2piz6wOiO+SvJhsJdzL6u3MSQfmqL1vsQ
+KsHfnLHt1AVALID2y+o8G0HvDPTBWaVhSqoVa5nqHVgKGCY7SFcrcI1Teb2mGm3ilPWFumBW9uJ
u8jg6PMLBgimfjfHeygME4A1ppciWT42fW1/ZezVviirY//vYKvFmd24UDQQsUE0RA9ni6EpNMog
MRQp/ujU6TtiAed32AohBm20kieRDam+PmTtO2uKpNpd5FJWT0nEz3NLOe2qIKHPBA9jV8S4ulat
j77D/g/kIFBN4OHcNpNNaYiLIUtsuOStJXeLti+eKChrD/c3Ys8MFTQBFOFvBA2u71pjVIVcJRw5
JYzjyl+SCkxdk6/5p/t29q4Tmw0MDMABiebmYYTgOO0dDWYzMGFZ5ClD2nyWOzV0exIWyGGij/ft
7a6LsRhoINDaxmlerwud5HKxbQLrxF7KbwAQ5F+WOejefSu7qxLQKEDKrGnLjt3VpS4vFlRQxbpO
7/QqpQ0CRbffSFb/DOfF0Q3ZtQc5hyMKHSApNjdEssFmJCFRPNo6axroObXjk5GbaezF61BE50rp
utdTw9ENpGpNOmuJf2weOrO2jcXpMGpLWfp50cPoM28FZ1KtzSGQCoX6YSUt/v2t3fNDdH0E9Qxd
wZvSYTNXuZ7g+BgKM5v5HNnzkpyoDnS+kmpSc0oSLf4dtwnU62UIE8KBG9zzRZS/qHHB2AvubbPT
5qqUViNRPNc7paHrJJfRd6fMnMXV5+ZoBGfvs1K+AgsEihZ9hc3l6BxjIHQjqOrzODshtJm5obk0
T2UU/lxJ5Q+2didiwqvQ6BUBE22ozftqa9Ok0t21mYrVntZQax/KQX5vLGVzdhaA7e3QHGFB902S
5UIgQBawnXLR+U9m4YgCTWwm6+iSeDI/39sL7I7gJO3eKX9GEf2D+2doz6ogFAJbwbZyQ6+dgJrb
yL/FMm0mjcJEIcVSIBlRf4nW1PlpInTiIRR1yAez9zVfWN2+4qY6J/Cg0Z6Qlk7+4EAedpoLefmx
QJ4vewQ9k+oOg0oFw0zMd5I66KcGvkdf6afVhNMJ9KMZy9oXtrH7FKXV8q7M1/7D/a3Z84/QcgkR
JGQBeeivt0aTlqirSGT8eI7Wc+WU4btumOvzfSt7twh6b3GPbR6YbTrULqGcGTSD/CmaQTcXpe7J
mSn7dqkcqbntmWJig8oifTYK5OKrvIjXgBgXlr4QpGZrn5+rNYLbMYMQFRnyo/Rrb+/AKgjII0So
N6IahUlkVmY2w01pnp2aMZROIELG10Preb0EBzF+FyiB+BUvFjSnGUrYmqivFctvkHnRg9quP6gB
VwchwN7OkUQSSqlCW3irtlfLylDnDbA1qaWDFmba5OklVFBZRKD/6vOAfhHLoXdHxrRtqJVrluaj
wDxWjJG+gTc/C1Qw6R5zjX/hwAnsCGrYQpKWLQOCrmY6U+8A69ckCWGvH7JTRUn95wrN/OvfCkpq
NuA4mg+0BzZfKhrhGZgY/SW2seozBf04sBJ4ELpUOar17nX0Sf3EmI4AsUCdc30qQtTalSytLT9P
5eqsqI3kJchMBggBDG5JddmbM6sJOntc3HCJmL0rlOYcr3PpxvKwXLrSyF/fwKTzhZqp4AunC7x5
Tha7zFu1ZPnykDR+b46GP1UKUbFqJp4xDUfxyI5/pbiCmBhflXHqbcjKk412WgNOI54kCSCpYqzB
0s7a1wWdxYcwbtVPrz+1DpUF3YCrkI+8WeDQaTAmjgRA0lRPv9O0ii4TkUAwFU5zgOz509nZ5CWU
jnRRDlZEDryxlU15CHqPJ0tSqtH0qp6tfScpbVd5DU325zSTzP8latcOvoQ7Dd2VeBp+GFiuGqYL
03l0F4Ms0UdKhWHlqbPqj0TAihXEa1vIbmc464d6Auzo1as6fkkZjijdNcqZiWeWJ27dnAg+9gpd
KkmwBUeJLA+96kYRYiK/KmWWDeQLYL44xYTyEdO5zUglr2na53yth9/q3OaS29cmDGjLUsqNJ7d9
tXha3GTP01oN9RkWPk0O0rpTJd9si/ZTmqrGf2tTmR9j0vmPLXKqq99BUHbUTRC343p3Re8OkS4k
GGiAbyel9AG6EkMZwSnYav2taxZ0dBKjPzeGUZ4dC0rP2iGw7dNQ4TmUP98/R7cHV1jndSIEEtQs
mydqQA0prDNxd7sweovGQ9+55KDGW9MYO92bYtX+9RcWgRihDwbrMS/wtbfIFs6NYjHhbOOQ35nA
QbzF1KoPihXXQVf39oEnvA24qK6SnkA8y0qpZFzbqxwjVpeR9l6P9BusJ3F/0lS79yqEBMibleWU
MlN1sK237xdG6Q3BTM4sMHiNa6NOlkaFhtfzzc7Mv/ZrolKBHI13IRDigzdZePLt+RGK2pQbKSED
Ab02FaWDNC0hWWXMZfSKRArfR6lsHFTq987JSyviV7x4+ZNFm5PSpGZer5L1mDfl8GRlWu7Fo2yk
rgZj0t98NrpP4PoYwOHZvDYY2kouTXh48ta+Dyp1zT0Q5jPzkS3Az3KVLykila+OBQSJPWhMgYIT
3aFrowx3agajPnSk+rj7aOpJ6A7hWHyYmuz1aTrU0DyXKJpCNXcTC7RrBi5T59rLWmoFoTT2p0LL
lwDsKZ7OSMPT/Wu3dw2QTRZ8KhAw8V5fL430QvBlAPeKegSUy9FwPAKI8Av87vVbc50M17SLo2H4
vVMDVwxdFiB/FD42HzFZG61dVfYzAUo4nWclaZ/H3FYD5IAXO5iBEBwUaneXKbhHeBnh8bLFn784
pzIsIH1ngy5smkS9IBA7+swyNk/FMuQPGoodZ4gMqvNf7C1tjz8zvBRJN1dQ7+0E5iQwMF0uV28Z
c/0xOMTesST1nrRkk8c8lX5wP7YehsFoMSVDeMdEOK57Uwxoc6gTIItfgzGMZE+R5O7BstLarwbt
COj9pyH20sX8sUXQykwA/pPY9XpTw6xz5GVM1mDK+vYZpEl8icEv/cr6Eh55OW6+hkkXf49CVXer
QVYviOk0/bnuluYT1LWl36aG7ZpRlT9TIraenKYKPVVpoA+6/yG25038UP7mGRVkPjdu16oHuh3m
vAaZFf+w0nZ+ThhPd019uhRaPP3+C2u0cRmSZaCNUPt6Wwq7ksa2G9cgh+oYQgkj8/W4z9+ag6K4
0jJEBz5455NztgRKFxZZMJubR2Wm3N+xvpUam7P4EyADLzXS3EsZ6AnuL23XFJtIDA16iYL29dLW
KSrUim5CIFXt8E6Pc/mExkz9ZZzLIxGPHVMcKQ4xORi92C30T19sK+8GpDQWaZ2+ZHL7K65V62I0
5mufFE4HVQV4nvC3oG62qqtjlEqAGyI5UHMz9iV5hVVvXqSfEaHvuxQCR80t9aJ7/VfjmaJ98afN
zdNyvZVazSBNWbCVVidbXgitixvSH7w0qX0kMHPTrBErFEh4G2wBA3zbFYY9SzQUCafgiNGI2ZoX
kufUfChoCXxftCz/b7UXC4pbQz0pa23LJ4gu5COuiq0T5mcIllEx0gqC5GawwbCVwW57SQ76bPoq
Rbr0aAiRxnQql1O8jrQuegacDu7+zjkixhOFFugFGd4Qf/7C86+FkatyHikBIbxyVqJIOsXGnHyc
yQ4P/P02ZBfrg1oORRKuBmo3m2CoKClMK2amBKHS2IHNP862AqdzUqhL0ECl8uTYEA+idFHij1Gy
eO3lFNwUjNghCC78wOZyalI1y5JRKkGLbog/F1H8LXLy1l+idb3cN3XrUMVkMImJEG0gt98+4EWb
toh0KEEBWMezinx4xL+vj3Xt1K7Wdv2X+/Zud1aR4f8HQI0/EAMd1x/RtltG7+AhD2aGptxWnsaH
zur/04Y6+2AoVf1G6hzlUYhXwoCSx/5967dH6A9pJBEZc+yUhDdvqhrmYVTp4xRAvF6+Qf39f4XR
RB+sLpNP9y3trJPXG3onKgHIaW1pnhZzWOzFxhXNrToHlaNmH+G2Xy6RUVIUXvruTRWhESmpaeXr
6eQcpPR/IpLrFx275CbIfRJe36B2h8YMoeQYl8DM1Fg7R3IT/0aLKv6XufvOcBUzit92JO2OhwyW
+p9dK910Eg2z1EvkPn3OSTGK9y3alqkbqxDeer2RoJcjxjOWN/2gl/UbGKt6aj0wQCWXvEvD1m0a
m4pQZg3hOS+msj74fLduhyI+7VM6PbS+qOpfHx5ax40S9RUeILSrs97ac6DUsthA6gt5VCd4xLAy
f9//lPtWuYWqICq8EQwq2hy2aBmrSTGoZ8bSpnO/DPM7Zyn7/7Uz6W0xlvG/943unFSwuLZg04Sj
mgT+eqlQHCd5T5wQFDWfREsc82Ixxg/H1PjaOUm2km4TLScbQj+ZCt+1KRBwWmv2lhyYVZWdSDTh
UVXno8nzbWtNWCHAJGTHBMiVjRXYi4uyijMWZNoZC0qXsxnaiStLtvneCR0pMJP2DSXuNnj9TiKY
DHIaABrB4yaomhAoW2oAcYE8M3rXlPH8RjNHqLEUIzq4dTvPM5eN91m8ULQ4tgoHNQ4dZElKANLK
+gXc2fdlddoTmOaEirqSPkx50jzOGoBxt2zTxgOM2B+sd8ejc+FJcIGLkzZsPWxiRSYjh60cGHK+
eulQDI/JmMb/tf00PFUN1CgH7/KOQcE/IthxQc+AH78+P5odRarWNEsw6HP1OapSisD01S4JImuB
RIZ2YO/2PoopQHouBC60E7dKFplJyYrJVDmYlLi8EBVM36ZQntAOi83uVOXz+HnpLPXz/WN0e36J
dYQOnUXYQ3NPOPwX0Yc+9JodV2zrMDimJ2o/6LdL5de4bMs3DGD8LCsByzKkg57ZrSPADdCIYXP5
nGRo13a1jJhuaXkwVaNznrM+o4eZJfljkh2+jjsbe2Vqc0WjedDTrMIROHZaAPeC9TGPDPu93GrT
aQ3r2lO0tT8IQHbXB/xGZrJZUHJtMBPMeWjQ8/A1lUpPvwFLLn5ZBk/JFBfOwc24NUUmh38T9GrM
/W6D56k2I6PvljYYCPs80hL17arGH/Xakg5e/z1LBKp/FLAFmGxzWCCbSExkLwDGhW1OsSccT1Vn
666VSNLH++fyNtAQQAV8DXdeUEBsHooa8XdI7GRMWepwqaexdyWrLU7KDD6j5jy6S4nuHCQzpZct
x8Kl4vxdBxpcB9Cn4J3BhzC5dn0+p6FYK7Shu0Bek+bSl7P5NR4tzaWWoryr1L70iJG6hzKvh2fe
z/XUM3Toj2iF5V400xQ48A57Ww/wWxFhrcA7b7yRDVtyG0I7zsO5TpCbFPIX+gc0hhT7SPLs9r7Y
Ck8mGS1Ogari5uiaoxkW2hqWQWRopQcx5K/JrJ3HdOy7oBq19WO89Ecw7ls3JGwSWIrwVYSX19st
51bY5MR2QSaFkVBVVl1TGpe3S5YPfiKU9pplUU9OFx+Jtd66eTgj4K7nazMGRo/z2vJKYScqSrUK
qjw2CFwV5VKn9nyWBmQGV2Kk5/sHe293yS7x9YQMAgV6bS9Py7DqFb0KjGKyg0S2Mg8SrSSw105/
SNvsH4p9R13pvTVSc2MQW3BM4nivbWbE7ER7chWE1ax6qdXEQHFiLpNMPBRVtvlq58fNeWFv4ycm
w+qcKlGqYNbrxFWb2npbLX15lu3aPIhNdpdG6QzhAx5OUoPrpVVS1tVhN1WB3uijC4smNYSylt5n
CJq6Tu2oP+5/vl17ZD+Q3BKIMEtzbW+pujwmRWEr5yx6sLPq95hVCPy2kDu2g+Ec7OTevfjTeEdf
gZB563E71Wy1zB7KAI4w42tEU9xzrCTxK8qTftco1lujazMvS7UiuL9QsZCNA1Qo/5DlEfahSLj5
hjozwXnOPEsQh3H3njnu5cksxuygyHTTg4cO7YUZQBPX+xnVtbYoi1EGdL4T2JF7mLX0tnuyw+g5
RPX3MbaKOIgBD3ttxNBSnLLb+jRMT6i09Z6jz/rBBN/eF6aFQujHiA189Zsv3No1LFO9BW37ukxB
k/ZNsHaIg8vNOp3suD8qWe7acwgRGCKmQLPtg3WDiVQo0ypBq9rZL0TVrW+1qk6yNy5dkblxUo3/
3f+0+xZJWnjBRV1x44LMtOvJ0vm0c9PpbktpLxiSsDkp+hIB0baPRr933i4IeQxRVYNigwz3+hv3
iw4w1tTLQCls1Udf2Pbs1Skvdd30B+dpz7uKKimPCb0UhpGuTdlDNUPaYfPx7Nh5q0/L5DdlZX0K
u2J6gioLn7cM4MPub+iOVTiq6NpATCqIjzYbOlKLtOZRqwJ4ZrtLNY/SQzH2kVcR8HtDZSpeSjPn
wOiOaxCcD1D8/WngbDkS03oa0tXJm6BXrJFihh6+zUr9F33AwUebZHrMDGX92E1KfnBBdlYL3xGl
Jh4S8vgtBWTXxu06aTB+KVM4eGUDlB5mArjF1TH7bJmt4iW6eqSgeDP8xAMNWQ/ZtibYX2/2uCyp
qZlabfsgaGszoH2xwqnbjMZPMfxwiXotXIICKbb3xQyg9s2S9uE3p4qS2p9NSTp4drZ7IH6NcIyw
MAGQU7XNkV70ZWqKTLWFeONySbthCNa2SQOjbzu6TfB/hlXxWqwcRsl+kRqlXkPDfMuyAY+qZMRZ
HvpWHJdf2e3yn6U9nJcWjv2l4/9jBXgOeFaKpzcQNiUEL2SNRQhPTKE9aX03/4DUXvP1OlqZ/Rnz
U6fVhtsnSfWmHO0D37T1FcI6JPKiOqyL8Xyx8S/yUW0YDATXdcePhnp9ikvtUYvk8bGeKFPfv7R7
lgiGKNnQphczIteW5rbSJrgbbL8m4Zlco6QQ5TKi2HyXy7U8ADvsGgOpIoaK/0z/bIw1jjGtqwru
21izztNDs/Um2oHUwNR1+Xx/ZeKF2n5BMZb6/4xtnu5Cc8ZS78Fbz2Fm/ci6WH3ol8U8/4UV4IAM
MYkS2LaZUJqLpoSjwKMybHJSk854iO3e+njfyu7G0Yeif8sTwfm/3jhrqhEupc7nwwZYPIdT9AW0
2HBakLo9WM9NlUscPcEhCfKF3POmCQUhhKWmtcZQJxhOyqBa/qPRS8fj/Rje1G2seE0I3zTkrd1Z
a0f7AzHSa7Hdf37DH6ADyB8qpZtwdqqbIrE70OvQKiaPs5oprqw05gVK6MVXIml9lHp9Ong0t/EA
Rgm8GIIA3i1AD5s715upHstJijMz68Ev5LabvLTEk4ah2p4lstmDj7pnkOiZ6VmYYJjXFgf4xSVn
1CNMMsiRfKkOmQFqGLdku6EvWE3pUUkPxTx3DhHWABnBl0mUtaUtGKO8TgfdgWq3V6oHqy7Gx1hf
zJNFwH6wl7umeKEo/OBaULK8XloZjrlTTrbth+pU+opWy25DEfrU6Ay+vfpqUAoVVNdi9Aog47Wp
bjZJAPKRVaXNdInr6GcNVP5Z6ciB7lvaeRJAwsA9A+kSqiLb+KZPpVFBS4XJ+jY3n5dRbf+hE5x4
TmyUn8lgzTdluEaeHE0h5e4pOjC/48+QahZchwD+wDpvfIA6RklSKkCAmiVMP2vZ0r2Z7OwoiNuz
QnedsgevK6XWjZUYnR9rnvFnTsG8b6NLznc1c+qDh2Dv6APS4r4x50qxQ73+aLVZmkbLiJDft1Px
qW+L+JJEKcoaaG08KDTsvNd/OvCRojnBnDGMFtf2BsQ6rdWg3Zp343Be6kj6VSxm/iwrpZ4ihBN3
Z3O0y7ehOTT/lFYXHamX3GR4wrsICkkx/snlu6kwJ5NjUt91fEbS5eg0GW3ohc2Q/wQHJH9p47o8
pUo0dX5fm/qMLkzXBwgHOp+Soi0gk3YS62viROPBodq7qBYZNXT7Ig26IQ4Iaen15epAi7pqJyZL
FtfWQuPS0AM8uKh73xzeKybNBFP2DbpHj2Q7hanB8deGWXw/01Y9dwdga8yu6GbyCccVHsDJdnfd
FlQN4uPDcLQ5Z/hXze6YQvbzKk6+pI0aP8DpVL9v4sg8kwxVk6vNqhAfr+XIjWSj/JL0yJ+DhR9X
KrryUP2UjSI8Qs2It2QTm3DJqGOCCOLV2RY08kjPhyFsHN9ulcqlFag9rB0G44XaZq30VeK2qKOe
7t+CnY+NT0Y8RtQ0ReHm+hYYdZNFpEO2z4ThSpagQVduGCOCvPPq3ze14yupl4DnMNFa4eyLn/Li
bZsMMNxKwds2JVIboFsN0sHsauaMs97rSQ8uZl5+0ZsiD4oVqsf71necGEeMuUJ8GLnotmlVRV2f
mk7s+ED4tIcWUXTSwyk+cCp724kYJsQXgm2FfOB6jfporlqY8Z4ySv4vcjLRl4gz+Aa50eRgN3eu
DhArgYkTFLEEaNeWmqSJ5rJgD0fmkbyqgdGlgnzUs9ZOaGI36cP9/duzx8w4DzcpJvOZmzdVTpqi
lbXOAZ3SF4xtZ5875OPPUlOVXp3nxcHybpjBOCDIpoqmHyT21Jo26+vGKOMjtY4/lEyfJnEywlhs
dV6jqvXj0knrQ9zYo9siy+gKuVyXUVXrba5xbJ2pMx8Gw/wF/5zqzSZ1czTsXquP8H9/IJgoStWI
422DDHVAbsJxcsdvh0TjOEfmc1vgvkAJhsH9vd87VXiq/29qsxc5L2ZXlJiacrm4pIpV0KfTkg8G
3AwH+75zTYjxBb6XGQVYKzcZUhzFQzrBguE3ehad9bWky7tK1cE12TlM5EYQKzKJD3vVlmIiAgTb
1whtQoIq8V3L1Y5cK+qUoNYnpnl62/zf/R3cloSEuwHt8KfGJgN82CyLZusamiYcTiGKtV8UmxKU
FeZvpTpZvi1U/N7BO9C7JRiMg5XufDqiMyp7fzA5DNtcX1PY1QrVmQxWCh8mwk5q4Tr0z9/pUVMc
VJ921yj4hzAoNPbEpr/wr/GyUC1Vo9AfIaD5zVgC7GOxJJcNJMtN+m0xIvWd1UrhpW369nR/f3eX
iTCvGBgDU7IdARFyMJq1jA7Bfap+bcroa1K12Xct4tq+3hJeT6AtgOxZW2XeKrW0xZxN/IKIEtAT
tR/TLHu0V0Z+/sKSSHvx5GIsa3NmUC2YyTDrEFKwpJECLRqAIg5jUQ1enI3JkS72XpYNygHcMcBS
Zty2yDzZSJDztePQn8ZKjVynMPrvppoOiGTZsisJ4UAtNL+ufZMjXFLoXll29cFx3bn+/AaBsWBs
W1TeN2cojHSGo0rWrECQBC1y86Xp2qOW7U6oQzmffjAluz/zbtdWeDalyqwsynVjIaeBXcQV02ZM
nTSD4uvQ7BgnSemU16qL4gQolXBCKWQQa24ZCGW1yrJEl0N/VVrjuyFP5ud0ij6/+tRcGdncQieN
y7VWMDJrXcgEBldNreLoVDTTdODU9kJZbIm5U2jNoQHcOJesKyhjaUMIQ/dSPGbR7LTuYPX5F1XN
1n8VyUweF2nOzs2kpV8jNZ094HR1/NjZbVW4vYzYzjgu1dEhEkvcRLKECdRMKP+CAd92NaQp1gZ9
VUJ/iJX0TOF2PqErV7lhEzZu3hyRi+ydJsG1RXYqWvPbfMVelNGAfx9zahSHmdv2nTS4FMfW8WL2
Wv8LNpkwfAIz0R1FKTtuD7AeYTv3hXrNTfu41GeHoQTJt0MdJBK88J+SBsV5V8oW/SAA27MlGuPw
awugybbeJ0lWPk0aY+ZSrlRelzUyReCkARRVJJf7Z3jvA740tfECCgPndtVNEkxThebnszOcoOoc
T4409F452MqBvf2l4ct5OESst4maFacJp8ZYJIhhmioYW0P7DXVD7KVRqB8grXfvjKigQznLq38D
Kh+tOOoVlU+2ONXy76pBl+lqcvvv0EDcO6um+klk7DDe5rFrFpF1gQhEdxsZKGxHAYnyo974r99u
gW6lBKcxu7nV4NagZs8tSZb8znKYaWIcb3zfQDXglpAeXJhlHV4rcS48oSVQPCSbpPpbaMeS140k
L5Xkt33WE0hb3U99GOugVKd3q2O8Vinqjzna5SiJgWClL3Tt75MhpI+gpOy5XRYPaTGgtmIz8JII
Gen7e7l3lCwTrncmXMCAbtucRORZNqW4RCapwy95Wn0DsuKcFIQ2/+LQgrpkGoLmG+HWxvkqTroW
iTlL/jqr1rdljJ9bvZ38JFGPJnrFf2nrT8FTAIEHBwTaVKz5RWC3WHFWLw7nI5vVzq8zvXNDaT7a
ub1LTwWYWSQ2zr5hVyfDXCnwcAl1c2nPdjdN/wAIDF0p77NTlDFFfP9L7a6KUjAzF8CEUYy5XpUk
W8MyCdbCIatkf7bS5nlYUtDn983cHgjyGPADgJignbgpq8grxH2llEaBEZvVP4JUTffqcqmes3it
u4PwaccYYROTT7xG/N/2TMy9OqNTWUXBqhSrp/WOc5aRd/NGS50Oon0RfV4fCti60CYAjiGIz7fw
kJoZfEYudO7UpFk/l2KKzmU9yZ2L0OJwiUHuPiiNMRjuaujO7IbaMn2+v7O3H5BfIKZlGFqBwXvL
CIwgiBpPjSP5yjzlb+a+UB7TEkr5+1Zuj6WwIkZOxcD3zbC3NvZLl7Z5BNomKpiKTIrvMGzmaRA3
tfRZQr1X9e9b3P2IBKawAQsUyLZOFS41okVZH1GFap1LuiYhBAmNHsS0Nl79prO4F6bE4l/c7GGJ
psrR24jp2Sz3e6Psn+owhPMqMsOP91e1+7VMCN05NCpB8KaGAAG/aqfxEAXdbKPdrHTdJzlyir9Y
EA0l4etFTWQ7yDQ0ulOaMaynVdI659io/4uKaDwlFnLK99ez95Vou9BdFcHvDdaiDbVV0+YQftXQ
iUt3qYePEUNIpSsnVHBfbwtsvxg/5dXkDbv+TIqdpPLcS5LfmPIA4XZZP3RLNwcmWL5Xd8mgG6HJ
L/ONmJHfEiPqhVbHi9THohJSPKyRFj20SoMYkzEfwWT2TgQPMjDeP/WJrTyKbE6RUg1qHDCD2geg
GRRB7Nac7u/drhWq2qLEDw57O3da2X1iW3EbB6Fj9oisTc3brLXXAys7XkJgRikuU10GK7a5SOPs
xFPb10mwcqeebKNp/Iho9dQURX4GgmR+ePWqmPqghkXbj8GLLSo3DcfSDGMz5ghk5oNapsOneCiP
PNFtZiNmkNB6YGxOoLY2NVddkqJGa50kqJRQ84ZWGz0ThDDD56n0QU2jJEgInQ8elp2tvDK6cRRR
VjTRGFsJJwIh6XVep4ey64ZLl2hN5Nr13B+E5DsnBJphpix4yuhAb1UthkntVDXCoxddp3l8SucC
x+GRGNBOeUXQ0AlRC2jaOPKbI5JWoYOwwpwGq7xKnEa782arDYMKT+KZqaRexrKMzj2joI98cSSm
1WwK7h+bHafFpDd5hwUrqFD+vHYkzv8VjouyYDHq2M/XajzbvRTSaCydb683RWqNH+ZtBsGw+Yx5
R9eNaYA0COWivdSzlLirUq9e19r2wRNt34YiQsyKMicjpTQMxZ+/eMWY3lOLKs5RkBjt5dHi2XxG
kSM797yk7xtZ1B1Qo02I8QpYAu4vc+e0Yhs8EP9DEmj7VaGQtZTIKLJAiiQz0Na5cmFYVzwNedpA
racjbsy9L/jS3iZqbaKwWAwde0wHd15tm6XnSG33CEPAEYxo5/ZT2hHIE4CMhHLq9bbaKLvIueak
gbrG8r9zQV9/1vP0uUl0q3RzyoA/yOyK8/0N3V0gySEdQbzOzcTs0FaVkdrIgTTMWT3y7+UPYESU
R6cZ4ldnUAaBuSFIfGg0k0JdL1DuRCLSOHy7KZn8MEqTr6rUNucWEuIDU3t7SdzDiDV1caBZwge9
OKJVW+RtR6MxQPOgdFXo9k+RjDZIvIz6+3XKqrPJaMJByLV3Nl8aFVv9wqjVG5qEOAb3wpLrR7OP
0LNJ8uqxGobk0R57+yB22F0kDpRciml55vSv7ekxHDdZGOcBY3lvi2LiPR/iM6GXeQ4ZSPYqxz6K
IfZM8j7RSRdvBpnctclRXWSzcaYEeesENQk42lUkTo3QZ+jaiN0KF3ROWvv1bVb4ipn4AT8hxGu2
t97M5Ehy1IU3quwGCkZoG0iO1T/1g/Hr9dcB3KWYBBTUxVv9ZCmtgCKGchIwI288pNA5e8msDQgT
Sd35L0wBtyR+IaO6gV2qQ9iOVtMlQd4m0XsaNwkvojO9WWflaK769skldwRJ+n84O4/myJE0Tf+V
trqjB1qMTfUBiAhGUDPJSnWBJTNZUA7p7lC/fp/I6dkpBmkZW3voNitjkg44XHziFcRjR9iSf/LZ
dBnSDl+DcgsGrbkH7dpeu6o/Z3r7dv0zaw4lPfBzSCOd1rUQkxhTfaRLObjBwvzXOz/U8M9b87lf
Cmfz6+l7mxDTK0ZPnPSDujNy1q+XorTWJio6wNdBk9cX/SrCHZieO09XfRzk47SXkRKIyqn0wnHn
c92btxsBEBgVeGTzjpTK01J8rqdaWzM8sCpNPdTtxuUSS4b20Y20Qma3l4Alo+Hh16/89qxGpNGm
3AUkGRWo0x55WJWB24SR3PrgTZOqkvICA2EjwWdN7P/2UFA/SIAYDzT/qdjUTJI1GtFYb6FAYqBa
6gxV7Uw2URvbflCeAZG/jSiiY+OA/tOR+s95ffItIw4yf6gQnEyd/nICbbZZEXJI7ACsUB02H+rU
cQ5gVM685XvjsvGO2vhQ3jCqej1uM8DcVDYAFKesg5vRFOXd5GMLlE3GY17b6qIpbV54YSn//ekN
aTXiW0wGg4jD64ELc1hHJlZss2GYDtZYrQc70BocWijMcyYl775lSFEF2iSy5aeaaMqZe1/LWWwl
LAlaFdqScSBrc1fp5a7qp/6pieolqUb/HOTtnQULnONYV6E4xkV18l3debQpvRvVtvNM4sF6dC76
dJ0PzWDWZ5bQu0PBxYAGwvnFFnk9o1jlcYoW8jijoUMbDKaYZwzZndt3zZlt+N58giuC9gs6EojB
6cnTl5EojVZsqxBmJKRBedEZYwsX2LY+jk5nXyy2pzewQM45mL89YakUHE9YBib7PdW7T81+6GH4
s161W+y8KDd3nSkt5Fhz76nM5PzHr5cp+cPbY5ag7Ui3pSpH7HYqGCzHSWZVOuMYgKXP6MTkOlYW
T11F2UrmVo1SWmqmeZI688Khx+rrNzrrW3djzKW9ybChmmNHrbMf96XRP1r0PtK49J2+jadpcg+1
of0etfVedHEAT+jPweC+3zaLmz0vAQymJIjmqI5lG5Hliwh/kLhzA4UhKN6SU7IUCzeZXecF4xT5
PO3hSzQd8axyvo6i6uvDPKbhtLGVdlSiO/4lA1WIvOY1YOh4Grpqb3pVLZO6y+zPBbrZw0YpPDlL
y2jLi8iX1Tdv8aJ942eVjK25KEIUV1JKKbqAj6faWdsJla9cbt3jWbaJ8L7cdEYpoV7KwQKdxBQe
TNlmdYyECqqEU4QYSyzH1L2RRe7+WSJ7OiSqxDEBat/Y9WwS28rjsDeMMhaFuV6NRW44SPiUpXkw
RVu8UEgnEkqXUDyOmTX2SW325bKRYRf9cG1DfgfDVR2LjUpc6lIF7lXXh0UeT7Y/TknqGuOh6pze
ug0X37yufHNyrvJ5BcxBDfNhXIvpW1MX4ovyXfF1ldEwxYYMzSj2ZzmYm6zM3S+yGIIpTj3D/2YF
JC7JEIRTtjMHchhpmcsdV9nQXRAAFA+mhNOcHCXb9y7CVihCY2wuktEe634z9shDxyYiC3m81oPx
vTcos1BB6lIbCOG0HvrOEUPMJ3WNhBp/eKMcoEv7dU3FlCihnWA7O0FDhwE7S+wD3BlUoUSMKIyR
5lEfrVymt9ZSqWIzdK76XObGfITVVkGWhPMobnpyoRe7JNKMiw7ywX4EPfps6imvkr6dHefG1lmJ
y1UmUMv0wqrRG6to60/YVaZtskTreDnITHUbVA7aw+g0vhsbZgr1t1t184cYkemJZZ/OKklVz5fI
RG9PEBtM98XNGgEkCXbyEOMUNn/yU9TtL2sG+w49x6kTrBjAMZGPE3EA7FmeJ/Sirqqm93+g18VN
WUXp2m3ruqSQUSHDVG2dQLf3MnKMIJZmNJhx5qt8JymjB3GZevpPm6rqj9yMpsvJSytxYRqr/aSC
OrOxxGl8yZykJtEvrmU7Fm6qmNasWJKgE1GG4LxRyF2Wj/OwmeraKnaLOTYtOr92VSdoprXLw1qU
q78VU+bX6Ie1/vUgJh3GFLvMb9lkNjTwQe8eJseuuGq7qvo+9hhixktdG1e5M2bPaMcsj56yqdu4
5bxYiaB1cC0lGIMETnDhfjeDIgrulwolv44a/7hxg14hDuB2c5+s6eqUzWau2i7fLSVyxHwN0vqk
yUYwNlr7ODWDxIm+uJ1huQ+pPTs4bkgFCDFWwTSJw2hbXf6ITUSfqxgSjPet1tgk7brAF+2fYJJA
Dg9IZ5jbjvzhTlulNpvEFXnqJjxE2l5mqC1XcRGofLrNKmsdY2A303UwVIaLrnELgnEyhqH87Bku
CI7ZapqJrWQEh6yuhzHWlillEog0lU/j7DrLRTtkuoonY/VeMNfMbpD483MHRWVruc8qwqykn6Rx
rOBNc0ZILOrqWwRXbYgRcdblncJ9Ihzitg9y60MVUm5IVr8s/ui0ZURx4BZjhaGeNQKtCAHZYk1j
TOAv5azaTZ4Jx4nDJV+Ki8gZ9SfPy1I/DqostPfzahAlElcE+a5eitnarSt6HbsFkXn7ekEZqH4Z
VytLH50hb+SHNm3dxxXkO24KkavaW6+07eJGhdWkfwgjtZorJBOi/DYwZ2F/RiHPDm/CsausDVU8
40PX5Z1IDJ25PrhRiaSt4882HplLVRYX0vSrl0gE+tqbqknte4vjZhd03hjso6DtSR0KnffoXvXt
mjR+6fMRC0M6SGhN6sLJ06nceVWHpkWdBvoltwrTuZn8uv5zLlpvhbnjq55DrdH2TVmv4o/OmFV6
6WewpzedX4QfAm1a9ZZeXT3sFle3f/o6aHwQXvnyh6H0KBJNwFlc56qY/V3E8zibVUdYvbmL1WWX
pp+OYTyL3ij2wnDRuNchGkDJmkl55biFl31b1NiWm6Hx1nXjCtF1salkZX+QfdHk9yzAvkrAxgjj
eEew3G4Doj2U3osABotYhB1d+F3l93E5uI6CCZ0FwQdwE4bZJ77UdborgNUuG0KF0EfT6bgcd4KX
6W86pEKzjVnoStUJyhiTExeD9q8oyY71PhrXINoVZo0NvTBmTaUuxczO3YZZX6gfhbNmX5TjlTLJ
mj4M6Np6Fla7vi+vy8wOCxFHeCU9giD3y00DRwD4RtFoB2pEaOd6nRFAiuRKRBLm3KA3Y9DVBiwG
HK+j7Kg9Pkd/WsMQrXdCWOb4yUqNLN+WYoXlPdPO9Jyd39RruBukP4kj9tUfts4SIrshVQZ4YzfV
1tJ/NrN1Wo04B+tU7QxpjOiDNS5m7xeqLKsudoHzly8EpgioUvVdp+e+pvdxQbN7Uk++YQ5LIrs+
51R0u9XaTEHTAsLP14o7z1l0xJa3WmdXhjrowQIOQxe3AL6mOFiDzvwaFWHZxkcFLAdJ77mLkrCE
uJ5wejVTnIXO3CUzJgQUubF2ChLTrjgBlIn71bFMo5ZrGDaI/ixjmt/p0a+Xba7TJb+x5669Ggwh
yk0x9OLaiiqj3tcIaqNJO4nseSz5hmjGhZUAug/iKimL3qYUI5SOYvCl3rLJdR3Nl8rlkItXO5vW
ZBaz/LwgknI3NksEIHsI5jTRTaHNOIUedZizbHI3sioUh9toq096zCONh4efoQw4q+WuGZVnkOCa
dpYsHKkfo2nACgkzG3GH1DhHbg0AK99YHAVV7GnXLu4LU5E+WW5V13GVqSLawMDQXs8Zpmw3GVx7
rXc0Otpqo4ypsXdLKkjYK1TJxMZxluVOzs3gJBYluyJuc392URhXYkyoa/s2i3Eds9sMFk7+Q9al
mkXSjmkFJJ7KX5N4IiQItkrEOmM2RFjuRDt7yzVmR9I9SDd37L1o5mLee9JS3UVmpIpnB7pSL/hV
DHXkP/Xd4vcVIZCWaQQGvg+y2C29Jrrp3Vaom46oS/NsHazZ2A7WxQ3jxQ2M/jMhat99CvquTe/S
Oso4A01i9ymLDa/S3dU42SvlcntWam+lfn2LyZ2dbYK+ytXBTUOZDRv+zyhelObTbVAaa7ytVuNa
b1M3X52YTxTlx0YJCoOeSIHdDRghd3E6EKTFXTl00y5YxXg/ZIXZw9VE/eTRyKX/UBthOh+4eThp
0lrpaVdCYfgGIIRIJLInqZIs8IxqZwJiwmmiRZn4wlvQLI6RFsG7NExhkm1IcVcde5m2lruWq8WM
0YBPg/gIBFz41iZBSQenp01WJ2iz22laQlIH79gH6oiAPnv5grV4EzTNB7gwXzgFHXdrmJNnskTD
cGeEFKcv+TW/2BTmkmeE5Et3a+l2wRsBxZPnFuC5GUM8WZ5wge2LC4EC3W1l5ZM4YjOcH6kNRTaG
3lx+IoTvPxI2T3eThqkQj7KYx6uJb9IlDpp/TqxLLsQD6ErgPusU1ndlEGZzsh7tCjd+BK04YYuY
VlwNLbcqwBZX7ZoZfCNcf2tMmsjol2SFHvAQVr5sYqc0pw9zVwZ5HE1wKXZrYAzN3tJD+G1elH1b
ZQFS1iEAEjeeEUTktEdSptoMfr98R9h//liysp6DzjCmC3N215mL3pza25IKTYtZoUwbjJmd/Kly
LFVwzY4Tu6BdIGYINc+PmlLOsvGstHnCESkvkJEs0BoNZ93djfSNh6QZx4YbvOxDTN7R3/lAfNUQ
KXtixdjB0O4S26KczQMSCsGNP3RjGbfl1D+rFN2vi0kYKFTPa8vtkAG/QZJu1n1iCS99mPECNWJb
FnCMxnQ2gsSNSu+lNAKK0tVk52scdPPwcZpN7ew8qwtvARFZ80YPdfjVxia232mAzJ/nqSSJNOpx
ChOA2nieVFXUR3HhcqpbuRZmjNeheYicnt0qMD56mKvcSMn3iIGTZRrNCjvD0rjrXD4HNcGQjWKl
Oqsf3BxZk00ZqVDsxkWHzY7V5X6viPeDZB2HuiBvXkXFrdJxb6xOE8lboi/dxFkjPWsnOfWh69Pc
eFFLO2PkNyKndFF5VfqsVl2SH+jS8bZQAHw/bm3gTw75bAZ5KLeHOFoMf3l0ZGgRYyLZcdXZkr8N
ks4UceM2jZ9U6yIuVp1Oc9wUtVN+0KNlfsfy0NdJ1gdVs6u9GSnQgZS5jJVT+JK7wLe+V0Eksk3r
WQT2Veo3Fom7B0KjpR46J8oXttiUmFZXsQUfb4rzuRndRLSAlylKYa4U+9ME6t1oXJg9vfS/jbke
5i1XdSa5jEVvxVZk9u5FW3p2tW3mvhy32gtQUSlaFSVGM6bLDdCsMNznpd+WMfe/DhPfzfLhdk5F
d1ujsqViFHei8CYlwd2PonY+AfRKddxOspVYl0TOY5kDmaaKVKybXBzvA0fbzpKY5kAob5fU25JZ
B/qD70o7h8aYu+Vl09O4jOGRu0+YHsplL7sy+rQSM16XQ2Z9NaVoxPVaoGHGPbr2XTI1wnmwGyzJ
78vG776VriGa3Uok+0IvXmSJ4BH/bOHoIE+8rMHNVNPJiokMVbFf7FYzn45RtDFIaVshBNIWJOir
csIdsWFz4A+jle1Ma17t/Sl0xwTWnkf/zfVqjt5uljXlXUHWzTcU0a1upiWgYkNF5Q7p10rHUBfk
g53V6bqbzLl9qat5GZPQmyOCpzn1KPtYbv58TEC4yzIeb0d2O/4YcgxVUUxsCjTqhGYu/HCmbNXP
+HWT/q+bOmuN6MpVuX0HmNp6bLoIGLDJnjjQJM1JklDEf2hcbxnjzkYHLfbRneb08oT8w0rd4tl2
BvdFzSqi3Z127cWsEDFLyNDIvF2SXS8uZdRfVuE6ylg1IZKcRdsJtqltLS9muYRtUg16+uq0piGY
dp3RR1ZVeFcfxSlBZuX199ad1HTh1pHsN02z4jriZ779IV1b24rneXXq2GiX3rxwBFd/zBwP3zqz
bHRcjr6eY6Ae7VMQturag4DQxg2L4G5oS/GpQMvtpci9dE/gakyo29YloYb0DxV3y+dphHgSd31E
TaBx+poSPBajNIMDZdTEh5V1qQpRFBdObWeUzwaq5jHeiTM6XFFmzCTcw1QcfHzBu4RWU59vW2US
+Jt1a9+qOlgw1cn1OPDirrVnMpoMixzH7bb8jfERxzi6emXt9NUmW6aWBR/lw5zMnuqeqa8EJqFH
Nn8oidUbrHuQN4rLyTd/eHTLszjvShHCfxLyuYZf5sfdMJCizsMc3g7D0HpJVJfWo2OY1tdI5JOV
zGqwvysRtQ8la31NvN4eL8Ml64LEUIOVHXyNmjHlR6+9xAcuChOjVO4uX0hjsVM1KUVVVjj726BL
J4N4bKoXzqWu+OwBOfnUR1b1WZYm95g0l8zbqbSbnuWYtx+isqVEKan12Ruv8/wvaT4LJo3a0kqv
2jGfC7dyridQdVNi5gZWVGswZj/CqSX806RKHAFcCF98J++oYGVjRqQ09fLaR//NIC+v1mtMjtc8
GaMVmJcdtf6TJUv3YFdj9bnxUPXa5tLzX4LaXdiNRu8/ygBpw01uLtUnUq/ymTuOOKQlOvtmwZm1
qSKsBPg+Tu85BA8NaAyP8PZ5sQB8x0pF80fwoLVKHLjnrFK8euxt1rWWiTtqTarWyXm8qFO7BnQk
PHffB0VmxqJqF0ogoTbyTZUOx8Mal9q7XlhzRmnMC7/PeS9fRnhmMm7CEG8VR1F/TwL0jj5AiQ1E
ssi+/25KDtwty8p7IfYIP4I6bz8WnrQpNhRefQQ2t5ydQvTdkARFZUzblaiCtR2UPHU1SDOk5kAD
EEHCaDQ2c+T3x1sw7A7dOHEUEFgVd5FBLTLxAzVtqhHpyWTk5KM4Qv7zYinlkrhOjXeodY2jLlmN
+1GVYIFuvYo8ENvpAGzH0NMnSdAMdJ8WlYsZCVh0Lg9mUcz2feMGLKR1xNkxyafJu6OdiqKVo/Mi
3A9UdcnoWt/NLx0Ki2Kr8lJcds48jrvaNBRpEueKc0jDAJKFZ2jKnQR/Au0gbdgyDqOOlImabFke
otKanCSjS4IST5VXVwL/MePGKcnnN6MTGURSyqFCk4+17C+wuJ+KeBnDloq3LPvHY9xRbHTrzipW
daTzOyrz2VdlI/INGadS96r2LMUN0fh3ddOJ7CC42z+0bT7Ce8irwdnCkW91LCHESWjxc4bbjNW6
Q4LzgHWhpC7Ftl/G+nFQAUmpngP8vFJijQHcjx/dtAhno0Wq1HTbLyUVoQji8hrb2uc2cyxXDknE
KvuOaVh64wR1OJNM6OFxmse83FLStvdcpSG7Ufh2d4UkQlDG2sQGzFKzVT6VIcuFAodjXmeAAFHe
Uplr7pthWasdHpCzQ4awECeMyyj7/YyA/weoxMZ9M5kLJ2PthfOhpS73BSsi9yEzgqpIeu75KEYE
wBMbc7IsHbs61TeZMwdIaFFqsWKES6inNaFnfJmtIb3LV0899eNS3bdVR1jVhG34xK7iQ3VhWl21
U0ouD+EqtD+YkWEUh8rOHNC+qmuMC1wER/6NMV7JjI7KYgk0H6RyyQDd+YsqR+K3xSOH3KThCAjQ
NYuuTOg8eRduNtr4KDWV23JD+u0Dh0dz3zZiJk5mD+WbIfWsreP1jUPVarRuCNxGdhL8LC+8Jllb
nethEQ6aguiC7T1m/sGbrOWrbrQqLiMlOQUzLe29rP08SCbaFF3Spl74YvSedZdx0rCDu0xVWxHM
0R+o9VhUXYsm+LKkPbjFieCWRYar8GMlh6bExMKH8NfUQxfERYToDXldF+QXxWRri6yP1JLLrc8C
FLxFnZJWeFkVO0Og5TGADS9ES7FuM5e99aRdV/xBEujeQhtaMK8aTLZum83LBUgHl06T05QdaqJG
xBaL8vzzoHQq96BrM/xkIvF9KSo8t/sVpCoF+sCsd+GQChTSm8i7a5Rmg+RzSZvGz9yZMiZRprkZ
/bx7CGh8/enaPSkJdRjikiyjqhqHWQ3UQayZ9yxcVT7jFQd6ckVtZ59hk1hdtw2pXmxzAwx3pR/M
lxTaUOoeskAWD41z5Mt5zdCewa2+g4KkY+j+tH5HNhNBsddtUYnGvIdOgsA7sllunVTOSSU5xDKJ
h1RqVRSzCO8PtZDTJjfGaKfr8pxY8juKdTwE6McjHP2opnYCP2HxKcj7eb3VSzpcrXyzRx2p6kex
doHaopNOYJdnqF7H45pzHcDm6jMyyCm9RCqF+uivu5pv0TC0NI+gUCxDaaSeKqsp22rrvMfeEvJ0
c20It33qnbo4g6t9pyENORtlySNDJALRdzLziyvpSlA6MTP04egTTmxI37vKmjU/gyR6+0Jge6Dw
u8BvCEpP28I57cheZFGzjcQYxTrvpit6DOaZDvs7kJcj6RTxAeA2uA0em9N/gbe1tVqdcK55ITmw
J+tAvLRrPzx5qQ/RFAvxZDD6+fHX3+q9WaS94FnAeI/eAsef/2VQ7TmTx21fb9e8n5I2nJ29G7Xp
TuZtcwYz+O5e+QlUiJhIlunJCxr4f63g45utm2cfOw1Y1xlHmdBHa66V7ad7GxXEHSKW8mPrrEMi
hN2eUwh971P+9RlOtkpmG5kzqYj3nVEFIroRzXVuCPvvQxhYJmAGj8R6FFJOoZgBLsCLYHEyFgUC
aZbPVGn7DXyx8HlqHbxvymrMv4CaOSeJ/B6GgQk+yvLhdYyw7OsvCuVx5Twqm20jXH1dBD0oySUf
6ON33Vdl0L799Qp6dzzoSkcBAbRT7COa4y8rqOig3htiQFXWxJyPOvmUUGf0d6NHK0wfZXZ/Pd47
jFPOFQRnjnagAUfv8RP/ZUD4l5m5eKLZprXo8kO1MFLS2l56vUx+eYunrPogJc2xBqsarIonerZO
Zax+bLtjuM3a2rusdWV/+vVzvbuykCyzMMbhi9snK0ujXFmkiEduZxlUXw0NY9xAujn+9Sjvzja+
0uCzgcaQIr9++VzPioTMBje2kpIXkdHeVdZEX5ik62bglj9zlr9zKFGj5KBFwQlj5lPYe+73vTcS
nG/xAY0OttZqR1PRo34FqstMlfewBkN7TpTizVsCVYPcwhL20EW2T/VH176yXKLIZiubLn0JvLL6
COVpue2seT0sLnTbM6/59mz6OSKU6Qj4NErRJ+dgXsP1L5a83QaeKhHW9dwnV0QUscI1SApQ3Ekj
jt6Ti6KAZgUAGGoQKL/+tm9wT8dnQAbVBx8L8vEUVK2G0S3LxWBhm4GPTtUaXlbukcc22gXAhcze
hWYXJmUv9N/VimNkOBhMOTIOPMDJqqKJ5ai0lGiNYzS916rPthEutHG3TFg9je45ye/3vi9C30cn
ds6pN1ETN+iSLWvd4mVjl9/C3O/EJiC1eV4RUe0Tex3OuWS8Wce84ZFYfLQ8AUF1qqEw1xEtOHDc
EFVG7OUCX96NOdCQAludK4AFwS3oheDMkfDmcj0OCtA9QHQJJO2pBXWhxyZE5a3d6i5s4oh0jHOq
ovg7inMhynvvd7y+GeWIFngrom7YLtCSZlsEpuhjz6j7eo8mmBXGzmqqCwL56mvD5F78es3+3Biv
eLO8IzrBgOTZqLRmTpZOOwLjAIxDKR9W2AeVUseM6Wj6iSgnBwU0RGg/Unort32XhZ9AHDd2rHDk
vM5BQtHpHkd3axuG95TnVhrGwqbd+HfPTB4RMtQxRgQJDqT49ZlJ7OmMuZ+227Brm71BbWsLshjP
94hSTL4u4xlJvPdWN+VN0PSEc8dr+PV4WdSrmi5Gt+0mekfeIvLdbOTuFYJ0FcJW5TnW68/Fe/oN
uA2PnDYTJeVTCb7Or+lD1qrbppNLFdhM13uCi2y+Sj3XuwsWqtXbYcmdL8qwg9vSbOp73x6HNK6H
1X3oJLD2vz/lyGcetdSOrEvs8V5Pwai6fpRN2m0xfa23kWy7PbWQfIvqlrULwBqcOb/f2WkWQh6Y
TmDwA2/pJN6ieuA0EFCY8tIp9npQz97iZ9sQQZzdrxf8m2uecA7WO2kWqm2A/U9GWt00dzObvkVJ
sCxj3yycF2TwzqkXvr0LjusHiS0+6RHAfLJmswkfFry8+m3VdOYOfA2K0Y5jXIarQE/RAx3Rp4Fz
IGM4Jz31Nps8EkGA33KSQABDz/P1t6PhG7XB5PRbRw4L+NcKREQQ5BuFWNW47bTrH1Q76a2dE+e4
Kuru8l7Lz2RI5+xj335VvA4pWCEwaLGTToWzq4k00gQNAf0/TPfGPM1/RnBy7ifl9frMin13LOJK
kngPdvypySrdvxCEM2OFvaliMTso6VrlGs/LUm1/vYTeGwraZIR/tgXo91Q8rdFe165warfmIt0N
S0wc7LT+o7L68szp/HaxHnch5EqT7wiI6+RT0rlwQJlGfMq5WiUNa0qOcS6zLjsze29QzKwZhOKR
csGb4HgfvF4z8MH6ydUlzlDD8lEq/8mA37BZx1JuPb+bN6tDOSigHRT3Rl+d2ZLvzSevSOnjqObD
hft6cNkC8MlX3nIyRLQbaJgcgAIV+2pYuzNDvb1mfxr84dPN/ieWOHlPeAVWBzZl2Aalp3aiM/37
hchpawZpB6qFHMmj8xUNZ2od7+7JgDbW/4x7AvS3/T43KxxTty30G3q1Y3ao69Da2U0ndw3GkhtU
DIdDXUYRN4waHlcXPELjAxg+86XfWVIkelSIiAkphpxyZFY3Q0m4agYsPbSfgAE3L+uyC87M87uj
EBkCleCV38xzjdkBEABGWWhvbig0qau2zvqvf3sjHmUVjqxQBqLk8nrh+LRCuBr7YYv9VnPRjUu+
xYTOjufGms9cUD5/6vUVDXOYZIbEDXoYp+vroVo08bKwt9kgvRi2ocBpM5NO8zKzn4BuIH1z5ju9
OyBmzibvYMMmPrmB83C2tKyCgX4PMo0TVOmNqLwftPR/4nXEmQ/2zh48npvohaELA5745FrEVznH
zqWViB9kTlI0nhl7FHyThUk9sxneWxsehqzQCLkY0PZ9PZXglINZRLhfDMz2gzVh5rWJfCQEznyy
98YhoCZlQI7FRyXs9ThYvXV5VWVI66ow3EapuoV1cc4C7b15+2l4yY4KYA+eDKLJZY0snYbtlEfI
wFK332WBXjdewxb/9Wp/5+zClevoQXHU3SB8ef0+0vLUOMwdxm6uczTwRUQPU3qAJmMx36Al7ye6
GP+26CPLHtIQpcVj8TU4NSHDNSsHXTTJrVWTtAPVGvZwQu67RVpn7rp3ZpJzgECfLU3odKoFAGRo
aqaokduwxMZjqnCrK+EEJ6DHziUU76wMphHJn+AoPABb8GQmj3xuQie5FZiz3NMQCmJXeeOZdf7O
DuZGs4hJEOaMvFObTr9BzWteXda5qJZtmbf5vqENhneCUSRUkf8/IiDYnlSCUYvlMDyll9qpdCyx
aLVtc+jcGrfXuKfntytrHF9/LsX/+D7/Z/bS3v/3wSf/9V/89/e2W+hM5+rkP/91U3wfWtn+qf7r
+Gv/95+9/qV/3XUvzaMaXl7Uzbfu9F+++kX+/r/H33xT3179x7ZRhVoe9MuwfHiR1Bx/DsKTHv/l
/+sP//Hy8688Ld3L7799b3Wjjn+N3kLz279/dPjx+28hu+o//vrn//2z2281v7b7NrQv/zhI8a35
IU9/7eWbVL//Zvj/RNsWfZcIhjSa8cdmw/Ty8yfBPznPjxsY5jSUxmPhs2kHlf/+m2//k5YB7H5E
IzisfkreyVb//JHFj+B2c++QjhJN27/9z+O9+k7/+93+0ej6vi0aJX//7YSuRrqIyDBlXkroR/Iq
98rrpY8nGlJYunGTIijkgywj64De0hPw32I7jkt6oIzGJaDXtYqRy7gAzlHclqmwL4sSUJuFohvW
fPljZlYwi4r8NpzgmdPDrx5mK7j/y+T+++n/+rQ/JbP+99b976dlXtimEK+P7//6aaewS8vWaJxk
TmkqpCSfAVybIXzqnNYHM+fiaEq14oAG9kQzALj9hxx4IN4AQWkdIHNgy4nOQr0rcyfcO1CdgEcL
BUoz0mUeewU0gpiS3Qv4V3VrAkm/LXvod93iVjnl5nJ9yH0bwlS7eo/0rGGgBWFhr3E2TAEd1dpc
wxiAs/ojR1ushPprVPfA5MykEEFnJw1N069RVaNV/+uZsV7nl8eZ4X8I+1DV5Sp4U9dVk1jBp/Ww
6lpAakD8/w9757EcN9Jt63c5c/wBb6YACuVZLHppgqBpwXuPp78f2B3niiVeMvqM7uB0dHQoWhIB
JBKZO9de5hAmRX/oJTSem3CAJRaWkaGgvhwUciPkTLSbOhwQgxj0ZII8gq3AH1ilcHilFbw6+RxV
yFwhmWqw4FXlO49b7eNy+H7HbMbcrEZWE4jCxfZFE7YhZ0CTnFoJhNs299OtWGgLm8nMawggWrgT
5dK/h0OvISLqwPv1Oag9A201IgtIlYI9KOL0IFZK++BnZRk5nZ8M0Nb8hSILU+c89l1HRPs8QTuj
cikduhCIwQZljH/C0MYOtsRmf5VnAhRqa85VlmUlfONaSe+Ak5LrJA656XRTO6VuM47leR7aduUL
JQRaQ5iSEWVCeGfkg//UKVLs0PPObtrIKJ87kduOYTXL7myV3SYfgxAmWGYKP0K5qzeTZDZvDeWC
DSse7+uuyKAB9zOEEIBB4RoNW3kqsimNbKuVovPXE+YdcPj4KS0234rOSZLehnS5OwhIHWtfFCQH
ZCBa14ZPTJYBZdlWUtOPnDGoMeYYZNSVQq4zRFJgkXrTqTfAgKnmCAKvoyFqUK3768iIDRQqiihB
7wjgbaemUp3QNll0AyHSajYSx/hoTSUIbTX7uF0NUjkdO7/YlGFeD3aN0bhkiypF39h0gTNI/WHy
G9wkYLqo/CUB5nQ14d0RImd4znOhe0j7Ym69JMEItGiC8JiTVIpCUE/i25aABRRA/lQ7iogpBbrR
oEh4qAm5gToI0wESvy2VKkRj058KHBgIlFbEhkDMRs72QpA1R6SAmk6wpFxezcIoAtsP4a4YBkgj
0dimiTunanUIs4UrCGVbuY5k/YTec3RzaCHhpkrOcleJiLTm0BNByD2aH8ajPmVa4+mFFt7W5oiM
woiEvSD7JONWQePWmWQ+0CvoXqeRP/9NDfzJMrH08i3Keg7X+mUjJpVnVKtSKztdyryKphoZK/Xe
VYUsfT0Pik7MGOzDgnPmN93w927H5YQDywa1oI9JltnFAQbinQnXJ5adRi7JsBXK8UcMYLWvNXnf
mH26VduuWpOtkfHNhQ5JvqWL8C48ChbmglbJLBka8bt4tXcXt4vbwkx8CannYMqR7qJgl0a1GM0U
kSQuLcQUqEa/jssGsXRkdPYcD7OnlAoHYwQvttYLCV99kN4Hhd86BeI5W1d6cd1ht0fqXRBvIbyh
we2RVNVwhVwI4mOGgb/yShlQOVWjfZfb8Q7fXT4Atw+kuIR3cPz9uCdChEe0HFqS4wtqfNDzeBpX
viRP+cZPYAj7VHJOHNfWk5hmQuvESX1KyvIXWm4kKIkWAs8bQwdjLIUPzX+zTDypC3YFV7mE2xvV
owenE6aUBBvTGQZ2FNvPMQdCh9qtpmhurhDuVhCkJ9jfDOZjqhmTI2FpuxpwZuNzKcVyX9TT9CaL
SH+hCqHJa2rhFPvDadZrAYaobkR3cqvTbRATqz5lfNc/BkmaYyeKy/HYzSkbetaNeyVW/RuNhNmr
LI+YviI5YG2W2lKiTKwBtY5IYrDMPciyGjtUApHXkKKzqRNWKhXi0JPcmuFt6sfSUxZJ8mhHctj3
jgB8cKMmTeEYtTZu03nSD2Ib3Vd61j4bE+kS0tTorh8j14CkFobzN9/mZ3s4hBGWY7xglirn4hjS
xWqeSPwD+TTy76B5qYifkEwnEssUwjyokHND7DLM6T3qmGgjicBBSTBX66jrCi/NRISNUuyFVUg6
a6ai207hI5fl9F1rU1nu5WLW4RPH9rz0KUQsVj/OuiboJ8icIttHnyWPVaWYewGKtRKokpfHuu4x
m5Q11GkiAUI9gC1a/aj6ZNhZ5hCvZUBM5puqOK0AETXH/XnrJ5FCjHV0nFMr9opANu6radYQMiXN
CWFO5pVhLKzYszVkSEUMHVsP15nRZRt4NN85cVz0YKhKlrYpbAswPmpj+BAfH1CIIt8EBOUBpUS+
Dmo12Ymd2jkiKgUUEoBzJGoYT3Jv91UyrwCBEYt3+pvIdvbdN34BF/59Mxwg2EDxiCQr4qJKL83M
z0U9k5wle+sae7N+JUx150gGjgSmlG6iOrfs1nzSYa5R0O/GbrD+FSL0fg8w4xYLH4xnFv7AxwGJ
ItR72Jcibi+HVy1S9U1v9ZIHkX7+pnv9Hpj2YXKpTCgDug3bBMemyyXNLGu9Nidc6vI4bq77zLAe
eLDKEVA3rPGBEn5G5P0lDl6E5XUj583PwlCCB9rFKPJ8TKDtXtOEPW7iUWujr5FekqLbWHMbRHaV
qr1uzxNNASgP8zrGQiOnZleSeK2T0Hg2izS+CyMlu61SY35Livo5Rz+QIiqU8t08TYqFraT0zdFG
Wz6Yi2em2UrLlV6FAkZ1Md+AE2tDa0rR8eVIW0JS1d5VgrGHFBkHcWtbgnRu4ceiBtP6HglrFV1l
tKg1NzfziXsVosDWJ0l4CYaowTak3IvQHO6yGndKOy37QsMiwKyfK3U2HygQNK8XgqK1pTShntbQ
rQ80bKUVegQV1VrUuSrYuBMjOjop2Vy+DTjTvIlWFv0ICt18SoFk9goNyJehVdGxlnB8Dkkl66ju
CvTMaEoKzBvCZCvNLS3sLDcwD5HNH5ncp08liv10pfcPcq/XulfTvrquEv3cQ1iGxJiM/zQV/hei
+K+lOfP/hijW0Uv9nLbP9e/wxPJX/oEntP8ADb3Dr6IBmvD+sf2DT/Bb1MnQvWgN0I+BAPrfAIWi
/4eQMBYkhS4lhIEFJvkHoFh+a3FHBOqCEgiqJv0rgOLvxIHfvgzs8JcgggUgXuzLMGb7uPCQDxnG
dNh+SZIdbudteZfdSE/Lmb3FhcQuXX31luyyXejMB4xjKrtYD+tkY+yt/fSXdujf2i2LxFV+l26F
U/oWv0mutknv5nBlvA4PrW9Xz81KdPLt5FQrayM75TbYUHDu523/FqInl+3KCXapW52rnf4cXqu/
ok1x1A7yM2JqjMSk3pYf6rv20OwED3zh1Lqpl7uUsNvkQT6Xh2Hln+Ot4hU3siOv0utpVZ1RvBao
t++yVbRRA8fy8lNxHu4HTquh3Zzng7keD91Du61uhJPyKu9UJ/QQzx/0dXKledXad9tNshJ3hoeQ
41d8Xey4yytlb2z8h+wGvYP1av4SCghPGDI7wabTCQOyK91OG9fcVTuMZaBD1SfL0zbifTCeql1p
Xb90x2gHY3UXXIXX0846TQ8M4YFn+CWvcs/fzna00x1xpe3zk2Ebdumlt9Qq22LNDTqNc4eYbJWt
yoO4Uw6h2zuiByZ05+9yL1kVjuq2drYe/sp9r+5W4ZO2KXaSZ3mEzW26o3+u0UcIe/+nsUnWmFyk
7nhGK4EqDUMFvHScsnUi3V3sjvjz4ZEkkeAllfZK7gx7bds5upN7lIjc1wh70Mkc80d7O9FxUp1B
t7Wn+ZBtonO5r9a0TeJttdFc3Yl5LlrEDEu8DbeGl22KdbCXd/ld81O4yo7mNVd4JCTBt8VVuKXg
NBn2ZB2tdde4UTZVY8dvAUrKx2Tfn4a1+Ws61q3dP1o3gT0+Kvv2tj4hz5DC9dzbKC8sblSzhY14
FXnSSnTLNVu51z2bu2nX5g7dj1W2l07CLfOzd6IwP0XZxvAkuzjy993Ike3A0/cptTLycRtJtVv+
oCqxqzOH8QoPIFu5YtCy3NHdcRMiOxVd6W70PaLihMwTI6c89N6AQ46dvWju6FZr+ACUlsfrzLFV
p7iJPU7xnrFJ37z2LmBneZBzDIyOAzHqu5+c31BsrzAocAAHVwIG/txF9TM7zvvca08FwZAYCvAj
3mKmkeiMW9BnVTrpkPxhBy9HcbvuPEl/6gz0te0v9hF7sn6l/l7LbF3DlWEzKsfWvn5tPFR04yrd
ky3p2D5pn+iI7vvzdKvdZxzfcwTse/6ftqiKnSJ1mlc8yO3xHh2V5CA2ghrsTDJyIUdMDyiJcrY6
xD65BiqArdQOZXI7bcTXUW0cLCVX4spfq7U9PVe7+TEXwRN3wapyJU5RO/+1uOuuYYHCekaO4ow7
fKdWifGc7qKTdlcR06RvJuPWvzJYl1pv2uUHdU0wlfiXdl/RTHOpZW9LNzccSfHgrB0nG9+Y+ag9
qJ7kRE7q4sFElisSZwppVLdxbacqIZD4g6mJHaM0DbdB6gwtD3zU5zu1NFyI13f1jk/Y1u9FGTMG
uy/Ofe8aeEWkqW3iXXQsrtU3E6XtavQwxpF3VeSF49ZIj+lzdCts9bUle7ktVOvxF5kJjlitHnEF
sGyOb8lZWPFRbzEC0ppVqzwzvuITMYqy+qi7lu9kf5X1o7BKVDdZlxiXDLE9b1R9he+Mkq7yl0FA
K7sx0HugEKn3nIibH0BhNnTqm8ohPVpy9XCvSJRoKxFZcw1e6+o90sRHwBInKX6GoDVIpAY39V/9
KPUUT7nt5k0WXo8S9LOdvEoeENNKP9S9IR/ze0zMssfuMZo1ED7b3EBiRhKKPh9Ore78NPS1EdnN
QxJ6uv5AfoclPqK/LDZDiE7Kwc60QdWUu/NTZ3HoWhdw/LaT9cxYT7dKwg8cbodb44E55eTM7qv2
Bg17U9qgYvWuPSfuLcE4mgOCkEPC96bhLTQPgYV2yh0em0fxLGp274nyqhM85ODrTnA2Sufm98K1
edNs3sgXzO1MdPGMK4+C+mwckfk73VN1wiDFbjzNH45ScJN7ygm0bNTs/KfR3XcZBMjKWMvwsYpe
cMbX2JnWOaIn29jSL3ZaN7oZVtNK93GkOsYuIFh4x895Sp3wHBoaam6Pj0NyhXBHa7s8ytZRf8ls
fqwbr3rcEMMt64YdEHOkPyqLxHtd6f0KB4piwnTNNlFbqy7rW4aDUu8KD6luZz8sFR2yLWfH6EnM
n6RT3f5EmmpgLhccml9KO9pV+arV99ZJS/bdLrMOqrh2q1Vn81F1bj869/1qNbxmOHnG2JU4sT1W
tvoYzG/9UcIFrCyRX7FQrspjj4/TOkFrYI8GC2vCb5w7r41lRH8oaqNIvGbHym39tTHt2cwf1Ej1
9CR7JM1pOC6n7Vs/dlANWv0qXyMxjnfddnBRtr6YN+YVOEnktkfsgfCOkF/4T3tMd9PBP2lO5lYv
iBC3XIqXWjq4eB1MsEckU5tyq7O7qD/DbfdSVjaWRC/K9bBR9xqSzN5GSosq7mBWLiJm7Vra6G7n
yh7POqAA9IxxzS841IvAGER3MdEKLw83zFVQ76gDwdlo5sogyqzcxtHOn2lRbFrtcaAh8NZt/dod
Z5ArkO4d7nDJ6BXGehfumGTM5v5I+gRis24Tuc/mJhyxGvB00xv0nd9ei8UOu7ixdd/E2hHVv7u8
/6osvysy/r1sBn5oIq7/KpaOW3P5h/4/7BhSqn5Vjzt18dxGz79X4+9/4+9yXLL+o+IVuGR8wX3k
F3RN/q7GJeU/iECwAddpvRNCtLT7/+kWqvp/6KTg5KEYoPn8krbYP8W4Kv9nYYzgFasj0Vls+f9N
MX7ZJ5cVnNn4QctxgAbkpS6NI7g1Cnm09JIQAOvNFLuB3PTub+PxWZfvY2cI1jqXWbBYhgBuzR/U
vXSQlb7wqYqNSMItQm7Ehwq/F5FNsKpvfPSp93Lc8wlpRSkC/uX9aPcIRmubLKtJcKLZEB/DZkIP
OeW9yUc01ZxKdTkV9lquZ3chWp5sj+MfhE8LCu6VNaCkRU/IIZqyfIxpCMi9OdgcTIQfmS9Jt0Ma
xQ99koxEodPqi90wawmzK7AuxzcBNxw/zeM9OgfshdUGOwSzU1gGvx6ZTwYGM2+oyIuYABbuBVY9
YZykpQVdJiz6HBCfK2M2b9X8PtCYb/99RPzkFVzS/3gDHy50gTdhfYEIpeFCVdA9TtifVfgS6Ng2
WIOyQr0Hwwn7qvo7oeEFo4XnWmgRTHKN4BCIUhcnvSCCYa/kom83E6VrX1jDKohT6Pa+4Xtqn5W2
rLWG/fWzXoBrzGSuuqRsQilHcUkz/uP5soIU51vD6NuzgiS1sPpolcDPdYYpWzCJjDW+MfTEGxIZ
Y5OqxTRjUks3ZRZ/A3y9E03+71GXW9FojvDpI4wD0efM+/FWCDHWhiAbaQnSHyrdvgu1I3z0BaNG
bI9RHAamZPk0qnVFSO4wumqTZscqirVoE/SpRWnfduIB+i3nWsWvp0fCfvwbtUq6s9ChM9+VgPaD
0yc0MLCUnIRprcbdVHpVrePKF8+Tcmz4/0cN3HxvhL5+PQoKcBOWNmzhUmVoL8tqI3piJnHwVWrS
0DBMjaebMugp0WB44QtraBNbTKE1GCP2qTiuLK2Jf1ZTIlbfLBYXLKH3EQOfWKiUCxyx4BC/i8c0
3QhmzIAEOyvNDqm/Xj1MPlaf5ShP33x90h/Tk7cD42kRuVh0jMSLa0HIb3RCGAS706XUKVFs647Z
dO1BwTDjOm7ZjUcDT+gGMOVKSASsRdOqPmtxQfehR25OaqKAr6ISFrtJrONVocQxPpvon7+Z0xcL
xfuoEBkBGYBpJOOA/nFUTAP8bKIp6kw5plSwSGlnN7MQuSyY5Q3niaFYffMVfTI46LsAh2HX6X8S
BruwLqt26gOn4hujP2OYf+GSkfc/p7IOqGVjgZKN0Mp0k4GgotNQM5puSt6A5aSKFji94E/bao44
mA95gs3foGX9fWTIXe6Qbt7If1ceHyhLv5NJLjazZYxAs5EYIEFSWHaWDsdvskNkIm2MI45g83Hc
VErD8UHRcj72rwfmk3Eh6g48F4ItNNv31ee3y0x9kegprU97VtXp1KL3Q4ol31bC3F6nkCupXbH3
+fqal+q35dn4JhCbIqiEQf3OvfjtolpgAMx2mWCL4iSBdvvTHK81q9IKJyYvE+NWzGJopxqBgnPp
mPZrTLha9hRdie++vpdPhpmoVBUOOVogCRv+j8OM2xlkfxFDFyUoaO7jKEI48xx5X1/lorv8vnLS
M6D0QdcNjfnSsz3TUtoxGmSKZO7FLcZKxQp7ro5SBXMVjGQDVf3ZD2O6xW1O5UiLMJtVMAtfy6KM
roqUrAC7w3LPDoxQ/ncBTu9vg0Ra0uJ5/bTdL3bTCY43/IKWmZaGrat1orClxAn+/VV0CXmaRoTL
QmW82DzLoBaKysLsO4il9toohsyWS1l5/HqgPxII3seZr1vmq0FjrhPl8PF1GmarS/PIOEsKHTkB
p+911UrZBhOL+WrUk2CjqHh7z5nhb7++8kVNsowidSeqBBT1C+x88b3KOAFqcctEUuPGNNkK8S/F
w0sXzrGKN4PQEuoi6rrwZCByjOwBn7Xz13dwqY17vwUVV3fow8iUuY+PD98EFS1ATH7sDK6AEwl5
6taxivVQosc3ArlKm7Jug3XTKT1+XGW9T2Kp2ySSjmCCFtJOSgd21mDyndZsgAK/vr1PFn2+MIaJ
NiFKlMtcxk4qIvxCzYA2WS2dEl3vzgFeciVUirk/mKlUfict+mwysA8uCxtF1B/bzIgzp5IrEkiy
CWpXZc28h1xTvOSBlToQiRs3Qtp1nBpzevr6WT9ZVZfWBJsb8i2kIheTwQo6MdMKBXucrqIUqxUm
ZDn0rhWodWQnje6viDrxv1nLPrkqE9BkryDjgwL1YvKPclD36QjgAqsHqeNQBT9of1fSqlYGbMs0
KepgTmH/uf76ad8Dni/qQtwpIf7TAcGPW7lYQWqcTocO7NTB5Es1sXHmS9joel7tghyXmVWgiyUQ
OhXYrsTIsN8pWSf8grQmwJHL1DnYVL0oAk76cbDJcJ2WnCDJZCzStSAu8Vaa5hdsTWashzr8KrED
6kuAfPhN6Yqj2Dx4Umqad3jFZL1NQGbTbWCNatMWstSELWY2N7nTKHpd7JtkajRvKkCsWfEJMa7o
Et3LGFF0jrzIFU28Aa215BeQTTqoAh1gX5dP9oijGVSUEfaHPY2dNq6As5rvWEiffCQchOle8x3T
4bcutiP8oFI69TOfMOZ/ez9Y9NBSuuQ01EW47oK8c+IsEd2oT4eDoKnF3ppG8cqyYnUzJVWxNacO
iCVUrKuqFeVTrwwcML953Swjl2+b/reBBQPf1R+OD5OMc2OO3tPBcVx/i1nOnEmo+m/EMp+spzCS
2SnQqOsI5S+qWdWqRyyDYgqvsOSokeE348oDvEr8sggfMf1iOuCTs1DCWnN0osQQvymoPykNTLI8
F70OjX4S3D4up+2QdPj56QL2j4L0BGUJopIlB9/Q7j8r2zlKQaLGTI21Srt4UA5wmci5GTihhM+n
pjCDJbFD1+WrmTdp+CjTGC+tbYGcY63JdeSZ1Rhdy6S/YJGZyImdTXX+EBas2LE4i44lIRm1pxiC
wtcv/s/1lI8cgQqKdoj7VE0fB4QMa7xrEzZXeuXsEbmCfglfxMeyGIKreYKbPQXx44gj4Td76wXb
ZdnWUXQg+VsQIlmGo/fxyrlYWxZ0NsHO44ruqIx5Xd5bBb2uQAOVx8bLiHr9lw73Ggu9oNnFYjxc
1UVXoGwJq+/Ca/+cGdwOObLsYkt5/n67v9WvkzThXpxVFI2CVrsZHqNONsnfCSQuCFd/PzUMZHJr
GfRF/vvxqUOYiIMx0J0YQ7nFU2Ro3KqexpBzbi+vMymfrwcO/D9miUwKp47pawRlRmBIJBYqDCcF
6xsJRoTTxFoGRhqHLxhMG+ucCEK7y1Tzm0/2z8OuCkVkOXqiJIYHdLHrDUmUFW0LPDAMxYsaFzQc
Uqj2TqSNSfvNIvTnXofsWhaXw5ysK1D/Po5NkKmFIE2MDfad5qmb6zRy4lSBkyXq92R4UFYgyX75
+gP4dB5idUNoNsY5MOAuKyy4IWY9isxDK7w3VEznRV9jdZYT8iHSKaFrL2Sh5AgcqeDqzioANuRR
rIpHGGUR2tRvMgM/G3JO0ICdwAt8HRc7b65glTxwmrJHTH+8oBoBoYRyqCEjRvRTv3n8TxYAFewH
2c7iFwXO+nHQlVAHF7AYdDkXlJtuGCc6LPFYUW1g9Golm0IWFNJyOIYPG1JxtNzJsjyme5OaLei8
rI20sWU1WhtIRccnrIXLxiHnoo1PFnT+yGvnLIucCZd7afP1zX9678wUDjooYnmMj/eeCYFkJB33
bvTScO7jON4U5mTZRdrXhG+o6RG7YFrMYHHNN3P1z62MtQKY4x0yZ+AuLh1Lcw0qYQHMmAqcdJkS
DMPKjIa2KPSRcG6ttDnUcaBpf4kY+96NvRTX7teP/8kJlJtAPAZdkPMRe83H58d60B/LXuIm1Dy6
G6pYA20JDLsetXsTB7BNPy+ewaLSLqkJ/VOZVhBpE2mK76sBm7lYsyjO/PJb5vUnowNNEwUdRiIA
u9rFpIqmUkz1IAgcfBPnH93QxrrX4MR7jHqhmddDaRGwPkZVv/WtxVy95HBR3n89Op8s6LzXBbmG
3obd9MVnNAl+Y2HvFoBcq1g8SgP5MhNijq+v8snHijZ24WtKCDmYhh9fQW5i52MWrB6DYWHvq1Vw
SykzjcVuGM+1/8HF2DhBHBabAfWikswz3WpVvC05ifYFER6x+dzm2dMgj9LD11f6ZPAAOBk1mFbs
0Zd2dQl2mxqmnnxZpH5tw7zrV4mYRt+AzxdSsPfdEAMMBIPAhrheXZ5ujDTqCShZljoLb/G6nIcH
rI4b5EJR0fzUMxxRt0YiWy7MzNSdAylG8ywEb/LQdTCi2/TZ7CTwNGwlfmVRADdH1KPO4YcpAYQE
GVOvCTOb238/OOAdC1MNxijSgo/vHFRRMyelF7B4gLwYtdaEr3GpfrO4LS/zY0mOUG/BC4nP1EEA
llf0W0GSZhWwR8BVhByVPD6rGHHKjXSvFKFxoI5tvpnJ8rKVX14Q0IzXQAsMpvrFVo+vrIAYTxaI
kAA9JZZJeJTlsHKVuenWQb3YCmf+eKAfmDhBmvRum4xw9CNiodwyieZtNyBewg412+iNGXiViQ20
xfF4WwjKgdC1nMCYtvnO2OCzqYryWWb+iCLq3Yu1hryMUSoNX7ALDkscS+toI0zitPr375wuKXsM
3SID+djHtxG2tdBpKWfbYm60XT1DRjKkuv3mKp+tJqhnAdRMsNs/NrQ5SPCgJBIBQ37fcutRL7F/
tpTYTSWSu/4Hq4lJDcr8osNH6s3HRxpnjRjydCKqL8zCQzRE9bYgUGetFoG1/fejt8gEFSIucZZ6
Bxt+m8uNQtQUtvtUdhqWs7lUN9sUg6Pz11f5pH7EYs7EMpHz5dKc+fhASYhxaz+ymvQRRA9K/dpD
rgXXv7kZm9yNe6xZvr7in3OP3gyfi4lricxJ72JWaCTrlUSEBk7AgdZOSJE4aa0wfnOc/HNWaBqC
e01GgbocWi/WG0nKJRAOdrK+E1NPFAwUctksGSsidoL1v38ii84kqz7rAEehj2PYxVIdCotNOKc3
0a1MoYL23czfrG2fHINA8PB6AF9lssuXmv5kiSUr/Dxw/L4RXusUBtooZcFu1ivCIWMVplSc1jdi
EsRXi4XPXounDtFFsUQGLIS+GPWPVHevyZBbt6R85Udyg+IH1Fok8nw9JJ8MP6o1mvLkzCwNjotS
D82fEmXk8+H8HAKoCwWdFaMdLNqxvvzj62v9OYVBC2T8ZzBK5FB8uQarmg8mIoGQNKJR2gpWzweC
QEikUrBdYOurydkyh1b75hE/qSQ/XvfiGa3Wx5e+YCILATimVivPcVmmHrcyu4aZaXeEyenrWJ2F
rTG1+snqk+csscgqmoSk8Po2g/iQDMXz18PBPsd8+7gpcWNLa4kTCtSHSxOrTMeOmNDGyNHFsCrP
zTQLwr1I8kq6q4NMi2/nvJdTRyZT75fZ8D2Se+OTQ2bUbVyetbLPLaeuBfEKfXGqIcLuCIgBxTVv
afPpKhb/GGOtoyCQH2KNpCSQwbGmW91jkUBlbGnIAOMCkqc4SzJUriIkVA9JuOBgqY+4luiKOtkR
F4BsiHaWDAfNVEaMoudZit12TBQOB4Mu/tVohXbTWZyrnHkYujMgFQSxPKjz176Qombf4ukEm00r
4Vz6ozJqDnc5aU41ML0PWHhn0G6HpXHbFjKBYjBCpkdFj9MQgZJkRIshfVEzTvixgx1iG4c7l5C7
yZwMr6OMaZJtQjSp+YuWdoDc0uqukiIytkVhSM+wVIa/8F+FV9KMbTUdtEjsGqJ6CbyBx+bH3Urs
OsoqsWimR41i4caXSKQZRgNHQCVUW8K+ZuTwTtso8oQMsbfOA1pw1EGEdipO01PzS2j1NccsOUzD
euxnxS1yWflhVLn61jRlKrsjXqG7wO/h86aoTtY5RuwuKVKlQXhCVFN64I1qQMpt51eEj+Wj3kKx
iwkE08Il4YoUZY6CMhWrXQ9KYzlShn+9p+VxSHcqrlsVYkGtWraE9ORmCOn9cF7Cj3kdmSHJK0IU
hso6rKP0Buno+ETC1/A0TtlZqbp4W5MKI61QldZ/VY1MlE5fFY+EX87Xcxoj953iViNvYhwVsoiM
uLoq6Shkbo4IUXRUEoibnY8vselksp7RIA+C9o78Rki3qdFID3la4+Rf5wZzx4hL0ngKPymlYxsN
yd7Xew2mz1SbqV0T9jBskmyYzgSNC89irU9wNSRTeGyjyXyNy1qdcbsPwlslX7re09jUsyPi7qc7
ajIYP6fcNGqXGMj52tBzAr9QlkPxJXMAPmyUPVVVSh584sd5j+FA0BISxKFNR+ak+7fTkMqyTVaq
dBh0vUhJgxPbq36K0pckzoarVDXal6SeinhrDBKk95RScM5HnfkpSc1tEcch1PE6ijQUwdPEgq6M
0n4qipp8Qb2TU7tUlixQXRpFfRVaYhyvdJggeKj6vjDC2+7CHMeUSAzdoSr9Z5VIS7jCVttNTjD7
tGmYf5kdZmW4HoURGia5cNotclqIpHNu1KCpBtE9rjqadbqOu7h/y5sYxkjVSOisS5RMTiGRrWsD
dJUPaRbnhZtWTV/hRi9qL52RCIFT4mLQOWWgmrPTZIqqr8n3I8WjxEYGfys9mrJ9JBL3ZpNrMmcb
odeS5TuclMekbvBkILlQ2U8+nfWFLNb/SiQjv5M6zptLVMnQOUbbDDuUvIbhzjLZhnY8ZNFfhUVE
Bm5ogv+k41F8yCcyT6BK+dZPscj7J7UwMfkzZgBvG3RrcZcpcE0jIxAxjCNaXXYSiOVSHQEY8g7t
HbTjBaboal1qIEqQBOWQBpKGbtjOLX4Hg5JzLtCa0ywtST/+rMk/jD70ryNW7c4Jm6i7ARCYz9ZE
8i4zT+VUFFWzMq2hKLBj+8qk9rvKVLGtQgQuIRmQcuuUN0X62jYSVm9DPA8rrYxVwt0jYTjPGDK8
VH3anIg2Q6JSqr34MlRdajBthwSWvIi1H0BoWTpmHSW/uloTH3Exxp4+UZvgDJsrglcbaY3u8BVr
DHFpirNdFLOuujJ9mZvBVIAVpbEfY7KeGmM3lnNbu2qldkdSB33d1dS+Gvbk6GWji5FgehcoQ0XU
QVCqd5LcsuoRBRjfiGYVkqCjA6L7vmo+w2VKiA7q2ltV7sd5IxqKXAISLMlEMKraRzHM/fflJ2NV
Z6GoDXJzCMkTZ+aHIvi/llTCxxa6RHKrK3P6xOJtmQdR5aiMtq4sXlvdT8KN0eHobvfDlE5QuNJ7
gjfIT/T5TMdrPYi0lmDGXpFPUp/njSfIAxlwlYhw3I6VIJyceKQLYsMmyQ7/h7vz2o6a6db1DW39
QzmcqtXB2RgbAyc1AINylkolXf16xLf2XnQ3yz2+032KjZWqZs3wBgR8u9uWtXw7xUrryAVatEU6
A88ItsxY6VdamWGhCERrVS9G5uwb/eAKnh2WSTeiwwsTD2ssRmKhuS7maalxPyDrPcGmsXrjYM4u
juSZJfIH5tUAhEESgQkL0MTCy4HeJNBx1AWtaEwd727U8tQNh1ZXTFc1XLSw3DR7WBZMkD6WbSue
mIMKi4fO+2SX+IOB8nJnJS+Tv3TmXoDe6TKIswWPeR1P7LVZ65hnEtIwtRn9tDEZm2uaEdWsvvmA
TLN237tBkmzisXK/t4lXDvzMbB+MhtvfGmOSHJwhoaXms2Li0FZGC6Uz6RZQ/lnSPuWV4ac7wkBK
BuFVK56+tWSBH7YnfsQE2E8LhfubjZuJfqihZTN2dCfzcXDNOtvY+M6aW44lGFMV06UU58ACUF0/
OBowlsVZ/H052f5n01ufBic3OeJJMnuP+JIyi1W6AA6vVW1ihrXwdExEVK1FjY7AdzzbAahtTKH0
vTl3E+QsQwafpemP6VXWduoOUUQff5SkqIP7ojLKqDTxpomQmgAw1DuV/aCmeobgE2DqE8bg3+qN
2ehIpOT5MvoYVTh+GWK00Ypda2tpFnoJTc9t3PvFeIu0QfDmdN70hS4mpLAZR8iPgb9ksEW6rLBD
q23Lb+SBBX5JU9CzoqWty9BwJuvbrArOyoQ8T9sAVYSu4XrKMcJM8wm1YgxMGHlBZt5jgxs84DY1
PDUiSe7dpY0f0AT2oMT0bFdztip8+CxDPXVVhw2lkpmdb3wJjnGTzf38lYTPb8LGyU0sXfSJQ0I3
0FMLm1bNcC4c2X+IceL9kiOFTJTCAhL+yeh690WfVJvAHiem2YkejfiB/cp6V/s2msw09WVGkMTW
WivdGByakLqquNqZKUnSzrJm4+Bk3TRsE1MD3NKZqQn8PijaJ+ROVBY5gynjJ/ZHgoHsEGNjXjtE
Imj4mv9lmvMEI6Msq4qbwrYlpi3pOGc3Xpl04FQKveiiPimy/Cp3dPturMoaNX+vHRFUIYloQxN0
QXfnjK1oOd/KvNy2ThFYUTu21bA3NcwP99jYps218rMc1ouedfFOE7qT7QPZ2YCe0KqBLDzCf+q0
7GOdmoHadswTCph/mo3TYVx1L3ptQTKyF0caJCo5PKp2COJ8q5Bmn6NRBvkriCjbDEVQ658wvouf
nVqV5rXpKURQlGcgaZc3eMPmASjwgaXy2Hl5gnyM8LMDGktTdu3LEUYFbTLGVAooQQhiY6yiaZEp
7Dh8gsZt7/aIEnl2G4CYSRd1qHKfFM0KFOt6djTvNlerGbRX9KV3W9RWQAy0l5F8JdECdGKmPngy
Sm/ysYSU4k3KIfZ2i8IEfoP2gVkdzNEBx4x5cPJLepng3shO7opq1u8dgZs7FwfIAPfDN39wXKpP
bCZH4ZM+Fx9qa3LojTTlY2MkibhqTNF90ZugegCbnYttqeNtWWM6B27BLJlP9o0BWSUmm992Y8wU
nXlAf0ssgcbnNPpc3nbLqMXbRRdGt20G1RywI8r6yJ7IAkJsEMxlV/Sz1+86t4S7UoNJc9hhY05I
ymNjjDKcb8dtIyqYonTh4BHmCGvChpmS5RNY+fbeAbluHdDBhsQyBH1efsinJG+2vl4ICddKttj7
Gm0JATKx0Jd2rJn//3/ipcstBMZjFjTZVEhWCKN0kFhgM3HpzQsdzr+M+mhpeD7yslAXHETVj5sb
eVEEszQnzoDZaUAhD29jYlPbzQlAKd8QvAffoeE86d/7buyuE13210WjxE/XVZc0KP/WVmDgjkIb
SoqA2066VTPIrqorO8wjHTPZN1re/8SzUyB8iQvmhfr+vJdMFe2jhMwgBBXKU6CeYyEtW1sDD04p
hlZM0EdTn/W/Ks10Qsbe5oW6/S+wNQcnXzBhAKVWiO7Jm8aM0MwbmzaS7TImptKrOCi1JRhCv1Bv
IimnZ2TcCYFG2b7kmt88tHNgb0cHcYtWLFlJkhFAWsKPXO3zxWO4/X5n4W+NFsTF13YucBQI58dL
AYimXrt9A1w55i6VTChIA4Uj1SJ97XFowFyMVT1fWIHrNz3pZtBVAMeFlBxTqVOJfS/mdGRHcVWr
Hm80ZUx+mA9ZEGV1sOx6Dym51LfGZdPWKr/Qczu/Not/xanim2PBkT/tk8eByP2Ka3dLNl/X+eQf
eln2XxCz+EYaLB5VSXOg17R/TbFwUG0B38GEbBWH+D0E+qP5q1ItsOrJIZHRpvGaeqe8tnSBIjdN
zySs5uIzw/Dswps+X/FAX0HgMJoFmGoEJw0trTOCYll+Y4Az6xoSC5XBQvJTO2lyyw+K/fvr6S8r
nsCyKiKtcilonK2NrD+eUtPTUbUNUMheq+tdPWDAF9ui2CyKHJMzzRVG5Cmbk9Kn/rYpSFpqGqCc
yVOgt7jJAtK9NtQINslOg2QzmTZZ8fs3+ZeXwjFIBAR8Qtf/FNM3ZRIPSlPFJCGNG05I++70+jbJ
rJ3eGm/vX2ttSh8vdeDXCD0CHQRHeKZKO2loP6nKAwIl6/oWOfhOO2S2Bs/cgvVpbobAjl/HRWkx
zSMd+0oEHir/Qn/+nGhD+wb+BwNMA9w9TJvjrwK2DqufFVJiinkor2tzcX3kDlL7Y2l005PWtsZX
JSSs/4pjx45myySxglvhv2maflGS/y99VqTNgTvpyIwBZj416EotX2t+UxZk1pnbFgVFKEAkGM2S
+x/KpKapXSaYztf4bmcYdkXFaLW7dhTy0GWZ/CLp/0GS7UX0/tc6XxnrfTFyAgQFo+UUY92ZGAXP
AysjK0oUEBYgDV46w4WKfe2A5fclvOF5MALSypwBxgjwVoapx99l0KTeshCZlVeT/zozngrTAftM
soe1JIhnsussp71oYVUxXdgG6x8/Xpo8IYGIqQohkUHb8cXdMcusRsxAW6e523ctTO2BEu3C2vvL
K2XlsQkgxaw67yePOLtuthgr1DCxFxsjdkt/7MwFY/Bq6a/8wsUU8f1veJ5QcKIwAGOjgFDm0D1+
rJy+BCYoHGlj28UPTqn7UZXB+rcHQGb/+lIeMzYYniuHDZe+40vJ0uyMwYZ5A7B2iZahz7YKtEy4
tEJdCqzngYQrsFjIb1d5/t+B94/AGntwzWSic0irpLxxx6p5hchT4O3rVP5dgvjjhEXt1N/iz6Mf
psX8Zcq0jgBVohs10DAevbq+tjtAle2oLVtaNGLnjqsOIy3a6boA93rhnv/yJVZKKVaKHLSQI9bV
/8cty0CB/YzZTTSrsp9MjOSNUU/GLtWX5er9L3EeURhG861xFyTUeWSSJ9eCH5cjX4r0CwGrfOjG
vPejoW7VW5agwwQ9TRZfUDvLuutM4WsAoTFN5Df8Y3McXZauRbAEG11mAYwszA9NEsTBhczjNyDi
aMMBk/AJwtTv8EVA3x7fozXoPULuC3I5jAPn1zhVMSJn0DeQZ6BdraJYk3jZu0aVoDejzGB+AUDU
AxHOPREpjBXVBhAEcojgYuxd27Q1LL+mHSfSyRrwOJMf7T4uBrPbYU8/IN5pi9TEyhPuT6hGpAOv
S8fq7sYy7fPtUMRq28c6YhTaKHRmDhp26fe9Mkfzwkb5PUQ/eXTIQevMmzewOhwdP7oQJeVqjfJN
R1q3n1CNU1Gh+/lXeg9WHS0+Zp5bGoZeHuWrK9mOM3WqI1CB8x3EHjXftikGtKgkuN7HHs1E62vB
fOGjlWbzD7TJ6BZmgb3UG3fg04dkX+PXDOdwWgzSnottpnCpZ5qYJv8WBEPDkpICSUOoELZ3mk62
sShy8s1ko+kUekHnIIvczdMFLOR5WrVqRKMShdCwTxZ5Kr/Mm/JTQ6DEmo2iuc1wcFX7vpr7JCpK
u9uni68tL3MnKnrbaYUun5/1I/IETR3JhonmBqc5VAxj1FO1GzodwtxKX2WX9OPOjpSV9AZAljml
iejYKVjHpbdtKMZ4GyY3ah+PPeMtCrwLR8rfroKHOJ5nHF7spJPFRE/EydisNJESL6YJDmBgI5cs
bS6s2rOQC0jf9OAoE8G8tWA5XrQa/27iKpxupqZJIid1DbRJF7Wdy6Gq91ms3BvZoWm96RGwue6c
NHd274e1s/yAO+B9QskG/PSPDNifEXTSK2m1C3dgmzUKVzY+mx5Ms1ums7GkhTeora0ZwR4XJe/x
/UufndtcOgAGRZ0EIpYZ/PHDK0bto56ijx9PLdqjME/u0rYWTwQd44MS+b+0EzWBq6xVKA5vqGlT
np+8bMEuB05Ls2Vocv1KFfYbmqf+hS/6G0l3HIdW0jaV0MrNXDPy46cSVMJDMUukTd3SecXZAHZ5
Eqyd/Y6sIdlmfR7nUa8lsG0Y/KL2uEAdnRuQYBO9JQAYtSUf6rQff2j2qn9iM0BEcM9G5ZDJQvEK
mkR9F1oyrvLoPV31HtfMJ/Br5n3heYO3M6fUQ+hlqS20ErnTr6oxAm075rm0o4U95bJ5tEnAdOpL
um2OV48P9dygsVAAiGTGX2naxxQMoPjpF1YrD7Bm3HhXTgp5ROawAhYvKOEiwqizAp1m44a7pfG8
qsPkcWzvOOgRYQJ65b7iVODGUYeIywdqkql+rmn/zDfKzBdQ5koO7RbYtaJM6VVhhFUzlFWYy7j/
vADHMqIkbhwVZUkCwTR16dvvh3wJyCgWq37QNOENkZx7JlU9m+VDDNDKCqFtNz8C6C/ikODvo740
jJqvHK/Bm5oycOn+iRb/Sufk/0+HhIA98v+0JVYDhiOHhD1WDz9+/ql2sv7+P2InZvAfMv51l1GD
AQ1ed/d/i50E/wHNSYOEkIMsIfrM/yN2YvyHLh2lCq7KOkFxhRj+X+VB+z90j9AyDOivIaJLy/Hf
WCOsKfrRLvXJqCmKiLlQ/ciYjnfpVMi00lwAvjCh6muh3OWB5kCCb1kwbM2lG+9tb5IfmtjS9sM4
podU1s7hj5f1+M/V/iSp85xn9+BRuaCLQc/mTIWWmfVkleugDJln41AvenvPvuxumhka4PuXWkPp
6ePyXnlaYh++qWuT7o88WZVa76wqKqjY1mXk5tXEBKrt4UVfuM7Ze4WNBWH0d6sPA61Tddd8ED6c
OZ6pVlAXRyCjB4BeiNAXg3TvJ6/MbLyG2szCriT1UeOaS1e7ar1x/uE4c3ZHYuM8i7hq5wjGYYOA
GJr5z/lsKOMwyQpHgXYaLDwZGCWuZgCyR6reQ7tlq2stte08rcJViI02X1RqOtu68ap0S2SxQNiQ
r755lettQa4QbmW2CkInvpfqoTkzBN6SJApGYbHb3HTVYC+7jjksQnhT4iXbTl8a+9pLtf6Sb+/Z
1wFuiOyE461OIjriuCdfxzIL4WkUXthA/nBbhdcPYuT/NsFjH7IbSWjomdF6sNe7+GMNtCTxZqrl
9IliRsRabE/AIZSNfJ7hvwTS6raG5qxdM61mkBIbxsPkl5TuXYmUuDGMEfM8A3JzY4STZDFdWDqn
2QBtMsx8rd9denr1p+UVVeNQFA23t/SmH6HGAe6g0RjbtW2HMmORac/vr9UzGDZXtF2W6vpCaE44
J2U8XVgntQSwXLOW6YtR5n62ARVQHuK6aH/Eud0A7EGZ5tUzE3AlFiOv79Aw3HRrZKkDWGfCxsIc
AlFSC5XoGhadrYFuKJr5my/AkOwbM0cxT+/7JAj1pqHV9P4j/OWd2e5KfgS+zkH+21Llj086LlXG
aQi4M9HLF1hcwz614zQaB/uuMYO39y92Gq54XQEdTXoRsKUogU/Wj4YMdbFYHl3T3BJ3gl7LHofQ
+aHShHUBh/s7SfozXq3XAgpqY59jmWBuzOO1CmIj19xRE2EloeMhtdJAb5Js8K2TG9p8aH1XjPR6
jT5jkmjHPxenCx6xgPC9Dd6lhhPqRay3O+VqmX/FfC9/6QPlPbqZlziIK7aWuc5KcqCEdmElkR7M
xX1MI2fcDE4ayA0u2qnaTKmUj7DsOzuUlsKgQprmoG0wr9DnzVRKSIx1XJmPg+2K4IEfuh+mZXa+
K4dqGdCU1lzXVQcesIx7AhXCP0jex2mi3+MNMicHiZj7dKElYq4J5um7Q74dvQwLrMvZd8r9oKX5
ilaEndSi3RhmU3ahb6oENAUyCy9VXXSfQXQGRrj0g7tfpIHZawsD66Fj3vumCkAIYTpa3feuDsRn
hIvcR7fNXOBrEk6ekyGWhAPCEHzq8EAbwrb180tjrfVAOn0IVgANdOxbmXCti/GPlQ2YBd/llddb
V3UGqBCtL/SoRR3FQY+hVpV4TJzBcu1xFx2i3jYUIEat23ZuK5gskeeHbSzda0YI44sFuj+aNI6d
iCaBcWnmty78s3uFkvSPeBoCEsf3KnyAOyiW09KlMxiRNRcbp/ey7fvbb61Ojq+CUz3+bNRLGH5B
tDq+SpMqNxZtzUgBoxGEKT11a7QpINkSkyTUASewcFZs8SPf7S5UameaM2sjnS4ueRee1XSuT/KH
vpslgzs6nkOZzN9b10ojQKDzve0k8UsdM6RGbtYyOH4LhZS7pak0AsU/XriP83jHHdDdIWLTT4aY
dfwOvFY42miTxmjJMu6SPmtv0SFv1hIpx82nMtzN+y/9bxcEm08/aW33kpUeX1BR3kicY2DrM7mO
qrl2D5RoXVirHtehwSsvnEnnSwlOLlGPuRYDZIZ4x9cbWDYJGA+wD0UrIwAHKC+Qzl04Nv56FdJA
Kj2mRiQcx1cpVBB0xcRTJV1gH/pJByCGt92F9PavV4FO+FvTkJV7smAnv/KgiPIsmKPgrK3lbQSe
s4ve/0J/uwrzFNwKsbxhX5w8SykI0XKdf+eoLgEnXADVD3FxYfP99SooKhDB137/KWfdgTGt+4BY
kRkYCxk6g1UcJvSent5/mPM9DmmHesRkmMoZ+zu0/xH1dFOljlvyYaZ8mna1paxdw6/uc3xJrtjW
8yekKpCTzivrwgOeITZgJVOEACmBeb4iGE4KokZNVtsJgtjc8scB2NfPQ6uNuyKZq229BIA3ckSk
lmGsdqP9oy+CZ5KgFYOZ1hc23RovjyMd6pC/iT6UjbiHrT//4y04eDykiY3aCi+7+Ra3NbB4y24A
98z/7W34v+qE/V7qx9eiWKES5V0bJFCnLBw3jWGk26UI63QJPrHbgx6ZhFF6GyoH2964VTp5O+Bj
+rXT5alHGzwTt6VVg4c04jH51AyTJx5K/sqTsoGuhqtKhbYrR6ysorEbF4Likg7lJrD6DCC1nCWS
sUYOXrIfFYg/o9MlYrl2zXssssDd93pnHWxfTpd8n8/fK5JOqOwDElmLNG9d5H+8V9U1yYT2QhDG
krS6ii2o9vEwHhbLLS/syvO4SfoA5cgEm4KOz5m/5zACClt1CrWy0X8CZxxutYG212AGv+oV7fb+
vjl/Mof2uAk5mCyFtXOyYgKnRN9m4nLzDI42w34KesmQGaHWYxF9IXqejboJAuv8x+QMRqeBEeDx
eyylJ7ASykRYmN0SNrpXXSP51FwvTSF2Yqn03VRY3qey8M2nESz/lQ4eD6MfJ796/7HPw8VvuS4w
F2QEJhKxxzdiST+Vdsvi9bC/ezXjqd+nqvOBwHcQNkKQv8tVUejO1khL50KKfv7K17huEzIoWs9r
VkYoRlmC2w5pptpoS1LXwwlqN4mmLr3w0+C7spFWgaTVIAJ9jLMqR+Bh3WsZutPZ+MOobC0SnnmJ
jvf7KP8zElBo4INDcKcIpel/Ov3Mcqc2y1pvNs1SohqjYSa4n4VFi0jOismna+WOdZDFrKdXmltN
ZDxWpc0RiHbDYYbuA/u1h8TtN4rPDVWhq9rblplUEyaTkt4HggF614jVODryL1r6iqZnhQMMoOb6
MR7bHLsFpDcuuUeefiieixLXgwFIS40tebJIcEZrjHaU6H96S34fAwTeoYKi3UrLqS9sw/MPhZcH
XG2KdxBwSCUcr8fMtpu4XLRmo/XlcFCaFkS1NIoL+++swGGx26tHqM1RvNYIJ7t9TujhjEWHSH4l
2y/4K2ZZSNtJyyj3nOlBotfiw7yQ48ehr2riudQIBUmR9J/LfmCUCUBvoeXjpqYelrJeAfhJOhSb
1p5KJ9KqskITfBR0kifLAk/nVTHk1nHJxKX88iyx5lloPNA0gG2KesMpTAVfumFpcXDbDBgTGUHZ
feun1c1jTr1ru7c5epVjPqmmTJ9FIttb12ysh/ejyPlXY4NxzELnpQtJ4Xj81cayQMZVWM1mErLY
pUI0xIslvnAi/OUqSFvzhHy29UIneVqMIGc21dWwMVpqlgam6pUU8uLc7m+XgY9M6xjhq3UOfvww
yVCjM1wVw6b0lOgwSJl62Bpe3n20pa2+eFMvHzpf9U+Nl6r7KsvVS6Nca9p3TdDkIYmZDzVQIxFi
fKFPAPf8ptnLotF/tXLp7sQiCneXF4se77pMll9FJ/F1SQoznUFmO06+Yd7lvdC/lkM0N6K512Md
/y7ZteIuTYzhtS4qrKomMRc9FDul7pa8s30oAzNWav0EiCDr8aC8cpSOjqWoWvm9bKzlR1FDTwyN
0XaTsJNB9VLEeRUZcenVF3bY2QmH0gnce/y+GEra4EFOlgQymxQ+huo2pGLTa+uVwa8x9XAia4X/
PKao1HRmX6P8C37uuwDUEFUcES3etMt4yb/7tzzVcWBecwgGoRy5fNRTvF9ilMGSVSts23zKRbgZ
lhA8DLn4fOmx14P7+Ep00miQO+wDysxTj75m9mQZawWdvaB2xtvFdhb8SkA08l1wfIS1BwiGOZ5n
V/O2MUfYr+5YeuajPsbm8/u78vyxVxI05BOSUh6aGfTxSlZ9IsQMHQBSK6iKDUpJjBDjfgqCELbR
+Kv3nF7tOaAKNP701LxhfGHQ8QKQ6HME6ekn5h82rJ0GWeIL97YG8qMXxb0xx6R2JFx4CIYe31tp
tJPRQkfexMpWOL3MqdiqzB9/OU1eF1dpG8AuqXO9DnZ4qpVYxEp/GLc2BMobCHsokLx/Q/9keEd3
hKsip5y1LlsUKk4lYkfmmEMcl6BAzaxnggNtjuYhyFRjp4rJSbdUEP4HqxJZF9ocFl+yoRryFZeE
Bnw66y8Do8VXu3JhPOUzhMKgKl6K0QSvCN9iejX0Xj3TpxLPwrHLPLK62biDtWfVIRk1D6RsS3u2
Ra/FjzUyiQXSjJpbc6RYmX/tTMq5Q+PI+pqnhvYLWiyGd9J0xmIb+EJ8GmZQyCi6Vt5VbwzBD7Jn
2DElEQvXUh9VSBx3asva+EHi2WFCvsTUIyiz76Q0/rVgOIIwiokdZ+jRBfuZmu30cckGW2xtPV7M
cEIcGJI7UeXzFEzxgvlMUn1tHaINfWkjmUL0Duh2m27nyZ3Rzs6PFms9ApgPxyXKaCe6u8qZdSYB
dVBg9FT7St/0TjlMt0qiV3Pll7Pz1UkmyJLoT+G8wQSDOBW7urwOEDFBGMhcpVszOYhmb8oEJknW
BnoFNyjvAmi69AsiAczvpa+qWdunWdY8jVbdvQg8obHRYT7HgDqZSShqMeb3qIINnywOEdBLfp//
bMxp+Oonc3aLi2MybWJ99JPILZfqh67caouaZTlf2TGaCwQqMOnou7bdTWBVsH9B62s/2wGGH7T2
avmkZRpL2JKxZl71jsn0I68KKUKzLyCeDbgTI1BgT9732lnUhxk66AfHGxGc9GciPx3icfw2GKyf
EEn/BSlTBPW/lU7VzHAvluWuQrlw2SMzMdzTUKo+J5ObvcJezUcsQDuj2zQoPPc7gHom9b6r1eC3
LdrKN3XSAmDwLFHe1V0ZqEgp0x1pYAt4cvNYlvdB2fb+dqkssge9qMfuHjY5wnZFXmBprs0QjSPH
w+8RR4W2HTad6HlU3V0CY2vWLaQqmDicLCUgqJ94oUOJs2tzKmnF5p0KhTu6sDyR1TcePGv2GNFB
fPb20q9cFyduyISIM3U5dEimA7jQZPBcB+mkBizawbbDvMgtuTMLbEFLFXTry6uWbT0Ygx5lyHd6
UGVgYUc23oY3Wh3Y7U4rc0/tVCmG5ybVUOoxyyz5XHfN4G2mZZFfS1FA9XY91SY7WGLibhJUTLfw
G5IXaQ5J92mUOu4RjtVM2TbI7bHfwMDC+8pKgOpvMXCH1Vs51N+bJDfodkjlBh1iGFPzAnca+I8h
TYs9uZjNhwLt/H7N0eafSvreTd70ZrHHJ1w+52XV9TjMkOpzO2X1ZZBGEoeD8vrb2Pcb0gNZaldG
6nhfijgZP6vGtzBLIgfTmWRkUOxdY3Dw9FmC/HnUZ9e+yWd3MMNm8KtbiaBXsi9yclGsc4m94Wzb
M0OLXsd+ClC7+oL39DyD2ZPzY6psvQHJ1432NSITpn5tghUfbvQ4dpi5ZiO2dcq3AFPIvHpKTWRB
r6ZGUy6OTVVg3QRV4NUbSmBJgt1Rf0dtPwT7QcvlEpaqaKZd76oCUjLkyy5ijFDfzYViQqKmDFay
1o+lEaWZ0PdYYBq42WXNNKPnMCdvCsprvK18AVUWvvm1WwXarWnRMEQPVTTfqa2w4wGvZz8WsWyC
iIkPaTKaR+aPOMFnZWM1mgbwtiMzCQ2mM3dTgZf5nCNMsyFMZMHWwn9cMemsMrEbfS9prvRkEHhK
+dhNHHR0fl+GwbQBXlUlIx5PWLm1IYRD5bagV0InDRS0y7lMcWObExANkT3kVbtDXxXPEWFCM9yq
Zuzf0kCPYWmakwWxo3QH/aDaHJut1nKqJ29p559F5WFt5Q2D9dkeZthXY2xxeEx9GsCsBolZbnP4
tVFRd4uMynKudSKjV6Ggu6Qyj8Y+t5fHyu8SCPEAE28dSGXjYfD1HvrZMDHjSQNK1zCjShZRNuo1
Vnocu2EypsuvpXanj8rUKGTR/4wDTImYUBnzAiLU38tsbD8ueubgLmzc0YnCTlTIGw/ifNiW+n2p
0q3mxd+1xvteOtq+ipkYZUJFJdsdfqzaNjbCpvn4XKWQZIfq2ZesGeaTaBE8pG3zpbDzK6rG7ZTn
P/U028FmunJQavAZM+PEfi9cuJxI+UX+b0IsNoZOPYauCvZe4n7M2vK153C3m/5mxnQaWYP0fprl
jeMW3zMPCFNX3y3Gl3p8zuNy61s/jAEvQsO7gsS97+d0VwzJFhHkHSert/NSP49SuzN4qwglLFbn
YKvHY4RxJayvccLJBRAJ0QGhP4xaoSNvYCTjk6hghoa0KNSBWcMNnVR+10KIBDl1RDR6vXyMhQd7
vcW02eufR4lnB661xljWd2IqCLuIBCIw8AFZ/qtBQzjCVeXHoeteyTeeew25DX9Ipq86sgkHffb2
9bx8dRNn2/bBXWziy+h3T5ZZvjhafXCQdIPTZD75Tfwhc70rJ3/x4zvLKbtoBOYdlpx0N6yyYdtM
v/I2vvbI3kUZAOuLhxejie/sBKp8pqZlby3JVa8sn+nk9LHsjf0kNQMhAO+q060X0WffjK7atAOW
tIVs9tVk7lCHwFCnqHYInX1WmvloJPTeEqYzeq1/NNMhCgJRbRrfoX+tRR6P6YbaAoCrRisD38Ik
861Ik3EWlsmybbUCgsryCGruMxqCr1r72cKhOdayH9lQvPWCARfiUndmpm5hLGwDfOT9oHwQiHYD
yTaustiwvvqQGziEqo2lTeraSPA1BG024RKYLFk0mfpbzQJa+SBvqfV1YkY/OfPDFDuvBfspHN00
Wlz9EI9O+zQBnIQNTRqHqII5bXW/frON/DAreU9LYO+0rYPzQUazYOi+wCiuI+ahj0XaHWqHVZHF
+kZfxu9s/AfUMoureq7wu/EIcbDOnsZugqtpDT/yMYdfnmoZs1Sj7EiSlNfhkFPdTUMDuVwXYPrg
qbwmLB37Sp+cO2AUB3/uDzr6NQcslW9z1DJKz79tUbVGtgagW2Fp926GTaNw0eioU3UQ5DH7pM/f
KHtBiKOskpnl8+QbX7wOgZ2+/yalC6+0bxpPv0KZgGrLGWxdwLCtxW1eOuqTW1naVxN0yFtpQh7Z
ALqcx1AnB0GUps9ABxQGVniQu1EAdygVySFJsIJo6Of2SQVJG1yh7mTWG9wrZg85C9PAbaqr+zRM
eoRQNrk5LJ+zpTTEZtWuqiIJV7yHSiTze89Hqm87tzTPCms9W3oTr5tNhbvsTyQ5XD+yMii7m6Cr
9f2QxTYDiwaEpN0b6YMIMLZGUrVLkzABb+NtkCYAghQQDb4rZtrfdb1u7XCw+sXe+qWcadTXGVj4
ujGw/Z6rxNBgi1mtpLIoW2xefDFv9aVDsoW270SM9PPaCnlq41up29UHsP/qyXYnme3yOKHxP1QZ
mke4Mgtg4/2C4Wbb+f5bMmbJV2gegrVr1e0HT7K5orYAkr3p/HwifA2aA0jYmv1Q0hfCSVThTIrC
DTYFzQyBZ5MnQ4dGILoXNflxXrcoGRa0QOwOwv8GXZb8yceAdeEcTJBODfrtkqcTiMsch5tobF0J
9GcaEUMwbEUa4iij+9H0SC+EVem7T4HTVmUI0sHFWZbjBHfeuc6RRpGNMe+SqZnQ+4Gd+GsWtlWy
1TrpoGhWSBsYT+CNkTVZTsYxMpHdTmZezsTcIpM3rbcAB5sNaT1ZBWiP+5YAm+NGN/belrFUfBPg
HG9Elj71ZShRB/yVVS2fr27H+NWWvmMBYS2S74BcjWYLDbb7pA2GvK3nPl7RCePM+FGMLY8N3WoI
e7PP7tDa4mj/L87OYzluLcuiX4QIeDOFyWTSO5GiJghJpODthf/6XlD3QERmMOP1oFQv4lUJSODi
mnP2XttMO1SvWWRhmahS0oa8kZCmZrXtF4wdpxb3C03MJkgmZfmWowmHY2Nq4YvViPKXISVYcSSj
VH6qYezwj71c3+mUxW+yWVOIqSQugG2ZliMOSohQoONa9jgw2WwO0WXVFCD07T5yiOMWDboECrjy
NbWQzr6g5JHB9zCd5DEbleJKavLq1crq4RbjKT9+ljqeMn1Iaa0mj9hbRSXDK7JVaRXJLbSmjKpk
d95nofqDyVt1vFBZWNntfmD7phu943h6bhOX2IR1dEiLIfkeIcom2TFNrAGziomUblK1/pesR9U9
oUYaHzbWCQA6afEyZnmVumm+dnfR2hgoMMI1eSqPSvt76iDUcZfZJusrL+vxIDQlX3dIMpiezsQx
pFHIIq05DZMHKRJEcVIRo2+Lxje9C83RWchGn03twlja4bbVCjtyRwgnvzhnJOhZtKXrdvWQVTeK
1cSNqxVS/Kvm//DdzMBQsQbbKoGLtNopxReVzR4Cv6hr8bS7e4VAt5+Lk9PsG3oJuIoZVjfIkHrF
cwaJeprExvs3URv9Q6IUCycDq1BggggdHHMb2lTG2HbWvR+mKrwJG2oOtATIBRCBdTnXdjhTW0gN
SGtEUC+DYVxENfLFe02v29q3xqX/TXFG7nxMBs6TGY3lPX/t8JYrFUf5DDnSE/agmIM2B0nAQqLp
/igNHJsGoMBb15pKFMxinZtSigYcgmo9Nl0qRc5wk45dfNG2AEZ2EYj3mgQvnR0tDBvaGo4DhJ42
mZhrf0x0AE+puuB0hOOfvCpRnMPYQv7q6hYsJ3eus5Y+lonbScrBHHWMlw7TZoRhvKRUQBRzsbSz
q3XFeJ20UpwFw4ws3oPUAAOJiHu+l4FtwAGulYH/Sa4JLKVJL7+PlpwQbmvI7WtV61VHzS0nhMA0
+/hyycJS9yZp7GzgXAwAeHwTwaWZWph7rBlXqSion7QDCOARHe+VzCmV/oZh3+RyD5aWo2z/m0yZ
Ej4SshboGCU7RyETreHmvdRHDPmUD7zVVsdP2abTb7ucmfvtcgzZ2ZIE+MKOVhKBoofssqLFmFhV
YoPc7LmMniPZFN8g8sQsYBGkmICKBWOiSTsWbmei3uF30mx1uxg0veaNyuQcGHPZ5JrFVBvw0sBM
upVhxMreqGzsyB3KUH8SFvltqRnbUAMWJ7qPrbkizzddoz6GLgO4LQaDs4hwqoGAU13qrpA9aHqQ
FxxG/DoeyJLVUyAUCm61t6Y0SyxbWCZ/zsxn6m6oW/kNe9fyoc5D/SuMQl0clqmxbrrRjIkfHqPw
YY4TR93nc9s9SewkGi8XCUMsbOH6+aluRc2eQ/Ra4dLk9EPJewhTxAQkkOgE1ScXF13/K2figjuS
V3MC+KtxEvT5vZDZT/TdXoMaLnujWMDe2Wa/kFmLfazFXGgC3IRWmT5QDtDly5mlq+VTjhaxx323
+JnQo7uOmncV2HLI5iaOBk0KKkr+YF8a1i+oGlF0b7Q1g8EU1ETdzEkw8qTz0sOsk3Cku3Gr5N+L
rjfeFch7DGKpV9kzazUruEQZe1KXZNnri1n9SDOn0AJrGgpvzqWlueiLOftN/dG80cCV3VbCZExl
7IlNCo3t+NMes+ZmiByKTMgJ/+oBdKn4j9IalhhaRmRIIBZae9CbRpuK37UK0yTzHEEw5YQx44bD
8Rlm9FErhYuQEgAOkmaFRff1c5EXahFd5JLTKUfPJGhzHlRWVPGZHvaR70znCwAebtBowBMAXv3z
ZWDexy2lnjWCIapvSDSzWAmE/lpOVKLUmAD4OnW0O62krE2tvQzAqT2rRK2BTavlywaZmD8LwVFP
Z1P1dV35qHf6997Aa6DPxhe7rSpPkGXKgu0wTH3KV2rZxjsDg1Jpp1Pw9ZWOOK3rYyDeDLuEjW8C
+uznx4BCIlXbMKqZPsYObJNorT9OBTPFKCBWOYSmQidig1cR1bgzLc3xuj6LSK+AqhihmCZy2urk
axFpc9BPWXlJ0Av1LuhFu6pVw29nbneVA32qt3O7HGtRkmvIymnCfr7diV44oPCh8iQ9Li6SFDyX
ZTliN7VCPfRJ3O5i8lb9lAnn0uTmAzYT/WUih69OAXgxY/vySIkq4mCjyTe2iFTNXQo9RrBP/lc+
Kc0ZUdGJ0YyqnNHzfzTcTdOYXWEpKZAJPFxIzYcoc+dXXCvdf78KgRq2RlfXUREwbwazrLVFDd2O
MO4uTK4p7HY+FoVh9/XTP+6A08an3LYaV+iKHRNtIBdXFihez85UAOK26uzQE7fvRqESz6bGzk0J
EcJbWphNYV2ZN8201t4JhQJ5ilZW2pnTEBEVrVR7sgEtG3S/tFxR9Isvc/iYezHZxhPpn3AJ2Lz6
X9/+8VfF3WMzRcqB7YGm3uexk1SqsEtIHKzd7B14X8Dva9SBwiC1++tLbXVI61fF4Q8GhIzoSd56
Z+sxV0ZM+RWijsraVdBnvcip+J5V83eF+fDcV3zcGMOli8YKZxFqUfypn39aL0sc5vGneqYRDrcp
i3NQ6XoToCtoD0hzjF3TL/LjaKm1R6ms8jWLAA161MX9f/7hyCNwlFi2g1h/q5mRlbmYLGrVnqH0
3YeUihBzy1juTGpslN1L84z04/idQrBGXvKXak+Y32ZFmoCUxe3M+cnp2/LO1EX5vTAH8Pl6lp5Z
l05ditVinZrXV7tVmdhSTF1hpDBNGRtKNSKODtQgdXC3TBznzKd2PG1woOUxwrHSTZyjGz0Bp6RJ
01iYsMFglrJbLI5xwTLw9dv6q67cTKc42xihLAFwXLYNdxhBqZ1qCcqZqQsNcIRG+GojMwsDdSgX
jFSZBvsTyf8k7pWlT0hxNxCGuDld2NwnEVZiD1gPza26UCt3W+wod+psm88D8CkyuMJi6aEpZ9EL
CZrmeGbWO/FGsH3hgeZjw0ezVUkDcUkoXsDMUyC/+uo0SbdJqZTXYIvNl6+f1PEHzV9vo3djx4A3
YIvSb4awVWZ7Kbx6zIaLuM2Wg6QU9aHR6EdmWp2ematOXe/vbutvTpJpbib0NKzCuucM6PXhbOzH
PlqNtWYbEAxl3yULpqEzM9bxwrqym+ius+lCGKRvZpChU0ZLEaxTOdpsTgFq+JSqdnNjtYq1zwS8
RLePuqdZAelIlFiWn+vtHwvhTIQ66PpAATAYMSh+nsN0TuAdYtgC0EFZvMep4lylVelQGm7IzPMj
6OPkgORTq7qizOR3+I46TBCITJMLelaPPQMkxxwUUm2/gsMoJzorraDoWVi0RMiLJUKCpC2Fqjqc
85LWUh7/tpIYnYCAyVYHla0L80C7U7ZdY26yN43NBGDdJJunmywJKVPTrdcpsSZ1O3lWSIadazmp
bPk9CWsJWvCpu4k7q9GDIRutJ6Vf0wlQwUGxBIinylfsfdcDKoolw+1UmRohYofopQdx+WcZQwrq
aay/iqRJQPD2ANxWmMyvgov0F8hCpskvM3yNXtEW5gfOTSUlbN6eGl/nEOy8Dm0H8jdVO2ANjlwZ
kC/KPmxojY/JW6eWzRvVj+4eQGUu+6zy3UvcdxRl4TiTzehQ8lN3lUAcdr1oM7s+NdLxLbHhUmI/
LI0OnEeu599h8SJDrUBCkIa0cOS+IBynIyeXboXkJcvQHURtO++61VaP0YwELKgJPnubUvT+rtQt
pbKT55GCqGqRqIkvckgomHOadGeb1rc7Y8F8lRV9/Kbq1QATu0rpOTaDqTS+hZRhcEeUMhFcb8ku
YciJnNdRQqPV8xJNyFwuU+QjGc9Tj7zz8imjHkbdjyLlNb8u/ZPUA3XAbi4GKRC9nvyR+qI5IKxv
qZVGU/ycRtqiuCDUoitSG4lUqlvaqW2o03DpnEZviZm08l+KsBYv6Yzh+evp5nj6J62DBXTN3pXx
HW++xmZSE6dIYgw9xiQCWvtqYI54x76+yt/p/fP0z16RbRwiKS4EfOPzJxc5Q4Gag55uMTdARCUz
+znzfFq3oLF44DieBN2S18EkhfBZmqT1B4S/KCxrMN1Za12ltphuOrZaXk0jNXEVoCvXWOCQRrRO
7XdF211yUK99EDmNXwyUS77+CSfmSU5xTFkrFUlhyfz8C0BW1jpfWeEVSWncAgiNQLE37WWkybRg
NIbO19c78itgysFvxRUZqVx2y7Uao0qObZ2tnOJLj8uF8Z0MhX14sfzJL8eOlu2ZV3RiheZ6DADc
OcDu+KfPP7CCzt6TVl57/o/D48fj4bB3A+9idP2H0T2zwTkedJ8vtdlz0D0r5HbgUpN4neAPUwk8
92tOvK5Pv2a9hX+sADPxNyHsidq72j3v+Cn7/f7P09XDmR9yYlyvvwRtK2Z+kv/0dbH75zLVKEcI
brlME4hv03XjzffDhXGV7yYPOYkn/GmP2uRAoz/yl3tp57x9PUqONyZcG385ZzFu4cgzR2mmxdxd
I8ymEOmCn7MPfEv1ru0W+8xvPX5p/3sJjQHC6WxrfK9DwrXaBnzO3KjRq0CMzabf+a9GBzajMv9Z
yRmr3XBrNVSbgh7t3CbsEwGkN1FpPM56Sj8TNPG5MbIewzaTEvA8mfGOgYOKwuo++OflLeYIRNFo
CD2ezf5yQi3jtWAs/QYJSk7rSY5+5IU0Qh9XtF1aqnHvJ2ptngn1PfUKscbDNiUriwP89i5qiZ4B
L5KCu9IFNBvHg56WL04by2eOMKfeIO0ARglFNcA7m8GKaSytzISVNJWS8YBMeTnU06Kdm7jWysjm
sSqMSeoQDkWlI20tQh9bHSyxBlwWQ7+3FnKXEZc4HVoeTeqDSnKU56qDB8zpvpDfklq2nwrSFZ7i
SFev6fcslBcMC9R+nK/CFMDdRufW4ejsoBl2/72kATNCQbPNtEcReosNECntM3RIaxlQUFde/Z1W
VTdnHv6pp4Iy1QL+y1yBWeHzYOtlR4DwUzHgL0NxHZql9RBrgwjg1aXfWsanhtRhOpcYfeKVY0/k
dXB64eSytSjajSU5uUaJ04h74+A0Vu3PVngu4ftY5M8XS7EGEi14TJykm7UjUXIadFqUeWmppyqi
2SwFJK03KWeywiQ5ZVahhQZkaRS4yqoFjbGd5sOVU8/yuTjNE9+TiokYrRJBS7CtNvciJZkgeAot
M4fllDhRishIVOe9rbax/59nX4qDWAnZV1LU/Ksy/2cC0RCZTkoMqksVlrUrWxSHKKOu6Pb9d+U2
rhMwFQZVHtyZ8D4/Dx8suoPBfp+5Sls4rC8Dwixs0vWdRM3nIR306KASH/CQtYt5QGdOn1Eqnduv
f+8Rgo6ZeS38cQhec/0QbX++i9qcUNzYnD+mLjOFOyOpvTGqWUc+HsLYk8CUE4CjwfrM5D0BEckD
n5b+PtkTOShUofmjcXxRFVh/q1w/tAveTwXpSbMPhzVIAk3INGBNorWc5nkSDPKq7yua9GWalfLM
AnDik9RsHBRrvhtrm7X5NVDE8QQrZNXolTa/0Oewn+hZDmRl2WmgyKPzDQBCfOYZnhieuJIVGzU2
C9yRAzavOiTHI4sO4A10G72SXou+QUhnx/KZky6H6uOpmCYKrQcb9gjf6Hoz/wxQWs8ZgXwpoZgN
+hrXUAZpdOOY88yw0lk9eSDcxYWJhrgN0Xf2nICeCuRIax7KWDgIBDSffBzpuu3LhM17UsihXypL
+ryYqyrR6HJUnRDysj5o0jEXe2y/ik44UKUZl5HiWD/VrFJ+1uai/apw6RSB1M3q7YDKnSim0jCx
God0HDGTiQKuh1LJKNWmqfg2J2vUr15XmuniJwakHStj6im9k9/iZzW/S1lpXVUZCQuEPMvTbdYs
6PUHu1FukYdHna8PqhR7VtfUHz1crcolAaBCYD1bokXeK9UkA/Wp+dx3hvIK+7P+riEXb1ZfbD0/
SpZdhjuV6az3LcK8L7uxpiVJxyC9dBzyAaFfGMVjLkcmQXKOpIUoeMYW5ni/SMZdlQERAdvcwQod
jAihCc6dS7pzyDCbaG5uYmpKBGKKpQ79eYY6yYF0HB2M/zJ3vRZebKwwmmTtCsCPBHMVKKc8ll2k
e6ZT0rIx1CiVXRnVdwgSxEru7MgwCNiYhVS4jhjn296cM203S4AsXRCLDTnMeZS+tGERzcT76u1P
syqgZrRM3SkpBZjEXDMv+VudclpUH1t6e41gypb8fGllogLDsqu9XurUZCflOidbRleN0VevSQ6w
JwJ+9ksbISxE3L7AnqRbcDk6RTj7dW0P3+CvILaS6JM1/jil9SE3Qqu4LqYBRFVBX9gFBCneqREs
gMtBTUJg68z4ZugTswpQ8xOl0zgzaStIs5DATTKiaCSp9kdMpYV3y0+7tmpZrQM97x3GKhlKBsLF
YUA0OTVy7k6jVCFl0OtJD2Y5s9+pFE3ZZUuUieoZOTIco69nyUdLPhmBLY3LWz1F/eR18jAmfkJb
CPFAyZbRjcsECa06oddEZGBTxRgNJ7qTu1ljEOshOUeMiBmxjUoXM6hkM//NjEKFramykgTLcX3U
FeEr3V5Koq4IlEyd6t2CnbJZ0cxNcxFiKbNRYguRenSZm2VXmKNeUxSoBvNiwZVFuUaQKsPIjxGv
MxALmmtxpV0tg6R3PvEi84+2VcLh0lDrrvekzARQ3P/tDZUh8T8rNjrGyExwGkWmFkKe18RRtuzn
YWpNDKFKVd/afYlm0kFXnZIVFo7IW2rJUv2sTazysNQkZAXEL1RzkLb2+BRZVaRfsErpFuHCyXhd
oal/HViwfsbYatqAjAYwJzifGtlHEForAXGBvXbn9BksrWRSI8wTSfSedHL5PFYZ23BLKEZ1rYuR
ibKVewZLalLmCeyBtBtim8Lwl06E8guhbkRg8TFZHw37Dtxug8jGoESbej0qSSW/ge2MZVeRae3h
KAidN4SMIYqeIb0nFV77JmmT+kiwACduecwIqom6svQkO18QWhidcpn2UPiILzGj9xkz/Td0EdXL
12vtiZ0bW3XsUfh1V7D15lhg4LQ1ioWTHSp928vZPt0W8FHfv76KdnwZ/m4cRZQDOXlhP/u8Qph2
hKO84zLgfoLF73yYhTfaARSIr/nlrrlxbpW99JhdTBfxDjDQztlXuzxQgmpnBBhM3PJmvrADNAxn
1skTbfPPd7be+T9rV1tbfRsp3FnmWm7uf4BECz7QsrhP2S7xMfSc2Q0cewJZKv99FJvFsqLhMCbr
BQv316N7ePOCh4evn/bx2v/5CpsNRzJHaAYnriCR0qc21xFgq+ZcXMGpN0orRzNX8B/rweZnKB3Z
W7POal3TggysZmBC0ZxzDrkTP4WzEvtsKlQO3c7NT0kFMrkYJpCXSXl7MDpD3pnpVNwLSLn+10/t
uGFgsXvB+QZ4CArC9tiaGWB3FXguCGcrpEVRS127Hszq1xgu5mUxTJhJgCOI54ZM05H8o0g6NzTW
M8PnIy0ewBUIvdrzKRZsxiI6Q/pkYsy9YWhT+RE3IlFvolcUksToZGH5kaL4fkRo8ibFmnkpDVjw
9w75skGNV4ujZbQk5z6QEy+a7qBlsaHi6eCj/PyBVLHdt7CIyZsyhQ64WC+RWfEMr8yqbNgHFLr+
e+xzcp/zfmCbZkZK7oDsHhFy9bJGRlYsz991As5nb57j8ufXr+1EmwX25VpQ5AS6Vh02Mxj+5NlS
BkT1Smak5TU9D7SZQii4x8oZnTQK2sRAvW2HVus2s+jejSm086CsJaLmhBDZz6awk/thEKCpUcbM
JVvGrsYnrizLPlczsMEwDzCtWU0jNXvJibODaYc2gYB1g6Wk6Zv6HK9eOT41QGYy6AQa1ElNLNif
H3u5LFGPVxLbagYfnUN7pt2UoRjeW8LQ7tlW16EH1d7pOXbO9e9SMLtCFqz1JymezA6FlzYF2kig
6sFQsv4xNqkou3YDD9ArMUjowdfv4cTh3OIuaShC9YHrvtJI/51IqZw1/eTQ4ctX1Qw4v+WJqMLe
a6wyexJDPyOplZXfS7YkP2KOyjscRmqx++93sYJ3HE6xGooFY9N062vwOxH8GEoEoyNdsXlH7jQO
S/KSa+y9vMzJ5x9TVxGvmdTLNAYFNZifYimzX2fuZB13m48ZDRIeWg6cLHxblsqQw/PLaPh5BsG+
N1jsKiI9JvMqUvXpkjgH66DY8LazMpnvuzSeviG5wZmjZNKdRWSoP1IBCWjfzhecpLKdo4Tmnqa2
TrSqKp+Z+9ZpdHuv8AjRZjHRwlDYfOMyMDBqZnxDKAKiHcFqBcgdSduBACDwem7FmYdzYk5xQK5Q
KCJtgG7K5i0N/ZhaRTjlnklb6BbBbn3RdPN0ceYVHFde0XivJTcoJIgzt01uwvQKJyXPF9B6TsMn
nARoAiUyCO5qJmkhD5HPoXQts8NHlstDObsGLfi3aJHNM9Po8RMm1oXhgMYQRATdls9fx2Ll0+zY
1OW63um/J0plB4Io4xdjMbRLRJrJt69/+wlpExM2ojKF2gMmsC2U0+lLWokarbCytUW442hLd7LL
JPlPao9LHBStY/42tbpUOTh27b2BZeGPmRUtji6zp0tsaZV+A/BhbGkMa+A/FpSizKzVar5CuNP8
jMj+fdCX2frVjqY8BT0u37PV8+MdAL8DDMoKWINbs/2gm7CtNFIhMs8aHOkjF3AUWKaVhyalRtDE
uX7DprPB5aAD0E6N9BDa1khMNP5WV5ql4n5R8vkCSBOloSW0zlTVT8x6LD1UzHitDGRoW5/f65y2
jhrFNDZFViFP1cJYGm7mCno/K46l/UlmSTyKfoxeWsqRCOBbSb1x5raazmweTjwnleLrqsqDYMQm
5vONCFUW6TQTLN5NjnFB7ruJCavTr6i8n1NznlibUOahmoWDjDjrSJ2lagTtKC14RrGk5k6e7O6y
XMz8ybCy5EkBKtO7fP7RntWgdzNbEXe5ZkRXQjGJ8itbUgxls7zNnM5xM0j1B0lKlwuFc1d2pklw
PAdTAKMmTftFZpOw7Qd3MeqEDvwl6WWj/KZNosNHKHdXVQpIy4Idj6l2qA8oVvVzlODj9ZtLr6oP
m70B3Z/NtqSXQ60FrY7AxmqHmYkcMs4uQ++JB27KKzrIdjLddXKUXIUpCb5ubzXOryEdxm8OIX5y
MKCmtnGzleK6TOKy9BdRWATpDjPiCzNqFe3MInA8KSNvI44F1ZRsWCSYfR5BlhiWJWamJNbRzq+p
YkS+qbTz/+OV2CaqRarDQBW2nTeic6mSDfiS7KganrLCwnvLwvQ+sWu570QzcRgmKt0t2Y6fAfSc
QIHYrMQmfS7GApPE9hSK4D2XRjsjygxcmwEI6EqY6eB1+LD+IC1cM4GqcNphR57vcgcxnJuGWvMN
C4O5TwoRPjTZ0p6rD5+6Lfrums5wcfiCtyePCLQ+3TmSP2qlS3UCbMPoqVqor1gZqaZqrKa/9JYg
cbVQmcTaUnnuMzmbAvBM1iFsiho3XiTOaeNPTCjU/8FBwvVDmLzd90sT2sosxqezpP3yVFB/CagT
GofMps/29WJ14lIcIuluQMoBrr5tWpmzooFmCYVXOUAoWpANvpok2Q0RMuf0DtY6IX/e6qwSOxNY
1DohIDH+PMrjsBdhE+udN9W5Pt9hEywCh1ZieoiVqL7FDU7gYBbXGLekqkPz0ZohBlLhkH+ettRn
qmKJnxsEhITCyn18r9lVhLzK4l/6uiWt7j8ybi5JuplfF1UDeO2w1zHw5RSydWsPnWbuOqQpP9Cz
Kq9QVsRrjj3zRZGU36pTyy9Y7uQfrSku6fDlu2VoMqItnCEBXlIS8ijCrBld4qPaaF+llpB3YdJp
D8IRsoGcS0ZL1DX8dLfTEqxH+I/ArEg5am1Pqgc6c4NUxIM71U74oYwYJPdZ7kzKLkaj05NHb8C6
qcrCyd1oBLlBXS2P6KxZmfHhIH99ScJWJUnViqZfo8nTI9596iY0o8PyaswTFASlwKLlVkSSsF2A
yoHUb9SmP7nKdLLXkbTMGEvN/FmLTPPcKf542qVLBndoxZiu88umYIDbHXuWTjGUxxkeODvrvt46
467ODPUCbkmEpXESZ+a0v22xzaDi4E6DZ6W2ra3Jz4MqG6d+ES3bEGfGTWcg/7o2cMnfL6lsUped
LNMXGDkR4UnDxUhvy6eX2e9zrVAfWnkN0mxC/RDh0eI4JzfONfFXxpkd6F+p8uYm16QGGsOrBoCt
4eYm61EmSGvV2hlppfjU+obStxnqH/1Y15yNG90g0XmStccZK8zzbJOLjEDTIdzWliejdaHvTBD9
+Aoct3IarMa6s6y7QSGPpduTUsBGbFDEjaYMqYVivpUkXzFAWcCTttlT4sxPyMFp+sS5wJwWPVpp
Vr7jAZ0Tz04c7T1ZOKu5S5aldy3Z679FV/b9LnLM+Q6CS3PJShjrnKM06aPr8LOcW7XXr3/zjNYS
5Ur6W7cN2+2cZoSF1NNq8AipzwOLlEefcm0alAg7fiSRNdyiFraRZNKY0di631XsMa/zwZz2S6HG
XqZUtE++nh1PDGlKhsjPV0YUyuDNFhNBY2SHZiNIopZ6vwG6904ZSPHbIgrdlGYbXa34nF73aEom
+xTWIRo6UHYcJDYnwlAkeFHgkBAQLRWH0ErFJT49djO1dW7neryd5Fq2CrNPRrVAqWMzMFlhaasY
Cs36Eo5UEE5S807jQnlOwjj9Iek9+0kjAgxPj3V8QjVLzgTlauMmJp3wvVWVP2bbQyCcteXZaKz5
A3hk95C29vL69Zs4iq7T0VUghCKNFnY2e7vNU+EQ0FmibmpPk4gR2C9R14ykWpC1sdOVZk5ulBRD
iV8rdQnRoF1Cgv7UaaTNafcxpVJQjotXUeGf3T5N+uquGGrtzJHkL+rw0xjmJune0793TIox25jm
kg+Dt6dhep717OdEuerPbBToc51CDV8tYwHKa03m/Dsig/1lWGSAR1i52eyUqOd1L1Kw7Xm5lTdI
YpWxiA7yUOOAGHvAiQc4lOzknb9HSEKHqz2/D3ZJpNeohiHMZIMPB8muA1XPaSDZEurFPXG6i35m
u3pcSLdIxaFWuyLm8PhuTWW61ZXWmCGjEUOhH4ZUoe+iNfrOjq2Bektu+wABh6CnUOTFPbVLBxst
/juazWeGxdGeYr2TlaZJ9Ah7y62Jq2MR1QhLB9raF282zVBXNcQ+VqVLopqVvTpMO7QqB2uGh9ks
BPz1+bmZ6+/svXnra2on6iJD1/nvzfkvZPqshLXegyrG2zFCMQgYWTXfzEi3STKOCsVDPsImwpJp
OEUgYkZZISEF1cP9Ki/xRVwuh7EMrQsRxfKNo9OHDHs5vm5Ho98lZdgA1SHcOm80wk5CSns01GRs
/FkemJXe7vi6o6BoWkz1omt2dgkPoZI7cOWVrV7Zbdu9fP3gjycpFUkk6CIOvUj85c2JJU0BVArH
YGMjnPB5kach6Kre2sGWbR7/+6V4sKuvEFEiCpnPiyckm6ztEtx0vb6GHebmtKs7fOBI2KszZau/
aqnPr5IDGPJHPmHL5FiwHtT+aUl1lkTUepOylpbk6U7NOLNnw8KSU4fwlSyGBls5JfV2cEvuwDnH
x8A9Ec5DWWdUVmCYNM2ubDVyysJt/pDrvD8QII2FfKyaV1VD65/YvE47UvT7Ii6kO4rfyn1EZCfo
7KS+0Jsh2k1Z0ZMs3JfyQTPn5lCSJnLdzFV9Tj9yVKaj8QI5ldhEGjxr4+Pz71Xmeianmip7Zs3m
hxyXeelDX5LusxA9yY61epD2+SR6HMcU0ZILDshgKyP6wyCkpih6Z2PS6B7PVLmYup4weqU0jNqf
Rl2+qBUbl0EzWnEBgCQ3XtSu1n5/PTqOlmh+AXlArGF8flRENks0W8J2iZcMsE86JLdKH053dW+N
B2dRM7SWDkWSJTk37Zy8KLVTPoDVX7IFEpPD0SU6wUroSsfunmNcCU4QiBjsP/P7kk3Ls97Z9Rl5
7rFenJ/KPhfJGx4rMKKbukZSwT2kzofpUMuqC+IPlIu6ZU/volhxLsNMr7yFPzhgSHAI55VnM8ox
gIteaTEvpNK5kv9R2YIbYnRQUEL0zyZpMwloOgDKMYfvSeojdV1a/ftVNHrmozyxSVEBvq8/m5Xm
mNNtREldOjoUjgmw/xNI0SJ15TC1TT+l33U5xyOShWIS87CLqyWGQzvEI+qdvpm+saEQZQDvpo8D
qa8RyCyRPYcu5UQEhJxGUVTEcU3B5etheeplrU4C08EMYXL/m3FJrSHL6FyiEZ9b+1okRfRtVpvc
w8wZHzpHGD7pkPptBVjtftYRTcKRma7NdhA7UFPz29e3c2K6puxD2Z8i5d/4o8/feb8k4wjIrfCU
pE/fzLQADB6Z4Q85cthSfX2t48IsFSxWQ94U/TO6AOtO/59JdAYlwLfBpBI54RTEiXmJt25HtZqo
3VCU1IaTN4YlaCcbgkSR789cf520NpO4aiKV15nW1hy+zaPX8gx5KPAZr5nT4ik1mjjQodAg/WZV
rJd0fJ1pbt+RANMHiqj1/ZKULZCsQn0WozGf2RSe+Eg4OyA74A8+k22FRWqHRim1uOSAgionMiXj
woCufu4jWR/q9kev9RuFHQgi0i0C29KXWI0Hh14xR14Cj2zxqM5q+11xIpqPitQV1k7uJPAulA4s
6IayiF2hZTn/M53FLCvlKKWgXORN8PX7OPEAWLcJ3SHbHL3LtuMU97aMjpbXERkUFzvgq1dm1hiH
r69yYoRzDZ4vAALUwVu3MP6c2dITQnxmG/LTMiRE4eUpYmygCGe+7VM/CNEOJzOd3ADUwZ/Ht105
dIgdpj1yEpwrTuDIWm3MdU9f/6JTl7FxYpBXylA+6tSRPwG1rcOPVC3oZG2hO1eQac5lbZ14bhQ/
KZQzaFap7OZcVcWVancJJc5UiUoIcLIINEkvGiS6i3LmUzhW/KAn5ITPWsGFEHpsdsqtAfAnpn+O
2mnkeCBBWy1apbwrCzCmeaVABly0xbfLyrpRNbIUs6qUvDDSnTs6ipLfywPb4dbpHiaEX+cqECce
BQp3bpAuNq277XKm1GgW8GmVsEDbsHfpWckf6hKZv1aFhn0zh+wZDynW5ds61fSKaPByeORvor9p
MeBCAE5yQYi6NUFO0VRWLLdFgHxOq3JiXGBUXhXpaC9WqPjn4VdFCTVDZIceNYv20Kt48Rft3NJ+
XBmnwUSNlvlbp2TPX/X5KmS5OEhE+5aYrha0/zABxq2X3ldJCERVmyS+BcrrNq1EfFvBys19GOfx
G6jc10WRNN+khn1ujls/rM0cR7iktoIJTDYS24Cfcqha1Kw63KTKGh9qvVsRdE32B4bzstPHub9A
RBRIafFBOMLwP+yd13Ld2pmtX8W176FGDl1tXyCsxBxF8QZFidREzvnpzwftbVvkUpHW3emqtl12
bVMU1gIm5vzD+L8R6JNTbUfKQh9saMeDdMwekP2uqwTt6FGaL3ehhCZUprw4MtlJM+m7M9blFlwV
HupQUC4bqsPXhVg6qLywSZNhntHEj8+prV6pI4weuxn0741cwxhBGxOYdbnspy4ClVJZ1gfn4fqk
Xt81DfaLvjaW+Dev+OsnCerWMaqChyhJyGC7trTP4Kk6J5k24YPEbNlWykb7g4bPLy4KeJ83nbEJ
PFb0N4t0qYqhNXrIS224sOmDwTqDxtNt66mcvTqUCr+kQ+i9v2MeF4Mx5WWBYPXG68vI65sIeYjM
VNX7tvamJm+/RCyimxKR3INdjfo5tEewaBDgnCfTjADMUm1RFa8wAF8xnRxm92bURV9bCC/nqAjU
VXNmzV96tTA/f/A5f3F3VnUKqhv0OgRJ689/ipBqZBB1YlS1pw9on9nosfXLFH15sNVG5JxZav61
0pP5UpHE9HkGRLeOnuu57YdVZwQxUn11V5Z5ngQN0euhCZP0BSJjDt8omQA7v/9519v2ZgWx2lH0
EDpS33r7ca1yrqux4OPGmdb4icxAdMY41wYDcO1uLFrt0epiaNIRSrT3r3y8JcPjMBUFJQ9Rgmy9
uVEZI2TrUOTaU5BHQkgRnYuOKkePqvaDU/1XlwLlsjbCSIQZ1nv9TKB7UxfUqOIMjLkHgBQdt7KT
wZ3h237wrX7x+DlkQKwQpa5KkTc9iwijQyHJ9CysEjwo4vXS/rpoqjhIjjxDAoaEjRZcazCy/+3b
yWuxTsARuFBDfXM7QXplAA9lwC1KUweiHRy/0IvUdfRBfBCPHYsDLURgiFGQ0SHsJFR6fT/tIkHh
A7zbwwi1sL0KRfZL0TCot3qeQrhNJ40EWmU+0dlMVmiMgcXetOyqzISoL0mAMF0iOmxnmSiS4Nvm
dCnN3I6EBxWvUfcCa0Nw26KvA0eodejjzR4+VmZSNO6AtN7BJYHo+4M95hfPjlbxOre9eq2xXl5/
rap2UFHkYeWlkxHdE5H2J+sA6qmBGeE16hLZz5ckuXr/uR0f+YRLaH1J+slp0Mq+vqgtqOzh1wLC
Bef6oKIa6WrJKP9+eMZl6AggKWYIDOTQ68tMSj8yWucwtR3PKiMMs3llTgvT6Qyr0I2kSbsHrsmU
oV7Vh0o2ahZsgpXwWgSGKAmiiNDKneM23CqjSgn6/buwvhavtyEdSRWFKmQvK8/gzRtqZzrpSyUz
2oO/waOZRQwkgCbyZxOuq9tlZrR9/4K/iFcZo5VXghw5EU/8TYFDwoFjxuWg8dTIlgfI0Kbj4+lg
OCB7lMXxkmhkwCDCXVZ2daFZm17p6wWWXp1lEEZDS7hFm1mPkZynF3HY9gAr++yDUuwvQjWW2SoE
B/OwcgTe3Be2fTF0EraqeVlrAZQ5c6PKaCsSiCOPRMtRwmhtY2P5rNcHI5vGTdNiwQhkXlwjdDVP
aE1/JII7hsHRL+NJ8ZSI9Eh/32w1uVQo8IdVwD2Y+1TMT9rWt7SKki+RUS0vZUpDeONQogmDtGII
JRjKvr+hcJWXmzC0cVDIaKVAj4Bb+VlqOu0ZyXur+3a7KLI3LWiJFRoQ3z544McRJnEldQPWGX5t
SBVevwFjjchNbmQJYMqA28jQZjSZZmPaq/WcBsh9dcYao2mjNOZ4XjtWZ/iDXGnPIJHNzfufZb3U
69W+7pvoyX5ECDToXn+UCiQvMTgwylZUTwz5KidOr30bp7r7oK54vLlwoRV5QfGU3pq9/vynYESK
rDjHNpQLNWPoKUqa0PWlb/H+1/nVVVA4sUoh86w98NdXadUwieqOZChtIxbFUNjBVMJ/fv8qxzcN
lyGaBcwdsvY4yV9fRR1KmBCmknpxVDbeKpjcQMIUh1Y1nt+/0vH3oT9gamwOq205UdHrK9XkzSt6
HmvYtChOHN2gpo8TQvD+VX6xAyGo1qkjrlEQYe2bnb/DjkpT6pB53DF1zuJqGl8EQhG/acE2jSzN
zyLrEpeZXFyT+2XwMqUffOirtSeKho4ndJ2TTMRw4dPe+uCMP77biLoUIlkYJhBf3jaB6CsoYZhl
DJ/q9XOYZioAzFa7Tuy0e/zgPhy/mDAwVvodjT60y29fTA36D1tIKrmgCTtev0VJ3URR2wPizyQY
kwl3eokzzUMNq/qhGbW3PTKde0Jn9bcpC3T6GD5HdKLAyUM39vrRJwWJ4UijiOMuxudOXqa9qYr0
o2z3uDdDdOiQhiPtX/2U36xlIfUzeiNAjIXapHcOQYAb2/RnQC8jYtHlhAoFyPy0G/pnjezSB4Mx
fH3/vh8/YZTRDN/QCaOvDeHn9VdljJl5R44s5h3MeBPNJIsUN3oY/fVHd/UXxxjfkYyIk4yxCy76
+lo4+LHn5ngY2lGJHZBRZmu1Ps465WQojQJYb2QY37NysWJ3DWLO5pnj2QtlHfGUjjMtfl3yQDtk
ae3E+iDs+9Wn4zasUfMPpf7bh17MWjgqbZ5TdekJvwaIjFuV2d/bDrXlLVj35pDIgxx7QmN6yc5i
sYXTfW0XNiMkM4nEXmhACz74WMe7EBpgNPY0GAiJeDNe3zOMJ7JI6tIc+5U+Q9um53sTHPfvHkVo
rJE1o2Tnv9cF8foqypR0Mu2twqMvJX2tsrg8oZW+0O435A+KcEdfiEutM5HrJk7J/O0Xgn+lV4WN
IMUZseQbEk1sydp/u4JLcwIdrLliJCA+vkU9FaGEVeEIzJ0JhWqH4gp2d2Nb/vsvz/pyvDrBiddX
sguLhjf4qPAdZ9YyhbBvvcwuprs6jbU7DSbZvaW18h4dtOkKU252E3h2GJdL+ftPTddMdHjsHT+y
zddPLQ4HpyxMcizEKmux1Sm2ld1jEFNi5PT+Nz1KihCDkMny2FZrTCKn15eiYpBHUguHQ1VLwFW5
W6gKFlWHiEhZ6z4ioiJMOr6zJF8MJvIvQqS3YiB7ZJO3azxByM3xjRh7oHse1TQZCUqhjo5npBMe
ElOuiQuzzzGxm1F3P2UNFTLXLjX9ORaIAreRIcanpdPmE3rI/bYGh6p6uWKqaOfzgiNGVMbM8D/9
7wWJjrN0bMYZos5FKP010gezY4Kklo0bLCV63WX4AKEWdVHctyJlbm6jUO0MTxcj0ImwGyHdWc04
5wfdUtFpFmx4HtPY0NhkIWHE3I2Dwhxzp6exH5mlet5KTpjAAhnakx5eEgj8IrJf8mgedmY1ZRJm
R8kCDB9dKcPSg9mcr1ynBKrhiOGi0/Ra5NHJl54SKx5PnAhHHAbhY431IASW2f1oSY8llMTPwgpV
mtjN/NBbrfYsklJ6rOTYKED6GFHp9mpqOey7vXSOQ66Ev7o+VhADiUjq02Gl3fjV0EH4JJ4ByZfK
CxgftC6JtF/kKN5OOgCebS7MaHFrtYIBaZcVw/54yMm+1KrOY47fAF+QYbGHCtNb3ZV7GTMraWaK
66KLdDYFBU4iYrx8whapz2bTDHqjxmsqSxY4zpBreUwTTunJhm5q9WXIy1wFet4uYLq6ZLrtslrV
fQuowB0+DHnh906HYQnq28ZyS7Totc/QCy0HQ5mBF7WMbVfuOFf9/YK94S00dLrLSVV3xSZjlQiE
gNVUBg4eiuVhqUAXQektcvoBPXxZPAoorvsD5O3BZZWZhg9Xme4ULkK4XE1FBViO5FGdfHMdV/NT
a8mek6WdeIng2quumGzli6YgOXGFY+AyhISqv++dfJFhCw5EdZR+Uxsjs7F8Rh7RTzeO3Nf3qW7o
aPqQQbFCyPpOKdDLitcpLarqmIAlQhGlDZdyB3LRKyKrWYflbUAc+RxVq+V5CkSC9ylyRThadxA+
ktLTIsc+r5ZmONW4m/x1llhN5bRBX4KFGUc8cetlREqerSYFLERr1dqlGJqVJdYa1GXZ8t7feI63
WA4mRVmj8LV09/Zk0hEBLH1GsKvUDMR49HGjjYNM8LSOY/1qmYz5bswqQCW4Dbo5lZUPIuBjWeLK
XVrHy6gGKWt683rna0E9OdVAuS6HaME4m1P4vLf5vjZHGx3GYvpqmgxbYL+ap9m4hjG8TPHGRpql
IFFxiePjgC1quH7/xvziHKUEqjH/+Ccv/E1ggJBpoUuvg12XK/uiLLLppm1l54PbfxwV8fXJASgb
rYMlCDNff30KMWouR0nuSSOtj3HZhLqDKbJ8awhjYxXGPVqi08ReoEJi+jrryDJqIV80+fBB7eoo
UEVbzeg4UnCU5wpB8+sPoqiV3Y0qU0yhNodfHUwh/KJc2pPaxN/od28trwL9BVwFCNCpC72+1KjX
Y0b8uToXVNa20rLwe9Vav21dQHtvbS5RQ2VAhdX1+iq6MxtWS0cJ58wu3Yy60G/juBUf5P6/uG1I
a1aGm0WJi27im6uYEzluRX2mCYcUr45m2WBvtlJPrQ8yuOMFiUhr7dyh5PmFHqbR6JBbGHN7hs1L
kcbWvAkrJLnvP5tj2Q1PBFtMmoPQBVe5/esv1Btt1CYx/u0ODBLckgrqNt4ip4sd9GERVm5ZT30N
mAVfAldK5vFzrZlj6U3GmKyg+brf91qfDR+8KL/49rwl6AGp6LBPve2gtFGd6c0wghhpCjNgKNEO
UgXyzwff/jgu4tQhKqI6SpH0aNGoNA9jtVzNn8YYS4MpSm/gyjBq31X1hkaucU6x0LlSJg0b7sJg
RE6Vugjvicq4tJQsuePe4J5Gvd651TLHdCm0j79/K0zyWQVlDjwSwv3XTyhcpqRJUppJjsDqRJY7
onCHaZn3b8Uvbjh/+4/SLXEpSdLrq6Rq3WLOSeXWyhQs5Zx+PJezTPlguf3i9UFihKsS/1qLr29e
UqNPzWFMlGo1vGmg46C1M/K43mWhXnz0bI8qIOuM/vpwEU4gdDzyAQjLkvO8JpuwBvkywjnmPlmc
+a6PjWin4ul+2fdKeiVCEWNhoZqf9SE1buuBbPn9W/sj1X2d1/BJqHqhC1jdW94+waiC+h3G6PFM
2GLxYQ4X+SFK++4ruUiM6ouZ+dYd67GwT6CCaffKWCfRYTDjOfNyu9NvQjo1d0paYgBYpL3sZmrZ
7+fOmqIgg9b5DSArmlKVIu9J5sxVu1mWUX5OuxFbVOJWqupJleff7XBsVL8UJQXFWF/Mu/e/5/HD
pdGCuJFOg7KOcb9ZQl1iTpWC2NADNZv4HO063OJEfVCYGPngUsf5E3PpsFBJnlAvQSB5vVoNSsiM
tHRcStNi9dDI6mK7VVLq57ZG42xn8T9ow0ej/shT5BdXZtKExipVHuoHbwXAZlPP4IEwF5rUsbsv
EuDXmGu0G82qtUc1SqeNHtbp/ft39nibonyGowPPkf1K/tE6/KniDA67ZQUBRLWXFuFoOBrGZ4he
xlkbxguhRPrRMPIxJm9FzcL/pIBB15PH+voGp+Q8cqYzSZGmSn2T2wsmyQpzntqmFnav7WehiQaf
Nk26jlSHkUE7rbIbyyl6LMm6LLqMx5Bsp6wkqF4KOtKbFKy3r2Em2iI2gCS7p/NTfyvbormOOF1o
AxpR/AXHJgfsJ25cly3jz/g8FjSSsMOSelfrpSQLKlGm6ekUpqbkYgdZM7vVVw0jYbaUK76pI6bx
ScP075I1t8UuwQ9ad4l2YcjWDUal8ZLOD43UWNEqbQz73SQIE9yCZL3/3d0OTQWv/Vo4Wd2h3gZ7
jYEpKQaGeJMtbXtKob9nXAEDZZ1JBf/9FXKkOKBkYa9qVR4a/AFn3d5/WiGCUStbjoeemraVnaUq
g2Ero6vZ4U1S78i4BSMUlnoelil0wPevfXR0cG12c6IH6n30rd+sFea9JMFEJfgUJsIOKBCYwVMd
7c/M4b++Tf8tXsrLP/fL9h//wz9/KzGuiUXUvfnHf5zF33AFLb93/7P+2r/+2Otf+sdF9VLcdM3L
S3f2VL39k69+kb//r+v7T93Tq3+gaBB381X/0szXL22fdT8uwidd/+R/+sO/vfz4W27n6uXvf2Au
U3Tr3yZw6fnjrx/tn//+ByLMn274+vf/9cPzp5zfOyuL7qV4EU159EsvT23H78ufNA44JFbMY1Ns
Xc+f8WX9iWJ/YtSHug8sD/YOBEZ//K2gKhD9/Q9d+8SEJScxHWZAOARbf/ytLfsfP1I+rYUp3v4V
s8Ke7vzxzy//6jH9+7H9rejzyzIuupZPcyRvXrECNg1NhXyHzpn5piUjGZJq9IiMvUyj3guVo8G9
pR86vUVJPkGInbpqetR5HipcjplKh0iGDPkcIzNih2d8YgbVDIsfB29VDgphm6cEae0SJPHcYd7L
DM2tri6YT+ZmYz2njN45HqVnJzs11G70x8zIc79WM/RDnd68WPqkTltMoSBJznQkcV1pmJYJo4xS
ixiHCx1mb4WlcIgiUVeS+S6bDNkN43oJXXatJdravW5vymFpF4+yjnaX5xKthSLuJwNXBgQN7jw1
jzNv7JmuCRuHu9Zq7zQdVzxP5w5IgEp0bMmheUqJl+Vg9BgCB0EhKUZVuRVyl12iSdoVtTf9xcRU
T/IUvSkPei0BMpOiMs79BS/bLx2EoAIjCmz73DCxGJouRvSogBeN6hR1YHqw5arqz7O5U+2tVZfR
TmsyTOqchebCTp9VccucmcCoq18mFwNZdP4WIKnz1MT1BLND2/wiZZ3xuW01Fcx+P5cnFGqxSKxA
iEKBdCjwoLEoAzQMFWK1ZK4o68hrFVEfVYomdoVpcsmgzl0tmZmKgd88C1cY4WS5DiwwAVDC5ktU
+px+T3s6FQzvphdi0LWvRkF6sc1z22BYvewdE7O/3GnOZobEDmpMJYHH2ys7YKCY4tjOdFViD9sH
uFDke3UVttN6AMsGnaJpL4sSYoLTOwrPOUpPbUmPP9dK5dybaidjuRPK2sHqe/ilWexIfJcMT0c3
N5xrC6rbPQs8i9x+MJHp21I6oJ0MC4eRxNDArb5r0qY5T6eiuQSSsZyo1WJPvhOXA16vLD57L1mV
co+sTmH5Yx8eZONoikAQpSSBCDkbsL4WT7KJ+wglvlG5001peIrJERe/nSiHbrJaUOxibLwzMagT
luEiwpUS6F5W80UGE65TOOunM5FKbURHk2EfNy3T7joVXXiGhSOaGOHoVH8LG5yjp5Yx3lCFmTUe
GHQMxKN+odQm2X162TqFVXmocws0unKFuYm9RHD7O7XRJw83Bmx0qWJzBUNiK6FcZJrnTNJZoIJr
vbvQk6GUAuqdQ+PXkxy/MAMblVQ3q+HMkVpxQMCj7CyVU901S4xnfFQOTX6Ailvt2xLE7MbI8ZLx
HJA41DLpVRnu0msIi0cQmcBBrrB/kXWXMnEDST3Wc8PLo1a+ymNZLvaVJk2nObofFnEhY3Ks1nSs
bhH2gzBhFx3+Kq793xH1B7y6d4+op6x7+vl0+vHn/zydFP0TQ1ycNPSnZJXckvDhr9NJ/8TRsBof
0rZd4U//Pp008xNlQmqx1NyYGMAz7l+nk2Z84jBbe6zUZ4mv8Cj4ndPpx/DBz8mZSoOOM1L/AYak
JLYG/D9FTjI6OYm3pXMNLaZfbAXqqPu9QeRp9ldFNXjx/NRp2qWSPS3Rpd3f9eW244wy5+hK7pOt
liD/Sk7zLg3a9mYMU7b6XSPfExnuGFtx41wJCM/o9Gd+uOxs5WpRO880HpbqzGQrXy89VrccSB0y
jOFEqr6Vke9IgTLvxJ05XcnZ1mpuyxwLF6xnp2KPz66rUZih6YJVFQOWu6XOtma1NUPhZVFzKPm/
LEyGzHhvc/A1qnDlGp/w5iXLE78hAJTby0qkePu+6OWlmUduXDc3Q5H4aYUVkoHi8GGucugY9Vcy
OtA/856xYVdnXHgUu8bQzlI537Cl0jJ6wEqdlq4XI6iyYpMpTNU1Y9PHzL0cnaCZNU9Ov6lVdVoa
N3KobqPhCZTJvWGLYArHjTEvrauN5S4P752h2CiV2OA5eiIYQ7I0sVEmZS+VAzex24zKsCmFFnT4
TKZWtRvL2Vem79OYbxlwrayrOX7UGfyOJlcvv/TiBI9aeCeSK2OsPTfn1Bo8zRFBGHbeGH7LVer3
kwtuI5NflOWbvdxKzpNi9l4HzJbj2IvmrwZV507El04Y3fZ2FKTWzmhE0KTpVm5nb7Ie5HjZz5An
+moMJLjhvdGdYQGJtGQbllHANH2Lk7FTZJ5Y0u0g+oup4Jajy1fbaYPNm9dHGmxhylBmHzTVgPls
dY6LjtuqvqKWgZyNQRRRI5BUDxJfENVPBVOlUsLSwd9ePhmH6BBH7ZZeCBDOhBZKfALz2VvKG434
KnkmveFgpnUBcEzv9hMd+aZ5lKfYX2E+hTEzTofgvTB5vtp2alnfBtxJi46hFrkFf5Um2r3ZbiUy
tYnOKJXpUzMfTiyhuUWog1aNt4t9gdra05jaisGHqdlBmPfD8KVaSEays6wN+aJ8Bt6E9YrCeFT6
3isLmgHFl3SmfzSxUrV9En+zwB1WDcPEGvOwa+8LnLOoF3+QG3eJaOCFoKl1CRiJttHjZVdEnZs7
I59eeIsy+XGHW5f2LU/jXZGP+MAUs58BCGRkYFNPimuOk09PkdrQpbkq/eXTQbmp0ukiDz/IzH4M
kh1tMNiqqerKIZPf0mc1BlKcqENyoWbf45XZnN+lI88yzDfm6C/qpdA0INU4ATD3iEHEfrbAXg8R
JuLTRgrHbZmFm8msNoOmbAZBE5xB6DDaoOfi1yxITF+L6ZoAEpVLxxlLV4ffIQlT6ILpc+bL5Wbk
iG1SUKfDSRldL/WmtCRvhYDMNjEoTuGW9oiwWtUmTvp7RyoDqqKeOUQwtHnHa9deTk0dY7jYTfDe
NukT5KWftfsketJwqJ6JstKtNBJJ2j4KDg/BimuaF210nXcMaUzbn46Xv5KMn5OKoz7Kj137p5u6
Vkx+2rV7a84ph3FTl+xO7tJLTMr8CGLiMqU45D3OFXMK8oNpcVO29JUDvLA/eK5Ho+/rR2DMjOFB
FG0IXd6kNcUgSQjYUjrfihVoJhE/TJXJF+1lFvmJiUDdzVuPiCkwmkC2PUO91s19IT3U1n5CxVle
sFXI6r2MaWwfSPN+Mk6Evc1wyjVjVzZ3lUw60H8wZ/K2lMSnZiSYEpK1fnKKBq9vnMKKiRUn693G
+dp3md/LprdYpzNG2+8/orcViT8vRPLJ4BZxsfP2CYk+6+WRjIa3TM18TBVyAQ9/G9s7UX90Levo
a62VR7RGpLOgaMk0X3+t0ZYnSQ0jOPLSqV2Y11ao7ON23OEavhvMAdX+4uN06yqJ9jBWwDwNbasA
CAOhn8t4zZ1lluV2Bc6E6Zzc2biWK2m2EQnd/Cz/jNjAF5zzkAo5O/NdVpQ3icj9UbuPeHnx7Hum
TwGfHglBVu/jQYYtxG7er5nc+dh+U/R42xkzgEe/tcezyWwO04UuX9VkKpqK1/181UTKqtLyHfP7
bGjY1Due4MWUrBRIFwL9GdcPFNROWD0OubYv5el0yjrSU7aScQqg1O9UcZ+Z+CRG9b5qhC9F0k7Q
ZVy+59KlSNtDQ97aWjSUVFhxk98N58rgquAyRa5CeQISxoFo10yvhbdyto/tyjU6KIgkoTO7erUZ
GVpRrNZtuA3Wl0E0m7H6LBn36zFsNenWmD9HuulqNSqzfNk5UeMN+k1lzVBNJ3eWz4BPkVZjwX6a
2rVvLlhvSLdzEpNoPc92fpDzwEyMw9wPWLh/t5VnqCm07AMJd5CxeOrT2IusC0u5TvKLodv18p7U
ZuDkMEEx1dJnAdJFrn+cAHn5uesdv7ZJyBV8NGhxtSq0e19LUjQSrZuXkpvZPSq5eYvjom9iZmry
tuoEbZ1NHWtiBG1i96TvhX0qfpe1LvPVHbcjT64XkPBLfmtn3ZYUmfMzNvDXGP3M0neTHvtth6tU
uZv58lpauQ5H27LyoZJvas17j8f5AjJe0TwnxtN0KxCDJqGyteZv6H79hIBH4z0pVfZ7zj7mCg1x
Ct3MLzHM1onNuFwRmYHT6PsE3rPT3KOGOIzmQW23hbZtI8MtytQNzXslFMHQ1zvLvFw1N2jFd+uR
imEfOojErwhkpKLZyYASssz0HPPciJ/DPrya0iDMDN6ZbsvS28jpJlcfbCYbVINf68VOm/StMGxv
ME4Gm+Bxjg5G4uwNxqpG23SBXLvREmPdiHSnvV5U4ybT7gZjONN0FIiWeVCqbSju7KigfKsh3Na8
NgoSG48LFevq8Drlm9gSzRsFm5OrukfOrRF9jd6AmlOXD8NMSBDG7mhtRhttq4OVBlGsmn/vR5N4
xAzsUr0u9AanXPy98pD5me+lvDO76wpjkkTzf3QxNcUddSwnUYY44iEeRtYqA2ZUi8tS3UfOJeHf
aL+g2UAjQlznML/KEanc1/ZFb+CPsew0Iq5c4xDPHQ5q6daIP/fTLSNaewlpuDNGN8h9GbMWnlJ0
XqNehLIUWFWz69tvUsnz0h/GXvcih+7iOB4iuIprSDkmbdA7RZC3A+Ni8BpWfPbnKq12KrHmnF4w
CLbp+i9yHN3pq6VQK3tmLQLiO63dSeFZ6wTCvh8sTkrau7H4rlaEmsbsybHlSfiN2SVNy81MQDp3
WG8Y5Ba56Y2TxVK9hAzgaxNrZb5eCEft/rOlntGvctvhc0jKr8esS9xtOhQtTPNTVJjgaDyU8qEl
80fDMlP7IOcvCuRcUrfR1Etll+Iap+uBGt3XUnQQAA7mMr13GHAe4bTaMfN6BB+9kl1YlmDUc95o
xbKtUckZRRfg5eoOPejJKAMVGLsTgCoonBe1glutOe0SJ3cznGRpCUwrfdTkNW4eRcP0BDajPC13
Gu/75E4pvhfEStIPHEjmQ7jZhzOxU4JbhhwsSCiTm2x6xtyEwR66BHnFpa8l6JrdvByi3MSmp/Jk
DKag5sLa3OPZ5GJ/5ZqNDit6Bx7Op7rqih69FLTmBca5XdxwNLRK5GZddiuPJ1HDKs32g31SS08K
YDrDzBCVdb4CUWakoEW+IsQcmA2fFIG+bTA1aHwbRxouCq+t3Pgaq7WTvXkCY8XlGJXcsJA2EVGt
QAHWcw6lZLY2g74CsJZqQT68yXVweiil8Qc6JBi+dEjp7EMfKick5FsBfhmrDZd5u6/2chic3agb
Xmqc6ap6EnZ3wBj6MXNxMcePeZC/jD3HZoeEqCEFK/aGfiEZ20n10vGqkfx42Al5W4UHvUMHdTOn
QC12GVGBrZxaTeWrtPEc2dm1+J600ks7PYTkXsQ+jpH5mB+zF5yARMTaZDvWj0txX63XybPzvIG4
hsHuYNSPVMa9EMFtcl+XLaTAhe1F3bTTbWOJ05hp4oFF68iTKyeqWwjZ66eL1Jj9cew9i6GEubLO
JfLvDkwP0ka3GcpH6D3poPrSVJ9QegsyRqbJYdNAyNOtUu5L83xIvwzWo6Jmd8y30Af8TrXJnZcN
nUh/jkCUTKzTZRPhJbPIJCaR6i+P0wDaHeFP4YUkRFG81/rFlcLABu7RN36o5/4sG+5Mba9I2Ykq
qrtXCw8sAXVGk8mf0EaqLNWpB3RN6lqZKBn9ifE/GAs86G5Th6VnDcKPEC+ymRrVNu+03aDcLY5+
pZZGMNkUB810mzbDZrIZ3HSkzzVb/VgOm5n0Kqpupva0R/hhOYObhdWpkt20nModbln2iPeS9UBy
f84sPz3eu3B6kaT5vNXyvaRTVFR1d27T77Th3LrDTSfaF05AVYIH80XSerdznKBg5p/ZKg83mzPs
kCANIydJkbGHpPO3o4YYEnPoKe+DViNfYVlXWGM11NfX72/P5EeRcBW9cE3aCWWNfLxIbmM8vWak
kPaSHpaG17ob3XxgPHWSAmbOpEL1YZB7eBXk3B95CYOGxZ7k7CPcXY1vaIQYVi3FmYpjkhnRYOeI
yQbDlQbOcwyySif3C3kX5cmho/aYVrOfRnEwZ0Ry5clQcPgiOUh1gpPRm2Mqkjhxofbyoe64Xfi9
nnK/VbMdhCrfsC4n51CZjWtrqRunfBfNy/VlK3TJtyj5pKqxBfhA5ZvKZ76camT8Upi8DPBTB7y3
0rzaNhoQrHY15rHPozVK0dqLJJ7uNIBnsb5T5nwzt7jLZaweuTrTRemXoU7SXvppfz+F+Jy3SWCG
6xymO6wkgmQ6z1LCzjQ/q7qLHE0p5j7BtGatU/GkJvU5PjR7hiyQCEbYNwwEEv1zy5Y5mNmhH5S9
MMXG1kfS1cab6stljoM2TzaJuewdAlFmVO1KBJaZP2tWtBnY9usCfWTz2E7TRp3wfOY5lhnMH4vT
ARxcqhJ9co9skDyDtGEz7mTmSBd/QgkjpHijm19y+6bvdG8QHH/FA6tZZzprlrc6jIkE1U4qoaMS
kZ+Fjy3e3fBr6H6QKpeLP5b3jbpswM4EWXm3FHckBSo6CnmBlpgt7GGbpgIib22L4SxfpAfRpIde
V07q5EHYD/jE0YUftuN8pq3uvU6bXUhjcz5q7X7p6m2sjluKcIaeHQZCp7yIr38kW79VeaYEyH/e
9jtf9Un/s/7p9qVcO4/t27/q/8PWqbJKIf7rn/Xfo9bp4aVpX+ZXhen1F/4sTEvqJ1kF77TCS1YR
GPMa/6xM8yNA6LBkKA1DS0Mf9+++qfMJ9i+jf8hnsUcAOfqvyrTufKLuTT3bYrgU/gwVg39+sv+k
b8o1qn/XjZgpZvzoh3iJj7AO879JoJEmpDEWNux5Mh/QXaSyVbFbL6ugH40OKzpkFydtOyPjnTvF
7txaIZaRSQafMfeqv0xNEq0NmvQ2HHl/6dYlxedGptyXlJnzRU8d6zImq76RwZmj2iYC0SMr/Pb7
K/M/W3b/29r2qKjfW3v7by/ZU/H8avGtv/HX4lO0T6sCGyYknQ/matbJyz/bIpJKx4Tlg+QPehtt
85XH/1fX3rQ+reuUdoXMb7H8+NFfXXtT+8TkG7wSfgecGFSe31l9a9fj58WHHzIFS2o4gEFoLxrr
4vypvjY3M4KjniQU4sJFU5YimJN6+n/cndeS3Di3pZ+IJ+jNbWYyTflSqeRuGCpJDYAWoAHN08+X
Hf/MtNQ96jjncm46FJKqqUySwMbea33rZNJlOGQracS1S8jhX76f/7wBf23q/dzDiRBeMyZCLANT
CEoegNqfrznFkSwKqYe8Twb11c7QVrzZg0eb2ic7UxL9/nJXOdrPHzGmf0f3jh7eVVT1i65yhErT
VYEZ6HJnIecvxu7sAbRLSx3/S3/qHy8F3/aqWUNre9V7/PXbLIicctEaDrkAywHnPONwHuJWxIPZ
hVX++8911b797XMBjMIECwOYFeTni2Gs67zG64a8C/rqQQb9dFJVHXwxZdW8UL/Fh7729bzz46m/
ZzX7t3Slf7qNiMYQk14B43zen69vXbeIcdog74zT5lZPw0Yl0fd348ZgglXm35An/3g9gBku8vKr
ifmXz5sVs/b9JujzrSjMu3Qz5j5eAnvrzml6m2G2/f3X+8+XY1CM8fK6NfzSQDXNlM2RoKOgEydh
Tlebw6g7fz/wqJ3nLK3P//3rXSMAEFaibUc+8/PXOawaes18bWGnCzR+EXtP7lxn940vzOPsMwj8
/fV+fVaZUDAFRaVzXYFQHP5y++oonbawWvq8LbfwCfN5eaRcpWpiwvP595f6BYuMY/GXa7E3//W9
yPwZ+Ehg+nxq2+FSxRzgRI0G2a1A8DlCTA9C+E+IxO1z2GXubdbN4bnCbuX/Dz40DyyoLDrjKK1/
WQvQRVjCf/mHrBkmpzVxZqIQpLqlbTa//f5DX5+Pv76efGba4YA5WfRRnf+pvPzLyppGzDejTZo8
ktm6UyoDtc/E6mVc2ZURns/fBD/Y5FKY4vj7S/+6MkAdjthysAsHCL+wWf78dWuvysxK0FTefFC5
8xD6++mTc5rWw7+R+P72GVnp2Nz4LFeTLZP/ny+0ydWb8fnQymsGJoxKRY/aC0u5SxKMcE0mkgsw
/wAfj6S7+vsP+Q/X5sFCDudfQRpIBH6+tlVgKmmVCOJurboNJHjVLZqWOzg48EuF932WDEDF1ib/
zXUXLTIbJWEHPEcpG/H1xfrLjZ3qsEVmKuucOLX+zEUQmWRpebOalYMYbg4obI49GdvGh0AU5l/W
ib+/TEw94KhTEvusu9QOP1/fZFXmlQX902GLtqMvgm0XFMjCA01oTe7XMc2+YI06AtnH9AxXdLgr
Me3tPNn9G8z17/eA5m1wtVWg+UDX8cs9GOpWuXI0Ol+wlu1xl39XBIrvTSzbk0dr5QAUKGOY7/b/
8oT/84XhHiBDRSXyq4tBq0l4cac5uZdec8yyLiNWt25PG0TNB1FO4euy2nepdNV/c4fHc3QVSzPh
pS4DdPDLSuauhecpUijyBEYrLaNVH92U8d+o+n/LMP+Hz4h1mPcXGzsb3p+Clr88Z+TMlKPt1y5v
zSLuZplFxyH27WUIaTYQIRU/0wpPX9os+je4xt+vTO2ZUhkiy0mhR//yhAXkBy8DM708aGidFV3Z
fQYg/0GvYXAOOkfQ4eMpl0WbPf/+nf51z8UnB5D9T4yRm2CG+uV5mpmYIIDkXB/BddqXc+rlnMyD
23QNnj3MMJffX+7P0u+nNfq608KOvu4GV8z3L9dTneNnphwcZkXe9tUqIrATX9LJwhTsntOl6O+K
2alfU2+ZcPGW8i5d63EvUkbs5GXV+57i4xQ0zbjrJ9izu3FK+9yomuTzcA0vetbDeweD01n52fwv
6xBF5d8WelRTwGP/LIooA7NfblQCMH0UGG5pnyxtA4XA9tsXL+iC+o+wGhvzkOB0Rxu3KMe9FaMq
g7wk2Ss+2UgG9Ulvs1+elnlZaPqpbutpPgn4rgd3Knz1ZYK07z5AYQm9F0auTbYP+0Ev+8B0BASi
f5TDuQhNG32x/tq1Z5fk7ArP1NojdSo7ZP15k9TFdpNKkrnPU+BdO2W0W8YjUsC6eQjmIP2KHamJ
P2JfluJeh5ZGccEYkuxjtOagLcZ4estwaPo3jhQWu/Hgu3vt9GQYtTyPau/6ZnsngmWqEE0FgnES
6aRhvgTYGnbF0BVPJpCIaAjV7Pxjm9EpQt4zhz8q3S3nK+Tw0yrQcu7TtW9JK7KZeOUEA7Aiacb0
0Fk9p7gAM6d92mQwTxdHmsylzdYADxg27dwZ3lRxBCQ8fM1CG+ijZHJ1YlvM1osRJaOCdrPDdCKW
BhN5wzi4Nwl6pR6K1heGQMbeiN4BpkfoePKwpIuDiJ/DSgMeA8HpqWIW3LPWyESTrR449PXAnWCN
t/zdfFF+der9VTFTU/7wte1pJOZh4owfSMkdrugZUkj2ztiL5VISyPd1SVv7MHVJPB9nZywspP0F
NIeatAQii46NsGtPTzMUBpJaayC4d95mxt01dRcpEwyRhxaB5x9B5I7tye+h517W2CFgnc+t9H6b
5SbOpD/4FwTXsOjwncj1MEkXOpoUzMOgfmXOqY+iEdnX5qwlIiLVQMsf1zg89IWIH5I64zfifjTq
oGnUlDkQlx6Cz+wnAKylTP3jHC9JdaPCEku6ZNR7ZGcO6AFTdYnrW7kwmSEPvsrRb823SyiurHPU
USMCp6a1jJ5MCGVw8XBZZV4HyMVfdfGDdKH5IR5w4O3LrOrnPA0c4qYYu9r3ge6BpCutqZSb2ZdX
zIxDNGkR2+4j3WBf5WE/etjXWXHaoz9v85N2mr7Y9/2IbG8dCqZjmxq7d3g3nPrgjb4on106iDku
3aW5dddNNafGL8f0cey21F7wuQ8P81wE4taAd3lZ4sBxdrIj1iV3V7dIX/TY9nfIiKCcZTLpuEI/
r6iESjsxUCVhirmsVEF/6inYTm47ld0J+XXxFNY9IW1s7mUHV4ygAGARg6FSbbRL4Dh7E9BNKCfs
ArVbvmKTLz6w6VxZMtJl3pnKcfoAYydB2TvG5JY2dU20Sax93GuEanVvsRjYSCghnXCXzNmqsFuW
xj5JryjdZx/oscnpQtTPoQ8C/BR0rj76qHqbvFZ9N/J1uFP2tOrYZE+cTDLUFoMK9P2cJMtLp32v
uiHEbLpTvYfT0F+r9ttSqWomc3KydN7Trri0avE2jFyggZjCw0o4AD+iT2trl/5wFZkJlnJBRxfp
SDOt5O/WESnrZrbOrrUk3Zej72652FL/3qk5oRzUlsmzXWmpIBJI3ceRuV1RDupJyt4Ee1VE8sBq
wulGNoTC7N2a6EC666XXf6SLHRN7CsrBHm2lR4kUIxnl46Q9BTOwl1reVM2sx0vXzbzmsoNNyODW
dsNe+EjJUVJqz4U0mkUPE+yy9bWyVWipE4BTnMoR/Oy7MDKRPYS1izoBHBBoDNeCblYxZ9hcxaYI
mF8uLpJBkmr2Y6C3F4JY0ytHw1uOWzU4LfPTZPKPpp9dBhC4yJApthnOCJ2QC3Dxy7J8bJla1Ye6
zkTwOLnh9CFx+8RlDjjNz1km5PsiXeNPDdFtK9NnlvEdx5biDPEdUWtMRg0DyKXSKMuo2Yi2Rwds
8hhRIMq/hfzOg20cj5RcSzAy+848N/uYYLrXShTRmquiLZH1ldfoLyPXaZc2I9BgbdLmZenSlQV0
jb2XpG3Ft4EYPw3lH3/JIe4x8qBDDBOGe0O3Xirec3FsRbZWp20a7XAJoUcc504io4wHNbEdpUr8
aESFaqZLXSBGMNuS12xRDEZ8Ek4CFsYV7DK5ehZXf4QGZKfrFYnl2N7EWKw3ekDF+AIWA3EdqLf5
dhsw3u3WsqgHloFFbCfUjnWzB/LtfOqHbfujbRjKgyekU32etiLdD8TnRNAcpBYoWvvFYXoxN+rI
I8WyJPytvN+ynvmNPxfOD09G43Ojm1VfVlvoPIIWUUMHw7OxC8uSCHfpsLGGW0BQraqGoj4EARni
xwKFSrmbhyCC2IGrCEha260WtYCHnS6d+8juZBy0xS5sLI49oSg6eD9W/22W9XDnyiF7i2RUGSL8
2izdFbY2R994GJuzJcI1U2VqexOEqOh9pwmOPIh43hhUOUn8aHyzbrusi22UJ26VSv7wajUZi3kr
rsL/G9l134kQ4mQZJF0C2iUZ3o8Qb75OopY3Q4QN4HB1sgvGTVH7Ftka+oxjQ3HPLsiMrIKJ/4ZR
hUZ7hi0kZcTqK0SjWR1uO8CWZAcuW1q5d2o00QC6uh/uQ09t70WymM84bJhaS2ha/cuazEUGPigF
xZsIT3x3Jnw0J2JSPfna9Fv12JFyg1wM39KwcyKi25m91dU3hpfrpY/FFOdFXATomjuRvV95rEOo
LUC2d+Nw7Y6QO9cf+thW34qiNM1Oe0hrd0MaV/NNB6nybcQ3g5EnjA3cO0q42xVjC16PcGFWOG/A
htzRWz7PevXPOiX5dleGC8VCzQ1vDnptWye3XipexZLYox+yuOQzQpwfxejO675zRj0jwGD5XTjf
y/OWWI8uUe2mmIgc6SJMbRPUp1RM6Q2IGDQKW+8KKOQ1d2tIPZJ9Em/rvXtMaMNwrCed8rHQvYkc
rl857cPaa8XJiwEuMvMOAn3reEOrWGSt/7WLgIbum2Vh9arjvg3RNDEMzjNeaGZ3m13l0Z+EXm+M
qDMUakzHi/SNajIMyPyL8PNvMvN3wcjEU0HcQaSqP1pvUR9aBMXYk/pOVLT2ErTQeNWWV8edujwk
2/J9u5WmP2SmWBHqUH9/n5d4pWMTS/9961jxfoXx3J2dBekgkJtZf3fp1J6ycNwCaCvL0ty3RYwk
1xJQo/Zb7aPcKcAQjHfDJsu7aRwi/Wij3tyU18DxI6oKzSrm6GC+bCmB5OSjrc15c5qYgXRFU4es
XRgzuzWycXtDRGwn93GiOf07sxkICV1UfUWnj07z0FvXymOKP2jbz/Fgp7OezaJ3kPMqeV5FOQco
fkPIaLVOSVMQzYxhiQ7Z/LnGs5XsFklO9y0l76jOZZ9tzMyxGm77jWCEr9naJLz+hSUigzjO+pZB
mzucKtE3VDZpIc6YEIMEoRJWMTkvMjg78zXYtP6PltYb3pAIeN80vB7qIlGgT1VRj1JratE/Whmi
I70yrt67pVLrLt5AH+9reEeEMbowd5EcCnQFSzI1xyQy84NjcJ/slj7lgU0yM2cMYoEO7aQvM/6H
7jaUh6Wiyt37Y5XaHN9fOtHv1OVzaUbWRBao9uwPbIxnvUhtdxwPuWa7+un3UYUJwVfhunxzZDgN
1LqGlS8JZ5yJUq/lsmvKGdigJ5VR51EAId8Z6yAdCOtkHg8wSwmv08XQvAVgyr/aiobNaVgHNe5q
pF/35MFnTN91ogg7tUH9saT5QX5S1fOGqnRKKrQftfls0HUO+Tp4odnRN0DpN/YNCYhhakx2dNCd
tvioK6Kl2mwxLSVw25eXdPMSfAxZCXgsrKLxcU23tNyHerxma4WDQ/0xz9TX18iiAxMHvebr6rjR
wYxd9dGyay0H2ROTMoULjj8o1DVyezDHiMQqKsybhbR61F4UefMOR5zd2aAyT7KZkvdicYebZFx6
51jNBUc8YJTzsQsjx80nXuqeIYWaXMoyZwwPTrSQTERiwbmFf2V3kzNNHypaFgTAJ3pCP6md2CJ9
DyNuZVIGPJLJ2tF1XDaNhVT49ns50xy8CUmqdm9LZQB3pem4nkPQb1Ne1qp9S01NMB+xWA1CzHnh
HSHUkV2iTQJ9qGamcjsiloOWdEsPEvgQJnjuqmDcTkk24mDF+iIcog2ER9pVu5TH1p9q56DnkfDw
Na63s00aBwmXRbIaJS3aXgIAa+5Kbclm6pb1HefXia2bRNYdoHfeL4/4hPLRIVn30vtNRjyNEdst
NxzN/mQCZz47NtnmvC6X7l1l9cipdY6QO0fTlQreoITuDwnCkseur0ISQzlxv9qSCoEfX7OSf5Kd
njxKjg8YNCNUu0xxEAN6fvE8hW4BKtWwV+ZqM6SNkNNA0StRjtxNtA2CPR54kFcN/vMDyysLH+3X
accJRvmYHmrOZQsvbH/O6mBEsjSPFHNStwQeWbelVvFS6yMEWuL0OIxsNj2HuemQ1D6SlT5S8iVq
DMVCqpT7WqcN2XBGdPBpkLVsp7AYQn5pHOSfCpT7JVUsjV3auEjnokUtx1HL/jhBmkN2uwAgyL1g
AfnWgykY9k4aB59TK3S662il3ZRNPBj6syGZjDJrvbd4WuR8NNJPXtLBtncqHNfm2W0k0ieyQBdK
u27NCERgBO8fgkSx3QX0Q8Qjk6L4fTgR4wTFRgT3UPES0giFT5Y81UCT5LFDx+LWaeq1Q92J+3Sn
akfOebeOqFPBw+kHmSXTetHan8WRERjfnBpgx+2S1k/FrW9kMqFgkYBs23bpwlMDWYUmFDG0OV9o
UbykUYlOR+kOA+RUNuFwhCet+8cpBkD4o1alwA+GP9sd8AI0xC4xfuCUNTVkhyGCH6rsYspErLve
lOUK8mHs1Z7sb9dcQ/4itEoddTVNMZ2+j/tu2kCoFJ6iGp7WD6lbzf4x8or5UnQtyD1noZKDzauW
L5uvHViOkgUpFiWbkav09COshu0OlOvGKhJGar5TWyxxBkm/bXd11Q3eQVFvLHedf/Vn0cafxtz1
BkbSXcr6exhEVzgXTUo2gqzKmufCJY5v37FtDI+tw9a9i4IpUA+jk8jsiLYema8u/USc20kwrDQV
+dPHmqLYgibLEgzmTr+6qPWqhpoMbPnRwhEmKjJYmj9CmOH3OvM3/xiI6y1x+1Cw1VsTH2LOVlgO
4Jy72KfoIO54DIbPCX2wNE8r8nP2vJkWiS0yNf/KhTFfUGdTmi2hdOLXZWumiDO3790sEzFs+5Lp
8TMgOiFfFhmSdx9NmUoOMM3GetemHf3gLF78bwT7hsWOlRhPF10CTBjsEIir+Zl+uRsjBYxu6djF
ESY7mX9kmyKSyY5kxF3RR+IVeTpQv7C1vTzg+ofkEVXpyHhsm1N5AmGOGU2BpgGzZxA67bfGdfrD
thbo56uawyNnCmyHZ8gkuPw8as5LFfCjwODn6Z4mQrLRPyhI7WzhyCwHQmh7vAwpsfF7dwLRgfzR
UV8Xf5geJNVste+6IMYJTB9N7GhrKPRbDXC/nbdu4oPXKA7phbcsdySAVzHuc5ncbSGkV0hDuvhD
sfC+NWOcvvbOsJBBDyGaTxBaxiFbqvsXLhmtN1tmug9BJ8m4C2JZfJdrfw1YyFbHP0uOkGwoQ4RY
jWiP5JHScFvPMVBBWCX9JhaCzhk9HEpiR9Z9VbQ9S8+W9gnL8jg8lIOQ876Zuv4t8VSi9g0l2Q9n
rZM3ckcxA23DRLtiSVPK+DYeG2pp2i23HR0bmQcyiu5KEJTeeYzJvL0Yo90PBDuNH0PbzFfx9ly9
Dolyv5vEW/wHjaCuzK0kb/3ghvzgZatnUti1EfFR1qY8h5EAfD/SJBsJbgm/Mcw7aXYbHwVdEIt9
WRp1moaAw2vXU9FD5/O2p3guw8tartV3opC9jI3B8d5YPibzjuJZxmfCeZN0FyfUDwcaDBXPO+cw
iaI3ohiZFgICgI2P5rsYHIKgOC6TRUlrzM2jIaBVMyQbNxo6kYMYsGs4KWcp/02QQnW3aqsNyQGu
nYJDNlM9aTolw4F9HLfVPAxOeF5d6eZ6Uro8uEENeX4L0H4TcU6TgaajHXLd4P3ez9VmodiqZPzU
BJVj907AZny0nnXfJqK4EPJivu+oPQLzUsZhld4W/QKk0A9H3WOKqGee2IwT5G0MfuMozNQyJhhF
wYleJKM99MH1nV2J1LhhX2qqI89CSgqNrpdd0QbVYx2AUdhNcDQ7mmIQ309+6rQBBMpsAtwdxhyf
CCeXX1jqqvb6PIiHqsrEj+Qaqk21O5Q6pwFdcstMMs0nzTSIcGnB67Cfwg1DmmNWp2Oy3vDCWAqM
CfQ3o6OK27jvJqcxZ88EHKQC3RR1buyIqbDq0d5ztjbG0rdLMM4a230GOxFux7iw87s2aeyKbGZD
uDqIK3w4kcty8Ub6mSwIcdOcq4EGHlcYWIeqttIfhDsAk8wsi/4LnZo+y5stRJ/f0r8Mj9Bj4AL1
YpS0qLOu6o6VR9LLiRYIR3ZWCq+nPO26ZFf6o8A+XUyGE0urRbArHWvrEw/d+Oh2nIS9qM44EyrP
HLNkgwsVFtoOh3WTAy3bdOuyvXIEoxk6u82D1JOkByWj7QNNHEZbqdvVHOILGhpuUs6fhhBI6ejH
8uOUQW3YR+XVFjlyADE7ETh/OsRI0jz0tItpfNo/bbxYdr6XLFh0k5JwPcEgCrpdEqXmNFe9eeXb
gYEWOLW81Q5Q0F1it/E26aiAsPy20YkFgSOMnbdl2iN1T1FOd5tT7zjqaSSqyLXZStENFwxa/KQ7
U1m4lBabmbwjQnBa7i3VM0eZtEwXEB4bs37wTV6yZyppp7sRaeGjo4oiO661Fw1HFnrb3blQRdIT
vMEsOy/WBRLiizHlfBEpVOW+p81nGrkVR58NuuVB2NZgcOJx2cfpMkZUWjNm+XKVzTkCTnGWCHNw
tXHu+1zRxg33BXF5z3HQR91tWbvinu8eo26ZFs5jEZEWj02qIFNBV9KlfsF+R+N5KEIU/IXAVR4p
jl1+aFSV095Cpj8mAbcBMSauLOM3RXis3Q6ErxKiepeJ5upUqdP5q1QdYnJyobGC13NgPywqdbYD
XKaNXZYx0EGPaf/JESB2gQMjg8wFQ0lMEknUDgewh5JMECzR03mkxP2ipuvWQlLnfErt0Lb3Y7nx
KBJ06H/z7TWLfvXb9Buxjf77EHYWrkE6vfj1fSLWeNf96igwCPxIhr62+7WdzMcY4uMpNlf7XVY4
+Nt10iDyR5tZqKPCZujmDJmDBaHR/An5gX1b5pkuSaEQcgMLAQHQmG1lNqILluiCBkhABnHN6X/K
8HXlXdvJCuc8861T5zTqpoqTKtpnYjPpuRnW6F3G6ahkMZ3i4UlyTmZ60nfhI0fMjBCdEObMaYUD
5d9T/XFgqenEFbdh0NniHc7BcsBhLd35D0OAWt1zK5MheWXOQvoChJ6Ik5nhfb111qWUz36TNMHD
tMCReUyJiMnedQjKk7sQ8+v4JaoyxN6VV9JWZjw5PIEPbYIdE0eNVPX3096/DZeDKwM1iYGHpjAq
fpU6ho1eY86MyyEo1EyoXBA/QsvOcha54OhvPJS/v951ePzTcBlxRog6GP0wV0bo+bNOo1pVL0vi
mw6xlizQzBEOYQb+IA7rkp6RtHtUJOPpz4v+twTi/7/KcJEp/L8l4Jfxa73+LMLl7/8HTQIeC559
eFWA8wBcJbP/0eDG/4WOB25WgmSKuuRPdNv/Bmcl/4WMykfFBWY2iojs+T8SXNAkSKsY7sRITwJy
w8L/uQQ3ATIbkAJO+4J/HzKm8BdNWsehdxtBr+2o4ebbMnG/xtns0enyg/PG27aXkSf/hQrMI3j9
3/7fxxNEi58kaHGR/MLi9+i0/vx4ksJZ9ZwnXFpSILZemXKX7aVxUo3YsaAwOcBWL+O7rlg1aZZl
2iWP21x40a4Kw9bcggeI+puAgUV/DGyfBnkxUJBe22xQMkIIlDnVv//dE75XHEr6ghzcepl1x7JO
VvdzWnduQMndG33jkgJNARaUus0TY5dDVVVFgBkMVRlES19/RCK4fseZQzQczkd1EJWbmV2RDPaT
rUr8kjO9XPznGfGfT1f40Utcchw+2FlvuE/B0WMqHOoiuNRYoz5FnDvFiZYAY2kQhPMEr52WV5AP
sEwXwBXKw2EHw7Tc83o7kDGYDFFJLbzUgEi2XiW30toY49GY1H218/s+nC9j0SzNuyFTEOM7YbNT
A/fiuZSe9+gL4GD7KzT0c9O4j45ZJPKhTcz3Wg0tLr4YSlEczMl1WDaEu6gbILaAGO+aI9F0i/My
BMEKEGUGwnuHn8nFwY2Bpzx50qs+z14bf1xc3GVkorD/RrrRn1Od9o9um85vlGccgyLOdsUBkiQf
tJsVcWZeshKo6HZDM+ehwW6/qwN6HXSg6XLsaSL73tmtHH6/D2SGt7rR7K7GreAtrGIW+8IPXmxR
JRHWzTrQ+yIWYy50OOYbzkGQJGwRZnrCmGftC9nLXLOIG/PZja6NaxCb7T4Y6EcCdMfUXDIWf6iu
1f1N2jXqfRJ2njpSMc8t/c6i/OY2o4EergySJ/RefnxaAor0vdm20GWU1rRVf+JkU29yv6VbUDz2
VI3z9zSgagtuMsQ+zOFCAZrqhrkykVrA6Wj6Tea69zRupz8Dn+KXlRNy721oaKOMqmY4tIMX23WP
XHo15bEvirbKHfbLHumsF1SITKaxOkFFXTTtV7Qx5WkcA54vD/DAQCxv7whYPuhkJkB1METmJ5eT
RPkK607Cr+Ox5ymMq+vfJq5loFGz+89v0rrFW7lkNHUP0iW1jDpzIWT20FdpPDDJ0SLdOCHPRWSx
MEHRmi5RVSTxlxDM2HoAoRYPzBZi6XzsaXBhRZXQefeB2ogCUDYOUEXMOEfWeeJTt8HAHwqtU7BI
La65yQ5m+LxGC97EIlYdQJWgiw5zSkeXjpzIgIzZkJ93pn50T12yeNWrrXteFVcv1Dbh1NXlB2bc
ffU0x5ja34/Uaej/G8W6MQ7I7PIyy4jOLeNyeA8wx+Hgu9KGOpgV2eE3yr4yOcQYId1Tm5j2xzg4
6o+697J3o9/p6LNs021XTp030oTyboCZ9keHef2HoMT/cpyjIXwvjEoeuslz782KLU/QnodSuLBQ
XnONMZNbEi1KuuRqSLDa++OXicMoc6npuInoNVgxwUaCWzVicg4MkiIChpKnTHT1kyH/hfF+qlzm
FGq5DSqv+GA3BDN55TsqeY799j2N0D+IKeQ42aklOrkE+FymzTK9hifIt68CTikFOT8mC+eX1mMh
rKFWf6fe5bC2uPFz3XHiWlR/TET00ZaZ2rWthGK1eR902v1ouM/3iQGhTygEJcY8nAgoLS5JO721
Y/OIOSXNASVy4imcF6fMrjNephrwG6qnjOHS6KTmpl+hKTjLK7SLkx5deRykkti15+Teol7hcbCn
iQMgafVkmQye2sVT98CQnYWVNADN4V+oh6yUH9ImyOEPb/ta+CMOEwQjVan0J0+AQ6gqBnDrLXSw
GHCDuJkguMSuNDdjfB14VnQfru25vrhj3sThLmQvwEF7K7qrBzLCwzgVmTq6BhKMCcbbYASeFE7l
O3aw+dB3vLIibG58zTJabumRpSr6yJwAfjenr7G5ejsHsmwLf+svsNkvYqxpFXXbXVHYLxob1h4F
h9gZE2LsjuOOJilKsCzDcC6m4DSBwNqy9BB004FW6nfUexfHY2ahfPIehmb9XFQQOveF5C7JmTY7
TfCj9pw7vxTvg6zE69pgQM5QP21LP667Im0MoY2qlNV+3tBiuTZIn42bORHjS4OjM74RVZs9TEX0
7Go77yH7AYPMpo/WJs9uCe6ZwJe7MYvONgXmh6jhwVcFC/eSMd8LyxNz0pJuqb9e1rV+isipPXgD
swzk6+Imc5DCsE2yUTlVqy6Ozt5KOyzzDmYneL7Qxi49D9ZHNPsbAo90QVXM2pNHc/1M9JhTHsTo
Gjruw2j3S7q2X+dxY2lyOOMwGlkAKSpEb2gQjAUlGdfzyXotdoo2Ll9RMs0ErywCUoGHkEztwlh8
woQkeDVomoHMpNuDsGqqyPVd9Pt2TLyvmWnEl8zRmoSzpM8qcGr6jpVjfaQ3T5gyPodPSdp6qByq
9qssht47EhOzHRDjVGO+MiyYFiAqIBarM1bpotmRhKzLfDJ++n7QsIh3spyl3hX0GfNhhn9JU0Ld
IzO/MiLFhr14scPnRY4ePDiZfNGxb3BB1+qZ003ANlFZe4yXNX6cvOyrG5k6T4UTBjujuro6eZ7o
4jdOQqN3l438GPgFIWjvUCy4uyS1mnadhV8yTjFgMUeCQBAkaxvlH7KOqfC+Wx31MUqRyFSkCcZ7
03eVOEyc90HeFOaqSSsC4DhDXNCa992aSQW3Mf3olvUIK01gjm99BF1osyr3mZ4JyjnHRWXyp44E
JM7gPDSbjCm5dJ+cJtsC8aCV8Ig6ZzgBREjeMtdW582d3Zu0qpJ9Bi8s74dxPNRClnB4lmZlWyyZ
P9eqNiy9HIERXETPiY6uZIhpw5A8OJW5x3KgwNvZxDDyHvQx6ivzYpCEnLGn2GWfFp13cRVpdtob
IK6sQthvCMzWUzCU3iejvQDc0VbX274NFxR6bT3Js+jK8BMnXptXzTT6R2GdDDaMUe4HJpYnk8Ew
UY0ZabT0zcXFzM3kiMkJlL//xd2ZLceNa2v6hQ4rOAAEeZujMlOjLUu2bxiyXeY8gTOf/nyUq2NL
6dpSOPqmo28cFS5L4AACC//6B1yviUMSV1ZSq2No5+VHb1SPoLr4GDS9haNr3+C/XBXXMVF967Zw
9w3r4h7cFVcD7RjWvW4Ce8sWC3MxKGBI1uOwX+IK7uJMxBeCBfSixavlEDtltgso3FkOEdWT2duc
VG3oPe6oPsVO1h9ajQuDE6fuXU+tfddpiJoFYNypJQRuNMfsUGXLIlx7C+Er63SJOkOVPoSa0LpK
sJU/uk03X0d2nOWbJafWxJM0z7/XXtPkW/hgxcHDn+96Hv0dKHawV3SgAUFmcmqoA9tUfWjJZFqM
BRLybI25BbRKjG9AENFnUyPrId2qyg6KY3FwoXrL34xVRguC/hfUELc8NSonqhQQ82/21AbVe9sO
ezWM+jhBnT16ruuvIaELKE5yuGPp6RbGVCz3MEgn6t5IdxezBRjYG3NHgnIT6w1cA1hFTTweA4Cr
XWLP7afWccB708SYLpLGTE4ATS3WNoPzxeegU+KJGLgmZADX7069O7c3aeMPDxX212JX5S6oJ8m6
0AAm0pU+en3tXTlaWZQzWf+BEyUhQLOh4FMGeABG3hiWgFAdi/UkZlxuMxNbisG0elwM8BP86eYm
Uxoyrv01RHG2bmD/pGtz8hFMCI1deGdk9NNQQEIowvwYghxNAnqgOXoWp5++VYNdJTs/jcAltWuP
N+5geBCxQy/WON3IbIDOR4jZCWHIXdbOiA/H1C9hffZaHSPLye9JkcR7hmypY5c647HIMyKxSg/T
C5V8r8Do683cWv2lLBfiA0PVdwaBcMdEwvXytZNt7ZhmUGqmIQBbOFi7WTRBunaQ9q9Ko4ZSZsd0
DTBZ7kOx7Sl3wpuI1x/ifYll1ZRwTMeHEesJmH55vLc7RSolM/PCUfKp6cvpAxzFjGAXHHGWWCjI
k+Dw2dUQFMYBBkF42UVdBE07fiDMMj6xqlsnL5/ldQ8FdKVZNfe+V9v07mRwJVjFbyRk6q3txQY1
QBh/kkMNkI25M+1XO7rCWZhmYuKI7wjiqkes15vLEbTuzgjMdF+U3qcE4PxgTk56KWVefNJjTfBC
NcZYE4QYJYqivAhs8ul3rEFQBwD58EAzwa9oTg5XaWuzUUMVLbdlHFPoz8zmTg0sTjV2fv3o7iWu
tSGlRx3pTZSRhnySHCi3EXj8xkGOVK1itnycVur+YBa900KwC4zdgnYcMUEDoeSTMS7qfChh/hZ4
+zkMz6AxFWLlV+XieFHKB7fxgGYLzt2kuLeYn7Y2m/jcLKdKMt2g+OIU0lrhbTC67i5HOXyV1YV6
CINp/pngKKdXLd7DN7mpbzhANj52XkGz9bMeb8o+w2QsBRNcj63R+Sc4hHhYuG1pnjwyz9lwPMHb
qmj1x3r+AGNWbloimf19NhjpravK3l8ZgkiJtdlWLGAhCZvOCuA3OnbZgAG1ht+xtetksfTM4h91
OUPV7US1m6JYYFGWG1G7K2rX6deltJcJyTHzNKgBMLjiaHlptIU6TA0mJLULHFuVfPIgeOKbO3Xy
4zTg95M1zQLidk2w6uNOTFtzSmzMfThgxKtIQyDYomwAKSdf/dGhk/BFZmG7KrRwPlg0x7YSJtMB
nkR8JMXMYULSILnvhoYWmltAH1qsePyfEN+Te9NUMEpHdt2lEbeO7KZ3cA/Uvlw1QAiPU+hpvBqT
yvmuzVZtnJYNjjIg4/w5wspe921anaLZTg+NxrnC0BFtkTSjE1sTBLCmk4M9Z9i05Y6RMS2MrXxj
w0JfCU1fzZBd88jmlh9gjQDRzmN7oclRwWaJOYN3ylBkH/0kTK8yJ4vvc3dKr6E/4cNTtTNP3zsp
XssxSHS6q51ptGiap13DAUhTKGgzTX5kTUbLIeti5/vUOelTlhv0GkLIl3jyj8cKC/R9UhTlwdQ+
dlDK14kFm4imBXtxONy1OlDgz5HKx0PXW/LjrAa7v6hscvnanpdO5yl1LofUNOIVp+mYQyDF1Cmd
ajPbzVmLUAN3hXQPfwJnuYl2yF1icybaBqntfs2sMOvWYDZ5tLHnqiFHbkra7ELZ6WztsrZR34aK
qNfLVA6zQiAyj84haqLiKSum+sk08vnTiJt6uhpLA+5WO1CX8vQiQ18NoiAIt0/TXJzSdBp2eeJF
j5FbUfywh5rzhabi/Elx1jBRVUQ+pBEb8ZXdmGG3QVqhb0Ynt76ATpnhqpVDeIIYFjzWubpn/zbZ
OUha/THQEIpgYPq1ZGZNzVNKLu9xiAqO48EzviWznv/Ozar4zr7QR4fBMNSd51h9RUqfqz/FKVl0
KztykmhdA7lcIJ+Y8QaMq/5oILPeRrCI7mNoFNs4l1C1iBSgSVZ52THJUKAjjpHh06KNZiUzcAsr
ofviSfg4YpifkRrlFY+9a+dyF80W6JrRKpABPORGGAOqaWgGtQ5yClo1/Il2MAamwF4Qt7Hcir+O
ImOD0V25mFVB1GH/zyNoRLZGYXsMGr+FQjxE+js/TdEP19dbPB2rL21kBKeiqXDFINAqrdItZzd+
SSXZojZGWJv9LquUoLKfmmwrmlx88iCYrNmZ+Gd8kw6T1+8xLwydPCFS8PnvEW0sN7pgJ3aMQSN9
/GMYFhBn/MS1cVMMpJnTwRs0u/XKDfIOK/Yc3GG+yBoIoDBmwr4qb/Iw4WHYtD7MiT4kwYdk+vQD
OZzVNAA7OYoUsJ3KyxR3uhFSy60LLww2vz9WX2BT8KwqOhAYtHsQItZWktv5CczaLD85dtHYHsdf
J/uk8QWCedYSA0dLq2MXQns1cYHEUzrpVYNrd/0tLxQQTB4s3ke/oBzwKx6S3SZAQZiKxNlllBiL
FWGtAnIdc0wFL8wBmsralV0y3o1BXX0xpMMvwDSQx/cL23Eg4+Unw4hoPQ6NyTtwq5Cbcx2I81Sk
Q42btkTLiVUdnDNzNWifB9WlmltqG4ff3/KeQF6rqihvDItEohVAm5Wfal3nzZcMZwSW5yqYy08m
BLzxjuUyTPZE+on0Cukd7yriuJ5eYQAtErkmcbhLry2WnvyyJ/r7kcK/IeDHReyHvsWc8R8qFR74
Zh8G7b6DdVivoZTy20jk5EL1UMrsmmxSrgpJXucegAFx8CsWA1y29Ka4ThDVkNHLNYwnb6QxBq7l
ANtBQcNBeTCqokODUXKLYya4fNvuhpECSYf7uIOpohuRXxruhKpQj+IBrojNKdVLLnJJgCj9+Pwe
4u3grv7HtKMCuE0Qu9AGUmHgDLmIzS5pqhsxFLiXeWUjv7xorNz+6hH8d/8ORb63b2Pv7vGh2y7f
4ZnqOxlC2zdjh1lrO/VNQWaaBZ7Su+MKyxId7xyry9v122Par7t3DMrP+jZ+J7Tv6Mq4Z+0Kimn4
xBRPME6M6gvoHQZ7AbPhb83xbmN3szyKqalpEvdGEXLuKYj4nIBaVhBm6rtsIIdyDWVcbhO76FbF
iK/55NTyaz14RIfIaOBoXM9YTECxcYqCg0vrfVpyGT6q2iI806qtY1saFoRwN9H5O83C5fJfdGOW
28ODyIVEvmhR6QW97sbMhl1ZbB/QnEE2mdulPhBcUW8WCcatHsRw5Sh4vQnk8fu3n+zvD9aip4y/
BXCCs7SiXo9c86n1cYHgoodycWmmeCqCGkd/R7LiAEGjO0neeZe/mTrz7VmYLygU9KjHSRB7PaQu
4qbrc2AknWfB9SygF6yk4R/HZJawPQLfu8xTmFeG7Ktj4Wkoy3qkv212XmMgtCwHi0QZx/7THCde
wZJOQM+PbqFnq7NHUdTaTgmw4NRM//7WQ0B4i7US5aI2E2qDt5/78kZfv3EPbxFMwR2P5hvf0+uH
4E+BW8Jy7BAH5ByuoqxyujXuseLw9jjLw3w5jkXskMLCBJDUxP3qWUP8/elDXISE+Fj/M/WE1PBN
4XNhNqDtJlhRttVlRIYUUAZ7w9vDnU9khqPn7doOHVL6AOeS6mKy4oL1qFxVzxtPPMb0HoiBWZa/
IGXRzzARB4RiYwBZnqmxNm9fwLNt0us7Zk7R1LWFpKXq/vr/L+44Hux4hKhNtwVPtu4xarLZ2CZC
EKVCIE94Q82BWo5gkopuQdSkX4J5id2RMLsA9JTGba4zQxCTlqbiNXQ++D5BoTy86OyUWDZypGPk
fi1EpbUYA2Qoacv6genEEHPGmO35YiSNhOBkI5pKAOACeeRklqTwVGFlRBvZociBIAxcv5N9y0ZL
I2GpQeFYlDc22LSmJSDQFObG2Hz1wknEp4JC1r6mE+FWyHHcabrQGd5Gt9kw8hJRm1gY2mGnB2Wm
Yias6mRk021h96DYKvCNXTWo0PLdaMbL1jsE/Fn2BurYtMRgrFaOukMAx9/WUkm50oOjMO9lxbP2
gymXnRiePNt7n3PxhE/hdO20vErWtfAprMYq2ME39Y45JMJkI1rVEXCLu7PpRGyVPOOYGiCgzXDs
WgjLj4UfwB7RURQ9zLqd75QxtWymtuASZBbQlYIhRb8l1hUbOuGOFCGtZ4zzRSSnqftbZoIquvSj
zvg4Jk7QHqayZ7tvOgnTl88psTboZ+N8Vzoev8eJQZK29lxj0gr3bCRUUEdUUcRI8aDAaeK9MSY8
y4BuzoxxRmi0h5ZI7SU8Qsf0857rEVmjXTtCwTbGXey0QKlNMY7mRWsNZn4a1YBjbIsEhEM+EY31
tn/+DV0sGITEdTQoJSQe1DUhnjAX9PaeH4LipnHDYvTSKLnYmRo/WQ95HzW3LVyiL6Q4Qya2qzEA
aR78HRR49Wg78HbtxKTPMSEAug5a0nW2QQURvAoM7ylIx6smKegtuEUyXVuu4ACZNclkHH9VaeNA
dg8vthcro+7zjQDZ/GmVqX1HtqMlVqGnBOaMeTFn+JtUiGne/lhfc2SgViyWfJRQPsuudF3LPlsE
3TStHAuRa4x2fcQI3VN33CPrlCfgkK2tOrpOvI5X8Pa454sv2c+CbVYxvk05cV5N2APnw8Ab6Hcj
M4fLaCzORyjyxtu3x4Ej8nopQiG9bHa+RB9rwrh4fX/gqqJvk1KvkO2rh8i38r8T09H1BdRPjHft
AvbzKpsxmjkFs1V+bvkofr59Cb89YkIC8T1TtHCwObSfN+MXqyFJqLZR5C6Nm8Ebb8uJMh6oSd1Z
NjzOlSOnH3k48QzeHvW8quCOYceg/Icw4arfnGHowSG6AzZdFTBsT47F+YZVa2l3Y5qDo3wMG/7t
EX/b57hP+BP4N8PagZ5wRqMZ+HZRgNIGnqPYv0HbNVSbcHT+9ifNUvL2WOfTxzYlewzOM7B18B44
r5kKSCt+O6IwCH2OIkhhq9S4K1si7r+9PdC/vTz8V0hwsOCfWOd2M1EX4mku1IwctUy/SUk0HQKS
jL/we5SOSnvjj1+EjrfH5cs/m7kY5QnoUNITDrWpcM5nblQWbhNYA7VPm92YZtMcJ2FCYE6nrMCC
WpTuj1il408UltYPabR9hurMa56ayInbreFN9Q+7TLSNXZspTykdxGlTBX52p+DbfUIzml/6I+jm
ws5PHtClJU95bJsI5QLPw6oXdI+ttp8AMuMYRZ8d9v1TFnsLZSf2x6Nk8pUbe/CnJ0f2JN0bCd4O
l6zOtJhqt/w2tIFR72fLHnFebgvvdhEvQ6CPdRh/LiGbty1Cidojh9Q1ICnu1fP5uqMwMNYVjbSc
xg4ixwMkXbYb325ZhprAm6vjUM5C0U4jG+QCwg2rdiSSlqyNzkBviniH1dzXFX9fPINLhsO54oqM
s9m7FXjZV8cww+7t2mxLvO/RDdPGRS5l5sfORZuxbby2gj3U5TlnXrvJ+Z1FVNpsnP58G0KCh1bi
Ccgqc8VIGf3Fq7rXubeLZ8FCVgyJcdPAD0A9sgBBUUh2W0bPFiODYkHYYt+8aWTeciPQdMCcJ4oE
HwrxHrUtcUVOAa/HKvqfuDlIzIrTPmTjnzyT1CEMz8zLRiYg1jIVMPN11YmLsiomEE5DBo9xVBT4
FaCKuhghy35uqnh4WCRs1CGGK6sjNvjyVOgQefYUJV68RSHe7HWyrEwtbLwL2tWeS84U8Xh0DIhy
JE+EcLlTk86Q06pBnn7tCYhUuTsTqTsRf8+gUELiXfOlioblVfkeNUEVxtRjv/49naBFuBNL5aHs
1p64VECWn0cYyRvlkWp8geU7yYNp1hhfCLxD1QXNBvRImMH8FVpMeioso8SopTLwk2wpc/dywpdp
mPyh3WWQmjHhQfkfXCUFAPRO521Tb2GB5PlVPMAeX2ejK8gRgOCD7MaRTOZf9JcZZw4My4s2JN4r
9xb68sTWCfxdRegZ+EYw4nh+uYmOETzCCS/9UzmN/yTu/BGB9P/GYfj/RfNgAfX2vzNHL5+Aip9e
UUeXH/hFHbW9v2wcGUlbZfM0BeGq/4c6ShqrT5sOL7h/4u5YQf+hjkqPVDs2BuAR+hdsFZQ1CzxB
HKuUf1F6cM7nyOezxf5Z5ios1dfLNECBwykHciIejoqRzna9dFQTJxPIUVBYi59hVgdfYqMv5g0k
vD2pI/JHWvQI/JBFess5J+229jj1VzTaGnc3wke9B1qx65XbWw1qw9pok+2EHcheeG0Nwd4p6eal
c+6ZWxt0HmeJTho4mw+u/oKuSHbbzKOyO45GDI9cdz3ch1yl6J5SGWDJ0XHw2VlSBfYpZPXOEIpa
1t8zUPYpIqxtCS7Jhu9aJXa37WlQ3QCs4VlS0KU7oMnDFscgC53J7yKNoUxE9oN2Q1JBVYSVrpJm
wM89oI/52ck8QWvDBbIlqKrW5Dg4kcNBJnLlE8lxVbpusigRa6vHjmIX4Xi/t6aLyjXSz7YMIEMF
tDGPuvGrzZjRfKJLlGzjutDudtboczd9FQVfg5BW5KL2acodQhHAf69H/4cyh5ySoPEC0rCbqfhY
oprjUvsquJgsRJjbKe4BlFiz5nXfoKDakf6uQKnDKto0flo/zTar7UrTY8QSxuNssYElmgQrJplL
HgwmAp/weqbLi1If9ijJLVNI0YpgZJXGY3iRBlneb0XkqYVpCm2RUxqzclUwga+Mmor/WMXW+KQd
bZnALHb4aKua44cnwMnWgK0Nirk25phct2TjdSS2PcxzWGOjUXM02YegQTVY9UAww5B5ZnuMkY3R
oJ2lIK83i1IcV1ILvDuY6bTZliT2DT9c80dH2vfRqYzcWw2Wpu3d92l33WRVZO9ru6ApiJUloIEY
glHuqrnvjlNudxW9hY5+VQpjn/dm4/DPeqlkuEFGSKZKD6z+2W+92l+NSpN+Ydj9piuNSW0xsMLb
fRI16KtpN91lhxy92MRlwTXALQmHi85V0zfHkMVnjtolkwZh5TdRmRlCbAHFYdsJEcUbsnTGYN12
wfJyYCLh9IKN6aWGbRttorip7wThTY84yJnFGr5R+mPpVVNbxMr9lC863W3qJdBTa/x50m0/FKT5
kZT5ue1pTcFGzVykIcrAkKjESaJaOX6n6+2IbOtRTLCQL+ighT9NLx2mfTFwhtwMThOnNyNkHfgp
vl3Um2Kspj1aDkzaLJhuEG5sHT0Ec+g360SQm7oPdYW2Ommd+aFir+UQMNn0xNqpQaJkaD1E0Mls
XPqNFIID6QQWioguGfCqYM6RXxkO2lhhw9R+HbvaeQw8rYMNlT2dxarSQXPleEtCAGRYle9xgktI
eM1VIQ5hWHb6AAxGMkCTJSQU5vYo2z1yyTi5mQajMy8GLEJQ/zYz79wyIrtZCx3AENIZ8cXEK6gQ
Tl8tFmsVL0OnXvk+2Q613czjEW1xcI8BAIi0OdMK2sRV3N952iutY2yITF6MwOjDxxGjGetrXDgi
3yqMBhf43RqrTa3n5jM0HSnwWhp6jBy0w3ZL9AZ2Z/gyTqhlYeKkGmkQ3dzqJk4jGdyFg63oCQcG
hjJ2q/3hsoPCae3zvhDRder48c/WReaxilKf1nYxZhCAIe44zR6yCcGhLnjk1k+r5HvajIrQS3yz
7Q3cWif8JnCr+YooNfzRd63zo2bnCbdD2XvyMmbRwc7CNc2HorXFpiQfo9pq1yKMxbNF+mghoSXm
FNTFX2nPDR9Vbjf1JczXWG2LSraPBSLAadNxtKDROo6ko+GAh7+TlCA2a1Hij7GF2u+GdzZ+J7Qt
IObnGPV983uLHAagIeg/ozt0uCJ6S24mjhbO/Yxmull3ptURGWgqo16VSa9pvmZmAHRuQRpj2Oax
FlnzzRnSllCOsmbXaYPSoAtnibJYN61BB1rLDupLgOmLtVWRW8a7DuuWje4yKzkYpqF+Vk09UiMm
AT32pLec6QAdxHegIlpjiAEXrllMpxRwzhO12sJowivQq6qc5TMa4UXIyB1oeHM+/RzLZrD2hmNb
37RZBZrFI3HNjbaNHq+hOWiBnOJU+wfOXO33RtcdNiNtTYioFQT3jSLR5SL3vC+GAikUuUjmfRZB
1pwDPXyTXRmeOteHFZqAwGGiYuM8V47lvWaLvRogXf1czBm8vRkV00ULiYH1kyG+V4msfo7GCCE8
w2g4OvhDhmrXcqGPsf4mtNJhIY9f4wwvv5Viin6WrbCGewMY7sPsue2jV1tNue7jsbtVQmBll87B
8JjijQEiJ5YuMi9I7hXOBIS0x1N2QNtd4/+HYV+507ULblCoZETRlk42IaUoYnALaPu90Jn8WNJw
Czd5D4K4jSSSPKSaGEvQIjb9L32VLylrxKk+pRDO8F2oEpP0SihJzc4LQMfXfcUJcMVyNP/kfqjw
Aa18fz8lPbU5RJWk3hBYhfzXQ2R9E+lowho0tcYlLAmK2crUBVyo0grwgEBGkVprKK0R2XFDMLm/
uhZ/VBj//6msWqzG/3t5vP3ePf0o9cv6ePmBX+WxoeRfVMC+i++gWmyg/yOtwk/gL16zpcBKSBj4
pbr6p0C2/mLZBI4CGhNUsEuT4J/62JB/4awrqWiXYlvJPxFWWa97EUAmOPBzVT4er7ikAlq/Rt8M
ttAotQH/wcV3+OfcO+2w1vnPQoqLbPQPZbHvyHYoHjJ16al+a8H4a8fyUBvdfqwJMLYJ9Byndxoy
r6Gx5apQAzqOtRTtoJDnwiv2HSzWfMPfdqZXrfsRWfzQtP4W4GRpC4Ndv3hdt79aPS/btcsR5QUI
yYD4JDvL+YUn4fIqzs4I8JaTHiqSC/eagy1VbSHz69adXThOEfgr9Ab8IlYDie7N2jU7/LuhmaM4
WrgJxDvDCAWtrjMoQoAnyM4BdKBIyYWMxDn2DpC2faxTGujbImUDwVPBhLNWj8L+XI0zLdiwj+bH
KGnlV6NTY7inCwBTrvewuPpYND4BibktZw3oE2OGvtyJu4VKCTUUnrSM9u5g6myFWGzxXKmXt5kl
RcpSOtvth6CxIGWWE7ld1Wj1ch/PHuIud4JglhnYde8yGzJ9lIemyxrkuEdE18WwR8pTw5BEg/MY
ypx4T1tEWOkWCYb42GwN3Zea9m/Iql1HO7S2PfUZEWANbk/KLfHLgyi8KiQWSCvXB3lHYYuz1yqy
8tlcA6sX7U5AY5FrAX3uO1a9I6BQ0NQ+jE3oB+s4V8onmrApU6x2humGZIEOR2sbDS14cVIt9FK0
t6veUzmqKiqMACWBgelRZxjk7ppmJj91c40/CG6H7sNo1AX0gmywWhwYq+Taohye35lNrw+cz5MJ
23wPebwPiZAu29k31SVxNmIouxWczQ6umfnXLl4NNNsMS2CjmY3VoUVaAm0r62yC83qoXu9cw+8T
mvaxBdS7rBCYcJ8paxs7hHzE+XtbakUEaRa3S8RdjxXMcVZFykwxBmTgwWiyUY7K85vd25/UWQdb
SpqLwrN4P5KeqrDk2RXMDec/eF/mdogH575L64ZOcTNsJrgynDS64uBnYbHDH8dfz0HsXRoDMgpF
IwUXuIjAtr5V73TVXwO2XJK0WE24IsgZcF7OMWlluFVMmqVFGFyQXflQ/G58Cb3r7Tv/11EI34Cu
QE/5N+5HOIbwATp8sm1nLE4YPGRbHJ7fw9eXvJyXSxY34wCf8JJR/yC0Pce962QJbQm4mapMvVuf
svcD2jLxtyXQNcyeuPYn/zNLs9hUS83Z1mn0zip9Nsd+u4LlQbxom3hWac7JSCzmMFo/lSgq2naI
WhIohqVbq/UAKRYZy1S8k9t89n39Nu7ZnkU0JXHXcU7EWtQNxxl04pjU4iv8xQ4qS1VjEoiv7o+p
cBFloVicbt9+wWe70/P4C1UATaxjEZHhvL5vozASGFrGwpuswx0hhYv7laR8xE7yiCWR++3t8Z4R
qv/wE5Z5yyvGap6uDdwBdsfXA+LBniPBoty2fY1WxsMEEqKY/SnKFm6+GpODzFL/Dsi1v54tOf49
ubn6COsWG8S3L+X3ue0QK20RJkFRwu0vj+bFKy9JF60nQcxrkGCmyjdmfxD1lN69Pcrrls7z/fKF
EpuB/oHQnkVW/nKUgVOpU1a0vzBXSO5b9E2HAhjvXkazv5owKGC7hAT+juD793sTFFRwM/A+gO1z
7hTfGQiYs4rpLCvyKpKoS7cz0s931qBlcr5+lwKLBTBRkM0FGV0+qpdPsAzlxOs0UYg20W7Mx3pf
wj69pPORfXn7Mf4+T+n2+cR/sBGR6aTOiprZwynDIdNqs2hZrwqMFR6MEWJXWhliW8IYuHx7vH+7
NZgtwpZ8HDB2zl6bMY6ScFvPxMexrPcSD1eqyiFBr5ZH7wxlnd0byzKLHhw64N6lsF7Q6JePMVKu
BqoIcUapcb4jTKpwu5WsZPnN4XQGu921U5yJvLrvyTUWw4UNO444m7CupstcVWaLp0o93g5hG3Tb
FBGnuBpjtN6rcIBo9mcvnaulsqaPDuFHkRjhnFUEXdgKpcvE3mJgibkG+TabtE3GHVEc4TtfqH22
L/way1OOSfOVI8Jzxf9igllzN3cFJ1FcIzvz6zCPCYF2gWw+6aLz9RrcFR+FOY0yZw+u4WCIGnri
aOHvM609+sf4GLUpbsMuBt5PecLmshNp4JFBykH0vmkywo9d8vfEZlaSNOvAwjbn8EczabmHhZzk
mhAPaCuYZyssxk6jJcFLUCo63iWYr3ecbT2dFJDoh7eHOltrlqFYzajtrYXjAK/t9UQqathN2mV7
Fhgu0QoV852ciY5ZzVBUt1ZhBveyTrp3Vjh7eeMvloHnYR1J9tDSHye16ezbLDvPZCoi/iUAs/mQ
1Gje1iSDGTtLB+W8bWEcRmulxHho09HCqh2fgZpU9AjfZeCxwr1o8QtWxNpg3hC7yYxbfRfHe0kf
rQM89+PiaA12Jk8jUZ3F3sNwKdl4bU97AS8Zb9i8/RjPFs/n+6EXTmOT9dMhmOTsMUIQbQaTUwoi
n/bK7yp/gxQlemeUZQU5f2qu7fGiYDGwoJ199QHQVA71xdpmbZFdun3n/ijdxA23cetFOG3k9W7R
IVwWnfDvQYzSd7aIfxkfSib8WsxIyMT0zioPFAJ2UyaS1TME3db4b9jiGKn6unbjv9HZQJr11INw
qu9vP93fVzvOpi5cQZOMPhjTZ98DiJEdFzDMtnnloM6cdXMwKyyz3b5GYmWo9wiCv98nPlEC5vIS
nULA59nszEXt+qFR2tt07PSlT1jKR4Ef5iHlGI0vehwRomDYxl74cLtULDDrf/uGz0se5hNHf74N
TF8otZR9dsdBHIuYzgt3DFD1Uancw3ttgP3GEbedgPQt1YNCuBbh22XqOiiiyrjz8Qfpi0917Mph
/fYV/T7BwW4UUw4UgIfjLI/sxbKqI0o0QztiuwQ3rr26+OnMXvbOIM+39Z8JTpFHkiZIjELYin+5
lGe3rSCJNEXlm1ukQbDUMQqT36smssaNB71S7HIW91vYoxCjslYBhTcpfVTIhwXiSTSEX5Tll9lK
ddj8rowc2gwKL9WcIn+GWugkcWED4RCKuBbRnD2iI5rzi5DeS7wKyxS1ZqwsSOFvPzrr9bN7vitI
8LxGuNMsduf2PX4YwH2IhU0cWL5rQptCNnGHFRx49/s8zqO5guJnfCV4APmc0dfdvi2T0V9Z+EQs
+TH2Gs6CvBOekX56+9JelyxcmQPE5AO2LBcHB+xsQfENXvaUaoW5WVxvoLM7+LwB4dx5oSUf/nAs
seRwkZgAzqaoks4+qq4bAPKxHNooduaN9kKU/O1cr0dlju98Pr/d1nJYILaQQ7ha2Npnq7EfYcw7
T523AU9yLtFHIe4UUb+XKlO3b9/V2TmfR7iMBYKJ7IA+vlqAz5cfRuaEHhwbxjKL6hpqiMmC1AHf
47D33XcAvDwkBNBoZ8waOoRXEW0iIgVSE6uKpNrVaSjeOR/+fveU72zq7KzLqekZ7HvxqdJoKhw6
9dy9IaZdY7VEr7uDe/D01P/xg3491NmqoIQ27SJjqDgqsYQF1VgrIt8OaTuH76wNrwuV5TkDUJJh
iuSRrcc8D9skBiD3g85zN3NhEgJr6umhVKHxYR4n765vQgtOTuG8s+H9/ukuo7LjMnPRdLP9vH67
eiqmCEmVonIe1MfUTAzM7ERy8OfGvgghiK4rVTYrXHxK7L6b6JI1vbyN3Fj/6C1tS6j7sv+AVan9
5y+ZY83iugFMLGAavr4w3EsTzDSRfELZ9HdV3ZJ/js5/p+PA3L49xf9lPgHF8+Axf1GKPOvXQw1l
WAooy4pU+NK8cMLGvbJ9O702yfT59PZQv62UwmGoBe9f9plflMMXU3fGVrJc4u42eeOqNe2iCAPV
6b3l4TVw8zyV/uHecEpjnOUqXowCBU1XwgkUbqIKpaydWPKL04TFacwTicrF9rsbtyzmE/4IzTvT
+Gxn/zU4pB4eJgmRuOmcDd6QgCaQmxF74DrdESS926ERFjduHlQE9kT+PvSkfADWwMMG7sWByj9+
CtWAcOnth/26yvnnSlBiOJzKgFjOex9mEQYVLXIFTj1lV80cpN8btx6v85FmpYNObKdKu/qkBrO7
r5quOL09/L980Chb+KZY85+3/NdvISVpIyFQyN340hhPuWE6D6Pogl3StfdU/t1Opl30+e0x//WW
MSlz4Qja1m87sVu4k+GNOSEiJd4fqW+D2XH4PVSRZ3xje51Os7Dyh6GZxj327+P928P/25cEdOQu
ae6AsOec8i61iBEaa7WhtUnujed0txCSg6sWed+Pt4d65sW/KqX4lF6OdbY0m4SNaC+DDdlLGJAc
weWxTBpnHxpdfZrcSF9AwXJA4+f+ThJRc/2/7J1Zb9zYlqX/ykW90+B0OABV9UAyBs2DNdh+ISRb
5jwfjr++P0bm7bTCKqnzFgroBjqBNNJQ2ozgcHj23mt9S42m7GtpVNZFj/P2X1hD6IvwbKP4Rst/
tNGYzTnqk5F7TZ2bMZAN6yj+mZ9shqb/5pGOF0YlKsuMiIagzN3ZD2m0bUoN+2E+qE3wwTle/67f
z/Ff3+pon0E2GDKxHH+SVlvj1WIVEYkhhX4VkxlHHFm6cZBg+jmG2JzkPWO4aInmAsD6UV345n21
Vgz0Junr6+vPf1nQehqVJq8DJH7DDHtdhIuvj9KA/5s4H3zntw5lGPT1MU3RXTmOloWONGt5x/Jl
xJO5y1tQv3ozGUFOe2f//ul9XfX9sT5xv+BSQWaO1+7oDoanjRh4YnM6lowXzdgqv7lq258BKCm2
C7Tu0/ePZ75xNXn3sCCimLSgbr4+ixH8AaJKKq5mAx0ZfIj0Kx3LyftHeWsJwvbGIkDvTrAhfn0U
ojcKQmQ4yrJo3WkzLsqlEdOrU9TW8KDoRL4rE+OiMImpNUZyut4//Fur7q+HP7plJ6Oz7XZYF31B
3x4ej7PNYYLv4lGocHCk8GkUpbv3D/rmmRV0Yeka0HM9bmiLIVIr8qHWK2mmAenI+QkpfNkHR3nz
1hQmRaTBxp+O7+szi2mxqE2brwZPGnR1uQL0IvJ37FB8cBLfXFx5pmgQ0C2nuXl0qKxlf5JR5wTg
jblDUE6ap1Yipz3q2aAMk3kz6UO1Xcy9hPr0pRH28sQwXZ03Nf3cD+6oN58TG08LX5pvffz012Zr
y7bj7OLR0jfq2MKBKwwXW5fRBD1MsJN/4Wr+cryjigfdD262iONlMbBO4mVNT+d4H5zjt+4ZWoMW
TWN0arzwX1/NkNS4iiQSRj25UtxqbRoFyhir/8J3+fUoRyunLEcAEgtAWyRT8a4HjbTt6uWjtOS3
nnk26sY6jAao+9ueb6J7WSo88wnB8qezHSXocZt0/DrMjM+8ykgaunfUzNh1GsyUuT70m/cv2hsP
B8MWzAhoy/mP46Iwd7E/DkXpBNMY9WcAkpZt2EARLJmiP7x/qDeWGBLf0fPgrqX/fjx7t9SwVSel
4lB6VH6F8jl5Cz2jrqvqby2vsG1eher2/WO+cbdwTGHDR6ZMo+Z/fbd006woROc4QZQ0SxDjZz6F
pPzR8OrNo+jcjkzIBML39Tr/8p61EWUuc0scUA/oPXB0Am6JTPjgxn/z9CEZ4B8EFLxjXx8k74x+
tjSuVGKs+WkKql5k6sL+upC1eUV/ObsZsWt/cNQ3vxqtN4eTB4hcHJ1AduLEnAwctaE3cUG/FSZN
/OEkV+ezH22YXCHw9NOb0amsj5aOjriSHiAgS8c4AZLCSf0op6TaOnGxnNeKlHfpYiy7plRbX1FH
fZfVgCg7Pc8E7tPmo5bUm6daAOjWWTlZY45ONWA+tRI2RTTNXeJHx6SctsaoN7u8nmGhELF6QQAX
Ap/3b9Y3lgPOwl+HXc/SL7cRrFSk3M1kB2IeyfSth/BlgX+5yaTbBEXUpDOmHpAGoyNmX05gpd4/
/hs9K4O3xaoBWQekPKmvP0DSTZBMq8ghgHbKHnjBATjWWiENL3c6+8kZxPhj6axl9iKpaneVXppP
CsTkwZPFUlSbehGRSovLZhrzwUd789zQ2aDFo7FFOn6ZSUvGxoRfNGD/inCkt1TAQzJXLqmWnUsy
sbQvU2/u0g4IbqqHy6YRPWLg3prvltE0X7o2/GoTKY7XLzFPGjdKt6ROpleJlYxIsZ1w+KBF9NaD
w4iOuQRL1ypReH0uZ5ErTmEKKK9TSaxxhAhXDUkqfP+8vHWnYs11mfkKyijn6Io1cQn6Bj5aAHYO
dmyCl5Vkv3DcakY07VzyByM/qhSE8O8f9/fXBpBCYA1IqGgksjN+/e2IxU3h8VFFOFodkR4CkKm1
43ybEg0VvH+o37syHMpgsIQwiQrj+MqPaQ0TDsFboI5lcd2NuEK8FK09mYJoUIpNZqhrHqZqF9/s
bJg+Uowd0e7XcoNbDtQGXmTQVr8t7mPdz0XhRGGQkWpvgkJrspdM6dlDoTY0L9Ncx+9DBKF1LtIS
zJwlx8+KWjAq7QwMjKv/crE2LsxwJzDbJR09XVlDFzurnls/FMQr7dRmMJ+SZaph3y4hOd+8IfVL
Byd96mEVQH0d2Wp7y9Zcv1kbk08dENKFvJa8qrZF2bWmVxXNdFXKtKs+2CH8fiObcGXov6EqwBn7
2yyAKbNOBCFrM1lrm66y01tcD3+/b8lRVl0GzwovreN9SN2LRGCJpvfW9kx1yPHcimV4yfRi+kAj
8db9pPNtWN7Wuexx69ZBZuh2PUdCs1qfkAGp3wNiM7ZG3dLkU3Co/NRnuRlBUn00E3jzVDq01BxL
cEcfusq/LPB4I8yiEHSNKergXY5T3W14ryY7Q53tL+EYNTvbquuVnQA/DBQJyCg9P2NR0yCxIhpT
svBGgCW7ef8Re6NuWctbqoRVucV/rOfslw8mO8E7Lh9oQM2dMBg7dfpnCznoHXMg83ISNcjzhejt
7zN5RgNMMAfx5OLwEPrTBA/NL6x+/tt9QD6TSe2yFvnrbPn1Z0pWU4blznbAXVld4vgJvR7/yg+8
HlUwwe3PPQDOHylo3lrYLMSpDDUZgLHxeX3UVgc5OpiCLflSjAQdinJLHfVDm0g1+OCkr1/g1aZH
sLXAgLe6PHVUoUdfsA21znXpdAaNChBv5Tp7tTFFtyw3pLw5SYp9OB71b9AEi22fClIcS4eI56JJ
b/WlqL87jRn/qCddvbaUqanAcxCE/v6H/O21u35GbgzkUDwr2nF/LowiJa4R0AWNyKfrXrTK95AE
g6cusxZJCF0Sq7vaiqefPR/ty0xS9e79D/DbI3P0AY62Yu1YOrEwSyUgmRq5eezeL0P8URfytyVh
PciaaILpQHfQa7y+6Km0RSp5zxAzpZwzyjvNcqP0J8U4Bwp4Jk1xK7r2g/3Bm1cfFSw1F30lpqyv
jzk2Zh1bcBsDx2KX6Y0RoaUQWVuq2WYHgkn58v6JPBLG8h5bv6TjrLtsqjBw0q8PCCULlY9ih4Gt
9mEQ9ZEI0s6d4AulZvtzGormuSSICXFfAbcYPOuFVXxUvP/2dK2fgQ3DqteAK3Jcw0zcZ3EkKiVI
UMl6MQseE1BVXPZ1X39+//u+eeP8cqij/RczzgjBDDcOoafmKRF5t4Sb5fv3D/LWRXSY8fLvQeB3
dBCS24Ypgh4R6FBgSFBZSC/2nMZRdyFhgo8TSvef7x/xtw0f1SxnyeVqIpfEzvD6KirdPKPCaly6
SWF3pjn5fEGGVn6Dmwpu0NKn+bZcRPHBMvDRUY+WqiwkaTufWzcYXGJ4BAKjn3oTRduGKPWA2KT6
XCFl5YPX5e9XkLcLosDVIETA0rE6sMmWBROkHgZmSmiOqZbWOcD7/OT9E/r7s89R0KawxXHZXB6T
20gcFc6i4w7OXQ0QZzygu49NJrbJuIBjIqw82hXZPI9YEvPkg/vn94pLrEfH6Y8HX1PZYr6+nBnh
gFNeiTCYyWjB1UyZ5Q+lbO4sozvXGxCpZd7UkIdjG5hg5j5Roqlbi1n+6ex0xgkQkvyD/d5bJ4St
HiYr3ACrWPL1R6oTkvzA1JC81GIy1coq20+2YT2ErSZD39QrcdGUFnkLpU6SxvsXA2EEf/vxSxGX
iGCVQMr6myR01IoZiwas5NiQzlm0qtr8aKoWorftWlWp/tn9VJD/r0glneAACjlhFUnGHLtmo1sp
mycsyR55FJaAfV8TiZ4aav7I2z5+ZAB7XYW4pL2a4Y+5gcjbCly2UBuJ1IOi7dGQnpNNmFTmlxjr
eQw5v7IRZlRde92oIZ7DUtHGG1MM6lVvtBkpU2rR9n5G+wJQXqfkWdB0DpFMjM3QS/eFgSiphidF
LEM7GD9wW0w/S9T35+4CNH6T2W36SDLiCm5jykuffVrMz0Y9Vw8tEhi+Tz03DyKz1YtwsKcS46ZL
7ksDXQVncAikiXBAOydxFsH790VOZAgLSyoktqa1lWB0qczp1FaHQeKWbQn81KqxJlER78veLXLo
v/biFNTAVt1H54rQZ2Tsats8wxaKosBqFvUEqUr/OCGSTjeyNhLyFgiNiW+UEbd14aSZc5cZc5sN
m2ZsSCqgl+QMgy8cZa82kYsGo+xbbQnqpWht/V5jVkRhZPP9ioYEADtvRl8UdXifQM69INpHre60
OHIcbdfbkqwB2Yzwg0ojhithhsWYbzSs0YZP7nhmBcLqCf+M8phJidKo9pOc4uxbOzD88lPSvnLf
yM1pwUTjAAoY+wxmTiFImGajm2QdWVbJ9DIIQ72pGUi/xGNmS0+1CjX3Qd9EXeDgYFgeOnLFx61V
NmG27yyT6NNlgTfuTRODoYB4FgtAOazV3muIHf+sAXejf5zTzArqTlC1goiE0ZsbIOs2Nh61BfRF
5EgmEaB3vNqZscm6sREpmyTSUAPJZVJ+wqNOvUkMGu0VM2qv6bS0NE0zO+y8ka0DgQV5KLnVjcG6
xFG9mH7eqy3JRMBmvbZmhlPlFqRo2NLzD8YBdhrMhh3dNgZrj4cB3r4mQKrtPFlN4ADC2UB3pYgi
+zKXEduDodXzK7aXzo2E4/YZUUJNInJT1bQ79VK7hlSXIo7Wp3Zc78pxOG/CCkII7HSNvx8xAXwE
gsLgFYQFRANXTOpXnYftnk7PMG6ETkfHXyKrPUlaVR28VFRmG7A/mp4ZOA9PBokYa1fDxGOoFBkx
vpggls8ijNTPDD71b4K+INgnvMTzmgbS3pV5J6YNTVTgdJkRWhaU1wQWdl8T8UoMjZO8SCOcT9OB
VjfJC0l8TUjqJE8NrShOM6Xuyl3HWx/jsYinNlBjZUQ3CHWDMXmECLxhShidO5053SqtYn9bhkxc
CxIH4r2Vkn3C7ikTQRE6euZBVo8uTCVdJi8Hlvx97F3g9AUnSj1RFJKaPbSBaRE4M2Yl4AkxxunF
iM3K61Wj67ExG+ZLI7Mlvx4UI0p8gJjKuLfUWXNIiqB292x9qpITopjKr41el1+1MDIeyGOeI09t
2iGDDyjcb04ajZU362FN66KOSI8tihFXuUyyUvp0GiPecRKWpUdk225MjfHOmjJ934lYwcbpGuCB
F9If8uR5mhGTrazs9EssVJjrcZ21LMBCtM/FENV3EVJ5zZeOJb8QPE4ktSXsmWhZfIqWn/VZfK9G
lnVPAnvWbeG8TaTvjsRkf6VrZkzBMJkiA3sS6zdTEg7Tjoci5FMnhtp/T9om133AihGPcUrOw1kS
zQAXQxNmH7FPdKY8rZsYdruEThErMYc2WC4FgdJmjvIs2WKQqnKyAiYCTdil5nBS2kih75yp32oz
W/r9bFbE0g65IhNaXFQ5Hpm+6hzYnUni8tTXleZZiY6LggCGzPKcWtrfBkizD2RmI/xaujgkpHYg
Lt6fJ1Xpgiy1cvWkignaBhGGpGqfFSSAOOSWOT52kKzfa7llPEAO6MNdXVlkyXT20Nfkwqqx6yEc
Cvl1jCJ726thkZzp1qTs4rhTf+rtaig0oXr05ySCj3BZUnbUft9BRbnPpNKV14bOHGQn80UO3C8R
bLQejylcioHBXZCDCPnSw3QjT0ckGSgQo+m0PSnmXCoDE2zxQ2bpOAJtmJLSA0ZZn2m9O+4iK7Hu
1cZdvpjsQI0NK6i5eDB6kkdCfHH0piPWiMtMYl3aZGZZps8haS6NpwE/+4kigbjIUu1zerWGNsND
Xere9W07Vp4GpXML+jC0JoI8S9spWPQ4+Ybeb7pcinTMbrm1xyqAYaHtUy1Rvrem2fcg28LqSWVW
kvk4jZfSgxkasXa4INCM06TPeQlUYFaIHbbd0dyOCHzEBhEmagK8BgAsxGzNj0khtQeFbPPaj8B2
ZCRXTdWTk7jRuQnSAeRWVvBqV4GM3UVWqHxpYMNSshsT9QBkD7IkiGogcoKUg/jRKG0t8kklKu8L
ZER60FSD9lNpBvkyAmX7il965MFrzPTMDluiC6Ci2QMQZdPm6VLU+mxp6SRvy7CaI5CmSX4iRGfN
3lSW5jWNlPwbBBb9shWlPgXzXFXy3mjT5EKWiwF4ulqay47/C1ywW9fWBvx39hyTkAGoKS0LQCkr
7teznHR40bWRl3WkhtZ5Wqv1t76CTkfcnUbq1TBLDMjgbsQZxMlOniTJ0sidCcbQ8bUcpF2w9OiV
fXOIWT/dZRHtFuONeWPG5fQ5LB2C8ew6cerLYTFHJ7BG2qArtcO1mSpwX3tYQCrA6T2ydo8qqIyD
GctYCCJumJ8yWZawUNJC6fyB83IBOQNJtF3hGcdqnldk46Yk+ejt6I9G8WIM8ZT4dWMqZFHExCAu
jG3EaOFuTriFeNvQQxp2sayys9ypG2erumP6teJ5lP7QK3kCMKjuCaKTpvLF6TQeQiHj7qmd50n4
AxW82FhK7ZyWlVGBXVfg5bKHK+2ncgLMYUCaigY+r1cUur4D6Kl2z8VkRyqRCKRD+qZDJvUOWffq
SKVAEH7RdCE4u4VYS1jAlRqkizKetUofX6IdK7OARA/zNgcARJtxqcDom3zrIkvZHptEQRUBaT85
jsABKJBXwbeXaGCVkZg4EiabjVFFwOVTRw13qYJwYGOPkdZ7rPxTFmjgSDdNAcbJJ06h+WEWU//T
URt2RGVkFRcwOdANR+2ADD+fYZ1gi3KUAlAIGT9+SyJeyIYIA7YXhjTqPK0RUQ+Qj0xpn50vyxkw
aYg1JtCxbgOuw0jXIkv/qGt9GAu8LiQwwjCA4de1iXisTi1a1Jz5HCvEqZYxFiHqGEAxbVWfQZR2
YYfNYKWGMGVSYmRXji3Ha7E4DfyuJPwMYl85UTp72bt9ZN8WCwHVMRJa2IOD8MQwGDsAJnKXpqSm
jyCS2URAtGmXEU5S1i0wrJv790ujN/o3+EsxNeOvUYFTHNvnm4U4iVCqYbDq9nea1Zsnpgb5qK5N
cUEOVernWphessGOTQg7i3FJZln8gRbq9wYO5nkKeuqz9eQeN4rtyR3bYcrdwNRzwnTUtL9lrWE7
TqrJ3y/MXx3qqA5VFNk0VUqnoyuVeB9nWvdZiXKN9gY8sXzGKLHUzZ3J9vjx/TP9Rt8Bgw9eKuEY
IPoOJeovzXCrgHbD3NulroBBmmdZs1FAbXxQZr95JpEzU2GjfiRW6XWZDfErc/I0dQMcYsVjYdhO
R/gSG0+6bh+6dN4+GOU0HUAb9sFR/8bljW6SncRlS6eKhEuGpOw8b92Zuun9k/d7/c4NQjPjn0da
f/7LyYMKH6M+56oxEJv2MZEfe2eeFsSHNsrdqB59wCrx3fsH/b0NR1NsVQ/gIeVhP4w3fjmo6Mcw
rvPeDWbMf8GsE3CbqCSingNZ+siCtd52R+sKLx2GrbTtLUzER1+wLaNKkkLnBqQjmi+j2xHTbgBP
+lxNUg1yAhHu4tLIv5Aroe0m0qQe3v+ub9ydtE7hFJv0qxmIHt03oxWy7dbpGxv6aD80ObZG20iG
P2wE/xPIouGllX378o+Lp7r7B6/yH09E8Jb/vh7qe8W7O4li+Z+vf9v98fvopQqe5NOr32xKCdXj
pn9p59uXjjX0P/+dv+jP//P/9If/eDn8LXdz/fIf//a96ku5/m0RH+tXFtFB5v1f04vguMb9U3nM
92QA8Sff0/pE2xDbEs0v5kQHfd340sn/+LeV78kCqSPZW5UU3C1/8T2tTwACTF5KCM0Zc6636p/8
ImF8YroKUgQhzPqDvwUwOoga/7pNKT9d3N9gXjXMW6tH5aixaIYiBxon6gCZI6ZT2l0UlGpp6k+A
bGUWVMUwPwJRHO7aafoGyDMEPwuVGQHtkmubWYttahYhizOy3It6s3S4wz2jUhxlow+RLDd90gzu
NUKAuTujBaLMQdtZ0wd3u3HQ8/36RbjNYVQylVndswIh0usFxelwKSxKO7BRXGJ3D1My7nfOEpsL
ItnWiDybgvRHQvbZGdmQzUsCq5Cw02Yk9QOaX0QPBBYoozWxNCTrkB5xL0klurZQ2Bn+wmv8bAJ9
ngYS8cutGknCM1nirORkErOz5pMVOqm2jpNHe8W2pmbf6TRCvFFVV8IP9RhgaLBAX8KeBFOw+wSv
OcRgxx7b71En5HksHsw5mWy6g2pOxOVC/hC2Qpl/r9E3DZsxwtOxkpSpGEe1wjTaJnIg73HSHWax
ZGWKTTk6BC8l85CB7lAMjSg1Rrm2b2YKaGC41PU1DdMx9906o5NI4ejUWApDaoqMi3wOJNC5sZw8
ARFhG+OwoV5yR3+oMK4j3rG0br9aW0mSdMYWn3AzO6fs0MJ6xygYSp9l5/UPJ7Gb04a90FnaOgWq
4LRsT3IxtF9TO0WCkKSRwUlCkEUBGmslWa6Gu+ybto++imWU10MsjX6bT3oyBFDvhksH7ZoGEKoE
vagri2JttNymUVMXIf06BXNARA6Wll4VyWAA33TL5UcoqdE8/K/GTxJogFQO1TqozvtB8dni6y8R
QX8QKbMWD/CswDKKZapf0dzSz5vRWrNB84onYOQTF0bUqli16OFSaowLbczIGG9tsuipD0hiRivf
iO5KLRJXehpRbiRfGINuBEaTCBpARIb7cVg5VeDA3I6wqZvioax053tyAMlZB6hcegDMwQ9VG187
gOfiA4TOOgDpkgOczl05dcsBWacc8HVLOoCyUw5Yu+mAuCNqHNrdAXznHiB46gGIx51ICwPxPbMn
cxjjp/GAz2Oq636dLQlULydJm/bpAbYXafUYwX4Q5mcdGB+qRrB8OFzoPdrTOPZY5/O1A3XA+JEJ
BdIvWel+3H+A/saV+acc8H/5AQWYr1RAHAhIVKCI99fuARuoDFI+AuFxbjVjWsY7Q+/SL+kBNpgA
5P5G8zSfKGsVwhrrsu11H0SGFZ/MB2ShW9U1pTEcw/6ANFxWumFRV46zI5g9B8I2ywtIwdWdhZQz
O6ARB9YQZGo8xGfoTMfnYqUoigNQkVRo6FdAFnEG42Ba4jm8m1cGYxYr3H3jSmbMqXPdE7efu4Xn
e4U3EsEGWQaeDFZN2y6157kHFrlTusb54iJEkPv4AIOkmgYM6R4gkV002Rt5QEeCJAAjqQlEHTC3
QjLSsmFFTc5tbWhec0BQRho0St6BgCmHlVHp/IGrVGzkHt0BY6m2LT1N8FjgLWOVzh2Rqw3Yy8WN
OhCYKw1TF1n3KMoIRKax0jIjIpGyHYGxQDR7w5RVMOT0sP017exOKhkPM3tnipVyiUBxEl6FZIyt
xPychXpVbsIp36SMhqKbyiAkeaNxvMxXxhXymRD6UW2GA/wzVbhpgsVp5WPG0uoSIJ0Qdx6HPXRV
SGM2DJJkGI0zhFnFhnRd95ToBjhksRVmj8k8KvPWmlbV2jQ1ILfqPo9uY1emg09YNyBOrXPKklg6
+steLCRwZLNxKYxpCBKrXBlGr3utNaGzsiyMPNcRFNAIVhvYZQ87TFFtLQCpC6OHwbS3a/BbsnWF
jC7JEG3kXmnNkDNkjxDdCzdLcs9t8/FJB357xz7cLJi8ZdYPvXfNaUNE6TCcWyzoxQ/oSYsf84zT
9QPwqXMwA/JO3urucqrgNkD4lVJEBLVezmfRqDsU5I46PWVOpl0kk6x7n4XZ/C5MXcex7zABmGFI
Q6NMrE4l+0Xqn12ibM/GJp/v49lguJN1XXlTdZVzZcMlvNHDqfsJpVZ/HodyardZBlTD4+nNpB92
zINB2Ge6yxNm8PjLUFrtJmfh7nlhxdEVqc68KqpRlKZncXchOg8j7ZwmZvcEpjiD9dq7XUU9ApbW
b+uafLpE2vI+MW3IsBNpkInfDbaY96GiwKwj0rVvts48SHBTFIXeDBYZ6VoMXXoTjiL7HrOlngIw
OH3qNQRjA91ocvMugVpFaFYBgONU9jPYFZPn49oyCtzvIlJIVG3G2Zl9RZc9+o+aGEov4hYLbDww
klFH0uHMZFSeneuYqq7HFrHwVKixDEo5htczwnnSnY2YlrEGkNv5o4z7n9go1y/lZ9m+vEh2yq/3
w/+Xbo/Ztr63PX75HsuXspMvydG2mj/3xxbZ/cTOmAkyqD0LZhUSyn8i8N1PWA4Q4WFNQ2fFjIIy
50/Cp2l/wp2PRYBNFgoNmh7/e4vMj9hMw2Qh7mfdV5v234F8Hoysv24tVyfxqtlHJYIpAYXp661l
r45ontoGdoZetAFS4e5skeZVldEmpNWCAVfkxmUsWppjxDNueJXhbytnOnBqb93ZJIUFcBP7i6Xq
TLjVg6/L6Fkxky9MCltf5/WDME5cuVY2BhmLN12F84EJlEL/+DGzRiDLuaOfZDVbazr29DuZXoyb
2sAk6jVJ2HQA26uf8HHrgB5fF0yk3vmJ0i/3SlGViZfp9kmd5gX7M2HRoHPKLRtV82puIGw6Q9EF
qRpfKwqIckcdeQ60cfAM7Gw72qhrMmEZ70JY8tDKejM43A5/68n478RBvKofdy/V5VPx0v0/8dxw
l7/z3PTTS/EMtjx6XYvyh/54aKxPVDkwntS1PuRBMHic/qgrxSfaG4L2CnJvgzaOyk/+mRuhfsI+
RLeKChI2FHSovx4anjVYoRSW5Em5PI7O33lojAMN8tVTw5PCs7LWvDZZFepRA2KuRRwZ/Wru6iQi
g36aN7KISiQSefu9qWuXxNWxIKaq0G5ml+mJaBRjk6r0pQGcEj0NW2XThZRJSQujBZij8+Dq+TOj
GgloihkT0a+G50byKSmsp9oOH6rW/LqQuhY3hr11RPLT0K07dS5Hz4pz5pBxLT29NWpflucyFi60
wejWVpwfppn0XmfWzcm0NDYjcBCBlgP9G72Wcoa3o/WaOHxuaGt+ldpKQyUC6jPKgNmHA9dTfKn2
hdRCcn6suYS1Sp0wkC5Ao6Iirbzuam8uu2ULFkUN4qowr9RQdfehNU7nbjt2zGpJbetkubON+d4p
w29RMcjTTM9u4tAg2p5tmuODgmh2qZizU2B7RBZA//eLXvtGi+FGj9Npx5buux1P+alLgrdXIPGe
tPDMYTTtMeklBbwqnhFnQy6T1EPk4zTbVHdDb8SrsVUXA8BsxcitqYeOipd+fFUIla/kPI3S0r1h
TCQ5s7E8naYiOqOh/63u2ggCS6s/VyrhWAEjKbE3WSbP4nQBKk4kIUQ4+75cIw9KpZgv8lmu2Ucq
kgtDzyDxI8IBrHtSIKkk8J1QbMrey7FCXSKZRPsJkqqAAILb2JxILV/cjiaFRbBZQnQ8gGA+aEsG
ehJbHsm4hS/q9sGgtUfG3uzwi+y9xG3ujXTOCUKYZx+s8IPVV3ckaji+I+g55vHwwN5FbjNtvhBj
p/kUT/2lvkZhtXJm7Jqw8JL9TJKUMu8T1K6rRiHyYm14lCOuMVNvPndaE3oIOi6kSSJGReb4RiWi
2EvqeVuXxlasnyB18qewDtlqaeeikaaXst30GzLoliHMgy7Un9UZLF/fkF2a19W2NtWv+LMXlnDF
04q4oIlonOWM+b0o4kVQuhDlB8r1vFyu8K7fA2XfZmtzQJ/Q9nTiMW+UcCtDa9rOQMw2ckCLU9VT
yxAGmlFh9O3dWKt7x4htrw3NH9Eo2POV46PVmSZxsKpCIPmEKMFJu43b9l9pptzV8RR+Fowl90mU
Ghsjjnc0ya1gNvVTvXP2vOSpFsPaOqnQsiDvKBJtm1S0g9zcpO9QTyC4Ss31nKT9yj7UxKzkaGwH
7XCf9sSat3I4VYd+2g/SOEGJ4ezd2djVokx3uFSLR1W2zxJzT4DwrA+q9SJEsYHsRmnmLTEo39Q+
+u4Mzf1AX8abrGgOHNB7fsdn8gp3cXdkCFh+bPM58yG/hGQR+4vJia4QCmS9Bopfr5fzianxaYeE
LShRmQdoToiKXSMXKoLDWROojByua4y6Gg9o9tg6bb5NTDCYdjd+NkT6NcENIRF84vdjHKQYbR7Q
hc68AfDfCWujvjMxS/gV8kLfLZqYDhZawK2jyEvRLpuZwAVfwpv2nLI29iLpk21T8yrH6cFW3snM
2xnZxp1dYr4jQSOHXptraI5Y/QNNm88KQ550qd7yqCHzSvMYLhbj5Q0G9Rs2XGd6iZCYYCwkhE8m
vMPbBu1kaECNUnIkSWGxRIxnVdsbdXnpRvNzG47ZjhBSy/FFGP6IGeezZPBvYt+7bkrV0ozcfmRb
Y3dZ7vvSfh7C4jwf0D80VQRSK22MbRg2j/noAqYe432ZudGmaNTnJeIq57bVEKSThtuQugxGwORV
Cr6B1FZEMI4kXciQz6NRxO/DxH7J2l5F/ZCRzAwjYdKnHxUNAg+MtGeQYH+CGMbeYHZy/phh/P+d
y0cNccFW+7/euVxU+Y9qeHq1bVn/xB/bFoMdCD1abAKgGUBbs5n+sxtufVqJPSv0m1BANv38kX9u
9Z1P8AqB6a3OfMAra3P3z264KT6Z1AxsWvAk4+MS7t/ZtaAH4Ci/zG0AcaEpxT7GB8HDBW10nav8
MiOaXHR3DQCOQLWGs2FUinFjdrO8SbMGR8s4aI2yY+NxTYqsg0TM1jZJBq/LHi15lZlqke4pz9Vu
2/aJU/mZE0t9L+ZwuoUdc0qVnW4VZ/hhIGTwpEybrdohGXFtzJRRN4kHVWNlrtr6TK9n5QsxTGRV
uGF6uxD5EhB1cyEsxd3lWdSdErZMHmCh/NTrcbrQrPkzapsfoW4OxjZR2VzxcpAjnLiuHzTehM0C
bJHl2otNvb9fqiK6JCuqC2xameo1IYuEF2nRkGQUA6HOCtSMivxeDYka32UQ5uLt2APOzOBC+sKY
ijucL9909H2TJ3U2Oqgkda0I3Cac7a02uOqeJXaqvXJWCIJGzk+CxkKEX2tV88WgNw9yLpR2p6O7
uq2rLlo2wyTC3o8VG/Ussc4nmtKbhFOlVkcmR0M/opP3Oil8j07Um+eT1SEuG12NH0ZI2CKjdHO+
bVP6vUHOcrnG6YwkOmZIlby2Ugdeq6V9lQ8FiVT2FFob1GfhVRcX9bOTIUtc2RreVFtgF4QSXtEr
i4fTNnLFvSioQenrN4WyYVg53YG+EzedmUvaJhAvv6M/SQNr5uJ4Jsl9p6E0DXZYmZ5uctUdbDxJ
Y/8kCvt/kXcezY0j65r+Q4MT8GYLgF4UKV+qDUIqA+8SQAKJX38fVseZ6a57pzvOdmbXHSWJJAhk
fvna6i4bNOco7dTWQqd3RFgFdrHp/U4CfojyUExsMbkQzdcycdggacltQ0fcZj2Sp05yLB2GK6Fd
xrJzp8McJPJEJbAjYk4FL8ntzU+ui6Zo4Dw6KFhpgcXtUQVXgrhSBY4qA+JzneKrKYYsuhUvVUNp
nm+eSCf0uj6njinI9wu9LVHB6TNSq803ri15bFPzinA6pTCKx5ESlopsuIH+woTCx+0oEFrbU0to
XD2dKAx4S11wxQp4PqSjDZVOM2+RaUHwCjtOe3V2S2UxntnuBrtgPHezswu0BAslaY3h6HuIleFl
3GJrKwTJ/mBSga25Dwn2RndJvTtur9gSN0C39AqCPcnpaf1GYnpfk9hp1vd0WU0aubgbslWpHbFd
DopRuV1dWA0WB3eLQKUmS8WxY8qbcsociztqPY8BLvmqcQ4A22i3xhW8e3Ac3BTjeMRPlW7wE2vH
0ZzLENL8iZpFQZ+d3ofjVJl4BJZx7yzVKz02kT2i3cRRVBEabdsI1QQ5kbWmQjkOuGAX14DIqFLk
dnwIvmR10vz2Mqj8opbkjpB65KVynLeEOUepFBGy1zDQqpdAb/KXua3yw0wqCrDxi6dK907SvgGM
3fJACFOGledQFGblP9dirSPhz5/EVbjbSooXUxhAo733oLzsSxrI6oychzukXjtBwCI9YdOyPGTd
ml2bXqlDWpcMUUrf5jjjPkdJCVFq1ZxENAHGgP1+32u+/krRKU9g0zgvwjfwCKWdF5kFRWDEZVLm
SulOijDQgJuZ5GLuKc1o59gtC0pKnEpuu6EFCE3y+3XlUY94eBPEscViZxuAw+pFEWiJRnoaOgfo
ohwvjW/Fo1HeoelK7lx1k6oOtbNJ7QpRfl1GAMAPKzbYB4gjP8rn9Mc0d+2xypx5rxm5u6t0V6PI
zXQ72tM9SqxzAF4rMdxT3/b7qqsyUuI7fzOZ7dTSsrlaethww786nbtWxCRW5dOINrwPNVwaFguP
lW7BTvvQ6m0ifZ2yeOBGMbtwHc13W1f+oeXm3iyYux7qYaDqvR5Rho2V6F7pHExYKDPdcrYOq6hP
aG0xhr7Jwcwku34ICZ0zqIUQYtnNa4Vgm2dj27aZcag4xjIrLkDLmbqN+VhG2nAc3A/Yx2S7dpW9
MbPG2Xt0mof0zJJkTaEU4Uga5CVcgjHpUQVixIAV1DtddsDBcknY/CDYZOmZ910fYOKplyHKOIM8
Yi+27yZyKjEus8h1ck7v6PYWcSpshKVUmFuPxBWAEXNYpud7lF7+1VWrd+mXKdjqyMfPqVMmEbxh
OPEYnomT/jKrg7ypLxHW7Onu3mStm5871722U99uhM7PJpVcTyWl2hefUCDuwESIyGpRplUUUEW9
a6OUnlyTUt/CHbcUruxGm7K/ftTemiTVjpk+tNcqNZytQRb/dR1Yz3Kr2ZBPG5sTJzPLbe8ocOFe
rZtLjZgJHoVmtqkjJFkiq5BzrFcV252mxY5jphs06NZG0VJzl8AsbpsJ4kGn2iXSjPGIsj59TFz2
Hc95grb4zH1lRbmk3nfwArFzFugaY3VkHQpVBNWG3sJrYHHrqay7x/90tfSgO2JQGA/TotlPRdX/
HErjpzSMlugL2X5TBJfHntHX0VTce/6S7TBI2PsOBuOx1/jQoaOtT420wCuWMbsj6EzbeoNp7gO3
qO9ohdOvnKyLI4fi6VBVXHiTNIkLss/uqlU6732ojU9C4Rnhm0RudXR7fVDY59wLnskQaN8J2UbZ
Ptjcj5P5KrR1De22Y/+imtkEYHF4JLJkj5h7ZW3p+oce/OuposDnVcFUTBycSB6bR9pmSJTLu5KU
OzAfDLzTjDzXfZRLd/uTU7Y3PT3fuSMR4H4hqk9pATB0iyaO/TjrUW8Pw7lxsjurnn0osU5FnFE/
Mk10T7oui6eynLuTS48dz32zEgfNoNQYxXy2nKnecD2o3A3c9yrnOeBLAk1tFL4vFiz/LrHxXnf6
ciQbuLjTdTbynMPhwS1reWjVWn0bZhOnfalQNxrzS9d6rwVdLZWw5qM0xI21C5qrJ5OF5G2v3YxZ
473MczBfGgbjC1jVi+FzekE9FSNgGDhJu/ajppJ8o6ey3bd60J4Ey8qT76PRXDtO5jlqzTYyfWjo
EP45f+8tWwND4emgr0jl3UkLEoiHUdPQLZdOE9XIQk6dkddtPIpyPvEggR+7blt9lI5OLWUrgo9V
BO0XY9bzs2+u/nwYAUs2mlWtHzNtl36oeUZWxfCp7SuWdfuqJiog3cwZkAV4L2A9DlGQXoUDkeVQ
LJn+APMLbtENWfY8qSx9n8mN+VkuabOBVlrjWtSoFrpAK+/Xqe73Kzzwz46m6EeJUuBE7FG+S+ia
2GT88/fam/ojWaDZT/QPP4p6SqJmdqe9IBt5m6pyvNPT2X0cUV7R8odezva6VsVypibHVLaeRlWr
mcj4JazRihHpPEKuarFbOd5zUd2+52Jm7UOfiyXCbpxYYsbeNoNpOZvR4aQQJlpRHBLHX064s6wj
tRT3Sz6JveuzIGqB1rAsjRRHydK6X0VvfivdzuEdtfVzM67DTx4N6jptiN1t3nvoQUZKto6uWN4W
YIFCFOWP0WFJbivLfR0p4T5x23XX2R8/C0+mhyVlSii8FtOLSWlUT+54yIw4vXSAeXgm8ncPKHNj
GsG0xW0FTOK/pFJtW1s/NE5/rtxFR6jtJbvMHLpdN98o3/KunsyeK6gPz82UPvUj+uE2O7PNhWNR
XHWSEYgZWKNpHe79ykfAm43eLiUWI1yTzN0tzXBtfH3a90SXtb5G9MqAc20kz7AzZ5YiUWPYZJRE
yqKDgCEv1uyBsdr0NgOd35SK75g88kMDoiYKqyOyRQ43X0R55PatL81szfseXTUEsD2etJGHLRXo
PjVlNPGke/5DllbNBspU29ZrkZ3brAagy6lqUmsT7HNXFjGaCnoaF+SN4Kavztw0IRNOGi6lvKMG
1Iyz1fhWLsRrJNJ8oO+LlspeTRuaH+LKraB65k2vO2qrM2Q0+Co2tCiWx3JIfhpFd+zRbxxwM/mR
pqz6qWom/yJZZi3c+CixZXUcSwxPEJDBcUJvsS0LFHttRt7jujZdtJhJsqm8Od87hnYkcyKJLAii
vXTW5o68FnBIx0HaoItPI1N2aBQLlek0GiPvpzJ0ncu7froZDATCcsVTPDAtIHtS4/wB912ca02z
Lqy/b3hJxVNTOMnOHE3mK7pcQMftPYKQJeaH2MarkYhvhuK7jgNeKIKxPqbpTYYPPi08XP+DH+zb
2X6uMtPghg72IvDi1pqi2V8OsFQZ8DCtHdhTX0dWkcDScOrSd8u5Cx+ko7juIk2nDcyBdRDWMmxJ
N2TZbKcixlu07rug+dR6d+QiazkylMa/w8GeXHxfvftuVu91FmWAHjTY1oaNHlHN2VFi2FMiTPlp
7VCqhE9zl9huRHxutnE0Y90KW+/3C4M+dZyB2FeqewEHnNDXY5/CurDFjJ69VFpZfQ3Sc+5DAITk
dfq8kpQnukIIJHUHM0qKDKI5SB7Z2eVW2f2dMfOHhw6bvJnsg5SvxJBtKD1t008tX2nz4pDiFo4g
aEwm/R6Ho73R52m7iGA7u/wcB+pdZZVqK0rrFRmwwdM3lwcQtumkTePMOdOhT6SEHxmZKzxBKbYx
HBePWOLSyzbeWjTbNCODoQ6qZ9ICNlhEbqBeshdyoEo0GeEdKIXfGOCc+VwM5Ar4FX3GAn+qMqut
hp9gtxbTGi42b35InYOJ0M1qxuZYKJeEatru92sz9OFCcXxIUt1VVZ3YY4/y9lk9tntVDAnGrmBk
4abz2FQtU6bHhLxuSE1WB0qwbj2r5GXmWvF9yazrQFT/4BbX1NGL/dzX2b4cxi8C72Rk1dbXns8W
VwaWTtxn3V1QXyb5Y+aEiqvGmbnaxiEo9Lg3Evbc7kvpyiVy669l0bX71Wz3JJaA30j8wA0NGGP9
VfNMya9w/jXr6aVsexPqo0RNYcfKOePEu899981a/M8kDfKNQg0XV457wusEkFss5xmEJwooGghd
hQPILBCqNGI94M9lOO0K5Hw8EHGW6cupMJZxK6veCnXT7yIF6BtqE5zBmtqSB7rFqStFF60TWitO
szU15ljKJmd8QKQ1RcUo7411fPdMlUdBPz8tSWNv2LskZ0kbMCkvwkbv57Bs8yFypP/AtzNsuQpp
qEBLEFanVKqvh9V1sFoF9t4zRuLKJrqIKSK0GSIyY5+1bZ2FnkLgBhL2hSfi/iaSbJdpP5rEEs3I
WJgjO4viYt8DpBn7TSIb+svqAX7i1Q/KMpZymK+kr7GgBquIbaM9VYnjRn0WFLHeU0yl2pq+SLNu
T0a9BLGWaQwxg+B44hbDrbUwsB8UC3WjD0ej732sIKWI6SFEJDhc6m6+pNXEWY9t0+9vKhnSWJLE
m4+sNynij+UXSHeSNz4smCioTHFDEq32nFvmOQOlCV0nm2INpC9cFWk1I2lR9Oa09t6vcTCZsn5s
ajvkOWmjAdOq3c3lHr3WJQg6Cm0Hv/vsTIytluzy+6UrMoSNxc8cjxUoVNcd6JLMiKheQSbg16OF
1IbQUiyZDWKIsF6arzKbOWAUXLoc79DR0HT3WKMsAlnRvhmYX+ElWlzJLaxD09nIO1sTs66hzCh3
cLlmqDI3lDzWyCiH+SK11IuDmRp1jhrlmeH9dg61nrhzH3x/2ipSGs7eumoAHqncJFrPpVmKLiJ+
5tnrkvNcuZukdb4hK9g5hYarheevH/NHqDEAR716FOgzT2aFSq1OH/y20eF36iNeT5QQ6StSwe96
PZZbo2otvC4tJq+a3qzaxFiA71RyePfLg5s8CK+qmU1prUzq+sFsBO+GVcIJepOvWMe0iDPMGoub
FfdMZThdiHjs1655LMz6ORUuUWY+b2WGjIkrTgYl0W6BXN5k0Osoxdw8XojaikQK9u/1fZx51SXI
cjeWPe6w3J7QdCz2BcPX0RvTF2+Wu/UmgnCb9FohlD3YKxVx6FN+YnGmL49u9TIjFFWX72C0e5iQ
y6pL1MAaWU3tDwL/PgZvUmBScCJ6qiOnkMWjn2dPxep/2oOn7+qWqCIyFOERYcy2k0w/KqvazhlX
wbT7oxDQXAXMqLSlCWpXcnzJoHtqPX2gkp3t09feqSH6ihr6CiRtx1zFPJbptK0NLVaottFT1eTX
jQ/aKF8BI2aavTqBAzCnfMZFh+whag5Npdiu1jLZlVQMjtKBx33DD/iTVnTWIo9gyiSrr4HbYCU2
veqKjl3bWkbV7zIbjGU10xhseAp1NezaLq+37pAGW1cZnCwY8DJB/J8mTno+nqeKhhSj7H8s5via
imG7FOaHqsshNBOfQ5JtAg7m3l6AwcQW8BemMiz/VKGvkVT+pcqXr0D/n1m71KFVMjCi1f0mvc7j
1l27eE7lyKzNhAllVdJtjdi5Mcdt6lY+uTX+YV48yZY/PVQp1GhG2sCmtbjxiYt6Iva3iIIGa5lS
LsZMpIUgm/0ULQZwcGIVRiQSrQ0pIX3RZv1raTNMJUtuPVdW98phDdn85NIlVRb3fas9tav9dRyb
b16zxKkRUPBu0fhuqFyGJTAMMmJThNLyvuPemkN/7GqG52Ir5vriqhHXMF5Z9EJeHuVG86Dxi5Fy
Zh0hsnlI9ObYOBJg1FU0+/JyEVZZoidtkvV0pYwNWRMOo3qpRxYWxnhVxD8OWsJ902vf7aT1YM4d
RIv+cjOENHwsYt3JEgFEyUw0muSdG6nFcTxJI7MDY3B5NS1nV6sqf5/y0IXwgmaUzuqhEnCMmOp3
AEtYNkURd3h+tlmRjNFQqCJUikTKudN+eoU8oA9/krV+GEb5tkh7L7zpI/VpQDJX6zX3zDayreyi
igZzZLaflvFE3B55YjPEaDVyHYG0p0vZtsneQSfJ5l3o21pOdezVmdpmxOFsAnCryKObCWKdzdRb
ykeQCtI6sg3Rj/tCCfe1yKqT6vRPztRU9Op3csHXGYhrntovS6nsk5TpDTRObrELGPZ+KCP/Rl/7
MXPkl4mEM6P/yM3gDSX3V2kn7ms9ihb/xOodDZ29qLWTw9hnRWQPEM6ZmkgqRZ0a9mRPx4PX7A1/
3S2j++qY9ueIebgshmwPs0S4S+/vVwS5rCU+c1aXVbAaJIWYQn0dsU3gY6fwWJY1n8x0Yq1Hyg20
VcZj2oiIWz+eXetIYuC3jq0x1r1yOlaWxxvAR3Kw+9mkyy5w9q4xX2bgvY/iBvX2tXhQkwYqXz37
s/Xgd9oXEln8ELNuuzH1EXqiYxxynPV7po89ASMa38P01W8xlPryxr76SRt5WVJustzBmKApd7tg
kwx9zRYnQPUTZsATvR13Da23Ue6t7+2qEXHY4rFsPXbH2qtLDONa/8NbZ9IZE5FtBaI4fFxFOCTl
wzKNMDK2Qe9R+twm9pXCsOtSsFAb5bKRg06OyLzu8ShfxhYev3GQb6DLJudC4n/O57HeE0eHXaAY
coYkZjVnNh7kRN9qjV7fmjO6FvMhdhLGJv0W6Fp08NPZ4KE9JuUu0v0heMyAK0C35/ZS9cPnL570
PyKU/98sgKeF9O8o4/sfY/ZDUIT+ffgLbXz7rT9oY8SeYAdISHRaTela1/mXP3hj61/gVLdQYBMP
8i9b1P/mjbFKIRcmmTdAD4cc4kb2/ttFpf/Lc4guglL+gza2/xPe2PydNdZRqDLmErF681ABxf6V
NeaJJkK6JHN36HrtWQ2OeaN3dVbNmTEq9soRUqa0h3EzeGhlbsWs9UYj2YZ7EPrK1Jdpk2EDOvpu
ErxTC9y89ctCRZ0zAkNs8Xsgnki7IHm2Eewcgk5ng1Oe2v7pql//UOf9ucj9r6ZFD6eHjZnVoTIB
H9Ut1fivH0O3ld9bviCbjBzlbWdJ1FN6alNQhOX+th33jy1EzH7WgvKgrxjJ//71f7kS/ywa/PUG
fN3EOWxahCr/xr5zaMYZipCbJ74q7kShl+dxzlF3jz1jYJLceF0yTZNjVxIa5NE0QqyD9lS56XBo
OrWRq/Cim5mIdzlciFvpL2awDLtZ9MGu8wdxIMfVoIBwaODBm06DRbNwrlC38F6QtGOfbWEUACRe
uW6dX0Tgr0tdI9r9+4/6Kyzwt49686uh0Lx1Dpg2Is0/Cw0a9DvSQ1AfTnnZPZZwrvfDojvDdl27
wN1m7brcz35QuGG54IGKpm4ZMVPZiRVVIBJvAVjMhydunIK+kH1TM13MFXI7Z3I0DsYFd9w/vOWb
cPQv4ghUG4SQEazs+KhOjV+azz+JI2bLlpUxYiEZp766N4zlByT0CnJHsR+VTvJUg9sfx2B5Mhd7
3Xv1rINujM6nqmV9kQRTVHGLCjE2lqzfIRasunvoUzo5UBy/oKn0v6UD+uZNuwq0lUrU/Yu9Nhpz
WjAfMRlMW8tt9Kuv2m3BqXfH19hvtXp046ajnGbJy/6zXEZxNgIL6bRpqZ+tFWiPvVGDZ+VAoOR0
wGJpgxbZsFMbTy6IEEU5nJCkeRefetdNO83Nk+fI4DuhCC+i9NdXiKfmrc2a5lXzKjeeDKsM3bTq
iZQhmyvBB3cdsqbC/oC5dAjLejmCObr3neqGc7s2zUWYZFKJRFpvENbJnWOsAAZB+ehJENRkzGe8
ll7dbUvcJU+WpaEtz7Tk0C9O3YQrfyz0pJrPnqfdoQgbD+mwct4shousAvAiB/EY7pJgIjOp6zPm
H/wicbFoCydNTBEbuwr0BwM/DRE9jQSgXZw0pqqpOKdI3GKXUZ62m5Zn28WtG/aiJTei7N58pQVb
6crx2nvYfEp9OvZlb2zFQpD3P9xfvy8/hs7TQAIlPrCb5t/9bfnp3DTHCY36j2A0wmloZAxguwdU
ryYHmJ8TIru9GjnlEM6tGGBKcVau9zbSpVnHxIpx4ljQBxgxsx9qDCttcOu0+V7enn7TQ+auAs/4
h5zg3xq5PJ137VouMb0uIUBk0SKp/suD7DPLey19s3VHqXnRYUAM0NGxqKtgT7zQi4cr8QdVP/MO
vtGCwlFDHBAf8f73l+/2On9eUG7vA8G179A4enMs/LZ2LpbWZiupDhEDbf8ckJMcF16fx9mkjK2J
f+HZ7ozxn76z//6qbBYkj6GXwq5s/jIY/2lJAJ5ITW0CPamVCaibybn/Qltz+m0qsV6FdBo1MzDC
2ryUZRvskhvlSxbaNCXvki70cMwC+72fhuFOC3yO4xTGn9x+iUu9Rqn491cIQ9fv1wgF2W17c8nh
DCgPZor483clcHE1ucYZJifFJ3Im78Kb/8xUZ1khJolkF2R+bIgeWQoBh+QgSfckMzMFuKn8jA4K
ZJJaY34g5GiRTFXivjSVtyEAIt9pTmXEs52Iz8bS9rge8yNheiKqnObNIp4tssl/g0cckifXNeuD
29f6DsT3RWjpbMSrn6gd6ZWk6qWd/ySSLEDXmhrhYEBLcOD1pntf538iDuImOicNrCOtUKhyeNbs
2gtpMlQkrsnpDXoKZMfOgqtjoLYQU6InYZogK131NfuaB546tuSWkTNTiM1Aw+i2TEuxRnggHSQ6
vfs0gNLuNRSuu7IeOM7nWMNQnLAzAxG+O/T9oJet+ONrYbhfFrLjoWnbAvedKue7RtNsLfLc4Ugy
tbg6Tj88jFojv9spQmCWM+r/OiSicWLL9VhnFK4ybVPuCamxgOz31jlzTJxsxbzrTKv74iZ9ix0u
de6dYcqvGuLxY5o0CXGPgXVYyLbbLK2swqW9iUPKOuMUJNajqFy5o1wmBSqUMC2unnLcTkjLQTfh
Oe3e9Sz7c+hdYzOmLqcpbUqtjVNYtO8A3+U7NLdzKEi2j5StDaD5vtr4eZkn5MWK7sNI2y4eEc5T
4lkc6jSf7lU+u7GfJ8tdMfoHn1qfbZ04X0xCIU9Wn726KeVlQGHw4RJWVTEp9vVNITQ3w32lOe0d
jO+4wywZfNbsNrvG7eHXJGbkGzbQtUgPqCxYndY/j754WRURvAOCkosv1wDbRFOdPdmAghidswNy
uuqD9jXDWfmoAONux59kDjspIbd6oD48doJbnswhAyRlKJIvaWm1D/Psgru4Nwc7s9ALkIrxevMb
HVoE3yc9LQ8WDb47Q0F6ZH6pnuu+0qIUyvRxVEt5gpzBHFG4b43G0cnV7PkqSLK/ykDLjxop0PuV
Qs7nqvV3aDnmqJuQxMT4/hBDcaY3wkz6DXcYen9qd+ebOnL8ync4P1XO+DXpqhyXw2JepcRg7eB1
OLLNeV/60kFUDxG6dWlEpA1DK2Jr4gyvKQ3sbVowmy8WzGzRVOZx7WEDa7TskVtgGYXO/dEi12pC
1Dv5dikdbMfSeE4aMJg8XfvzpDOdboXZag8jD8wDAVglccjpGdfNgkBEtN+YxcCnZHC7g3zXP1qI
Ch9tpH0EoYvptenNp6JL7WNtDsjFKovsVhMH/WbNqcYOOfOPcT3hmKz4Au6JtLE/DBb9Nw2tw75l
7Xmhla+7dIPZfmFUzTYr1oa7wUpLJuNS84qdWxDnhMd/bjaolLJ560ArpxBHBrhTGWTJFw0pBVRj
kf8QnrCIzczq5pwTBAi0bM+HKjXNHfdY/0lc+Devb/BJCBMO08M+UZG2vjMQXJ68NB1PeZWvl8EU
zskjrzH0vfXNyt2fLU/8Ft3mjq0x2Ka6SUEItLFZ0RRCLhupKJXh7sjysj9k7u5barAiHVPCnmmm
9F69IAPMx8YfMKCt+fzqmVNvxUvgVLFjV5Qf5hrKrxk5+TcFErGxbBiDbphLVKiNXHdTSuymcDA/
B90I91YoeF5Ggfssc3WevHLW7udeNk9Z0WgsC92Q7ypmB+ZrHVE50gL0P8B80hiJsSOZBlt36p+I
tGzOWu4QUuXjh8BMsVTfc7cro0Gs9ZsPSoz13bU/p0RNT9mksfAre5MMmv8RSHs+F24v9jzQxn0Z
dMFm9gK+Gel41FjCJDTuUS6NHaWlR0xT2lAACki9iGSHDxcShf2/fYekmKwYb7Y4GqxjNHfbpsYT
cHv2uw5OwgQt3eMvqi95ddOfdoSiBRuZWKba5KQbLC/0e3O605t6jBdnAkob0WR/n6e1NS4SdKT7
45WKuXDPqWXh4SKc03hWqE2O0N+6g5oVMxWyZTWbDwI5YPt9CiCtW97xvSQ5t0b6dVPkpK6+3jGo
Q1/xrG0GPEOxTtSbGxaFzHddMy3XuVGDj2KrzYk3Ww2kS0SGrkK3DoXD4ouSo67hbY3l2lAoykIM
NORsui4V3XYQi21tZ5nTCqlXzCgnaswr7tex5urqZb4jFTDfLaRI3LGPB6+8eNU/6iUVT5/J0qTW
1XZ7cyKGDlkzU7DRYd8QiY4ly/C7KUQ0MH6XnY6FrB6M+67Ixf7XW8WxYB86MeY7Zc7Gc6fXYu80
lXFfT9zGhkiNe/IWcPwbbMYc3oQfq5GtKmGXuTPo4riJqPj0eOWDTW2X6lEQ7cbMbbbtSws9A5Wa
KkYgq5XLdXS4WtroufJx0WrjPlspxAsZJ+2Pom+5NYyFWjB0fE5ibAsOlIiAyjnfDcntD+lNJfYD
pPIdWYBgwpZVvXdJwPuQ1KiGni6692ASI2l6rd89ml3gEUBRpSOeM1lwwyK7OEz5xAcZiNWqo6Er
vDE2yTmZ+W9SOPg6gaJJv1muleBENJEjd1PEzWIvBtO5tMyJDcFjQZ2xcaJeqhZySWMK24PXIG25
dGgsyA0V5vDdbr3gVa2KNDZ99Q2XiWJxPqrE0N+MQA4K682ydNuuteUVhC75ufpacbaD1t8iw/PC
tgu4QTPaQcz62MFmCLKkHCJoglXbILDCQ+LZMymT7lhtg1xD+CjVDT9uHnSx2h8VuuCbbOAwaw1S
rXVo0Cwt2THV1vk+mzKA2kESqFYtXvIMOiuWjV0439qM7Ery+bMUlV6l9sQElBePcOUHFMH2eQ30
MW6rht8bLXGcKyPfzEFwO6mhKIIaTamx8hLvEwE7dI/Vze2+HyriM0dSIL0kr74PhPKzfezKTA+K
O0v5TCrdVO8Nw2t+Ir9bzjXBb3izsqkkPubmGnNHYeTbpu+m93VE3TVanZERZWGwgyRl7iBE7hEB
r7iVd6K39qAqdI+idh1E1LRrtadPKYHPmixyRHu2aW9sjUNR2QGqg84QXG2DQBv0EEay10kzPJWD
tvwgqXWI7QoeXlhIMoxCGo+0B5huRERvtm/tlajbkicbbFa9Yll4Y8Z88rL0QWRkHWp9J06D0mmy
m8ZHWhFk6FhqC/gjPlPiEyNEc8Rxc8dfuoVBSjm1Rsi0YkrHT7ZTq/aQzXoAIc9ZUnMdtRksjAU3
KWs0ms5ySUc5ndq2QGZdr8seFMH/amWNea3HoI30ubSIDfebjY0YbWM4eR7NxMieh6pM7gknHB6I
CixeiNl961okltZA84jVTB+aTIjjdrrcjejDQMZf5BCTasz3QTK8ElfpviPeDKKBhObvIsdlsq7+
wH0wEvWzoilhMPTtnal129XPbfbMEdI/g/zGv+ADERqWR6KgafPtW99zJNaBqc7rmJFUWonN/0IE
2M6Fb5M9OPj3HF6guWaboI7Rf2kYO3OlX3SE/mGzcGKzDPE5uOOjPznfzNJ4a+QtkljvHkUyPRE5
/5xlUHhl/mFm+suvk9h/hHT/f2n6DjiR/t+tU0C0YOB/gcBvv/AHBG7a/zJsRyceQSdt8Oar/jcE
bvAv5i0IgWIv/N7gif8HArdJH2PdvSVBglJ4BpjLv61Twb8AzYlYZx+iXYQf+k8g8N9yJ4FBPMeE
seYvutimoNj+erTWIXEE6lSi9zE7rhtrLfRxKxjMNCDAAoGXqaXMUmVn+9e29JyNRRrJsjMnbvn4
Txftf4Cxf4cpeSsW5jKLcIibBf13mFJCdPUDuUbRVAm1SSsv2UxCPMKNm/+AKPzTK/2G/RAna6oJ
N3NUL1gOsAqhv8J2dCHzWf8npOWGfv0F3+FTGRjmfAN4jATX23v5E9KC06oa/ou881iuHEmz9Ku0
9R5pgMOhFr25+lJrMriBUURAO4RDP/18YFbnMBg1GZOLWczMJq3KIjOuAuDu5z/nO6xI5lrNAJmy
MuvXIRNgaNdw7lXcgwCXTO5dgY0pZIYGkiwXxPT+uhz/N7/Zz+/hi34yyw5mDYoYwdk4ubRtAI4h
gsrNaMW/U5uXv+qXjwuQwLWQfCzroxLj08ctR92EDq0va6zA/lmJPd1auz6W/43iRjAwo8eN8Zv5
x797TUzVDreDxRTC//Lx8Mdn0on5eCm/Iry2RHT7ZcV7MjJODWGczIe//z6X2++XT+nDo2STTqfZ
L33YU1RPKutQlQoKfx/D2g7uOt8xGrYYIBx3pT2i9zeeEtbG8RcwJ9ts89hMjd8/T7NZuAcnQprc
Fqbb1GjrapYr3MK+2hT0H5nnVZPRPWFMcdlfeRiavd+MMf7dDUAZkucvqq0Fgf7nizLPVEkUzAYv
+8GhpiOoPKLtDuMK9a/8jcLJQO3Xr4v5DF8VfnqeWl/LvkiiBQgLfrBGb5rJ+bgCehFn9eSa3Bdu
oYGBcLhBp805MuBaOfOcmhBUC+GQ8r05xKYRGWWI3AAQKsN30QL/NOTSF+mBI111jrLbA4KurTZ1
08p4nc7teDfFjQVkwO/L+370xuJ+Zu2O10HUkd5PnRZZzMO81x+YLlALx0EOV7HlqysVF9QA4PTs
sY57WL3pVPCNipgdE5YD2wWcA35a99XG7DioXDUlW9NDVftDTHqwtuCvqmx+VgTd8l2RSuGcN37X
xOzDGHs1Ts9Rs3Diahfa1PlsdBay9bBr4BhmWOEDZMvrv1mRia9Z1lZjrLRfA1sb/X6P/YI4Rmvp
mDF5DCdhA4Su7bZCDEYGut7KnlqzDq46m10l0CtZ3TuELrzzoe/La/KYTrGfCERhwclnkt80Oo5r
JFFx6TW6/sbXRHbGH0T37rNrmXYd0l+zKeYQtrj2Iuf7gD6ZrwarDzE75bl+c+XkgVPv3CeQqqPF
Rj51Tyqnnd+0SOdplRPXeHIyNV9Av4m+Y4AbrvsSkDGiZ5g9Z7YPBaBRbKmYERLZbTNKTjZFWTkP
k6a2ZdWXhGTTBmLAuppL83Y2qO3YYl3obxl1+DczutmCAxC0+IypjzmQ6lhsxw77do7VRdeBc/Rn
kNk+B9mVagDYYjvyItpC+t57c9UYpvs5M5IfbSrxpKXSyM7ghxXtigM8HUjzZHr9pRNpcUKQYahW
4OryG5ZKL9+6IC08TpzgWeYH7Ddmv6evTbonQMSkPEn8XtDlQei2R+Ox/fRehY3w1j7z2Q4XyAIp
L0uvudcCUZMwYSCrwwIZxfjBTrvceb3G+yT9GCximNATR1KNKhuEk1TqRFxQm0nUX1rgIFeycVwb
Ul89XkemqQTnvhjUJAdD017DOXFHZkdl/mZ/kLvmD4pX80H0Cha4V/XB+TI+mF/tB/8LYB4ssPSD
C0aPWntvzxzlcCwu5DDWsyU+/EEUY4ejX/IPzlgt0fIGQJVyBXMeFbEPhHERFXHoHERcM8lq3Mgd
zukCaBgACoIFe4Ic87gju8hIsLZDLoXWn0zTWqVgb9SpMzhOeg+TAu9lS4OC3CgXYWI/MWOdzkP0
DONcNN00PY7sdfotxQYIWZVqx/F7qEkhHqMBFN6w8gh8d2s4I2P+KrjJ5DoYcn1RkpDtHrQbxv0l
RvosvkQwREXEwq1PmzCv2g34kM68xiZgPzpmS7hzdqey2RuYCNdjkcBbWpdcrN66JftB8tAMmvaC
SyB4NJkmukc5GbDlQ6NqkIh0QlOK33oKCFVr27eUxMMItb1Y3ioLwPdKDIkNlrQKTCLXGj9TnJmA
79pkgvxU1oHRHZhjckLqLZMnyDp1pzx4xFXuUwxCuGiTVEQnL8OiSkC7Z7SJ1c+li7TeAnPrMmWe
x6KvhUaAsOLkzJvsLjsQ13NxjTH9cDGYVYReKgsRgirFy4JK1MnZBCZ5OBJ1ON85JNL0YPabJErc
u7xzOuoMIGilW60cCUs2dsVwLrqsKPaDrLgKO+EY5SZMo85fD5ip72q8GfGhwFgNpsX0+3bd8ZfZ
K4n/63FyCANjv6OJaG20RKN3JOCifRmOWXEudbU0l0ytLm8RXQvol6lyH7LO7e/cXgVnhtXE58yT
CACPmRWCVHRkdErRwbjDkhFv3MgG8GMyIYnnvrrXpR3eynjEKY8CidIwA2Bf5WOhXsI4D3dEPqGc
oHjd6LjS94zmyrM+mFqotX7/EBpTx/28jEXAIqKFLPWi43ke1+NFmuYvOMvIe9aM/LdqgCii22Ym
3pknWx0H/U6KgcRRiHktbg2shVFT5Hc66XsQeZ1lArSnRhS64NbEEjzTXkA0Mtqg02HB7OLWOZQF
cBGjCYKnrGPbPnucx/vWSQ5J5QA/DMJzumfDLTHJHXy9iNXWdE+NBjYJzVv9jidQduJ2GAfnab4l
JIJ73SMpqpg6o86aLsDIgjJy2W97T8M18BZDau9wbfhYy2Xc612SwRlozeoQevVjPccgOSn48V90
of2dV+bFAYpzd8y4l74FoD4OAzLQvmh5cjHR9peJGI8Vz5qnbSXHN6SmxywL80ODA3Cya9YAgVqb
0eNc7VCs03OsNjiBPVujXFQ281srfJaDtBgWDATxOzSZV/YzR2Z64SFT4s0fKgfQZWE90zxnrFui
dexF02zfFQ31QmWK56EK2cuNg/sY6rm6s3nskZ+f/Wtjmu1tAU13ZXvdDxqA3K0RxKda12+ISQ22
5Py6JHWOJJbuSRE8epZ3NQSgnfKCZTpbvqssz9ttlEmBRkrabh2aTbOiUaM/hnFDNtth9JVYdyK3
JRKOVWFtresdyQ7vkIJ7Ppkymr9UUpM+NUgEdGwOlnYSaT6Fid2SDWmiaW8pYV+kvgIGjWUuJRkz
ZHi/e7KYeGqeparjWyXwzhH/aWtn04SjL7YeeGFGRu6OmFp4jLv5Dp6HdTEkDkuOqNWl71onTRIc
ikqgoOvyNR7ERRqEJzTTcExMLX3023I+KSPvMpHlsA46fRbDYl6HXmAAf10eK0McTemGve9Z1av4
B1tF//XDzw7WJ1zHboA11JDzaTq72uVvEDCfep/BpOeBjQRCtZrKgQWZ9fQsnnoyYbkMkXriY5XM
9EUN9mWXet/Njv+mpRn74ECZIrX1Y1Dujl1ae8mcn9IP5e8h/Goag4q3kBDqRi6GR068lzF+5KfR
0Qb+8fg6m5f2qDplsgXI09iYlVFezyZMT6sBUEmEfGdrr6Gf2dt0vlRcTfW2c6FdKfpExkELsFPt
dunaOybYxVAR/X5LHvWa/itIphRaR7r3b21lnWQ+5HzD7PZFvLTRhf45gO9V61UvMug5wRj61ujT
I00aax3FT7Rb3U0AG3AS49IsTbGp4uilSFng0CEIG9XhRZEbWzepaoZJdUxeFCxhyLana603XbMH
r2Evrb3awq6fsV8GC+xvKrBRnEsZAQda8C/3kQz3lNxg553AozzhgW832JV/mDkCGdjeje6weifN
a0UPHqZwoTaamjQAv8QdvOlZmjHql9ttZwICZ7ZPVCyeynPJjpgJQRLRcDVHwz2lQwk82QmsiGrs
fgTiMtDvgu4GSHpsqKfqIqaGa7JI2bxp2Tw+kVjArR7LeHplxjRjTWgnHnt1SN0SUJDkUHSgAxKq
gW6Bc6vHeHBFuPIwl/KtFRHVp8Jm/rnqB2F+p9jLYpDtwjxfW1xz9TpPXOZLMCZa+HNOx1ev8sGB
Al256mjFWviksp25ewoISiZ7slR1cKxmr71I+ymUO4t2lCvyfRWZ9jCwD4Wp4xPBCizJWbo5M8tG
jEczy4ODMRI9JDdIBTB4ApV5K4Zi9mtkuYBhHTPX0J9su/nB15iTK24V2OJ4Ct6bybcYllFaTmSo
9oj0EUQa4p0e6KoKuhEztVaT0x8r3JQXGo2Hr5F+xbvUpMNrk8eeIPKW5OXaNqz0wmwngjuNZ/sv
GBcsFgI0KMFF7WhabGBk0ayWOGm4Reyvqb1HFx8W8wNbX0FNzbykASy96fE4PnDuvcXJHDGHQLxh
kAHqlvG+irHoM8nnf/eyDyyGtEb8owotZv8d2uq4qbRRtXsEV0asbmeAkmGi/8wsa9oOTigeWgi/
Ypd2hn4cAq8hUTQpviVPNAocHiPIeV35kXuW5DZtDbPoqasZYrCwa4+ly+Nw1xUPrjclD0lUcKFa
Qnl3lj+yjPlthuU+dmlC3dDR3jzrSqd8V1MBKjw0unpdTZ66iqc6kNuoC2PWBrrieHGvzZ+9tMYF
0yurOlgkbLpjK2T9PaTc/bkYVH+NQXbAdy3rY95VEASGUtX21ssD57FtsJGtc1XP+0xbJYVScvbG
dTUgla1EGrjk6+bOeu3jJHiUYcDzKHcWMwLd0tG8oZjRvdeVQTVmw4UJOcTOhxvp1eV71sNA4IRb
M+Lrxno660pOBWs5Nz3nlY5Y/zZLoMXvTLsD29D4k3w2MT3c2W7BJKqko6KEdUAj+SrzQchtvI7x
0C4eCQpyL6rh3e2UzYBcafgWLVO4G5l77XUUOkVyonmVm3xgd7Cih87o99JpM9bLwc1Ja2mmD4nt
z69h4ZTXk4G/Yw21IX8IS1G/9bk5X2Y2wbPlNqscLoaovsNF33L0JaY+bOoWZtnGwaQgKDvW+OzG
Elo0GI05sjdB6MhnV4V4GXCfJW+GxlPEkhsSCeMDwXWk5yj5Aa3IvsYvAstYtp7WZB6c+cmfS8is
g+8pTthtP1EWSOHS/ahDC9aDKtQ7sT+6J3XU1DeAzjmhmrMqYbzyqCWilyvzvQ4rOa/DyRy8taaO
DX5MUpbzdpzAPVAsORDimYnOniV2b1C75ozGt7z3G2zys1GV6yYPaWDqaabM8DMYY7kqMtpjMSdP
HKucsDGw7A+MLNdt7tOK1wvWi3hII2y0IndubJyHuGLY4t/nk7e476FOcVZrq9iiosku4Ju7Jm1R
hmiqY9/1U7Sb2sgaVmnrWscCN5+1Y9rajjB32hRfSy8CKIsMduIVPqb0wSgDvEteKuNrj32rRack
JZ5bZx50tSHx12Sg9AuFtxEmEkeZJpu/+xQexvsAdAmbfPAMNz7BSpJ+kARJUeErzXZO1Qz3LlYv
cgkBH5MdtqqvrTmJIPYMU6YPYEs9ICcELK5BzAVyPY/ahJae0e3LhUXmgrQXjK6VN2ie51Boag5s
sIMwMBBbJ/b4GOIRg/1VskTtojwU3Y7ir+w3muviUv9ZIwSJRpWzh+sWJRTxlz//pIS6pXQrRurx
JlejeTM7FasIRQrluuORvzVtMrKRbOpim4mCCgQmNzvLrYw7obP6HK5WbP1TmZQ3hNVdOEDZMJ+4
i0r36Q0lgQPKhyzTBn/ttz5JO3bmJeHLLkpIHM/m1d+LpL+osot9XyADC5qGERm/CN9ZVDduNxKK
CvAObkTI4JgoXnIA1fLDdwJ7//cvt3ydPwnPvJyLOgc2VXqYKr/4KKVQkUhMJ9m0cxzql7oMG/8B
G2O5lTHdqM/eYFjZS92P5XZ2Wvc3GudXQVWQH1iyCi5RApvv+cuHZTafWOGcEvSv4lcHpxBjud7b
JHKxHP/9B/36UoxJkH/YgqPlSE+CzvvpZ1RmUaJlMryYWChWPmvVamrpDDMUfqu/f6lffkKPHIYQ
LhejLWgj/zIn6d2UOPjyUmMzzbu6sLONnWJjsVoXioPKo+3fv96/+WjLh4L+jcEIX+6Xb9HrdG46
FcMDQSR+ZYbxeMqzhae9YYy/uVx+eSniHiiYtkWahMHX1x/MtgevIaHJS0WQFTyTnZNyOIPYs+Wc
fnyqfzQ1/X8zH8Sz5NMPvLQ9/aubaaF5/9d/3jWI3+8v7//BdPQ/7srXl6j8PCT9+K//HJIarvkH
QHhY7RaxH9LRy/Dvz6AQxu8/uKE45llS2NS4+9zZ/yJMWtYfS/DDXYzTDBfEpzGpZf5hMnbFO2Sb
rkUs5R8lhZaHx/98uGA9FsvluPxF8Lkd+tN/vueY0kZjHTl0xw9Dtycfb2+HcWx/c7v5DHw/vwz3
Ga0+DIqFY3PHMeb9+WWaIbFoUYSrZYRpSNYdO8w21z20QXp74m9ZLA2D8RYwDY5h6WhtZ7iPxLjR
OS8nB8FmN4dOAvu5Mnu9defShZqSdEtbkcsmU8emGM8qW3aQseop386+P75KBgUng2Eb2T4ai/Zh
BgTl7YTiIYeyIQis6tzS31jAmqtmouD2FO40klroTPZ1jr0IaS/HhrQmgwJxG+TJYjUyo9Q5hnnr
d0fs7Fh+bI0I1vTVeNH7deBuA4Aixn7EqtpwRpLqjM0CLNhUqQ5ewUKjWQWSj4evI6AXxxtqkq1p
VF5mRsz+HV97CnLA7R5qkcth3UiVNDipFNvc3Evt46QbeRQ8wE6oHvbw1DCqm7fV7IBYwPRKbbKf
mPRxlmwcOFrSLi2puQT+1VtS3RWzT9S+dKR7EdM4qzkvO/F1JQ3IgXQ1hzs65euIPLEERy3ZhHFK
qAFJrRkdiAujz8RrFvmIjIU7+u+fbqKrPy+7z3GvLxfj4iNwBLkFj0yPMBmU/3yVkFIB5TA1QDVm
HWAQgwcX2HH3m93CF2cAlr/lZXCTO7SWgQAVXx7+E9vnFiHHWE9aDUdg2je6t5AxWqlPfbvSa5pa
wlMrZSzDbZueMURJfvMefl5//nwLPJ8hcSLb2/zz508apVU4BuQz1p4T6/N8bGyYMAmDIxlXNJTB
ifv7b/bnReHP1+MhwwfnVuSh8uX1WmmPOElTSOfFWHFQcloYWTojrO1Zv1l/PvYjnx4py9frSSj/
tnC4zOga/Pmz1VVMYNVnxzC1jOL3tUj0E21fZASoNV3Q+7ZyZvAEqYPR1dFgQE3z+1AWSbaz89Q+
GyFU+OuRQe5lTUQr21O23IIxtZdt8NCCjwztiBxJxe3jryd6qCEXzuVpxf7yOlaBh6u1bC7+jy11
/9cWCwb8Un+ZL35Z8/bdS/u9eMk5LXz/qCk8vv/Xfy7/yb8WOt//Q1hLJwntCqx4JCf/WugCQVqW
Kw9TD+3zuPL5o/9e6Lw/sEya7NxJfH+4fv7yA1k2vRH+R4KWUb5Jluif+IGcpX/l8xrEYkoTH7NG
3hv1Ldz+P1+X2QDgyp5VtqcTJWGSBtat5OS+KVR7ZSZ+sW0tQARZGv3wU0vdmR52jrY3rscQpZqk
/kYwItlJTLoIoWKCsZZFR8g/DDl87W3DLN5zpEO8m6IBv7FlM4hDT50WOl83Dc8lPliqomMc4U53
hp2OmbzhOVAGzOvM759UUTAgD4cXC4kEn1sf/fAYjG9BnTJ2G+ofZPTyLTMS2DI2EBavyvZ9ld8q
z3B2DFZtDPfdhOsfIZv5SUdsAMwUp21QydVB6S7atYN5F1mptbKZMKCU+f4jIAOMoHnEKrOnxSVh
EmBlb1NbtWcABu0df+yeC1i81xWbf+y/Os2hnNt642cF3KohRCLrkuTCq6wL5krtuT9otZNJddLX
XrK3feApadgQuYA+Rqq90qcEQhNvhWex3Md24zzXIVvvxmzN89Rq8DRb9ybleSgDmbsnbRn9CHCg
gFMMgosSP+u6myoZbYJUfPOzXG8sYjlEHIlxJcjphyGrqyV7Cq06YaDWzDtZSOd+KqZ7omriUA9m
dK7ijp565YuXsmG7D1uqlZtkdOLnfIAth07I6s8ACW7gmH8zB3d6d7xanyUyd4/acqensjb0qyjr
F3NepAt8ZHG78mzO5JgmQThk89QxaKWqfV4NBXJJOjagcXEYXwawXDi8l/UJtFODBVzVd60AHVe5
emE3UgtQifxpptThSPlWt+np3z6lndF9j7BbMOh3s/ek6TBUMNnoxHXsMg4imVyncJNgmqwGvAbF
WTi0Rrp1HAhwc++k1H6PIcDesVk4oY4ZoiFFtTr0Jc0Ij6FPWf2hAz95E0c5fCIxtsjuA9Jj6Xjt
2Rw59lmnuhv2pOOWLmkcIQonbDPztDYb/xEkwUXgj6vJsCeyh/mjoItiU0zVgw5JzdjNdGvUUt5m
AMROoQcx57LYWZibTk+4Yc2YOMdjZdqyfuqNvDx3ats/tAz8to7q9OMIqXmXWIn35o9pWm3YZM23
Lg6TkyLhB4wid3o0wwGWy1C0t+lApwoEyPDOLIuAPgFP6XXDRO6UbAi3R+r3zNtqcZOVTX456qR4
sidu2bwrzTOP8JS9TboJQy7eCzBJqrCxLQ++8Viy77nqFJZYuF51y72f0l3Ib2jQBGGYJe4Mfd00
4w8z5Lg3YW3GGxMApPI79Fd8ZZuZ7S/uCcq347i4RA97ykyYdr1Hvm24rEuvIwUhARI1bnKom+J7
Nw7wwgKmnHUPYSSVWIxU3lHphJSvbCtgiiRHqiSnlQqR7zzqnxWljl0aGTdhEl2IVL+Hpt1CPSCj
0CUBjMyVlBni5am0EBHuM83EOjlrIgPjy0UlsWJjVByQH/Eqc1SHpu2iUwflRg9V90Bt+Slyv/0G
3SV7b2lefMLk5V5hSZAnNSPltmmvyAw46y7CmBK0Lig0H/t2XcviUM0Nczsb3+Z1mjhvSH+a0tCA
dht6O/F1BNuchnAqYuL+QdM3Q+roxq31hNDpejRK8Xw872qkw1yl6VngZ/G3NGjDS5vxz3mYFNF5
16m83gpbhbu4MVwyEBocmDZoPSnp0BiSszb0TjEuwQEe1auY7GNgYjzpNX6bjqI7seDeESBuUdCx
1xNVdubxNKwYiQ1VO69tpyZjk47jzsjq7KSsv+HIXye2s+Cl8/aUWnH/Cq0zgW5W9ZdBWkBhK+z0
ofAgFFU0f2hUAGidlZWaKN5t4+zMzEJaNDEqrUIPJRCQbplsw4JpRDO/5Y68HisNesBE2T4yhcB4
mMT2D+wsWyOHHGUgdl4vz0w2le75LL3+AObrlN/LXqOElEfOtPAd6ho8+hhTQgnN1ktc69LPDXVA
yhvfQUODftLapf51sk7GNrnVktmc10wl4vmSqOmg4VYo+Bu6Uaj8Ek10KEB8bbl+q7WVCAsWdWve
5o1R3vR6JNk61k8m0IjTlsIuRrLRO8+p3biggmrOuK/lCBbf64ICtnZcz7etFTw4UentlqYvdgfZ
Zu7zx6hKhlUpyRBz4KPvyJyaq0hQCk4VDNgo8opNQ4o9iQDTzEWywbXgL5Wg5s6dhz2Ye7Wh6HoP
/jbfxgVk29aCPi6ye5n30b5W/ZK2q3HqyMzfadbKOxxt96HkDKdT7W9wCN/2w/w090N2S7VwTVIU
+lreO8VB9nDrAdHFu84M1YY9yLTGlbGmSHdvJaq8iGjv0YEotlYt/NOAkMhKJuPELIWmxdgX1iHv
hmYdStYxM/T5oAOBX3ay6RZSLu40hhu8RcJXtXENxBS0DnL52k7DyywkusUECEiA7negoEIybzBZ
BcYbTMA8mBpmiFObhXdkWpkwySc45ms76am7vYnJDiQsQERiUnli97HsOVHHjo/xf7KqeOkWML0H
I49oWLEZUG+wEPnti9aVupyC8hJTz06wxchy9cCj24HnRV4C+5S1HRNDbdsGkpQMxaFVvXy0WuHs
B+BCYxCcC6/GW5AODCanc5vR8dqOYlZA97zMeNok04ZCKKofCtogk2PUUA9cJkQwfUvtUrxWUfLI
svoCHGmbihGPTgCSZOKyANC7bjh8s9dyt5PZXuiZDjsVxqcc448qTkjmuoRdm7euiuLzqAcPYQzx
FVvRm6S3YibYlnswMkbGnCjw3BFr6d1NPjJc4prnyeWH2VsN4Py2girn5cs+LU4ZFw4hzQxDFYPs
qSeiw11wO4iC73IIvjtBp8473I2rfpRvVFEWu5Kiqmuj6Uh/+mFLAiZLz9wAA0O36iTzWzh905Sk
hJfYeG8rfLgORU4lrt/zpolERyHVWGYXUtu2c551uqBr1MZD4h0ZSsOPjmmpZOQ/MZ18zIIhCd6m
SYP+/FO2/Ucq4P+f2QlUrv/1eemqbNoOWN7n4xKUj7/OSy7Nd6gQgYv+RhMDRJe/zku2RZWkhYM5
cGw0fxOB4r+bZ8SSuUBEJvMlzAUh9NdxiSIblDUIQg6BCyL3/6wvbzmkfz7E2xbvzmSmAiANveBr
Wx5j3HxGMPCw9GXeBeVpyTV8VrpS+yg5KVRSkleXlKHUKkvOzc6Nbz99V/9GChI/pwsWsdxakiCB
65geb+Or3X6oCGfE+G7BQFrGvaFbVskOinkl1XjscYKuAGfjE5CtTi7IW3k4JbCKofz1jLthW86n
o+NWD8XkfguTisloPdrDHfh94rhGlTv9rlEUxo6Egv/+rf+iL/HDWZKQAN8bEw3LWsSfT+OoGv8k
AhQuFtedxuIwmYnl7kix4meYJjLhEwFPkn6jQWqA85lIjtjqrex0GgV19r95M4uY9dMPKX2GAAFA
EOQmKODLn39+M9zyRUQTGXIgKsk26DumrRIInLnDIZm+pn7r7FCoU38TZsVcwhLve2i8QdGa+7Eq
kviE0gb43IIsJ3Frw0zzbT5EmFQlkpU+FeYw1L+Rq34eefHju8KzOaojzwHHQKH++U0bWaDzWowj
eFIHf1SkOp7IgOABV1dlhgksYyaWrq2IMvgN8UMGy7/52lAkfv7ayDMF3Jao8B8yIfft568Nf2/m
WrCN17UThyxB/awi1tNgpJM3Z78DW4Lq4xMzlL1xVcgpgIPaUy8UtSt63MKbTOSD3rYypxseRiWG
HIPKkfbhn79N7hQXEZNZLKya5WN8+nV9+pYTk3j4mjspI0bHMPzWBJWzqzoTmLzJCQVapOhKcUhn
Q8QX1cxStQfbgPdBmDPtsHpuLHvjqpo+Z7jUg/hzSETNafS9/Dd3sv3LnUz+ymWo50sEIH7TL9oj
l7mYmhKcYlA6UQOmzq6aNWzqxc04De68cSrwSUUfSKa1U+EDqPTpXZGGL7yD6iqW3YgQ4clcht2r
jtk84sCkH6B28te0ThcS5pg1N2g5tQ/b0qEMQzFXA0RqDKG5nRqS0fjX0qK/xPscOvuGHVp4z9Zn
uPewozkrs1s8Em5X+NFvLuQvs/LlSW1BFOAiXkxFnvg6X/HmnD1e5+EVR/MFweiLCPKsaTK9H8yC
8qsyrGENDFTmbIdJmI+x39tnTdtguiUeoLBZiRQOyd9fN2SIvlzfS+EZoxguHshmDJi//Cg1GwS8
ffDgQETk3tEqh/o4tNOYguota/Wa0pmJrSxMVHdKzfVRJV2ZbtPBxp7Y+leBMuFTWP04HL0qH7FW
GzudNs1DZ3bD3WQHT4Fy7CMHoAGVi1LQeN0WFSh9TsZnQUsDaqJGdqpCXSaW7PQqEfC76fhp97bZ
pFuSE+Zd2at3pUI2ul5+n0ezezE1FGuuMOqlWyMsFxcZSltYD2zzaCy0ZHtbeZQuNvn0o69dxjeV
eh7NhiQ9ROfqlKojCAxFJc0Dden5hmFscUpDIu/EME1iye2crblc4vfsoyukr3m/XKqev9XmGOM0
pIDlPJjyBdlPlJd4RHcyjePNbAYO3UNEb+dqrG5hEN1itLXoRIQQlY/pfC7HvIY+GapsR4cJtQYj
LaZGnVvrNLLj85A+SqiaofvMs/xE2/RRoWMGB6A3ETF+oU44MGl8i97Crm4tj9i2E/UFwp1wHmuX
qEvmGbdzirlRp6065tYU7a3WLHYFFHbkLUDdHptCms3EfRDW2aWoyBdZCc6cycA72BR4/hN1NsEO
fmqK0Xhu6ASLuVbTpZg+bWfzxBncwTkJ3Kz7PnZ1/V4AgKMoZov9JdvrfMyvDL8d6Q4Li1u4Ic9Q
Sced2anv9ihqyjrrkVq5MdOcEybTnWHJNumr2VgVtlIyFw7esDD9oVvtvdf4BK4C2bmPzRj636tm
Vu3adAdYyG1sXMjUhdagz9l3CFl0R9eb1YIIBy1sqlPT0ZgW8cDhheF32CIH2xh0PZvCzJFa0QKw
1/XQtsMxmpvwSPVFUe4HNLaLvsddBDyywc4YkHfpB+oate9ujKlSe9G7MWWuWEfVbJ+S7Bq2QTDI
E1gnBlmvIpf7ro/Vse2j/DBPgFExD5HRqur+rc+ihsi3o5oX33KaVzHYy3xxkLTwJkLdOi22rxaL
k0vEpKTSbman/xIozM9dvJBQWtQ+X1fto+GBu2VZZByKeYN1xxfoTms8DcOVD3CtXRNe9Fd1l4MW
cjPZpdxJmYK4Prpes5SnJvsulRKSRfIUGY5962PV4wA/1a88WLPDIEX9HNPkdUXCfgAlhBHDmtKe
rt0EDEpBpCvjAXtXp+RX4Ty4WLZ8GQPSWMDjhsjEvZP0nD8o9GUPNHLLBmQVjkXdZWcUwM3nEY4+
sm0m7TpxQm2u0a2CWAaHhTByCg1HrZPRlPt66F4rc+7uLcEVu4q0GE8GwE+73scCXRQyP8nD4YoE
0reWE9NuNH1YlJMfO4sE4mxnYQ1wXbPkOujDkERMZl37xLxu8CcbR9EPqPP0I++bwmPcOMTN3Yh8
qzeFl8kDu6or/l/ykAL2PWRej7ajesM7kuSI7nLPG197zIlPLbwjsVYa8b6gzOVi6q35YGUt/xjj
hslwODXvVpkBefXSVH1rs6k/TDRFwbDqp0PYjDjK2hz678pWTX6fzeM1c7DicjTc6TWYo3aNOP2K
hP09qGumtJVtxKc23PPboqmzi06k/Y8xqU32vnZanhkyAmuWgizW/uwexGzz89nZ4A8bIgAKDa0r
7gs9k/dPuidptOVNYRXDSua2fwKLbATVsHwJ0LvityId/gd7Z7obN5Zu2VfpF6BBHpKHJHBxfwRj
VIQUoVnyH0KW5MN5np/+Ljqzqm13ZXYX0Gg0Gg0UDBTsdIQVwXO+Ye+154OTZaGf6LQrayc3ss0Y
I/JTRDUut4c17ZQRqg2rIXNvMMQeV+zuB6ZtVZs/icQ1z4kNNsR2svFkFo3cGzrzaEZ9b0Yb9LdY
meIrhIvjDuuLw5SRoJ16lPqmHMi17vK6eQryMjilA7jpyY0nrGgL/I+MwHPT8moDf1ptepNUeSym
LOIJ9nbwpexUg12RCmx4jpK8vUnqrLd3EriHvQ3SJWF6SqLqTAuNpLse2nqV2Up96lHZsmrQOfeT
LLphID8fB9l6G3JsoE8QtjPO6Sd26P46c/N8Q9Z3feninpRvjKc+KRExVpvpCY9WvraLNiDAd5Tk
FfBfInJleQRjs1l1AdAvxASxqa2IlDOWKJxbxUDqGidLeGcMoj7ERQA/CFIkmkHk8tEBC6P+VNGY
kcJHVglqYscn8hflPi8tdilexU29cMuNYtTea6f/jLwCSHck3Ctq52lcyZ5fnIATbUmCqtdeHsXY
jaioa1hCmwQHD/BGVzyUo6HBLO6sD62BkuyGGaRTq+36M0oCpBclaTtl99hkubGze10+lIUttu1Y
doc5KcRXx8u2jesgfg3b2fi0S4+vP7uFSwBqYkcROr6OXTnfIJLubkAD4qZUUXOQJT6iVVWCCyf8
aTya0TydW6Y5+76tFnMccBBOAPMYIfXG+1o+97PnXWmmYh4/OLiXysBiwhoSwIgMIoEHRdc18z3Z
4dHMr6zc7PfZ2GvgyNKipuwQn6W0BlwIA+FEy9ni9oS9u9XoPtiGKUl+7lO5G0ZhbDPXKu55stPj
XNUt64Q6Ub5LBU5siQmiUputzVTY2lNrT/oN+aXOK4F/zh6dMnAVMwg8WEEjmtU+oROrjN590IOi
fqqUbr5ow8gpD59l+DRoTC8yn/F7EFypNtbYFguDcn4TvXWfueCgSy6hkb3CfZCM9deuT9V9j1rx
O3vw5FN5ZXgbRUGyla0m9y7sWpdEzBDaVskMz0d0Oh6kbNmXleFHK+fwkCR2zTvU41UUeSVJWyGg
2+UzE5ZakiFz7qokKqN9LB1nlcQ8IuakV/dFVDR0FhbVxWi55g9gko/RwcAnRwr4rRB1QdaLnUQf
BrOLoxAN4uMy1+x30i3R4pt9a23IG5qehr4Ek1JS4K+1ORsQ0XuT/YItzPYz0Pz3PTP356qIoAk0
mfsRCtQHa2zgnACwdbHD5fp0sQtWtCxzSvNqwkd21vBvYbnMQxSyPFisvTye+m03TuEp65PirsNJ
b2D/mz66Ap3RasymWmxxUzivQiGvWekGatoV5Z/7aOG3YwZrenGw5stKBKddx+3WI35wvEKjHLtP
bEFyciY6jxsTCSJP+4Dk0ePQrjOLsNHEgxvPcJDfqEfsjrc9cezMeudWluG+Uj3XeYA9Ue4xU0wX
vh2JOnkRG+VtXKEUWw/61NtbgZ8xIwXBLfZsNrxHg23mhzBbkpho9r6rSlKsduzBrsduVpdsZrPg
9l2HHQjjcse54xHdFDqw9lckY16HTleAdDS8j1xv3X4Vmww8ye2oXrl5w1OJLHWvR7GnWGJG+Ns6
3YLCozct9wZiekmQDuF4rKXL8BR7Btyymkmzn7TUN2tunuI1q5QzbgADBY+SBXW3xbc8l4QipIRt
Qi8CeO5oshLbJfeTDYHpPsIz127GoeYv7hbHDH9nob0FXFupT4kJDzZ2HfWQoFRiB+uyNplMLdvh
xCN4LsVX/jhEyZDv0F46r4TvJo0/ambb7gxv8up1RFle+zppkG9ejM8MbyIVofwqsaHhg3ZaPfT1
okluCBxalvqaneNjwcHtbmGdFXcjxTY1iYunYKVr0JrWQ4U2Ak6nCJfsTw3wmB2m/nJdpywCo2G4
IkfWfTQqc7RxZXu2cURwjwgo6RIv/pqjijvxKOfala4TprSjPOjmHSlAhdgwMsnI0gzrOj0O4dzG
PqZ6CKAdbLAnt0kwR2EIwNeSqmW3LnIICdTuLJl9Q2d7vrLyEuGASd0SHU09c55wwpG1pI18ohvI
YvawdSqX4jgfspBdRNF6VOV66txCaY1upoHFifRiPq001WMPFr89rWxMdNdaN7qvYQ3adx10MKBy
mcs7aNFXSobyUpHdfEUijQa1x8gQ+hNhkq3iNEZ/hWZdg2g2hLsex8k96n+uBqJYwYfVlvdcLs4h
t5AoyYtxqo8dLMy3kcP7pkjL/rvHLNLiMdIK3NdWy5EX1qDB4yyj5+xqMZQ7kFpdS2LljKtkdjH6
bnnrJlEAVl/mPtDlXMNhBq1x8/f99TKG/WV8BBqFYHC0vra7KMWtZbz601ymQnrX9IHRrJyK6EB/
Dul+IoXrMIm9cudlMe6AFO8YW54ulm9E15o64ibwMFzRwmvJH4VTfYb3rJF/4dqkPJikceK/tQVm
uDlqu9dOjClcJ3QtR31SkDQIMRtwt/D1J0UIxrLwe71KQXullrbjaCGk0IU9SXpgiKJqVbXY6ZZ6
gYCOKEvZPf39D8H4fYbmAOd2EINJvnfowOTyQ/r5h5BHDiHXWE7mIlbvJK0TctgHTfE5DTh5eSuD
r8P/ulVhR8HPhY4CUc5G67d2YpADOMVnI42IUjKBDv6h5/rLqdT/MKTlzbmIcpmmu4aH2vG3N6dX
7tCWFVVfk4HOUuhNXLKEZg9eQlZl/WlQbrxLrVGPNu0cg9510qon09Ba4sb//gf1uxjQcZGis8lE
3Y+dwF12BD//nFRJgFnc9wR5TBMWE7Z3REONGyUJiZuT2P6ffDl/1wIuLweVmakhUlwDkuKvL2fl
XjNEEXu1YLLeWm0sn1rZIPJopff29/+wf/lKqJeRFyNupi399ZUyVWgxEd8ZcxOP7fjk6VdVFg5+
C3vy8OOl/o8toZYXegckXkcqbJv//I8/X3hRwf3yfzY/pG+33Wc93X02Xdr+53/88Z1b/uT/6m/+
KaB7mEq05O9Fl1PB3n0qUOw/L4vsH5Asb9HLIRxH/uYwxPvrfRPWzbL8rNsi/2+H5nds17/8u/4U
7lF4ffmB6LYtB1g3T+o/F1HLb6EaZUpIe4LXReer+w/hnv4FZQljRMfhKhE/b6JQqAtGdxYybxdX
7jJc/MdP6c95MT/gv35SneUL+dMK4/cfg/vbCsODKgHs0YoPHdFzFmIB4xN8PzfatNLAPBkTG/C1
GNZTRTT8Y6W2er7hgufB4YK0gyuiUgHS4Xmn1CySvUPi6YqwUU/eVdVFBjezt2MabqV7YLFuR3bp
R9Qj+ZkMhi7vRGIb9FvqYXGQIzNyfANAv/1Ghpa71Abo3q4qcUQyUbgnK770GPf59agFxzk6N+PO
ZWedIic2alQlN8gi6INmECM3jrVTlPx68o0MniC4G9A9ROdC+0xqRCjWTQ1ipqGQzMkgT6+z+GL1
B2kQEH+0i43MHzBkJyg7qrUWM848hAPtAQVeEa6MoPHj7i6b7kPzYdYPWvJszF/75OAwaWz2jHPl
dFTDDlubHLbEjMcpIWcnaQSrOX3ybLb8fjsSGHwep52MtpZ9Dj3SIzdxemzKPexJc7ie+sukk4tB
iCDqslet2KYNg8J+a8YXRyOnao8ApZ5f1rbCCkxY6BV/ZLaew/G2Sx4WiaMWH7OMVOSb2rqvmvsg
vV7S6mB+LPMkDOUrWoXFFh3vJnlVE68BBza5LoHHl7sqPP/vOkD+LzwaxLKP/euj4K7I3vKIw/rz
n0LdH//Fn9w+7wu+oEV3LixqTGM5lv9wpAgeXHZJ3IyuJRyH3dc/H3cLda/klsTDsthR3MXB9A9u
n/kFQbmruw4HBTFMMLd+e7z/7nFnV/3L4865wXtYNkaIdR3dMn5PXXALUMqzowu/DNRcHbGhd8W6
LDGc7aWmyfnSk49BF8hoV2V3Jc9qepOOViwE3c2A5nE9d0VifIRJUmUERAdevG+NHplcVRhZtvFU
FLTrQcVhsE5r0Aybwm1s7w33LxkfEohtdXZmMzROkz7O2r6NsxE5ZKdqFT4kadBp14BJLA8xa5YW
xclOGGkAFXGMfY9EVjKmLwrDOYghbO70qpiOoDLzW5Msp/kQdYn1jHJAK9djVtqYUxU5a0xksJ53
tEgVc4TcKLJvYKaMDjCOmQ/BKXCSmsQ19uGj/qjT2QY3lUuG1w4pU47IJZqAMlRBwN3qYmy3aGjD
/NUiYFhuRdr34x6lK7LBliT3YDPR+uPS7UzEz/NYwWwhOXmRlRq5THxXczW1zeSgtK1SDjx50joH
dU3kmXedmSOjfSC9bM+rZjjp6UC8cxL1YQeI340ImpvbO2DQBL9MUTOSTtDn5naqY+luMvYv1taK
kyhc05wTX66bqofZAcGvT68tUQwvILZKScFXO9EmVXVkgIrRzGalcCZ/RlM7PSFAWqvAm0jYiBqL
l1XyFgNFcaKvcOgHWqlYmkWG+iAnMwFbEhAZiftuWqeEsL+B+0rZRCrSKXkKTiH9yPMEcMapKobG
EEOu2JjZJI8uCAoSiuGaRGIOHluklYeydNNrzFrdrZOJcSt7/cGtpP6Mcjb7psx5AjKBc77PzPRd
t3MamSrLM3YzlP1nJ7HJ+AqmIWnXhtHZRz0e469pU/PtceIRvVaZzSX/rGF0v5t5iTOfUbLz0IUT
E+I8AttUBTncv6R2RrFmb1fcw24J9U3t9SUHuDXEqyoxkRaSkz1ez9rYs4KaQ0IRgGUB4ittnVi1
ipURw2cBjxl1h5o2M5YNAXKl1SqEz0m7r2FxsasQWXvH6InhvBG5xXPXVjNEhiiZHy06ld7H1BXZ
XKp9YqxGR+Y3RaQJstdGt2OpEfb1Q15F0YdLwF/rJyYqpCGMiKtsS3N66Brp4Oxm5WWshqpqtf0U
tXbGhVKrDzjE4WPNPx5LbzAKEpLHkNDlcZjK71WjIHpkRDff5jRQLYLLRrutcht1YcwsYFHjy5QQ
x6lPX4e+T5oVbSsfhdAK45i1hNutCB6OPjDkt9OpDZMBm1FkylsjTtQjPQNSNJYpwU6zQ/fNhgDv
reumcZ+idkkVrqcovAMQpPUbnazSc6og5ax6zODfslBTLEA6fo+cPmfkJ+70w0k5FvmuaVzc1Z3T
ka3uNOKQ5Ej9mUlZzbNGV9CenKqbkGJbloYXP/Cuaclo3tOmisGGZF2tb6wKoJFvZVI/w+wLvG3c
JkDWUCiX3ZWorDFBR6k1H+WgDZ+FWc/pIW/hgl/sskJ/Ohv6BH8eM3z1DTedQNloi/yr4j0w6ZWd
OZ8YvGmBP8IrMfzQzJJ3V2XWuGVDV0oYVprz2I595viC+UK3iuGVZJuqN5JHQ2pTsG6zLnsePbNH
c4BN/73Op/ziDila/tSuQNvpoGJZ9XchS12NMREvjuhxNXlpid6SwTd6c/K7t1ogwu+CQG1ADhDp
XiRo/+aKyRQLR6YnwSlXxehuIcnPgDEks80NGnLd3bbgPJpV05hIAdx4mIIV+yf30RSa561UOmXN
1jb6DOtb0ntbAhTFPiD701opY4wvFdvjicMnDW6DVMvIiTXz6lK1lXqRoi2YB1mep/a8KMa6iRlY
cGhCE56PzcfWrnvTm6JNJcwiXFuwKd4yfTAdvx4499YkFs6WX4ZunG6dgRQ2X+rQEdZYmZpbut6F
ux8UEvJHiEvBt2JsVivo79pVaRUl9t28md+dQLmPhejazzlz52tyL9l/E5eSfG3iHj+JUcgi8PmB
897loM1qXWcquW8A9XbrWliEK86egd7QTMrpHl6aHe9wJCTpKoYBQsmsw9oBaUCGxUp4eZBtTRKM
YyQ2Xv7Ep4Z5AGlu8EGKLKdRas8983GTw9Z3eJePCAeY0kQuem5iUOn72sGNQ/a0iX6nZiI+N25m
1jkxHFZ3YAggirUUU38305GSBxvEzbya6l49p3qnzjgBYeyVk1i2OkSl4TIA63W2msHTGfwqFLO5
McwfqVLEKzvsI9CTwPP2Yc+3sPBg3NxSL0B24s51Xqp8NF8N2SqTEDuvmaBKADBdgU+0nrt0Mu40
PR85JYBV0WL0pbMfjJylRwn1v1rrolCEoGmErvqDB5ScREZTf9MdiwV6Yw3kCbt5Ji9QR7mE5q6y
GlbpaWmy1LOmi5bwdvwazV23LpRonjorFLcob1xty62GF2DCZ//I1VUkVzaWDu69GldnFEamRjOT
LArWrOkouLmRy22h6ilcQ0Po+IPCc16QvXXZhlWGduPBncrYRrt8a7KqHCbySKX7nZ0063E8N5Ct
zLljMWVrTffO3xGkC7RBvCorjC4IhyITgVcpeL7C2bjKRmTZvlsiBV4Hrh3de/C9gyUHq3Y3FkUE
xihAKccgmKTJjtZjEhUC7UPdY9DbzAhSb6pRCFCORWUx3LH4FCEy5e2tAc9rusoSo9/FKSRQfxpl
Za0Kd5JcyIGIC9wVYtlIqiB5MUxCbteaYVentIM0hkqexY6f4aNfkOue82wX3UyoLSqmRzTExrwz
HTEztG21GRLGgO+F0xuLwsYiw4NsrpJXQnQes6LorCmf90VeOpkveWiaNcWU/SCjucCqE/Lz98eY
/CLGh1G/ccousk6jQHexsZl/dRu71lxibyU1M3SlXnyDhQFb33MDWHGJUl/bsTOqq8RGq809n7bE
47mNdgdDlJTU0A2lglCCpXlrJLGFZBhfzy3OjFoRCoO68ZChhehP9ewujxLa7HXJlRCfjMliA9JF
va37hVtPEFVZQN8NLBXusIwkXweHUfZKYJHa2V2Xxdsyc1MsriVGlktKIjcFB26EHJ2IG1LmDks+
3jUVq2ttTYRV8jRHfT6dTWtZWmlxKpxvyJ0jLpvZ0JCbzR71UYHM39Cdk2KzHj5RMNNRQqXJh5MA
MeddWcRYF3dNTSTKNur0wThUgxs0RPMaRvBuR0BOtvbYue6DOeVedbJNhlN3SC1M4bcGwoI/ur2/
HCr8Opqkx7BQzPHB2PRABiOP5fd/Gk0GsdBkGaMvz/htMhYTYB7E3b3/1HX9C+nbb0PGHy/DRMXR
SffiuGYO+uvLeHWZN1pbJevSAuhElZGO94bTcnZScsYmBFlRniSYntifTEpEvUZKGThR/fDvN7f/
j4IaFsXdX3fC9yxaPn9vhZf/5I9W2JBfGNBznzoEuLKIW0bYf7TCmE8RWS9cc4b3AjXvf598WfKL
u0ATXItf0Fn/3ArbX4CBgRZx+B9fLSH+nVaYaduvE1SaXM5dtOG8/sKQICbu1y/Q2JAVPHaQahE0
J0/4/4P3Ti/wIMTY/UEDm1ZE4klle9GW7CWCZMJ6Jt5uNACve8bYU/lrA7s1qwvDfeja+DIUi+Bz
DaWvJYkvl98alYfc+c6s3QDTQ5Gipwuysysboj2Y/LGzIXC6BlXYgi4hSh2eY7woGIS5s0qvEVi2
kuhRua1RbKgC2nA7ZFVgroiIce+IXIvvRRkv5qraZBLXVfrIXwM+h/Roci6u53wczXUEFCBmM1pY
LaWzifYQA+PQrBMzSM6dakiXaWyzMfah5FQhNioyboqSwJe16CTrKlwT2ZUIbXUcLIe5ER+feCPn
g0NZ5XFKuQl6Uz9UhhUhgVHV7CKmQzAOa4bRltUG9cmUbnZKRkNMzNVUSHamyNnTBmJgLT7OTYG1
sOtNcbbV0tCkWqq5vGOydJFM5O1LrBSCbsgDvdpX3IL9uiI490XMVnVn5nyUSLJ0nUd/SvoXHK9W
tmmgj71kyrZeHUPZT7A4hq9J5VXnQEY9XeIoqe/s2gw14mVwTPoVl6lZesDL0EyKol8FZMuWLI1Z
1sOTbQuX+JrmWIQ4QTTohjlpK56mo6jQGDK8ZOOltlJ8bAKEl1oTdbjnXeSV9CsrOiDgjDaetQYz
v+WkenNDEmiMU8FUsXfn5xnA7F4UTC7nmONSVSthwxsV2cJ8yr4hL350kZr4yD39khkK+FqUS921
Ybc7mc1nMhbRO3hXoWY8pc1nXA6XSj2lMvq0KuBwSn+JOjybOLGQPpy7dvkRc8tEwcHAWOkPlrkL
woZENXKccmqKgYgYC4SWgKI2IGo3vXxXZZNviIIgq6tiBLqhupGsbLHNaiCjbhDuyIc9zS5aRwHy
x8D8vIkDD+yrasUDzgrzXqZz8R7rzcEc+c65wFDWoZNqCHVNgtd6JwX3b2z6QXfuExsYsV+ylCXE
m4XLpjcm7UVaDoKQqvsukvpauvEFN1V5zH9AO4dmeGgm11+AYF3QXYWqr2+cHheDAgTfV4fWOxHd
uKYcvgMmBNl2Xs9sQj3jTZ9uJsv1E29tWKU/6M+YNjZGMDF7sDZZzQfpLKDKy4SwjBxETEoe5aNo
78mJ8rUuW3k6mh29WLXzV2n1t8Hc3psOkgTShYmu4htirhEyENR7k0p766JT0Mmzadheck6u4dxv
k5acM1cegZthsm3VMsAlYRA/O0OF2D4hylt7WOFwN+5tM+k2Fu+FnmNftNCMtccwfRddcDQdQNHT
i5AELHnkudFx6NExCtItkzzS8PbMbt5DSZmkQgThLZTMqOlfQws1I6MdJ7wfPOOhAhCxQzP4TdO8
N75qxz6beCJConkqka215HZAPgrCs3pwgKL4OhIedn2mT5zXbTY620Dm4aqSAwdV/iLb9tQvaVeT
9PxkjLdZW4oDoox1n887RHLjeowId2zsM23wTgbDp90RYsDBKsRtVAPuE2Rq+oVKLpHlboIhxRsY
Xs+6GewABRAzDN55y7yEJMK0G+9G/uqh6l8dhhKLhfh6Ip3XnJNnBqO7omf84ght1yTdwZ7d+2wG
7knpRM4JjL2zHhE2mM7bgoTDwuLb2zfpDejSb6SFrhoDEB8jOhsrf5XiZ+VM97aVI6+SvpZwdHhc
mxd69K9VNu6dPIvv86HaYWFYW5l5WzrRGZQtsJ2TStxd2acPY+Hc0B1a7BsmGiO/rOp7J+7vhDYc
LLfdGM1Fg6dOIuHdsNSoGGLzFmNezh3UdPV96qD45NAHbv80mfWdGK68ARFnzTihpDbKxlUWIAVp
d+OQmIiShvGo5pODOKXWMsQAcXRGbHECS38CDQ5EnqcRo/dUoRdiTSF/xM1tPMbAYk+DeRpC1/ET
iCJg4heis3LWTsyEK27xSWLuTkBeex5zIdQy6GqIdzPLiUMFobuP83vbieB7M9qH2E320eAERyLC
6rfMlskaci97CAbEPU7cmXwOP+l75mFwV8OKVR48bpWwZZL05cNujBE0EOnQogy20e9yr87tmTnX
qQne61Rnp1L7bl7AmYCWl3DWx/AbyCSMQoFCpPtWESapT/JClwDXdd5axKjYMGiF/W0WB2/Oz87I
MIjU0+aiZwJ50NFCvyPBM2Df3HtFhtFAalb4Zs4twDYN5QrtcINvlK4hZfA46cMb9qgTQLaXuUEn
MncviNGP3cSWzLRmFLIWkv9oi1yAs3Wst05G8Z5vOiUfyHISz+5gLFL4k5anPklvZ2ZVHLYwEh+7
2n5155rRtHyvHI3xQvttrjscxlrxDeXounGeeuxDOxs1MjZYhn8uUvuJziNlvE4YxQsd0LBuIv0y
zUqup/niAXGk90M5yUNWgJHBWaAjQXeyPWxITsHoDRXfm4DaCn/xPLviWrTjvuIwx1DNNklaDHrV
SXkaA/fB25N7jvaZYGc9eqk1h88rOamhMm5hECD7ftL1FqnKiMnjhlwBws0rG/dBu7VroFmetYzW
bZ5UYDY9BvfJfGkY0hzrGYndYF9j8fxuc60lBHOux0qgf4l8exr2xXKXJjQZ7tmon60sW3E/PpFt
fKWKDLHK5N22wcVVzvMYJ4cK9WgWECc7fnONCANXMR5JxtqQmuBrKtxVZnSFPOsh7soF3ND7YDK3
nUV7TOFXraZ82BBe/4zZ771moh/F5b6umxugybCceZKK9pBMmJRm096aXvehJFYr246uMRRdEXlw
kWYoK4bQLE4m48GWFc9mMEwHs7VIDGnskzIR0jvcB/TPc72n3AoBdp9Z76yZQe46o9cvCGD82OxW
EXyvmDBz5Ctkq6zVom+NcSq041smJYEXi0PtPo3VlvhUv0q+mrHLq+SvJYJz8PR3rqx8c/pqthEh
Kqha5/42arCngHXNk1c776nXCLIbI9YkaE7QYzEQikj80929tI2PTqq94IBPegOpFgVtpviZxNx0
tu8KoLoNpIAIqvwSt8Y+ItbGi9fZm5bpqAkwuMURMFvFkyyIZo1e5/I5jBuiaeuIkEuNaRjz9EFa
W0VAKTHTK/L3UMFoxc2QdY7r91Yr+MjklRvisLCyRu0jUR1igau+5x86HSMXE0Zl3w9CD57hxDJO
j/dUJYzmDSpS3B9S24RA5RUNgdVMQGzYEquPXlhrBH6ooOFZ0+Yvl+tIVB3zACwWxSYPABVLydez
5a7T50fWg8jGlbV169uBuvuWTBi57iM42jN4WrixJLVW5jWxBE999Ym4nJCVc68fs7LdeLjdvRSk
bGxt0/KbO44bGZ6c/g0U5eRhKGwI9NNA1+OByz8DkM1Jdm7K8Mpui2Ojp+oFYPqugYudTkx6Ufqg
9Aw49AXOOes+9Si2WnWQbbMz0qH7RMvDudOikQE5X9g00Gix7ZUq1MZUdBgJ/Qzr8kWvmb6YFZgb
Lb9E8cAiWbRPiNKrA6JR3xMA5HkLILt1NMUG/FinNe8Z31E5rfOk2g9Oi9lP88OK9weo6o14AMAt
5Of5+UhKyOB8NIxqJ01/sBnoe3NJy1GFLbc4BGHhtMwcGdeRWNB8i5jmjsL8QDs93ObM4U1kgwtK
e1LBleV8Wu70taqvzImaHORd1h9jN7yeDHsfTZ19m4+Y++Yjm5XPzKGCKbT1WKOnDyiFco8WAnC7
3/EEwdXdC9i8jl5tKixUS70jkPwtSvcuFFvgMA/RyAdlZ4dw/Dak4x7aFiv3eueUHvYde9fXn9D3
N3aEHzB4ZwB2bnFTKcyjcWqhKEh9VeRH5aRbyeQ0DpG69ndw/LPsjvfqrSiT/Sy0nySXDr3qrfAy
2jPDL0R+HWdiCS/YWyrZzv13M6KpENND3cjrXuknl8PyBifPjonNGhjCBfyaH2cxnikz3sDLMdeN
od1OMnwzOo1UwMFc27WRiEVn3DKExsbkIXOcA+3eZOZXOvYJufzXceqzvYqd/ViVwSGRql2bs3b2
nI7ShyGjEb+kzh0Ae2hIOtIOUpE0rVrpdlq/sYNbVY57yRVTxoTUyPoSgEPY9LNj6qsUBOsVQaag
JvJrLI0IGTvlG3KiE6+/zwpwMBNwjEcwh+Ml5uQmoPzJYTFH1PVpyb40vlYkNrBS3cBFaXY9gTUo
0h3CYbrha+hynou83s+UihltsdLf2CNyDJgpKz8hOzZNlD9m/iB40jP6j6k2UAgbuov1v79KUZWt
6G5OouYZbCNiM+yu2QPLXaKIcY9McVBtpMYD7NKk+tYImyar0y0+Osbb3vThJFg8ijKor5izt0fs
bqafIur61Dy33oB0PLFif6+aYMeCxebjH3feYIYb6YYTqGR1jM3AAjTDaNTH3IE3uxpPmlttnDrN
dz2zzsXQ1Y3m0UalYnXeOmnc686qn/Np2mdJzpgMji95BcRmEkcjvOYtU/3OqYS2ngwCfNlx+VPM
MDqvCUyPk0tlxiT7Car1JRNnjwUKjITcTS7EF6tfOYTkCOpUK9flISpvywZ3FakXrF6IY0YW032f
gU3w2XUkXpb8JbEVUcCIOp7AXCk5PoXkjoDjBlr9GlUYpFZRF7TfA7FQLlDJLonznl4HW8+wXYSu
cGZdlpilDqBl7EAJdRjLMIIPBRKGhPHtuSsyeqlUEBG8TvDXrLMwLbwbvWsR/3CKjdedcLvokFGz
vgSBMaq9ssdA38lCGsA2qqo892D9oDrOqUG6ccXt0/K0RoRZGaW2GY3JuXieS19AdAU/UFFl3ssw
01ns6tbWUFYXLvsA+Oyg40O8L0vl16E6Js+sQGkMooS0Wl3ydjQn0flnJt3H/59QttOCyBPG38r2
7su36BfZ348//8d40vpC2hCCUMQ1+Igx8TM//pMda7hfmCsDA7FsBpRQLBHN/YMRATcP7Q7jds9Z
EvAsfutPqY5wvgC/05eZJeMBuJPy35lP/s6IcJiIMR+VwPskkIZlRPrzEN2VfVNRUr+5RZNfR57Z
7YAGkYTSk90WGVW3L8y0u9OCxMq4PDR9+9Mk919O1+UyP/9JGSj5Z5qkNCGcXQS0TEt/fQflpDcY
PPrvnW24/W3oIOtmHToQkTCy4uMEwPkAAgc2/cbQ2G/DR593ZMBZn4EnUvUa5Mzhdux76LcLd56S
ZzwPM8AnkYM3Z2eH1K8nOPCtw8RBVVURF8FdMxXSt0uHxVSf2p2krZ9FfV8uOVixlZrFRXOUYe5I
z5L9hsAKu9nN/ZIzN86VzsJeVnpKaiZB4r6XggDcxDIjbwo0a+VHRlldNBF6rh8KDbS4XsWw77ga
xnYFh7uz1jD4GabIqcp9EHdBvWtdO0cxwi56iduMqxuEGdWrK0AYHNtxwg6IPL9hI0zBQKmTMmbp
g7jEItKRwLCJGkek67LQdLhhTXhCgWGJTZoP092glxRk5lhOr5rAi7wem77DZ1wpGAOx3XsS//Mw
TJv/Iu88liNH0i39KtdmPWiDcIcDi9lEIBSDmkm5gTGTTAiH1sDTzwdWt3Vn3nurrG02YzOrKssq
MkMAjl+c8x0UMMk3OBfVLiIFZDzEGFcdNnkNnyNM/yIO2m6qpzd+mgBwnlvD+C32ad3XLOuq35Ot
afLQiUvzPiUCWl7hHsrnvdO1o8Yf4q/EhTasXzvTIh3dANQVUr4NzQeC4lA9xEXBtNOUslqOXm+y
nk/HaaQTSLJsH3szHWo1RfFy2zsw5/ZejWyeQZEV0TlToBEE0lmUpSOXLoYYpa6xZNXOvVrqISHZ
K+FddKldvZY9AXUnPYb23Ygsv2TgE3cXEMEWbFog8ab9DCpYbHHyTPV1FzuwH8OxpdX1Ih8fA3QC
k6gMAurLDS6M5ULZdbIaNTLvpW/BugTDQKhW4Mg+fo4L8rc3maiY8MlwLNqTEbXTuBnSIq9fxyRP
f5ZVjJ6/LERkfZSymW5Vh9lh24P0Y+BiF+LdquGUXCDQH8N9iGHH23aEo0B1a3sgVg33VLwzSxnF
j8RIjd8573ubhAyTErbNFnMJEnafHTLasLdvWFjzy6LJ4pcJrF9IZBu8TMR4YRzNe/p8l+vCG4h9
O5dT3YKtEqNn7Qvfn3iC1FitajUOxkMmOk+cPMPiZussj60tHmx+aT8DqwysZppuJ9vUkIv/uBUB
pA3YiNN04FdUsmint6kkC+MIAH/hkVvGzoRHrkN6kX8IEB0olWD8MuDfGJqAihTtEw/uJ7hn7gTo
0Z34ixd/ql7xznT2TYZ3lHTTr8sV8mMoX3oSVQhrNDRHwx8XXTOittt71UA2nN0uRXGJdAgeguNm
mr629d6ViMhYE2CsueiHSL7YDfaVU4Ewy0aTpZxtJdP2js8Et2oSz+LV6EJ9KckWuXGtkbozS2Px
fTJGyr0iLD9SnZlH27HTMxvwZjfA6Tr1LCK2blF1WRB59nCM8uInY26UHQX76L1r5PpasaUFNqFx
N+2xtfc4+MIOFd1iynFXpKH5jDSs38hM27sUxt/rVHnqmtFY8egPpAwhkIrKtzEz/XM2JyQizkaB
trDXvU1jE7IyLsvsiUhP/1TLEVQjCYXAp6MqvXWwVSC+SD3nGFGJqtUgHj9mk3zw4gmtBPiqhF2S
OZAk7tlj30OiHOFxNREjOj6fVq2u3zWBFiswH3TJJChoQztZmH1HIJJnWddBZal5RTcacYCARN66
Vl5eWl7Fd+AY/bd+Ynzd0n5ezGrCzQk0k9y/jqCjSDbJ/VzFGqJi4c03S9HXjHtKvWORS2eXdY9a
den1bBMGlY7NsweFDye5DOltXM5Z4zTkZfg86fShX5ro1NV9c8m7z4LB6/vXidhFklhYWkDc0tsK
nuSBYSzbL1RvbUDkanGxCG5oJJPdSEno0R5VfkWKJQVauk2tAZwFBORs7UHin4Rh5Q+c2IxBUXy5
jBuqtj6YSH74A5XHN6Nf+3pHa9vsifFkDJkJEiRx3XrS3qZ1nl4icAGs5uGR/MGGnynkohKKRZ9M
tPdyWV3beWG/9XmDclwYqv6eJAb+a1qd+aEea5cQqKg2UPvYsPiYx3d00Khtdwhi3Osly/TJxJB5
4CTpL/NRq21B5NGFLbz6mBUK3fkMuiHq7T7f19TaaETMtPzOo5Fhmq7Jok9LsKXwOZpgzQZhl0XO
m32RrEkRxyxPUcwPPd/YZur08GGUk/h04+FnaC7NFZqWKOiohB5nkohfPVOrNwMAXBKQpPgdzggt
XDon4baBq8eWRw0WgZet5K/SvjrDEU39s5kN9b0QCNjIO0Fi0vhj9Qk4rgUE3Na3nPAruoN771oC
H/xhWZ166GPyrZvRYqyISUsBRhVLFTSZnZE4Znt3lT2r9xzj8l1quAl+7pBWPYmWZ22N8tx5ZKCU
XhVeAV0lTtZcrGeMmnpvt213J5Xw0T3BvMbSCkHVrSIAB6BYOD+Uz9gut+Pl24LJNaWt8jgYOpQV
w1E7UvqvYFBWsSO9eLxLtVWQKpzAOGH6DWeP/EL3VeuFm91eBn+d9zEaNFBLNGt6cPbT60ZmselY
tU9e4/Ls5zjwmOuSRMfzJEToESckVZEjPNBJdYKHMYiA1cfmFo7aj8nKxORpoJ/x3g0k7+kFxigT
ORVUpp8d2q7FlFFDUyi2ZV125t2M+vrYdbn8zIHgXywxh/tGOs7kbjOiwpZDDO0k3i72nKDdphhD
8zvxHXiPJG0xVvOKHkbJJlMlxxxsfu8F7Yy3hmBCvKX5nlxxpDuLssBAm9LuKIJ0AElyfc5YReUH
pPYYn/S2bLVGQr3w9mazP0DYwFoBG7Dbj4TfLvRFQ+LzuKs4uy1D+QzSejtntdr6/WWF9CgJdNi0
fcDe3DXuR5WQGlYOpPHumIFjBcTYmFlvJckpb72jZiiy/kxQOwIexLsJpRDPABPIYzEOdUxnO1T9
rUullFxaIXgw7v/Z7i4i2fsT3wTT/Es/9duXBMD0HU9kb7hADLCuhKk60o2RJTy55qaqPvq5k9nB
LAmYOeCW7YnenRweH5mPpB7DeR4d0qEzCbz0YXgOCyyPzThKvJmtgxgAd3vqWndZLTKmxf4w3EpE
RVgzYqs69I72mQX2vrdjzF63QV+MNIgmGeMcJol7nkNUx+wFpvTohFF6b/cTz1VRCfmT4ujaJSWV
0Vlr1+rCctoJ5pC7ML/1URZMXJKJkaMGndLzqEvnTOhmJQ4mq1PNIAI447nMJ65/w/RgrfhsN4Dq
Ume8qioiyVYsY32teYau5OPyToQxWkazX0mvDlwRpsTw5bsgNCjFNoUhyC/z9MzNntF27RCBUawT
ExO/N0XUMY9eeCyzI9FXjdW7n5GlmJwbCAVCSbW1m1LXuNZZXr35VkTrnhLCwrdR9yicfVGNOXai
IcXjOIMzZpCHshGpWOKiRGxRKB0LcqCHzTiQHgYyaVxJQQC66oOtItvZ9Is0LiGReDX2BmlYFzQ+
HatbbAVP/sBichv5hfcy5oiaEinmZoPY2nuqHTNmndBy9mwx+FWndIidC7tiJ70l54rbt3ELXmbs
lPaThyrv0i8mPn/gldWFFAasUXeQfrOLzF484hgoX0VWQbcGV/MmECdyM2Ql5NjOqu+8utQz7zgO
xak3XOdEamc7nkwWwnqL+sx8CxFvMy/+agLizJpseDD6CQSShxPVX+plPyxjCfbZG5FOChZXBq1K
ODKJtsKfjhyTs5mYE3Af5Z0sx+su/bZYRxQQcJmSxc7iBETFmhgnSHiAZMLS7Dm2muWpt+YeK63b
Lw+KzWO7i/3cOWcrmcB2cDuDB5y8W3QEHkpL+MNbcz0spNWgQCPSlcm7HTUPlN/DBm4fInMc3Ufo
FTSEcQnHiw9eX/k48pEEG82uUio+xeAVpAtnwVyJC9x0I4N7L0Ki2JhgQeVKZwDSqfcG8so7QQrh
ZyNy8bMfJJ4FP2ne/Cn2H6I5jHarViiwlZGvsaMrGsL8okRw+36GX+iIaqVIdH1UVNsyXmIHOvCY
1Ye6mdWr1ZTOELitiWNu7b9Y2ZFA6ZZePd9gNwYvH5fd3tMKkLm/cjGAnYLIcFZaBiuF4oIF4HTg
Ycngip7Sw0X+lcKA5NY1p1uTyuOQ+s1zQpzMo2XYLpRtwWFBRsRxYctM9TbfCKO2X+QX4COvx/gM
tn1x0JvAA3FXMohtOCTHcrXr6DCJqT9hyEEhOFvD45RZ6qAiCvjadPZlLoebtrMR54YrnGTJ1Ec5
WfBKdBib3KLoX8/eSjbpBsAKyH16nW6RKcK3KSf7xNPnk0jU6AMkPSie2HJ2Hocqu4yVqgL0snEC
tFgJehqZ+ta2y7r4nlMSE56HyHasEp8jgsgUwbN+Jbo4K9xlZIP/UiYwEvo2Stkow20nkM7b5jR+
2zodmts8SYodLMbhaoQhgwrZ3w/oG06N62RnkRr2cQjdLci1XOxq0mY+vbSCQ67aGmT8OsdHfA29
Jv0i2cQr1EaUbXtHCLZmhm8ZmOQiUqzJlqey7FWs2ANFpsQTU1dMGP2FQD0DhQyxL1m8ZaeWXpgr
gwcox/sSVdMF5UV31LPboLAFZYC7U9wgAMuehhwHyW7yGoA7kgf985hiDYy/GECWjVSnAUU4srZN
uJa4Pk9h1STOcSpG/zvJAuV90ZodX77D/qkCvdadrTEDfT9+cYu6FWGUrTAjZVHVcE76LNmaKtGH
cYUgKfbM7I0qbA7SlcNtqwxuotheOO6NJW0+gLOh7TW/oEt55zw33TqGbXqrOGilpu+hLgAkpFQd
3L0zE+xNbtCgcBkv1OSNiMzNOCX9g/By40QxDl0qNuWaeRYR+jvQNu0qp0A43K6YqTq0X0VdW+ci
LdkMFBbL4HpMwQoYxps5mQpQGAgrK02ncxwa0Wlaof0az9eOGoVnK9SQYQPYPzzVM46YjUWs77FR
jvU4dQq6BeeC1Du34zVPrmU9V14RIpyGPsk4yte3EeiQNxkVbkZ33pbf5ilkkQIvIPsifI0NM/09
DCvIX00x5Fjl/BULBgNxRJ0yGCGZSgNryGbwnwoza3aea46HuY30sp+iURD42ZlM8FHx3lMPLnvr
C1amLLhleiWY9V8wsxKsGTog3QR4RzChGdlhWBloVJ7g0LyVjDYNdbVrc5ANPADr771l6FtEevW2
CYeSFmwZWc/T+pcHY4bEBqpgPJU0SXf5AJ9fkT4UqGjOvgM8qIgIbrRPSG1+1iTuwogI46O10t+A
nMRHwrh5/FGs91vMLN5nM5pzu0UE7MmgU6zSMPUYDRqTlTynlqF/qcmpPJa93Xa3OKzmfRmDrHPp
twiaxqqg8+w2n+NTz7s99EbPje6t6Dsxsqu6WL6IeJHy2nGHkMZ4WxpZvwAwJL8C0nfJ7JXNq0pe
kqgw75smRdyxaBYTrZm8+hobrRGxMkuh9pUhEu6U2cN8pGYGt945BtU2fXKJYMPNL4d+0SfayeKA
MNJ9A/1mBXrFBpLiGnQlZiVkDeEwkfkuixOzHrb0LQklPbFa923Kk4iaR3IrOPeWAlnI0C/aruLy
fQMn8yoU+KCg3Bjxzl46Npl+6yi0ADj0NCvxPrk2G996DXsqu7EtYcX12ijPfjlMzOZALKrYoYYD
umjl07gntip5sjOnp7AKk6DzZXox+XFzpVeEow3LkWCAYltAd1Qr5lG2LXcQgerFTebDIRun9qkT
cLpZFRXdUyukcVEXXvfqfUEnUZaV9m1KHTG9FdKDfDio3syCLuzTPqAfchl3jUlEgkCVC94joz5c
PMmSM0wF4jDGQWzW7TeVIxvYwGgnn2NeJ0GhSMz6EDsDg0tiXKhS/a4Ezp/AvH2ca9GDZojR3hBL
IM5GYfI/0Ni7tzPqn288cZth7xYJtRRB7ZGEw4Fh9DTQjORocZq6OnddGcYBa8JUbYhoZg8oJ2uq
0PD3sP9gUXDMTELRdPGdegyfYhJrNn8xNP9PQ3uQHA5bbvJ5PKz75m8j85HQgyiuMVfLbMjXQY8x
LkdlFK6z7aucvJVIM7bzUXk0uGBYWQWTOyw9/fK8Npp9mFHZTjl/YodrXSjYg7Y7UILrRlAygt+W
3MkgpEyVV4Gfo8W6//O38F8N/eVqwnSFybLE/Q0HgEQ4HG3H/wQ+Ml94eW/KYw+bCpagP2HOYexT
8dqa+Vppo3r58797zd37deMABR7pJIrw9eGHlvPXjUNMXpcxuavgyiQ4Y5ebhWII6SfJ/CME0Td8
qzxhmTw9fL7GCaro9zRNRbvHz0pVODY9Mx76hjoNZomH4oSbeM7O5BeH9kHGdm4EQrf1dFsulueC
NoAPd/kXb2Fdy/yyNKF2EUqyVfIl/xC/XQFGjJt7ttAM22TDuoe4iZmluyWxewdbz2iHuIJIjHNd
s6Xm0lwkceHx7UaZtX73xjQ+iVbn+WFpcJgG1tdlMDo018FMkIq5+4vXu3oxfnu9IFqIg/N9vm9e
8q8fueNwdisouRu3atLhEDqGW56hxWQHRR1w18Vj8unrjtUPy1Y+76+L0y8J2d3ZeF3dXZxGJC+h
xIrx/Mxy8f/qnlq/9H99hZ7lSFwCHigZW0DoX9/Bj/f7hMn3//of1v9kTh5XACoTCOWZP9z/cQ+3
NvkgB1R4lXvNMSRbMg0Y/weqbGb3FJEAQFwOYLIJXfjcoRxvJ001ktUFV047OVw0Yc3q9pwntTOi
whk717v688/2K1Hv11cO5dqRLPFsaaIoXtnN//LK8bYtmR8jSLFFxoXs6Dnz3jIAtcPOmLnJ3gkU
tLJgNGKhryLbZjPO6Run19HslvHZxoJVHTXQMCpAUJ7Zvp08XIcJkE+Qj6tOpUrX5RKDBaCcAIbt
JylDFsl+k7kES7epFvuaMnwKiPSu1sFQ7R0Mr8yJiuZu+EkDlt7DsWF0m9SsYFAxecZ7hXdvvCNJ
wv3mTw5uZrBeVfkXN4r9+42C01dxLwAmUrB5QFj/+uEs7DlyxY4I/F08xddG4tEp9V2yhEhdpxI1
Fb5P56ptOvozsGT2fF58N8LAZxb8u6AHvGGZ0CYHv2Bbi1tRiurIgabTs+nOGKyw8kpjw5LXboNa
92yCvDziR+0J3UO9QaEC39xrSCt6r9xcLyeGOOkL+wJz/vbnV8Kv55qyTcxJnCg4TfAqcUL9dgnH
I+whAoFgmHpoOynIo63Gyn7Kzby6cBE4byOzJNekQ7q2mw0fcdOfv4DfYgN5BXzIruQyJG9AEny6
Hvv/ciku8STnIoVCtcRJW+7dyBLUpOg32b98bYj4mJU4+aGIXxKjhE+Sxc16yFqR/UPGEqBXVslE
gFE2gb3aGaPPfe6M/VuR8kylmcWuC+YRzQvAHfS4vc5QktE7YziQi5EPm9wOjZ0UzD0Pf/Hmfv94
WbYTCOCtVjMIGbDlf31zEnufGbrdB41OfcXgBqms3We8egYO/hVNaR+iilTOBaSH+L0yC6aTSmH7
3MFUD53d6BdINUvT9W9mBq3BMKfYaoi+QfmHI/LBJ6vqTGg9Z4oZyiIluh7pUGCao3WVTKihmTAz
hfdwmSG4Jom0YjQo213uVzgNeGJW2z9/x6v+4F/ORGXzjlEtuLYS/DsWh99OlswoFf51UH7OuqZz
WKLQkpTtOopDoECMC5MsAmuSqbwigQcksSwZ41Li0yUhOCQf9s9f0G9agfUFEYQgLVxZxLeAZvtN
rZALkaBhmNeDlCf7ifmW8ZCmfoHxorfCOpgcd34ccLOzGAYakuxGOXvhpQ8iFcVu37X9ZmTvnW5w
6vg/C4zc3S7NTfdaOdqx9n2l859NItl8Suz2V/1Q1NmDOXoT7dq6L+WgqV7tqpVIBhn/Q8A2GQZ+
/akxyIrZvwldeDtHiC+DyCDZbt+GBpdIif98Yw4t3aBsS41foQLIG8y51WIEYSsebcPFSZJDXk5r
RD1uTQY41Pgxv3IU8zbnFOkAsiMGR6O1LjTtXDjREQ9/fXRcAXwWFQF9qQz7EBgKDTJb07Ccdk6a
1WVQqNwXp2JO1809eOfLOausx9af+U2ypJWCatcAcxhy/yozK9dCy29l/s7pcqphmcGvBVrs4k2d
rZ7t1dcX+/8z+WuNSPjvPY2Hz7KJfqX7rD/wd8mQu8J9hK0g8bjUp2st8odkSJAPgx0dtA4GRZ5r
ijPon4qh1QbJNIoy4NcQTmH9jXBOngn8GM8GEGH/jmKIV/HbsQDgQdlSemiQwPygH/r1IIS15yvc
LQ1aQHyxh2xOIUaNqnKfEtmKbh/3odmu8gkoja5opkd7yLx3NNnTKWRehfx7WdmmOu7hZNjuYvfA
MtXKpdKEDnABJ+wPUdLBsUl8LQ9EL4MWAFQw3Ew2dfcmiuyqYFXdem9d5iJGJ9wNLuTi1+FV4flt
t2lGNBSbWJWI9XKtmEdpzEOXXYcBfeNZrMAjZQ36ZkRDc0wG07/sYLVeR3ZdvguZ1ogyyKsHwG2+
L8sMOrRJPP1a+kXmgP7KiK5SaE2vE3Yir109qEe/gFh5AOSM333AZI7PaY6SBOEIpJDNmAGO2ExR
3r6T2AbWqMgtwdgryQlYpNAHAl8ysG+p3bnNkrr4iUczv1/L5G8sffN1vNToFx5By7lItOueDNuq
D4mV3diiQXHUj36DdVLk+kAPblw3GQt51JBp+hGnGvovVcN80biVD9tl6BQF9Ti3OLXg2VhbaYOt
3IrGGIaAEh7KeRcWrMjW+A4fYJjjhLuQ501Bc+xUV2WVMLqrjN5+E20BaaF0s+ZOYTUzdk5rli+M
VdooMLVA2I1q27tptOMabHu8eNnWeTsBihA5SiUmF82zU0r/O8NqhNO1oxnjtZCD3wdjpa1Fce6F
oCvG7mKIGw+krjlDHWM5Bs6ccACkPuy0ag+VWL/ckoFmgQoY57E6eqlIgegoXYi9MRaMZadytAOG
ZJm3La3Fe8wL5DdrmLmKWIZrDnKvs+aEo3KNPEZ+gNsF3auqL+q2Qo+fwbpPIDuVjIKrElcUW42+
IhatzsjCE345bUweqANbibjTXDGNF4GtaewHb+zUfTF18YlMUu8eTBAeL5ypDqgqh4stioA/YVho
mZJrloZbpVJmjDCKcnddpqYsaDkW3jOYQMk2pPo8115PbzS7VNlbGxc+MCCK33wnmb2i/1wM70qR
sA5qZlTM2Wy2HJgOSLLxNkTNLcsxrdlIEGHXSHlEMwMkey6cAtVxrklXm4XFZIZp5Wtl2CCFkPpk
fD6taIGO+zOLOi8b5z0Jfv73ZqF2xhfLJCyeq+ZqcSiS0cCl5rHLhwxhA8RZZKfutEJ63FjFO9+Y
5p/YdJNX1S/EEaih6xyUQY2cT7HrQyTy2fWXNOh189OKvMzZwg0WuD2hikaEqqClxDhtIILrk1A+
q7xkO+UIQkVZGomaD1OI5qlFOvYzG0bjLW+pRxjaVuFnV1U8y7gVx2s52EsaZJUrGZy0ZW5tdYPc
Amdyk4GASKz42dO+PW5Hp+aJCDKBPJ6ui/uewtoiSNfPUmJL20UAuM4ocAkLtQqydPV68WzBGbXq
ohAdliHYtiLGdzLQKlYMm/RBkn16602soLbkE+V5AO4hqvA4z8lPLsC03hUxqYFMn+w6PQjqyRAp
iifUvlxKe2RrGXFEYcB0nePs6wQJGYm/xcaJRJOxem4KsU0EGZPbBZhQs0dTpoa1Hc38vTlo8YLW
rBZbD7XEk0eQD14es38BRicMLGi4NQ80NpG9L/uuo0ObkRWnBNO7x77q7GJHR99aexQ1+E/BLEYV
B4/ppD94Oax9EjdPiA1xW/E2YeFE74Zj8j4m+YR5S0UFf2zgfDiHKIMVey+amAvEMGbp3vYTnMgT
n6LxXpCMofcjhluGUDqrP8xkZAJedeE+RXcJjie5E3U2cRjXfQrtCPoDF2beHe1o9jcypFBtkAbC
rYJEh5OAnXEkSVd0ZX6gaBWXS4mpYQQdVOfhSfLNe0lx9sr51rfZakVw3BJKSSvvrxnVBi53cU4S
qKjNHy1/tykZ7TmpdaGb/gD4GZUhS5vY5QVAhw8crzi7VcIRQKyE4y9sP2qQiFF1bhv5IkzxQXb9
wwT/UYzVfrDwuke3Q1df5XTwm2Q+Om18ajuIZZG/wwLB3cBCIspuJqR/eR2/NINnBB1SqqNqxm9o
uqwEJ9NEOQjKvSjuh9zgZKsR9YceYcksQbNa7sya8wUZUY6JfsCpNJKFw7Ic/UCD/GsMvQvfSZ/l
7MT7bl1+pykhO1CEjIVUE+3gTcIJ2zozE+hKX4jWMdYB3rcIhfBGihYN6liS34wzLudGnZuTjijY
GT8dmyjf49K4b63+NLj+hW9VHD10qWL6vgwsN4pRzSd+/hn16nObQpUKCyxEOrkYVHz2tHOpBzye
Jrwfjtr5MNQTBEqTX1tF4i7Oph/SSIsdERKtvx2BRCnmFy3rEdK+cYfR5COTsffMfrlDl3NamRdZ
Qbqqhd2LFRD6QpT88chVw4Fj6uIUhe064fBqXIWIeFL9Wbr+DuXvsU/tozl7T1ULsxz6PhCC3NNP
iylIuKluWjvZWYnjMIDPrziKHPKt8mQXT2m5G6IBE2BNqpU3P6myY89trUVN1v1ISvu+qdF39tyQ
uAxMnCzZvi7rb4OdvnCibum645NR2He41xuqpJJzYLUJi1oogr5XuZcqz3WdvdtZ/DyFHQSv0rK+
4UTeok3tsZV6RA/HKAfRWF21o9kHgB22vSynO8wrzapIw/za1wC4DcMWZ6ygPzyBcq5EeHU1WiD/
uulFVBkslNT95K8L8Nhexwm77KBDZ4BeB5iaabXXrax3ThzWhzBpEUF7gpGrIYOiQh2XLSEShqZ6
aIWiPLEX5B3GBaslkY7A3Zz7FK97m/mgBUvbpSyKLTQvLNY46w8I09PzoqNA19ASs7qnrQ65v/RF
KJtto1Hm+oimNx0BtoykDk1z3UQDLjRBEPEqCM+lvxO9OJTFuiTJ2TeHPD+m6Jqt3ambXTS44Fw4
BrdTZQYkRz+wEZ238YhHnKSSWKh+F1cLGp2KOfKsPahndWcHogzxbej82IF5sg19NTfRmTjfW9vK
75ECg37SO8w7h8j0b20eOIzfcZBYLftcffRrLju/RoIPTQiTWfYWa3tvNO0j1cYLo0oSdn4UFYza
7C6ZAdc2XNjY8mfnwg25COTwTjVobBMfkkKWHJ1oGW97+AxZslVWsw+bbt/7yO/IhXfJJO3C8Cpr
gBh26d7I8pzZQrjp7c/RwiO0IhKAJtWbNp5InzU44duFjN6i6Y8W64KUMFtMhvxVbVK8hX55K5Av
WMx2F7bpJpZQ7bIbH/WNBGGY+e4+IxkxRrP2Q9czOelaLgGz2B5cGFWJuXQfCNf35VgRUrSgrhkL
cfTd/HqU7bmAzhHojIOlTV7YR6wyQwrcctT+Rsv6nWJ7wCn9PtlGtVLZZmIv3C6P37DxsbyNCI76
cLLuhia+jmkUEEDuYHS2/UEzz0Bl5JtlvWdopN9wG3g48Kapmvai6sudpStYGYiOyVFiQWXsc53y
VGjhR12LYWzz7ZAQWo9wOhc/Gpnm7yw052FHvmdY7Vy1jkpD2v0JjZFE6S2KImmCoc+so3QH0wWX
4PJs7JStNqIK23Pl5Rbd+9Q6F7Q0PT6HUg8n8u5UErhJOKZclJ57l0Z5/jMDjIOR0Gyq+8bAsMzh
WDNodha3eFI9t+xl3VhWfOOGSXeL4I19Bzwa8VAxBvbwhZF5GMRTLnDazlP1Aa/MXDZAthpCyge1
5KuOl4Q5VAMyDSpFTDg3zxjejSMyx63VdfNNZlTku+dWA3R46tgeHnkIkesxT1Ffb0aR8gLzgkrp
grmC4AHpMWXGW5rZ7kWpE+OZwBPjmhJlrs/oFvQub2f1YZFp4m6QC0DZmox0+f7vTxz+H6UpSfr1
/37y8PTeJT/ei//YJt38C1x4/bG/E5Xsv+HCBYPocyQz+nMZs/2dqMR/gWEOooLNHSwspun/GD9Y
f/NpQTyfqADkDM6KyfoHW3j9TyCQVnYW40/6/H9n/CB+jaJcJx/raER64JwYj5i/zwC5nwl1mRz0
eCb6kv4uEXdh9x6GjNq7oC3QLR7U9IBVL/WPN/u8uveTG9uJdmQs0dyuEe7V3olw8iEA8la86ZNT
Pcn5MR4fzeU6rm/7rg7Sgw+aid2PG25n784tf6Ctj6ZLFd5L6+HfvxT/T7KX/y9kW+Mgsf50/nUN
Hjn+j6v3H58f5W9or7//7B+Xou0QiEwpjLNRIW0lLvEflyKca4FUm6UiAjRfYrD757Vow/2ijMHp
b3Nw2w7zs39ci+bf0MzDyDeZrjHGkv/Opai+Uh3+uXpTwMHYMnBB002a3Cbr/fCv+w6oHrUdd9CC
DcW2n4IQ4HQ6259JdR2Dx0mZNK9Qge0ivTcmvS/oNQhtGt33hWYH5lbzQSpItcF1cMtOciXnurI8
kjeFQwJ8Vu+/EooF+UhbBy+07pBKB46sb5nwvVSyEjclY66fsmD31zT1SceEYclqb04t6So/kV9v
8oqH7g4PSPLQdaq8WYi71ad21vmDjqUmIyeVcMgYg5QUF2SJ3pd1s4tbO9Befijd9CZCXAuFrNtY
U0lomGcsV/Gc+KBtCx8yEDRRYnOIhCke0Rw+1flyBdD2yhrj6LDMLhGhxj5lVZAnVHkEFDm7WbVQ
NMrSvZEsy6+QBh2Qlp5y5Np5F5564vPge2JmFzaSdfED+xjq3AbbSUTW6k1b1p8AXAmAhFYzhA0M
2g44S41vQZUfcWJ91J5xrGQGEdvMn9Vg7kjbgjVUo5zrI5Sh1BUPjgWRqMeEPueNsc+m8bmh9pqj
5Vutq09YXcOlkRXfdKlel1xdyHyKYOLbH8WEDdJy4gC+7l2R4JAqEJFPDa1iUWXAz/LMvyZcUCBl
KaB3VEmADyFszKCtfpZms0861X7mlmHiAIyJ2Wvrq4UftrI8/sYYfzXttuZO9ZIysqkDOdkobJCl
btwxVfexnX2Lm/vM5g/wIgKCSurp4Ws5lPnIYWznvYOslYl0P5UGxmewY0Fudcvex/+2dcql2khv
rgjzaK7bxu5ulFgEm6huOCT5YO3Qwla81MhltRUdEeStm3e9c8pOkaeGuYnuAHKZmVlwfhgrThaV
g+uremeb6MWMApiGWfdAHcb4bU64oh2Dbqca1a00ot0UDd4ZNrnHeqjYRLzhnWUvNg57JJ+Dl4sg
J2YGM03+PYnL02gt7VEDnwoT75rEhZveM8TGsofDXMuQnU94HNEF0FupbZq4pLnl4JzY4mxAvX4v
VeEFAk3BhuBRlHKE4fK2UGe+2vi+1f9m7jy249bObf0q5wXggbyAbhVQkVXMQepgUJSEHBYy0D9P
dl/sfpCvt0WKmxw+t3M6tjW8t1YhrfD/c34zUnBRCzekZIQquANPfU0B4TppmkcgGiSrUKE1mg7x
O4y8vvZqVeprUyR3HCImvo9MfkuIsVuJcmavaykYwSIQY6I0/VEqtxr5W1AlCFai6IWywav0pdqo
5FdWeZlFwZcSEXXgVgen2CTzY4esDGA2OI58ryWd7jWKiM6ELl43mUnCpKMFl0m9+9V2c7t5PxWx
r7p1vqrz8ocCEA51tUJoIu0klKxfAeJA2oU+ZxG9Hcdf4PgxSYXltOKhIAenNusTXO/hm5PrxBxR
rYmp2tF0GK6M3BLbcqwAazYy2xq9dpsBqO8oHZOfuyNtXfXVWvw0ZwOxdBme02SG3hWIc1RZLqlT
ZycNzVWe8VfbYe2ZQ7gZE/cQ9BcxKvidShgnXbdcu6H2p6zGBfpblGZ60eDJhGrAJ+aO2OhDY49o
21z1Q/cis2xFt4BM7Jr8R1fCiKHXsaJk5/C/qpdJRyztkKNGJeNHX8cHkDlXET8DJWxZrvXx2W2j
JegR/IXeq5cwET1TU44Lbb+NAavhDLbKmk8mhHhlwFpQ3PGrJnEywVUY8Ro47U5WEHP0BdpASZzK
ajM8Osl8kQwUjjirQzqYxWEM5JMxRlt1pviCLe+mTycea6rs7CLROP+G8bEooTJSDl0hjqZwmCoX
TgYyEQGqp7i4rdRUObSG+Drl+XFUQxJHoCz6wsoHn13dFy0WntWOF2GG7X8yxxeXojmJ6uSuaSvH
nE9KFOWelQHxrUtrF7bNVdxxnDcaJvqq6yH44VGQC3X7a1hp0MUqaZ2EvRWz8kS2rrGOxnknFbSI
avNMCNuWFsfdYl8hfvJRKV2o6XL8MnX9KYml51A/KrGXeXOkuKdQDN05MwlAI0fYm/ES4dAoCq+l
oOBbRVG8lD1CmWBYsNM53Kp5Mba5yDkbEDg0ZXzu+k+tN9pjIAvdK4X+0kCXXNnhwxBOyclQ0/Fr
LCGx2Yn9WIACWpVjcGX3d4oVmodOzyT2hSk+BJUtgMHIFnx5dGvmkb1RkXZ7kxsWewq0PEU446VC
da0wWQptW16iN+Zv+5ZZ2N85X30RyNFgUHwpCvwSZoxP3Jn9tlVhTemN8BQ1xqddXWlKc8T98zOs
SGFWbc67hWseoNYE0PFcTEWQvcFr9y/VEn0YV4SDKWp0H4pW2+K3fZkaMjtdazJvgUvK69BkRcXs
wNYAj1S4T1tyM43FMZ61MUK9QlN8CNKWl1hELNTLm+aaUfWgaWZ7aoK0u7JU8PW0l+QZjkt9Q168
csZnbu3LvlGvw8GJoF20GV0v6O4yC4roGCkYAFy3FU+RNuI3wWVhXmhNM2/yaIoeK1i8e1cS84ws
yPjmNgF5riwjbClSSkvTyNtq0LOA980NK7rH0AnL51oq5kEaboAW3u4OlBJUf7TS9Mbpy9ZDVduO
QLizfNfo6JTTOdAhoSnxIesdLyF1fQ3DBWkgyuGNG3PIXRlR2ZAaR3VM7ZJibTpB+myb4PWljlMU
BFdz2QKKPM7G9Ky4Qfs9dZe0bfzod5hJOo+Jgml3rA+JPQ2eLJLhWsWx6A9qDoVpHIJ51aD+Q9Td
Ci9pJaVDC2n9SR2i6mikdeObllQv1TmLDiFfNfN6XbdXFgKvk9rYI5Gn2cbqni2H436I94nKY5v5
sowucfx1l2PiIAuvpS1jz6prgE2jqxwa3Oeww3Rrq80R7pSEc/LZTSq59PCbtTvH4UEJCQWmvkvB
qEyCsaQ/QYYQhBD7qR3D8ZJSzTNuBCA4Uzt8I2NOWbF3LLdtiFCcfZgx0OpYYv3spJoPOmq8G0JZ
yHsdUutLKglXxyug00iKlXkbRmV8FBHFiaI8o2c5Bk6zMQLKD0zOzXNPhsmWk/lLhvtNATY1pPZR
TPgPCYMksKBv74GPnjNuseUMX5M8OyrA0Vc20nC9HpJLKNZQelqYVV1IvmxFmZYb266CXN0GeqZ7
ba1elJEYmVR0vPk0XIc6/UWnFGNbXouy7I5VNiNdbW7gl5NXamm+0/Deoo7YzFE3EAaefbdBwa67
Eb3yFPQPTTB39GBo57ZzlCN4jXYGeNhNWbrHMtSKjaz08lJxS8JhnB1Kq3uZpp27zlx5Ow6Dn/b2
tRsdB52PEEhRsabXvmqKQj2byNhWCHHIlx2vJChUtT6RF80+dAg8SZYpdzUjK5iW1b0FCDUstbW5
qLtjOI+qIByqipcAzpshbEywY+G4CQf1ABniYZ7b0hNVq1ChsfODGDuk/V3pXlNeyX1bD7Z4xHE+
k2pu1/JCcDZeVVhwl1TQ6YlDxROL9JFIltHrWmunOz+lbbmXQk8xNZSkLgz8s89KgVQVqweSdYi9
9Th5NTbZUGrzoXPvRhJMy4HKl2E3vjs2w64FSGvElh91IzzSnH73bCSrtHkc0UOuY/aCWQOM0qXK
Oc4F4Rds2EuYuM5wEK1YuA1B/AN3AQR4NznJdllc2gctksqF4aQESsWz3w0Q85PwZDX3RkM30I37
kwrZbzLngzGTNziX8HH0LL11LSVau+1hkpwyRFkABHMPGSRXmKEt5qMfGS0obRjHr2kt460JjEvL
FOrbdMcGh9eoa93Cr0nM3QARiFajRcxwz96btUuhVoCeswXM3wAxrUcWBv4KhUbeWC86mcI+L1Yc
16TDQ7kfxR8/0203oWXGj2mcGBdUtpLqn1q7/0gyc1n9KG7b+seP9vRc/Yq7e/lX/N2v9KZ//+lv
S13/C4sHJOWZv0Qlf1/EOpZN2Ze/l6/++pf+X91A+wchVq7xF3bnLwkNdQPahgC5DY0MLAOB+b/r
BsY/Fs0NtWlSg9CK2qhr/lU30KgbCJu8LU3nsI/9+j8pHGjkBL/R0GgoJS3VUm3TonDgWm80NFkS
JPlsp8Vap8V9Yy1TsoLnbC9r+pPBzBG5pDC7mEzDqVQ3PRPzg7Cq72GZYcbH/dm1z+yjXR9s7uxX
U9Xy3vfQWhbL7wjc7HqEXkIFYVkQ9OY5jHF1TIK1A5Go54ygORU5XIZINTaoKh8GUNehzR62aPJr
RTNiSOMT6a6ceSb6j2s11C6x/V7lKqV72obDskk+4SXTb+vhUDraAU5qiHktuh/j9of+a+2K2Qqi
ooWsXPQET3SNWNl08JfTJ42oKPimucMusuW5GK2LUaRPutD47vLwGJrS8Iii2WtVTjC8m14EOpjM
zq5udFXPt+DAO090Y7bDhXfmFE1CupIdhSgvIKMcBSWlUxxb1x1bqmLGRkypplxPblmCo0wuEwT7
PhImDKtlc5Ur9DBNFuyunnZJr1hbcsqKLX1bDETo50uhrZEAI3kJOdjq9kPbqKsZdGjN+RD3D6J1
l838aBi3YTieEV4zGZQ30Nd82VU7juhLO34fj+wOKmPvqOFFr+JXjLuLgcVvRL4SwI9c58kCj63u
MsCu60IiKmpIW40D42ESLhnAiore39aInq3v9VHfcOYi2WzWixP+88xPVMVXGvDfgcGPGcKXdEnd
EPMWDIGAShbp+0jCySWhZV9EwW1OSaXIrXllprOB0ib1igYtFdpZP4k4buTEaEwdFnMn3ZOHtNML
uZOWfYozZxMTylUIdIWhSewCdpNjBSpuqAJjrSSGu4IkQxi0KJ+Al4HxLdp2pfQ4xjSyzBrxI0ax
svQ6/LlP2XBLjttdLLZB0r30JiW0Zc+mNSD3Un1J2ki3SHz45zQc8DrSGoFVLJF9slbZ5WXq9NUd
QFo6Eis3mNY5yx+UJr3K7e6SXSc8uv4OX8cqoNWRjgUVBzZbetv6TaJt4wqCdZywOA6m801m+XZ0
kLPbBf1SVSsKyAiouJKuPAxC3QWIFcZe3yPCuzBK6LALgqifOM+kncqyaxrJhvfnISjEmS0iZ6PO
vtGcggsZygsllqFf1HKXjka1DjgFA6cKF0Q9+1zAeXlrcWLEeFaZ4W2F8jmsSl9MweMAOJdb0YIS
nlbVHL2YuvIwFYU8IPYAN2q+zEI81017DPXoRajwu5XRutMRdL50dnxLLXE/Cu3CsKYLI49xr0sk
Eh1C1Ul6gxVvYQNc1vRJRTpeuwr7MNC1F4QQ30cyuQ6l7selcSv18LrSFCwTvC3sQvUlRRecyZ2e
UI0PUiSoGVGTKu4YM3ORdUmviwy2RsHzTODXejbkNSwdrwpacumr3ZyQcawmLpQGdQfmH3iza+2C
qvwO3gpu83foXjb83/KWBv2BY426YsNIHFLd9RunYJJICYa2WrvdZQOJREv7zRF1v0fOjCJgfDDU
8BiEpdfk+GUtUtiBKel3/AHgcyf8CQXXMOtfeEUDDuH6OReA9BOJYEJjwpGKcuDMsiG+JLuUiVbs
bXy7dtndybm510n861G9rIFy0UPUJIChNvcCTbW2g8sOc66ie0dBoIPyWKbuI/sAz9HLU4+A2XP6
eJeDQ/Bc+8Et7iPEaM44kx9SbshvmDxlMEiVb5n8Z/YSnNbzUX9IayhhbuA1zvSCrgIZfwj+GlPb
Jm7cZAebS/c1cLxtSIIB2FxoYzQezYItLwwHwxYnVFIrGBfW2uDTXWGa83RHv7dEcSUWviW+Jr4S
HabYFLQQGBtjj+H/SyysGzObqbPkO82glW12j53FWSowKCUFIRjRvGZay81zhDZ9Xc3996Y0qi0S
RqKTyuS6G/uvOaiZ7dBw/q5r574eimu3QvQzBaUFJSh/hnQALCCvr0tJ63GmJqTTJ0ds2T8OHX+C
R1Ou1KKM2Xq6HG8KCkKjcRjU4oqpYFxxrx9tCM23/RjhNyy+2aENB0G+TKZ+FebZE9P5nqD1fdbT
j8w6kue17kGlma13mOWCrt6zceRrjrnd1PA32aL5Y+1gr2pDGZUGebLqNB44uX1TbEJfAdhQzxGD
V2XtadKdl6zHf061inJPbTwUdi68yIZyC6btchxMViZg3WAlfoIdszeTTsZCIRFijEUc+okAu17K
8Os4qE8OzdLZzAl3BVfC4kZGvSte5rE/Inm/jA3VXID91abqac27zAwrERaPSDElnov4Kjamh1xV
fvQaFEl043tz0m5QNcSr2ha7wBXXg0hPxHxc5ZmEH8SiOmvgEJz+bCLda42489pmPDp4MPE4i105
aDTMOBn4+ejufslHkWEt4YFs0A39O9inKx7nPRNXDU8UO5HBhrwPAFTQwb0R9PR5QHSWkcuvXaIl
12U3/hhD7bYNYMS2Sn9s3erM0pFiym8dXgvwqAkk2hbBodTLTaxM11lNMWkgY2pjQt1GdX/IK+c6
LlOLV5cQLbenSjibMl7HQ/gNFxNydldZUo9eGt05RC4yRRKikhM7GsIY3QUrSOLUgOB3jWI1X0kg
eGWEIb3C7R5X+ZNmLKkWbrYDhJ+sFTet/NnGaq3153zZdrXdhZ5ldD6an8QY7soZh1tUGD9R8ftK
7RxxgM77vEL/1Q3q1jTR1xohvf1O7/B0VF8WEyK+Z7DW0pvo8beWek5bdwtWSuJcpZ0vtJnpodkM
gPQycsnAlbd7K6T8qKUzTmfn26RBvBdh56w6S72cBK3Lav5SBjwnW0v4q9GlVkPCI0mfG92MjsaE
pZ0ExbWOz83QqxnQaL41KmfRADS8zoVxETc5MFkF3bTb4TMZy7zfwiSN4Y1Yz4YBYrmNh1NWzKrf
4+ZfpUazzR0q8Agi0ILOyT3g1P0kixfZc0aq3fgksVAs2gFcZvCibKMYNhqiSGpY6Z1CUoFuBcmW
iazzg950VthJpB+WmPMRJVFlCbNkU5u0nEi+YrK1zAuZQ6ubGmYNJHhgBBGXBOHjMEqwr5M0toaF
IEfqPX6oVg0JCuTEZ4VoUMtIrlNcVFy3Q7pAeS4E2rsKzBRSiWrTTO2Zee7YG/0FMzkwFD0+Cad4
FhmPK1ZMQAPEfpGFzn6rTbxODYOV0raLMARPbpqMli+b7NKeDNPPLOe+1acbu4u/DPN00vP4ommS
Z9GR6FWLll+DitDXF/+e1TYG1cmYsrms2AoEGcXEQiS+FoofQGJsn3kx9pJ0uhxYcU2Z7DpTnoAi
o5nuh0tFNxJvkMZ1OzIxa5QlhnpctSalVAcogQ+x5TYfxu00tsdcN4DUI6sCnvm9EqZ2FONwO1fO
fUP0Ra04P4cZgpU9QlPPqg2u501kE/QwW3m50VyDT0sRfpazhBtOaaxB3WDixi/kIQBn0pmGL1ML
RsNE8xS5w8WEoQuRFTN+i74Hh36wTzLysgn4ZJOcUFWok+d07C7QQlGA15zBm/XhjI3VXTe4b9dG
tFQiw2KXqibrt+yuefs4qQf691aW90FQ7JOJom1u+BXF47U5zXdkJEPEzeRd0YSVn07GEUf9kyLQ
ZStGCv1+nO5wGV+MiXFHzO6lk843TdEdeYdzHutwR9Yf7RHN+ta4/amFJbcOlfGAo2Y3WcPRjIx9
aNMA69slcREG6JSwoTLL7qrPCGyqc5hUJXpOQKTsBzIIfuSDhRaKFrp0x6Eo8TtDT+AlzkAazZan
UHgGNh/sLIXCCWS+tgl/BkYEUlsQ6MeqkijU64OmtA4yHx5TJ0y2WZh/7RRkZbW7V8zCuVCdNt/m
bdod0sg+m26SocIDshXNmzBNThT76cFg7amip1KMzDpq1QH4QbaK3RwDvKJ29DpwQa7UyNpHFtO1
W8bdburoAlZMq4cpalUfLdBwIAryQDzgfSDN42RQu5Kx+9x3bFwbHHKofGBzCOtQdfShiqwhKbFT
MrYpUGysmFYlZAEyTFv3MFLX3zimGnvqMD01GfFGumpdRejDSIRMaHbpnEIpMOFIutDL+MGRBYEz
juEHpSEozqTPRsXXaJbA+cXScgIBt7TI2Ab24FOMot6AcatIWs9Xk6yzq36OydBbYky1QcbXdZR8
04CyHc3OOuSWEa6xseqc6pStSVTjVk26YB3YHEdFqJ6NKL+KIuu5tdB2xiI5twpubFmXG8WSq3IZ
cbCuhVjSz52zyS6WaED+ErBctSJxBJZPKF3whwBcRI5J7SyxyD5CufbV7o11nsf3fK4vSA8u6Wlz
vqhhrztT/d2tYkTic3RrFy+ESD/aRp1vaiPfoPwDTF1LSAhjOhBzkOUbKHHaV4STWPXgGPn2kos1
Vwqd7rTKLnQiibSoYg+n8W8BulWpu0S37dKRQb4x0zxxPBv0lofviwMEylcNmXVuxl5lXyAFeEqi
awItvTbTjiQlW4sS8G4m35VjCMXeWiBGF/Rrw3UT99+d0p/hfJO/tAuMPcCKqwofASE9ZN3TqIv6
9MY2Lt0ikWtJ/QaKUO3lU0Ng83QwS3mwVYreZDRtgP/NHgXXo6vSsAN791SEEVUTnVYQCYuTbyvw
9NvZvG7Vp3GQwV6vzE3BIXfOjb1dQPsHbAg+k0y2QM4P5Oqwi5lO0PnoS03nsjHQSgoDbI61Ll2B
9TenVAr5Pw0sgHnxeS7LY9yoJwzvp5YtWGQX90A17kgDv3XT8kEbtF0TRe3K0podfRQ/iqY7ygiE
CbvNlahijZ0JvgJ0/Jmf6V+CEmdo18w1h93uKUnOdF7v69xSvTBqkFLb0/d6ppECLW1jsgMLhuUY
T7E7rbpupVqRhn3QJraLuNCsxlGgGsWhd0E9zY1Lo53veGUE8aHVgQoFL4b+ODAh9rO8jvsp2uLD
fzrmNibWKj/1vXZQCUsHnhVcAsTI9pYTHArGAW5C7qod/WiEvKgIYbDVfKssrQuVPE9B5I0pUFTY
8dOcP0uaUNWz6Yo1yMcCHXO/Id9sxySq4rXArRCDzoG00pCnjFS/vBm7DnFpjBHCGqPbyRDKUR26
FoH7lG5k37PXF+p5EuZdmZIGDFMW5O6wqEdrbZfOy5bSh9v83ZqJKRXFfK5jAXGQRkBXVzvV1s4V
qnAt6Hd23dwhL6jxLTzDF3wWUoh9Ov5MsnGfUEnIC/VSVt18tmaBZkX5rvGLHk0AharqPBVyLndd
m+KX4CocBOnnaSJhwzRRF9jR4AlpOQgzoGtmi0StcgMNkE/uhfSBOWahkrBtcz2UnbLVqPMZVN3X
ZcmHgktV/4kVIuSWLdoavQ22ulkmp95ylIPVCOzBraH5+GaIKdXT1DMDZV43nfU/UKT9bcWYfM5/
15U/rED/L6wtw03RHCAUDpVfa1GGLebFv68z/5//zp6L7/+1b5b/an6vN7/7F/1Ve9Y0FSe+YzOD
Wnjh/6VZ09x/GJqhslTZOtJKRHJ/1Z5t9R8WDuvFNE9a6Sv9pOWSVYmhCTmmAS8F1dt/Unt+DUQQ
qmqBRFjGRyEngM6/IXEQkyo12LYc/cvRBXbRDVQO7MMvQHlg2uPmt/t19U8t3H8BM7sq46KFlPHe
cNS5udNY5pFuUlL/XSHX2tJ08N3MmAy0yK9KVtQeFtsKeF5AAQ7J88fjLXXz3xR5vy4PGLZrYE9d
rK5vxksbw8LxwpKFcUL1hkFrT9aUdVdqRktrapoMYQ8+qb0Lc3vjcuzdfTz+wlh4O75rwfMX/AIk
i6gSf7/eNId67FQ5SybMkL1UJTawBHLnx6O86R4sV7kQHgCVCBVh4B+j1Mg29F7jIVZDQaMc1gKx
OdU6V7EGfTzUOzeUfZbDK8MWkw3z8v//hnSoqwYMdDXNXkpM3K7FtObnliRzeyqznRaz8kBisPyW
pHIkCkP5yZW+gfX8el91+jTAOhemBD/k9fimU84FfOqZIE6JMzKxM40OtoO1JoUDb6wiK68BJHbI
uFRZJafcjGb2AuWE9rwA4n072oOBXy8103ssAxG5hX3PLjPvlPBq1s3pexx04gVGPpFDH9867b3H
hHRN1+nx0D2y3vATEL5HXV7DX0/yyvXtiER32bWh7yaOcpWjkV+NqnIiwEDzoiipV+CUrT0vd7Ej
Iii75LuJ6ddSgleCQNl//OOWF/HNiwr7BeyuTbFatew3v22MnbaoyBsijJuzwSBFtQ3RT1G06deE
CRB2HxMWXkt9PHw88DszAgNb2pKnTNfOQXb++wtF1mERgFGfvaAS3Ua007yX/TB5RT9+h5Dwz6Xs
b0Oi/3gEXBumW12jxcYKbLy5zCYvB1cBmIsSabA2hV67V5z0EHzplPM+vrA/Pv1lKFPjJbUWY/zb
j1ILbKI08IJ6ZVVui8BBrtjL/JPrWRTFrx4bgwC+oHGI8h0h/ILs+O1znIPKtGvYrDgtSHuZtJbw
U5NTAUh0BEb1vJ5nrEkfX9gfT2wZE4IObCEikUkMeT2mAvAB8iUg5r4MhquhyOSJgAPQaimcWgcX
zd3H473ljqhcHBAZpjfXFbqOzuL1gHlK3oa0GTDGCklBEG9vnYcxqakOLLop/dJAGzl2tmxv4avV
u5zGlQ+PLv1kMn//h/DyCPTkNuEoy9v1293m5JtPI5pTD7bMjOcPtW6YcRKHe0n+Mb1JmrbECIYN
ocicguW+hlPndz2L6se35M/HTk/cZul2IFRpfLOvf4gNNzOSOclWlURLYsdqsC3N1nfMDNhrjFMu
bfXws6n3jynCZlDsH4uEXhf4N94MWhh0eOhje7pCowVI+XrMUJAuYKS1TcqBbwxmsQ2V5Tc4oa/m
KE9SIFsbI5qJNwiSYtcPUiV71zgbwO2PlBQMjxDG9pMX5p27Q66ODcvN4DE54s2U0kmzIB/TVL2u
y25seOPXJBnmNxi7v5RtTD1XZk70yZh/rItYD0wW4l83B9Hnmw/RtGPo1KqmemUq5RFVncIpyI69
kln1To3Gl1LhRXEdGWxCE5P+x+/D4qZ4Mw8w/DLT8E4YGGHeLMtkOkXkkDncXJXwtn5w5D3WfxgT
MHK8BnAj6c+K5kOtcL1gseK2iVluJxW7HqcPy7fGRkeenttePbCQp2XV+bZLI4Eyfu59/GPfvVUC
RwgfkG1D/H/9Hk0TwIgMY5lHq4Be0aDUHKCpzWp9X3lpGe9lCGG3yX6wVUyPH4/97n1yeS1YbyyH
ufn12CJ2cXA3PKa2bXBxg8hZsxOsD1VDLTfUwPUTel7cjRbRyR+P/OfKwxP6beQ3X8+CjNBbSXQm
SXgkUxhsz7qiJ3aUU+fHI733+rPIISPBrWVwsHl9jbIk4lLOHYFJatmSG1ixnRiF44cY/7aWriOF
1cmG+3jQ9x7q74O+uTx3sN0W+JDqxY6RbzWzErsiKF4wQF/Z1JNpG1EKRe8vjoD1/tMtBN+eBZqK
4xWqHB0xzqtpuesEzLmA772sDMOTTC0XlqoWe1gf/aZQY+uTl+i9R2kh+rHZtTDwW7EOTRE7k7pQ
CVcuxFqkoJqhLn4TbFk/2zIuP/31+s6lLadDDcscn/eb8wtAlLmsWf7xHOctDL6w94qipzvU0A50
J/SL0i4FIoW+8EbFIh7CpZVdqKgkP36+mvneL8FzZRPwoglOb69vsmWqtIsj4kxrp4He0dORIJUT
uX2RZr4oK+dS6eA1ItIx/Rmq69KKRq0yNdEldFd1Q/liPGA9V/ef/LDlFry9RfbCPjIXgqduvHn6
0dSZcYJQy+tBlq8iZC01ceDIjHTibGfUHFM+7CM9RmBK4hGMNBxNbs0UWGjG4H/8Y9779GxhoVfT
2EyDjnx9k/SssyNtJpBkQLm+YbMdUomuiEOZFHFN1FB4GSwZoh8P+t6nx1xsmw71JqiVy5P7bVdi
d30k8OJrAAlsThQmzjM7n05K65YriwhxmIaIsLu6U9DSt+n249G15cG/vf+EY9IgA/jH+vfm/jvx
zJHE4WsgSNTe65wOLzRVscm1RvyoBBlVLjrh62I5o+EGqLEyBOOZf2xeZzksxIrMiE1fZfYePEhF
C7xKPpmb3vtehYXUgk+Jw83bG5Sndj1GEOG8pCi0dSeSeGO2ybhprNa9/PhuvHczwMkubFOO/XTH
Xz8LHTdsk8EX4eVKrR+9m6nrTGTtWiKR20wQiz554f5cz9C3WWzMBB+l5fxyJP727Admf0K9heZh
xUG1QusGqXEBWAsfEIoc7YQgZ501Wvjw8XX+ORsw7rIz4I66nNuW3/XbuARj2tQ9Oahakx7fhNjl
1z103U/erT/fbEZBtWkaOCvZCL6Zc3SpVJYZWJrXMe9fORg41q5BTkhE1tg+wBy+Qkifo6oOvjuj
43wyzf/5LJfR2euzsWNP9fZZdn2SDyCPNc9VIpddq6V7ER22+wzVnhfKRPnkO/5z8tBRoQrKIxRy
wGa++Y7RXVtuFeG1xPQW+ZJUOiBnAFRHApPI/6DTNDexufvPHySVx+UwQUEOAPDrB0mwUZ0ny6Aq
kWankF2b16TwYj4e5c8vkKlBI6aSsHONVdN4PUpH+8yhk4qnjSOCr0EY9Cc5dfR8ocH/T4YSi7d8
2Q+8XTEJz4gD1Jk8qyqZPLIH+u04q63XkRK3+Xio914QSlCWRjIn+yaxPNDfPoIm7KGxZ5j/enWe
N0OWfov6AFKu3VIAmzA0fTzcuzfRpWZBmZZ68y+27W/DEcA3t2QsIWIAqbpuJEdQ3cUeqaf8x8dD
vXPS1dEi87hsDnoGgM3Xl6bPMq0hG8O2LzqYS0EJxgzFjjfCmSboNseIgeH6Ki3KysPW0gNyJuy6
jRRSd/4/f8rbKRWCh5u3JRbIBU7TEwi3Dlm+NwZ5BmtHKUavDREGsjzGT4DiyRLMR9SxNXzbj3/J
e9+n0Cgi6lRcqB+9eYlJ+4yQfaQQ50c9ASiHQYL4xIjWJGihedWHSOs+HvG9F4yFHbYp5xWm9zeX
roRaW+Hh4ZIQj/tpYhPfazjkHVXRbZAqsf/xcO9dIG1zMOKsJDYP//VDd6YFwUYasdcRELg31DHw
8yzo1nlXXFuLt2kkfPCTx/veAsYemmIoXlUiXd/c1NjWUCIH5rKQTKGvlEp10PWo35aGWV/TnCA2
SovIRZaO88nI795c4mZZXVS2aksQ7+9fr4yMzrQIdvCSCilBidjbBzRYIFItI6BMxWff1Huf7+I/
0PAbmOzT3sy0Qzsm5qBwd40A/YKRd3SurSLaaIJ3++MHabzzJDkwsCNA2E61ZmGJ/n5tRqDqSCJj
vplGGU9VKxF1QHo16hhZsYyAqyFsyqZi72aai/4N4GWtO/eqUynsinDwcMYBc0FuyIr4VqINNHiN
MywBYyb0a9CzYKtmpe31RnyvBiEmXnrO9zo6hGNctenGakN9VajOsA0wcC/cJnoFDcUihVjFfZxE
Yp/rc320Btg6k0DhFxpa98n0/M4Nh1is2xxWVLAlb49paPT0dB55tSL4ep5d6c01VY7Sj2Q4f/Ll
aO/e8H+P9XYZTeNcrcJI5xCCp+sid6duPaPIo2Jpy/2I8tZz56bdVIZibgKEspue1KxNQhjoniqi
XCWSqOWsRXxBgktxJEMGoBRauU9uyTvvPLdkAbJwUyyhLhuu35aQYCEFVBVnpYH39IDT6a5O6/Sh
pXnG/L7kAX78Ir47nqOy6HM0wyfzZjwBAhQTNxs4t+uDa/rz7a4JXGtTd7mxMeWQfvIc3n3kVCbJ
EmQ3w47/9fWBQHTc1lZIe6618JQANUal6Qq/x5D6yTf2a/J9fe6hD4U1bimJcvyy3iyRCmAyOERU
PPI6bx/mKMBiF82GcjNaCMbWJdzMq3QU4spt1ZshJVYBoysQrkBxz3Emq6dKw1Et9R9J12inenTx
WuaNiRaARJKc16SNID5V1egCJS0JJimrFuO4WnvK6LZAKIU2dsDKRro0QVCBqRsJjIEToRRzsZay
Eg/YaQGpkd1mHQJFQkXQlNzB7DA3w9VIFtnBzYp8ps9kdHDiqJasqJgCtmFPvghksugyI/1SXWWh
bj9bmTEmgEgMrcckUJJDpomisDaRgA2BY15DcmpNIchFS6TtFzfIUnzbJeHWI6bOrTRj91GJDOcR
/OmAxUnvzqKwp6dcJxhoxTRWbyqrK3XW9FZ/zDn1ZBt3sOqOCbNqDEyESft1QI9/C9xX22BF4l9r
tMw8V4WovrhTjKi5Y68H0zvwqQchRi20cSrWrW3gK87RznwPib7J4O+ShLo2YeB264bDxxYnDzLO
j9/996YEzkYqZ0HHANL85lw8s4f4v8yd13LcSLaunwg74M1tWRaNWhRbanODkLpn4D2QmcDT7y9J
ztkqsE5V9I5zcSZiQtFqNgGkWblyrd8gxj1QaqQjg6GC/3tXTtnemToA/1C9NoLu9I1nXlr/qCGx
3QIOcB5wvv4TrZheeTzTqRZ5AseKgMiQ4gytiuHG+r/4KIdKB5hLao3W6uD2ui4ObTFSdJsIJXWL
swj8tOb3ZWFyro/khRID4DdiFjw7mk583/ln2UjKADtGX26IimDnRCMadVVq38FEexyaYILjDTMK
CFJ3iObE2vfOHG3BDuIVTIK4TbISQ6fSWU5y8UYIxVN0vP6Gl+baIynXKAOqIJGOgz/F1SUcsLae
lbmLk6oBut2XW6rf/rYZR+xV4kI+ijy4kRxeqMjZGjZiEsjJK2jJnD9UTq6tAoGSYg14FY8FYs8e
cZAenqBo/6rK/FWjPS++4qiEr56LaM1XkYfq2zxX8YvsAJdusmJqPiPnY9U33s7W878Kj7ZFqZDM
jtyKzvL521UwqrrWis1dsWRYUw0C3BeUrV5pY0oVPkzSsn4vuM27W8DH4CJg0OafUscBM0+ZL/u9
Bor4b7gW1WOS+ZBQYEKbnxaF1A03seGP1PWiZ8hPGW7sJCo/OmMIvqo2c/+eHBQEb3zOhYPMpv9o
ApChFOFoCamfJxjIWzvUlaLGZgQBupPzn0M7uVsVmtkhGjz7n68n26aV5Lr0OxGuWsUOxtmKIXIy
tYMJaDxQHZB+xIb9GHOqogi0Dzzb+voivrCjqZ7S0LWJWZqEev6N/RKKrkaCgqZillCvxZN8AWxy
GkGV33jUayF0vTq4VQI24PwkiujV89OGAQjbgLflA4HEYHo+Az/EzBkqnwT56Bh2jKcOSlWRXLhp
VuEDLJj6YHRz/mcwYDJ3/cMvlJleb3Rc6kA0QwQ+f5l8QC099koSRXxmiTGQeTBHXO7brJ5RjZI1
xA1QqID5QLp6+Xjj8R9xIT5rywxMRgIkhOfY58+XQY7iekoB14GP83dlTdnL4i7ewxDLAnan5zwX
Y0hpG9+mr2FYTC8ojdKyGluGKvUlLug1Fo6Zzy1mMOcbwffSymf7vsJtgDOsl+KiohJODrUvo+qs
Y2vmT0j4H20jTO/LJJ9vHGCXCg8g4iy2GlcyKNmrsAGX1THDmZqKGmKML3zTBtS6oG1vVsO2SDXW
mDrSJkAfHNnbHYQpF9ijndw43fR+Xq1PgDoaMEa9BfTBakpsD54xlAF7l+gdjuuqjRCCsO/+8cJz
uKFwqnn4tgGDOZ94PyiFNZTI0HslbswNBvUQW6CZlWJUBzBfaJyaoj/Vbpacpg4/+n/++FebK1IR
mH3rpjGdorQUMGZ2i6AqFy9q2dW4Ee3yuCoOrig9PJ4EUlowJto0MD5ff/qlZa8rS1zNHLp3QMrO
vz4ti8DMJip1GWBldPtL/2EyRbSbQ6s6jCKc73RXgHKkCvdhqdBRwRQCYVyulrn0UyRvSuCymfcl
bGV7Y2j0MlvPv5amBBxqImQZrQJwFokFlL9j7+YAfgqew9bnnvTkhGYSC9KBqTAvy60KwaWH0kUB
AMnypwS8CooIvgCF8tGlTOb91PfFJwf3n0MWwL4vpyV4mMdbTT39G9efSZpLzON+ZlHmPp+C3I1S
KIM8MZIOxFvA9gcbWP1OVkiHoMzv6PbihB5bijUc8hmasaJ+RQ//e6nR5IbX9jcG/kK4cfDRpBgN
uDCg6nX+RmWF0WeD7go46Kx/MQJ/Ohqi/Tq0vX+0K8zqri/CC2ce1+GI406bG1nBqihTJBS8nBL3
pczyIPu2HnekiVzSj6bwVpjXv2s92OB1KctEwG0/KJV67LcyiUpnR/t4fECZkZ5Jiq60VBbWgQKC
RSPR/8p7g2p1tYynFh7BjWh+aYmRkYHbZICBXqzO+CzBmRN7WLY8XFj2fYPF7hJ8xZSsh+2WG9s2
b35cH+KLjwSppHEpbKh13Su3MGjG+5kgt6TjpxqTYNKYHmRJAvkbUAvOFqOEF3T9qRejC5FFA0Ut
7Yq4WtpNj5cFdrwspMLBlLeEqwmfzH/o4nk5hgj5bwrRhHs0B0s8p6H+HRaAdJtkxGMLFaxob+au
v5dQo6FyMUHXX+/SMue0J/Bx8gNCd8+X+VguoYuPi7ODigsaJELyKmhjtUF50dujXxXd2un6F64X
H6A1VFAQwqNgsQpoLIXBxav2dRbCk1VQF/Bzqzhgq9Gi0d3+K/MLdV+gqflLWzTDKa4ICK0I6yfE
OORGc2XJDuXp+jBc2n60GAKLPhvw83XKiXP4VHMpBo4JaBG1L+BjQ4n/beDUNwb80iokvwNkGoCL
AQ9+PuAJLjZZBlZv1xlJ8Bi4+JCIZAmOo6twjoBo+5A42S3Mz6WHguShV6OxWe76fM+BKGeJO7o7
eHhyjwD2ccG35xBZlg2MovkViNKv/3xAwb0haEKFj7W/WlfKEmVe97lLHhGUW9lhej8NeI0VQ7bc
CJ0XMGdkLLT1kBSnJULX+3xIMydNsHKUDnUt0/nTTxAx8MzoYcqTaRu1E4ENv/t9ypXziPIENo8U
jx/rejYPoTeNmKOjyQogvj1hs9bv6wVTyhpXn83cpDdC74UEnzelqxFEEHs4zs/fNE+wwS6GEcUF
Y8ZcqUu+15PV36d938E/K4r7yVvExmpSFE9tKlDX50SPw3rrAZbVfpP6rF3XodGyrKekQZkjCWdx
KEdiLhIDAobT0B6pLsIbq5ARxfvlf7G7MGDE1pa2rVYqOv9snCsQd4hLHpyihtabYQKrFw0KLg7j
/+ZRCOGhiexADwhW685tHCh3HSt9iOt+G5rYk5SpPe/DDqWs68P52nv8MJ4RxV2+CN7DOrKnIVZ1
tqKu2Dj58MmC8gY4fVhwEbJ+pGHdPak0yu871f1FR80mg/GQ+1gidSwXG1zhtDcbwzxGwwDdtnbg
EBB3LRTu0Y0NcezpS/mQcFwcE78yIYfHEpnWzr3xFZdCA2LR3DdhA2AGujqeZvzclyQXru67q0OK
Ps7eqV28pYKu307JIEgLEOS5PnTWhRQEkKoGSVEh1Ii58xXhGPNU1INk6LopeyiIXJsqBjOigibb
9TRUd07pfsNmKjk2zVg+iAZhuuvvcCHkE5y8gEOZF0Ai/vwV8GCz4yJgpbQG+hEW+OVf2jD4I8MP
5YbZ6+Wv9ZCgN2mE6Tbf+aOo7EYqj213ZyUC7O1Ik7711L+LWoYHv2jGI4pR09bUJuL4kRlbFUX2
jX1xqdDB1Z5iCm6seLCuF6vngv5GscXdQeZAadtKnG0QN+FGeFLesfpCJJm67OC7qL42I+V7VDkj
0H5RjNpf4txI/y6/jl5zoecCG1ofuE01p0ZWcGdOMdbYOmMAu8NqDOiDI0Ys5AGYhggkwMjY9pKa
6wmzN1ioaKttZ87WGzN0IQsCY4DDqcsZwvusDuXMQjVxNE0XQdRwesAeO3lY5sZ48gyB6FRj3QBn
XVp6gFB0KwpqAASG8/XQpKXnJQmq0gadU4R8jeKENR9XSmoANwb64qNos+lum80mX33ZkARzLe3e
3aFzQBDxUkKvh/Q0UtC3lph+61U4fKUI/udRepB/KqXVspzpD7Gh8gZDK4wXzL09oBdyfdu+1vM/
PEZXZECjesBnV5spCONgQP8Ffal6Hr/7FIK2IH6KzQAk8DRgcLXFoa8+mQlSaSGaImhdU2rOJtCW
w1imx3BCYeHGO+mk9cM7sW4CmupUwtfggVT1Q6f0AYcHpg/wF+Rg6rSUDOy+O9h+1f+VxbOLume9
PEloOKe0H9JjLvE7vv4mlxYy9XzIGIQZttcqmnszfC98ldhWeQvJGkvMJ27U2JvXoESatPBupfM6
UH/4cq7tHgk9FtOvnpw/TXrreLHXKchFrfnZdUpEiWr1Z2JI7zhBKabvUC3ID3iFNhjLuyfZp9Eh
U0PxLe1lemNbXfx4mDkARl7bEauIjjgO6vrNwAJcJhRhYn85DmXX7bohaA5eGkzljXm/cHbSBqLx
oQkE+iZ9vuLbfPTKsUMRkBubib8jQkZDi42T0TR/UB3Md2MquhvPvLShXwHYFhVBltNqQxuzaFpE
KJ2d6STJfVXitQextN8GWXfrlH49l9aTC82JCM1upRS6ehYa/Ik0rB6QIVXgvQnriJbwoPbEr34j
cKjf+Q01amTkox2aLfi4TVhHAYE3Dr1h4lYyyGRvFxZGBWPbnhCGqx5DFwJkSHvoUHQ1jn7UuzfC
tes7mXr4QSYSEQi3bI6dV6XbWjnhIcXq8pcSKuUhzWobrEpwq8h2ITFGeVOzr3WX9MOdbHFRwpuQ
jQfwWGU7dNWjnZ2m/hF9tF6raFFmLtL51E/LeCOaXVqy5OJQUUOaEMTn8xUEbSkKexe1oSkMhiPy
JMPnxDe0EFMeczsxzf/FFnEpZmNeglMNgnPnz0MoOMhsF9VuLBznrZ0p5NQa5Js9fDgRS3f8u+vx
6NLI/vy81ZZ0WnPBHJYt2dQTkj+id9DwSR8B44ynwZXFp6lHnBvtz/7T9Qfrm9R66epaGv9HHhVw
1fmHplhc1kiNWTvwwcW/Q68O79HA4UawzMiBoZD9VLGatlkXJAeZR7cwXZc6xdoZxQXtozHRa1yy
0fdGVXBz2C35hClg3GR/xKTh900ZqROmg8j7D/Z4Vyk3Pkh3tO862BTfkW5q74O6f4ymxNKKx8FW
yr78JLKivjEzF99Qs2y5K1H0Z5jORyi3ctb83NmUPEAR+qL+21EdF6XAG46dBsC3QSg38Yz4J6Jo
9iEc6T1ArjYfB9vvNxJFryfZtc4nM0F8WZBov1yfwkstGDcgH6MlgamSucY5WoPRWUgu6uaKgQSK
Wkp331T23xki6gfZtwtatF34W4mh28ExKANjDVX+YsZpf+NUvbSYIHxGdP5NguE6DnrFaI1Kq3a5
Ftd25MuKbWUU7ilc4uTen3z/OAn3j4UM8pDNiu7h9YG4FPJ/fvwqsapSr5+TCBCdUoP7NaZKAbGF
IiZqMebX6496BRuu9w38oNfYgIPRmkSRidyMvLQBmFUk9k7aM3Lk0oRw7XrNaYK98iUJ7eERdbaa
PCefMQys01MbcuqpOva+cJv5u7Lzl4jr5D1YTW/nWSr4nbwQuG5teJ9oAaGAX/pA5nNMrDCLHza2
LMbHdFqsP9Dct/ZWje5U3mg1bq9ojioSoHbspH6M6Y4eEEsIDwhfO48ereh7b7K7w1Ta0962EIS6
Phyv7bX1cIRUqSH6g/v4AHxlLNzamsBKclhNz2kK2RfiXgAEOIm3iAI4j6Kdgnu7mrunXCztAT0j
+bBko7/FbGf5pQlysae91GycLgh2E+ot3zrp278kU1sfHT/H3TPL538tBZBaTwS3GiuXlg4kEEvn
RJzkazggtShp2RXKnlghZ7u5SvsjeOviSMujv3G06HjxYajoHcORBuYISfo8niAqLsJJ0EWbq6I4
0OPBpzOfqk8tlfwN6vD1boav+3R9gi5+HxHCogKID+GamIFUAYblE10aLyingyO86puUwXcLuNiN
K+KlJwG70HPqXrjDW1XABcrgSX2PcCWY9fs4EvbnInBu5QQXn0Sfm04oYDOAW+cDCdmlg6dLYJZj
2Z7sqkafSljx3g6kcWN9X3yUj+EYABnqMesq7dJRrgNIx5y5uENjNFIegoEUKEvD7sZN4cLygKND
jxU2BNQwLW/+8+2wmj2qnDFtkH5IxhNOWsnRs5p+C0QV7nVBQ3U2bra6LnyfR2+JMg+bH9rOaigj
d0jCuo2wV5dhtMeMFzd501MbdIBvlXYvVQNp7tDB00ZxFm2m8w8cEBmJ4plOioj6+jj7gCozsCN7
E7eKJyNz+r2CD34wjB7jibTu8JvUWgUh+tZQVYYjPgwUgaMEOCNSITtObe+AD1H4GIjE/NLYuQ00
2mn+1doj1QmsUY70jZJjNrR/Xt9TlzID8DC05mh/utGH2oyFI9Qb0gLWUXOXwbnYtMaQPOK+mdyL
uCU7xuNkEwxIX3bFjLayMgu8X6tmG7d5hVBePu7w0HGeBlFrQ0O/+Xb9FS+UGnzqWNxxAXVx81xl
d1SyLE20BVaONdreDbRvSmrG/3zL//SUDxsRMeRcmg27Y2pS4z5N0R5z0Re4K1JEA69/0IUMg3VD
w1krWbBiV/f2UlJtG7nPA3lAsisJCnEc0GgHA4S6XYaZBv5fdf4lqp32BB63urE5L+wTqin0nQE/
aJzBau2a08y6nhFBUH2f8blZjszv+Jch++F4/UMvPom0HM0o+m1oSp3vEmt0wJBoFE/aJM0LCony
2E8phXPHkW9j+v/OieL/Qx0wfU/5v8t+bb/X3//+/rPcl/75N3Uvw7P/C5kJkhXyFJrqHB//kfcy
tC3EfwxRQ+e/OHtBuRCqqD6yi342k2BKdN+EM4Z/8Y9MKF0dW/8nH3BZS0iGwQQ2scgETLbOB8J2
MQ1yuOSFoLks8w90B2suumLgojOiK+5NCHkGnZKFsSmbCZ3bz3mSRt24K/OkHeRBUP6bMSFHKTcf
ttVS0S84uQltU/OICa+Tfy9HOsTZEQmdsW1+iYTbJ/adY7ZWNJxkn2F5/OQkcREiM7mgu2U/Y+cd
ZsC2LZfHkJ3O7fIS15M7YEE92b31KZdRyIUU/yqLf0pEqops+/5awzxEXX5A1bd3cB8wjKjvXzCj
sG1y327qMMYgc81REO3raHC1HqoVh3mwz5dwQWKRO4zZxzcSoNd++U/DHFBCBo9swYAFwYggDNN5
fq72WVu7YfIbHO9aRpt2GYQ2wtPCKTUOB12S1BsDy5ruB9r70FCQFrXLWh3gX0zZN5H5El1cxPZD
hmSsLHjhu2m0Y7KOhMnJ55MwRi2r3zto7KKfME5h1GvVFYfB9qtiYAZc3+4C7BRLgn67TZKgMRVg
/anDWCBPZcl7JYDbeC9Kg3aKiWaSO6CCo66KbXFfKS41DVdPmmzPjqySEG8G7HGCv/umsJqvLuPI
29XUlPiFft+YPBomtahKZB1HSN84HlUJt2j8FeLgBRHdYEDgtYtH08Jya6mn4EhVqnG9A9kymLqn
pG5zbKXhwU7ysIyyUcDN3ClGyRo8ueD3d11mCPEYqrJmEApkjfgnN29yntZxLeCzwRWbvELfdco1
jqVCEBV0JrrL/Eg2TRmfnea21/34adN/fpvcn7Xrzg8LBOvIdynmR5rIQsk1WE15X4xQEnLZf1uc
XiXBCSp+vMh7ZICF7+06HMHHdG8nSwHFqZmQUV9ejLGQY35nVbHn31IjOq/x8DqcV+hdAJ5DJtAD
13G+AjMvHe1IqfjrAB6dpaFyM1HpjtvYbOAZ4Ss9VEKmVZs+GzbiN+JRZVOdZDeS2RX3Sb8I0c9H
DoNWM6OjA+DPW2GhK5BPLejroCnQHvkkemJNfgTAlvnuc8SExD7mnKxHGv5QsroG/lkn0CLYZXPo
yvmAD5f+Q8g5khiUTq03Wr9whZsd45dKYf72o3HGKSmeVBM7xRNAYct/vj655xVBPoJCB/AvtjPd
OjB4q5RV96dAgbTzV2V3OfKovgBOX+3dSTbRfEydoXPEfWTUoI+bzfVH06g5j9mEBIv4RmJFVCEf
WMdsnFfcCepQ8tXHpGSOf51EVQTdAbH7jjkEoKYfHlAkYIG7DYRte2sag4i6p3rxhtr51FI8ZUek
2C6yU5FsTRcJyKCx9LpIjLQnMUytALnpZqrQpzv6E0ypfitF2vA7MQqbA3tjW0ugy4JiEdEfYEBz
1X5payTYg6OL92uNTJo3GVrQiROATTa0eex3OBc0nt64qCnymrOaA35z5LQTcQcd9ok3qoZQ70oD
CA5/xIbymXwqTy4/2QtVjCgvB2HaoyfdTXpvw3aY+XeoROjfIjpf/2pzzDO+S7lQydE8adOKvwxx
bNOfp2r9zfjhse/xMQM5vHeRG3HTv+IMu6/5YXBULNtNg3tD94Mgil/NoR5QE4RXj0WK3e6gx0Ef
ttrMRExp00eV9h8YucO12WlOpOVjB9tmQGmOdRskENraAplF4ztwAj3sZZB0TJ7qxlK1fwhrLPlL
Z64Z79/MIhxz67HM7aYo7mhKN9qNYzHYDQTYRYz8qGxL/dahG7d8F8xuYby4YtRRDXNj/Z7U46Tx
UreDPkcb6jDIF9ozDH7rMJfSHChqTD4qAlAvYyAme45zp/vh56PBNL3/qmTEMxSz5beIqsakUV+q
yhxgyODbI7geYtU32r+CwtSTm9FFzsvfRiFBnm+KQFp5jI54rT9YjlPkTw8wXwZiTA0KmyG9vjde
wTFn56xOVqk0aDo6gA9zVd5I/dgclgUvOIhkGdUuFF0idGXeY57R9dp+1hfFwqKROKryR1N3krd7
/xEnyyBY7py8Go1nYND6sHYau2cWRxn08gWnALDlu6nscYE5RqmtdxlwU8s/ehXQoW6jCqf33Jfc
Ul6GgyOiWW3jvYyk0+PyxVT5kHyRKveU/9gFy2xay8az2y6YHpy3A9R2Bq94gkeb8IC3f6Dwpdc3
MAy92i08g3QWFOY6ZnuuMGaKcDgwsw762esG43NrUQJuffy4RDOmv72fdpaiUlhujKSl3L3tjMiU
wBXbuWY+OB5JqzAVQJls3CZunlAnrfN0soPHZAr74S/TMyQb1xo9qHSPjrVMrYHm/NgNPjVEN4mj
Pba8S62OlWfVjn8AT6m3o9cai32zmbtOXDUMgEIv8Q95LiLxaqZbSpLEJK94CXyw15i+xGImC7Tp
Jwz29j01jF23yhHzhpWA+W5o5anl4WDhSKLyglVMdkvXan26ARMALhjCc6EmZH9M9Jastb1szvqv
FKIlHw9mVv+B60Q8RBgXCa/9QvANG+L1aA5K/hWVUdDOR2XjM2v8NZtoXFdPeKZPDhBm2YgO0aS4
FJwularRodl0fZy7wZOBpIB76pOc5PqGlMl5FYhLAf1vYOyg2WET+SAqzo9oEJwG1brOfqHj0yV4
VQi1JBk2VOS25NZ1nHudc7INOcr22M8Qk+xfr2/kVbbCG7CPLRj+0Cn0Zl4nCahyo9rayRdUgorA
+02aSnnzwYisiiVPOa8QM7rpPe2ZLddlPbtBUIEj2P/T94Cq61FfCAFHUntbjUTR2S6U7K59eYuN
mArpgMzO59g/jLGpmBbYHpHeEOx60hGu/Trvvf4aq3RDF7YRm6b3iAwd3ar1Ys+LaexT3xmYkMFo
Ku3DFxkO3j/NVGPJ6Y95NRQPOHFDob5xdfkwEzyYTIfCI0uBUVjljQBs+qIplvYFJJDP7Y9gEXCc
iDgy+OM9+Dg1egjNyUmFmL8hCeGVzY0RIHU+z3qorgFdYFchZo26J1n1+aKUZdgMBSapL006gXX7
5LxtsDSvmb27chwJ58ewaHq223sSg1lXLcVj2sSUiDYF3Rgc1qwi1SG7MExyw2zKOPLS0dMHgtt6
r9/09othbYQpN9RyjrEfk6ny+hACdmuM6tfMMJop/2WMURox9mZQwPg+hXSIMbK1a6ETDYkcdvfD
M0KdOPQBOKV+V9pukvXoH4V6FbcmusPzPTekUmAaZMQknQcKZPAWNtnbdWzEo10nQr6U/OV7+M8F
q+/H0C86yRkiib7Lo/CUk8XHwjL1oWHZYMF8ZDXR0IgOthiW5mutlp4zxqqxOPrxfgI2Zo+5HyCu
rhj5dwVWyrys23hctR6WRV8TD6YVo0Lxm+F5ZfGppkNkqae49GyOozFP+MaD54zcaR77tloQyxxn
yNIZQPE4FtFGYo2N/hyte5Vj4oTg2TziUucb7VdtAMhJu2R6sg/cJwteYfFAgHQHwBM6Z5HYVnjG
JlvGIJ23BPyMf7fYoy4nyAZGPRdplCF5lQybBF6sDD1M009+2IMjefDUnPIj9ttV1WB38ZPv/4HF
tmah1Jy5XCbJ2fQAx86c8KvJ/jNyxCq1SKnE6OpCggn4UqEd1fs6s6ol6QK5KGx7/gB2oFfUUNMT
4Hau/JLztAQ7yAMsLyaE7kkI9FltKQNC6NZVqd33hyVjrNKDU9Vzgq9lXblFKX5XeOvOycNEfW+c
tnaZ47W8x2uZfMTE72QpDtRrR/nvLg5es3drnBkjI28aeqshBVcTg71ajFymEDhgjftOlocDwoOv
W2OhKEN8GpfCaUdzE6eVCJGgWJIeSD+s2bkzcdgxcjy+K+4DttjYiAxFw7Nb4igV3PdRpPO2vHaX
ILmrwhr7KtgZIiN2fMPdaBHdvYGZJ271ZW3mJNl43DkmTnhDlSwPfpMUWfupimcVzS/smAXbq10V
u3GE633pZzp9BfuwZMhWc5WtTtbbfjKDcWQ8MTypPLHLhdPwnaRpqGzs5szBwgEXs15fFN5vN+/z
bfmpTo/qt3TK9QL9W95PZeR3deSOgtlgSN5S6OuB+0P0BHEMPxY4OakK+vWroNWVnYWEVZN+eTs/
qBiQ2jl8kXr2pKIPR61apry7axQYwmyaQLC3r7/Dh8MDMADHRkRmQrHvg7oLStwNAsyGeDbtqVTP
qdn4xRNd3mL5ZtQOd51DjZ49x9r1x65aLZwaPAzMtca40Z6gcn0esHO/ol4Vjf2XNItR+D1a4Puj
nJKH3SpjL10l0+HJ6tIhMrdojXZBs2cvFrP3EBUx6NuvUWr0OIfKdmG291VXBmF7sBJJ4no32B7u
alDtYKVkuFUtcHKAFJad+JLMXk/RssvNNJdHu8W0wDokaaA5BrCUO3xAM0IXqmylgzvSLSyne148
55immEp/VYv3UBoAN3T+3ZbfSZn45UQfYPGt/nuuoMDKv7J+mJhvp7F46AaLKnxMjnU227p22biL
1e9wZ7fDX/FjxxYVqxRP31Qtc2CiWu5c/EDTKui/O3MGPF9wB5500SF/+8WukeY5comTpVwJur2n
wLrxC5P99QBj0a8gV4wJ+cvJjxHbzA+VGDoGe6wNfRpZjlFk7r+6wMC168FaMt4kaVuV9rsho8Qi
71UrZ8Q7TaPocVizJKdQvIUNaKkW87vYjKbsWbVQlts7bviRMA4Bp69lb7ohmgDrbjzOGwDlGzXP
epbbMV5ev33MLPPA3q38+katZJ3IcgFETB3YPEIWNn2/VfKSDyqj2zdFz/QzhGh/50aPR+mSQj/w
NjpnIXqnufAYDWW7uop8fQ+stx6VUDoolLrQ76fGvk4fm45YOxdV+EyBuVy+oQiu9zrGSwFLwIZO
yxNJ4IkJ//i5upmKVs2rUfS62AdRys+ki4WR6UIc+OYiiEIdV9qNjo+DciilByW8ypu1qVVpCrFz
ytyR/mIN14c0eL72S9BaqpfL8iwslj7fOHaVk23f01UCVGo3900FlshA0q9Xrfe5K7mz4S2ZpzOc
7aZz86A/NbTWLYCGA3nQ75QYQilv6dKvBDHYp8ibUMxGpEH3UQnT5+8aKRO7DddJn1UcTtwSwyLV
C8Ht/SH8kxwgT2ih5lXcf83FQM1mWyezyv/i/jeR675fRVDSiZZ2m2YjTKqd47T4Yu/6NtADfX1O
V/VkXpd7EE1yRheZQiq55687dCZiHDguf0b6TBFI/CzVq0i5zsw/ta8HRya7KN959gTU5Wj2WcJq
K2x63umNl/mwsNEsh3TLLVH/DzL6+cvoNGFsqLU/w7/N2Esm4mjsJccbAp41hOgMPQ+1zJZv1wdh
ZeihJ81FQEbT1Ty21odrf5SoZOkhaz6roDPGU90LXX6ta9XF8HNGT5cP8deaRKhzz7Qpnt9zrmRA
K4TsLBpi0gEZIvMLoNLKFl77vSJXtZ0PnT60lC6E2mJOpuyTlaTLuCDiVzUkDm4jCy/79/WPegVw
/FS1gmCj9Vj03KLQrwsH56MZuXO6eCIXz+8V2ahtIv+XyermMN1nweLjdywoZoLmqguQkskdENth
bLe+WepWXAKAn68Ze3RxjI3g3lI2rGPKVV+WFg9FY0tV1nfwpEbGnMqtgwuYjS0WiABcLQOga8V0
gmTjF87RHfFXH78KuAo4gr8lC7ZEU4Yk201156CnqPP6B5dhhFUWoMnUJhHVThR+02ZbOkffyGDq
buLaN0W9L4sUXO/91InReEG7HTnWH+/TscxCV6SWCcMVanDYaTpcX1yrwRvZT0p4VkifvdalqbAh
UrR5ryWXSvPHdhNNItgxrdFypjzi36Xfr8MJZpZH7nkhtOhNW4RubZwSJNdgJ+FRTTa8DQTmM7fY
4R9OG9qxwI4o7KIA8XFt+tA2Fhcxq2dRO3qHapR796NM44h9SilYj2FglTGg2qzwbgbfj4/Xm0Jr
CeurMnf181VErpXllPnb5/dSJnBtk/OlmEKf5+MoRqnb9QqHt0CKg0nfXF/GrwTBs2UMbQptJ0gG
6Elp5sz5C6Sjm+fW0gnA0Ym+VeUl+Rs1UieZ8mnrSSQjoh2vg8fIQ0fJgQlEWZ41sjeiruFS8X43
M2yp64YTAZm/jFtDl/GxK9A9gfd0fm4i1lI8eL0J1LNOxJQjL/D61PeVVbml7nH0yTRW3t0ciLpC
HNIcp9zfjdYcYArNHZWokW3KrE4r40aE/BCufWqBKP/QL6VNjwro+WCo0i/sgebt5/cQxXXEZcrf
m9UO19XuRwG9ajz5fu2wWpByqNUzUgo3LwDrhBQYF9wHxClghwIdWXfcYkuVXjKX6teqHo3EA+ZX
8QxZTCWhOgpZj9cXwopJ5zL9OgOARae7ZBElvPNvl4bnJ008Jb+mbpw5zhaiGxe2jTVTvSJlbNJI
fJfYrMebcRjjjiY0sa5U28KkRtFvUlgZ/HH9pT4gHWjaMQQ6H6Q38PHIGlQ5zk1Tpb8iQKsjyQzT
n+O+oIdG+vuWoEmaROq5NSbGBIclnSAtr+cMx5pbPHnpLPXJS42CYfQXj9v1kBl69t4CZZWgpPYt
yAc7b48LKm/2l07i6l5tsQ7T7da3BLQjd2YXDj4Sqs/vfa3MgXMNOLqqWBLIbJJ5bNJB4LEbVbiF
dJsWaGPw2EU1vEuMZIPW2w0opbK1uwDJLPuunjC8KbRpymudo490Pmu5lcXrhZOhL5vqrXh3fWTX
uQCbnqYyDXmLjADm4irnm0YrMyP6BC/vN8uqD0ZxaDIcIA9cTWfExhCv0Lv9+nN1OPmfcOPpNg9k
LlBKFKpR7FznIHY7Z7DMGvV5NsxItf+qY7ov5TeaI1UBPOf/AHgu9PKpt54/jDWDYjOKS+wjQIof
CtKuWuyw4Uj9nDYNMArtVCMcE/+wtu3rnZe6QjV3qJjpelXhmayfJGmt3NvG3qT/aMu44QdjYhgz
5pi9Ml7eCg7Ccmb9c68NPC8GzOFpqhy4FWYZ2Zc/fXty+LucKMNtj3Kkvj9OoxvF6QMg2Cl37kfp
KBMEnIj0r+JoXHiNkPK48WINNGbwc86nSXyTVpYvai/yBVYU6HhKW/Eme3tRI530h6FWrP/jODGD
8lNacnW3T5Xsqczu2mWhB7QpuMMoc6OUM4DZfG/81TQ2+vjg9UkUlV/rt4GQ3IrU/Buu7wBbt7Y1
TqbzC51bkc33VT74/nQYI+W53YOvBpqWzwnlTj4AZjPcBiAkRcqY4SauIQppxIWp3lgdSmDqbjZz
fZAJ8ne/usOPpnVxDmh9umtbiLXax8DxlOCtUzvupuIxocvHhC26uGeeUtKAJf5cYsRj5YdGuGW8
bEfSVkqqaSkpCj7HdEP9P+My1K+SObVH/6agTMKR9D4HxVJQ2cIS1+3q+Mv7Po7MwqcoWhdySNs9
gLnFcT5N5hhirhpVNsoSJ6ewFlACRp/o91uo0oHDsSLghTEJ7ain3FD6kynboWC5gf2/mA5koMJg
5gn1OpFovIbm7tsSMsiUmBi7tiJcG+Jxdudq19Ac67VpotsxiK4FJay5G6bSqYy7Ip4T/vK9gaF6
0zLj++y/OTuv5biNaF0/EaqQwy0mkMOkTNu6QYm2jJyBRnj68/V065RFVVF77yuVAjUYoNG91p8W
ToNgvYXIh9E5prMRjOmjKWwYc0ZjpGC+N+WWizl46sx+XbPPWWLX4/Bs+6XHp3fAtNwNxrJ5y3aB
RWRlXnLSuLnmKnTl3wmCFt3DROav9aCLFBh/SqbHdSqYK20QF5SeUtsd/fxd0Wcl10gmQceP/uZ9
vh5B/9k8aMzZsniryWLnrAKe//mI4tORqTCQ6r2gEnCH445yxnBipuamfRP3TbtSOjqTD7p+UCoB
LScIlXCIxF0igMAqkfxKmtbv0j54NpBNhOmfS8LSaWMibgwmVmjEFNUCHHFvblWdHIYIEVqLO9A0
miCu3AzRwWXtRpO7KyCkJL8x9vJA0MIsZsGC2q1ewjGUsyGz3+9KSubxX/DvMjGGvssw5Hy1+lPm
Dgby1w6mNr3BHljC4sEwMFg9pm9wwMjDZKv4sdoQEs6tplHi2ppZ7oumggWO2wFcD6w3ZypVcII9
XbrpvsLHXDOISf3gZleonw/JxIqtD30vAgb3hNOOZ+noOe7EUI/dCpbmD13GpU4n6u68Ol4t1rg1
WPUoPFSJl9mlbFgVRaEVIXaYSNWHtw/J8G7vSlRUcZiUHcqJpojIquUpKfid4dN5W98PcifOqKY2
WTzqGnLc08TIp4NRzxJTY++s2/Sd70/kx8kZu2KCPND1o1YrFB4JOP37Ak+l1d+W2yjZE7vfJENE
k+MMydETIFr5DRDBxo9r0UWiitceUyQPUTNLWvpid5RLnPsm2D12+ixBNRZPJsPq/hotEMnmZI/e
XrWXpqSAYVaQArQjltzmoBk0INR/oyn+uWkAI4I/Z8gK0a4cp/gz5OH+H2fwICvDMo32p7RqJbWp
cASzmqlMQr48y1jjZEFm/h4g+7lK5uNtQDmWawBE7hHE+eo1FMJY29oN1ye7cWUnO/cEUWSxLpbZ
zvP1Q0paNpcRNThtuZo6kKTC/wRceOUj4mroXmRmIVYL2nCSA3++GUCxQQkySK7o5M5b/VhNLFK8
8URSIZM9zPXIvIiT6NqWdyVaJqpoAkXlCqbRkcJUvVqhgJKgeA8+A80UM8Vz5HWNklJyU8WVd0yD
K6M3GyzLb3MbprX4WJaNPNI09ZdzAPv1KWXj3n5XoAOAvi5ngOc4BWWosISrX1fobjbhIkHN865J
WzjNE+VI2LRnShGW/WkEguIpQHHKk2avYLSe9BYetVlXhwS+c4LVjO/pS6+IO3Oe54cp8YzmnPhe
wc/yuqxIah2RNbGTDdn+PKINod4GhQfunKtcqiCXbZCfILnM9UPgIkdCnRPV8s8iZkTKzSAp5OPu
mMRXu4eR0SpiO4kZmBm51zzI/8SfiXHNyCzKLBpcGy/7c+0yxcc8kVoiKfkmDGQ7XgB2QGAjcZRa
QnRaDvVxvxQSsTIWE/QP6OQqhaO75hoLky3+HdsjrH/cAI5sD4QiIs+9D7GHcIBXoroK7tbUkcnQ
6Zrkc0xyN33VebYZT88kdW+k6zaXDITngwM1XH7qFqS6F1X7r3UphQS5lMvIpY1yaD/PA6nA9UkL
pcsJwVt+2GZjhMNeeQzdvWpWOteUX99bDSnKCOvBz9s7sXDetcdB1DSTrVGG2bKS2QaINd+ney07
mrFgpsNw8MlzKR9ds9v4M78iSnGDPr9CoBqgHnrCjspbQrNTP7gUfi87mGm1TUoTMmabDPsfHp3b
hhnl0XZXWMMVb1QXHOBa4rKmIZSi4BHlJp9pmuUob5w9Jgx5q5uqGuhbsnZL3IOXlbNhx22BY35+
52FYTMVNuJhFZZ/tPnNhDJbSlYRHHqwENN3iYJM3b24iQblW5uVKklSAIjI3znZebZJeaQPmBxJJ
y9/ZtyRNLVHK0PqlS4eLXbR+dsnQSVPYdfs88wEsypVbapLWzk9z4ksl5RYZMPmi411mblFuptiG
nwe/k7CrrmJCRzR9eb8FScOFWS1no32rbyYyGXcfTiHa+X06s6WHbPADE0G5EfrHbXMeB8yH/KWb
H5hamrbvkmBAaBBVtuS3cGl0XNca1pK9nFZJLDDm3Q+6j1ter75/VJ1r0CRSkcIhyRLTv2mrfeRn
wTjkU5/clS1VC4o0e1ZaRpiat5Yd7tMaz5vFuNCznM9kfupAUEtqaM/GyPsp8W2pp2iNtm+cey+1
mozJnsoOoF9GM28CEcRdn1pGR9yAKd+XVD2w1XflIlPwQ9RBBpa3w1xJsDoe1VqbCdK8LFsxEuJr
c/qIdGNEZnqtRnSVUIlF0kbWhJb1LCqTDekMup97/WHMCif5BGtlLeZdD62w+SejQzzRElZzlVB5
GJKbKV7nFS3mU9s2cksCAWAA6qH157l5qa7byMLKYj/g7O/W9T2FWCBzKTij9yS8rzqqlvUmyEjo
Qp1Atnh519mG23fHCtG7iJ4mmlDW5CQ8+byK0O9RBCwKFTS2Xoq5Io+1CBYTIt9H2MQYzf3ZnJgC
4WcEHl4JOiGw/LQXrWWzdzyAMCpwGnL7YkOBWySBWO7UG2Qiz1grosthlnuPUWLsQOHNd+Qi9N3b
J2PkK6ddb86XvRvD9+hCvPQglkZejlW4Es5frnVmnQCIA84Fy2xRYAZNb5unlgj9pEMtnAgnpQoc
8oZUF4Ibiu5TQAIFP1BSZ2zNqZznNJjvftAVQMJcd0KmGt+JUZqdfKEVI9UnmdyYHGzF25kZGGv0
zS0Hm93JLkksiyd/6xkaVIxjwF211kwQj3TQr9liLInheHG+DDsYY7wWQ25V7zv+GThEbKl3WYS5
j64ub4lzQqsFxeMFl3wN5RdEzGsiwR1sWjfzhxA02GH0baYTVNnAn3YiItH3oS1MTiISvcE40iim
/MvmS+/NaITDcpWwOIMra7aClG/LFqLgnCEXUVfe+9ThffM+iXa5YfVWl3BFKw0zf6fLcc3UGb5Z
Chz9wmbk1fPGdI7pklG/84T09dTqTLOv7PCaGG7nfNTPC5u1xHqsuXDpi4EBDLlhZ9DQ0sRB6oo7
nRcmHzfTo5auVanTy21S6dlEl8kFujQDZe7HNup7g9kzPVLa7+liUvMkRLiUj5lwqBHXK16ZDalU
LywKehpRarOm2Z6vN5mtn9+FRdqK5aGu530obruVPhelduCDAB48PIrLcsOIc/nSdSK3WQ2p9P+8
VOAB/csW7W2YoFy9vib6C04hJCOrhkQuVjtuGbktkC/EFeotBtaCF8CJCol66uMyqRb5yQiYXO6+
3rHrefH5ykogUSqkvu9C+RbZuWFy+cJH7tq8J/m44BAUbS1fO0sxbFXlyM/p1kY27bM6IIemlU8B
6dW1XFVyhXxIJAmV7pkUqWrEoC87Cex4jZDMVOpN8netT+HAa17U8vSfw1EeA5o/LtUOuF8B4+EK
IuJolZT27jJCglUXBBt68X5mlHJ4Jnx7YnPw5kWqJXU1X9jMt0BJuZLz/8FWUpR6XeWnFP0kX9Gq
ypigdyGsQfCm1q4nf9pH0rE/52syJt5lZNc01zsbzREqGv299SLSN0O/2Z7bSpnDqHjRcA2YifcD
MNGbcBTwGjpku/ISFsd0gbyhjLGQUAeHzEbWdrFFxf07L6r4awhh5ODePIDS9n6dOiOoHryhLpcZ
30GfLN+B4NksjwzvmKhp7bEP/K8uf0gtqzC0XiSOM54YaTMlQdxMnkS3Uip/fsrj8ACJInNA4hcI
Z0J+LJnlo7FTkPavo+T0esKbBo9fRBgsfAiregCscNukmaLHJe8LiV81DuHhx4GJKPwSuTmSOoBv
N1m/OQJJ7VcpdOWLOeEqX9SBQcTVE/Qklzs5Mw32EfEOE2Rjv7DL7gsBqBKnc4ZQ4nTjvsqVq2Aj
CoiR32igKFUwYDd08uCf81xik5ObSMj4bTjldTcBjw71A8lA00Q390tIXzUMTTO1zhPD9DpycSpG
EGAudkpuzQueGLlyRnvZ2xztnyic4l6tu7ev4pdeUkqOYMl98C+eyuu574GZGb5rjPYjI4VZLvrV
KTNWA23HlR8vViErkEa9sLVixjNVGb19MT+D4rSSkPRwDcyix/nMQfGqlSwQSvajl4jHzFulAHwV
VFnsMNd+YF/y66vYLNId8vYH//IsiA70SZIjNYgQTzCun3tYe5LTOyJ3JhXveuAGA3Baea8p3Nnt
0TPoWkDkc5S531NVt799Ga+/v9RWsLsH+LxA539RKzCug5FV9VI9YotRqGXm8xiAsHNOR9p+1O7k
Fl57+bc/+VUgDdSrFHSgOYeKlaE0r3vbXuQpYtPEeMjqUbaQVZDQ95yYydCRIz31bMEviBAlLcIs
b9lrzmEv92OgCLmru0mQJp+trigQWr99ba+XKI4A7oUHUEFKjcPw6Z8fjk8cPBRuQjiP6rA9pfqb
5oh6XS3RpUk5VjUbVPu+PES8/wn08ircUd4nTOTEPlkkj6BY+wX6YdZ6iNh8eChFSazWQd8TtIDC
/LilU+/Ox9maAvNbVfryZLOcobG+9TOS/PQQ9Tg0gKFTRgsVt56oMud3MXmvCB78OyQHkArlM6wW
ivAX8aTfb5ZXZAzBIoejf0G6J7GhqY3o899+Lq9sG3C0jI1FWgJfhmgKNuIVDEZoCO1Bv7sPSx2G
e/aH4w1TV16gh13jU8jJwdYZ4Gmu/2S60Ar6sxJtTzk1pevCgK41cOtlOTXAOMEcayvNUrXyCEe1
GIZfqQqd8cKAFFmy8M1Jsjy//R1ev/g+t4shDz7RHTy2X+RM7M8C3X0UMBtMedvUa90Z1BxgOSH5
yc9h7lFV4zVFAGbttcdDffsirhEI/8XVfZvQR2Z+s/HJXP7XAjDOUCGx7+2xGNqKQ030YxsOjxGz
jZPndF0NnydobLjxPuzK0Kc9yrmPBLyKS/hS92kKvK0rb7q9N9t/u2RKy2+ZYWFKcmJ/tATClHCm
tsXSvBlSP9CmIVLtxSKYjqJ8zOC9XARurE9d9vY1OB72OpOsjxxFwtUn2KarkPL3BkS8f0E1gpzu
h7pF43osiZb/cl4wXDLAIBTeUlIUtFiRj33Y29kCaY2veuftCUPKN721+hWAzacUg1KeHfDnBYMg
Ug2mOGxiCBbpsBTlJh1kpiDTOuUbZPNc35ROK4UhaTjK974i3y4zT4FHEdgdTc8Zp+lu6DO0fSfg
g8x8fvvpvcro5jXA8cMOhWUfCIjg91enFhkembvAqz5qTL1TX5+aiU7yDkDSTELsnEsVwXkOUGgy
/OmqqNbgZa+cpWUxS4DO3EspwCekQgotlZVNf+0aEq/9Yq52ai7Hvg/95HeU7WvGlpAExDDstRiJ
kFS9lvc5OMeBy83hgS6q85q/sdhnTnPGz0Nboa2U+k3dG3LJIg6KlD5OHRCZCKTe6+37+7MQA3wb
TYyPs8nHJ8Vo79cCGbGhlAog9R6C3ZgGJAgjufkpA/oAW7L4/1SHEIUWsInCWwfSsXxNkfkPvg87
09MIevWDpi512dirohArfU6F2vtIqn8XNPuaWWALYOgtaY0kEzG74HVRWIpeSkSW7iHPioCNpqbj
87/++PwqQJL6PohGyfEllsAnffv2zf7l8xGfM7PiCucT4vs6dKqptmzaQiu71+6AhQ1BNnI/GZdq
y0NiceltzLG/00P9cgE8ZqRVvFOYmUy251eHPZilj6t/vEOzd9093Gtnp4/Z1JgknMMRUfeYOId8
DP54+wa8LsFCiyJQaiQ4E6JfD4RyXVzcmOl2X7C57J/DcCaSLRuZ+lgfuOjBGM9E1pjjbxb5dVLh
f48Aak720QjNEzUoa+7V9y49Rzh73Q73mGuynrGNbtduz4xqKvaLpu0Zi9w6f0zWIPlz3hvZY+nj
nXHchQRd+2KmWxoDJIH7AbcIONN5sGsJsWhdAEzKFcdOm5o1hBfJpLQXDkcLQ/Rc6XmCv5Xai7dv
6+saDgkqCxs5Kyo/+ozXJFHiJd3a2lZxP0XCuZ5Ydl4y85ZjruxPc1MKr/hhf/I2sPmXGR+ZMGVj
h3TyNw/59ZaCdpQOww3lVUGivW56lmqKUmfaivvgKhxifgRMiqohFfb09pf/9ePYuaCM5KRvLImv
afMi9zzY0t27I5kjAJ0piDvLjm4lKJUnt/89Qej9Uppx6NJGsYmRXsHk5dcfOY7J2kdUo3daalxc
LXtrWnf78zwukuCRVnJR3WfbhJnsMDQ+wZhP9jztXXXGJ5yYw73bocgQDxoi054iL0UfT0MfDaB4
a5UAbWgNU0tMGI6zFnPTe2+fpyqJff5XWbttKEAwhyWb5E26ZZTdDae8LE0rv5aMTJZAGOBDQkAC
FHVV/ldKTObNQnIoQV5Lyn7K0oF/HiptVtssshcp0CaCB7ZJBTCTqxquKfsWAk3U0slUC5tKLpCT
iLKYBSXfiGwQ+W4eqqSHV2LuGbT4JVdsj2gYaQuJFzTyQvHQSCxswB7Gh+j2o00bDyyMjET5lWRQ
wg+X0Fj4EhXW8E3i7fKFa5NwpzgZkkriVap3qWSz+cI4V388h4PhplO8DMaw+TdjjfcnuhT9juda
IQKmuSx87wJgfnfOXorL/L26Wbot0ttxoWy2Gq3RCHW7Os3+rNlqwDTZR9pXoEEBkiA6Epy8ql3N
xjO34ibBILdZByXO0z1naEfyZga9kG5dTcC1LgF0MLBXZPO/ij5dUruMVnM/VCErCTcFsJpLVQN2
1v1LdRkW8bATgvFtcpcCa5WXVvkUp9xuLEx1xrcEkMuvy7WxbG6gwQAvilGUCENz7nitIv+utrsl
us/nYJw/F8Qk4IYD1Pb26KjKEoxHDUWMmdRjDQmHQ54JAcXguqBTPWb3b0is8uAwgfL7/Ukw+Z1j
Lc2xZj7P25RBkwK1GymyfSSgImaOPGjaqa1KzD8xfwRsNpWF6d0MTDRniTaAF1EVo1xZvT93BaVX
vjE574hzxRp71MivlgrYiq3V2GcyI4B8qStXyO4JsMN9GkymOGeHfp/L/csyMLTymWGe1vK9Ri9K
YkRW7Jn3vPL/7M8QuvP8N7CJ5T7DxIr5HQkxdWcTztcZ23Pg7qsxvcPA1rLve7srucoS1/iIcLLY
mZR3HBX5qGFpDPZS6Yl56UpxhMT4cgsBSVmsdOW+RedGCiYUQgDZtZ81A81uyF5ws9eRP4gPQVhO
BoSHgnXZeSWqM6hdQBdw0ea7+R916FrFB7WsZ3/llS2vL64wAXbT4y4IaG1PgkHrLEPFkDN0Odlv
O8M2RHkQSkOkQIESXyQLU6lHC9suPBPVJ9EOO9M3Ew9gmswqCZpr75hflEs6nMy+9ph+6FdZmuGV
HBLxFJROuiAp08rRZs04bPU3VUss3HwMZ2YFgYo7kSk8xJ8oCE+96iXDwow/hDfIIRlq69KEk+N5
jdz+rgbD6aqYNa+WQ32btG1+KCppSCk5qvhsBdWDL4KAaLS4YoiiDGC9imSJn56Bjkl0Sc1nhsJ6
DoSNNv6naT996mo7YLqf44ka3Fgh64oWYUaOxN7nZa94gOBC8g7tK44OKHHuTJQeFXWz22YLxu0q
e1bdz1IZFYGa8++lILF/0Vk30wKd6B0HFFVs8Nt1mQbgu1D8mSWR/d7KvOzRy1t/J3JFbZR5k4Rs
ovXKXAcvLtvMLItDExmkTzD1gBTJ5169bIv6/64Q++BsW/iFmCyebpwUW9J6Ma5hy2QVKLWUejQ/
1vZ11xu5C2zyASp8bpnaKbGEcHlWOEjhE4esPAWKKZNEi+KMNZOtdBluM0iAIl0lHSlm/3q4KZBK
E7zOtX/S24OCM+fCkq+gS1oCz9VXeoQB7QzrsunHpKrSQ9flPNOoN4ICa2ZDAzwfGmOQ7hsLlQH3
W23i2IFdqnTM/rL9ylQf/MPleaV8//9iu1qNlm0fee9FU8p/76imX3NBjQKM0spkbekHZJqrBAxs
ppXv+cdi3Aj5RBFxPebcYKKmWciL5pXUuAlJyVf+RumStt2RS0O4KazDo0OZAUNSqpSeSe0rnVWh
GTzPkvY0TqgfPdI5LXuSBBt1OizSn10yS61TZaOVo0xQv7OUAGpVn65qN0QssnHQAqiSbATWUcmG
ytNN5oY9EverVLEEygdEx1lbj4URbuZD71/5nW7qwq8DPq7sD+aXmU08AzEY35n2HGqzcVUJeapr
JqxD88WBqMHzxU0pJ2WiAZqBgjlDRITZjB581kavCFrIwHCG5Q9IMEmjpnTOho/asD24Siw/uqRg
AdR0izxPQKfdKjxg+knS5ugDNc7jaTZN8mhOk5LIq2UbKSu+rgT0cU9mEDvAJe/tGc0hUWl7Ex3S
vsVgDU9XO8Z+roZWPl+eEBeuN2RdOOqFDl4n2YFyk+IRTQo2Awf3B90hVl69ScJSaWEiA18/xq8O
x5WNfOJa486qqNLCIsxAUuMSLancMnE3yhUDTcN75zW2R6FFjJ3cZ51imlkw6DGy9dME6Tm1hPhe
7UGDSmVLbLq5Ni4s2DYSIpy0zo5a8IDySFaVrv4fqQ/5HznRJQpbZ5MUFmpBUtcLuo5QSUdMjgKu
aoQY5c1X51FkR6iDDNTHCNjU7qSKp0GVh0gS5G6h6cZUkbukFyG4UHSjXp6Mq5Nqyn6RKQOqIFUg
z6gqWxTOPgFyIrNqGykXMhjuJJs8mNGlqPlesP1GKINx1GomTl9244V65woppe5jSBQHFekwIlgK
LuHU9C0jds3Ed19q9bBbH1X781QQDICZP0PY9sHxTcnyOiJNR/E5SUXjtbgfpOedHEKpQaIFkCy3
kpEYxZUO8BQPCkJTV6jXuKc2ORsu1fRBE7/b6FUCwVaC0yw7zKMruSVtqymU8MmivOD592Pl9e17
c8kZ58iYJkgLZFYl2l3oxOturd8xBPr7MB/DMN8r/6LBCiNdptI6pGQzZDKDXVzBZk7JsjlMgs1o
OWwm7CHUsFLSOZXHepWfQxZCHGxpVU3sU1e2Wlev5coA1vLe4khm5eibrM2OnNA4bw9S45StT6PS
rWB9bSZGwljD2nZHN6/Ssfjr7X7yNUZB/h9xdnARpAIS6fIapNs9f23ztKkYkdIhA0fyrer5XZKU
m+LMtKHlf/XBeJJo4YFngMw9aLLXUFxVOlMftnt2V1RZH75sdAoBdoKOEBLCGHpjrZtTw1HBNv/2
B7+mXYDHaWhDF4YOfoXJva/MUYYRkgdZN9lts2xd6F4AJSc/vYuIWUEsDq8+B+HNbruDhXhjn7Ox
ag5uvjkEuvicqYP9UF63lskkfKN8hwxtXrr3b1/kayUs8lcZLE37gFyCKT2vzcYbEosg6IRzoxVq
SgO36sS0oZBwqRmuXWWcSV5h3HMRJyszHz+tk+i67qatyDlj7Hw9AIMPbW606QGlFqrmuGYZOEQl
qqi6PquriuidvDIaBh16Q7WSskOl6mSnmkQTQHv1tnhXRP3tr0mi1M86WNhqS44EsoiM51GQfP4z
RmeiJ2FtCvs8edluhJROaeMSGxfBMZHkNhGe0BO2lFP7H/YlWpP0RKxv1r6zVZSa71Bx0z8Gg2W8
WDObCtlMVzJCJ8Np5Tf4JrrPuA5QnGdHk5RdYzpk2d4OjwNa4M081EGWuQUOXVM6TBjTNQck7hL4
Qme3zFNGSh+dy8ZG2F+D2tDsSOGxKzqBlTHCK2FzuMsz4kVH47RVx0iOA8Ku3RI3HakyYw4fMnrd
Y0sZWNY3gL6j/Y2MTbTfp82rneC53BMPO2/gGvNYnhKxI0O97+2Euvpmn0lTeEICtNU0MMhDuipu
vDJvi5tqi5rk0ZJdN2JPLzKW4YgqpIu2p20YQ6fDeJ1L1MAzwj1FuynI/Nwu5ojLbj06S5Ib5UnX
Wt44hqvxx7aRoNMeRmcgnJSpWFVrfHYX02QSER3fsFXnkggYO7jJQ+ahm6dlw3aApXuftio95WIc
Ye6uGu1asREMBoiCv0mcyYqblBakB7QrG2yAx6GfFpbdrrIoNRO1IKwt8JQbG+/wUaxj0KeHydno
5A/sjEgNLzXJPfPwGbHKjgnL7CNiMz7QGRZ5T2BQG5gjibdzV36bs3UxX6h+7fAyd4NlpYeSSWQz
3BCScVgnHWCpmqY8zGYeyFAm81Y+iLCTCULKFaFTPXUtYPBIKRNU3yb2Vlqpp7KT1bTAcjSPVLGL
N9exTYUn/lEvUlo0cGVZ4C8YGvyN4K/huDgt0zuGIjSK31FKBE78/I6BAQMCs7UTeO0iTnhNKmEO
bFAsdN5FtFnuiBj5ZNoWny20fERDshMmt4yWgckBQGubKhqYe0drFdwuFWmgx9Vac/CwCR/lsSMh
6GFZpg5sbrbSz1U1EzoduXW6PNpBPY6HbHX9O5N7MPMyc16m5R0KS3C88lBF02ge54G/y25quzTa
d0VJaPWd0RH8dMMg2i4n8DwX35Kx3Iqz4+ULfjvbGj4SuJC3p76bzOow7KG3IUj37eXCXDsGzbdO
EnXHPkmD6ZBPKyrIozWVq3UfRU33ZARbIGITX1EQz3W2HBe6wT1usrA7gs600V3q4d0hsboJHogn
YJb0goQ15MuWwaeK0bOP8+CKBQ+MY3+1/Ci/q1Zv9GNQouJpqKOZUZy59bzWK4N7p+Gbn2X9s2HZ
5VPlGqsV75OL3IShXaBGgsSrjGzOB+AqeOTj6rl7Hh0KZ6hH8wG3j/FPJFLnhoi/+rihwD8hpk0P
TBsKb/mu1sk0MvagFvzjs098SzwiNSGrKtofpj1x0ziqgu2LWbn7Gf2Ay8hyqxrfibzv3jMtcnhM
cficy23yPk6h4dwkkdme2qKTYX6AB0zbLpsbk87haIHdyhCb4JFc7/S2I9Pzs9l53l+bHWZfknEa
Pmww2w8pCVyXahymMkb6xgSrvLWol5b95K+Fi2tkL9aL6UzzfYuX5F1rj9ZpX4biVBauTXKX6NIY
Y8z2Txcu5ad+dpf3tWtOd+R0ZU9LYDImyBiK/lTVw36Pdyv6RPBUdWelifc+RJLrxgWBpjES5fDe
RHH5pfLm4UtEstsN2h7jAE6S3HrD3HGaALodgIsMRgzOoXvrCr/51E1L0x6k8PvsbML4ltp5+xC1
HYgHTeMn5MBMGOkG52ZhEuqj7aQMY9vF/r0ckvYl9XNSgLbEOLaiHAClEuvFIkTsNmi38tbJve3d
bhvTo58yOtjKhLhkDH2InWTfEDHnYXHIh9Z9T1hvuJ6I+m34FEaYGPSu913nbnERhkNwDqsy+Rd5
6zMjIuYXi+PtBnFcFJdESmAn89gP89L87LIBn4y1DN95aRDcOnvektA18gWAhb3PIcU8Jv0FR++x
Ddvm21wXXs7EnaJ9YGnSJkTdwntiN9jIyOWiviith5Qom29r7hp3vT3gM6PduXhsJx/aNsesSlr9
M2k2e9zuoviWNWXOGGu7QbLtLQ1ICfPSopo0NKSpwsHxulTNCxtq7cQ2vxQxB08JtoT5L2buTf/n
ZgTz2cMdeynnbmbPyPbyAyl90wembDgw2WNzMxMiH4fA0J98FH52nNStVTJOMBcZHTL4+crY5rQe
/7KCqXnKKNZOxoIw5JiIgHE7KdDcCafp81IQibfO7R/ZbjNrpbb+FqPz7IP7E39drmdjDsrDHjE4
icanMy7WxKS7B7C6+pYvVjkHyqPuiYqCYY1Qm4mAR7c5kjMDfAeTXMf22iC8jCGrzG+oD9bDEnnL
d1AL4y8jnWzawSF3GRFi5tU/PsOqbovMcO/bfeu/YpAz7kpaGl4ud31MXWe5m/OxQC3he/WRDI3+
r4Wz497aPP8LSW39hzrpTffYZOV09rfFf7atsR6OSWIMd8HkBQTWUxB/N7I62/CUdRNJIjYx/afM
G/PHfnVm4nOSsTt2pRc0cRTgbw7/RFcTHuxx2MjH4w7fzaK2j2bLcJ9s98ePLTlmJ8bwZfkZFMP8
mMIEiLgJ64Qv1LKXoCD9iPHf+GARg/a9dTa2nyh3HrADFHnMjTfvFqYNnEJnrj9jBAVlW/fwW+K0
6ZcSOcAYt1LeEXMXuk9WVHjnYrUIJs+TobpJ2zD/6vrzeBsYW/bijkh83GQKyF5Z6A793a7iNWkS
Xk3MvWcy7vq73M6bI3FeoGBumRyLvMv/CbusP1D4hh8GkDSGL7jpbRXuKw39OOHmsNP7ehfdfZ9v
T1z438Xo13/3u9WQkUJQXls67N29M53QhOb8FBzdXelO0RNOGfe05d5wdvolrWNvybtj4Rneg9sx
VDDozK+k+Lj3a7niNqyc6WaJLKmz5t095kNX/cnYuYz4a68d0a1M0W3niuGzT9oRmW1lmT8ZqWEf
OITbj82wils/MnaGug7uzbJtya3LZxfHQLjGxywUgnw7cM/qvBZlzmCcNMyK70rSDUooZax7HpJJ
Ue6WTCfJ914Cccqn1O0UavkhJ2SbKtKO0hyTkG4XVYaFQj10wInWz42L1PZ81PLpkg2Ffk7BnuFU
ZgCHmMHICD1NBOBV0WGt0mXPnwMsutSxBWMQ+CeeSs+iuJJNqeLzmD4/zE1sdjNunRgQAX5uzae0
/yPxonplFM+V/Iv2BmkHZT9WqEvUeI37t8ZeoS5IwzyMNcGux20WYn9EmZIOt0MCvUEOVtptXcxb
5zdPRT1PYo7TyJuK08yojOxkjIMzHA2jAdAwkmYLv5ukjiZ3pLZbNc6ZkhLPIOJ/OffQ780Hd+mT
4s/JS9upIyhlbPOP5FkmlgUwW1a2eQ/pu3r+DUELaZ/HM6mq5P0uZMhvpwktZUi4Tl8y8TIngDE7
J0vBwRUT8yE9OOMK46YZziKq8IXNFpXOUSFG0TVzrd/3botQvOT19J3M3XJGiokK3vvnR9yd3YXl
4wK/nN5tps8rFgZtd5OUCSQ7uFu5+98oyIL8NBfLbNygaymb9zqYvt6hxlseRwo3qFiSCPFYSA+S
cRuDTFjjv/SsUmZjbotsF1avllAMYn9czk+qNM4ZRQmMpukFpOR4EGOsUf34QYfVaRtRlLjMxjsl
Doff8EQtBVq+aAeNIk6c2d7r4rCHBsOPbsgS6/hMRSwaO2GFF4UPShKEpKwrV6JVySgFpVKWdS7l
VWTUST+joiQy9WeajtFun3axZSx3Zi6SEFbOXdVHaA2+clcK5T7q80ZCbHRBEro2FywShBIp44Xm
kNTVlE7Is22URFqjh5rZEZZkznApJk0lN59wtS5ZIDxhXOD6nJycnYBb097QfW+D/S4R7dD+O0V+
MBT39MX4n2IBA2x2d3vKFApxsHEfdlgniGLnJVdjGxrSykfUeZky6YQttDjeOtOV1EUSoEABtE4s
g0TswRYoMgj9LvEh3mirQtuH0gLYZwtwr6ZAFV7nmyE3XfvWJrvOoORTm+5gOoU5YZHfyTBPmXIe
JGHjBaweX8KLV42uVCJk4YVmnbTNuGVoBgEI+7IT8XLDnLR5I2teIa29a68roo/AEDYBfFf0WCh7
qbDtHd210ZbAt3HjUBNhElOuCw0iO4qHadpOclA/1MLqMf2AZSGrAVDrpN2hpEQWyQeaULBU3kNR
ugzE/YE6Blc9vPZv0llI2NBfM2stbuoFky+1T1IOG9UgAZRcimtjMsIL1kAFwnOPBgQYhka5HHup
fnjZVFbivEOYtNhYliytZbRN734hdFAmVE7oZ8zskBd0DlicvDWciYi8urw0D62dZn4vBD3K6kaZ
2cUVCW7r80oC2fiivYNtlGNT1cqKEVQq5yqWsd9GolWueoQo36LtSMbktn4t2BbMzyYhtt3/o+68
euRG0nT9VwZ9zz70ZrGzF5nMzPLypW7dECV1iZ5BE7S//jyRQc3p1ixmdi8P0ECjVJVMMhjmM69h
d46yoj7DZ5ymL2Rt+UujhHZn+uWRVb43s2pEdXdxeur0Q98V7nO2pUX1kPvom5978jH/nd5LpE9n
n4bata4u0xrOtuHBVMwO9G//UUnXi25vM+5E9klzseopVyNqV5KNYmfX7sTe6YpHxwuKKdm0o+rX
IxgBkQqwRO0j/6Mxuz2r1vsyB4sVfcMhnCpP6UmV6PcaurYv2iu5XFeBhsRUqA543qoRJFuY0e/r
VST1S2sjhjYeKKgtq3lYXTSFc0yhVb9iFz3SGBtUfNXtwJqetstahyBikqBxW/LBq4JUG82APvQQ
9WXZ1qpYH64Jc4H0cflNd0atQaSMlKvl0berIKXuH+gTuwRoxcbV4LHLaW+HV1q2Q0GFf5wTU3WN
NJ5J79H7MY+vLUJNUbk6r4MHbqOGW4w4/rudMAsdReFcdBvIXgOlqV+hAWsvcQow2fuotzK0eRWd
a++G677zoAsoJkKMwAtmzRCo5aD+cLy2OhJ8a0B1aYY3dS91i9ayqpXaTujYjW92mZ++RnBAUBm9
4jsp/Ciimp4mlM3U8SO6Vj28VuNF9F8dPzs7RDT2ImiGTHa9YPqhN2IfuACrHV6qgv2A7FfKAvmE
6AcmhSCCeV16vkjddivyWYEXnLWn++pPK3Lut8tKuwvd0ZICcE08L8rCD05716tbCmgdt5NfqZ2A
0qCKeXQHdW0jpcPQAAYQ3cGqRM5OvzMUtOLjD0XXNVF93QnqJgfZrIEW+r3tIhL7y9ZsMoHeO9ft
+lRtN/6cqOM519yNQATXhsC1Awllf2THa5ATNFBkh0UZEfxe9QT6q4KAu5XT2N8keTM44wl5GlFV
d5Q/w66/WAOGT/SjI39Z0Mb0ayb/BZ2w0oQqCdYXMH9ZZ4rqNiFiCjx9BJGAcNGhdCqoozd7T2zT
CH7H7VU/B0yxikrhhTtZe6yaqpXfhsoSo/3B6d3azWPPnNZgPlvWqsTGTEQoGRndQxdTpFgnPzB0
BPCqe14RPr7zr0eOUQ3qoNVSASkJqOLhXTHKO5GOkFhdFd1DNYAw8lUE0F67YQkwRMbK1Lqc+vCi
S+bD2XUUiZNGopYHnMTWBChuoBYh2hvwHMjW3Qk0hLk1/CuZNq40N0WwrWk8V/FkkFLGwA6wIXrC
FoLUNE6dbAnKeLcG2LUwohCxBPtTgapSFQG7va7kfRrrBd1kk3SSxzQ3lg1MEOKfovsyWGCpTgI/
lGmNaZ+7PMUe6Tj6/ee1ETjyK6Yf1+l1haulqcDa/raMgBrVJz8YcsbKdHu16+7E2Z19rjVFco2A
QIhFAbL2ASz7QkHlvLlSACEx9mqFFkmmGmv5Eqhjtu2veqMD3ROGsDcKRHnQvBwK8IGoLTFdsquc
7+hGMxzfHSax96F3mBCNT9Vwt3XDf5cc2KXljAGFU4hRWlV1x+W0oO55zY5rkrq8K0vEsZwnQdCH
P1xTwCqAicoRzOdSUW8Ie+HTOlKiX5DlV6GBmaQ0/CSASYaowUGyx8NDEh2hC7fAbzWOWwmoi4oz
qMQap6VrGL1DC2EWYqhzOxlOHgzxD+08/KB4L5Z2WOoIWrgxTTHRJ+IUQfHy7g0oC9zBztT1hlo1
q1fscOhDFqtb2v1LWXpXkrsObSnCYMm+IzJFvw5Msn3O9K2tGvGAeZSwjkx6BOQvYZTQY7jkEMGu
jOSGcIyoTC0bDSILK1Mtsn1cERlXKwVwgVqGSyLV6jVnthPvEA1oR5h4a7ZzXR/12UYpXWEtVoqR
8ylwzK0RwBadAgXWfc7smQd699cEZEBv8nbf9nMtvLmDLLFWUOzOPU1aEQwerLiB0Ur/Q2ekqRgU
Pk0WmaLr6kN+X9NYoulnJyfGzVVL+61WgAMLZ1yC1MhZU9H3DdvQJGceXpHWdwOtWoMQdrROoOEN
4eqoXXfvsborzjY9XE2uiOrEVaQSYqc6cvYtGySS2ttHE7U4IJyaiVwVaGl4sVawBNDgthdAV85s
3bbX6HtHBxqtg3nQfZZb7HynEW00HkYPtJ5yEQhFxkj/k61hQVpoxNYk7x9vUyMn035QL990F+pN
BwDghFDbgFwBnO9RCflg8chRvVLFGw3/sG4RyM2DiWJc0x5SOluU8Sk5mcibaRitfg+ODNVL19im
PkyVBpJGV6c65N4P8ojcia+KNO9//4nygXpFO0YL8Kw6oK3By0JcB0I39dBT0IuiG2AdFecfYuQa
wYF6jJqujWZiZxr+26PbTgQFbtPg+36g6PQty3ahBLADLjWMMEONhVe0Y700hAehfzXV9Tng64IG
NcqrrdW2KcDS4HRq7M11URoFajAVYEVTksERqq02gubAeKe2UJnY7uM2WYGqo6AspgQdth4mP0Ku
lDcQK57GRb2MlS2aiwkq2Fxllz3fBQz2pHfzQEtwE5omP2qK94jXBtdU6Zq6l2sMs0eLUzQD1ouV
fDDAOJnM6QDkRoOsyb/AteCpojZ/DU7RRZvUCalgHj2qgwGmphw3vBuSUUV63zn1tcG0hcp/VQCd
F1sheXSwux/d2FMSZbqa+9RlWCgRhmlgKVhyovuOqgYTxr+WRjQOcVfu0FHUcEUH1zrST91WQSEL
vVOUxTi11EYJbxLjztJOVkjskf/syJj9XKDVdq2W6bm+j52ROYva267lln3F6VhzARLCc+waATsa
BMSHgq7q8ClBm6r7CsyclD9gI1OvV5e7zLy9lsm0+MTuOGC25dQQ4JWDsQ1Im2Zj+YQ+irnNx85c
IouoR6UzougVYE2H2vQUFOxmZ405W9iuSgvKRPcG6K86TZHEUmGsBbxdnUy6Puc5hYqJy8RimmuM
Igf5qhSkU2yJnndxh11KAVyo2t91KhDqXX4fangU6jjPqGLx1gP/CuYPliSzl8eQcqLvHn1t4mjZ
xPJevCuz7IjIHSK6b0CYKqi4RNe/dAJkLAAHHrF5sXAEp+E8i3A/ROrBVpznH1IIf7Z1ALR2XXQa
lAjOSA3R4JSQFxv6e8BWmxOC5Yos/oMRrIFE5GIq1t9hRYp/zZ/8wPloPCLLlCxRT4e9hImj4Yp2
EYYE8D/rK+ZtL7m0aSED+7zYi3nOfEOdhzt+T09kLVuNl5lk8FD9Ue9EM+mIEz0g844xDLuyTw+3
e3is2b7FOwgR9fqm6tCQDw8asbr1vQLP7nSf/XTUlii7FcOuFJZ3pCnWCRzj1k93VlsTq5xhu/UT
pjBGqmCf+74XzEJhDHd5pE7rYv3AtV5jtBSuIqt8r6cIkjoVVvaTWqp7quT4swobhPZC2TerXUNp
5zo0OnITXqhkqDLALQRUtimV6ALWVE44cJDCL2svQBbUHSFQpegFlhdmckG+IympMe13O0Q5rO83
O1yWzrJ6oNRfF7O/4CIQWmtMjU4peFdAiViXGtXrq+Sf4dOqTjhPMeuojfGqHfQBeSoWsXL30OB6
XRbY0Zp6EQUFpX+S0s5VYUZv+kpVBja/umpQN7R34h3m3HVsZRzUw5Vks/PWqJduPK639Woq7IHJ
pPVJNh1JAcJVIGKlSaGuaYYjHxh0WLPTLwzMMwM6YrJAHfmoaSHJhtyTfTN7MiB03HPJHVOu4wPr
muKPI3DC9JR1livLD2x3KjBH3VkNeGi66pVaK40RiqH4aIYJKI8Ahum+j2cV5Bz+UELdoyqhRRJ2
XrTrqiC6LTFiEwfgbmpz32Ho+6IIUsTjvkbUdFl9O+A50cKEg4aG9k22BqzM0hmol+8FCC3dtOPL
o2VIx1MdSjh/9J2uoehect5R94rYyivMdNQXarmUWRcPGw263LUKZtgLrnkUczOs07ORUeQlowwb
y1ruNgsDGWwt/Loat8cW2P/iPUEXQ+9M1Uq3pK2y16U3iaHOQdnYxXtZgq7xL5ntT14IxclKR/Mi
A8SbDx5V5HE8Fr5cu9fUbsW0xDAYt/KJVNuqYr/FZXf8PCD36IaxDeEF4Vpv25zg1CYUhy7bFLR+
rKpR1uNQoCV1P3WAorJLVJGJv12zaXRum7UR1XPDNPruGbR1nyt/jKYzqr4bfc2iXn3K8UCn7sTc
jb+ZbdeLJ1hxSX1JJu4PFJUDoluw7pCZ8k7ILbgXan7Z+HbpmVvn2k5W89IKc97ubaRI4lIUNoh6
YQfEBSnbL3ATNxLrQcKQHmNzXsB/OUM23/Xe5AsqNeR31kOzNc0Mwast/DOKKhGSM/Y2i/swrzaz
P7tDJCXNkhALsPzsVrOBj1wujPHRwH+gWo9gc0H0H3JagItx8JpkLh0UjMzGCejWGgjTHcetn1eg
TmExTPhyASxzl6PI8RQqDjmu7eC3M/YHPzZZBg5kdNf0HhJgxrY4GFk5BdEd8kS59A/OZJnLFk/0
rOY3lfDr/kV4DaiWaMq8+R4W6SjOSAbbDWZslXmTI3yBhjRslzctbrLtbUfF032MqkEY955AfPFb
yKbcfmtN3y+ogRrwu7/UG3in8pSNy+ROhwGYeUtlGKWAr34103NC6vwzNBTaVwdv13m6opuZIgpS
73FwZ5Jao7/lh3kMHPHF2wivFMVtodq22/PowmFgpanxADLG9t8CkmFkDr0brcLBCaOkF4WpAE2o
fK099yZVuqrroYZNivKB3pYNQCzsqzv4ew+UdYivWQg51I3pc0ilneRAh0giVZTAi5bvtLWJk1aA
12jqBYGJ8lHDifVFCt2/ZPebOJz1VSxrC3gm3Jvo6uy9jKJ25pAVxjpI1liDlPcDR5c8dYs0QW7o
ujcj6sRkDUDSm8cRMQyeJEBkBUsae9u8T8nU9Wb4ZnG3xghPpbRoXuR5oFKkzQLp9zrgRyWAEV8D
0X/kbCo4WqyO3W2AeyE+yjZMmq+5LP3kjxmTdAiS5mTW72QlXTQZru1N/bTrXne6/pNG1+frnFNh
9ipT2jSDhuo54CRbT4Lq4hiiLWikixMjgKvqE6VW48mvUUnKQ9pgOJCwyJsHbyza8LIuEmhmYtqY
zr3prDGt4PnSjcZ3Z/RIJwYceq15IKSAffvGd5pk+20k8LCBdgCknI4ww6gXnBxZwgx5sSu7sIyL
GKocSbL3wcDlg+4GqI8VTfdZP7L9GXAp10xEyG7neYpv47FrJ3Swl9r02tPYd313ADRlG1DZcOR8
apeoA/y0zmlBCOCF5Rm1pf7syTmrLpFcgSehBxBEANcz+0NpGp35NMCwiievW2gZVdXvJeTVZ2TC
yxthh+M3Dh/ZxsFmrqck8hK4O2vGl1ZBJu8pIqKt30/t/Drl1OBuyOvE+4wq5lNdTM5dWEzTaZwj
FqKkvuz+0WLg28QD3oz9JZuq5VvvAik7hJs958d5GNuvXdqiBLOCAYphdQcfesjK94hvug8IYDjN
YZuLbD3bXt09+d5SfAUu3r1hd6t4y4WbodpXO5+ytjdugoR9HsboOt3YlTXDxSbJNr8Ai2ZXq1oh
PxPLp3cDL7/qD4kYnSBOwXre2lS//4B5sdyhAJqB+ugj+Cq0IBi8sh3sr7QgSu/RJs1rkBmfC+uY
0dDuDn2fUyG3/Mm/pAGR3iGnreXfet6Wl5BcwrQADGYPX7emBoGUooKBRBf9O3AUFQIeqw0Ryy7M
7hGTBrrFTVDZZVyQING368RtUOdOXFjO/FAkqfVbaIrgC/pG+bc8K8c7kI/Om3mxmGWRn5yj1jbB
L1XunT0PZXiU1O2Xg20m/R0yFeJ3zjZOhgnS0u+G5TbnLGXdkep9GkHe/5aQD2HIPBdvGzOqz9KW
0cXzzOXsoO//xa7t7DnJPf/oRWV+no0teZ8VYHeC2a7oxI72ckQOpXtqXIctNTeyKQZhV3cXpw7y
PxZhWB+GcMiWUzmZ/Tewr0sQg2ykAOhmxtQe2jJlZ0mQTjx2PTxIXJ7QHq6Msn0K5dIPJ3O06zqe
osYBaGrm0wWa+PxSRORicZMO5tF2kwlgyOLeF6gBP3qc8fdbOoIbzFbvg9V01XksErzT8QS4RWMt
BRMp5zm5Bbs5pif2JfEhHNf0AYXRITy1RHDv5jSf/7BbmZK9TSEdeadohz7mQZwPjjL+fGsuGCDR
iS5C89giw/vI10JaTZPt3E2y/lYZ6Bp/LMIJ02s+cQ5Vf+B7zpn50hhmk9yYxuSPn6IVMJP3GM5L
AKOQ9HuL/I9eyBtayqP6kzy9INUOoBfAOg1USE7GmNkj9RqRWM5pWykFw7OU9fIGPlQpH+0ZCskt
8JzWuqWOVlpf1xXHg+IYRnPoPafwLIrxEFisNvYWm5KxjBccpOs3pmnX6DKBGMUcoI7L1fCjzYEC
iFlf8SbHegAkkSSjIR68QziH873q1zmum2QMHhezMOlEC9M0H+Y1pbXbTPBYL/aab28F0iPBwSy9
4W1eRHDcMUyws6gHoAgk7VCYNNhvVuh0AtcKekUxrioSwsyYduYt06By3hZj5W27ceL/+bb8R/oq
dpeN4b/+k5+/iZZqTZrJn378r4+i5r//VJ/5x9/89RP/9Zh/68UAXuBf/tXlVTy91K/Dz3/0lyvz
7fvdxS/y5S8/nBplbP9ufO3X96+4IsjrXfAc6i//p7/82+v1Kh/X9vXvv3zDi1mqq6W5aH7Zf3X7
x99/oSDwJ9qCuv7+S/UAf//lUTRyeO37F/lPH3p9GeTffzF8+1fLhaMRKLksE7EVENjA+PZf2Q6M
hNC3EHhHcgw1i0b0MuNr/V8RjaBpYFr4RflKqWkQEAmuv0E8xwTt69PrQxzM/uXH0//lLf6/t/q3
Zqzfipwb5dM/6aB4eIjj1eK6poMcix1GSlDjTxI0E9UAtt9yiUccrPHSa7ffs3K5jC7x7rF2Z+tu
NmbnXd354nVBzvBtbmzLXeMUxh1Jy/i7n5b2PfLO471duSkMKbt6j4xXtVvK/6/m3/9scr2ZXuGn
9q9/e3xph7+dx+aPF8lL/f9grkUYNv7D+Oafptqlf31tqpfmjz/PNPWRfaJZ1q9sBa6NcTTlbNNR
3KZ9ogX2r/Q/0OdAMiBQCikwbfaJFjq/UpUBkIOjBtBcEvB/zDQv+hXVSHyDIh/XKNhG/5uJ9rMw
ixVAYzXVdXDCsa2fuTyC1BSKTzGDJR27EWeacFEbtRxzWpT2kDqg2NaaNAzDjWEOk9uZ9nz3TKRf
t09/Grb/zi/oJ86DbeGAhRcbt2GigkbO+9c5H3heATI+sB47O/Xt4oT0Z4Z0l8xn45OsyYRR2BJD
mseQWKmcXlJEoYvPORjQj8roDENlWZdE9CEqFRfMlZ3w3WA0+Xb7r+/zn4aMrRs9KuSBEPT3oOD9
9TanxQySxXOqR8M2q/Sg7GOWx4Xjff4sXLxp49rK0+Iy93baH1DbVWawiCqIfyNi89/dBhp/vDkM
Txiwn0bLWTuxLmFVPdYUmZqvvTNN2dl26qI80CoXwRnIweL3cd+kbXRfmFMl71JU0MN/JwP4s2YY
Kkk+lEQPaXPX415+Go+kkAXlizm6q1Gly6w7X8hSQrsb68i8b7HTtD/KHD7tAWlCtOrJMsv2trD9
hF5iY64P//rt/OSj5tncDsZIOF2h4ESM/LP0zRLhaDcXTnCnNA6adyORyHoQEwBqkCMLVBH3DPak
TBd0BAJ6NTiSIICK5jWcrPKdGApn/TeiWpH1kwIQIkooOkEktyyL1fxP9MXE7hdnRtTzsrZgRaI3
Szkojlw0G6pUUrh9KozjYkTztHyB7eMG0y04pg3I/LoVzRu/m335+wzRvnwB4tgV3zO4LTI5WGOm
GtJjXoklPBrmkprFjUnUt4wX0zNHo72xSywgn5dmEcV3B0R89TGlEO/9XnTUpZMD08b/AHTax99x
wa91DY9WPRZ28gHwNCLAR11EdFa+QdC2gx1DWXIroiQ61YXo4fb4peSyx9LtC/h5GDaqivBcC7Nr
zyAruyq6QPIo+fi69qUM42Ir1VeDRMv5KWy6ZKBwFkSKAWzJEGLMKY8gH70UEJ3S9YSiS8ofLoWb
ijV2cCyjaJkWRov0MVta4y/vYQr480JxCeTIl7EeVvkZO8zVau5cX4KmAE7d8PNpAf6QQKGZDCCQ
xxThJLxGqqpx3eMMxpLHqFHph0AlM6Mc8GArE0YuxiNM/a4t/cF/6hEuUv/mQ130bsK6jobtFuT4
FqRngMTbUr0xQPhwOhu4OBJA7ijF1neBeHUHw/VaT72fvFz9+xnlkqZ/a1oT9n9P+93mHRPJOm/b
ElQB4PnR87KDLwZqfMdt9MGXJGvvucER2U3L8A4FRlts1EkvLB6ZaVRRVyPAZ77gcIkRL7A/e2jL
M6aS1CfvANs4TDzkNyKGfnFw7YhOu4EDvZ1tjKOllzzxlKEX8NxtlIheUGRri+9Rqr1FbLT0YcyJ
WZEyy6FGqSNOmq7jnew/iXVDXPMmoKRExd+3u0g842Neee/DgfLVM0oXvXwi/0u/++yVwyfQ+3P7
kk8E7w/Kyc5hcNzSeJZ9NyYmMiEAQEck66OMFzqWhvrmJUMswkH8vwle3M7r4Cxgt8WzLd2qXpny
zi5frKoxvU8+ZBjv3ObrNMcjFefxmapJwX1X+vYzt1nFS4AO9YosUVEOc/uutdGfjy7SMK0hORTj
RpAeW0sQsjSkMEfmsSvTmacOw7Tzn6IIaphza89wO40jrBXYtHem20SyerRFlDgHctF+oLYGhVfc
r5Kif35A2n4e3qKBBrvplOemDE2Q69O2PNBplVTjB8hjXQG0xzOmS9qjTiJ4ey4EwCN168D7OK/w
+p+t3sIgKpeCbegwUIdaFgh9m3C+bALNAHksWFBOHi9IrZTbEQ7ZXI93to3nSXQOuhw8UGwSME/v
zYowEvqI16kWIgICjDUoEiYD9uHqz9yOGdSeM9cTVvs2xBOYeQgoHteGs+Vij+eccp9CmPFUBRHI
+Y2KNqOUN37g3lAToPqCRmep+g+IFVz7PtPSMJyDEZXFd73UHDmpDwFJKlm89hYVU/5BYSSMCL2h
RpFEUb/nPr0sX1kw7DPqpedu0qu9TSBN9L3o0c7+zTKSvruJNtedvoDe8iACZPCYo5sCb4/kfQNg
sMfF7SodUrUox72aqNV6zKM0VYtjwY2x+J6SNVBYyUvpT9hH1yBAusOchghrYJFaOu/oQPT5c2uP
Znmxuh4/eFjGFboZQDnFWnxgG5yi9+DacEY8ICu0kTtC0rXFQ9JZ69Ad9/e0gehnee3IBrgRATW3
6wNTPwngeXm5NUePwII7oqLKbcdvAZyA8XNfpnlAL9mZCZcoljWLeQg70W7NyZrbsT25MCKMP4Dv
d8ajhQR52ZwJpsL+HXX8qrjx6XNlWDQao6DENm7GfSlH/FfjsCqc+gZpiDZ6wirD4oSnAQ63oq8M
Y6Ye3+ZJ+uymvWqqgmQteCt6STgJyCU0tlq1iTN+jW1QvLHT5RMOIVTWD1vW96KM7bVX62iWI0y7
juY2PyQiBVx3wBNDnZfhRIPvXmIkUb44sCCZhkszdt5tWg7eOp2hTdXRe9m5oEQOGcbjvNOq8Bqm
BOUS1c6vPSm86phA1KjHg+w36Z83P+jEgzNOef7AhG26236BbXywrCrYsEehKR3eAcsLWdCUf4mF
ITtAzsRcbJA2Z53DgWQYcRO5AzIt++kmcsR2p0vWOkM6xNLrrext1dFM/rptgzq0G9NWs8e1IJQ0
aJJcD/SyKhSgtwHdrhbXuqqeKWtfFcP3M7jIhIoW9pPCTjxEMY+95SoPG60lh3+KOrQgL3R8DKVZ
tZPXIxlugquRpQ7kAkoDK6qZB3WIgsbNeV2VTAo1VG6glv5+9AnHzpPxSNSb5Pbt6A8Vo+4bSASL
OPCXPjIA4s52cDQZ9W05eH0v+Z6qma9XhjDHsEfUsLlk6q1KIaAJQ4OxLCqTSEbWM8JJsddUvKdj
7xcsWboa2ZC+X81kq/pPhZF0hn+czVJ058wSJRTE3h1mVmVHTZzd1k1c/BoeyBoWHhihqagB284a
DJ27IuFncS8lBX7rvADE5AMIAaqgwJSexZeayaACi930pAxqNW8IbhSoKMfDysD80y6ZT7gYXL8B
/GvjAnZYkUEwT3VeqVPUSzGSNZFJXto0OYMPU8dT3Xm0cz+B2TPa6rnvR7VZRRD3zeJLZoN4Lg/d
FlD1oSqPlqJAEdLb1hms3ljbYc/eOEk1zanVK3OlAWk55oVwUO+0nnapDxNMMk/R5nPFQOKX5LvQ
jpETtd7aHRTc4mVrOuB/b1AsLBkKyNoenB1K7uDxJVVqaRIAUgC2putINRnCDE9jVkHC+5IbvvKH
3WMDKy9z+bXFmGr8tBqOw2KE7SNpgmBbjcOuW0u1DSPsmKubbl0VGDoqb5RHP3NBUz3lRcbZn48C
UYcbiWwar2MPQHK7F/w9LWr1kDA0CYs/zH3nT+/7sMNA4m6KKNXR+qvUBZMeBxJx742jYBGRYxkL
8RWQxMH2yTPYMIQLHdd26B2joWA2al7m1DK5tf0SQU3Ei7FUS5kxfwJipkAjazbULBGjywSXsQQ4
yTAWTtH106PQ8xkbSvXqUmrtalboNBnAls9tObVDHACh5/p15IhcsiSDQvwabZum+N4P9CTsmDAf
cSk1Q9RjFlUvhy2ei5G6DdpfQ44gqwlDuD4ZjhGkqHsj4fMcTEbf/BZlYFtfAzyOkyPyGaYrL/SL
2uY3CCzUjKFyl9Tv6eTXfTvdWCiO8MR1BZSUhUP4GRf45pafi8zsemgkdb6R+Wca5pkPkELeghLa
1s84ejr0Nkac6HoIon2J8m08dbwZ55EGA7nHoYw8QcMAGQVjGk9M6DCrPi3pSofpU7311KeOgOPo
0sVBmSxBdOggoy6nbkkR7jyspNF4XpYVE+ot1/V6+5DJym7+AGs8QXbtMntLaFbIoQysBzmF8N7f
h5QqzOocIT/vyTcuWMJwvLQT5WQ2uzz13iEVETbypowG9f1mqjTtTp0h1E9uZbXuTYKOeG2catse
6zftMOVmeLN0Mhy2uzBYZeMcCeQyB9r7AJ4mOXZQdDrrDG4vWTkjm0IUNwulYu4t6xoPVMIhWlAM
6Q+1kyHR9kNPfmZ6qx0PXYvpfaJD533LbnMbEk5MbGNU7MS7acEEVB5mZVisxcswtB5Ca3UyYAx2
kuRE9Qfa+a2JdmpZKZCYN3jRZwxO0F6i/1sFvjygKmDV66Okb+0fPAORM8Wfb73WPIbQgGT4Odws
5o0PGXewD25q5bSHvFGFq+gPq9zN0Ydcofhc1dEu1pVHcPSfNGbqIjk51IhxV0hgVOpQJwsZ2DJ0
gur1jbqWO5gQ4vvGY/UW+Hpuy9skASCPcVgScaQzUQgmt2uOUkTF9Vyo+Mw9MEZ11jtri98N/UKV
7tpIUnCMoBwxjXkcIXQhljPWBEmRP+3bBXDMhhNhhJrJRkHgl6AFdBRo2GT9Az7J1P3fkywmkwXo
HJoS8DgLFzjscoJJbe3rgN/riu0YIrXAF0OkR7+zXwXs7Nns2Yn8kqy+X8kYoN81Jk1qNSxb2qls
A/wMuZaThmrDA9kYcGYgX8wTRu2oJLPspgWccyhq3BSnczm6RV/e+H6breElotampATMpnvnSKez
edcjw8auwazBF7u0OVcxVbPKH8c4GksLeyQ08uu46DQGNFlqdfRM/aGJEZCZsmMKH4OdjaYMs+y4
ZdHGpxxBaevG1ttyTtxKgqQDZ+y5sAHvDUcd8g3MFfazWm95kH0j4pn9cN2huiWmjlV+wMJhA8a1
Sze2OvLJJdJMgg6sqUIFO0zVpip1uJ4mtcoJhWlcE4oVvcWbOnNUvcFalAjSJRzzkQMiHCwVaJlI
5PfiVOVGlN2DmU1W+8tqRMu8XTwGeJljZkgYfTDdToo0bhDaTl/RFZDJBwDLXXmz5ZmBWfVUGBNi
KhHzp3YB63UurvDUKaz+xg7DMnylVmB+7ETSLV+y2VHVIQwVzeLiQkZrb+0pTdbnNinr+bj5m7Nd
0lY620dCq60zLgPu0Ut+t1qu1eVxX4qtfF46wA+/25ip4FM7ZRAHYgQJQN4eUgv/whZaXjmK93nd
bT4YlcrJwxukkwyIxNG2ruVJisV9gV6+2LdGI7viayFtK0ZwUAQXgEtR19zBj5v8201OxvShdqwx
wX8zV+tyaKDmRReFh0+/J4g9pFGMiVtTxm4KrYCcpSpb1bZix0KBqG7B0sQck26SP6rULLmY1iKb
5t6QjBzBI5YeA1YGuWlhG5V1w/Z1z7j2KJswQEU9ulKg8xXDwfmMbW7MyCrTqCWADwCaG7TMxUhZ
8Zi1TcCkBPyiEvWU5xWxnv8g7tTVsI5Sq2pZN5ApYDGRCLnklKTLF51flMmmQs09zt2XROBNKqzu
kCxl1hoIl5m/UzagZz+tOUDm1VXv/bw5YTuvAENGNHIP9BLnCeacDR8PlV457eGICq3zAjsMEQ/l
1hcPkjpZgS4KmkMtdn6mqO+CaYN0H6/poraMnbtqkCDw9RHCASz+UtSJSmYSk1Sy7UoLrjV2qfDx
gI3xhoVq6SesmTJHp+c7+1LF1gUF3IpOZYcFJcJ1YpmrjywpyE4HCsC9iauv1wt5m7i4Xz3xAtv5
KS1FuKF1YzqbiXuV323miZr0Mrw6UTQOr8QSY/E1CxHFeqabaTINh36VxVdZgIakSx242GFxXvi9
OwKqMlU+BTylbDFuB8a1foHuoWpgi8KGvhalQzx9SQbES0nWMXrmdUFRVvu3aCfTYpZfK0iBB/8L
XYeGum9xKJEQYjiabjHZQXsiBmKjLvf4AWmf3n+C56ROgsWyG17Vvoex4kLKE4jDO0Q4OeAbOFSl
l0TFwfJ6o6rfIgzb8cJ8fQ6NJt7tFYSxazjfm47KNpI1UMRcpKeIRT3DZlHELUvC3eIfh7QqOjHs
olRzoLQ8yiD+bI9+f1k9c83hkDJ17AckEtXky/FcIc6rRyLq5GAPjipodH474Fee+BaAi+MSONNY
xABBEibmAgVMTQkqwVVEzQM7Pj8WoM2i6GCPUdlG8aprALXZUDGBtUgSbXQL6ydpLIy0jpEFROY2
lNNkft7aHBHxyLFa/ynIW5thA0yezh9T1xqnj/uZajbttYI6U/4GIQPoZP2K/hDooJOTDbMatHQd
Geu5ntWgEXKrYUqyxWBnNkxWuUC1Zx3aI0egOjV7y14lp6bjUhE+BoZdMxhm3luDPAyg9sbmtERO
Ygx8YIQodb+XAcpSmyP17JIrW6Wu5VGMJXKQMlDLfk8W0ykZSCnq0YelpdLKcMGXtZuA07BAVx9r
1M6ZQsJktDPYTvrBA051CNKBithNjjQ478WSju/JA/XRMLUP5VSo/zWh4J4o5nUA0JlDWc0L6dGl
5BFSw1cBfo1PJ8mKcNQPAEXRb37MkROrZXdcdUUtBzXoPDDuon2qJPW+V/CAqUnsZS3bk5vZM66b
OH7Ai/g3DSDVV/mzZYTnI8Ho+Ph18F7xFfhJE7FymIULbug/knKRwga9FDL10EkZ0oKgAmWDqyJ1
NHo1abXsVTHlX/dbbDqbf70NsMj0wnEtChwLvN5PfSiJgGxvm9Z2m6wRuqhfgh5WWv/gmUOEuyyy
/jlqUbYJajOH71BsIjlmbtRm7mHd18BI7PYdQpJnHinAFsV6nA1DCPs4GchYkV8tvNv7VAaG/5It
/5e988iOHMuy7VRqAogF9SC6MAAmqKXT2cGiC0JrjdHXhntkFmn0pP3o/qpsROaKSA/AgIcn7j1n
n8lqQbYIBZ7YwESWvkA3Wcsjtg0b4CUYdP769yj7/Jced5Y0AlkgHmo4dpAPqR+itSSRkMcRj4H/
N+nQxJTILgah+Po55S2ncPZYvzeEJlhZFGB93ZEe4Otxs+6J1d+1kc9v62gYkBeC3kBWSbEw6ZzS
an7fjkSqFs99qQ5+zuYl9SW1q6uDpCwhAJAoNC4BYGs5+/xIsra11RfhqYbbUXOLG7BtU4YxpZJh
sna53t8AECUwW7S1fUWqle4CGHOmOvk8ix+6OsrZRaQlbXdNLZS/jZK3e4zCdSFpC6aTfZcr/XjO
1BtXW+K5sjlxM4S3X5c2m5YTISTH3ErLgFWp6PTiSdbhk1k7qm80FaaFGLcN5o4gX8mwfKVNoTmR
kt22F0XeZXeFWQ3Tid7fh0FjGbwcS6GdDY7P+JCo02XatJrrer8vF9m6HOQlBv2UpJK4YpEdF58H
UIZ3g9Xr9Y4tU5Bd1LR2WgfGBmWtE1+rctQ11vhMidaydRs3gUCUuD6jN8+AnJgx5dTWUvWU7Sur
pJLr9aze+X7JYTRt0fIPN0aF34QNea1sDDvpb/IEkPAmsszl65ingfHTxh9yobZkw3u6QXl7o1L8
1p2I+u0Evc6EbqaFcSedmPH+cPOKKiPAsclqMwiTeX/zylzro122jQ/k0Rpu0nFKzGDTxZNGlMHU
qY/LbCzTFWKZuHwdB7ZF2A0s8fPzD+4DjJZnyNfPiCej0mKmOboNvdORovKd+zHmmsPE7uemHzWV
0m84IPt2Ymobipdx9KzOibNIwjNBh7ehpxZM0zavpUB/BbndstM7cWfHnyJ3hkuM9CpVpvunaUdz
wRphmai2QeVYFUN/QHA8mpswIxbIxXFY5a4kulnbZnVU9NjDorXRKUiL9bNEz8x72IPBFG5ytqF3
GfkW4mrCJZVeMbLz9vD5vf66lzfL1zoSmbBI2EPFYgJxP7pXGD3ZbNLt9avWzB86s0c+OGcNJZRI
oVV5yBWlJ/maVLDeWYJRbDRjVsKdWvW18sWcNTzXeaDlFOhJEfRhTEe+OSr95IWBkm90vV6KtS6J
i6ALFvOFXms8Haa8Gm4hFNbUjmOrX0vSg3GIEWmBPRxwYCYXNmyQtnGaKazvTA0VN2UHnSuYRcmf
UhJt6U6krq3j5ehJWEKY/Ie/8FGuM/ybbzJEFtFUFierSVnm+EaGe8ZOhw2ouNZ4eTWpNCI+X53Q
D5+/gz9eGJubITSGNHGO7y/cWWWYD4PW+10Bt8m1RVtznjbCyJfzou4PpO7CNctapeuuPr/yH75k
y2TjAHBICF0Y60B+85PNQu0CeD49Vd5FTHdADc0vtJzznwv7L/sr9M9QdbupShU3ZylegBbRAzzx
ufzh57NdIcrB0IjKRJ/1/iZKile6ZI2dz4G2bv26n5R+IwklQcMplHAElWJAw9LSMDyxEv3pygI5
2LoSyTz7oyVTqQEbW1bV+QrHdQO9bZAHry3f9CZuR3QATmdBgPEq8ktOrUcKP+posKEb03jorIAy
Fz/60WnaF9NsY42DcSu7odFOq6xKsamZkaVoU5JR3IXE4NIPqXZm23aQjGLDYhm0Z2hjeTifD4U/
PQsAAjZ6Lx0G5fFbgIJXgbMdW+aBshDnJKVUPzMrt89rFajbz6GZjMNiTVF/4u0f75ssw4ZnLrNr
WQ01TEHvH8RSFXJFvHTrC7xGljtPhXXfVGp7D5JJqmnd1xXyAQyhC2RJQ0q8z3+2sr7j9y/CJu2N
fQEfgMp+8uirjxclbtSlaleya4YZilPr4A2pGZuuTg9xo8ipTIpQolaY8WtLSFflRCYxqp1lPGjM
Q1dDh+nfCdK6aR2ax4Phf36LH9/M+niIG9IJW+W/ju6wb6weB3PEHcbxPLmc2az5iSgYaW/bgdI+
AfpDS2BZQ3Pi1fzp2aAAJL7WZH5AGHn0Zep5ZPb2vDR+pY31fQ8+bKbkhStgYwDbz9xCL6Yvqd1p
LWjBzDjrbaM455it3sjIpnrKOwq5MecCWNiL2g+BdWLx+sOuzl63dNwZ+11kb0eLVxUNC2bmoPY7
LLLf4a4nNO5m0tK8mbg9Y0NkbPI15sXfarOS7DP6EcNGQxxUn3hUHydSez2LkFGJsJQp/OhG1A4Y
b1XljR/aRiQxlnNobCChVWlfqBQS3XkUMiFidYKa5RCqQeQluhxqt58PFWVdKo5Gs+DwsZ5D19Fy
PK3YVTKL2pZqvzfKJafG2WuLlwwZDTmEbwMCrDYYvpX1mJuOJA/BV3zzEm1StFcXKZiYZMuYLx7G
XDH7U1Pe+gyO7s3UDZTU+Lssk5PS+y89KvO+zsVS++xGDM3DD5Gd062EQSjL4RlbC4wkXVI8SKU1
V66QOrpQIbIB4HRj/rOJ6zk+MecdZ8YC3WHuUVAmsRPXUfke3RKusBLiLY8LnbfWOGNbEjBut6CC
hKKFBlR1S9/2mRF/s+jqXuDyzRHaGfJaL4Pwb7GF63h8A5NzTWYR2XgOVC6wkyQlAcPKc9nve5WS
zInX/GH1YKE0zF9v2hBIGddJ7c26rc5Lm7AeZL4+GpUGpZRCUfzwm1zJXDqbt90Ey/dHp4VUc5sx
saJrSpJT8xXMYCeRbaCt0V3/+K7YhxscKzBwaqp2rMil2FpJmpHHfosmhASAqc1WYZak1lZ8pQaZ
ZRz6HokGq/vMvvAxKxcaK8vYB4bwzLwE/+NPuo6N5vMb+5XE8W7kodNmpZWZ3234IcclmgI50WDq
cuAJNH6UlbTfQgWN7isFpckcqGiXfyvpIGagsfstCvmt4+grwd9K5GqVQqZyesmfm8SuggfTndPu
H/UDHDod/C6wmmTa6XabyD/wJ6wtk7q11rL15z/ow4pgKRo1BhZMzTQMvqb3rx8YTEyzW7ahsvCv
99G4yCXNAWC9HhkkTYxDPsC6telNOMJnv679j5wG/xudLjhU3rykD/aDu5dvHDd+e2ZWY8yv//u/
PC7aX7wtEt+QQXNsxnvwb+uBwT8S/C0yntdaGSWtf1sPFPMvvm3VpE7AHzEUjbn+XyYX/pHCeJZZ
8kyTmF7zn3gPjmdBQUHGZpWnavRrZhbrbPNmNlES6JsLRVt36WxpCyVzp9WF7Vj9+Ior12nHe4Oq
PKD98Tudzb2txPJeWqpL5C8oMpbmPEO3d8EO28espl+I7us/H3L/v5tb1qTh/2xu8bL/unvJhhcE
gW8H2fqH/h5jFkPCpirDHGdo1JNWD8vf9hZb/gsKIf4pNveYqFanyr/sLYr+l65rFmUoSmLUjt+O
Me0vBXQ80yV1ZRIw7H8yxBhJjKE3U/C6uUaPz9ZEUBNZ97Hvx9gaeIna0gAvMwT34J+MO+gB5Yva
GMuuQ+OWkQsqOq8HpYv2tAkSbTMgMzxvlLy57kKMfsRIUrlciz6x06qr5RPx1/y1VNr5jA4+zObC
CKcrXP9BtJFb0e4Vu5vcIlaKB0Vk8XOAu/q2NWD7Y8wtlRsEPzK8UiU9q8o82plhOO7ZMMIWzyeI
iGZTl25emua3prMTVxXIc9xiHozE4xDceD0lpXITh7L2JYol4AdCpPNTkbQok9PIkC+ioF2AGyy5
dJPQ1rvJlVz8qOKi1l1ELWrl9G0dsEFoYrIn0kGtUY3oNAy81em+0zKslJuA32G6mUDOvwPePnVO
natG5cC/rb82pbmcT6qSAspW9ee4021Mu1KWjpuMGlKySWd0KdUY6i9pLuYDsWuyC2BjfFb7ObCd
qtXYkeY6WDjbBG9tVT8IMoI9IlB9cEuVLjKXF5B7VLC7q0zVGn76pF0okxwlXoHO7jBWw7YYO3LC
bcNdDOtVDkV3H7LBSBykrBrohmWGFz+pCQFBppVfKJmUXBZVfq0jl/gBLmLCt4ngcHFkuxw6eABt
mG+ElMkPYR8ZgWtWffnCoQs/uzrY0a4rpupJnrsnaF8Vro1C2mV5WmEXR5HYtaT3BIn6NYcsEbp0
YSQnEdIljl60U8Mw0IFnh7pNJcTldaI8pEpz2cqdfNEEveZ2ja0/D030nEbjsumEFJskTobtmYkO
LXTwqW7MesSfVZvxVourA4Lxgj5d0V1QZ72Yjf4ybOF/m2muG5vcmloeiglizAJ+Sos6m29IGjAu
0gInVwjS634x8/S76BD+iZlN3FZUHfGbaWRZX5ZF0dxISdCGVfP9guDUV0ku2nUapTQnLyylcDRw
JuRYtNTbmg47Nv5X+L9ZcjeYcQpVSGxCpFBrIGjm5VrxaowE90iTOnghO7GfQmll9mn9S1MggUZH
/zSq801GFudGRpjjFMrQn6/KwjKREkeN+meD2p0T8KvdQtG+1UZDkS8yVHpLtuSbrenhNMGiS6qC
tAPlOO+hjOLOijhhFzbWZ3zCu6mzb9og5f+fKMV9Wts/W4XBbpUqHO2yua7AA7tlpdQOjQIbvqcU
LtCoy+V26RDabYBoQgCg7C15la5MO/qo8TPAA/mp0dXFD9VxJP4V5dKWCJLU0TP1pkS2uqmspHSt
TonpZcnjVadPuZ/lxiPbabo0hDd+U1dtBW6xVntq5kEwgIKG0uNspdWmLujROwWYwU2uKtdNL/ia
UklnrM4abWLoS45kQSDSSD1TajEgo52HFaOuHsLGirwU8jpEgV7faIVq35pBT1hVXSpeM+v2JpYa
lHgoQnwUdESOjYj24f8Urf2oTqjuJKuamYDkZfCIX7JAUGR1cK/buQRTlypqeCmPVuvrs1gQWoDc
cnvOATqSc9eqzKC7npCKHGwAnF/mUAvupnke9evSHjoP7RbpWlL8LdWXAYXvnGJeGafrjKjNO/qr
5CBooz5dpzFsVzdUZmW30FK/Q4Qe3HeDuez0FLe/hT7Qhf9FbJFctS5pAaFvmHa8yYkTvR2HLgWG
MOWkEyt6sjINAQ9AzbG3A0E3VwMggvNyyshHIgXRBlypFFsxTpg0KvQuDgXK4EAXYLqek8QomDPK
4afo1y9savGrFDprhj0VwSt6liq9DkKr/tLkU8UXbFTGXVGbrXKeUeseTh3H1mPi+8VNU9jgcfqn
GyF/OP0bDarPMNAFh7252Np1dBjn9gIV74uFe4HQqODesEt05+3kVGq8RXKt7wXwd22qvd5It3TX
8x1FuRN5fUfnBBZd7mttj9APps1kH50TdHz3dsf50TeB+26mqnjMoBk6naCWH5qGh6/j1CH/4zpP
AYS8wbVeJMP2YtP6di+pFjgvBcpmH6j7ZRWuJyCj9+SORkKsHoyw6B0ERriRLHLOTJWULwqhftrc
U9b/khYItgwS2q/fbJauf7+JtzbuX83v4xdkKrpBt81iN/OrbPJmh6tRa0GQG/OCIA1isAu+iGx8
XEq0mRVS5P2gLPcU/ZkAi+8a36VTZyXA2Ei6J7b7knwGRAtl0m9K0ngqm5gTXeS5gz/oXstWEVrb
v+YlFcq2TQ7rd/TP97//G49civXppvgy/v7SvIT9u3PXrz/zrz3x6utmu2uCA5DZfxpU7f7eE6/b
ZWpQtC/X/iGbYj6Nf7EFxF98MBYb31+AAUjP/3Pukv9areDYuUi/pAKj/yPP94dPhQxPtJtovbg+
GtL1630zKM1MxtvMnOCDLibVvBbijm1y52tBkZ4QB3yYCFa3q6Dpbuh0mIR8dMIrDa0SCQEJPhKB
fZ13N0mVbiNLvdebACOPdGIW+Hg5Hvlqtscwb9tEcL7/ZcgKLCBKMISMXrvXA8vT2NJibEjIXJyz
iyXJQv/zL/zjs+SKvGEi+oA+0H59f8UBuVEz91wRIxzWmbb2pqH2goxj7OcXOq4lCTqENAkou1AW
X8O6jiY4/GdNQrhE49dh0O408HCEzLLVpG0ZzsDHo/RMmG13L+ak8ouC2LJ5vOPf9Dzo1RMQuG1R
Ggi+zdFeUN40VzIIZM9Qg/3q8bulGVT/Lti8I5O8nfyOi+SCu6SCYAPzYYzxhNba9Ztxlqiyip4t
zHx8wRcIpAEJtNdmaM/nuTk5QyQPkJyQDeQD4thlbEfv80d2HFT6+waocPCxUdmlmfH+BibIadDs
4UolCnZOAMEl/RM9UH0b9FFsSoUT2SFlBWkDb4yqqXmuBvZhCsWLLI9nZTghRpOX79TRT5Us15/+
bl2geoa41ZTZN9A9F0efIGGV7JeBp/kB2LPeWwKjDJ0QJdG+6wt5g5hsYddcNQFiVDHqbl7p2om1
idzeo5tYFVurloJJBakADZ73jyfBfafHsR37+diHrxIV/GckxyLa2GC3VzBahsmUEI/rIs7yrxgo
74NxQSEpFWHhFAjbPJQWPDcqTLf8seogr3wb3bKJ5TMRHQY99hSkyBuLL8S1q/K+XMr9LML0aQp8
lYTqe70NIskLjVGPPeIxhnHLIc1UPewPcQVWVFr6cwD3iu4F+iB/M6qOwi0hrso3C/nQZRGUdUbv
S7K/ohztvrT854tUBvK3mTW2ugSCupgugMAF0v9cT9ckNOUqK2kw+3AI2QD2TT5z/bZ1lVIuzlhd
i0swp/iworIdfsaL1pOoYfRBvTGxgry0Uhc8NlCg9kxDqYaRZVq2RZeBEEV1upUJTJu+tMSnJNs5
kGfjgP8BBbaepHvUtBrOgopwKvwaJb0+2ps5F7vXAEgaqy0uO0dzs25N5O5VnTlqO6liBZdZ25Xs
ndvmHMymjHC9mok6wTnD9xwPy1Bus77MzrXG7F4RHOJQkUr7S2EHQeyYVIGfCtMILovFHi+I1xMo
dDJ1nwFlwIxONpmLUDcRmy7F27ppYDgewIfhKEFKN++KLFBUv40H8ocE+laS0myqB+yu7BHo5TT0
W4wEuupZYUUmkWIa5zagLs4bGfSwCt39VdiLat6j865QioZslzyrpfro0dldlk2gATn1eZbIYUiR
TLpDXsvNHrpwxY+ECjcYLiiLet6ji1LSfcVy4gb4g8SGaFTT59yZboa6qiOWMii9VyrdSnQiM/ww
dyDs4QzHfLlsisZQGmy43QNA8UR2A62dXlQdbYxDIXKoD2kD3Mcblm4OL5Y2lBLiaBPdmdI0uQnI
BrI3/ZxL92EJIsVp6rXEU3MU9Xpyw+JvgrBNUpiMzEDSZVa0z4PGFDdIF4Nob4X9eFm2cfbamLP+
01rZ29wtJ8o0MOPdIqfFRS2s7oIHhwh6GCpPzNY1TpRpg0rhwbbsC/Sp5o/FLu4qtKwPJoqNM4m+
8Q7MSQrnj9w5jv2NfhVUU+4UGfhGoOqZP9KchHIWGDcz6Mo9m03VE6kduroeabulkqfNnOnJWWSS
AZj1uthaGg1dnPYlveck86LFLh9wIJUvQVJ8kfBDb1SsqLuMzAwOWIEJHcH8Rk4IRQI06m5mzMFm
UUqLalon3YSBxeEjscBZTlHMs571GzioB0urzLMRU9VOiujtw/RvyLAHKF2uJrBSUy5LKSQEUu2v
ZqU/BwNXHXLb9kNCcvYQ37BmRd2yWxTrDj6ohea6RcEj5T5puNIV2SIdCtww8qa2U/YYcvJ9V1oV
iWtx4WtUEVLqBv0T1EIFBbp6rY44xSlV79HJ04QLJHGP5b/aJ7Q8zojeg/W3jBfI65fXKVHih5x5
86kx82gPkBa6W1fchFEGN5R2UujkjY3rKrbAifFM3MrsmgNkFmOLv6/ZtuGAsTDW+cSKoV9uIFg2
JDjqBu1aqGRfKMBrvhHSuqIc6LZViSYcS6wVwx/L2bUBw3ObSrkd45gsJgv0yr1qUtwrxoJymELR
RIRhxqjKm8uskaLblFA1U4+/6kB62RrRmjFEahYb/EniCz6E9DLAd3gWA572IBXVB7APPamwak70
aGnutXk8p5pHcEaZxZdFHt+MMYVAx1jYQVIJaRq+aHwHA+lIr+hMtcPUxS16ztFyyBeqvvSNZiOL
D2nzGhXg2ybM9jli6Y2wCX4Mq/ZHolfQLNSmvlLSpipcgkqIqyuj/pXoqNh2MjuRsBnODTmtI9sK
h54i4VI6ZJMo9GRrWs5JNLBvityeD4rR1asdOznAsNceiY2IttD21C06K/Vc6dbcxrr4nqIMuhoV
K99yhEKr3S63thSGO0vqnaYvjR7v6LRoxInq8TlYEJ2zq6YDba3mJ2Ifi0NWTPY3o+mm5wx2hUcm
U4L6Tyq18w5FFYsnZkpqIJA3CU8V17g/bYec6+6epNnFx6gzXgHw6Ta1qSUeNjLFC/Vw3o8RWIdY
lXHgY1QadiGHXr/Dboj6DJxdoEVfGxCIZOX2C2HmBH5csiTr36fYLnEGNvW5nGdQkmMV7dqEcr8m
NH0bx3m60YmrGorlAALhJa1MgfU7gWvCTyAzK/jWMj15Vl7c2i3mJhlonQaoL4ui5gWvLQngNaDG
pCrbfdWQrj3EzfUSGVcEVtwV7aSe1ZUKg9Nq3EFdai8qEuHiXptQEimbVpoBfw5URQS2I0ppRKJl
Y3PVBFANAzlzyZZAcWZ+j5U52BZpP3qATkonMwil5XE+59DbrxfM5husdNJP6MO3OJox4S4dBbYo
89bG6EYa2/ingaVrjykTxKYd2Td9k02OHuMbJbHLtkh86XQNUzrxv3LFRJURR+oncw/SwIY2qNb9
S6RGlOZm0U6XC2YMP5oY62AwG524W9u4XPi6os2g8snsJnxUD7GE0hu8wXBfURXcNDBO7ofM6muw
hf110BmwFyIYOS4wYfuqCeMF1HGUobOMh2e7keIr6MIpRnsyeuOzpVQVIISR/RVOh6E7ChU82elw
Ez/yJcT7LNIaZB5SUf9MhcUQsiPRPS2zEt0o0jht44pgbbfMMSo7VZ8qwYbhGxQbwhSpSytLhzsM
elTNXiLW2NPFFZkFlFmRbLqcUFOSdtKwJtFljSIUBG5fg5frKUKulBFSRyfZrcSk1rsF8FXtzHUc
35dEJYFRake6Ey2JQY94h9ExR1bTvrZ9P1UOuCOCJ7TUolHciLa6z+qFvR5Rys+gK3tXLBmzUCUp
53io9cu4Xkr9kGqhGRzKPJnaLRhmcWFZcfLDyCwC60M70vat0WnneRMRth3q3a0N8ZSvkPX5S8Ic
sGn1rrgjMdjTcn06w3egN44hdwVTlhx8hbCsb/M8GM/aJBt3I5Wji3ju9G8UwtlhgvAu7OcZtd5r
ltfTllG+3IxmGOzgqCCUq9pa29K5UaCtSCUG4WCYbadJM5OoOCiTYtNnC8nFczpfJ9ADhtvYtmYy
0WI5ZwkE5Buanca/FlnFZupNu0JxnYcefh7+Z68yyZRdkp6nppVMW7kqpidlzO0Lue5FZIOC72QN
VE3EpjbSiih/yExAtQSGDT+r3pqJwh7Ac3dZ1ewtBXqMKybE967ayPK3uMVq6bBNKu+wTGXR9UD3
K9uUZAKKDfMGq/Bc2rzLYC5va/Cu4RbmmHTZ1YShbXDDZV6ijtgalQgtWKTaTy3/7sijfpG7RpcN
NwpnhENcRt0tFDZpm81Zd26O1IGxd7FZMlemjSPLw/RYzbO1sKnqg8Gh5j6JTU1TptxDTQl19p14
LTc5kXDGYxYLNmLNgmkZFhmsly4xPAu4fOrwahOfkG0luBzKaA4IoRRN9ZMZnjgmJ0Z+ZW1hEljW
PRLbKHuky5Ls5zW5jAMhEbsOEfHdY5rk4TXhs3nimMaU3tZqM4K+nZNuN+I02uQyEclz3czc6DC4
aEcCpByxGm0HVWINbCq8m1pmi7OwaH/BRof6blHG9mvSATl1lTE2X1U7HXfp3O9qeeYUMsntw5Sz
4Jh2snzpiDfeqWOW96Rsd8tWtQBzD6ENRGlsA6+aJpJLcd04bB6iC0IoB9YEGmlh0dR+UOJztQOz
/oHptOudYAgLPplepo9j9jf/VyD8f6KPrjq7/9w1v34pXvL31cH1D/xdHTTNv6hPqxYqXGoAFuaQ
/6kOan9RqaAqQG38lyaZbvXf1UH7Lww+2B5QbKylNNRO/64O8u+zzZURihsMNeAqJ/4H6FF1rcm9
rU3Qzl9rEvyFhgJT0FFZgPRWhGg2Gdik8kQ+ImblTjXncbcsRo2Pe1IvpXzo9gMnCQ2SDg0lUlSN
C4E98FyTZEA+fatvMFIPnmxynuhIeCYIG2C4azPvbbGu1uiOhbUxzanYv3nQf6i4r/XT47u3FEQw
On4bMouOxX40eQXqVFvzoOJb13kUxGe2navJ6mqI3a4QX8uE1uM8J7TzSXCIDjPMeUerFEF8nR6L
LZq1wh/k2Kc5pHuTjkugBix5aIsKb7DRP7dReYuovn7iEMuiHLNCBJkpu2hyE5zoAP42TJHTttYi
0Oi2PLsBC64LJ87wuiIqL+Uhj3dlKbWgl6SVBmCpfg2g76wBo3aiJKp8fJ1gbClP/qqGYXxfH9ib
KhwnwTy0+habz8hfIPfZDxjGZ5cY9smvqsDPzCZzMUBT8hiGR4nzLhb26vvn7+Xja0HSIVMn1U3q
2x/0oaKR87LPKJhYdMbusypucXUQ+3kW2IBOZsKWnmp5gXPQN8O3zy99XBRGQwDH0UQaiFFN/SVn
evsAyqhCJDtZncdRWHGkBg+rPGavkmk96mq+7LmB2Pn8ksdVYS5pCWRyVD6Fsdb43j/zoYqCvqtN
opFHxMCqYT3ldXOL8/7UhT4+Vi5E6RklFcJQygDvL1RUzO5iMTpPT1hdaVUu5TYoRedzptXdyWxA
dTSWekhgmf3T8u76I9eANhUzwYp/P7p2wKAKq6rvaC8TW51XdeVZBmwBqw1JRpWb+6oIAmfKWrdV
lsf1oHHiKf/px68PGv8rD+HDU26l0EiJMOm8UgRPclC+TLXxlGhslOsRWl2nUAY37j9/s6tc6P3k
yPilDo/emr4rZqv3DzyWxlEuUOB4+IrFnpiDFv6lVT18fpWP44dNNpO5QukUmfCxPaaHk9ICsWg8
k863O9t6wYTVtU6R0i///FIfqvSwW6lroWKnrUSW+69//mZ+MA3c4DVdjFUlcIa85KFWxE+8ziRb
y6RLL0njsUmhnMC5Xe3aLycu//HrxM+HDozlkPA4Sxw90FZfaJdpXL7T1B+4wc/lqXk25e5ZC/ud
ElDPocNNkqjhJpF5J0v285iQqSwWdEzxJLZ1SJ+/t8jzSM2vn9/bH97Cu1s7GuCUQKOBnCfegrAP
amFf2ySo8Wp2n1/mDzM0j4DmziqEVDSm6vdjilQ6+EQATlDmT3dm126tUnvM1gMeLFSvlQg1kqML
a0ROwyZ8dsbJsk58Sh+H9eqqRHDHwNaxqq6LyJtBAA0NTVk/rTLeuvRMip0uXs76xC/90HCg5aFi
+MP4sioGV6b126uAvaBpLQ9cJTEfwtm8JxflsWC1babW+/yh/mlY8QHRAmR6hKR91C3DzmjLtegb
T1uqZreE5hMUktZR+0jfQo0im9ZS5xMP8U8/T1t3dquljDbt0Xu0gQYawGsaT6/6+9C2iS+Jmm+d
blJP0358/vv+9NmqiLBNVO9cCQ/B+2cJEW8hl4nKG5bpzKWaQlSaVeabcKZsFFXJuK06oqbHznoq
w3ED7EQ98Tb/OG6BPvNr4YcjCT/6PvoxkGT87Y3XGCQdsbs4g8uQ+GjE3Gnuf868lnNFScCNxuWW
fettPDTSiWf+x5tAScr8T7g4i9DRi6aSXdZqVDSemMon3Ha3s6JezEp3XynVI1s71H7G4tTiVY9s
ZC/ly4n3sM5P7xcEC+Pa6ithc4Og+ug9DDkgybANGw8vBu2NQTq3U5kwLVKlvE4Ufqu3dHri1Dew
xziT3QUSR3URuXB/va6jqFjMCvBkMyFdTkKggpTbJdJDdj+/0Y+DE6mfTJYAG3oZ49nR4JQtAqsX
GvQsXPpD3GvWIbGtrUm/3FkGaTyxqnycOllK6Ppy7NQZo8fGh3ZUDSw1meLhKR1+pGl8J7RSex2k
U9vbXya098+fj5yLrbYUVRBe9f47SMjCA6KiA7ipISRl1dOipfpmLtrriahWJw7g2YTNXPh1DnUl
VG1X2PK4q/LMBRBJBZ7ULMSLk+UWqfncGdaw60Z0sVWRqwiE2UwoUXTTDLwfPcstB51u41bdTGsJ
PZ0pT99DijT/7F1hDkI5xW/h02ZUHc/GI3BiyGD14vUcoDwhcusGFhsp9YseuPFYnJqXj2f/39fD
28HJk4OkvP7zN7M/4JNkwAyJ1JGDwVmZyOKGHBjjxAg8npLXq+AQs9YcBNjs5volvblKpsdKTtlr
8VSwnsQ0Rt+WKX7u9Ao8m+zZHbaxzx/j8afJBXGjIT5gU6PRcF9v6M0F8dhGeB9I0FJJOHoCuKSS
tFa/qI3yXcmo/cL0ip0EZv+J637QHawXZk+srZtEnbT1o18qEgsUh2VNXlYXDfXXxlNL7T7oTGSI
Y6sdVPp7iUgerOU1Mqy7Qo6vDKs4D9gBLWX+BGeDQCw7Kk/MlccfJbfFQYE5CsuRWL22R8+jCDuI
YM3s2ZiDXJz++p4ysb2xq7naf/7ojx2caFUgA2ATYQwjqtRWw8DbZ0/0Tt9lUjwxBwIiaZYi3IRa
5WJWwU7LKcFbYBi4xqK8wA/BvT+3Gw6dYANL3Wd4UJMf/1az/Uc9yh+GA153VDosF+yzfrlR3gyH
vtZJ7qMb4SVUjH3KvfkGQC6dVnN5oaP5lPRIFUICkP0Tz2JdAt5OUSiEWCQ5CeJ0wNIqjpYIajbM
5wBwYQymr/SHkSXbiK9zgBAFimArWc7Hoi/PDIgx/pCkjYk4vu5+fH4bv7x5x7ehggzCdojZ/cMr
6TOql2EvDR5+Z+2HqIKv6RBfjbLab4lQ+pmOvXGP80HQmVbs8LZJqnmXkZGUq3Z0I1nNnqq2dd4P
abmbGhBqYIJXHYhUNme1PhHgKC3ljSk10RWqEAERf8GyA/PJK+Ws+CoAne5KgGTPXbWo2wAO77aP
+p4Df1HjI8jJRIZVDd4yh8c+5JfEc25rum4bdaYRQRNI3SOj+IZ+3TyscHhifpTptstLbrLH2UCA
r1+o6mM9atPtnC2FY40pcWpGKy7rUgDXG7LyKm8pqEYIXNYoVDr8Q5MFbojm+CJLaTkA3qQcYciN
dTaNSvqQmmUitvRvteXEx/hhA0dxiFrEihChUkDf8GiSkIgJS0Rvj15YaPci1B94qN9Ks3ruybSF
ck9zdGl3tAa9cJa+nxgLH0YkqzKSKARAfKF4UN9/nf/N3pnstq2t2/pVLk6fC6yLxu2QkijJtlzE
TuJ0CK8kizU5WU/y6e/H7L2BWPaxkNO8OLuzsBEkFMnJWfz/GN+g7E5aO6wNYhoG64eLnvtJ16Jq
Xy7qZ6v15IXN+BsTDveKW1C1NQzCa9DN2WwAYLZyE7sYt4LWyedBEwCCUsci9EGNvqd00dJNIRsA
SYUiH2yAQl8wdGWP8O+cqxhG+D9jNjIQM6lc9SWgWx/qpDEEGGVoo0XrbJaTwf5ALR0OFFreAGkh
/9fqyC01ao3W7pCGHz/Ct7MJGB0LIae3FgSw3r5+hAXR3F47oYEC7VIFjmjTu9ZL3VtXSMaOnUQH
d5TxttcJxrs0dHhFb18gRY/VucfZ2WDRfn31RIv6GHVPv40SJE27PEPPgCC7POi1S/9fCFs8w+Xt
bH8ESAjgOLVK3y6V8jayyuqHdNP0S1yhLp5kmh6qzpJ3S2QB+1jygRg6Uc9fXZvemi7Gf4D3aqcs
cbsrPdeKkztpnJyaqLJMNHyuR44ifPqdks71HSi1Z2J0T6pTaHsQEuaVcOuVtF8+LV75YlTVGkHc
w8wC0vwF+YTzjRaTCERdFzdAYuWhQDWzF5be3IEBdgJ2LN7DOJviNJl65wZRM+AKEqVpHBSvaPeJ
m+mPterU4M4VwuRYb/eVNQhYj6oWZmQBBwVtNd+oRDP6KcvM16SspyfqNsD90ENgLJprUk2bjBQ/
D9GBtxXGSj0p6XRep13R3a4SngIZ9lhfRdlEi9PpxuVFyQflhX229thNhvViyYZWL9EFrNpah50k
6zXxLGnW4pGY5D0x9cXOBWh4UHt6vUXkzvfaGNXBCGLBVzrdoU6e0VFMMPvTfR6QHCrGqHqx71qL
tRUk4RmbrqmaUxtTTSaxugKkNmfyxhIKaOlEBUiUiaRIg0iBaIj8rOdZ0DF6LPu+xYYfq+J5GQtQ
m01J5oRmKN5JSzVx0w0SEmGbVt9co0muLNRfu6Kmf+zFtg50HxXZaDsr6p+M+8wXVJSf2ctY9BzB
ofkJsoc97i1nW6Fz2s5G3RznPMv2OgnuP9R4HO7o7sGBzj1Y/9qUnIpSZliXMSQ4WTrRQyCb1VVx
UXRqyVCbUUMkQsPHpqLEgOqWbPrRI13a6FzlqBWJ9VP2swChaqvkGy6ceGmxgkzxwhTZFJn06EjC
fowQ2M8EL1FDskd6FXhlc/buCKoIXXBd0ktp+22zPFGCmGAJPDuRcXBLgq5NNx1OqPfSY5LF7r5o
kYaoio61Ph0JlvLjqZiPizPH947NpmWxhHedG/Tmliz9pGW5dt1YmIB60aqfW8+okNYIa1tPc7Tr
wNCXWzWthqNs82bTVLZHz5HAZtm6zjfAvzTVK1M2gbnkSSDzufySgk5kea3mm0gZEYXoZIL4aunp
x8lCmEiMwlaDoI0fxVb4yLT0IdOlOJq1432ex9HbtpElH4BjrpmktdvcwF6KdvWI8mOcHZ5Ir536
KiZ9gnrYTWTPW9l005HoRedU1y3JQLGrbWyvh0CflkPvt6gmbLR0lnLs56k5WXbWfuIzeR6c1tjY
SF7Iuc7GEJKCc/D6nAgUN1X2i9WnmwUo9SMJGs5WxpH3VWqZfJBgvr+LgpcJgt7dCSbNh5z68s2g
in5TFbl7msvCvnGcaLxph8X5mzSb6jtMPV5dVGZfhZXr6Mp5pwSI2ttCduYpSiVSLI5q9ZUmvETu
HXxAm65sOfqREdPfRCaZApvUMLVH+uRsGiq332u2jiUKINCVi676VsnLrYdS8G4odfmAUyu9imRW
70YK+zsdGjgKNVfZFpNnBxLF/1XDafiI4OplsiVUlzVSgRjM3tgXtnVvAwk8maL1tnpqZ3cpR9S7
KoasA1Cbnr2vL8py29eLcTP1ThbjgqvZLGa5hbDHJqCq9K3BuLFTayRNq5ieKqXZom1cPqUEu56c
jPHLJVrqprhUbZgBxqZtW8MIfq2CiJJod43wUDiQpHo9bSPW2ucCM9yJADXxrA9tdtUZif1jkhWi
mwa8vuGINCzRmG3LimAzP21zFY8YD+JrrZr8Rk2O1cmqh33bR+OxKdAGJW58O3puu6uE1RxNyomn
NC/cewVEN07WoXkYXHf5trRd+sWezfm+8pJP1VQrP+3FMZl70E1QQ9NOwKNL0K1jFWTzMtw5UZdo
ByXWhvlGEOHhD6JbTYpVJpxbkWUt9rCxch8opojjUub6zp5d/jLbE+dpdEaJyFj1cFFWRJrIfVW1
8X1amJLsm94bNjzhyeKIqFXahiptJgnxFIo/NbM9hoMdozXNkU/4De1dGeTNuBzEooldJKrqnsCa
Ea0PeYxBm7VP5O1OAbkm9m09RfXPTFPklyLxSAkZunHajZqMvhgKBGqiVupkN3Vj/TWjOu4ENnyN
eptIC4my1+aoj5Pewyuh/liGGpfj2O/63Fp8A8FYjn7UIhleZl+IIijCNHLwtxXQMrDjphMoXG/8
5uRK/pKrJQodIeNdWRkIZmFn6z2CTb1LmcWV5Vkxx6rZYKdzRcA/X+6teGG+UYvD5BnFPf3R+p+l
MuASWU6l+Tyv6cmWxnwnlJGqSIxSFVt0XRIKLIyjRpL9Lq6r4Wq06cnkIkRdP20lx5OXydP7E8J/
+RRFnligninJKapN46eqpn8LZ3Ru495qf5CYwT5xAPL/JCfmFLqzs7wTmmRXkwvXeVoWncZlbakn
DLj5AVKhTuGxl48UTB0fhlxxxZJaPAMw9jB1t4nfV13JZFYGLchFNR+vOO90AYRGLfC6+Kpos3vb
GivfGxvvWpF8rCM26wNVR9fY2hEHnBCKCW1uMbEHtWRFRkmhh6o29ZuEDuQ3mS1l+hlhy/Ocmom6
Y5EmAHto182FOfKCAL3sKSh5x1lizmTbvy9l23Dk4MwTomq5I/eeiAvH6jnAkEjGKmdAiHFR7rUs
7U5FH4Fn4so7Em0SIuLXXZA3xKhPEmEd6hFANWqUsiH2IT26/MYbtivdHRNpASLb+Vxa6z6mLbwr
8A6Fr2bj/aTF6Y6lO7uS/XKlDiXuU7txHzN201apdqEzsKVWihF9U1LsEWOXTKBK7XPM6/xBd75U
EYlvCb2pQXE0FmT9n4gxtbesavEFCO4tRtBtqYA6IyQjRWlYkYtUT1/tbMBDjabKl5PgglaefOYJ
5X+XEArx66nOLncJvyANiN216x1ya5QIFPUOD61rH4a1aNQ2ifxig385dkXMDNTCaFfVor+qHT6V
GqX9VCBu0yaV0LZOouKTNQJQ6eYH1TBCUNigmYAxbkW9T4WEVR5nj3zMYJ/j5ZSLyg08VeTbbjbu
entS+fI1896NNEktUar1Qc7EI/dpUt3msOnvVqhXuWtbkZxmbQ0ooWF4j0arDhe8Padlzm5Z2wYc
mQh09wnaubBs2Y5OttdhTbTLwGOiu7fkQC+1KK3rrEubh8mIvWtXK78TljWTEEIBa2MPtnst1z9Q
WzCTgammuCFqwiISxQTHmZIG3cm83XMGQls0NvKYTNKiHhYPRN5XVyNf13Gk27ZW7bX+JS5fIGNb
O2yT06Zm1B6HfGZHZkRJ2JiFyT45yq71wbKZsQTvMI6abRqVJ2lV2kkxGZsZewxl0Kt91EVyl3Re
5UfYzfjr03fDVuBBW8l8SiJjQe6nTQcViNiTgo8DmEc8P4yplh7InFfvYjwX4airHHJqePH2RlMn
Qp1pmEqmT22+dha9DJvWnJ/sSfR+5tXZA/ZeZB2gBbrAGfUadRlMuZsVRkQgVOlgg66hF/kLBze0
Vk5zRY8EXpZH0JLjw0Pg4xkWDQIxqSr5zkvGZBsbyNqCCTPdJlOM5aeNqZfIaJssRNIfInjxStPb
d8j8DYaO29bfMqcA6EoA+AHxs4SjF01uvKFkMd53gnNukKnLdGowAaBT0+UO0J2ARIlfxAtIEigf
hyJTrgvDxP4wLDYbgBojOg/7q0BfsxnMBSM8Hj9kvqZ8wMdivcixxMDTWOaOSpbBS1fbjZ6qDqI2
dwIDSriWKMLJtNxrSlHKMV6MbKflVfaQFsjOtEbznomvqb6Uo9Kje5vSsF7XfC0BW6ySu5D6Czpj
GzR87aLuZSdosgoeFPzHt6pd9Wyxl3Tf1XpFJdcSW1kozUmWHhnaFu7yXpU+hRg3zBQ3DUZ6QXO/
wEyegY1rRGtFQdfn0XZKDWdPHEe/tedCfJ8ZXhs1dqxd5CrOjsDEnt5+P2PZaKJZuQN0jcpcGcT1
LzFNb+IKyJcSPZwW1Srohtre2K2rHckoFXTGEjcQ1Ll9DjjurlsqIA4pSiUIzZtustjUGTLB9BFN
L2oet7tC5+Vg1T023nyitad9XoTyw6my+PM4GenfY6+qu2WIy++DUiLvwOmPwrqvHqZiiI+dVSfX
pOIwtyPo3yRiNnzLnAAWTJWnffKIXJKBWCx/VtafBB9kG4/Ftdu3mgCE0VbB4I1RALK7uR5dPZwM
9nQ9UZv7RuTNttKd4QiN0Qyl5UVHbTGA9yq92GgVIT2xK/hY13AuPa6mq4HJCpZDy/lF6VCPerTP
A0J90IlQdN1bPdEeqItTh35IjVbZz5u4f4T2Za+xk9pEEh004G0+FWFLSeSG6B3Xbw0Lpf3Uh4vR
sr2NjYGnaNTmYZLwBWJjtv2aMNMvpp5PByGUhly4rmD8Vq21pcJGrETpsd61+mZMHgl3SI5YLmqw
EAkbRkgDtG8E66k/ui27uzWaosge4ymNDpGmkvJBSYIKxPyJsCT7OI8QdlPXi0mhqs3hEBnauKuM
Eo+KsiauqExJhIqWHYLTRQQ8tDqkMlAHHnv3bQYWGVMTCBeB639gjco6zblu8/40SI6LLDvB6Bnj
95hOPaa26NnTkYbPBVlAPoK9u3hVV1MZMf3aLuyA6NRrz0FwZvfdtFuizNsaSn1YlpYl21S+yjZD
t5z8rDS4bpO5HuKmGuJptthbudidz27BC9teHMwBbgakweVxBCHmQxoEDyI19UBwzzZTaV5xVgm6
MR839RQ3lEHmhS/Wy4hNdZRdrUI9EIBQEloVfoKrLmxkPl27GQVG3aytIHIjmNvR/Di3RrVRHXyl
qmI7N5qRW4GVimujytMtdnRsJYmGPWBWaZ2k8qaCT8IMWDxEGMcIJCw9hljPfleGuq0+8RJe+jj7
zIP6PFv5fjKJTpD21YTT9KZhRTa3YxuLZpPiECJhSRoeW5Rl9ix/cBAYu6Yi74wi646aziZogf7v
MFNOfmNaiouct5jv3KWV92YKTtUXY6U8mBaWtibO9BP5V7j3PBuciFZ9AYWi1b5JomfQxRRPvI58
ntns4yAi3C7MpGd+53vCnbFO+zODBYeMofe+oFgUEKUeViR4otuz76LCJqxCG40vo2Y8uotOcmxJ
FraFqM9H5fUFg2G6IQQ3R++lLVdocnEm8Db3KZr+gHBQTmbeCO40McDlaDHn+dTwvund8lTgOtsW
nNpZRaGiiDn7QXEiDxovfQKCPyDGTMbAKfofQ5TtmO0YciaHa8qb+p2ljzopJR78H8d07w13cE8p
cXkbTQzZHm1ceYoV7bACXhApF1HiV0RGsT4UKWmyc83ynVunPun1G7I/i5NKfOWmb+KdOhlf3ViL
gYewd8ANaN3YoHr5uCZ7b1uZ+dXRpNxrQxeMNMpPI1sDhIW9/Jt8Y/FQZ5KuAYHU22jRliNlZvoH
tkG1zJKOwI7UdHu8qeVJabLoZo0Z+tupyZVAWAlZxecBUE0rEBS0QdxUCitFotrpU0+Rx6aMg079
u7U4LFCFBi1sPSAbUNZNNsRxHG+EOiQvDjWRK2IPs3uHd3AVT011VanGvCZXOd1Pz54TLpdktCXm
vt8DUoxvHQdDk8Wa/ENmmfJJtEb+TyTK+VoWsXjuSiN/QHyPe8xRqWg5DQ17UJta2EfOQMO/0zc5
xRqyIRMGTx1bG6NtXD5Fvf0a6938qFVpG0ovH5+6xazxCQ69GhC7nuyjiI1PnKnZtYNPakurXlxV
dRYVW847klhKUoNxDcacz3szwJE5tYGR1MtG59I3QIpSOmjtcMgaWVB3zJBudaa7m0EdIQscidzN
bRIuxjm5GwjM/FS2Y7tvU4tdjZvHtEsbnAq0IDgfyQcgVnh1G498V7yorfUSLymFChSV3pYgN17T
wJYhu9J7phfddYq/vZZ1anEmmEjSsrzHxsap2RilCJaiND9XsxF/IYPOd+rZ27p5U+s+xTll45LX
J/xZskwQLuYFose6lZKkEvaOjD8xxz9Q0QtUkyMxLX+2Jp9yqo9s1KxdYzehNNoMwbF7ADxv44oD
caMlaqBpDJPBK771JcWHDlYmTQiFaC9UZWpCphPWLH9ZBnNLWXuf0GwIsAhWG8WNKfqCJ/eavP+c
ulC4PWP43g4Ua9pi6jZ1Yg+BihRY1A0VwQh7WpOk1jHn1n1ntiwQYkodJqTfbsmE7jfFmPeHhCo2
6YN19FONWKJ7q9R35mJZP2epeYE1SGMzsNGzx4SNyeSNVykRO9erAPRAvV4JlFi3Ni2W3843x7IM
Eq8qgoS/dzQaJBY8Oip9lGC7TwOueJ/y1XgjYiYK3LDaYz4M5DwPhr2dR6tK2OXGHIw6t4jYnREV
hGjVZjBJ976hrHX968A9J9X0FCeVdm3An9yYXdb76lwnezcrLJbdyb1KO/sIRLhIoELtZlzEcLdU
9vx6rQ+fNFMrw9EknpVidaH4CKCz0BiJ3jUnaO260YtnkDrOS5Wl+ddW67vP1NVsEuKw8WabTE/q
q3KU3Y+ILsFVRVPtgKWZ9Et2PNekZok7L86zsJrju9mtAAZVc/L5417PG/bCqotYLfKEOcDtQGf0
ut0y0YzKE1VvtvCDzEDpIKYRUP1U5dSkC3FbRZr4ZPGrnui5/GR5YtMCBthBqmcU1ou9bqdJCbZD
p+GoX6jFk4ZJ6tjVC7CztEqor1nehd/8TgfeYp5HSGKA2IO0cPabTSpM0WTkqDfrzHyaU8hGiTQS
DgEiB9OGUKtbZxx9qH8k5Nv4HU2Dq6zszBvhVlCPdESfbI7aC8qAt30zy0GJrRlgAPhVvwIqfuvC
G4TcxYsTN1udkjfI83v6UfdAQ1mOmsTcmFEewS4lSOXjV/jLtfC6+20hcFkZrHQhYSGctVsda2FE
92mzXWqtOHpEvEHBAJK0iRLnUWTGC8r4pxk9ceC22cgRgY26RcPA7xu3uisWUaBatF4oPeQ3NCLd
05Sa9cFpIHAtCt22ctFr5LPq2qRqNZoJQPPw+iT/tIhvfSraDjs1wTSgxvr3qG1OUTWUvia0LfBz
LywXZHsW7Xnc81X5XZlxDThFDrmIRD7WhaXm2G3bj5RjkoM6LuNzm2vLpo3KIVSyDiiXp5FrnJbP
LtYDoCCZZn9f+HZw8VMAN5d4/vnxE32jvHPg1+AQMcEr2qQQnSt3vblGMTohFxWKNW+mdgYe73kn
KvF5iMmRalBjO8nj4Cop003+I9VsNQA0APn2419injdDEVboBEgg8llxp+dU2pE/IXNQrbf9bNj3
5Mm79CqM6e7XVf6XP/s4i5//97++10PVt/PDzzitq99Zn6tO5r+3Ovkv7d/QQbvzv/Fvr5Pl/QXC
E7EverYV8rpmqfybhMQfodl0gdOC53RBhiHP+g8JyfgLYKiGwQC/BrK+db79D4EWhxRTK8YDyzIs
F93lH3md1j7577MCP8r71UWnh47OzjsTQgDW6ypdmIRRW9o1x+K4hzMfp9uFRLlhy7dntlsl0pWF
ElG6pEHHLEn8t2m1vV+yAz0m/dz9Yy0jNmk9L6afowLIjqxKk0Y3TnoK5YY2/dAi1/JbTLFPtVVl
N61dLMa/9Ah/NDz/f2fVroSa/34oPiY//4//kuC8ezUa17/0H+ed/hfyRpZxQkw0dGCrAP0/XC71
L0YoA3UFHqPg1hHP/Xs06s5f2MgQy7B4rH9n/aN/j0Zd/Yt/hvQzx2Heoatg/MloPJ/HWA5dFIsg
zE2SaBn8r3cZVjtRYiY0KKTuWAeWMWHPbwnz+e2h3P1rcP+OZVpVj78P+X9dBQchgm2Lb2v9898W
4NgaBtOQhggRkAQjIa3AQ6BVwJOcfFnPFR45M7mw+r57ZxQE1dWhiG7lTCyz1MmyzKYtwtLU6+3c
di1pgpAaP76z9UW8uTXKGCriQw70VEBf39qAr79jfy7CWisbCCdrePtGTbx6U6seTYuY6pLwTTKi
r7Eiw0VdYqU4okqh5N0Czjw0KrxY2ivl36k+eQ2VunowPmUYzIdQFyA0fDKvlWu2xIp+NyCV03dD
ipXwylwZigMy+VtBRWffdTBZP76589QptnA6wkXHY08HTxCXxuubm+rFY/cO66dbFPNO0XWcIGaV
cFpyE/1pAFHkz5PArt170S5r1XFvmiLbzVo1UJFvnOnC0373B6Hn9QCt0RO3Vrrz7wMJsGSSumBE
w0UBsG9qunzWcF4G02JTiMgValF4rp+wrhJUzKkwWDIT5RF1PEWV5gU32tsRxvKiobk1PHRZCLJe
/xgLrNc4Vk4VElkzfUntrrwBRHvJ4fFmgCHpxemmqfzHhW52dstKqpJ/PcX08RBOkPNcF0fVphhF
gfxSBsqbz3R1CKNcZtbhQubqH/796ZpWr4PI5WxgEsV0hXtWfsEhBXjXrasnVUrlhxa3REt+PMre
PEau6pgYOnD1ItQzzj7UGc/PzACKw3gVFNEdlAUtoK7cf3yZN88R4zPbcPIUV3MOi/nrm4t1elFa
rzVhir/vCJ8l3xYun1FfNO6f3tGvSwEmx6TFtsE4m+4i4eWm7KYmVPoORSEet05x2gtxVuvoejWn
chHeExtYNIHWW9JdpSOpzYSgAU9kDzSVfK/3cryFA9TeFIPl/OkcjuaQ2YBLETABZ/JsLkhZxSha
yWZt0tzpRnq9mBnYXepNpVS+05cW/scv7M244IIYR0xeGNJhrI+vX1jEdLhU9OA5qdoExM1ZBFWN
us7/5Cq4eLBPkddybihyhkovyeoSoYarnBPo0G01LID/k6twP4iEwWBav/zvvy2ATtrzRAtThFPb
RNs5m/6WmtNduMib0xEkWrYMUP6QmxMBeV4yiHpy4RmV3IsJu2LSgNjocFf8dtE+l5Twrim753ty
zRNUr0NKExBtZI2q6MI0/d6bczhnW+tAQXy7/vlvd6tXY0F6PW+ONqAIusIzdktlRRcGpPbOF42I
maGhqVgu4Iq+vgxKP9vtNG6XFUCAuqZ2niXjVi+nT3M5PiaNQDpkkICCNypOm0MktG+SZgreHLiZ
tYYryqPl9ufjyWEi4/ljbFR/7Rd+u3cT0mCEZUiEszE8rtv4ndnMl/ZT7z1gSI5M0oxaFul1bvjt
IjAbU/TiXISSdxUqyqo3Ms1LiXHvPV8Xn5lps8TpHIBeX6Xr3LymoCvCqK3U/ZCL9JFuRnOUnZNd
mJzXf+psMltXdBXGBMe2X0e2329o5mWARRxEONYk9iDVKLdETlYbgbInGGS+cgCbeduqs/jjjwaL
msb8CSRgVYyfm9QiO44AgdUitBFEPWeDBdCMnkgohk5Q2Eutq8GZ6p+0bq0bkkiLY2GumWCRlV4Y
OetLe/UMsDUaDp4+lZ0Wu/6z1VeBnlv3wG9CPW7+UcnE24p5LLZRHxl+jgXiwkf6ZrFfzw4ceLl9
5qU3WZhd5JKAC80pzMwSUCmOiJiqOMP3lEU9oJiyRmhYUsl5+sMPhOt67GVWZgif7jkBtLfsqc2w
m4UTx6Yb2+GrBdhqXVgdzXMEBTmPnDPQn3OwAV7yxngEIsGRwBPDYlD6p8Z154M3F8M+akvlakaZ
HbjISA9JmSRhrzjFyenQW5UlmwF7KJdnHtx8MN3SEkFhTTY2oikjdwDp+KMzmF9Lk3SDHPT8NYeY
MbT1jpeUk5vpZeiyJE3Go0F7xa9UOWwUxRruDTD+W1r8pGkVo3pVwdG5AqHYb2g6pluDPAPSbqs0
BF1C2CxKlLAsZH4S5WJv5oV57Y9fA/5FIqI4RvK/882r4pH4qdPzDBPwqwResldvsvH544u8caXx
FlaXJNstqnZERZ9NIRNxigW4qypso+J7LNJbaSOPT9NUCTxQbpt8rO4SQ8GORnIb6cH+FNlhMoB1
NPKKPgsqC9m29Hi9S7uLNzPO+ss4P3sOh28m0bPdxRClI6rkheGvy+GwaG2LPdDwfF3PNGClMV+A
ziyAgdC98OG9mVbPrnz2TIisy0gbUquQHLOJvr41wVhAEl2mAMM+fv5v1on1UlhV2SHafOJv9rzj
ok/qgKnJbWmjVnaTUB9NrD/dqK1XIZuQooTqsik9e5S5IQwUx+sX3Q1aaGBx3BhL9PnPb4WCtYHr
+9em92x2VBWrSVXaHWGruc1mQQHo19OkXXg3740KChS4hWi5cFg4eze20cbIMTLeDZsLFEBm/jUh
rG8zo9W7QbBhH6e4HzEuKOAx/vwGbfZL0AP4LrHZv15t8WunA3DHMkwqM/0Meo9+YDtZ+4+v8s4i
w2kVj/RaWaJHc7ZnWgCroRhPy1AvG/sKUM+EoGSA1hqjSmpjM7ngVX/ngfLCqMJwQWstI7y+K11O
NFftrAyVsVNCyyBfpB3hSGa1i1B9oD2qj/Afy2puLzzPtXJ1tpyabLeZejCAcQ47u7IHrG+c8BuE
C2TljdWhSF+Gpd3Qnso+2bzUbexU7QYhT+PXQmgXKPTvfHqvLr/OAr9t0QYGkVCGrgiVxpRBWaOb
lnYrL+xe3nmda60bXy1vDd/r2VVylAiC2CSu4pnWXrLz3GdUnPCP68MOQVd/YUJ5+1CZLJlQ0FSw
XzK8s7P6okh21XVShDV/tqmy+uvErPDsupkdeAMtfrIgzVuFlnaAQcs9fDx43w4mivZ8m2t8F7Ud
92zwIkclw9JWRZg1+S1zNNEUg6PcNgMiswLzfMAgU08oIS/MCr8AXq/HkgbtiK2SzjDGwXg2+WhG
M8VpHNWYQ9O+u8nLFhcVLU5HuZJYXH+CC4dw6LZK093LIeluOAZYXYD3hg5RGUvviywWNxgcybRh
o4p4bjttdDZQHpSXKcMN4WvzLFvItS7RikQTUQ51lrl/UHPFwSqGdJdEIlLG40CSLaPtcPB2nyur
Hw6oCupvQ+xgahKuEAKjUOfecs7Z6AA73Gcjdl2yeuqJnCfkbT8/fiVvhznmejbOFIs47KHoeT3M
kWXLLBozETqeoj53rNhoaNr6+eOrvN2rgiYyOEyR4E414JxtVY2LAW0E4pNCgSOK5bU2eS4AwuqR
cAIYop3rXZg93lhl6RJx4rE5kHD6t5gvX99Yo6Zd4uJPC7G1Dzhcpug4Q8fd8H3ER08nYzbKAVES
EIVRr2317LZzcGb+6X2vP4Llm03KekY5G/Al/N1c7yK0DN66Oy/wCByHZnEPmoxJcCmdWLtSI3f5
8fFl37t5FkAG+trNZ+tw5tq37SiJEUeWYZ86JBmIWkVr5ipY6dtsI6e+R+WVud+gCxCGXBMKljXZ
En78I95ONTrUAE811m7d2u54/QI8JWlLNVlYOQhzfSwMJ11VNv0WmGcWYD7AFUhRP7vKkn4C5Z47
F67//kP47QecjYC6YyfTROi9BxAu902/ZPcSsd82HSdlk1mWuMIL6OyU3CgQodWKnxJMdGEYvv28
Xj+Es88r6mcVv5eB5jwdXoB+uA+WuXQX1uj3LqIBZ/hV3eO/Z5N631HeRvS+jjIjuetGE/4ImXb7
j9/n+1fBkP3rjTKwXr/PJM6nQbTsb5zIVDe9Vup3uCbcC1/M26IQuCfkwBagIpXU2POpwhjJXTPd
hm1UVgq/NKfkE6la/YZ2gnLTWykU2UGOd3hkrJuKAEC2djL/6ZoFTl6p2IT1oRuNZ3wQ+JKyP94U
vP5xZ89gsNEheVrH63RrGKsA8+8VBHSbj5+0xZN8vVpxFbJSAYI41DXOQThJMhnNoPEIKlMUT4bR
VNdLg542M5MLp+y32w+uhJTcgQRIHe68dB+JNsa7XZThvKQaIpYKx4PjJVuRtt96p7p0Brh0ubNp
SdFZ1VhcuJxaRAFwn1VqH0cH23Czg4cF+cKDfPd6dHhwCyL3QDPzesh2ParNFMVbSHh4/FTiaAmV
LrE3SeP0VKXrS1HX718PHh5NXwq451FCU1TabjxzPXQ6mDEmmIY5PvTAc7s51KPpUpbbO9czUDZw
MXZVK1bx9f1VVacm00xrCRzxQtT3kGxdq35BMksG5FLWu4/H5a8q99nA5DiKNAZ+IwqeNbb19z2x
Etd6HtVKHrLWjatX9J9euEGMOLqOq1tFTdEQQV/X0vw6U5ojIu0N0QabltBPpY6va5p+m3zIdqld
gTQXO6OAAdlGm6RQkwuv/u2OY2WHMnA8DcoYvanXP3UkdaYahZGHJpRV36X8YBi3tOwFwTK9tylb
lJMfP5312z9/OJrNegvYgQ/3fOICbKJhuiQfz1DbKTSAtFKhSnPSXbMb6DX2MXYWldKJfQlbt47i
NxcGCEJ5RYWAe35EG+N6Aagi83CeiMxRRNYgWU36CyvZL+3f2WVMbuwXnYvukXW2l1EcDEh1lORh
n+NuK2ho7ZwqAXXQe85+apf0iJZ4eSEixth42qCifJfewSranJiKEV15gYXj40f+zkRpIsFZFQk0
BTk/vX7JWF0xES5ZHq6GzoNRQQvGzqYRNuleanK+eylmklXPadDWOrtUU4wuxV3uPu/NNKzUjINv
3BMQkntfPr6pd14n89XKx+OWKP2c7ZtKvVFNktIzzipRuamNpsW762YXHt36e8/eJiAQOhAc6lFV
nlcrOnU251KgqkUmm4fuqHmf8DRitIkisokazDUf39U7z88zWWjg3VEopW75+lXRVx85DxpZ6MV4
3WmAyJ2TtvPRHar6wqf/7qW4M/oehDrSe3x9qUGpS9DqfRYm5biwygDnWWZDP9hDZl5YP9+qR9Ci
2QYATpg4oLbPXxYGNBTpbG1DU5nnn67AJV+Vqnaw/h9p57HkNhKs6xc6iIA3W4AEybbqlh1tEBrN
CKbgPfD050PfjYhGEFdzNtqMNEWUycrK/E2JH06N88q5lmsZcYYpQswPyUNwnzneKMlwr9lR8BLF
un6cqIj9o1mhUbmjEkuugHzkwmpSjxrOVvemgBw05UH/LJBvxGcGVC5ts/hupHKysy02Nh8tOTB3
vNMAAdvL3P5e9ZBNUTXY15xGGh0Hsy9xPjU68cehknrjohqq0CVBXWu1xZUswNaoRyOgqObeL4wS
CyXD7hbLq+JUmtNHKZrSi0ThfyeIvd8aXAqL0BNfRmNsLZJnh2aXWzCXT8Fciu9Vkf09oAtwBrax
m8cuSff1AePVQxr3//r79jopH6UEAVYL7HRXF9Jp6GzdV7RWveuKSoP3rIJ0Lar22RjoIAzQ2z0z
rPdE5d6vJv0ZkGE0YTTutjX0pOdpVwFMik812CPfKNL2aIxGsbOa71DjHGlIahR3iSjg3Neyol2H
hA0y2tEJEQGFFADK0LFOcNKS5gDGctWbT5KE3AB6L8MJplJ4nJz8exiUxsOMvjZm3lN9r01zdbod
c96jjfhhLDOlB+NNbHSVbyr0XoD/4rLQ1VJwQdxg9KoxbM54Q6julOfjU67iKJwlPfph6mxhbYVi
4lzH8zFogErd/jlbm4+im83lSWznbXN9tgxzHPQKC/FT2JjGX9CnZB+OpnqIRjhUt4d6n4ssxAOA
FxRul4LX6hgbUCZNDaf6k8wep2LawFrt6FxNCJ+6Zq5jqxtCaqcAsldq23h1a7xdQHgjKkChTV7N
udrBjp60SpzUxJGO2E5g+cQqUXfph3M7lw/6JD0iG5W5UzmpJzvS6o+3P35jnnnT2DIlToPQvK6p
WkMH/RE2Elk4QHONHh1c9gnlL3Tqdq6aJVCtDrlKbACjyDVA+Wx11WhxEpnT262mqs2dhDDjXdbn
cF1sG+6/0VewY9DXvf19G6cafUpQ6/R/ZbLN1T6yTDzxEsFVOkGBguur1AealHuhcuMhvmg6UzOl
Tozs3Fp6U8vhMMyVnpy4+J7mMbGfp8yWUb63Q69URIsCatkOeDWhZqLJUnwxG8jsHRZlGESFFY1P
W3qgdYCQjlJ+uT0FW0tsAXCjrkTrj8h2fZQiLUxN7LuS05xOT8LWq4fEhkEGalPfkVXdmmzuiqUF
DQNFtpb//tuFqGONVpppBvuoMpMZOTTkXC29a6Kd4PA+HwNFR4dlkeZf0K6rE0syJiELk5OKaUj7
BjoMfj1u/k1U+Zm4taeCv7Vvl06fAmaPm2HdW0FiSY4MsESYCMmBD9WPnDmuEIzXs8qPLNzsUHnQ
d/bt1qK9CdSCG4D5sX4gJanjVMPokHLmRQzZ08Rw3SG71Xptr2/61pdeH0zeBBDG6DMw3KokJjux
Eg1ywAaRlI8R3L64bp9IQB8CQz32kXVOjOqCZqKPFDCqONarXJF8Fc2THTeHPKTqPtRPejB+tspd
13F1I2hAKcLfeCGgoGJ/vaUstHUmkr3klFL69ESso98zlpBClXg4mJkw/CGpy6fZUIsLnxgeu2Du
TxZKKMBpwr0awsa7jgotzyjQTiTLNAKuf07VRG0vas5S0k/lMYYKdT9m9Y+0w5Y+bIbXIUGJAFg4
jQFgq54w2/EOfR1U0qu2Qd2Ixtjtw70M+G7tDHmBkwI+o3Z5/YPwkhlldSDwoNCkX4B7OG5eyhWS
b1gtwrykexw55tdCjfrzNOP7d3v4rRPv0KhAcJ5Tz4V9PXwP6SqSe5bHGfCd1pQKe0mAXDu5yeZH
WlQogEJrix/G9ShBgT8utHtGoW0COcSuvuBDrRyoRuPSyrH3UKGS3WTQs6cGnaOdOX77ineTzDOT
zir8RDL+6/FHDKskp+h5ZaZoHurRS9cjY1KZFxRMEbywjxXEUIMFNjvnWcuJQE6VPFMT/FQPCDMp
gV/K1qFtFDdTgFrE4k6107tWF/cNmBQ9T362onywwv4B4CLGXOJFLodfxlQ+YALslWp8NIwQX9Tx
wySHTwqSrWBkPFAzDrJGyQmSMxaK6odxFF+zqvi5ZK0WTlU8ju+A7Po85R41m/MxtRchBSdkXtwK
QM6QL08l+yLQCBk045yYvVfGwf0YOneoHCOR1vmosl0ySflQmtlFnsKfkhjuo0E/Sl30rIpJhYJc
EATR+m4LbzCLb62knXvbOAU4DwUK1j72UKFiUn28vfE246PFhl/Kh/CVVvve0rqwGgYOIsr0iG5o
o+xnbRTzMxzn0+2hNvf4ot0N1BRK1PqIYfo4d45Y7k9JsZG2nSAjd+ke2n97FJ1xKDGQSaxSwUo4
CSg0GZ5t6FR3AzvJNSW1+A839GKJhaA7PQCgcNc7GQ2IVMXvMTnpHeTGMJCTg4TP3OX2jG0sDgcR
DQq01ckp3zrMv+UB5WiINKeJe1rYjSCNkPywRR74otzryG5kAoxEh56WDq4xa3yd0dd6lGAdd5pM
e35AEkj3EImxL1ohYDaLsth5K2ysEvkdpt68iHkYa6vMI07Srsrwzj7Ni5YHbAXMVYe638lvtkch
TlKtXjqzq3hHIaHLZLLIU9bVmYtClYlyDXfu7VXaHAW/KJzQlsR/vRcsstQhXeYuN6fq3oyd/sB7
L9up+mzuhYX6R+pEyXVNR+bGnlUt6pJTlyihr7cZTNYwX0TBy/B4+4PeilWrOA3MbaHNMm0g/dbz
hqfYIGEAdsJqNIRcVCHT5tlW3AxnNH+iZ1SEivkYq5aoUTSIMDOdKRIPd7We2YlbR8F8b0myjsLJ
qBW4asiq+FqjEfdJzM4/RjDPR2lsjS9jbCI5IlDirt18ctJHZQLg4Fal1et3nVGqmJ+YVfsxlIcO
LwplwHV9nMyEXN9SJlTEeNn9tECj+iJ24KDJoe7kd5z4SnkJ1NpBt6XP+m9mHSf4qdYZCkCV0SOy
i75/NXi50pvwf8EXQ4Qu1L9k3u0oNRZ6dsmUHlNJvc57bE4RaURIAYxEbhXZc11NvprDBkUFvENr
oqCh9mGwwWOAPFTT72WLjgx/dRrPJjbCDQKERi+8xs7Mb2kpy6+tiXmbayN1+3XxUP97nmnRekFm
aaZnR2XzwxTjiX+Zd66RGvoR70ijc53SSDBPVXvzL00k2iJ63hrAoAYhUK4yh8ithCVGd7LM4qUG
/nnuMqVMDs3cKQ9MWjff1WUSfq7wzblM1Hs/ZHi+HLsJ4rVVzOpjRVHKl40pOzuxFcvoy6sjBqGl
QjnTMqv5K9qiNt2FQIr27A82HgZL9wpnFrr21HRWyY9UK0FVyAbqcga14dKx/+2QMnOht3+Q67K7
Kxpb38mEts4smbdF7AHiSJ/uOn7XeJDysKSobrWZdBgbaT5GCAftcL22oirHSLYtqn7cSKso16EO
OWW0j08Djz2SGdXoT3NpjL6qBNPjPCiVf/vkbgUJRAv4HpsJxZ3x+rNkeZBx++KztJZymC3Yfign
idOQ2Z9vj7S1ZjwYkZhYrCsAg1+PlPfZTLVqjE/Iw7Y+Buj2K7K/1NezaUDrTpX/xj8gON4edGs+
YcOAq6EQTP66/Kjf7sO0U5F4Rk/1lA+IUrI/+4uWjcUJ5Z6fNNjknU2yMZtUihcXGi4pYMirdLUO
OkvJzYZnOGKQniOM4lCW8T8z/KOdD9sqGjIUXR7K06Ad1k1jW53rRmAdfDLtOvsUYJV0ku1aOVRg
abxYryxXAQdw1JokOgxBaN7Xatkcw5nsM+zlPTrKxuJe/ZplYn6bZxxlK/TuaWaM47D4PLeoa+p4
x4foPFdCyi44lu9VBzYnWwO8s3R5ydxWY7YtcdKqOf9NlzpH3cBQvisnw58t5MT/eBstZgJIa8AB
olO7vJV/+zzifmhzvZHzzgKXdvDefpgki4wwFkhyY4idU7lVq74acHWfDnbSjSoI4ZM1A9QLk3Hw
5ZE+tY7ElWsiLXSsMhktHiq1XjlqmGEVgXQpkjz31XLQvDa1HIQGx50kbDmjq2t+MR8lEeOyp/6z
OsMD/kImQvlsNc73AX/CkiJ1/h3tJvmYYPxxbBu9Osm1kM5q2e2drndaNVTwdSr3BpVYihKwOq6X
ARgUesgW2uqkf8LFcftYOLaHx99Da3b/zpZ51KfYN0X9JRiSC/iUBxI6bKodJLtRrFeKb5YaXFIz
e7ZkPKnT7pPaOdNODNi4KHTohDTblqok+KDrH9lDlQrxgieEm9is1xh1H0VXDH+eQjrYYi7NKbBj
UCWvRxFA4OVcokVUT/bgdp2KL5ctlJ1veU/1sxfeMdHaXpjHHLPrYeQUVc4y5hldS0Cqh8rJjqZo
BW4aY3ChP2w9OFKCEFqeBugeRuivmrV8ypr4158ewKVxySPQIlTSKVmd9SHomskKKoqAkVo8CKMp
zpWkqSeeiMWPqkJa8/823nKv/Hbg5U4NayRsA9+aEqRPE5Bd4yzCYxVhII7QWbVDgX9jlF+fLJ0+
BOaBJOqQ+tY2InmujaU2K7pvd/RKDoEs4EMHdot26wzmtntqyr78BGQDcbQS/c1Pwzw3mQsgUkMV
MrIC7YAwH+8hq8i1+zZq7OkwA69sDmVoDvYx6tF29eapsTKv0ZA+dnsRKK9ByUlx0yYeUXFOi0R9
sOupqqi1duifR10tY3GKctePzjGKFin3HKlpGVjyP04uhh9wnbNvsVW0qqsArSjcWk/q/tDOzXyp
I13FtqGZqb7n8mCnHp4UqekqkjT705jKrw7NGSQx06q17+w8ENk5MIoKiXpm6aGP27TDS1nKeLBI
xuwqqW6UB5TnUSExqrBI0cvVSthr2WiKA3ZD6csorA5Bnin+KgzkW49yEIypZ+Hl920Kev0Fb5AK
OcV8HNN7umeLMVpxGKy+UfxUM2Ws3Z0ZLwYF9bdHfn3y0NdZrXtiykXgiU7W+iPd+fz19l7baGGQ
wS4YVJMSp815u95sqpQm4PQsB2kD9SK0TpMQ0qydxMUXI/H0acJVspgm9KL1wFUaYWEHr5Yc+jh+
tiuU6WNHmhENbboKNYg9dNpbwXu1NQFf0CezIL8u1Zjrn5eMNZq4le34jdXgjhLKHmhH1MFyA6E4
S/FIi1/hO+o00AYJdJ5wjRJvC0Tz5unVnEAwB819aeUf2Z7H21P3Pr0j1Cp0l9DdWJ6fSyz+7Zha
ZTUpAXcRIvfRwzBryJLVkvySx4X+VZE4vreHe3f9kbpS9MK5DlUmikWr6y9sqySKqhkYBcqzeJHI
tjdHSf9o6xQGxwSV1jpA51oof43l3O7kIMs0Xy3DMjifSN+FPvY7FN08ZlrXR018guMfuZkWfjCH
/IsiMPoru/KXofcfbn/t5oC0gcmcDbrm7/2AZ7saSsxDhr4MTqnI24/mBJXFmai76pWB9qDd7pHL
392egPxpFnLLM8kk7OtMS4IrF/V8pdyZZDBDiswyesg7c/lu3yyjkMNwl6DXBiP/et84YoRHEPJp
VaiUl9CQKeNKaXSMmqk7YqS2J+O1XJOrteNtRdOChijX9lrxIh9pYaYRauiDYeHYBQuYIpONHUk+
uTSCLa9XS2NpY+x1cTan87eBV6GlQjkYJWDePwn+hG42h70f9M0eEnhjOrmZycLB8gMGW2PuRlNv
ejWeADBgi3CSZmH57YwjhYlz1aMwdpmA79MSyMtkgksFesEprGFhUhhKahJU0SkoVfVsdqn2Woaj
dleG7NTGjpEnn7r0hBJkcK/gsnUIYhyGEyeRPt0+Ixvza9AOJe+FwUGfe5WGlWNS4ScdRiTE08/c
0MKn2EDA+PYg74xA8UW9GmV1KFAzMmrJhkEcLH7usGMST5WafynawNbh+nDpy1ycavSTkAYFJb/D
VEyJZ9HhdJ0g8dAEx7kXeMBhEDLOKAulaoqOU0wHIuZaH2X5ZWiSD21GEwUApBtXVu0Ch7inxmIe
m7ZtdtLXrR0DFGHpLYL84AxeH8CqK/vAUkV0QnVMdwcjb47ClD8rRdcfVCTIdoZ7/1peZhAlUVhs
oMaUdX98tDIpmVsrPEV99Y8Vp+ohmXTtA/bu6N0HxquhTeIIjix6IAC3FJKC1J9MeFf94md7ezk3
4uqizAYgWl7C+NozMdfstoD5H56cEjcoSRtCVIOa2QvUgWpIapIDpvNevWAjAi0dATQIFkAbbJvr
CecBGWZKy0aNm/YlR0b6kxN22UcFzMAnJdIrL+8oFrtpaQV7u3fjexmaCgznlI7Rm3zlb5c0taBZ
meIYeU6ruA+VOXIFMsCgelL62hYVxVbEkNXHb6OFXnUWvKSWddHM6ifljX8qg8xrqHpq8f0vMxK0
d1NyPqn/QRfkHOJKeWjq7hFKRYISVPXDMorm2GV5ewxxr7q9cBuH3eRBx83Epyz90Os57LrCNCaH
ORxzDGYcq7V8xIONnRLg5ig8HlknQBYI912PQs0zjmEbhMiqVv2BHa3CN5z2XNE3FwUMHC0iCBUc
i+tROiGwzhlQQwIcM3vIEyDjL1LlgvIfziJzjiI5BbWdrbD5afA4FtUJ8DDrTpuQEVLvLS08Nbrz
s2qBhRphnO3khO+rBCTSnHJkO6kRL73D608r6kBPbCAIKD8k5bNemQqun7OMGWXU+XmopQeKK+II
HFD6LJVV61V1Kh9N3DU+AlYbvKEfdQrguvHcz+3ivikUctjamjEPzFN3FB1/Ssjj+/9he4FuQMCA
ovY7wcYkieOglWSWBOtM11SRPEIr+dd/GQSVQBLyJfKurpJSFEFtVwwim0170hIMbMw6L3dC3NZC
kyXDwKBkQ2VuNYqGHdlAj4uFnhGsyCer9rolK7j9Le8fTqz0Ap1ZxH+gUK4z1KwTjh5YLZE0lJMv
1TDrl1Sm24RfB5I81GgO4MWgUgygnOdyfEHXxQIxALRSgIw/DyN2GoWoQbfku8bTWzkKNXyZUZCw
RrRqNQdqSOM+hI3uc5d0P0CXIUwOEcyTs7m6w78z4TXN3QLpQEeuN4V6iIdQkpTN3iwtA62ST9oJ
kAIXiWfE+lY1nHkucOQTreRPWeE8Y83xUIWSfZ7lTPeNRMue83JY1LaDX/Sosl+BHpIAzP34UhqF
8nJ7yTY2Bjp/ZPZvDQd1zU8InWaoG7uQ/DKdqgOCW4obBVBt/nSUpa1Ktg2kalGDXF12TaHAuJhR
gjJTdXSxAKovEUZ7O5v8fQhlFOZziaCcpzXTUJcnU+TKHPgAANVDXU7TOUapDw/DeDyr4E08OVfH
nUEp8b1bToalk8GdSpsBfZvr8NbEk1YbYxv4aYe4VKw8lAjQ/6Q1ZMtHFOSHUwlO2XFLp6g1r8ua
9NUILDxQ6swYFXeQZy7h0pJfAd5NL+DGJC5h+dlMHOdj2Ovi+1iAUj46gG5pCs1q9imKNPVnpZmY
b5RWN5ne3Mfy9y5VsvFQ6fYkUUpqM/0y1iNWBQ4NXNSaA6F2h1Sbk0/J4sgIyzF2JjfOoiB0LQpd
5aFREmc8xEYRBoegN5DFtyW1TsDCpOFjP7XxQ511wV/jIEVL1af8EYfdlLoigdjoqmBnX/qu1JEb
H7NfeavmfydliFr9HMrGQJfS6NnOTsy7QIr/FnrrPMUIHpmHJscIFeSiao3scnMkA7OG0s9aEwL8
3IvoZ2JXnIBCNPEPaXAUjD2lEUtZtei+mPMEEx4yyBelmMvZrXGCEackUnPsnNoOxBA415+jrnTP
Zpw7ADENsz5PKDu/ZAptX1BIqvSg1HocHDXAPOeoA6bsqpKcfo8ke/ial3rzkurKjAuQ3LzYNJOQ
wM8eRJfBMqjtTs4BEJUUXPIhWJy8jHuii/UppTb6UiVJgO8QdOVDnTu43dMGd86YusW6K5BHkw61
3ZTy36UlMNnUByeOPd5ERo3OpuCpgH6b1LiZFDiDD+87/K7kc18dOkXpnpI+EtOpNkpJ9/4nbRPE
dioVXElsRXCzS915kYSZ406RG59TVEsyF1nOANdcp30NwWNh+GgL0NRKJtkUiDAh+mynpvQyxFn2
5fbpX073dbyjRgWZnO4YYjHv6ARh7VhjIJLADxs0Q4MIwYauUNST1Zif/3wkkDwLIxVNDF7210eR
zKJS6zCjOo74yH3ZRL/aTlRPstPEO6nn1jcBGFNlgyQetPo6p0nCMOrHiJF4GvhVmNX3cxkYXtNJ
325/03tkPHBblMpQwCF20qxdDSXs0rYlNqhfhg2yTRqmXZJF45/YoJ25SKZDpDc0/gEcH6Kwhzcp
sr3Q+vY9qzXkR/ADZHJgWj2rIDeUGtC6IXD8LDRnPx1N7EFH3NEKPf+sTt09xGnMpwJ78IygwV7B
prjROcV9LbX/hs73RBru2zb4K7bNe7yezV9dOYfnJtHK8+3Z2lgXCkkOiBekfAjJq8kaK2vWZQxM
/FZaTA4j+5+0ybojfOnAvT3Sxm2j0+YFtgVThNbb6sVshwFALg1vW+zRcITODNp9nYXDbT7KKEOk
2ujqAEP+fN/R/FnUqxZ9LfBr1zs8DHBfZRhK01Yof+tbZXJDNRnO/F3zP0wlrCfqRxxctKBXh8lS
Wt2JcobCaFp2uxgvFABEFfqS7bzzVZt7nKyU/W3DuYGMev1ZjiG6AW0Px+/rAdRMAZbm6OD4eGxm
1TmmoC4uA5fvUTKU/lDZZX6pyCR2rvJl7tZ7HEkd3nho4aqUzq5/hBnG4USlwvHnREmxilPpl0ej
7ccz/Ws0cutP1cjrJDXyvVXdHJneCvJPBBT27vXIhpxFiZRSNsenrz/iFVu52LXad1KP1CrOM+Hn
qUgw0sUHe2eR3+d/AOtwC4WDSE1ZWed/doi8Sh3Cye1AvR+nslTobzh76lNbp1Ih+WZxLXbTGjU8
VPRq4hzvWzyV4kOTmMEP2F8PoO2snYb45vfwClEoAoLCWOPedJKgCisLx9djs3qia1iwc+M97NGy
Hu92yhs6h24HpcblV/xWQTEAUDgkHIySI+3U11rja8qYPsplUj/mVF53Ys0StdbjqYugOUAdanPv
WOk4eo6AjhxfyqPq2ZkQwQnLtjwWBUZg+tzjatdq2eLeGj3n9bDX598KdURT3gnsFdVYowxiY04j
OWP4QLOGixWNzgc1sbDwUZFpod8FOUyOx6+34+vWmfht0LXk1FAqAcA3Bm1oTf5szCDBHzqLfXh5
2cvk6DUc51o/SJb56fbAm19LJRScJlQhXuXXi9ua41wDU2Jx6Z8hIlIXB1tL07PcVrU3tVHxEUmu
n7fH3KgoU4JRge4uvSReEqsI0OFtFiDtxAlRoh9FyvuF53n0T6/jw9RpGBohnDLXbp/rqo9bd35X
o+HrhhLur0FrEKMn3AYRS5ponlhfDamuPjRGaz6pM4IFGVvERzXTPFe6AxyIJrFP+169pBTXgGmi
tYo8XM4/XVyn8ix8vf11m9sXeXH0b9m9QKGvZ1RPxiIqBmbUyCWBKSLwq/uucUjksVD4Gafoqgol
jO5lK9RcdN3rPfmVjfhDdZfLRafgShlqFdmjerZ4bXG9tEXdPmL9nD7Go9091paeebOWF4+y0Wf4
YWKH16Bpj7tWNXyQeMcdckXIB1NY6SXrRvs8IDXmTpgyHlNM4ulEV4bX45HjtbM93KvSLLsDElwB
Yp5nVLfQlZwz8zHGe++I3oX82bD70W3Kxjo4iP4d5bDBBRR7dHfkt3jmjGUckoOoqCkareUxnmlz
HzuNJoqO4hcNVD1qq5Odzfmjjh3AN0UJxeX2am2EUJQQkf8F9kDha51Ey11aSXLNnjLaxdDLxn1N
jiNtJ6RtHO9F+p0OFQrY9DNXeyLKjDhQ7YqE0pCsY4gzNZh4JTmEGLW78STSg5q1mV9wmfi3v28r
l11wK4hXEr15mKyidxEr/dAb3LZAdDMc5LWqv4e8rnaebY5ygCpnOX1PjUS5lCEHQo0E8OEUMzeY
YeOEe2an/4WjXvexLbFHwAJUkh9s3NlyVKebBknmxVc4wpbujxlOC+tiYTYRl8jC140KMQlbwuuW
OcsV7SyFaetZKn6UdVQVB9whsZU3NOTneFD4ktPtYQq3TpEGwJf7bqnyrVV/QgAf41QXJGkZiNtJ
DXS3LZv0bCjBTgje2oIAtigVEYDA9mrXAQMvaQtZPD5UifvQj2009UI5lHe24HsKG/NJ8r4kQAZI
4rcm1W/XONblcdbMNRlePQyxrzQxTn7AbxHkG0nVUi/uk/5jU9fhS4ON7d0QpHF6jqU0pv0B1JM3
UDG12HaNTvzx9iZ9A8KurvylYAa2iooShaXllvrttxWOJSWBlTr+0JqHSnK+jwnAQwzTj3lonMtC
3PdF+uQE1EhC/TUb5L9FPz+WU3YX1uVLVw3HoYw9/MA/9hTGy1bzhDWeJaU4qkgbSw40+5AN02n9
AU5P7apIzezM78ZFStFvgQ2gUEk9bvWAiHF7FlAebJ8HEsDXDnxKVna61+jGg+K07cFacKI787Zs
jfW80V8Hr8BbmUR+FVfSSRbdPJt4UFpd8ymIE+PZATaRU/QeBZ9btY5bgAz5GyK7+g1C31C7Tef8
kGpKUm7Vx9PzBPn8ZwC2sT7o4/iYUJ3P3MiIk79USUHwckI59WsqjDZy6wJNVW8KAvWbCBJlj927
cXEyg7ROUFkE77R+F4wdmvZRPtl+6/xI02y+Rwo3u+QlsDK7R7m5lgW+pFUt8P6ECXF7Kjd6tItW
kwFcB4AtBOPVrZkGSmCV8Ev8hH6wayXVvRI0OMDVn+TQpvWt5L7UpR9xmH6NTOmXDnVGjZs9ad7N
XWTROuJ99HZ9Xx8EBXnkUIBI8+fQecLkbqnfz9yXeRwenaDCQTz49/aHb0UfwPc8h5YsEDjT9YiL
Uy3AAvZtqQxoEmW25RURIej2KG/ImfVOJcLhyQDdGGbz+oTHMsouHddbG07fIfHafp7Vo6uBFz+o
AlvoUtAML2moXEaR12cAyJ3nKJHx2Q5GyKyxpZ9MJaxO87w0buN8ONPKxgccBcd7xAk1Py0p345m
lD6h8v7nDctFZH3BBC0gE0yHrmepmTUpb0rN9qteFfe0+FRfVofGjUK1PjlzIj2GqHfshJTNpSFH
hgEN4wyEy/Wg1MNnlFpm26cyk1DBrExXKypjJ0PYOnYUKmFP0a4EJ6Rej2LOdVlrwWD7qWIXPiwm
k7Lo4PjVXCSfDSNuHvBnc+6zvLc/1mmV7gy/VQ2hCLIIzqBUsJCJr8cP6r5yUonxxZQgvUI6Ri4p
4ksBMsJrg8j5aKXxQBYwzC4m2lTPzU7d+RGbM73AvkDycTuuoXVSGQO96ql+2JGuuFNg6ecWCY7D
7UNwexRHXh01bOutkcq57Uta3Tx0TY6CgCO1/+VbwMspAMxA8dur+aRqM1FgadiqSof1QKdYmNYj
6vIfvgUsCxpIpLRA2a5XLTWEluldz96Mo5CAbH7MUUfcCcpbWxMQHvxBaE+LJvr1IKqNsWKjEA3H
KFefU3uOn2aHREyabIy3UwsNkbFBCAKr46MD2mznG7feqfS6+AX4NcE1XbP+A0sThY76MkcjsiqX
y2CG943X70GqbPt7azrJN10TY+FisiTPGMYbmIoLEPj6HS9O4bhY+ZQhrjt58Kvrqbm5jlT09gGg
kUWvIzdQIlUmviOsCgX1vdqB+Wsmetp7orLK5xkDOezBO/7EcbhaOimWk70SPsNXzUmb77cXdeuZ
Qq5N35gcDGT/6g4ElRGVfZWSwxTQxYG4G2QP3ApQNodzwpv62Gqd4Y2yNX28PfLWvbeQhukoEoNg
WFyvtFDVyqShzi00h9GHGnuIQ2WKb0pdf7Q7+zWy5j1QpMn/cX0h/T7iagPrqQ3AReYeQlv5QBvl
Z2qp8xkimDcPs7RzJreSb7w4wIAh82vwFFvt5Kru4k503LLpIOXfsroYK7dE5/tYNWhXRGQeDwDq
6XBM0pfIbJ27AbXKw6jZwuvs7p9Ksf7YORCyOdf6QvYDKQGe+HrGa0eyO4kmiB+iAnfOc72/+/94
dWys69Uoq++e+6gOwyWwTogUnFAX131UAk26ik3zQYRT/CzJ/+E9hS6bDYKJohbPbu36y9i7g+Qs
YVYr5oGHwDx55lLcuL1j35OkmEB0dRbNmzecz2oDmRgWKgVQRYpLav9idE5EvpJVhzFSoiO/oP2k
1Xl7mpqgPjT6pN0VWq7/oP/YPytGkN5FQpK8uQN2cfuHbQRNHgILKpTXs0xR8frzUY/V275AsSaa
TTyxLUDSmFHyUupkw8tERvNMkxS/N7Svtlz3n2+P/h6v7yDxtMwJkgkw9OXVtGQ8RGaaGYHPk7Gv
PScJh8coMPrSiyFxHPIR48ODsJvwVVJGuaT+HwyxK2FoaAOhQ9bCtXMeJweJjvERY6Y08pMiTpdz
wMlyhZ3qOz95I+rBq+VdvPBDAUWuYo81qoaUDEu1yVGHx6nrsrtKqrovThohNdKjnWJR9PLlJjB3
eDcbCQGtCPpa0NZJ8daVdSErFM06BBKoG3X/KMnYeUk/2ztM/I1R3uCPnHI8u4CmXG8IJ0mT3pxt
y1cmDFxdxy61xjX0MnNvL/37sw7zFJDlwtEjwq1LyXJq1VrR9JYfNE56kCURvUZJnXiGPlqnkSeP
mzmBeP3jQZdGC8giYDALIOb649iKZSkUbEz0QG0qd7ad6UPhKF8DU60finLOf9bWaO4kBhvhnJIh
fMylWPHmjH09Kv5GMbWnyPIR0g7vKLY2r5NBXcEOFQ2dVWqllVIGT7UD3mQcTecJKZHSL0wamI1N
51q3yj9/LFAi49hTx1xgrms8UNTZ2HM3mumnTpCeNVF1J2xvq+Pt6X5/azIKlFe0+cB0QbG7/vAy
1aMYHzPTx/0uPdfkEgdURQ6o6408UIo9Qdm94VZbt9GcpmVXmT4MINNr5LI+Oj3oXdnqgoMa93+e
oXP8eejRTVtsst/W/bc6VJxKtTRLk+mPWlmfxpb+a1pKw872eR9wGGVJzonPGD+uO0x1Y2rYOzSm
bwaqOGhBM770WqgBv5MYD5/kBwu0gTfH4x6xcJmv66SHIiM4bG58CsI0u6+XLw1LJ0un0vRBP0te
hbeHl8yiuMTC6vfaEO+H4vOAcjChkIbWVc0yRSqH5NHw42JQL1Dygos8iirZCTobX7SIAWGZQeee
fG6VxlAvyEIIV4afRlJ4L+JEPfdAiPyisoqdaL0xFIxamjQLihEG1upi1bsI3Yk8guIdSwUyenPl
4ULiHMpi3isDbQ61iNwtvmVAs1brFDVR3NSDo/u5ERe+NCCHGw7qcFIgEu5sxve3g4o/mCnjgLGA
AdZQbJpodRvNuu5jjR1D7i4iL1Gx5bsdN7ZHgcb1NgoJ/vXGWzxiMhS6dH+cTeUOQOCvxjL2+Hgb
vQ4Wh7Olw9GGVvWG2P3t+MoKzzCMsDXUcnlWVwPieWMJnTW19Ls+FTVKm73+OoTqz8TR4o9CA5iI
20zMr3KcUyQM5W5GrORgpnrrh7ZI/bKpZbdFLunBCoYvt+dkI7hRdmP2wQpAc1vT+rHdMnNgfDr0
wWY+UKOOPFw/+pOQUu0eF4m9jH9zPLIzGCyck3csZhp//8veeSzXjaRp+1Yqaj3QwJuJ6VkAOKCX
KMqNtEGoVCx4IOHN1f9Psqp6eMAzPL96PdG1aAVFJZBI85nXeC4aU2aEB7txQ0xjXSirMiGmiMvK
qlTzT1MJEGgCM0QKjf4nsM3dNy/FzNkAzDfewIJ2GtTpyq2yy9dn8cRWeaJAIT8spS/2u9LJp7wV
ZcYo9mo+2F65HpJyG/AU4J54fagTi5jsGNY7HSlw5XvsK/7nZW3kjkHKZNkPS5OLcCizc/H7CQYB
Cl1cDyh90yGnT348b23lLBa6sHqEI7JyrXhu/NAXiaDVhVZK4Wem0hzcVixXWJwtj1XTrVG9mMtV
hwbFO/o+1o1n02O1srbZEPYpSzQwtAKDlyz1Ryfd+gCkpX1vleka/ewE0XGmRioLyew/Z3dCDkbb
DLZw9aiwqNyXIv7hul3yrwxCxRoSE7NDqHk8PVq7VSNKzXqEafgE7q7pv9lJW398/VVebha8mMkd
EbCi8kQz/3gUs0qKHIUD6tXI+Pk0d9JgGwbyD7AZSFFn5+wFX4px0jN6PqB+PKAyQx/PF9tBQUMZ
rteyayiIptXj3BTZdXqbQiDUxikg53OQkxlJ77IljdCemr9W2GnBM3e8h75v2oOTUTglMa0veoGK
3+vz8nK78Zj06mRNmi7NvotoZFsLEtBxojUr2qAdiTDFrI4+AAPjzIc+wWFgLAQJqAxzXnFHHU8J
5kgewDA8vrMEvUX4bF2oNY0WKG2+RHEtKL+jEX6liqYPpUR5OBWmEth1W585Y15ufB4EBwVZHiZT
3PMFTY/UDxqJE2F7Nl3OcWoGxuqdq0idqIQzDPQEegywcF4An5J6K/uYnjitjAQhARhQl0mcjn7r
tqRtlkBhZkUXssTq7EYAsUaGUtPOfN9TryqdLmUTE3DePiVt8pR8CiBBlCaOibFr2gSGOpo/fZKS
QUjkMpgIcpZ931IVrtZI16coG2YnjNd5vcxrpz4TdLyMsxkFZjAyRVJFZL9+1LFboObokifngCx0
teVS25zHOXXI5nUNGtVcVNc6YcCZmOrUJpFa6rJuLPWBdkEpurVDXGJSTglGODdDb8WHPi7xI9fq
c0OdOqc4nYjpwa2ieLILrDBuMBSx8r3mcanDKadNpmlZjnXzwKVumT+fIT3lfvSdgOVKVs/xntSQ
0+6VZXYiW1+bK33MSr+cUvdM6HDyrTjf5a6XB/DurSZtlWyAhZJF7bgBrRhBfp/Vl1k1fzKWtrx/
/VB74p0d50W8lezuUQMigtxv8IwKTQrokJ0HUurQ1O0SxN6oA2xe40hPjORqMyb6UpQ4QMRmy7WO
ASVMElFeVguiv8SKQ6ipg3ml5gZSFNVUhoOS/Q69Ub+jPaiBI7aaS23QxPVQTF+3Es6GpwF4mOJq
fFfXjnGASZH4qIwkoYbeezhogFuSPK6hD2zpxesvfGp+Kc0RnEn+kLpvdhvtaIh1o1SjdKUelWUR
R9QzGA+iAT1NQzsHVJUfbD/BHGvSwJPmAn4Cx8umoKtIfOva0To0NWL+oxc4zGOY2mibJIkh/B7O
zSXCvvblTPwVQWfBfWDu0neZObuX7TgZvpJsa2RtuPaUozkHqwo9ZeorzUewf7obcRa6Tbgfaca4
/bUXu8ula09zOG4SQTon65WzeV0ArkxtfA/J4kvRxZgwV0Vg9Ejj2o3rM4prNwveXrl1oa9GftMs
CBb8m9C6Icm6zomKClamULb+usy59zY6l19e/zinjq3nc7Vb/EJrU9YYXafe01u/GyrjszVY2rs2
zo2gNXT7Agk7K/BAYgWvj3zi8AckhlidRy5NdUIum2f505I0ntk7GcfyZLW344KAu1b2/eXro5w4
HYHccaU7VIg5I3ehFdDbpbChTEdTOeAtWVriMjOa28Va+jPHiIw3d6vuaKTdqqsqAz31MuEYSRIr
MPR6xncD5LeygWNyFHx5O1Xp/pVJhJBBDCyD1L19igJJZGj7nFvHqpeL2hMKjYj8HEj61CRS4qfn
JrtK1h5knrZpIkxBBbLoRmRvVKUOZgot14NinQPinRyK00KicgAI792UU6XLEksrHYLNog1bT/8A
hTi/7BugD6+vjBM9FVKeZ0PJBfpsATZVOQIEtu1IsS3nznNSEfVxU9yaELuixYvFN6Up/8jdZfDt
qU2vM5dYb6w7x29LtbsZa/tHCYvgTEz0vzwWTRXE507wgYap9rKhqtgXRq2qF46GM2e4uo2uH7JG
tX0XQhlaF9m8vhPVZnZ+bLX9jTubog9bbDYu7bUBz4Z4UvvfxaAu56qyJ1JGyvqycwrmGMOqvRIR
0ll8/IlPZKY2ehZpJJrlZvOcb5q3vUsVoFqqRgJjQqdL83tjXC4nPb2bJYx6LLL7VShXtlZ/bqwh
WA31be8owbyhcvv6530KHvf7kSCaRgf3OvmzbF09+7w00Z2tL6keu4oS0zQf5/XGs5LpMGQDylh4
OEWV3ovLBJMQX2zNfIkTXBsS3ZWHdTHmg4K6/qGo1vxSKUvzrTfm260928DCuSQOub1pX/4NpoIG
QNzC2VzgD41U83wA8mH6kInOgf5OoMaYeIrhSGdJcO1eoW7d2jVxCtOOpPzcj1X0jY/0zBTmqokM
erwMgWJM+oWiV9t96tXgEb2MFL6qrEt63mcp6acOcEBsriR9Q4LaW1ZgVbusee7ZUSphH31XIfCj
J+aFFZuotZUb0riukgWVlO5TS/uxm+oJTnZZ+MSnyDh26hh1MDzPHInyu7747pQEQFmTPXHsH393
TwHwUnLlRX0a33Kx1x/sImk/DBOyv0JVH+3MEZcVbNjI2BBvfH3VnZoTcg26X0hYITG7u270eSpy
O4/tiIRnDbVs2fD1yc5ZKZ+IqOgbgBSWPDUi/t3VOWrx3FMbpg/VYGRrxeN8W6/lJxMKwyEfvJ8H
+cAcw1ANqKJDlrHv3ksWw5h1jh2Naewc4sXIwlZHdPr1qTvR52IY7B1MiqrkT3s9rKpPDU2Z6b/U
RTH6KAyVARXpL5veeuHK//82r6hRdJ11bSQNCs3unatYYToun19/kJezixs7CoyoBEHeQgL1eAF1
eq/ZSTnr0bKWX0m59MBS4AYnXumC1qqHM+v15Y3HcNCppF+oTRlrV3horcmk1VjrkbkpyuhTBhn9
qazSG91uzJ/ukxyPtV+e3AyoIhaUs2J1ubXt6XdHR2nyX5g/vHnQdWb34XN2PH9lExdWZwNaXFfo
m+7oqQdjFc3B6QYyK2c9l9+fmkALXrKcRDDtpgzMnh30uNeuEkurRYsjBr9Byu0dwVB96C1tObz+
aqeGogylkuZTmQVgczxUrVaILSB7Rfe+Vg9jBrpKHVxcypy4ODPUqVVoy9fiEIFFuO8OJmYDtxoD
BRIm03xnNEJcd3ErDgkIuZtY1O2ZZfgyEcCugdQe8obkLe7hbxzXa5FmDa+2qRS2ZopThwyXVPKW
oTrEaluFCoS9cCm9czvg5aHJ0DqVbkiqtKH2lo1gsTO9T0otwhO+u2gw+/BrvGDOTOjpUdjPKAAh
TLcvXmyDsraam2kY32pmMIzUSZAFOGcFdmqF0CIkoUGRB97XboWIsRPIe/LZpIA+BKh1w+VS4Ldi
tt2ZFzq1QgAKcvMS/iM3tdvMiE5rkK5aLVLzvvTzZLHDLh31MCF/9Qf4tWcSnBPxB8hZDQcyFK4s
1Jjkuz/baBLAts0KgtClNmT3iouWjqkmll9gX3CoWECpb6C8HdperF+qrbpdmXrbBl3t9EE8i/rM
in35/jwOETwKK1LvbN8AiHuSLXq+akQ9xD6sjTsCcCvwP4NReYCJ9P1n9/7xcLtroVYbDc6giUVg
78IOUtssmrkvIwi4H18f6eVKBczExpdiKsRl+wOtR2SgqmpGklIYF14bz4dSq9szLi0vVyoNMW4e
qobkQZC2jr+m29dI0Dbehg5bX19lVplENcjIKwpI25mr/cQLYYuFdhFRGafLE/T12cLpwRcOemNt
0WYhSo2M8xio6H6fSehOrAdGoVvm0ltmhe62nhur1oja8BZZfdpSmS/v4iJ+q029zddCy+VnPxKV
IXApsAwgruNNdTx9YoyZMmPRo1E32gi1kBKVml759PooT7D742gWeBuaRojSgjeiBXU8jFe3VUK2
qUbj2MdGMCON/m2rdcsI2xk5Ib9b06wI5wrwZtRljXKdg14VUdI16XidYkybHbyGK+pCiQsxoXao
dO/XxTW+TmZutMHWOFuYYgz4tk3nscalZQNgPNhDh/Rtnbn9g66MP6x8Ep8wJMs1Pxbj9kVv1n72
K0dR5oPoFeiVRj6X5bvUncmgKi1vNZSFFRZU0YGnXZzmk1rOGiQ6Yza/Wf3I7bXIfkv4+my9XGc2
+TwYF+oGkg6/WwFYR9EztSc1WvpquOiWTCVHTdOvr49yQouL20rWM+lYUBTZSyqkhPXw29CpjxeF
vm82p2/reutQ5UNqIb+1xKrkkCdqKw/xS2vhrbrTcO/lo0HNNTbW20yx5ptijId3w1bE0A0BcJ3b
DPL0P144rBtKXrKxgqfUHtWxwaQqO6ENVJQXBOttkQb0P1yEjGd3W8KlMZXNtxQQAxftVOIJGsce
OOG+tK2ZOshsDqEH2PSGkkj83eq7rJIOXEN5JezYqC4dbyC6yofWAN6Q9Qerd9AeNVqRfadRPHkX
SWYxQIoy7eb3BvaU8Lxc2J4NoK7aJw2sNd8WnWgDs2/iS2OgCgidWtffwh3abjOndx5Uc8HmTG2H
ug9jB1syHwm0tA6QsBwPmo4CSqDFlrf4eaNOUMYmvb9dc1EGOSRY6MdVUX/vrRoH2V5VtK8Zod1d
1uDqcrlWK9UbZOv1g4ugfOPPBfD3IM4ROfb7tDOXsHStcbo1vKonVzVSRFhS2pFUginLv76gXoZe
QHwIXUEtAJUy95jJWS0yfamLNTIWu76RRNnQmNPqbTcoIGUqL4Vh3tfvsL45p2b7csMwMvgMKoik
XC/oG1iy0gb2aM13ljpd6uBdQ8OtpzNr8cQo5NsGDi7EDA5SGMdnGOG5qcw5B/Mw5jP6tBt+CuZi
/zTyFGMMufclpZOQeXcga1broPY3bFHSDNmNDfgsyOzK/Rfe5fkou6CraOGfG123wVhqx7Bq1yby
DEhir6+Il3cz7wLogyiLCUOW4njGZreYFeS0mLGibv2mywzfLOotSDjhztzNuvHyoAChBwiRM9Mg
492la23ZGVO76uA6zJGyTLpU5ZeOfLS7LhV940RQyva2X9SkvlGKDip2asx42STq2ih+biiufRg2
c/guRDrdeq6ZxhdmvLafPOreadAJBUKdgGmIQFjrKb7XbSPOgE2tvx1iiLjh1Gr5uSryiR3FapM1
GOnmAJDueP6KAhOqlepotLqFe73OQ0Ibp5dsXVWvg9rtlYNSrVTk09QJX/90pxY7hyaQHWBWDuCa
46HLes5x3cn5dImphmUO554SsvqvjCKhiBJF55JkH4+SABh2stVdI1JI6qxWNYeKEZ9LzF5GVJJt
QKb7NzLleJRO7SqYkeZKJm+knzdrGi4AQJYXDapCQeWhZvf63J0gblIbpVEj6z8AEfch/bzZZTfS
i40qINU35aBPTaBl25fEiFHzZnP7iyCP8FbN+gwFy7vHrl5cOIAwfcOd6oeu3vortUkm7MZwhVAm
FU25rAHTNOvtpdm15C4i/90c1PQTnKT6zBH0cr7k6cNpSkwIbGHfSbZ74Yxqay5RZ2pzNHd1cZuu
mf0hthYd9+DRPpOSnACtyM4WREbULpGTMOVifBZYE9xMMXIxC0JSHtDwPEuus7SPrxdd/WQvRh6h
fAIrBSHFS7K1KtAac7zLhHEmSj31HDRsZLoiO/XUg4+fo13j3FaXYQYJW4v/BrZVwjii+3ffiKT7
Q1EoZwESmKv6YLTz+r7WnM7BdM75XpuErmdOtJeHJ1mxFJAjDJQEy13IvJSZxdJ4kginp2h0znhr
oV4XVmup//RtAFyIYhC3toSqW7s7x8lTjKlKhpqmOfk2rcoY9sB3zmRqp6aXuj+VNGIDSVjfTS9e
W5492eUc0Rr4iFJPHJQT3dp1Q4VmKW+3wbpenNkMFH26sob8Nwo154BwJ5J/kmzSURJSYmvQ1sef
WF8tZyrXlGVdIMxksZIwctSTd6VptD5V0Yb2iWdESz1WwTCv/XWcYxDRZMkQVNlknjkp5MI+jm55
Gmp9ZJRkfBQkjp+mEBSNJsWaoiqzjQfRiy2cxyY5Q1E8sZIQjkeiTfY86XPsrhGtdeFd9IyitHqL
un/Sfxg2bFF8VTH6M2/0ol8leZCyTCl1Tkn691WweYZnTjzdAvisWgxNvSr7Ugpj/cPWs5SIOem2
xrfRZR4JWcWIBD/ONnpVjeYBQnVOLtc2hQlwL9kqf0yM+TMOjZpyjWNh3iG/UNZEsFBk3jeu2jw4
yAb9Xk4NnlE1rrv5pLJkcBezzyVL+6tYvhbVS44n2SgCnHv8pVRRKyZiZNjjADY7kHW6Xxf0nn+M
2ABF+pC678vYKr+5SpFcmc3s3JlCET7a0LTdMrSzhTl1N13l6KufF6rHS2nOJfBbQNIpRPXXL6D9
spIPSwGZ2hZwIwkYOH7YTgjFjpexjWazdoJ02xyilnk7E93trwlGYS2hjEK5H02qfdM+djqpOpC3
EaAxqKcjOU6ZisaPs/VbDZDk9Xd6AfaUw1EZh7EGuF+i4I5fimDMHVKJakIT+YeV2EO0tYQmmqaI
a6Nbykt3s3owla3x3lxS81JVcU71qly57K32t7ybuU31pKeOAIGkXyrnplrUK29U1nPn3Inp1+kq
S0wv4uD0/4+ftARgl05Eo1GT2ulbZ22zW6NMvff6YHdXmtLQVhuMuMPdomse4HiuD7nTyHbJCkQl
N3OhB1vfGO83zzwntX7q0TiAqTSSXVCG2R049YrnuiWqNlqwgoceaKRR0STnvCJObBbCH0aBWkBl
bl/AcFoVm5lYYHa9duVbJN/7OwyspmDMautOxLV9h7ZtcUgR6z2Tg77Ag7JKsCfAmgm8OWDwPaUr
rnQU/fBPiUqr+lzZjecnhoq4S1eo44cF27G3cQ+p1uzjr6KwUXwulvnM998ft4hT0u1QXVoQcJWo
sBx/foyiLX12jCmaNqzOs87ur9suVS6Q52jPbIqTQ8kWn5RBksDr46HQVVWywUW7bSvcx75Yjau1
yb7YlUjPDPRiXuVL2SQDJFdkBOjNHo+E/nhTCaeaojbG61RNsfpxisL4YK9dcmgL5F8WpPjCeC67
j4VabwfT+GkuAc9AUiwjM49Q3thfLXbCbGuTN0abC+jCyKqBy2I4d3iemFOZersmdWsVM+bdnObW
5kHIjEcotHUBjrKPAzKk8aYi+Q9fP9NODQXZCztp4EjUlHeTmvag8ZzGHoGelJxkZlJeN83aXmP9
8fD6SPsdKacOSCj7gjYDDgu7NblZxjKnCUiF1FHrIFFoUI2uVVx2BmbOxmb0DxgEDxEgoXNGnC/I
zXJoRKqo0XNV0HDcvSROcEY3i26MkmwdMSIzNN8SI0R9L+l8Ld1qCrVp3X7oU5l8q9uFPQI8G7VO
3KypJy5jneSW7WZFhlEVeCaa28c2rvMzSc+pbyFd3mVxX5b35c+f5SATzZ84BU8aqTNYDhvZ+4su
EdMBrLB15rPvD2GwJhJjTSzBEQEAYpf1EsqvIwb2beQNQg1Wk4BonONzF+bThfg8uGQYi7oYdVMJ
d4Pwe/xGFDxBliSNrKIvRXpoOk98iwGWbxDCc+0aZEJbB0VhecnXetU7jaq6hllR3qVJjLaubYRp
W6wVDrRZDjulrzZc/EZIJGKCEu9XTTlhMEl5fQEZiosL+uEa8kQ0NdT4IDRlwo4QzMrVhrsTae88
Te88p+zqgzCNJIG02c3NAZ+jrPPR+Zg/Mo75ARPrRPhxbqWuH9tCrw6VJGNfFGjs/ZYb2FUFNAdB
AaViGO9bZvi2GntsBukDJHmQFXEn/Iql/m4wJ1xAXt9G+5CHKUVhVd7rkg768mj3cnM2c0tEZTMt
oWoU4mL2fIybhJY5Z8aS58zu8xFaUZonEacxY+8+H6IiK7DrSkTAV7uw8vQ4RPe3AHBE4144Shwi
Enru5n4SDDseFfqZjVkrdzcw/31GMgp4ocC2M96wV4B+ZmZZhJXdCS80ps17Z7WlN9IqnXNwvDE/
RhKxU39YTooX9bbCOcnsNf6Gas82H1Y7W9+2Y9FYF2Yz9Glk6kjixl1sF7Tryk0cFkT21yvb67KH
FXbv5Csp1O9D1g6x7teYQRxiL0VczSD3XgIlNxaMh0js9JDmNcR8pxoSqNREg2PkzElWoCyhqcjV
s7YLHzexZTvMbmasV12xrD9Us5roG9nNlSnNMFcV7yyGMcePChsWK/pt8hrOfAsGyesr5+nWP5pY
j6CLbYBiH9cn0eHxbqzbQa0U0RfUMvicuZLTTa7GcbvPNlFUEEaawtfVzqiB+BlLfE95Uf2w8i3Q
9G+sMkDaHUFddZuaR2PcMqB/1EL9sapQd1rT3HH8uJ3GhxFs8DtVm9qD12/9cDC12NYu0MlisqrJ
KGZ44NL0Ya7Xprp//R1fJNecM6wYaSBj0FXkKxy/Y5qOxlCMXRYNmGrDPprMcQtNQ2nv49VTHBwm
M08EhZJyEZTQ4rpwWoRXBmKBHXZoXFOjFB03f8aE//5j+Y/ksbn/c5L7//pP/vyjESvI2nTY/fG/
7rIfXdM3fwz/KX/tn3/t+Jf+69302A1j9/jL3XfR/xKN9e/fh6yp979z9E8w0l9PEn4fvh/94VCD
wVzfj4/d+vBI0jk8Dcczy7/5//vDXx6f/pWPq3j8x68/mhH5Jv61hMf69a8fXf3+j19lc/3fn//z
f/3s7feKXwu+r9X3+pervvxe/97vf+/xez/841fF8d6Q1yJ4SeRMqZ7s/ddf5senH7naG1o6VNc5
F/jGHEu//lIjhJv+41eN36J4S2jIccE1I0Wt4ML+9SMYjSwG6LMkzng7/Pr3Ex59tP/5iL9QVbnH
22bo//Hri8KCxA8BK0OeSz4FSefx4qqXaa5rkaLCkhXDRU6Y/06vUn/ZIPJo/ZJEg6FlXxGf+d2d
9eTeURfcL7Y+VFsNG5RiijkmGg+R5rXxk27NDV9krn6QJvf3vTktgTblV6M9fS1x8v1BN0m7shcg
oM8m/q/XOnqNfUPzCQZFC4m6LCKUL2zdUsTHs86gE74ZLNOk+OSIVfh6O6Oeby/p+HZd14u0XQc9
0FNBcJTjFh40STNd0rzL3jU6peJSW+zbVlmMa1WlMiXcegEqXU7jh84txMOyiS9qeU5Y4olhdnSE
QcuSaA7WgSHbETLIfBYi6W6RtQm43qhHGz89aGb3EU2a5WtjtkjVeJ2mBvYimu/NatYPop0/4Z+p
3tUJZiRZVVdGYBp1fj+plfict1u5+nrvxaDS7VH1E6+aH1NEta/qdPgKwM+4qtR0+g4KVu99KOr1
+8Edm0BRV7qoqGlddSTyju+lBG1+MwCNNstaROAIvqh2GSchUKOY+2S1UiTFMsqJTx/y/06VZ6eK
jEz/91MlbKqszn5Q7P/ziJLnkPyNv84TW3sjmQ90QqArylSYDfvXecKPaOazgFyKELCR5en193li
vbGB5tKw4YqENSppZX+fJ9YbiuFA+oAscrcRFf3MefIk6f18NXPSSaVxWSqQSJunvOXZatbUOU+H
TGtDfajYjRiS4C9v6oofK+UC3pu7bPMdgWQVK2utPTheZR8iZYzablE5wp8H1X0s6vzapGLeBqUn
7uEq6hdjDyLV9yq9/kOHbzT6HnVe4VuL07mh7s248FZOf5PZIPmCNE/M286dx9vcndYvotHR5UvN
qfqMCqH+CdzMiEdrsV17bbbcxGwv6E2i67Kg5ZQ8LOn2FnREO0b/t7r3d6aMqM+v7vqXh0cx/lZm
P47WOb/79zp33+D4xEJlhdNDkdfc3+vc0d+wAcjw6TggUPu0Bf5e594bDJOlTglMVPRs5GH79zp3
2B3oq0OEApMFqfnn7s0nfaHnCx04CPsJ9QU6LpSu93JPQgEWsxoljI6BLtNNjkX8GiE6sGxRUZT5
Rx30xHxwzR73vy3u8ynqnaFrfXjq5U2vqY0eGpS1m+veKlf+oqdOF6O2DNS2xjT7vuGhYYRb2Ri/
iyoWVVgQ9eFwLczxU52jQBFgKwXkSh8S8ERNm3X1FTLhjR3CDHU/ZbWG+xinercG02DAwM1qZD78
HjnhKqidFYOrwu7d4q4uqz4BHTOTgHijg0tulpsrjoUNvcOgWgvjbaEP1mcNqp8ItBHdDMyrFoXu
/dY74hA3zvTojZZDT0+pl4+dmjnVpQ5r0Q2n1dYLwGPVmGBt1osWAexU/S31vPj3vE7LEbuVQTfD
SZ+HD4B8S/uu1nrhBYXajHezR1XqOh82qvvwWdzBR6e3qggwNzLVnp4I9t9Jv9K5TAa9iwYAvNVb
1ivyvb03Jh+qHKDEpaaW44WG0AsXVj1295O1JXM4D1v+XQNYg8KyzW8HnVkv/YH4G1q/YceKDpwO
bd+wWYYx/ZYOtfpOwTFYkM24DUmG6VbT23mF/nnRZ3P3pa+sqSdnr5FqOijQwbzLFgL7R91bCjOY
Mq+6RfYCF4I4W6q7GNGT77Pj5u+cwnJ+Q6jT7OFqrQXHZTNCAdWSXOq/jmtOE80bPovWK9zAEK6a
+W7VGsWhRcnrG8aPqupzGMcfEs+aZ3924kX1NRuZx6ht00bzc3SksmBten0CcKELMDAGUgbvcwfe
pt9P22RdbErTGtcmLWMda+QZaZ+G6BTvMkvrH5S8pEMDpCK+E9Y0kCSKznl0S7GVb2W68jBMQEdu
c3PCiVZg5FaEmwnQPvCwH6tCt1pAj5ax41Q3DXWb+apWuq4NJh0JgVBhbwxhPywiCUoUmamUaO2Q
ETa2iA6p7Zoq4VhZpMsCbeX4ArlT8860q3wIEsRq+G4KxhMXC+poFS5sa4OJa9OPDz0UrxEukTP/
0KoZdR1bAeHkJypd8dt68NqvuT5gvQhDJF4Cb0BswHf0zrUCBUH3q9Hsez0Y7Vl1ws42Ji0ctBrR
d6jtEE7crmg+xPMWp36LNAdOH4kUTV0R7nS/jpYSuweNJlTN7VQoX4a+S0u/txblc5dN8xxmlWN9
dudZ/eJNcxVjsafXDl+8sky2VtwdKHs4YBaW9odHzxxwQK5y4dV5trbsgek3py6me2VZSNvXCfQF
fL6q+qOrmomstdDzzMdaSPswD9XjGnfdeLHY2yplvIpY8ycPcC1+iSZoLqurgrJcAGwUadL/GCZa
DMFcbu6tSLC7QXO1Zds4CHx8TMfCekv5eZ19ru1WCymQVZEjma1I4dPDO/QE3ldVyduG2jDowh+H
ZazCRhSgfOgYiSbUrY42sKINhQAi4ppoyZodhDjPLLuE42fr10OzlM5dp04acvmOBT7XW2hwB/WU
LYu/wQIwbnSc6sO2UtUflR6P3+vOtLeDNade6bsmjAh8RLdRu1hobn4y87zuA722tA8Wi1C8taWg
KQ4g1khIS43WTwZwnEGnr4salIBqRJhNLF2KcGmu8w/OVFQzPoEWWkmS/IYQhnmnDoVF0g+8V+Hs
LICTgbBXW99tlCaJzAn13MgdjeIcjHlf5ATlC1oTvTvp2mVQPDlOFmwjGbbNGuZDvAntEOux52vY
n58ppb7oS8hhgBPIHJQ080WvTe/UdMSOYT4s1CUGTH87xQ7Ugc1AbSW/S3O1C2yc57+RX1k32la7
Y2gO2zknYPk2x3cspGnIrjLhRVRij9pLewAhrW20B7uptGt3zKevlsj7T21WmwQW/wxDTmSQskV3
PBQSimRZYEOwIKHRdDyxaH96Wl9m4lA2I7wPIIi4oBXazFemnuxqtx0lOi9MK71Fu0jlf0GPGqh6
+L8IcR8hyl7FPz+NLNocVVU+NFh4NCfLKvIX/wwPoSC9gUZDKVYyBwjJ/w4OiQrfPNkdoeQihROf
1VQU6w1wKIn7gRcCl0m2oP6KDRVNf4OvH7UxCtE0WJHW+ZkkaEdWlPkXzBvgGgicwZqi+nO8mDpM
3OMVKM49+Av9uhdqFdmdtoZ5bieh1cfTtdbHY5jTzj2UzmYdiiFboiJvDL+yx/ECQJd3jp8jK6H/
s8D/fCbUXSV0FLwK73r8TIgTLoPpTfl9MQjnv2MTnpOPE275EZva+HFey35GtKW6QyNVSX3OhuQ9
AmSp6i9gHCafsMa4wJdH+5ivEiwiTKoW/rrkyPLU4BrPbMcd8PTPx5W+ZyDpwVoYe6SkVA21C33N
7kt1gFjWTLP42OF41gdZ6Sj37poK129XQWUjq6aHZcU/N0D8/TermPS36kKWNwl3+Wgtxmb5zFT3
WKYN8cNix+9X3Sv+0Kmz/7DMdPu09oX4UOjLA6UR5fOzxXviXDk+sP9+Dw5SWeJD8mN3YKME0qlm
2mX3tj7nV25i5siN0Gp4fZTjg/JpFBatFPkBQ81/8imeZd2wjV2K+wsLrlMK8NN04MXStjddjtLa
60ORQe3XkaxFA2MEjCnNy46HmvAvFjQnoHhl4x/lZGWIEup3PXe633nWp9cHO/VeGrwdIFb0jl/g
ZecW0PiYmtl9KhzjVi2HAZXm3L3Tqn75Kfbrn1MILBOSllQUQ6Tp+L1IHDNYal1+T2ICecuE47+t
7XzmZj2xHAiUyRjpB0mlJAo7zz8UYgA49tlqfl8mVR7xN1CCdJVzIMeXo1iyKULxmPqwbI0cjwKb
ksbnpuX38D8Svx0pZID11M+8yy5KkFNGF5rWBNxkALlgjY+HGRYzy+oU1QZls9Wwpm58qXCm+RkZ
iJNUTGCr676zussB4tDqG2WznFFCPe7A//kI0G2AFYDKooC1e4TcqnPHhlZ/j/zaHyM2kBeGDhA5
TUnxzC0bg2nqsnBonHM77sQU0/uFrmAxxaAv5c+f7Ti3LGOIMW5+39Ukt6PMZYumFT+92TAkgVUp
hZTBo+xpqe7wBLrM8nu19YzAmqzv+lp/Uco6bJPljDLSqankwoTrgTAjUeauDj3lLkU5U+T3Q1dq
h24arMOGRziabyINjcVrb9FmxYAL+M+ZhfTySAGrIb1DAdxYOh/y/3F2Xk1yImsa/kVE4M0tZbtb
UlMjPzeELCQeEv/r96HPbqyKqmhC52KuNFIWaT/zmuu57FGMxsVbZsFgUFywBy3fNV50UlA1geX4
8/Ur5XbhiGlp/6JPsrTV1idwEWvRLXSsAqxexCdPSbx/Eivc1I9Znvjr55a2Ci8tCijLEqqr/REa
re6Wi8QJLxWt3jjPdl3oNmdM4sROwiw40zBMvpKnlwcION45aUJ5rMxyS5btdlmhokMfQryMOxRS
5/XkDvQT3LBPkiCOtfRcVQaCpAi/4KOoxrtQLcyjhavOP7rzlyqvy9lk5AX4TDmOVru7uutyBBty
SrRJAJuPtG4S5l7YZQ960LOeC5Fs2aVeh/Av47k2McOijsPNtB5P1+SQWxFfKvpWfJiNwRC+HJWK
utFgWIqPHG+RLNaR+QNWcse4CKNNQ+U7y06Mif4dvTS4rGvnsGqiKW62eRI4leY9Ga30DjaxiF91
lBP6Pi0eurBp3yejI3xwjPbOxfkMylpcbcR7Lz4l1xsQNAXQTqKn5V5ci410lTa1/ZS3gRAtj0Bc
Vpi7lIle4mvZQ487JAoaR5gWltGTojQHe+rd2q9Bj1S70swnuatzpQ/MMCvCA8bQGIgWHWIyfhnZ
enV25Ug5fpIG+iVpG7pvmrbQv5ZFHO/hISFzlo9F+8Uhj/onTzAO2Um9mX6p4yx+166Xfhg6OSFX
FFXN76qbui05nNsrhVh32YAL+Z2eyCpKER4EmzxOZVAqvb4DF6nupRaGuH3MIEtqYbx//Va5DVR4
0unKwOwAnHmjJGY4vWtjESEDo6mrsxUbFsGpA/G+VLdcsm4vMIbi4lpge85it3d9oLWuoo2pajIQ
PLGP6NSFeydB0eb1D7o7CkYx3BrUuIE0XY9ST51wx1jhg1SDvTJWnxUz7f+bQYDNLf4lYMPWWnxx
3cd2b5RtgJpoeczmCKE9bxb7v/6UxVEYBuXyjKLJcv0pdJEq3UraNjAjPTtoffg9jY2tl/rOfNGl
0JC8WnRGuPOvB3ExKG4lTLYg0zt5aMf+Vz91W7JVtzkcbAMkMCBwLVfcuh5CK97wWmBuARjnDNvg
qTnjKJk9kFZGh3k2YLUO9tYDcu/LlqQZ7WHWiOj1+stspwabPxkMqtKcSK2+O+Qu5iivL9KdA0Qs
T8WJE0TrZr2rcVZt4Oo2TZCKftp5daLsITku2adVbOyHO+m5S4EHf0eSGGpoaxkOI5dub8xjEyTl
pOwEdiGHLhmBf9H+eBvqrfdGN+MFFwXpuBR6fRii2nif1WVysHtn/Ei3wthAN9+ZZJgdC4IJ5zto
Q6vtY1t9OuZx0QbFPHsnJ3J+hWCnDq/P8YqbvryQi8C7u7THaIVB3bteyrYCC4vFcBukWHF+Qm8f
3rKMzAK8djOccNJFbFSdi+Fg9qpW+/QTaK6EUWLpfgSHKdnbvWzlcXKLz6JTdO44r4S29fqvvLMT
eL1RnUDYYLE0Wk2FyGty/aLqgtazxz3GSfEu0j1lZ7py+i92wtVYq+DIcYBCUhboAq2J8RqbjOjZ
RGUQikFsPKijGR/LXrPeVJanPDsqFio5ZYcdIqXJGSrNuHPm2Nn4/BXN8WWRUJjifuc0LCu2uq6K
dopDKIxDUJVK9SbJZQ1NDe7gnrbM8MPWhFVDNi9kgvo0/NqjZxZNQGUH0Kvs27b1JyvK5X5yY1oq
MTwYfRdHU6P7dPhaZ9faWekdcMCUxxiGP+rsRQa+kMpHFdiYNYnd68tpLO/RKhBBGlJbSrjo0vFd
15vOLeYxAiLUBaI2KKnGTXKkZ6HtisF2QRqCcM3t5FfiUFQKpewfw/ZxSE8t4mzoxNnNAV2v6Dh3
6CY3FbVoY9IpB2WZ/qHM9f7nUOTuHuKxtYslXyos63fcdmbgmjgYl5hwvCnCsXgYksE7uajr7odY
ygcFdvBhdBKEur1m2HjVbjcw1+UiEQa4izdtnbRVqgMjI1aHQFWksotbr/ls203pp6qRXF6f3Ntr
A04pc+qhA2NTDl0VLeqxQ3UGx+tAaSbjFMvsV5322vm/GAS5M+PlPzDP1wuo4N3bcDWNdJxs+qFK
7FD7N/SNB2C5e663yYKpJg6gcmqB5FrVTPFzXuQS7TFANfMX9Au0Soaj2iKQ0be1sbEp7y0R3EyG
segyUfe9/iQELKw0L8Mx0KHS+PXcT8c8ValqKnW2cZ5fLtX1h/HaUMl8cUJbcyM9MSXhZKVT0EQ4
QHuRKx5qgcqaXmf6vi+U+tGbUvlNE7be4o/Q28h1uiO9Q1lKj9QlR1JLJI3hUdCIcv3UOunwOwED
t6U0cWczQTKEdEa6yF9f5y6DdNhgPMKBMQ3VTl1s5GzsCDemfsVXXe63hQFCVImQGKHMulZZ57ri
5BrzMc/JYpUt0yTxtdRsCn+wm1b4jaM25wRoHvAAKbVvUZdG2KeEECzDLpq2HG7ubDzqbJAHKCHx
+K4Lf/T0jMYQ1RwM2IZ+m5U5Yns7SVA4jdxn9Hs3NvqdshmKK38MuNrpQk2UOq8ZsHWr8HmavezU
mLqgEWtHj5Og+j50VfilUCf1fZvhJ9yPY7bx8t05AARZ1K4WeWWgpKuSC5L6tkSKYA5qR8fJOJty
vxiUdl8Y0d8p8P1nvZcNRR0ST1+uxuuz1s2hSFFLn4PQxrN08GpgDF0/HM1BbuHsV1Dp/xsLRNDS
6VjqANdjZQLFV3uw5sBFxejU00Ldm5GJG1PauGcl7k2KD8Xk4xzWHfBvBSltgPlKLKX6EDbaFrTz
tiDBQi8RF/VecPPq8jL+USNUqsYtJmzRg4nbwZdab30s8w6AjVvIxxTnQV9HG/9AjPqjaXplI6S8
t8Qg/XBPAKrEqV4Fexr9+jaJ1TnQ5+xLG+GPNublJ2kkzcZeeonNVzcckev/j7Sa9SkBpKAPiobs
5oSulpp42lHTZQWFACDA82za6OZksIBqfzCkFvRRo1OFqHL7NLfuCC6HAtyHqIXi6U/Q/ID59Q0K
QyL3sJxCbOSHK3q1OztZralvOKG67Wuqm7wp6tLwdnUVR/XGN93e2mjGMfEkIyp5CWzf67WDeTEW
mqUYAdDf+hiKCq21WOZBbEaasneHavIwSgI27xujXl48mnyfpxSlIb+q3TA9mp01nxzhOb/DtFFU
XrJBeZ8qvfbp7x5nuuIunCcgnDaMN3Thrn+nEK49zUkpg1BToLlqxgx3BlmRvx0FhTHkc2iNgOpk
Q1+PMth5arRt0wWmjTZ+Y0zF0Xan/uvro6xvYspmZJjAt02OCyiH1SgIlPfVIJshGId2ehORz/rV
mHofFVE4D0Cjkvevj/fSHfhz40K6JGiiIUqoTQNjwRj+eUArpAoNgiY1CKGw/mhTAnu/1pxIAUva
Y+KcJQ4l/ZIwu9/xb+i4I2eGlfiC4P+nNFLV3DUyakK/7wFIO3UngcUkhTf4pSZx9ZitxZViyevy
HdpU9rOWi4woo7bFv5K/jZSloUC1tItOfm8aLXorO2w64kFZMH2xBejHnnuVB6kIKawJrZFiVyHg
DZNfipa+pp7KmfTA6mk1Vw0uBoM5uQtZzBO71oqxOY0to3orFCBLfkIZ58frU/giano9ha650AQX
QDLN7vUd13XwgopCdoEntJiapsC62EMf9J1Z/1Bg+X200nn6OpuJ/eAWovZVu8vKPW2IpARDl3iP
ajlXPwuNppufzp2SgxQSBkq+aal8nnpHk3gvOOpj3EyyegOTdn4Q4dKWnluz/R7HblWfHKf1ziwv
K5MPXhyojd18iDM3g5OZ4dYIbqRS4YWnjv62SwwLDF6bt49518ILMuxp0U2f4A/4rYfa2qEzevNT
10Vl40cyUU452g6uD6OmAIiSYMyK1BcU5Bidu0/VIoi4KxuKJDvK7066k0XXgWJ2O+tCY6/yDoCk
48fJas2a6z6cD/PQFhh0e9Pc7kw8JecnKLCZ/qj3ZvtRBwmY7fpOdu4uauokfnLtPHyL30R/KUsX
yYEsUv9lh3W5D0ZHa/wiC1Xojg5WDT7Z3uDuUrzCuxNsafLVqo7KhwKlnA8ixbV7Nw4jRs65V6Xj
AbUeS/NHszpBI5jicyfoAfhNETafdJMUxu/KeILfNBtfYDshVs3d3PydZBaPNHUlKJsU/0iXbJA3
10cQ9KbQu0rvArWz24NWUGysaDYeX9+m69CWUSiY0W/F3A6X+LUUTpXlll4WBTG46aa+YaTKIQPA
tTHKTWT3n2EWcj4KY/S0Vql7WLZ5FyrdFGBVUZ1Vu50PYN+qXWLMw2lyxm+AS0dfImx/KJGI3Ekv
3bK0WJKx1XmETomZBfcn9OC1vk2sV+GkDGFHQ1TToDYOP5oeoRsKxMUui6z8XOMH4XjTr9cneMVH
fllHFOp4IyjdIYGwjrzKtndQ+6ppGMgO7kw8KvIzWEDZ+hhQe7+Ltup/QyjkgKBBab+rbA24JrWu
wFYUczfk2SetGArT74gNDxOuO63vwjxEq7bVs43eyLqMuiwTQJgXAUQegHXTWBa9Oied2Qdj39Op
LnT1IdGT7GC2o3qGOteSezlbyvP3tiD8i5f3euH6rEpNKqrTLgoqfdANWga2GACroHi7kV2tQ04+
jSoikHmYRBD6130PUN+tU6vKEAyo65/VfjbjnQv/EqwP4dTXtshhABdTHf9uRSfqXViH01bF5870
csZoOAIyQsFxXf9IerQls0khk0dM8ox+gThFky4uVtE/eFkTfshbR/+wsf+WWHq17xGHBnKFqD+i
POs2J+QkO+wjbQqE6p3NrEWqrnhH4vhBpzM/1eqOt+9bn5mYb7VBxa2eaTpsyS3tgZVBx8s54HfQ
P0fk4KXHfH2ftXXTcudGZDtjOz64sW4+eajKPOZN5vilMRm7UY9DX6+06kBa0KBiP+EZMqFWiZWe
POSFru2A32zWfpdYZjVB5LgLyYy7ifRztf+yxhJamfLD3B6JPaeMf7sK1ZY6EeVZQkID693Kw9RH
6bcssd3jXOLd1xaErq+v1J3dwSlYnI1ZKG7yVbLglWFdKku6HQ2d7qtIQj2PfazuVWvExdYoRyyN
purh9UFXtKSXZVkiSkLlFw2RtWaibWVJZWA0FeigfE6h3YdHu0rlaZgV3IDjvvDRiXhfa1l3MBVT
9ZskYzLoE+xhKLgX8ivn1BWFRus+rd9AVp8wio/aJwBDyrHpZuehT+32x4TzyoMRw7Iee+Qy9V7D
7lU1P02zER+4kMkZWHmf91h50ttw2PXzMBxEUeSUORt0HFWH5koLuH+U2V4rJuOtKfpiA+q0jrO5
JOiGLW0kZgSr8lVuI01YHn2mzYGcGnlw+0z4XtXkgFvxek70ydwoIK4z0WU8mJkw1pBOoAW3/J4/
8uC6pS2PoC1bT++GILWdZp+lcXtI4qY8vb7Qd25ZAlGqzYjFsNFfWj9/DKVEJu/vnKpBCqzsPMyx
eeo94Od/Pwr1bNrKixYXnJDrD4JqqyWl1asB3B1A7UXvnCH3lxvTdlPNWOZtEc1YQK60WV8qaX98
TDEbROwy1oIw433dcVSI9wzi6UtvF+nXCA/hzxZUzfYRLkL8TxmNIGfqzIKtoaSmCnmubJStHuS9
GaYUTG+GHg3tmeXP//hRVagLYKGeGkC0AkCSQjAS3LUbCeedeGLpORLCUJdDqXNdoCotNzEET3OQ
WnNygNgQTftIzXE7xUcr/YSPVfyZ4i0ynWEU1UHSGx3ZWSoWBuEsxb80D01xtrq8+G67sXxnwCqQ
UH0GzduZ5mKn+rdbgt8LjxemGvcavavraUl6j3LaZFHcUOEfhiHsJ23q/05zc7nGqPeDtFvA+YuO
4WrjkeK7SMyVeuAgmLjrjDgmzzLaN3gZxedkmIctYvXtVcGA1ISXlxwMyfo88dThdCdnPbBDN967
IpSokgjtMJBV7kaReRsn6yUMun6mrgdcbS+qA4jZd4YeFMbkR45I9phCPwrTeUOxWBy1oXSxVW9D
VKuH8JhLYZ4o1aTwEsr6HyohxT4qhumxlPW3EUGWQ02n4gHhcuU4Whux1u21xk9FvQ4MHuUKhDav
l7wwrQRkCz9VKp3Y87y2fgUIcifCdkuy9u4y/DHUEv38cejQGkeWmwZBgHYZ9o7CpraUwQ+zhyk+
KnmyFUbeHnLOHGIAGgec3sU6Qo7MKSEvy/XAEGb0EAmVr5rKYWMCb0OBl5PNCsCLQmF6tZvDairH
AfOpwLZqe1eFtRMUdprsTGIS/HV65wCCzPv8+kG9TZA8dMSoQxucIzqsq0ELVDy83E2NoJ0Neze0
2W+1stwP9LjtN1KtyMm9fv4WCmXLEuveGqL5C8d/gR3CuL5eQ8OG72ZpiRGMViXO3NrTntbz/M7M
s9D3JgzCXv/Qe+MtxqWc3aUMva4MdpVlwSEdjUBpEVwdLEW8dbwG3lVsTrAa83Ijq7pzHNgu5Bwo
vILYXpspUu0WE3yvOSDJIYhLJv0EA+pXghrDxkh3didYRlDHqGEy3rpOGIp+HITVzAEmBeqpiJ23
YFq3AHR3Pgdgr8tKMQiNqtVyIUBpuopLkNR1WX0mJov3s05vJiybaON77qwUXRjw06QNi2Ls6iLx
vFxrlEqZWSlXf27H0nibpljJZd2knagCZhvn7u54QEJpgBLAODefFoflRDVXDZJkNo/41nef66z7
VzGc9N2cjvFGI+JOWcRbZKLp/EGtgoGzOnJQT7XKErYa2IsQmRy85mLEubqrw1A9clrjY+TWml9l
bn+02qZ4lEOqbGQAd5aT3wAhB/FCjPJuLmut7aacJzxwqeXjKlp2dBsT42RQYN2Y3jvbk8hNJdnA
5YoUfPWEiSpqbRu0bdALPXyaRgS0oqZRN+6xmw4FscDSviMX9GipEo5d3ydlXcJAXiKOyXGrH4bS
8SAbin6wihDOkZrFT2obDY+6M5s7w4RSaw8tBqCVrZ9K+HQPmSF+KZWhnYepKjDjGLYMN+695dQ7
Fl7Vgk24CZPdJnEnqeZqMGGPeI6cIX5jDUl/FlJ8HaFmnQCCiccsyz/rUVG8cXDqOlUjJeCiSqzP
Crrih7ZxgVD0jnqoBys9KEXT7Nsipaq0EXDe2x+sGjo4NH3oHK7SY7dAlI0Svxo4aKedlKrL/+kd
c0nPwy1K0J0XCCeyxX94obTcUJv02QztzIq0ADoL/W/aDm/HJivetXYigQJ72sLDUnkh9Pbn60/C
vY/kRbCXzuiCk16FEYPQZZz0swZhow3pgs7/SmuwzlkCZf31kW66/Mvu5JldWgMoc8G+vt6dboh5
CauvB7NbvStpApzgN7ffeRqK95mR2T41IolkYab9q42l/tGS2XQ2HLFx99wJMbjnSHVVJMi5XFdf
PMZClHPT60GkN4PPdfeuGFx731Ep2SNOAuQo0t6//ukv1+cqhKWrzpOBzL7FU7j8pj+CtQrF+XQM
LSNAvq5Z+BNx9sYcoUz5NC4Xg8shfUSZGv6aW6Y9DGPRWM6xHLJC0LmZ0qCord90FuFR6/RTDt6k
ep9tpAO/YwEoFMQmI1TNkP8DCNU5afE7SYZx2OWurNIdMgt56jeKYyQH11Hc2UeJQP+idfn0brLG
4TRPrWK/NbFBenRqihQ+27zepZhKPYXpYNOMnZO6pT9hYdaFOr6JzJMy9E9QjXo6VTC04ZapcZbv
J8SkEWDRlHrCsEezn42QrtlbzZlweR1IlFBZKhWX7pUFmXiHgfmonFu2ygk1zeIJo+DiB+LEtg1N
XyjPUrcBqal1VZ5maoblrm7d8rOhDKq+x1jPnXddXPWfq1nkvu0Zyc/QasrqoUXXcqn2ocOIGkRF
N6b1yuTkhGG0BSq/t6kBC2n8KCon0ERXV+5MD8rTE2kEIHOeHRjYb6Rw5o9zMXa/zUkdHlsIiXuH
dt/XQg2VERB8Jd9pc5mdX99jd54YEiEQZjzfSJmsT9dgpoqih4NBibWIHmghwip03Oj016MsRxhh
+YUZi3bK9UbGmU0PEyU0gqwW7jHU7fRgWls2BTefolOpgdOuqTjxIgO5uihGWy9HtW3tAAOi+lCj
T7Sfhdh6k29uPkZBjg9UnoMfBuyf60/Bkd3EOUdzgjGxM99JIv3dkuSca8fcuvpurnf6WJz8hWtM
2E0EeT3UMKSm0YpUCUoHNbQuq/5J1QmHkbRQHttMb/eqF4971yy3kFV3Bl7AVSQYXL3QTVcRq5XM
s1YOhhLYdKMvTlMNuwyho4OY85+uGltIpM/tXgzd1m78Txng6soD+U4STK6o4vJwY9JYAzydFUOk
F1c6JKlUdeKjLOfsbScVMe/pfyGOWGpN/5Y2YHK2pFUdKjGDO84hj5qRSuHCzhXv2Ww970eO9Mwn
MXf1c6+miKd4oSzLDxRWxOxX6VSEuKgPtjwS/pSHupjzkOQxruWhQXtk50g5lo817tk1QlMAbvZc
r85zqjntonBjl6jQZBid7po07s/NXKGMGunzGCC2G4l9n2biYitef8lyDiDCKX0RaHXuvWtwN/mW
lBpOr670EM3JcvD+qWKnnxN07XofPsbwC2OebvbtVuq/NLRYfGsa6txvB+8pLk1TvuUWTbST1Orp
c2sNkbHzwDmgri8tCxecRI4/x84yfuZNpP4uofOSlSZSr/wFTOod2lTAYY6tWH+YLJFae9ij8lea
Zw8KNxPXfxTC4jFaNsNZSdMBxyvPfN9aM7L52GrZ53qY7QhNvMmZD52XRgcUPDAQkLE1xfumNbqf
eENazU4MfXSIeh3BbTX1CnmgZi7OGqpH0X4uO4opbk3L3imopIelXhzVSPm3w+zoMzZdiPTkfekp
L1+VPFLdMwMKhcln061lvFPC2Ep2XR/LL60pa0Q1ibcCF2WJo+mhIYLUTfoVrxcD7GfVGe9iC8aL
H5PGhj7i+DLaCNhvgoRl91KFoGvEGlMXWJ1YScmU0EBcVBlHPpIXCgosstx3ZtUeZDVZ+8p2x42A
87a6SwfkxUgA227uvjXrUVVqs7A7N70oCY04a6irTzAGMQNVlOqsT0NywlI+O6UlPfg4mfWzQTN3
nlPtyZG2+NsUFH4zKQuFGDq4MLuX+/OPmCWxWV4vDfMLvyM+6GZo7JNxMJEHgt0aTaG38bTc5oTE
0hZ9SpoQjAn34XrALss8M0llecHfCV9jR5lPSQp/PC1z+Tz37vSkprbK7OfaSeTZ9I+GsM3Xv3zf
EKWGorfgMigzk+pf/wbVVWLXLRL94kRh+eROWf+ENPC0sdDLfX99N6LYTymbSHjJCtfAZr1Di9nG
YyGYjfSkmDgohrGu7bMSImisx+/cuR59t/H6wzCJLUzv7bvH4It171Lp4uVbRSxcaLoDVs0MLLOJ
3jom+j9ZESn7EK2A1yfz9vVZLA8JFhZ3hmVRryfTisd+VpuUz5TwRPBVOk/4IpwKtDYOQ186VGI7
g3va9v6SAr4IdhB2UBGiqQgfe/XsFWhT5oOQZtDoHqo0iiO/RWNtHr3Bmx5TG72lYgoxmJ5nZWsT
L9+0XtpFn4IiFBcIYnTX3yz1yUKLK7eCMJ8+TWlrf3A6OwFUasWPWhqf2rKeHrhz4r1tlt67UUse
PDs7tUr8/e8nn+IGiR3Xl3PT0bMr20ZA2rICtEW6Z2smn/arvsFoN1O+MvkQUCGV5EQA6fzx9aHv
bW/KmgsdkfIOEJvrOeDNTKpcGBbQwHneuYjnYM84IgQ1ZcNz2bhPWC7CNk64WSOylNcHv3ONLPa+
tJM5WQATrVWIasSF4yUj0WMvSmQ/ClGd+2iSzwXaav86i+VNbEoz8flZ9QXATnYYS6vZELm/qaex
A//8Eatt4IVO189FbNMk6dFv88zoGA0k2FaLiAT0eXF4/atfnobrfYfRyGJoDsOcYGyNJRlhEgz4
hdpBg/o1kLMkS78YdpJ/s3go/rEqIKs7ZDSzaNdWrfGFeELDI7NNGzAn+hQjbRuHQ7SLHKXIjt0g
88K3wat+IaAALieyyW79GgRr5SdCpmfCVwsQBRkRXIlWKF9k0qDoKWnqnjNNG+QuBd36Y2yIeV7/
0huqHq0B8i1gTABKIHcvOsh/vkt1ORKKNa4dTCPtccTTlQdPNt67JMdKgoKf6qs0hGIE+8BC9s9J
AubY4cdWbdwcJWbtW43J27XmBxHcL6Va/CzWQAKpl0M/lLUdgJVrLkXh/eKMD2cnzt2nQR+3+m+3
2RHDsbkp4vM6k8Jcfz+uWZCVrdEONE0Yb6wyHyjb9PHDxjTfXt6Q1kFWo6SxWHSsMz1rgWhzfzmB
WSvWd/DwJPdTfNGE7j3rZcbRVVrli4Fq5Ad8vsa3xpg8tYmn/IQxRlSt55F1iPTQTfeqnoeBF3rR
Xs2MVOxwOp824AvLcVrvfh0jmIUFy72zDpycTBVV5052MDjRDB4y0g8SvCKCsFI/vj4xd+aFu2XJ
Sl9wReuDltrVYIvKcIJ0KOdT5HnaSZmbYa8rOCM5VEH2Vjl4+6Z3/1cI7Epd/U9F69uYFGlTPo6w
DHr0Tc28yNDJTZw4umjTPJ4n/JIfuiySD52Mh12kJvmB3veWafrtXU4ZmQiQ7jLXOUiy690WzYWC
ZZ4VX9CFyJ7yvq4fSfrQw6t1E0nwYfb7xgNyqg/eAyD/Ldm524VdhkfYjlecgh0iXFeHXTUGnAyg
3l6MTOoP9JM6X5vBCdqRbZxfX9jbY8xQFCgBpnCz0Au5HipVcyeaMje+JF0tT86QNWdEoLRdminx
R7yutxr3t+d4wdpAg7F5nC0Q56vxsEXWwGiIS0+ThQIHmIYixJjy9a+6RU2Qw1DphNqzQFPgH14P
04FlphmtiYsejiM+BxADfORXM/NtNClxtwuLrPoAYxIwb6q3Dk9AX2a6H4MChAAURYnrmzoSlb5h
ivGCnZ3xK4+HSN3bk8yfEwNls42ffOct4ycTugAX5A6iZXL9k11tovtlVMklnhxlX4iYxzPN9S9z
hrmTirrmvmpd7VxpDb/WDauH1KgdYPeG8p4k2j2EaWKcbZxcz0LrnMPUoXKiYUR+cWQhHltjmg5w
tgM1kqkHcN+Qj4505dnWoupRzx1tnxRWjLyZ0f11SkXAT+cQ1WHwSPb6TrU9LJ1KN00uOaWBtqHs
1AthknSbaNxU+r+vL/2ds0O3BOCvoSM9whN1PY2NFSML6UbJxcq8yQdolex1S6o7j4ryRth7Zy8z
FFhfpOSWbHm1yTIK6rmG/cwl0sv0c6nGiF+mUm5M391RmDi8g0Duc99ff1Cf1goOOzK5GHMdnaBv
KPsWgdqN7XfnHiBq/P9Rlhvxj7xX0fJmthJGiQ1MRzs1Axzoef+4aq0d4dFs3XB3h6MlsMSrNr3B
1dSp49A7bq8mF2eyzPd1V827fpqcnRMr3mM3xFuVudtXBNz7YiSIbgRF3HXDJ27wo816aMc6UL8j
LNIWOVY7Pg06QaA1TuF+ErW9f30r3vvIpasMDJ6PpJ5wPafOlEcdTIfkstBkzlmNVDSqGfYhjsWP
0sBy9vXh7jxaJH4gugHcmwYb4Xq4OLKU2GyH9JJoCmLORvHUjsp7XDJ/671x8cbkjZlb70a8Zzf2
zp0dSnOHhH7xZQeKsEo8Y2ojlpZxp4cdj5SIHONQ5VO/MZsrh0YwX0DGudEp9CPjA9ZotUXbIpRh
rFKdQsQEBgcUqvZzAXNGxZaea8ufM8XC1lht9/SdqXl28DgjP+yRFBL426EyN5jqr26EuzbPQ7lz
wllaB3dYXKh7NKR9BB/SrerWnT0Aq4NTCwF+UeJcXUdjGlpzqFAQdoZ86ey39UnYqTilc2LvJiia
G2tx5/ojHlwo9/Q1DXDg15sAfmA2uWFCMa3pvwqq4A+J7H9BhNlSeLqz6GDMIaIv6CGGXD78jwuj
HkMvr3onv0SRgCRdJuau1Z1xY9HvnFssZWkgwoejaGOtwgU7nzSz7Mz8gsYPzTVVsfcDZDVUuTF4
LJBs2jdIjx5eP0i3iIIF8ELSRM61aM2tJzEfG+LMLioug9a4O6CU+dHLrfrJBVJwavCEveSjCbq+
TJ19knnWt0qfiz15vwV/iopuL5Th2OEi967p3PqdOW+WDe8ss0s8vPS9qNVCFLye/QH1+Siyp+KS
ZF365KozVXUVtfRqdNuNJbiz0KwyZUHaU5Qn1yiOtkW+yYGHf9GTetw1hZL6aibz4+tzfsOd5XRD
qgRzwIPwEi5cf5HqDBo6S2l5WQw9gIgb1mPYWPmXue5fDjTNE7qsb+Yk6k9EPuWxSvUaeWyTQodl
1cdqbuHzKNWvpirFEbhUcWjCDM/pORUPdp991RMLWjey7z8iOHW7TIFw9vo33JspUAn0QxGaIwZZ
ZQ3KsOg69m5JLK1qXMBIdsdtvMUqecGPXad9BOuLc/eCW4JdsTp5EXw/YH1edSlaM2U7Jr04VTmm
A77S5Ua274xKfI9TeMH7Wm+NT/MUVQ4i3mb4jWaEdulHffwY6lH1vpht+3tYTFIePWfxPLb08Af8
Ob2gfLhgrJuk1Sr8/MIto9g71yJamcS7FJxf1A6vV3v2aqMWZVpdDBN7Bg3hNCwM4rjxaazRKlKE
9fD62twpoEB0Qo8YtAfkSJKQ6xEjz67GsfXExQhDRBWGT+VAKwXDMq+TVPflwey0Q1K7PAOWRN5+
eJCD+racnY2E684rTRmapigdFmql6urkGigMsLRFcrHLCr5XWY0PiWX0OyPx5Mmbh99T4Ry7sG0+
GmORbaBA7swCgSqZPOY4QN5oM1/PgpbWagITr7g0Ru9AHdXGT0Y8IzsBYeSUYJqT+pWhJjtLLeO3
A6qih8ru3RNc1WRnx411KEyj3NDbvPOwc5Ghfka2jWM6u/r6R0GTi5AZoi7pGGP0rcFoFiovCK6v
k90ruY+teOn66uRGKNaZ4impG+NsGpDoMPDWMIMU/F/fM0cjQxpFArWkrcffw7jwVpMiVGnyYfu6
1c14id6ujyHAc8ohNLfpLKDYcv2rkxA7B0ilZIfSbP4x6tj+SF2CCmJEFwLNKAQmyz35h4fBK/Tp
B1akOqEuLZTdICp32NVW2KXHuujM72Woam9bPu6oF2PDiRuVHnAOJupwAEOlVHaSWxH2ot2h0G9O
ehr0igkzx6kU+VUTOX8GPdAd0F7tw0NqjsmzO4npf9g7j+U4tuxcv8qJM08qzU4XodYgTRU8UCBA
gpxkACSY3vt8en0J8uiiChRKHNyBbtxQRKvZJJB+77X+9RvLq7R6rHwFOXTqdXYyX+o9haIHSEvI
xxxiVx+0dlG4Q0Co90aroeb6o9XGods3WlZ5i1ybQG0wlU6lsI/kM2mJWuIyTTV3qDSKnaE0Aq5w
szTfLaTCFWeHZRldoNsl5hVmRstNNULQWPTF+FZiDlM7gZCau75T+9RV5Wh8lBtTpORXVFriEGFY
fAuCofzSZYtBHIxiFSedhQmLm7aBriLcDbXMFdIQQCOaJkk+i8fUIOGCYzeuwkqP+W5gwjmp80Lf
EU9QqwC84fw9RXtUu7PdMj1NcE8ynDTDedLp29b6MYuKgez7a479ZkNYP7WV2wZga4BdHbzYmiT0
GH3MsjPqFPoQ6wEmkXVZyZmjxFaG8HgxqQL7xS62kp2N8j352dlmUAu8/2CJKOk580DCnVoCy57V
aQru9KHDMJ1OJiR2piSZRMIDsXcp+9Sv1bAEnYuCbjxHbk8Qb8YjuI17Oju/D4X6JSbiPHfmpUEg
LrTG8JJZmc7VqVsQ40YY+2/4NZozQ9p7jAt1+VTKGR9OPdSV5gWZnN0oGGsxUermNPMR7maBWxK4
V/npVOVPAn9V1StVi2gUECxTd4Q9j8gzMov+zhwq7QtxEfOpqKeQ1J2+toatrZTa6DRCAFlMWUf+
DFSscGO2MxyuUhtsnfiIalDIulegN2ETgsTGjArZL8o595CrEvCo1Urh1KEefQ+qsIwhS4ZR5uaZ
YkRn6PokuoBEi37ISxd+xtEz+aiQdmKd142Bb2C1qhRIkZxlh+GM7Y/5AjdtzNIZaZuWL+cpWunC
Z6sUX/CxDVgs+zB8DOoQ7f2oDmjkRjNCFC5BLXclqQ4uozRPy6uwS9XxLAl0Ao2sGc7ZZmnK8uP7
79haz++tQkz9VrIJq8fK7JEPao4oDpIs7rt2NyZW5upVZZ4Jtdm1Mlkdg44zqZ6NT+2k2Uew5zcb
OAMJhGWMN5m6rMbP+6vfnFCNJcvc7Ko0Iz+wxxq5DFXMFwNRb7vhqNLsN9e5KtaBkNjEaWsOrrNN
CmWyRMDxsuC8z0Cq+kCzIPrm531TbHm3Sr9VtT9ubalHuUZqTlA5aFkHh1WNULEWdWh30aqGXg3f
/czAYP/9h/immmeqYa40VLhKYCGHFV27kAslZLJjldrcTX30mMnCvhhFox55W35zIEqf1SUFujTv
zfr3r5q2oMMMJ1T7fldicO3RvqDPZKKxSevmWEH/m0NBcsdumQWQLMTD4cSowFigkpx2BUbDLmvC
4iOrtM7Rr6VHrurt8BPc+vWxDpreRCvhKvXTtBtT/Iy6mlFguGAipqUqdhdshFsFnuonXWdHrqKk
cQD+S//9Z/h2rSdlAz9JXlKwEIyO9m+tmeZwRyxz2qn47HlGa9hnxbwc8+h6y7zkUulo16KZVwVo
Yf8wRpOktd5I025SlXIr5cZw3kikaDdinM8hQFhuHY7JLaFU4Wm2mhDDR+s9qdatPwUaOJEXL23A
JvqQwxOZ5gQ/3Lob6cxF40xjrfuQO0ovtaOjF/27d2llEZLoyExfPaRGYvwCYSdrpl1LwlWahV9H
y4q/1DUxQ0Gw1frIS7VwO0/1KQyHc7jUdx1vn1OZmnRpNrOMgNg4Usb/5pR4APAbGX8CgBy2E3Gv
xdbS29MOb85si13keJ2MEBsbFVDpz5eH1bmKxtiGnwUGvP/M7TobZgH+sWv0DkJamlgfk9HELlLD
Ler9t/jFhHJ/P9EM8r9Qh0CjWG1H949lQH2SolAouxHiLg2gbBbyRlByFeRl2cj7NJG2ldfn5ezX
UZRc5auX4b0sKdJF3K6pfQm3TXUWEttvavZMUrL6QJyHlNLJaqGKqqELcs2H/Gc8LehDr7OYfddt
pvHHtJTpNzacfj7PR2k5RfbLrkzWt4gvl2As/hgsAyHj7NbG8MVodH3Ir5ZDKEiDFs7GvNO1UkMl
Ui1OBKx1y1yhPtJ5/e59YaL8k2EFinnw3UpDP0hzKs07m6Ayj9iyzI3yHKH/HB01c13x1sNnCKEO
q2cA03X93b8szN9I8TU4lt7Fplt2dYWW38DinHAnX5OiS4QxEjmK8XDC87gYVbs8sjisRzg4A3O1
kcJqgB4TQtLBGdiSPlF3z7s2g+2P2ZdMeRbicCot/FfM4UlBLgvmp0t+bC99W5hABkEoruPmt/p1
H9TcjO4W4tWzZUelWCESFxqpiA1vMulq1TwpR77N3yz7DIoROqNLh/J7aC4nCTsP2miRd2as1vcW
nM8r+Dn373+Vv1n1GdKu6iZqLppO7aAM6fO2Xaos03cLFJD7wIaIkJBeF7l1jZjLGXDtPSULVtPW
UHtsSe3FnlQvrFKISHVrfnr/dN5e88qDB/3l0YILHgocC5xrm1JZicGT/QUWncBA16qPLLBvnyO6
IOhkQF0rXnP4EheqHde1Wuu7RkTpZhyIxUtUkZwqnVX76dApR1CI31yUBSKir0UYDn6HDAeQeDw3
wkbsZAx8yK8HA2tKu9u8f+t+c1VslvDTbDbxdei+/2H0VdsAlbfGrmj04ixF/XLSh1q0pXmYIDfI
8p8ysljgVgQbFvz6oA7ttIO2zpZZzMaOmYri5hSzfk8ysTuEmX3S1fMxffbbDx+1D5QsxjQYXfL/
968vL0JMIEic3Cn2hEQUGToCmE46DWtQNmVpWpeIPHO7SNH392/sy/PZX3LYjF8oiNjLEv98sEka
BJM2WsOdJeZq/CEElXQoZY2v99I9t7i9rRj8e3FrQbOXM1Q4VWJ4zHaFjyvCfKVEeubaifbUUhs6
WE8XOwvv4k3QmcKJTb048nq/8KMOzxeyM8YWLFZMxw+WyDYlp2vqNXNXZ1JBrp9kuWbfJl+CMoXL
NWIUaQdj7NFjzRdlS/S42Yaxr3SV5LWmUTkRsns3HWEWvX8j334H8EDgZaxwBbOdQ0JIMHA79HAK
bwMyKt05JCg+wZvy2Abxdo9Cc86ChOsKxyDYZf9FgVM26glj7FsJOHJn17VE+z31Nv4zVTc+llMg
dmYNZuAujFWsTRLiI+TGsaKU2Pw1Y0pYqFleZ2x0SK+i2HoiT6pXzywSj06KJLS3UZLAf7MC1NjO
VMXhCNzV1os363a3m2udaDCjoLt2ZD1pBEFvev4JS/Hl3DCKJseDL7KRP8A8h6Ysi8U3oyQ9SWx7
yL+YhDPgbdHXdepkppH5IDXlZ7tHvD80UXrLxpx/N8NYdCdYUBX3dSNseC5VrN4Gi2lu6GXyR7ku
wbvJTp1yz+BiniEZyIvDKrR8UbWU7K22mzGX0MamOZuqvgn8UamVU1gsyfe4UhIZsC9LQ5dNpyG1
uzCq87Zvkh81FSlu5mq4fK5L1bhO6j5P8Y8nwDhXMRncmiZBN/h/T0Po9FjsMdUJqijbZmMxuFmU
GbxXNegqXK+p89Ws0i8kwj5hl1ViXOMejVQ58j68QcWBEijveRsgeoGaafuvQzfjiWpmXXybdFjP
28ZIKHRudg+tkPBw0YburDElzS9rpl0L3nFHqrO3yxaHfwHrGHAx0jwoGuKFGBoRkP5TpNpDPkWM
IKLUcM0xNkBezf6GucnijCQmb9//2tZfvLcK4KlKeQRfnA4G0+WD6zZigml66AO3THWay4kIaa+J
DOUsAQvb6EESXlLyS0c+8bflhE5Rzu7Npwc5gWZ1/25LGd8l35N621HHXwQ6UOqYS5OXM3w/rSnZ
zvUyDTYVeWLMCJbCt9K0uEClWx/Znl4Kl4PrhyCBvyzcTrwSDpGPrlGVkXMRt0tkwKqbekuX/ETV
x+vJmpUrJYkAe4NSrjTHEGEPe2nQv2gtEQhoRusB8/ymbM8HmqNxMxSFuGrsERenIl/k0asolDCY
rEjTcAc7KDZjErbwgbHpcTDZ60MfQqlIPFEK+zSNRzarYsFp31OUosKaDEi8cJMGYj206RqbwtDs
2MHefwPeVAQ8BJZC/oPML/xyDhoDo0uasaHOubWBaaGhkaCLVnLZVM1Y+MR/xN77x3vzqq8A2guM
xpwVRsV6Pq96nhDLbQIfE+22NZr0kkwjDfVxYGX3tVzepY2sfqnLUf9CqGF7RJ/wZmdZj0wy0Dqw
Zoc+nD01mtS2qjRrt2MzCSfTpMyFfXNs//rNy81wC4RkLU1X4P3ghuZ2Po1qVWu38UyofGxnZF/q
eXKSp5nJVraE2P6pyZXCw/1KzviD1Yn4FIPqY/5ubzo+LhfCArIOyDgak9r9G51Vok/isNdukU3M
d/JYlCd2xYwv6qTw0/vP9Hd39vWhDqouartcCFbO29wCm5wqKXepkEb//aO8WaNhF8G9QaFKmgNA
5XoWr96c2FRkjJZ64zaaNWWTynF+CvFdI2pzLk76qlLOQlUjWkvul8s5VZQjS+VblA9mE1A3RAQo
/9zPg5IhFiPbvhGI20pMlp9Y+TaOkswRXX0OI/fLUMhX7TKclqK5Hsz42NHXe7i/UkHhoXSnn9YN
5usH93gYTUnuiki/XZZpuexTRds1qRxdDmm3eE0MYRS1bfOcanL+tcmy+6KMV//aJjlWOK5bwsGJ
UOeuWjEeA5j/wZbR2r25mE0u3coNjYSjmCODbLxZuuuGv7sxctJeSWOfKs21cLj7MYb9Sccii5p0
bGd36apY8erFTp7efz3efHhiBSYReLGtqBDQDp9Pm4YQyOGI7dR+DreTrF9Y4aydmKLUSmJz8vkM
B9/2Rk8h0dRJLgFFpMVjG2rxsc/h8NNDBYWkjv4fcI4q85AppphNHBmAzbuiIqXaa2epSn01ooi3
0zotXLQyjCp0bFCWC7uSIJJXeY1/Wyjs7sHiZwNvwpV9hsbWK5q3aFa2zr9GEfvNgjGTI4vWYNmE
5oyraLEUF4GZjabTlKl00mRC/1YjJLhgsDA26EHj9ovFXto7yGCq0cGqfHgS/SI+23IVX9SlzGhB
o3Gy3bJA9efmzQqbJWE6fbK0uYOsnOTnBAbqeGslhepQvVWq19DKSDiYVMvkdktWJEAsTHsdZcrj
Y6FUbxhRa0NFybB6VfLuAXHvf/ty2BXKWNXpx1CkjXo6LZBvnC4KMXiMB6tVHdb79HlI1ewukNQW
0G5Ju49q12sn1N/ZU6wkAqo1WHHh5IkdRi4+vKAYCqE7P468h+s68PoD4VxJM4FIgM4d4tJha5Et
etnmCeeKOBc/y9TKOncYamWba3K/FWpUnkZKmW/VpEk/zqtvJdyLwVPGNHWBP48ZqiiHHywRLgxd
YJ6sqhL2v4NqC4PdeG5qSf0okSGCV/oJ2LSvGF8jC0ijNTarlUtpPOZKcqUv3LlyOBFT+ocFNieB
jILoVExy0IscPkBcVvReD1T5I7HuhmsQvOnKy2xsByrvs7yVa6eqovHriDU0Bp5Hao43lCUKXKBP
e5XHsSuzgu6/Pl3f6YFp5ObHRb2Js8tWuS4Zylpa72FT6a1xagJn3iS5NTqb/LaHGb2aJio31C9z
KtLG8kWhOLb6OSmSrZw3R3a2N1vLy/nBmvx1fodBaJM1TlKqZOZHOLLb3LdOB99yJj9ydu+/m4db
6HocTCqYY/B2gucd3AcxVhOxQdyH1FFdHFHcwUFD4xyr8d4sxYfHOSjyYi2ohtHgemRXcVo38jCD
9PzEgRry8736tz19Tvsf/86fv5UVZish8X37f/yPy/gbVXb5o/v39cf+658d/Kvr6rn42DXPz93l
Y3X4L/d+kN//6/jeY/e49we/6OJu3vXPzXz73LKpvRwkfC7Xf/k//cu/nl9+y91cPf/r728lIpb1
t4VxWfz9669Ov//rb4Z5rx7u+vt//eXVY87PnTzGXfzm3z8/tt2//pZM5QO2CivGR3/18rqPzz//
QnxgJaQcXOd35hrv8PdfRdl00b/+VuUPvBfAnaqMkxUuElQYeD+tf6VYH0jIpnDGNJZubVWl/3Pd
Nz9Xvp+PhPvw68+vFVX7LyE4BlZLgiHlav7NSbyE472q4xaLSny0yGsrhlXhEpdxuY1Tyz5dk2kD
LCDs8tIcBul5atPu2kBkecwcen9//ucMWJFgfK0Y2NoVvzoDiKRp2dSN6YdFmW6aWtNcERWKr6bB
kQZzvzL+eSTmIGCRqxqEOc/+kfS6kYJcHg0/h5PlydWie1GBZc+rJ/8/uqPcU+BqJsDg8xir7B8l
sphmqL0QvjSk8nVTIj5y67KE5EJUpCw2ZOt1J3VdSFcGnhafB3ye4s37p7APJKwXCm8OtyX26FWG
fWjsb5tFbSYA5D5bTQtprzUu8RmyvQmq7nYy9MLVMOI5Uoti0sWV/Z+9dj0s3Dn2tRW94XkeMpxs
RI71mqToy1iVhUR1xJF8CjNN69wlUgl9sCf0Sqddg+jLjey6MJ1A1ufVZzktr8NOEvcVrfrs4Dai
XxQVfmCOPBj1Yxp3NsYiJexyJ2ls7bwGPY6dKllS4LylIHPRJroydeIoWOBQzQXswFUR1m0bKxJ3
slXm0xbFqEpZZiax+J5ErVS7Fm3fuAmUMbiPtDh54GElt2amiSe0wuS6zkwkupM8UUTmGrVt3IZY
WX9dzEk3duSIZPm9SKdMc2x9rpMTq5eML6E+B+JKy+yov0/FnG1FmSzDxipSnNUVY6HBlrt8+Izt
W1z4Cszx6iroM/VjaJhF686xmdwDcvbK1haZEI4xRuiLywY+uV+oQf9o1InyTQt1vMENEpzPyyGe
iO6YbGNwFyF3hlvLgwLzThnMS9xD2tlncs/AxEyigCSBpMNRBXpQhuclL4W2KRKpgglRAb16Q4dX
paeSLoBtVInpBSHxcAfg7TFnMfJcgwxq6sg6LLMh1KWfl5EIo16/sqJ4ugurcLQdJSfAwJmyxbpA
5oB3QwO97VueTTrMKktvcleNFeEttsLuHad4L8zGMk/uqtLrt2NWPUs0XB8pKpPYGSYiCl21zfMf
tR1DbAznaYodbudwUzTDU5nEcw1VqxS906DRDB1hTfW3gKmyu0itctLg0mX6AU5/u6wzowsbLsZD
Ew7R89jEeeto0lpwmxZxHpk21NuqzbqtKSTrPE9nczhPJFt8qSspu1GJN6mcuFXFWdHb5sIoWlMv
p8m2AgePIRv76dXD24gno6TuDlUUe2WcQ4Ez8YnpZvBgxugw/wZLjLgeRH3tCvKgFc8u+xiTM3w0
P1XpEMFqQnDpx6Ky+xOcawxC0Nos9K3EmpJPOZ7aKbzS2EyNs76HqOdUC6YpZ5NIAjqYdEpyr1Jz
+zY27bp30VDliVu2eM21UyMNrjpbeu31QQE7nGiZZfHaCOvDEzFm4ZMYZkM4hY0x/Ap5oXvvhk44
JJom3yqcA6hZu0XO/QrqYemquSFpCCCR9btzwdYK9a8trxJBLqIb58FyO/dz+QW6j/ot7Epsqqda
CnZzmVjXUZqYNKx6Fd7Xvck7nsASejZLqyA0B99lQmoQoM2x0oV+EshZ42FSn7QbMEH9k5DWxlqd
ih920UmWs7IivraLFTwpoYxjfoTVkuLoYwHBtBUpvoEVY77gesgggDgYV8SaK5th37sJLH2FqC38
i1zY5mO49m18J4qZkMIx6FHnqUOhfA7yQEtdpeixCQqJ58zdFlLkldwlWuoYFlwqL+2Ja3QMhhck
Dqk9DwYdi6JuYhlyt6eO0IcRg9jLl1oysEwdsq541OEMFw7IV5lsiryfDBYySdUIWFXxJuoTq1E9
4tug7gR9MyuoklpbwshuycJrrcIDiR4iHyzPsKox3/aDVkUO3nBF7ULoyOTtAt6ZOR3fDpxEpY5W
o+oiYhmQY8TLxmBNj1OPL56XlmYl+/KENZTbQZWBdI1jQ+jXZCyO3jSMcnQmyKzT3WpMtMIbU6t4
tEKR3+B7FDPdqyPIolpTLtfGLBEJgG1p8M3uq0Rs+Nz6L1koyXfo6LNgJYWaa4ax2SZwSlQmkG1S
QdimbUBho+Lvb3p206S2N7aFfofxVWeeFIjkGq8wrKE8G/uON3NKG+O+Z3oFUVguLDJ5jTY9FvO5
Fsev9zRDhmVjg1Pi1Akge+gnapWsQH2R6b5U9/oua3elEuhnyYKBmTCPmpX97mhwB1aC/ZrNcxhl
vZQjNN420f04K6WbUc0XbxwlazNoiJWjpHt+v054gR33r476kUELoz2ZBuQQlmyaYmlYQoQ/LGG/
iywSWp1I783JlZtVBKcnRA+5zB+T0U8gxRb3amdJgdcNvPh+Z9fkMWBOV81eV7fiUu6LVnfKUAsD
VxqKebyEmF8aHlNNwCYxh3H3XLDzmUf62YOWTdepOxicgjStzTXTgwM8DgfmPgZJtfwMnV/oihZS
3pOIBqJCQSdsAzKcMamnAE1y602K3DYQn1VJ39Ss1v3PAvD/Rhc0PDdd3zz/RRPU/rXpi++PHY3H
/4Z+aBVu/9s/fcebfujsMX+Mvz3udUTrT/zTERkfVlNZDGJAQNCIrujxPz2R9QGWAl/6CtlAWHrV
E9H4rANBGKSMR2ysRqis/+mJzA8y69Ea+ofHH/wQ+096IqDBg69+1cSAFTGDe2GdvLTUr3uSLu16
m6nqBoZSPVCEqfGjFQuKt5FVgsqzLKrMaalTbkui3nBkaIt68BaiDGcHlnyNCEIeJs3N87aacKlT
xOT00RJcFjByLjqAXCLdbCNZ/EmzOrc3MunEjLMehkQ/zPeFbS+BE1R1j9VeO6SfK2wJCp8MwrMo
iPLbOUsYBtedacyOEZI77456xhwlXwSlahZMM5tKbcZQsIGwAycOde1T3mD/Tpap0C6yQC0f6qyy
nRbvKU5Q1YJrKyuLwaGyEvoWhpidbGu9VW5QPuU2ZjL59MmwpIyIN7tbaqdO5T5383oUEkURpZJD
0XRVhko6eYOqTM8hrA/qpTqf7pXEIkJKSbMcnElJT/lj3qNumZXPYVqrT0zHS+KlZDN+7FUDS9pa
TUPF1UNdhb/fq1PiK0svf5p7SXxO2ziPCTFJ7ScTVtC5GEfd9EnFkFCeVlktQFaTLPH6xZLuFGQ1
hNmXRvpAEy7G0wKVA/VaH/FwWs1KHiqzZbObI/psnGhl0MtaCYLZMTuF8Qm4svQVtTSagyAOdLEJ
cWHzG60xH0tJtcAvpbh7UHMtQqfC++kAwQbX6oiNmRPMaqN50WJ3XxW6WjTJhmrx7gAOLhfDmCYP
BJXbbssuPJBimCYUa2WnTx4SpvhrI8CpHSnXW0F+t609D3U/xa6qyXilDTF54W2rxw+DGmhQDkIJ
CEnMmuFMgToWG9HhFkGdQBwEap6oiTZBP4id0WpTztApGs/ELEYU0VKOpMR99a3/pgN+09HDoWTc
tiIKGCLAb9jvgLHXMGR+b7zR1ajwYx4ixa1QNx1b9ZFDvYUvIAIjAmdwvdI3D1v6DGlL2FCrbSq9
vpHMJfEyc5Rc2gzJbyN73Zfi4QI1j30DR2L8OcT8/yv9a+RrtY7771f6y0fCp4mo7Ck9fiJpL3DZ
+kO/FntD/gAeAMSEVRN85Zego1+LvaF8ABij8mCABwqFBPG/ADBFfGAZX01bZRWITGOH+GetFx9Y
6vkr4DQN+iP7yj/70K938z386yWn/XUJtIYskvRMZA/gE+ZVa0n2aqnP2h4OXhkVQEE1LDVgaxSh
M97FjjHPy10+ROJU61NzM43a4kVhP37G7lk850YUPFaSedKLeSg8tUrs3BGTWn9WNGlbIDwGO8dy
QXSthVC5se+wWaEsJ9Vy26vYI01pVXyFCSfflWPcP7eVjnrerA0UV/LgTcVQnyeDGl23uR6cRZJO
7jiJmpqjzq24spoycExC0AsHkbHy3ch7/YEPpLmZB8JbEcO1H8NKbTNnImcqcpZY6z4mpAZDZqmy
H3PV2izhs9LpTlwI+ZNCd/t9SXKW8ZGvdNdMeQ/7qOoyR52EoNWDJjI4BBCh9OsGvdxoQ2udYtc4
+4EWLg+GAW8Ec7XysgR/+BrktenYzTiB4NgRGtYZ0Z2Tdi3UVDtVv2flEG7r1N6gjr6pglG5N4q2
+q7FS/dJk+gzmYHJ8om5zsGmpaILyioT1vmU1KdwXTMoxNIizqwhyjKXgA1UiVEaf3v1Jv9mHeMd
26v9GRhRhvDWQlKHPXw44y7SRREgSYWnG63txQwXT+VZsryXo/zRIvIuHL4Ho1//ry0ZGVC/uv1v
SsbPj1kWt389Ft8phLu+2CseX37213qimFSPAOqGgnRgpZVSBv5aT+C3U1jSqfE/sin9wtIlRfuA
fZeF/w+4rIwVEOXer8WEwot6U1VWMjXTQSBo5U9Wkxe4/NVqgtQfY3/2IZoRSwNrPoCYw9EEylHk
7j7pmU45jZZnV1MRmzK+MlO/tUcZGfIUhqm/zOrwVPe0X44lt6PbaUZ6H9RdfZWhY7tV5jUUxCT4
9dVN/c07fdBhridIxQ2BfGV6MRxd9+5Xy904cerQxrv7OuluKkXtz/BHthYvxRrm9P1DHXw+Pw+F
wSrMF9oyntf+obrBJGtXX7r7WZpLtx8brJPlKDnC1lsf7OuvlMOgkmOXIPIDFfsbMcW41IbUdHn0
aSjHfqsYFIC4c91MjNLBzdp6I499NTpdF6R3Cirlq6WWLtMmO2+iQHdwvCpOEcKRQLxE+sfc4o5L
ip2ihp3TjRncpmZdnadDUuETAIuCUiLYAt3pnj3Y8jFeyQFw/3ItvDYwsQRuSBDq928Z0LHWzHkb
fTJNSNFmX2gk1lati76DbPGYej3uFZC+3MSGea62Q7YgGkllL2chZ89ZtiD8xHP0d7oYEn9Iw/jn
Q/2j1er/zRHfC4fovy90bhgzduVft7gxva50Xn7qn0pHp5xZ5z50jpBX9yod8wNjmFVQQKkD1Xnt
XX8tT2tbu1r7gXkhVKFHoFz+p9QxP1CXrARseJGrj635J4vT2nC//lJY4FbmAVEuuE8xdz/0XC7i
IRyypM39MjAkv1r60RNtbsYOerrY6QuMG2tYe2ezan5EZP8x1lIsH7QkIo0GLkIqjJgmFVyT8E/L
GRLJukBg8jSXTX8WRTWtTFGf8y1NTiwN9nVIRMNZnc3dkSXs4COB+IVB9bo1M8eDTXEIyY2VUAg7
j3M/K4PGlea+9fIgvtHBdlypHnJgU+UYb+NgkeGYOE6tUZ241mHmfKjswU1L6grGSn5Qyamn2dkP
1Sy+2nI+/qwG9ibor+exh8/o8EDrxb9anxERLrEVgPbTyH9tEkgiVm7f/dHC/HIxXA2A3/p2AVjs
HwMeDjhfBzhAvJblNGM7elLXVEce0wHvABdJ/s9GEA5Fj8oeWuv+YYyoWlPsc8lrrN72wiw7L8mt
C2J9a/fNw9D0902r+GbaKZtkUXb4L968f50He93PE1gFPAwkmbIfWpFBklLsCsW/Z6flRVaO6eXS
wVRa9UIew277SC/6BoV8uWA2WAoT9iJMTPYvONaZ7i1FEHjsD7Nb1hjv5GGJGQV5M0FmXhe23jqN
LnZ6n/xgrvnx/cvFV5oDvKo+1gvGCGKdPeM3tNJr909AKyZJkKMU+7FdndERX2XSovrCSH6EmOrt
UkPfxelYbHMU8gxCsyehJT+0OLuo1C5xopxsm3TGlaKUl2iDFYy46YV1hdXuLjfzC5KRr5Yk/SHT
fxQxrrblzOxzHnHXKPsaJ4SURiW322iNma0cSA3fh0yK3UbmP5g07rB6R5O2xB91pf6aBsYd8ppd
2eg7S+bIwgzvGSUxadWTJxNYxqmRCHnr0ZgvYenAacDxbZ2wMO/GstScalJ2og+fAmBhnHvkL9ac
oH9b/0pPVf2jjErEN9SscbLIak6MdlLdKOFQGRIa4Gg19cC0l51oSgsxEL+6GvDpxvo+aYF2Xq5M
TcTlPNTzuajXNS+WcBpDnnUmm3V6GaftQwprQWO4Cg+UzA13nEbLk8qOgCLduKq1kTmkbnzBf734
3IHGeHPXQu1TuHNSHjFOTQeNK2rtrRqUiVPU+RNUnSuauis96coTwgCWyyzt7Q2u6ncEEkwMjpLl
0qrEgEFiVLm6FsabIi4Gj53nCg7d2iIinZkkc0J5q2HKkD+ls/ZJjVUVH+j2IUCL7+fMuTEeKeb7
9bkGZnHBlMVCdpNF19jU4E1uKm5fWYRvlbnsDZWQfBE1pDG3Cz3ZepNfbuMkmOIkVm15URfO92ao
qb5cchNmrbQ3hVLY2zmSbfLWzSs7yuyt3szztp7ByqoofhJFnDDD6ipcurjBoT2iLJGiZTO22nJS
lvquzAz9vLR4FaZl0s9HbgN8zmXTpBwpWez5kngPSK6Slno6aKLLqI6BeMEWV9fZD2usHtTIPH05
9yw0C+xTzVM0AYNbTsvjOKg/jEC6q+F4bqKEz1VeuMiBLHhjDpdNGo44xrSz7YIiDM99PHQMYuf6
BNHuLjdgy1jlpPqxxnmnTNk2xLI8oHSTPR1lDLCePTlZNrae0nKf7CgOIRgW85Zul7em6B4WnRdA
0uMfpDQX23JuHrrJTH3qdLBgiSk9XT5ShGZie7Ux18tsBcv2SsXlhTOTkpqfDoqL9aORGblsx55/
BHKsOevn3kcpow4gAQeLoNYRUcCv7m3LmfP0hz7wkWVL/hQ3xlU0KpeEJ13Xsn2X932C7VCbXtbQ
cv2FdXsbB2rr9KPYLcFgu3U7WR4qjivSv0e/yGLT6Qr7Spm1HTnprYNXxpOG7NSfS4VjBM2DrpYX
QJoPksSdms34M7hr78kjD0xhmuaqdiTdJbExX0ZmNDv/yd6ZLbdtrfn+VfblORdwYR5uQYCkKGoe
LPsGJdkx5nnGG/VznBc7vyXHOxKliO3q6qru3l2VVBIrIkBgrW99w3/QUygWxiC2qLV8G9DnW022
fStj9eHBSr+VVVa3+BMtBIvWZk9FyJZFr/oWa2gJblD81HWICtdt85Dk6lUD82Mnq2yOQix8OYgY
0sOiYnwMYlYdDQ8D9gKcISEDRPW0q+Ju2k3gpz0x5HaXUO5csPXRudb1S7DSQ16nhVqSa7TcpCxJ
yZkMMgStGBDXQ5U9GR2DeyOPBprgS7iWaobxzVDm3/IlOkl1O145FTse1fiHxoqesGp+aPLmAUgm
z14v1ZWFvoMbWawTO+K+Szv6kcX1sn7ep1Jl3eYZNSIz4hhUBJJITdmU28oe2BWhwXMbWCT2IN1O
c8riQkrVSbNqbZdzej3oSXY/WAGUTzlI5k3mBH/ItNQ9FbNEX9L5rUBWr7I015CSqoNHZpJ0jkTa
FzgiNNaTstcsLOvdNDeUjdbiUoVQ+3ihdLxLhonTpa0RBBnqpz6IHe1EdFLcsWFpU+S2s8tLkbZh
3Nhe1kiP+EFGl5qdwy8kfm9RSgWra5QPJt0ptg3U9r0etBUWR4t6rSwxCnFQ6JvTwZqJtFqKMlgX
SXLppgC73VTppW2uc8uK2c+bUJ65iXkg0ucA9SOaYMvUD6surVKTvn7Sfm6yKLpIEf73jcZ4RNE8
9XQlbz3Ubm1PjTT5gS6YcdpOdbUOarn6okj2tLGLYD6TMiasnpxET20opdexLD0qddrHK4RleX+J
nOVMchbJV0dF9Yex1r8DtikRZkboLQ3ZLENGawudaWwYZhVLAmW017jQyQ/0Cp+mieNZBKcKdbgd
yqU/7InPrYbm4flYJG+9miEN+QVD9FUri3MxDZrTXCQbuW2cawvrsLDYBhUBQ2N+4am50ZzqSoeS
WDteAOWIv5YFEfw5RqSxeS63VXEjFclTmFXBrgoBU3QCpkaIF2dKdpuhkI0AmRV6Ih5PC3MqwC4/
+kq9rLT+rCmtb3qUfSms9DSFagtAhiyhnSJyiyKn6zfI6qqJ2XAqIW7dxzQHkZcyXdybYnj6+Xw6
1XK6nyeLQiWwwUTLjLHYdCdqOtygYpqv1UzuvW4ypkt15Axpx3baFRVhnYzywS7E12Scw0XZj1la
L1/72AEFGj3FIc8vbeIfFcOcFSo7bFqRYDynC4XSPMxm+lQnPE07bjXfAHFwJFMUA5DXeRoFO01t
ukRUhVCyD/K0nFKvmJbIz2xilWlJt1i1cGyTqI1xo66W2GLSI2vH6FDPLZdXFzbRMKW1AGEfWing
0dcXZizY9q2C041lDRdRbHldF+00fbgK4EO5lQK/NSxiKMdN5pGPnJmddK9Y9UOiRxs8FRl36Zzn
i66RsmFJLTe1X/T1OmmWm5CBFmp3qrKK2vYk6ORvBlxvVwukz1S7N0bVgNqzq3U9GXSzwzul7b8n
arZVkGNDf4yEOAt+VGhMIoUR78ywJk3LhunckDqMIWf2chEQuBkNn4widx+Z+MF5jX/AHD7XUHBf
JTgx+HlGhGy79GK2wQ+6Tcy5iX06WWPmsCXHdlmNNrLueZVOK6laNL+X1CMtqTcFKhxu4Xwjamxo
QoemP2VlAbmMbSF8RxIyZDlJmmKeLFb4I6mInhysPz5O/Z9pAwcvFjoWcvE0IFhSh5xVtdeKrg4y
pOLFk+Ll6CeOTmqrRU7ooxfxpbeBziecKsjeb4bAxvbSvlUXAnruDOqq6ygAlIUzV+RM8kgKJN5y
QzIwa+nTFHGU5sSQobBP5njw2sRqTko1+1FXzQPuuVjNL9Q1iXY1CWVGB9sA+NkVWRDHvhrFmT90
+pWqkzqKdFNayBxykvBWZnfGKocECLfZjcCVkLVRtDzndENTOatFtW/tli0icT6laSNtlZG3DTLo
vFr4PymkHqZEaW9LR9Vit4W56TkhZ/IScIz/PBmpucKRg2GccTGbJlw9uMUGYOFYEVhzzuJM5VRw
nFkSiV0Lyyd96s0x9US6pcX1Q2ounU/yHOzCxFi+Pr++32qq3ZY5fx1CP171/v99fbfNH6UApbeH
HyXu5p9w/P8aqHoKkhfr/M1I4AZdwe4fp3HX/ZwLnP8xxO3r5hu//6v5pn4CQQ4+ROC7aXCLrsav
MaP6SaiOYTcAQAQ8l9iQv5pv1ifwQpAwQOfTS8I/5WXzDYMRfoiZkGibyb+FKVHfNCO4ukIXD04c
MA3wVq9Db6Io0hiakeyF0H88EHzJGki2dN+qWTS4TaV3UAhHjso+r6JLEEzaDCyxHICNtwE+LqNF
8KYi6HDTYV72rewRBZABVdwPugQueoT71Xu11RmnqVWxwBsFZGLQjMYjapRmhcpnnaJIGBs/0tLw
XryXy5+B5mXX6sC2j14PDR5dsIo4X3i+h/qnDjJ4TjFOixcaZvyIY5HyY1JMaZ/gnwq+W0Ih2XUK
5UTCv+kGQQQHAo+2xELQ+QSOkPGns8hv7ah/iaGaoOv/fdP65w7a99/i1+M08Vu/9g3jeUQ+aKZC
QRFTepKRX/tG+QRPi24WkrZkC2yhv/aN/okOE6BBmUkFs3ihaPKraa19wgmKcSnZDQM6ttfvNK2f
vfhenmwEbT4D6CVa4Kyr55X3oiHazEYXVAE4w3jW1uacxI7fThLtgjLaOSQT33LTqG9AyXf7TGG1
Mz5v8Yecy1MGtsUfWWzoJWAea74qltpG2iPXl0c8QaJ9N47FfjHlBBx0WdcdgOeov1CnZq/lDtac
kuo8FkEcX+L0uFxLzPWwWjGi+qydEU6tbeo7t9VMxPSVfJbXOdivwu+MerhfkMKNwUdRXWVBvp26
8Od++63l/e87Df4bz4tFY//Y0r6Pi2/ATp7Hxl30xz82zR/F4/e4+OP1OSE+6td6V1i5BrN6MaGl
Py1od3+td8I8jVthuQxdXwz8f50T2idGmGBEwBkhnPgSjsK5wzhFIFXYCSTlvzVAfjOjYaRBaaAg
W8Syx2L6oIfMidDY0tKmnjIUlIZjXrDKTGdoyxV6ATVFV5uq0E407T6hyxe56tjal0OXtXdyV7sy
mGHS6VIN1rrR1AldRSOhAQLeupimcl/FcxetFEkNb20zNz0YJP3N3JXQm3sQ49ukVY9ow6riYHu9
gXXEVCCygYaU+YuH+nKiETsSdqdJkXrUOC2uqXZ+qVcjLuio8K4M5ObdoG1p2zid7slzmZ0h3KRf
9XaVbrDEQquttzIPCiNNrWY8heqhYnmu3KVWrnuaVFQbOkzz9sVSeuc8O8zgeQtM60AFMLYADykf
HNZ2o8gGCn0pTUxce7txmfxwzO/HBU2cOK9LtwsY2X98TeWdB0W5gIYkGbzGiElkEC8iHS/J0Upb
xatvSNS7NJnvq7HLXUWofJeWfgEy0lwnuMusmHjE66ovnCOeBQfMbk4BvjdQKHi5LEJcBQ7eFaPu
ESQnt1AVEPJMDS/jWVeKh0nR+hU6u9aZ3FKMR5O5bBQpkfx0VqeVM3dUseYcnUY0NVytSr9VSDai
qy3JRx7SgSTl8x2aQkqDVI7BP8XV64e0APPM+8LiIWn38XDWU5sjgOoy0nGHonfrBjOH5ILya7XI
E1ZW5j7TvjNYddGahNBteLO6gXq9yfjPpbc9zSoY532Z7cQFW1pNllu30jp2bppedz9+wYcZIA+X
wSWwC/QaSAQPb72OkqLIqfG9ViphckwN3KDCilZOCotqkJbqCP7iQFVMPCtUfZiPcr5jAQtW5vWz
so1Bd3poVp6O0sp6tLNTea6STTmMzE7zNDijbHzqkQXHw6NEXT1dKhf0JD1J+me4eZvmpguG7Mht
vX0M3BXAE6A2kKz55+u7ovnc0LnhrpxmEpS1SF2VVddsibGlN0tMc58f+2+dlf8SqeDHQE1aHV3c
Rv+4j5swLv5x0mZArV6fki9Bm/on1qhI7aCjoOXyAqFvgsxkLdn0GrAgfT7w/nlK2p+QFBAYK0z9
gHUKHsavrBBcP/RiwMCUYOIc/a1j8nANMeg04eOAlxAwUAq012sI0fqmmlrT8XBbYJI3Tu2qQP5k
oB2ezT8+3rbvjP4pG9EQIh/A4U2UrC/DstxmSza0CaSXAgm5BU1R36QD7DtRe//xlVTq0FdHpfha
NtUO2bgOV/xQrAImq+MEMV9rGaNVoTmng31foGDkKbOervMGzus0DCfo8uJVzVxrxmJpCeRLpkrl
11z7MYTXAN4S35CY2IFhb4PZwTwjVVeDruV+dIy6fXhMivul1hYsNiruN+Qo2Gm5MY6K4/UznZel
rWUE6iBJWuMiuonB7EmcMUdwBc8Czy8TCiHsyArT6WPiE8Ks+/ULAUZoZD1Kp16V2AaSpuVVWA8/
MtXJruCnn41BJGD5Y3kWxcx2Jk3x0bx0zgbqAPiXDHqqxEN25SoCJL9iLa+0dkCTpj6rhnuUH8Y1
uoIzU2iTWmIBHWPk0Onoan2dDZNOclXejI15NQ3t5Hc6o6GZQfmqN+0Ioi1eXoYMWS+nW61Uwbxq
Ggd4Slj5bVlln1vk27RpiI/kWO+U36SNaDGxRAWK+jB1AGcbjnHaOV5k95PXWLmx0ub0O+T22I3p
bnh9Gz7kHeRgpQ32cuDsMmQIUPkIzc3Ha/hA4ER0ArgV9olGPgyB5lA9Y0a8UAdf4HiyE0NUGBmi
zNUk5j0w9BZQh4xDZcePVS+NFHiWbYdLhQ7JzKg/j4PZHElp3kSK17dzKHXi6H1ppUOJD4ygU4Ra
HXqDRudP6++bcTlGRxD50cHSJHGkBkDPA0rZm1x3CnMdmwrbq2nGus7YDX5YmcORHfBOG1/V0bgn
MmuCp3SoqJzr1Zwp8eB4UoYDxTB1XzXGRCsr7s9Q7htcZI+9ebK1XRVpkhsoxm6mJeQtrmlFxrY1
MxmmidVuzCm/rjTEbZNs2BaF9V0resZRzlmfKcHZMsrhStL6dVCog4+R1kbSJdON5lZynYG5Ujys
6si5awzlog9a/ZSGe+1Ru1SIDwnJ0rgqfdii8LvzjtGwZytxf1KHee4xfW28XLI2hR3lvj61zcrK
gkdJTr6nxfglDOV6bzM3k5xw8ewJ0KzhEFLS+A5H88W1zVpxzZJePteJ/LQApeAMxTEV/3fXMoUY
2G8FSuYbv75oyurRTDPHs7Js9uGolxhduFphlNvOkG6jISpPFTky6UtEksswjPxv8jLDXg382pH0
kZL1zdoi4IFTJvvV3sg+W04F6zUIbM9C08Bl4mq6uVwyq/nmjG7F+As8RXcs3373olgUocsBxBbO
3etYKy9jTpDgokVIkdk569AcOheJ0bMlbiwXI1doAsmXIzHkzTnIpgXBDRQZBDUhWWzqF5VQMdKq
GmrMm1qjP2lpTfn2PKUbZCHccpCcldT22NgvElgf6+ssp/FpPhhbhgTHTHsO8dzP0YyWJJkQvQKg
3QcpdNAZS1n1IfC1ZtRXcy5ThsqgKSKkDVZyDfxmocWAzcLU4FCXTOANOttXLekcddRpZ5tggfrS
nRjZHilRn+Fzh7GGdSmEYCiEkIl5/ZBSmE/w44g1Tv5Fs+rsIpvP5xQa3Wiu6c9hkoOi2KbUtRMU
VRaTSbXeM6IbjLj3kxz7uzTkjFLkwYWn1rhl5Xxpc80AM411LZKQsdogFtQmzmZyFj5NNeWVVZgr
DVc0NCPPanu0feB9X6Z49kKnqVwzfTTlwXGlmdXB2Dodky2QpwCRhbBY9SVKZJ1Uoz5kRo8MxGQ3
WuZ1i5jq3govaqtgIJfDWivC9lSS695DhjRZZTzoMJwSzJZrywNJAQu/zmiv6UfUYd47KSx0YURU
Jc07RMbT2KuKPrBsbxQCYFov0e1D8LaL78BN/QnD/62i5H96A0/ov/x9/27TP+YvZzni//7ZoqPZ
+wlwnANzEGI3iGg23c8OnfiJCYj5Z5/tBcUDhofomNGyoChAkFEYzPwqPCB/4FXJaczP6CKTTv4G
XexZg/evXSfUJp+JyeLmGAvxya93XQjXQVbHML8Yjaq7tUFKbYNGS56UoWmAr2lD8TnmlHW2dNqz
k3EBF2OVkxb6DgrUHUCDudnG6lk8R+Xk110aXueOI11r8hxfJDmiZvMkxbeK0QZfQwxb/bIiuPd1
eq6U8jysJzYSOqX6XShN/WknDdK1BHXLi6cAmm3QJRyOk5buo8ZCBUWe1jZo16t4StPaVRsdKRRV
H8qIbGuxd7lKEbUuIc678TjWe6Qc1T+dYf4zFnr130sSTBXKTn+/vu9uPiy1+d1fDWn9E5a5dHpl
WDnIgr4cXBqogCHPjHMFJ74N+PyvhrTN4BJJQ4b9FIysQzbJrxVvfWIYB2ntZzXAW/utFc+C/mvB
P6O4GX1i70PzSjTF2Vkvz2IKOJY7ykOAqIe1Gs8bHIWP5LN8iw8vIZKQF8c9mQDeISOXmCL9jDW5
iSv6iYNz8+L5X/6855dDyjcBXiQUNPAdmdoNVt9BLsNmScNOlgMh3rku9XxflrOXGs49R/TJx5d6
00gVlbEixmLMVmmJHDoCOQaSZkgqBp49DKeR0gFgFbA02asDwK9Fuoq14bREGRU/i12cz+f4PW7n
UNuKp+uM80aWzCNf/00qJ24JSREx0eZ0dQ4iF5qbCib1E/IrkUTWn22jMfRByp2G4sU29l2YTUds
NI5d8iBF0VX8dGQZ0HMuh5+Lmcui8DwVPQSlBOhq6BrTMSu6NxXYwbcUa+3FWupsUK8NftRehShC
gmhNpKdHMq/3iA0mfSdYWrS4BHvw9TUSax5KO+x4uUF5ucjF18LWtxLXwrX6zMz1s8HsT9suWTld
eYnZ0LHrv0mP+Y7oxNN9g1hBYnqwJRvd6FWAMIFnDl8rBI6XLvfmNtumhbO3g3iHzsouMZzr0cm2
dW7fRW13JFc6MGj+GRUElYg5rwKK4xDi5AQYsGpDDpw9D9fmknxRm3xfgeRC1/8OFJ5XxqEr96Ov
hdoODWkU2tUYPwYMiRVAt0BhQ7QAEjYeS2GfOf1pCpR2kNPtwIFn9OXlxxtS5OmHUYx9aEMkZa6n
HFKf6qYqTD0qeWWzeda1pJUSFBu1p1/l3CBFfkrv76yQ26ePL/teZKNCx11PpR2CRM3rlZIHFhtu
LFiNxfjkNPllVQ5+Y0bXH1/mOdc//HpMRei3QFLiWDhYEVpoK0HT0aNMYZOn1WUhNPFzwG1VV67l
BMGiQd9hurSWU2kvQgyMdx+w0x6mwH4ssquqWDbLYrhSvHiTFV6Z6egLTmEnwU/VAOzLM3DXBBhz
maFcXl+AnfSQbfOYUHnypO1kZfC5+GxEm4+/G84H77w7qm+6xoIFB7Tu9UNcIttOpc5yvEJxbiMr
v1Sn4TQ0nDOzDbwsMD2IdUioasN6ibuTyaxCt0sf6Xj5KJ/tEk13pTL+Mk1I1ekBymUdJI2LmuUH
W2ZVkVTpgbECTYyIFTJHqGlvC2tYZ/gKR6O5XZbkem5Yl03pou8CXwnTC2XewJnbTvRFJlQBwjbc
FLnhAhX1xZOUwaMGKpG1ZUO045PVjv5UG9uGJxry55Eznht1fRHkX0Gfnkdae5JM+X5WpXU/Rdfz
CFSfhocXlLDw4Z4CE873jjX4QWusnDr5AsjOFxfU8/KSXb5HY3tlQZQJp8zrzOxLPXenuWV/HzVp
3bbTpsa6YoZ6u0zqDrYAXjyLJ2vqtpj7tSE3j4B0dqhJXw5xmK+kqLmg43uGYPdmMKONMeanJZgK
Kwxu8Op+xJoXHmwznasj21a373MlvgZ0exHXmeFVS3o7zFWJB0l2mTj6FhkxXwojTGe7C9uWTvo0
/m4DNOUw2pS42GTVgHqL+jlOeKOmfY+ZqEs24jqz43fWCttj39gYGpRd2x0IHiKQlOaPiGcr4q54
1tVcrbXC1+uvjA0AHhb8kWZ8n0J9W9RB7nLsbbHJuVaSfI8PvJcv1o00MkyOpTUe9nvxWSXDg3Bp
L5w02llR4LddtscTZZePHfgRY96gPXOLIK4/hNGurTFXBiyZS8tdoBlnpsHCEx51jCS7sEeKBdC2
M20wrton2A3WknMloo4Uy5tQ0c7sLNpAkUBdzdiGKQP7PrrGbwU3m8rBamqcnuZcWif2IP52Uank
2Gz7kyRzbhDDumuzyJ+6hrEnOjruqOT7pJY3VW+4ucW+VdqTFrVBOdCZhUY7LIDXRZrsTCP0RyQN
tRLUczvjiNGdZIMBARAJwI4HC7QWj4LrQE/oqjcXNi+u1GdPmzMvrHOvGPmdkEVojd0K3NC3tshx
3pFRjVWbk77Vd+JVR9jNwOLwUlu6l4buZNRHHzz8FrOOFRbZm7aUsBCc1kNk2W4LOrUY+pNuDK9J
jneYfXsoHz2vAeA1u1kPf8woF9YqhKRo8Sw1vDGjyNdRCxcHq6ne2koPnSrZYeHjhzzWRrwa0SRo
4i8tEGEdDe+cdTLk+dZQgrtcnY5EqPeCvJAioFiF3gtX9yA+NbWZ4XLseJrdXFioOYXFtOkN9cix
/wZI8TxtAXqCJhbYFSAir6+TBHpW1RAAISWkPyJ2cWOGwJrLy8yYvVbRd/jHbHuBF5nL3q+l4jIt
wgdxpspG8DlCZQgwfH6NWOFni+4M0qurZJq9j8P1254pyQl8DNBkaGiZSMu9vku0l6IiD2x608ps
MATC3hqDpG+joW8TVdtN/FNylB3EjKcF/UxIGhsLdIgblsea8W+nIuJWcFh7TpSAr4k86kUuqOJ2
jFU547R5jK7jzr7Vi+WpT+dNRwvatGjuaN1pMdaPsdWtaotgAcft48fx7tp4cQsHT2MacilvGZJ4
hjadW3UIIaSsHhPwLh9f573FAbRV12iZWHCiD8EFQ1bHktppYnSYfalk/QxWAcQYY9stzvMeKbCC
t6yZSVCyqrXoYW4udAe1e6KQEzQnkjysG8fZl028y3u2bdQfmcS8lzZzfjMqZGjn8C8Hz8IM5yZD
NpZpYYnu1Dz4UUPgkbD4SUfXzIa14GP1knMnYYLn5hxvHz+jd+o/eviKAdqR0SEzmtfLQUosLN8n
2fFy5evURr4dqN9i8qCsOFb+vVP3MOQGyINjHGnZIYhLqpCGTLPa8dTkJO8130xUL6GJXqnzRqt0
IvJPAPnfssbVZ8vQgwxQoC4Zy1P3w7U+eLgYFU15F3NJeKF+ysHRG8xGm3AtEt1GUSPXqqHS8ENR
dQpCWq/ZFUjidCtWBOqtK71mTqThjKYP63xRt8acbU0z2y+OsWuX5qTtwgf6uhCR5E2fD349Dn5i
5t7E7+TT4FtkQU0YngEs2+exdE9v+GZKIz+p2wtlxmbQdvZxyuEXGbuuAUgVGjvE3HYt7h96k1zl
yeha9PFrM6GpX3yF/HMvZ/WetpUvfr+bUGRm3NNV2rbjtLFLw6UZ7Y86Z9wUPYhsrOd6cFxOjTry
q6w7GYrwbEqSldJ3F/oc+ANZ4IxwkAJzzqbMFrsEpTvOw+ZCJmI6mb4VydKItRnu2A+hLtHBFzTB
ZBdG6Y/BTrcatbLeT9e1s1z2xYQwQjKszYoUMW5PFPJgkWlZHLbdMHC6ZdsgkvxIlq7tNNwYSrjh
tEN+bfqmq93pEk7nIn7Pjb4L1K84S11j7gkWRzptUSGpAuQDRSqCFd9eS7Bxns7MqPiq9OEmgFZd
l8G93JKCm/aeNsRqHrCN4j0ES7dqK1aBE1+FZJ81Wa9VQgXpnP1sYbjURLsRXW7xDAecvOQ8vHYY
cCmqsxG/Fy8khpyo8mRs0TE8kxz+HqWbsY4x5tV3ZdKf5vZtg30tsr4rcEZrrLTgpHYQtJg0BukV
fnQe3ZjrxXL8piN/yjJvlOeNSGT0xLm3dXr9ZqCdtdIEYcO6C6hHAqe7sIr5fIiHUz3lwE94p6y1
0BlcOc1pUcIIyi8WK7lOGpLu9qupGKt6zC9Fz8gOSKuMcaNU2m7Mh5Nqht3EKdTpKHfF6dUyY9tV
jqcFxWlppFcFBWviQEGUGh4bvxwNCUlyFd2IXohYI+YEfZAwNYyEJ9agOGKhuJ/MFuS0dtnocs56
HX1H705MomsXsD5BGavNsmkiYyXeTSP1aGdjIBdJN1bJA5IoO+Nsa0zpFq9Wfxpv2dJ3Hwe7t4ef
AMeIKTwyADS/3wy+FTnp+e4MvkPpRtQDqt6fLmSVYhkUib6N0/DGspZNrM+bNiAN1JwjZembgMst
0LTEyg23EeF+8DrglnItN7I2McZDz2IoOkg2uhsY2Rafu9XHX5dKlw97FQBFMwZSnSpDOxYgo9cX
g2cuFQUSsNh4JjsJWjiD6q5BmjK6tuTF0xbSeKSgrxBS82vicFIr93U0fa3rCDfQGrk3Td1h8rYf
onFNIeNK0/hk6vHKnkIQlyUlJ7FBAbQKn5pMHQ3nfZLGu2HJ8PKxRZojHi5FGgPTTR8bW2WmKAAD
YavjZsRxWTS7FvSLkaSdNmYFVXvEYaHM020Q9KdwZHelpZ2hJrAzNPpHVnxN/XHdsnXyZsRImBU1
jwHiK6OLHDvJ/6yflVlYeHgUuei4LOBiw8+JvUSuaS7nhTIjnCAq0IwYpakdfOmCKLjke70xz8Yu
eii0+EpKy8uuyQvmBoHfGBQVFfGyzy1iLGuVgd+sBteNEtzIkGWLUfKJw8/fvpupqAvpRuKwRQo8
uu7VUHVnOdvqevckNdEf82RCQ7e1rVlUl7bZnwxsX4lWBEzZ6zTBWkYagpvSNFaKxhsIa2mfp+Hn
TqMipHIshqKCLTz4RIJdGOcbeJ67AIFwDGRy1+C4iijW1IIauBzWgICmVRuG13UnQzBdaylnXWfv
gfHfoGm6o2V2xYRkLS/Zvpa1HcKEZzb1dCbhMsOra2E+a4WOTunsscx2GHT7aHJtGUpte2NYd1W0
q5JxnTbhtQizSFTcKSOc865fMfxpXB031ucPd5It40/cQCEBW2hsGnW27VQOxUWIUPCDvk1X8Adu
1MoQRzAqEJrz3TKhCfS2caJEACy6qNa2zJ9sF30JJpE/+syq3Lbi5eoBgjxSijTEdK7Zs2d0Bjy6
4jFN7Zu46TEfEECodGt1JVadnL8E5YVCqpK7p6jJbIQnpMZNpWXegSO5giZ/j1Dndava1zXB2Xf6
nIAFTDtsgztRYmOslq4wxVxJTb9WiGjqBDDETGHmhr6ZcVKWBvpeIEgrautSwtzUOpGpkxHl+GpC
2BD5dqY4ANmJmQgsBKelou1o+e8wTL3FCDBC62M6Ty3kAkvLAo9Saxlne/LFKQaUSFC07xmRnIqT
vinCI7nzO5EDVSNyZoAEZE+HvfqO9lY+t7Ll2bjklTMPk4PXFFtQL/Yp3YmPQ9XbywkBIXJ+RC3x
gDoESMmxifYsYgmAd/pTkZ9EVM12UTyKlV5Nx4z63jkIoMUBu0SIx6QD+gwmelEFzUA5wVKOllcS
9DMK7CZG5TFdZBi9mOgq6Vd5jm5GO93HUb6N2341OcnV83f+T5gC/kdokOJ2/qsxHEUi/vdDwlXf
PH57fC0oJn7j12jQ/iSEJ4USPL1j9MSoYH9xVRwhgsgfiwPvT6jtL66K+glHcVayOAxpB5mcu79G
g8onPg5oLssccA32Qr81GhRFxcszF4QqA0gG3uCDIP4dqu/O+DQg1WKqHrRk6Ttcvug8bcauOh2q
RoZIq5peia3JusJ9YVUs8pcFesMpwEkLAN5SBxgcm7U32/jH+3E7aFexZE6rRYHo4epo/0crvWqb
m5Dh+lovAidCdKy0tkrkMO3AYwDEK24YJ7AyAsMv7ZIUK4/9IYHSdtZF8WmK3ATCMPHyxdZrdMsM
Z2wtX27JK+2I8FoqACUzfSTYjEOPE1BCjRqRRFM3TV3QH+GFH+ZDvCyRkPEwhN0Sz+x1itIvEUYW
XaF6Up/tGAiOKwCP93JcYZYxjNX/ihO/seXCmPyj7fWT/ug+gmX9f/+W/ZHPLwEnz7/7a6Opn2jc
CdYiwnKwfoQG36+NBnlYAILQq0eoAYwJLZ5fGw1RP+FhJyS3BA5ejOd/bTSU+0i8FcGPNPlUELm/
gTp5O98R25/PZ4AFWQr48+uV0zZ9bEk9PtizHOnekMwdur5SzL/daTWKRqG6QQz+DycJbs04z1xa
AZLfQH+3+s5ZdWp8G+ztxnbW+uygKqJaXuFoJ8WcKG7Sd/edXIWrNC/PHPJeS0IZATeFAp/EoMdz
HuBlo0jDxpqs2i2SqfFnVMRP5SXdAUT//vsnxb8CW0OkGsSHvz8afq7dn/La//g/6+YRouP/fbl+
//yEv1Yw8V7UegrrWCy9v1aw9glitog8jD4hdAhO1a8VjF6usFRwMLKioYyHwl8rGJs5JpaCT0+S
gh/6b9F42QmvTgrbNASvzGRuBG6eQ+n1Ak6ntO0mGfuBeVHUbVnn+irSFpmEO56OtPnetkK5FlsS
eBZNeQvOxutrIU2RMCNzNG9o5YG5nWe0qFeoaaSvtHJahaM1u8UQJqvGRNu56igUp2xtIxXi0j/U
N92PWA5pnKaL49k6DLwpiDw9TPeKXlvrF+/08udZ+RKTIsA9hw9GlMgC5yYTfGzx4F5mZx04b0nV
NI+z6jZMlxSGh53tbTs6K8H1TtWA1HVl3+GFhmpLvZXludgk3JGbt7bsGhIiQhUGxG6t2U9pXN9a
pHerCmmf3KqFyU6veaqd1OxjCZOfVFtPNGk2YWTtSFMnF0kuNI/GwvaSc7VrscOFqxDaTb0aUaFB
v6qM14qa7Gw5OW3grmlx/D2yg2utZrwVAIIuY7ppkyL7/xsH3jOWFDuC5BzGMagEKI2GTb3w91Hh
vGx+lFn6J33rZTh494N+BgeOtE/oQurCCVATnOd/nm7PP2HjA2dEOtKGc/zP0IB7Bb8kKkwxx4E+
KA6lP083SuZPAtSAyQMgM9jKvxUbXqdFQsH7+ZMIQ4jmsgu4h5dbILNDDNHwj/rc72akGl30844k
XgfU2reXEPCQF7usU7SuURYu4QFzehweMkzBudLoFcuR6PM60L250mFKnFl0/h2bK5V+s73MjrS5
3v8i9PN4jXCpodm8/iIhJmupHo3R5xH5LLc/Xz4Ha/m2Oj/mIPnsiv1Xav/n93hxIRG3XjwxXZns
pFKn6HNB1Iz8HLu7dYNox1O0PhlcWlS7bledBpckCG5/MnvNuUbf2zU9e52ekPavUflSrJ9B4W/H
HAdw/Ld3dRAtM6TTzSWbo8+NvaXDnW7X5R+OT+/ZH73mcbofvk64minHnrpYgR89jIPTK2oCldDP
ZeWd4jW308myT+ALf27vhlNlF7jtZTusEhS4d7tjg713v7IlzCnoFVDLvZkl1VJi6v+fuvPakhxH
su2v9A/wLmqCjxegcLr28NAvXCEyQAmCJCi/fo5n18xkRed0rrlvd/VDVXVlORWEwczOPoXKnowP
uPMQNOq/Aqb+AgmIfQ9XR/tURrmJFZyW778sLL/Zmv6ep/jnu/71wt+mpW92Zqcbt6G2hLfGro6u
jx/N5t9f5Ft24l+v8m1m9hb6ACCZyp7cjkJrJ19gPm3UUPrcLgjFHtqPco2N1h+mqWX+5pMiIkFQ
j6gax9jbv/9lfENGVBD0E2VPdh12olcR58saTsSXVCKdguOnBTGj515qp7g5TCQw5UBLVeeqnWdo
FUNA3sLHfuiYns3NoTLso68ADChnDz4b3asmyGNZkyKsgSOFBu/WC6J9NYuXbbzGg0smPH6i2YIK
TvRP67L2cDiSf2FC/uf58vfo4j/f7n8/5bflQhiZt8y6mT1B9H5SZ9TC7nJmHDkdH5d34wVQyT8V
eW+/+H2q/Ppev60bAifocTTX7Mm62oQZyJNTO6xD+HufoM4hz8T805f80zN+WxPSperGrjWypzas
39pNGi6EDeEcVXvoVXoGreF4XikSkyFwkAuD6+WtMwwSrXID38KJ02mTxVXSb6oY/1yetMDc/anD
+XcLCDpibsE3Vm4cGf8+2lYy6plQuMduv+78IxINfygA/1R4fn/vN4kyon8HHPnvvQ5AeLSW3eX5
U02hXY27kR7Ku+au+1SSrvAW18IPKPHaB/Ky7rJgOaknA0X4MH9Vu2U4KBK5yXI2rzqWc8mWJx6k
4QyLcNjGJlpkXOczQk/Y9f5AU+sLGjQ/OzsojfCChubz8FmeU1rQabdQ2MaalJ/fJvqnbg7rdzvr
r0/4bSxXWWvoYHxmTw4dwiwZA3HS6Bq1DCRKdLOF051u03KbXUkCw9IlWllKzaCO7HeXdix71WmK
v7ZXdKJR9CD8aY+4LVT/7gN8+8QLzIKEbaTZE0pL+2WrZ6x/RG09HjeqCZCGIiqet8ZW36Mkefb3
0vnDDTi/mwe/vp9v80CgcVYfgSt6Kqnc29vsBVijDegYu+lcsntvUwTzjgQle+q2fQCsHgZFu22Z
2vaHLOp280W8n98+5ksV5lHFCvaMskZgvcDwB7LimRaH5sm863eTTuVh2g1/mMbftO//XKpAx0Aq
5afM/gYc+HVBzswSam2QAp9UoAKRwPHHjf0PJzICERURdCs+laF7XcPhlH8qph548PWHveh3axf6
uQExwz3csjp/vwUz49pC3CJ/yh/NR/OHdmd/uhlVW1GHKEXbKDlZAPL84cG/tcX89eC/XPVbcLH2
vHQsUedPMDE7ORuNnvu9ilGe3/1pCv3xUrct/5dNrwOY0k81XKo8CkXrA1aENMoTEaZHLJx/ks+a
vx2RvzzZtwiitXyIwRuRP9lxup0DgJuPKVPBvIdMkmnH+V0Llxc9gUA86OiU9NcygMLv6Q9f9bcT
85e7+BZheEtdrV6Nh8akjKdYbmCS8p6dsnf/yLdOiB7pwwiC+SE96lg7439/9W+N8n99XRhsA8mD
sx1gZn9/5aISs1GneAdDuAZVUJwAMttVQRbAlZDJr+kFVsxBSuXW3PGgU8EBNsT8D0MMRoa4yr8s
Trdq/K0sAKbRt/zhMvhcQvGSPz0n7zXN6fP18P4Y5Ufk8wKMuJ5BjELfk8O7R3ewCKZGULPQpOE2
ljSj58RmNTuZTGf1tqbPbvwKKmFUx/dYQ7LoLizZZp8FUUlr/F5yDm0830jfH3l0rekpTbALs2jH
0NkawHGbHjgu0dPXy8GLdk38einpacV/69DIo05gxzq9QEa9n6PDaQymsGdpwCrK4iU4/4jOL3cf
4XICsMcM1yinhxPMlSggMnQ3Bu72dLDD1/uMWfQLfvD08PgatPT+scXff3TBwk6HldpJTTcNva8o
rk+NyKLPUZoAHvvzBRiRy7IAvwqMOZbJH6dXDzd3aYKaXo8L/Ty8rniEYKcF4d2JdnQP5T11kiC6
bB8bOtEDnucTnQfRw+aTRwQ3VzFJNw8DS9nncxo+vqZJTht2huEkVtoremhZw054l7fRMe/e8T3Q
20xrPHPDNJo49HK4BmNwSBS9j2f6usSvO/Y5Bxb+r9cZD6WzFasm9nIfd97Hp1ec1BBz+SyqWbzi
CcuDonfAfbHl7OJXamYHmHcRfl/REI6ZtLz9zUfohGFMKJu3FmPXcHt0aRkn52imL5sH3KrF4pEl
PT3n1Ma43T8dr7uKHel5v2I47zdbaLNZG4Tb/Ta82xO69YPnlu42A712YeKEe1yEIdKiLMXw+noj
Qc8Qka54P/GLTW2MuDP6praEYnk/DPQoaLhxEEs0+BQDO15Nugkz+rlGDl6otf3IgniKtK21pWb0
Ro8P6Du+5/Q1Y3Xs4sWFd/iLpFt++3YFffQpMt9UMKAv6P6Hx8KtjNNduDXY7c5+NCwKdAy2kbmn
4x4Xwn0yyQ6nPAi/wmAb/7gFOuHx8zCwLQrl9AELmk6ncyjC+MfKik0bHobtZWGHMRijMTAiFWxK
ujkA7szM7SNm94JhdTjdj0G0sCXsgofHw8mhzxsPM2IMSKzH4UYFHn087C648zJARBZKBuY63Q3h
6bEMaBN8WfT6/ImRfJtGHv2qg3Dz8MjC83bBADzGL3h9Nf163DxPFG93QXLvbd9RQo8vnL0s0Rxu
Q3UBkYGu4RhqcRNktNilFHs7/hcDy015tMHLllvYnQf41dvvDQx9rIF2u6GH8AF3p8Jtyq6X5/eJ
7uagxwvxKGZeBJeT5P5RxxdzY4JXePGC6kGn1UYeu61g2/4Pp8jvqtyfKSSosf5rffuW8jVhpJrb
LdY3D8vLs7Z7XoP3Q49R84gvhQmbZOxgMxOvvmHv97EK6+QDaYM2eSJ0f4td0c0YWez6/xYVQqCP
gzSSuwBs/n35lwXgG5rW5cgciEQPec7SWCYcvSHXIoIcOJhO7oYATBNaTGDA/fvd52dL67+s+79c
/tsO7Gd+5tqiv8WE5uW1Oc6Jh3UwzkPrmG7ckxvJbXlq//A1bj/6/aIQSZsoJ9xE3N+fWYcR40is
KX/qYboQZk569k1oOjSjfRPoYYUDjGwYgAnen7J8v4vffCQsb2Xpm9DL/PvLrmvSTKDs5k9TuCb6
F/myX6Zn8xknEnnwzto9+WfI/b/qavi/Q6+6typ/E/+gcPJ+G/7RfP3jquDj3av84/8LCDMCzv85
4UybKh+/0WPxH/xVdXKAT0Y2BMkpVEHR033LEf9n3dT/PyBDAdCHrNUNZHnLsPxVddLwr1zio1fd
B9wD/QM3+ex/pZZRb0WZE1wp1Kx+VlX/N5VTHK9vc/+/hyOy3hBK6ui1uVmGA4TnfTtYkGnszAnq
6xDJmhkGXi7sTFxWmN0wHgTPzeleQ8uqvvWqCTAnPWtctMg0hr28O4uy3zmXqfeqDFWge9aHDRiz
XGBoaeXa3BogPVpLNJjCO+RONbB3iXSYOyBppQrf4bdOvzmD/GgRxqmFSATHrllOK3U6y2n3ut7Y
RLLa8rLpXhjSQUA+tWKTjp3TWHDvc9bZZqtq2x69xO1SPlbg1JaJ3TYdzrWdN30Bz6JeC96ZXkQU
RFX54rmhAIo/SP38OKP78r4basEA3IFHdtGctMHuw7KGYWq+5I/uMDQfMGRxgh76tgAere96Tqzd
OmtbrvOUZR7qT5kCN2QVQAjIXAoqa8OO10LbQWoMa8TS6ZnHSxUZsL5OltHfOb1TneAdx90g8yyG
qvqlX9YcJS7ZAuML2fEID9njWqLvAqJ4ZIu97JLWANqQojs6kMAlKlu66zBKNyQjJwl0sLCJAQo4
shz1Q9TGHBitd+LQ+ibtqG0lab4MbblYTrnCr4hD1jXnD9UwDvE0wsXHW4rmYlTmOygMNuvQ5R3Y
8Mh5kHXehaVZi7DQy3d0j76KGQYaGJdN7Orrh+Vm2km3BhmaedGCe7PiGENwXDCbfLyW/gCvCNu4
u3G0AnBbB/RD8vShNJfyNccI2OTSlaHWo6lFdWRiBoc9ASXeNMz3SAlm+ifcK8tHE00syM3AO9S9
tiJfEtevU2vbj6OyPgFgJB4GZKPBrcMCb808Frll+5HMHaXiQnN12HetNgn9irfQOw8E4rZZCaNS
dNFgFhWgbpkbU2CNBkGuhyg7c8/eonzShKQ3hEPQGsjVsuy5N/S+eUZDGljlSIwp3UB7fudIEdir
N7Zx68DpPLT5OtxxXTbLjjS60QVc64zrhLzpm7d6hGkKeruhyNoLWB7+ZZz6G/PC8ZgBbuiCfvMU
Xsa5cp8xbIGm0QbYpuMAB49OvVYbOBa1hy4t5Be0wwo0GNG0DHojdzsJvhwHXnp9Dy4G3A76xz5P
l4l5RZmychRwagIH7WjM1pl7jRW0rlUzRbQRCHL4NSNllRYYxQSGoOPNIMUiWxOWoNKL+1ab1w1s
7EET5LO2m4xK3xAfPbMQh1rM1rQFwD8Tp6E8bft9L1vebXrYVehBL+YU2tCmXPx3P2vTTeWMcmBT
liqQkjhPN0MKwsbS9g9Z1zivINPB8hW+0g2VkzZFy3DjvTfuEnuaZoQ+3EcjNAfpEVqWECHg5MZI
Slxq1nYF9RCY6dIB1EuJNjEmFIW7ol1he9OlAKyjxz1Hw8a2tyF5g6YKvhrk1OdmvutSKRLJO0zY
W48v0bspItzunoH+1XaNmqxgQrfsgaxT8cZBkIT/E4Y9kuJ4GRYsHWzn9kdWsPXQtlzFpJxI3PdG
xmGl4uU70o2IXZuOxMTU+qRCVzgrBmelPVxL9yilk2MjbCto/ELf6HZe7KZs0nYoSdoPuaNDrcBh
W933XRUua5H02dxeYdwKa5bbJUu1tFfoNwjV/Z935T9yZH1x2hr93A3wOXDdXHXPP79g00t9A3Mv
KyDm7Rc0d/rRzZ3YwI3prYRp0W6ebG3bNdmU8EzM92TBK8Ham56UsnpmeH3Fsk4iMwLmVdTbLp6v
naZo0hv4l8EsliKRYiV5l9d0gmcP4EUjul/RoctyCaNuObsvJF2Kt5/Xb3wXRRTPBZW8x5/QW+4f
f77DhjfzvQ7dTkI6O5sPHITdJx1T75P3DjkIK7M+50Lpl77yirfeq0TQd2vxVg5W9yxEur7P9VjD
l4MPJiXjgqUPUMyX0tDmRMHw6d7r5/HarUJ7zGXWgl2IFtwCfFraVoLsJ8MtWW2S6SufNH4oe+Lt
fAMOHUYnfEmewAQBuzmRaTHD8xLvGHgYTPW1qcatBZl1kTHADg1YpiH2NTPEtCCUbW3d6DsqPadM
NLQu3/e5A9UfyhCQvbintNGvqi3vFldsZgHpdEMmhIhTbFZ9IrwhModlM1jWuyRo59MLbgeE9+Jm
t4fBL8lpsloMdGKcCV+fxtxvYB7Xdky6AGSuUL7Gq6a0wB7BscOes0R5BxGAz/sysgcH3eQNsVDN
WQklGgwwee7rUIdm9q63mj5Gkh5HljG3mCs8A0A3h2+g1ucwFXFrgy29evNaw2TzgPx6Oi2PkIPm
eP/NfWmmr0OXfjit3wQGmuKBom+P2Et8NEYvYoPmrjoshgmj28NSjFZAlCVWAi29Kt2HuXFmuEyt
/fOSKRl6o6ftunzUIJaF2FV0qB65cE43/HbBwm2Tr1nvo3XxNlDd03qpJmxZ+QqpAHQEWjdDzoHm
l8m1ArkY5cksNe8gnTkLyKQ4g7CA7JZK6KwscRCqXSRWZfaQCogTtQnU0Kntt60qnlq1xtI155s2
DyRgYiFlbJQfuZ0vFBI/warG7L4UdPtAJ/d64PcpjCxyA5V1Y9msg9aGg+PVoe7PIkA/NFTRMLbi
dpPYy4hWtgLaMl7BphJJ1RkoZODERJVhGXQ8bTvq6wwboiHBfC1ibV7ccDBkovzbWg2AEbwGxVux
5Gj5t5R1mcCqiPk0psxJW/8MvFl7Z/TuhBJepQeCVOTadJ4Zc7FYmxIGgShMVfkc8LrPg143PCTn
PFtsRkgXLym3EkSDBJhQ2BEmJTpE4S8Pt8Lj2tfVya+MOsJaPWaoJ2n6pSNp99QtttvSbgThEE6H
0AKDyww/pAbbiLuYauv56SeORcsxNY3poAtVsaa0jYBIWV9yvW3Axmx5Ak8wI0xriNSx5bkqSO3B
itHFivFqo7s21UUbdXrR3cO/yEbSVGuaYHBhbiV8ocXe4HTB7IDbtq58SsaxdqHogxYin1ttl9ek
TBzRGzvLLbwNeNDe5zw0EkOy0E5F040Yprc2J79bI6yLBuQa9q2mP08zk5nm18FqY5HJ0Nq+BKZa
4KUKDylzpYUCXZLn8MWEh1UGlR+sjgLoIwbEio08NDloj0VZVlEDxAFA9Hp3FeCVssVCxOgSwAtk
6S2vo6kpWlRmzhnvPH6H08EUeM64hmKesh+F0zjhBF5IDM0OvMIyy8GgWFAnVrV0qI5IPUjXaTnL
yfQv8Iy4hdBz1LuldpyaKf3AD5dnQDmrULVY/0ddrQ8jBF5uaivq5lqRrJMPWcJiB265LD+4Wbuf
RHp6rLlg/EkOP8fSgnKqSMFnSNMpno0CCpAJOPYAcBGF+Bh7EinSLx8JZ0gjPI9iT35W5dQfIEhv
LjYYLWwSzWObd9BPZGCUi67M7n2EjFC3O3niNg6KlAoBqFoGNywW/BDxxBd29LvV7MBuwFZGfZ0c
Rx9afd1GDdOEISW2ZXPYdB12EzRK1xd7gS8gohqsau3sPVW+grsikKDc6T89f/iA2xpiL/SPBaKU
AAVMcFQGnGJ1FZZL0UWgwL+7QOEFAy/evGrF7rfWSJYO7anDHIOsx7bp4gzYaaWdMYQayFoSF5K+
Uq/AHtCRWVLeoRbChKoP4h0YngG5oVfZIxrTDZT6/YrsOEjSwH9zhVDZZD6ib1T8mymaBdbRDmc7
yoH4j3LdfCNFhecrIHRRtxGBIH4LN7eMalnjb1I7l5dZeBMbjKrd1Vkp8JmAlOoqf9wO+oz8pL5c
F0Hcjd2iMS4HSoWO/QRrgQp2to77RmChUAjbjHQPbvCLGqBKKl3ogtoUOnsdXoiRt8o7zUNMiZal
20f9YeUECZXWHc6QFQIHXLY/pl5DoNt2NQVzpqRocBBX+I8Ol1ETkKCZuWtuV82EJVhLCgy2IX3s
W6lJ6NYAbpxuHu+LXNukzDs79r2sY3Plf4wg/rDSHQSzbXynvjPTZMRWt6ks7b5swHjUSLtN7Unf
KCt3T2PZHjTbWGMNFsRbNPHzoGqEj1UEFnw995H50TqTVQM0jBNeI8W2DYIGDuk84Y6N4YwIPFD5
qt+lYMg+TUogSZbOFwiF39CpUD2ICf0ZypZ3vWYV99w2zXi0O+sF56o+mon+2aISsQXXC2uhB4Hp
rJ1WvTnWMGCdCCItwTXJpCxEUrr1khiN1cFbMnsv53wP5zvylKJvjSJcx3c0JtpXub8tXfRgdGlv
MOVwCJ+qHr5iZlXGjjJNnfqVtPeTrcTdZBMVoXOmhe/wrZvELPVo9Fe1Kas1DW9WlLsx5QjPtFdP
ZMPB80dk0+Hg8iMF1PrRyo06IHWOfmltcjZYv9AeXcr0Ef1r4ljl+hSvrpMekG3CFpYSPZhmUqE3
EjFPipfp6hM/T54lgnXpnRNE5rBDc5umB5pETQdHlRkVMJI/QDdZswx6+yPwyCXLNAv2ikvdHnNz
qeNOzrqgBk7xLNPXT2EDCVPM2XiZl0qL59s5FMGKSxdbOTh4t8O7ndnQ8HbmArkVtFY49WQCmBvo
vtDwcmtngREzWv1iN3eGfYOJPZXSeHFAeWUOKYxt7rQ2xv+CWEfZz8tUcdYWc0kXrNlPQvO6eGpT
777qPf3CR2XvC18iuTDD7EH3/ZWNfOG7XJSXsQWdlSvXioRZPREoFDfElqDDjMRjlYLr0zQCUUSy
dsKy4eZt5C5zesbT5WHbN0eoFIERHqzJua6F/dK59kpnt8wGOkjbPwshVkgEzf69AW+LiQLtUIjQ
0pI6OiKRYRAt4jMXuPaJQ2irNH0nXOCRyIAzFKIN/2Jb1XjticlxZi8gz5eNtdxlDTdCnIXLTSMc
KOZ5MexxRFVh43EvGTOjD4ZuKuE0Vzd3lliwDdhYZ+GSW62bulId2CpOeRxSMn4CWIt1vG7NjVdW
/Fqj6gyvXSLCubG1Z2W586bxB5god0Keaq1s0flky20+aJmkvCzmyGixuCjbyR77rLhkenOwcfjn
mf5aObJ/IEhnsRIYoghuKn0s/LSN19l5uFF4wtJZ6ufWhHq+5JJQy0BWtJUeSEEFggDDWN86c5Rh
UQFHN3TOurcd8UP3R2PHp2zdp5M5UQMi941VzgrRxIDEPnhAgV/wfmMLg4Mxb9cUAsAP0C37MC3S
97Hth7jq6kOH41e/9s2p82Zx8dzF/UpdAkEf58Me/rDORevSPAaues0pdILyVQin2uPV5SAtEzuG
qSv44XrWXzwE4+cBhy0kyVN9J5F0YAOCJwOiygHyUReT5faOUur5aI3HDa3Cw4TwjQBcZidYs3YB
D6Voi7sp62dI9IUXT8jmMd+pp9gXnsZ8GLI9+xK0HN1Zs6ABMegKigY6xTOOTgqAYW8OqCLqoWLy
aWGCflMCQYpBaEGvaJSQPYX1Yo5xA/ZJOKi0PQKLnB5nv+wZAlqQc2ZhvzYLbqpH33mPPEfrbkzZ
1ncrwupQZIb24CocT7JuVsFgemUsblkCnQ96pBXYbZdST/xWVxvcV5b4M5JJyDVUB3usupjbKv+q
1hyOD540oqlUFZrM6j4e23p56SUWHx2A3opi4bM/XLMFvqlZyRtxmjIspBg2q6PIxu1FcwMstM/w
51jCIreh4MwHZXzCW108KiL7Co7hg39nSKKf2rXQP4QPcJAzko5BRmr/GJBOCni5cIgNYew4LIWI
/AEZGjPFoPSzWT4iBZW+D6JojmkB9LtQXrPnUrXoyxfTR+4PTxa3y+PE83YzwCj4ptqaG8AgZvvO
nAEbsudifiG5BKNktMn7mK/ZTgJfsimxcddsnhb3rne04jr2KRbhppVsqm8HbQAIt81sgDnSZjmU
ZdiEmgynZsprocPXvDHIARrafCeLIX+3ygnG8dh2OHwlzLqASHpFGWu0CoCO+xwsqr7zjparlctu
WsE6jzPX6mleuyFALLAPlh4sXY0sx6ZTGOMOYJM2sVNi4KzGW/8k5sK7Q7atPBiy5G+V2cqcwpUm
v/GYOjZmZHyqDX7zccD+3yHndm9zN9357qAF1aKZkenzadvksPseLBhBtZqm/RhkU1NTz899y8ez
WXvztklr5M/glBqnRou1sVwPwIryeES+cV94ZXqB54qBoHTxz+ZcG0hwuihTDpU8yFRPt1hb62NW
GlZYO+18wvRQ1Fu4+vQRCMkGPt+m/645+tVGcnUPEf6Tglg8t+CZpEZ9DHRnngPvxpfKzM8awFwG
usnrDetVVSme1qr5DsnF6l6Bt4soyAz00ntwJwnpPZSRTF94ZBgKrTeAdAcGZkNoLWbgIJClmsw4
y+DdSUGIjm7NhzH817DEywkB5iK3Y8PVtdMIhg3czMeMm1juqjUaC6jvMij1tq1ljkGllkf0Vj83
rY+OBmcIezFGDU6j1Ej18QCoR05TOLlhgq9o5tTSg1TKvLmEip0HP3mIxiuJFz8hXLMIBw4785hZ
qCKBglNtlrkHN7UDR0v3y23TpQoQDyyl2Nvt99EriiDj2PnzwbxYTTttWoB57BH2v2Zu8Vh2q/3D
1WV3dcteC9fSRmrWwkFqXcC4tDrD3UzZDFm3KkrmZo4Z4myFRgBvKA+T8JF7rRWgXK0jcIosiucB
II3Ay2z9XBRKO+StZqD/ZR3sEFuKf0IjC9iA+Xhf55URGD2cLLQFbU+tUgZrHauKWjfNLqNC9kCf
PC3orf6wckT0fYX07TB0PPF7tzkI5JIir5twjrJwyO4avHsC6FTnGqjY/3wyDIf7WSx3vkConI+l
TRF3Iupr247eTlamn6Ey6+gey515mw6g64PpJY9T0SRmUzzJnh9GqX3KsQCnJQcARoe1/FHn/UVf
0EczemphXE+9DSA2bqBzgujPIe/EheMADOOfkeJp2QiuFw5RJEsWixMm01vcXptRMyP/uw51qEGS
dxmlhQEw1UhJW+gNwXGCQVPTgh8warS8WXfReSKnDJOb2abMoUMt64TU3l6pPurN5hnus7AUqTwc
g1vCShsV0iJvQhwfUuqiPBS19tpHTglNrNGueoDixMEumvvZKbC/dcjJCsvdC7/sqNWhYiCyDGQX
y5vBL5jzsIC7slvZyO5lEoXudDaBISmte0/rX9AAhLMHytSMa96MHVPfpQ1IhsVCpqDOSL+zyfTQ
L/BIRkoAZoZSfy6IxbG0lOPGHfz7xkXI1SprPqBJD/wCnEVj3wJoRTrDnedKVEfmajwCUcZvTtYa
DHKaOY8csUS+Ob6OGdB1KVIiRVPEWOmHoFTmTQAsSTLMIEcifCzi3P9YARNB/g5e06Xu3yOOfOL5
fMJBAxYtVpNd80F8LqjnHEso7KJB98TB1oxPL4Ww15eBnqPdpVMy9ttVbCZrQLslnNqxY6KLe8CQ
8Ix8ipfbMcCvRFTZ8nNUdZI15kPapnbQlPrdmtrNtuB1se9qnGxvDlqmL97g8IL8Vo1zD7w3UNpK
7T4pLQfhBSwBKBq+4SYJfAxOSXw7eWDvm5rxURkSsq78bYR95JZLzdiAil+BIVOhkoSAdccVd2IL
odoeFMsODchk2vSND4qQu/qnxTI/rXqsrqVuzkmjtQtzMikvFmkhBhBZE/BsAM7byLsLX80lFmJ4
yWdsI/uJTyCD3GNJn5KqniS14JoTwx4Q0wJ2ra9ylgZQXAJDXAcBCnEXMHyQNSypBosyZ4zRlJhU
0/pSD8a+50O0wmSEtvOwrcrh1AwYgLmTlpFRFS9LY1/wvpPZskNH3IZniW1uafUQWde4L/PrDFbn
XKD01w4iPecZ/tA41Luu7WES1Ms7VNrurLmLBjNLpEOC2jTRF9WmoVGPuMNWqp2dojF0yM6wNHvU
OKa6nJOyBI9lbdGCXM3oL9SM977WEwezYcTQiKehOEidJBA7XQ3XquCDVG/nHn1/VhlCd0BXvzTP
cwE/NtTX0BeMDGUAZPG2anq4WFet+5h14tkpIBIkQr60s3Z2SsjSjf5qtxl6eVYjmVCJzHBaDFHn
lc/6WhyzdAZkQ8EMtw/mSj7oGQx8EcVGwrWOliHR7L8sZjIAo3vkabNpVJ6yjuR2mNc3tcCCWpcJ
ee/E5/cVkuQtTCHL7agBSqVU+uzcIgtHQwQF+EbgDs0NEc/7sFrmlzrTwRpd04OJY4sz6nrYtSnW
BsyjyodkQTb+iaOAEJHW23KS+bu2N3Kc8CzhPSEhBgAHL3J4ravpBMjOrl0RxwFaAyGDq/IIqQb5
bHeLOs8wddxqRZ4ffFjXIZMATz5eQ8VRWW6MPEueAGPiRsqsbuZK3n9wdx5Lkhtbmn6XWTfaoOFY
zCYkUovKkhtYKUIrh0M+/Xwg+9pkIKMzrG7vmqRxwSTp6Q4XR/yiqz/ZTTr8AKXTIENI3YVNXubf
E9chWyeutkPu/HqxcNdbWe9HQjkce365bg/4EN1NGjJ6t8OKIuqJv+jpFnpLP4/SU9zb3t7iy8Ds
TvcQm3m9CU3s0Nh5rdw7HZXkiGpG0nsfEqzRg95Drcxuu592llF5oElFzWLTdckVX3BLNFhRVO/K
XTNUkkvDca7NoXg2CrenpaEd4m76ZIfldYN+xqbT9Ue3m7O96dX5tgibT3ncPQ69+ZFWaLZxa/r/
mB6nu8aI5FU5y2nXOOKnjBqDxFwHH5661UtX9d61sNNnNbtXIvStQ9dYIVZRxrTp7PnJrOd6X8i+
upY9urv5BOS9NL72CuObAT8rBGTotNl69uTwRT0PpZ4iwa2qj7zjRGN0IyjQ4gXfYv8eZrtRhPcZ
il9eSdGiRQ0kVrHa8PoEfZyDk4/CQ9U531phfOt6jIUkPcV9XyfGRqbqU1R1P31dIWXu00pxnX1v
Rwn72HqMu6E+VHlLKyjXf7pZUgQaQjIb26M/52WxR+iAYbuYAb3m+Y1U/S7qBveq8tKvWkUzIstN
QkV1L7XBOtog/g9z2zyL0CDldp6V68mHaMT0TIajeysrG+isoryNtqfacH1a16L0tt4QVTt60PG1
6hP7MBtNFfgZYTvtc4rpIUmo51bFVkbik+Gn7X1ZZ85drJKbFum4vVdGgRGODynWcoQTPDQhCYZM
s31RtXs6l8mmzyxJBYgObmamD7jVAOdsdXOTelO5HZIkO3Q07PcxxjLbTKBuQ6s8ucoFRWvdhXyv
kRZswry/dXL7Qz/37n50hqfGAjGie/qntk1h9kY1ZsVRFV8lvfndGiljVAXisoDRJ7PM7/TIBuBv
+fnWsElUvMkiu8FSqaSKS2K3UFtS6p7Wp96qx7x4rKLasH7PZh02u7Che7+BSVf1V1bVednNOM7u
tKmbNkefz7YMuTWcPkPzT2iGcdvUMtZqShUNnSgZaVp6cFp/kDvq6PJ7WqP5ymdr588xpbrxqaWU
VG8SipHDkR8Ozp0i/6z2ucAn6ZH3PZQPUqumv+ZsFHJPq72mXl+g/hyg+ightIXws83NSKuk2hZR
U0FLcaRm3IL+ICB0Jy/+ilVpZN0r3BPqZ5OmGNE0+z5LbkcnqbrnXoY+gWtkNinaQcIpr8soRqXO
p91N8d7xOxeN4KbXj5WrS3rN2VyhuRdRe53uB0S75S4MK0paGGy2apeKlGwB26vegCYu1TDaX8pm
mPVrfzJmi7BmtA0ERV32+0MCeIJ9jH2NuzE0FJoGI016aG3CfwRNIe6ReP2BHvSjkA4CtX3vbnO3
TI4qawdkcG2wIGndBG0YhinbqYu+IY1YP2oZDgbIKqsZLKnOW7rVS0NcAfR4nnvPeSmi7EskvYOb
xhTAjXBrFh2yWJn1KIbil4WWgwYCp9ikk7SfaJxX15EmarHlNuzmT3bSCfEXQlbmMn7v3vhl+3Go
sYwbmvigReHP2O6MY5F7Rz+VR3jpW5r1t5OTGLswNcAUp9XiQo9KbzgnVB0980DzAmJVzw/LVM1X
RoEkoGx8YD+eGj81sxPUcqxuQmWSvBH23gzFBO7ZH82bwonjnbcsUumUFqVveZSaVV21o49wmlX/
KDVxH5t+QY7UXA81MR7Z0cgFNyONlpmovGkR96hr1gtFjxMyKM/4GLYe9/Founc5Dow7qpcTUIYU
8HcvbbxXOnCKw/y5VtmviqBjp0Z5TNs5DLy6SbeRQp05mZ30c1n7v0xMY6+6qruvPJktrqov8ZiM
Nz2Vr6emEQut3pOHNNG/lQopmyRueWUsjXq0hOp3SEnQyg2Kg9V3T5DQ+vN8sEf65GPcXoUqHvcl
2DWSqoZGRDNd07SzApQcup0/mfXeNpCvzKPcJUrwvnRxSqZctuNTZITuxnWKaIsnTkr5OAR0il/d
nfDks12K+gUdrAzZj9l9AtPnB0MTeTuaK/jFDGiTDQmazH7jjPRmWiNoezBeUrbkEimd2liaEQZo
NCl4ZzUQkU15xWmn7irETQKY5ldD44Di/oy0wzDMD8Kc9G2Z+Q7Cf5q5GcLsa+aSf7YJT1tlph8Q
zxy3hRjFnjbsh3ksijs/C2nr+g3R4KJfsnOKdPyEkVVBMANG6pqGdzeBtGDtN5RFEXhED2P+DjzM
/JEjYVI9KZ/k0KSqbxzKHHWCRzFVaYtEZaxfO2lR/5h7n3ogVneNc2vnxQzOPrc/Z4mR0GGs6o8g
25wbQI9IeVs0OLtZXs/LlbVRbZjd2aIuaYeVtzlwwW2jU3Op/brdDUtwY7TaHBBzpJ/SrMZre4yH
a7MNx2suMAJrESKmJmv2wb4MJT6fsjOIutpyqGEXI7OUbizVjeIXSV8JMaNz/D3SfOWtRJWsspvh
eowq+1lz3PZadIWJaYrmPvrFCOPNdVKMROLyOa7Ln6aMzDsOcYmyS649VVnxZHqivpJSsz/QFlkU
7H87Ml3UL9Nbt3e4Cmfbfqo7o+t3iRFqu9mN0hAMUDyrG+FG36y8+kjnsdtNCTysRteu0pAU2UyQ
KkTmb2tP1KZ4hwPRWNrvsgFjUPnetp2qY4pM33Zs5uGKG+LgOIB6BIdkj8XX1LHJM3tnOKHBy+xm
d5Gnf+h9ent6bhzpfNUb0x5ualuZV6alQQfRfSxNk+Ewi4y1H4Y2ecRepyecL+lHqhgXZ4wpdg4A
gY9mrbz7yC28lsSwVXj4SYihwlQI7WV4pMam/Din2Sf833m8u+YXCZB6BoIHyqEaPsRcuzO4q3H8
jevOCwWi5NDRb6FT/xwV0PxC6WN22g0vhKAplnzcE02Hi2jW1Z9nv/Apz+bDddjqfBpD0RMf3HLJ
LgY54OiwmUZfpbeR4zgQnQfvo5W59l0+OPkBIENyHH1zn4IDmvxixktSbBib+pZIUXssO7faF+Br
1a0XN6V9MA3tR6cLd0+dSFyZY6Lfi26yOXXssNAApzJIATTNivRNmzpuYIEOQHtZTWprzJlxP1fq
W+Y0wx2KItkxT9tpn3eRfUMzsr23xsZGcb78VbIfd3WXZDeNBLa6KcrotxsnIIWa/aCQdqdsPpmc
NL/5MOC9eahoWgRF0996mrcz/D4OCgtAh6Vmg2AccfvKQjyWHmdL/OMDzXCrQ0OjoQX5Q+v92u+M
oKMlZ04KHm+76C2CiGhT44MfqXuvqG8LE9zrnCEDWRcRAFtbOtkut71uH81+DVsf49WpTeONA1Jp
J8uGbmo0GDs3DqtNk4gwaKVdBx2FN+YL8Cvxp0+FoXAT9xA1S1klpIoxlkhTeBBj+qy1yNurbKK/
BWXcd8ZwowbE9QbDeayKPrvJS4eeFh3zJCzaG2xlkUFz64BW3biLDULyqqJQaWU4CtaZ+JrHekoF
RftpGdOHue7MraL8vs9kfzsMqXbQepwIkS4mPXSE/XspPuMu5v02UrXwrN1e7TNCBcwA5vmqZLHu
QrQiyED+Bn//EeT9f7tvnf0uIH4bJ/nv18Iry7/+X3B418WUa+Gv/qMF9l9IeNyz/xM6KXgIa3Hr
MRz+g38h4Q0A9H/zM9A+caEt6LATabKr+P/+H27w/8SnCYy88S/Luz9Bwq+UFtAPQ8dl4UaAiPdc
7ENXVBSAUFaqGeN8k03S6zlCGuWsarI1mCCW3f8SlYut4pCjfh2ncFYoQ5iNtlWUiWz48m03HeIo
rX68YhM8/oPDfy2AtOKkujovmoGCDJpNEOMRqWFxXnNSk9GJijDKxbW3eYg2z59v7z/An3t/kFMK
6NsxVlP3p96uXScT19nmyzf4YVB+/ox78naIFdNmcuuioZgkrtv905e7l8d09zhvv6INfmEqxkLV
fEVneLNeKzorCVc+4QAorm8WmuZLvGMydBj/obb898oRpySeN/NZM0ZDM0ZAuuKzZOFAc/zoFR3E
nXiJpzeeKbehVex8EfjeBwN9Wr1AEnh0tiHAWXSzNpZ9nRU+Ja9u9z/6ks6K6GVP/1rm+fDw4G+P
90Ch/odDmKcbsqFI34c5My8WHuGL2txjSXpheU+1DKAEeKawTGyzEIXAk25NdsdRl0DX99Sx8rBH
0agw7NzEsvBN1rzH91ds2duv9svfQ7nUNpFXMuCh2StSe62FJgCiRh01J6xeIkdcl8SmAYjf7HoA
DLcBtKRf2KTLmX09JqKIlo7OqENAueiPLkStVzzzjGx8xocNafTWAKiqw+xwYN8sRd0S10lc0t+f
40obghuNAQ0Th2KgY7g7LEKMrwekYt0gV2MyYAH3BqNLF5CPdLdACvA+r4dmhwFmeFQpsNtYNd6N
48g6aI2BNowfNSTJavhe17qst8rAUAawvNjlSTJStk3GeaeNIU++WxB0OIV/54U0hbsiqYJI1uJY
j7y+6Jd6V+AOihsN0BJdJgTorK5pDo7Z0k719HhPgQpgjVfk+7ovnMP7a7DQmE7W3IZmRdi66H+Y
AvHX0yWoVAHJnTbPwQJVePDzHLRlhWr9H46CFC3e7hgoWjqUqkUv7PVCTxrFm0yfmwOe3iYuoiGu
IVonL4yyPh6mbyAni4ifadugxPTVKSfTIoGfCvuglC8/1aLUrsmChw8d3ifB+xM6MxSAd0hGPNy8
xGvzHjMLCy+mjHyYIq+EoaRlH1Gn7/ZitrvnPx9q0V/EOtYhQnBWpwKihagSS18qkpGz96ge7Qy6
QofYjP0L98ubzYDKLC88fjB8LgBdqwUk2ZrrENDVwfeoz86iHnYq1y7RS9dXC5KSeNBz9tgKHpqT
61PXdpAgB78LvNAw/yprYyabzW2wKCGNlL0zZhV6goYq0gv3y+pxsm2Qv7aOtjGWfrptWavpIWik
N8ruw2MUkQsDgsvll9zJhuxQ6gigKMeTXxPiMSgPRguU6P3vuL7duG2Ehx0qwHYLUq++OmlYVMd1
b6NAbGRwObZzVBlOMLYV4FMKQfqz2fuRcWHG66W2uUuXM0eUiGkPmsun504UI8DeUnOB9FRJwLUb
faldUHukAbD1xFxBZajUhbOx3kW2Yxu8GvzBzcKZXH3ftshKNVmiCkY3/xnrTnWnunT+R6b4v400
1gfw70F8Al3LdLHlcVengptwbvSJJljSl/2jVcyoEWRmfZ2a8SX9kzPzMXXeCNYS33R4oaeLGPWO
MY3wSgJXgqQcPEPbePN8Sd/9zIRM2LBcxWTaHn7Qp6OkFXBrOEt1MJRmRZDUznlyiHw7NncUPNxL
tuVvh+NNh2WNFqBNaiGWSb96aztwcWOGuUMw6GAbK8eKb4RVJFisDvkFO9e364flJ+ZCbENeddRK
T4eC0aGq2HGnQA9Dee+EQM+o3I8XQulzo2BjhOAy5GAdcfHTUTQ0VSKvaKfAoFR/UEMiA60pf7x/
hs8MAmqE58K3XJt0aDnjr1atBZJR+Fo6BDX28/t0qKg7p0nc/fX+MG+uClYL/ydkuQhPSP9WK1aJ
kZqJkQ+Bxp588LomvDXpNtzVk5gpi43Tz/fHWyU67ALIMXwdHTYlDGuxOkyGk9dRN1Ujhht2hImn
0vaGBVwkLYpm1/hDtlO1MvcwFFABsZLqwqc7sxc9/I5hPS1ccENffv5qVTOuSy82ewAMDvrTYZ1o
dATgOGxopPcf35/qmS+4GJ1xxLgRdX3t2kCYXuRlbwxBBMMC85WckqAf6cklpcBzc7KIQeAAoYcM
IPt0TnSGrTS1/CkYJxuPDaV5bSCQVDCOFYNVV+/Pap0OY1+PDwUfDrAqiuLY/J0O14K3TDwr14I+
GixxgOfSiEddi6pPAOa1+3kui/YrRvHiZQiFeC5lZYl9Q9MfR6Mu99MLt/PKyJqQ0kX5FTSrjmM2
/rJr5bpodFM7HXQ9iFiHnlLv2PtHuozAjlH5s+WuUZPT7hOToBeoH7HcIYvdHhptasKrpZKvQNnA
6Bo3mGWmKB+BOftkRMn0aEIATHfvr9+bA8Cv6/E+O67BI/1m+UbXS7vCmqcg9QzvVxlqOjA/s1Og
B0znZjCjlA6gaO86b0BSTJ+GC8bIb97pZXy8NtgxfD13ndjhBVM7dtFMwbTwFM0SSy5j6JOjVRTy
S9jbyS3Y6eTCpnmzRRmU2o5l+I6O19Ii/f362M3drEaz1KYgSdL+W+b3WLJEWVuF+KWW7Xwhtjw7
2mJBSfjnGggAn45WD9koe9eZsOdJ+isv9dpkE7UNeMfY1C9sv3PLiSIbVyfS4bwIq5lx7MOBDtAU
5EqDGUTKxTU9JV3gVwleLZ457kfPi+wL0dZKdPWfXc/NgnyFjrqFsRZdjQ0rniHPwmKsoI82c5x3
R1NZ4SPElMHGV7zESYVac+1ln/VoqB/s0d1HpZWhlSvB9I99cmeQtuS0lSJ1yQn0zavC9yYKxOcK
qUe0k1erouEFkA86POqF+LGNy3Z6oUqvDSBAFwqCnl/KXM59BqSgPSrLDp9ibS4ZejDH9KHQAyd3
c9pJpQ/loa0+1nYT7TuJZno1uNoFKdGzg3IRUv8E2Eu8cbrP9Nzq8eoy56DBxhPnKfAYAJrM5oOZ
yPg5tnT6Qym0De/Cxz+zvyleWJa5hPjoyKy00sYGmCRQJz1IBh9iXAZqRtvn+O/9cvm4n9+/r85M
EjEJAh0XLxYihdWDrY0+7UDPm1A90DV2kcrzjZO43T3dyXLP79GBTeraPw3klneMiBGzcAcvFH+5
RV+9025vVbkl3RkiPj0J3B2gxG31IfWi/fvTe/NI/z0Qt/GykBihr76hiGPLov8KOSalb00+lQWY
kV3Sjjw3Cs1sn0mZPJnrErIOJWmkVWPgdSqrfufguK7vDM8pLmo1Lp/jdZFlCQA8k3IasiSL5s3q
5JVu7mthBoizkboO7FZOXbOrYdfNWytalg8NlOIFo0xboJWgMH+rpdlilhVLD87ykOveRq/huQSJ
SBx5YeeeWwcidM/jaqYg5q6CWgAvZZ0UtRGkuah9KBhIsxywvYfS//5nPXdEXg+0+qykqvCGLAZy
YLZEQNEaDeWwscmfDdmARHt/tDfZPlcciBg6v4K0jfLW6W5tGgXCMaOxi5KWBykHOqKb0gpux7GA
V9V6DwlS1Tu/sKzkwtBnwgkIB/R1oSRYur9+BybsUcFrcxdMhV++OGJW+hYAy/jMuwAKP1e+fhtp
IeAM30E2t8/rS6WOM9+U9I65I8FPnrJOVDyz6hrfbWGRF2mOTpjetgMksRZRjfdX+cxA7GzyT3Jx
WzjrOnEJJDorM4WmAPzPXZ7XQO0nVVwoKZx5ushQiJB4W5F9WkustlY3KH8Ejw8axKV2XwzYQ/ZD
UvzkIooz8LSh/eX9iZ3ZrKBigNpxMmx6bMvPX112ZlbFNXxxL6hor+9k5LXwR9B7IgUML+Q/Z2bn
80py1S0xMxXM06GIjASqOwYWsoVS37AyLB8tBFf7nd8UCCdJgELdhdhv3Q9aAnS8vNigoFspy67r
vk4lEXkwcLovzBl7EkQvTKwvmyJ7lEbc3MxDWT9HTdT9ZSvIC4D+EuOJzrNb7d5fZmMlMvp30EQ2
TbmROAG903WySxHeKUA/u0GvOix1IQ4qeYBq1zxpgBVd/FSlVR6FUyuA/p0v8SAcTeeniixfP5iZ
cgG7AQaxjrXpSrwCXX3qdkVDie8KKjfWEArXWgGtwlKfyhKnw22ShGayi3obiXa9nLGSBIH02dCS
4h5V9rb5Ys2ZtAB/GuND4XoDSjqtBQ+kD+fCPcLuC+uDlqcWkiCmBsIkzholtrMtbeh1/eSBqxWF
8UvKXv1FBNpUt7HpgD/JBzP71ECt1tjBykNZK2+rZ6cDiLxJW02fN3ULrHZfmcr+2ftiAK2khwoO
DdVQeRgmzf/S+ZCzto49ZnKXOb0mDiNHY9hqPQ5L2yKzwgcaRH31nGLrE+JICX95g9Vm5eCHCE5z
Y5MFGpuiEWa4R3p6/Gagjq0e0qSTd/0AwH0DF0h+S2sidFAMhva9RX1FXCEoMCC46zvTJ4VQ0Uut
SrjdFkj2FytJtd8TCMCfolV2c2x7a3hyoVWbfM20Bi4fmv60C6nPMdFpdKwneMYy2vV4hD7JRNcm
IArKf1RtbRgbAzGsn+iejx6+bWF9r/Swx1a0r/qPVdc54YPbRTwfjpvqzT5H0+y+A04ChI+C1riV
1qDJ/eCUxbcBcrp1tFqRfxwHx8gwBR26X7beTxF8owi6DsovsYH2h+78FJGBrrHV1GV5ExdKL7fe
PDbIWGLJnfMcdibY245f6NAWkWgOSUla+qTPA2iyomxAebo9NphbkVs6uMAinfqtMvXBRHCih9EZ
FbEZAKTEBXs0/SrcVmbRWruoGfTFvCezflZw0/xNZhiDt8082RfXAped72PRjT+JIefFPRgmTGmY
qEU4ZiOtgwRS8yMSevXDtlRhHCrZ5aCUQl0rsaQU2hct0l3w7m0un2riCMKITufXYJ9hHqkrVLmR
chhgxOmI0+xgiRb2PuKV/Os/0MAYxjbFTpStu/yvJ8qfm2hKwKu/fwWceagXUT/H8EhFwakuP391
06ZW7Tda2NqBPVgwWSTm3dk+G8f4i4zGAX9XBw0mUJwRQS0iYJdy/zMvmO/wQtoU3AA0rvsrhaWF
5aDXZqC4J+8lLYtdkefxhXvuTMRO2rvMj/yQPs5qkuPUKauyCjMwW60HEEiAwNMv9A6LFCzRSqwh
rNz7EXtTW/31/vqee154n2mMoYqxPKOn62t3VbTECmYA769BajlxcG629PnZqYWHr7b79f3x3k51
kVQFS4cuO/XJ9dMSQoQDqT44wRwWKgOqqoHS8puhRmUom6EXaK0zj4d41oh/3x/67VbybIoopqCI
SMNs/WjTdTLgJY4pFt5R6uPj61k/oiTTwdbpg2g2ReWV3b7DWmnYmHHsX0o+z9ThqNzSq1uyFpKz
deYCihLtGzctrlz8WiN0gZAq2JYJWnTQdwm094qcDj6ElrRWQCOg1g498hegq1tdfbR1CI0XluRt
HEMvj6IWcAFiYLbB6dfPtKSBBYDERCNbGtF+K/2bqTWc614m4vv7y/92pzEWZ9mnzeb55DqnY9Ww
IssKyZOrUliYLSBssReG2WFVO/gHR/Txhbm93WkkLWAGWHJK17ZnnY7Xw9MQCeoIgUjS7AgkSABh
nos7K52MI2xDA1tpq71wks8s6FIhhFbAHMFjrAa19HHxxLP8gJs7v+chb2HUuqAsO12/ML+3V5Pn
eVwY7AlXf9s5kVHsegrKRFA5tXnQ7C67VsDwD3/81Ty6M0jgcliXEujpKhrhTLZQd6BydBCD0Iy1
D2084KU96AOn1IgvlBFWng1LxEcoT0ON3iBHhXL86YApEnvDSNpGcdiscmpfguuPgobV3IxDYz1V
TQm7Z4DXUEBRhM5whEURP7SD9B4TzUZpUyCfF23SUGov4eS1EXxjq8jvUtMuQawiatYd29pRT6mu
+vDeKyf7qwon/+McEQpdWL4z+wEkAOkevTvsWdftbOBuhJaOCgMcc0YkZgw8yfaWzwbaTBHN7D/f
fgL8D4ULhlxqeaeLp7V4Dc1Af4K66cQEmbMs8EOwGvkCIL3SLmSyZ3YgiCMuIsM0zOVePR2tQSZL
8yCFBKqA+lxEvfu1cwt5AWx0fhSM5sAa0ZhZN2V8yQh5PoVB5WrA67XMSruP+uga4sJAZ94HASCb
9irvxHIhnk4n8+y+ce06DGYvQbuNcNkk+oMNJ9uucNAIcoc9nJD4NgEye6kqcG6jLPUA8le2PV7K
p4PnFIy1vjXDQNdU8kJEpMwvWWqVH00NEPHL+4f63GDUBsnySGJBjK2qH1ErosEfey3QpNI2fZP6
KbzYRr/qMVS/cALOXPtsfAq8ACuIMt7gbkZEfm007YIoR+wt75WCMm8OByWnHxBW+wu34plbn24F
wE9KaXR81/1kVD/V6BeGFtAbjx9MvZE7d0YUsM1yqO51r11JSJcXds7ycU5LeABVqOnzvFPPwenl
9OOpPlYjb7eG/krh6mh/6DHasY3ROvvObRFJdBEi9tFTLIfvmhmKo9m2k/3HtW2PSgvwP2ZNcWld
R8zK0S0chDwCKpeFEaAdBzKsjxw0RtElmvTd7EdRi+4rKsjvb6dzJ9QDi/xPOQnszOn0OYpx37WF
FuTN7N4UKBhsI9LZC/M7N4rgbNIAI1ylZno6SqvVsyNFxZfNptjbDDTi0Jnr/Na7MNC5HYvpEQEa
vW86FKvpuL1vZ04YMx2PclLqq3qLdMUvO6LoKqPiEvr23GHkWCwulRzyN3GK8pM0ry3hB0XZIiGN
Zij9J4UCV9r/G4eDJvrSfAWXxlZZXdjCocNtdjnqwZkCH9aJtHvS48IGylhA+9mUds300sb3//wS
4D5Fm53YF9uCN5dAxdZXM3PsEDAOqMvCNTZm9yMioNRDkN/Yv78jz6wpa8l769EkWMyIT/eKk1NV
X5LJIDccuEQhJKkpFhbVx7b980eQLgvXqA4Knyrn6uzTyy8t5AH9oE6d5D43y/i6c/v0+OcTIgQj
OgK7yN5fTSgCGzBURPJBhCjBjWhTtYftHf32I6fcvT/UGtS/RGC8DTjLLRr82BmuZmTmtTSGPPWD
1G/RVaW+ckCPGJ6L1F34oSEc4VyFSLVGHTA9FMU3teuLz9KaoyMC2uJCAfTMs+yTK3KhLaf/TdqW
U9go5Li8/6hO0SkUVX2sEMtFaQD93ESLMBeTLhEfD1pzYS3O7SNUVTmUy3l50ytOGtV6XcHYNFsg
tA3uCB5KlDawXFcbx/7CXjo7HDkq1w4X+JtkPLHgH5aWQ7So+fVV7I6W2PG5hsehnuBxv/+dz1xz
viOI6vm7zUFZfplXlRX4W/6ABoNPuAOW2hhHFGcs09qEoC8gz+n+hfHOVJWJTGkNglI2+XMdC7ta
P0BgUn7Q5rPCm0mZKCqgzWGjjBnqUju4VRilN9T52+xYRG0P2720koZ6KOKEFw7U38n26s3mV6EW
gTMbieL6ikgHu7VTYUPSSgfk/nyKMA3y3UUVP8hKUm6N8xRln3DWkHHU8iy76aGM/kZ4rvuCaHSF
tkGXI+IpRrQkeReMojjqqvOuJ+rqw6YLUTXc//kXW6KLv2vzS2vy9IuVYRKN+hyHAWRp+RsBu+Sr
nmXVVwBz+bQr0x6dq/dHfHv2SMVolS9JBSnt+irwOOdODMccVMA8NEcb3vXXEKVWfQe8Ilf7FnHa
bAcqx/4wtwiPXdgyb8+D0C16ZDwd+pLnrt6rzmkzfw4zQVxlSdSnKtsuDwRB8WMzW8q5sLxvA4xl
NBvII2AbbpzVaDHw305FwgtoDwhETvPyqlP2JSv5s3PiqQC2RsWFjXf6Eds8kgintYySxfnBmHt7
V8gyPoBOHC/s8bMTIg+CAgUoEfjj6VDxVHUxYGUvyEOgND4sgaA2+0t+RGcnRCxB9ZDSDqHZ6ShG
NOlzO7leEHsSMXnfaLay11G71uSfh0p8IfJpKpL4r7yBwZpW5CR4nVDv577Y4mcw7WsEALfzVF3y
Zz47KwEeZnFQB9a9+kxlQZQNC9YL5nj8bAAZAo09tPD66+HC+/b2Hl5wVp4OpQUQCFHn6folDljD
2R094F2VukqMUhz0Ihu2o1+aMJ6sS9v8zHhAiYF0AgYEVLYusCC9a5ZgjERQolJxXekInDY5XsGl
heG04Q6X7v1z4xFycqiEyV9rNkSZlTHRA1qQ9L70x46G9xPJG4YXYdE7P/WwSs0L6diZbwcTAggn
sL2Fq7T6dtGgZNZptQhirZs2STWgvcPa7ybU+y5ckOeG4sMRIRBvGm9AXZ6qFCgyC+fwchbXsaPa
HX2gcVfaZX9hqDOnmdIhB3mJg5Y48HSfZH5juYqXJ7B6SrVKtmjuoGmzff/GP/e1Xo3y9yP+Kiqw
4P7WampFwNEAgomGOI2/qX+ZsMIIxsJ19//GeID0Xa4PqrVriMBADDfR0+VbVTO6JWXlP03uiDfc
WJUH2071Py+0CGoskDx8NgY1pdWlqIneo9BXicBDrXnvtei3uMDyaHWN+YUvtnyR0xCDSjAc2aWZ
TinYXw3VOWlLVFCyllKHe43pxS6z2ZFZMaN1hxl4UOMSsmkM10BWQJq/3l/aM4E84wNSoBQCxI6m
y+mOUdWcxZbL2g5eChE9QYj/NxJ2HZ41ifBQljLdtnqcmkwOR4FvTkMUZLUfCtdsr2vqZLSchzgt
LqzKmZiCuwCcJ2QXkFXrwKuUU9rJ0fIoPjkTAkBuZdylMvS+d13TDlt6zz4izlbf/WU0Dn3g9xfF
PvNNaHXBdqHOBp9wOdCv9nexAKQbn6jXldoipIZ6NWRi7er9Uc5dC2wuC/QYBEn+B6ejxJFnj4lG
78HLmuleIk27T/tJ7MRY/3x/pDNRNaQQgmnyNAApJA2nQyn+0UyVRwQAH/qHoQSysTVodrjbsczd
rzj1pegFIOt6petk3L4x0PJV2qVO0pl1hSgpcKPlin/bJ+jQ3ixC5IiD0o9Rq87qftNP5R8D9DHg
wwXQomXlgzFc3+wSRxZzkAba/GWahH+XSMBiT0LlFyLPZdVWR3eBp0O0oNWw1JxOVxWB+wVcgc8S
VIMqRH8E1dS9alrrJdPsxDuW2ZzcWYbCxOb973nm/jVJ8ZkdbM637Y9J0n4vq5z9mWfGrWK1MbqJ
ozs7kggbYyV9IUY8u38W1CEAP1aV5vPpTL3KJEbMDEolttV/zURY37ltLGiU0ECIh3DcOwkxKqRX
/9hmaXEYDHVp85ybND0E9g8yAra5rqGMtprnNqGV1SGx8RXpxNY/ul6R4iJTErDv+Qeo4b2/0GeO
KCE4ugp03XlX1w8PtY/BKnweOqG8bitn1NOsyq8PqZwumVafG4qxqN8s1zBR8ukSWw7Cf50T88aB
ZviI6YD9u+VydjZx4UTNhZ175noFsfr/B1sO6qsLTteHsXQmshi3i3V7i+hC9rWbcUIaAZGhDYWq
7iOID+FtKnDCY/D+qp67Bkg3lu4+Bk36+jYyFx0wf9JEoJlDdZ/Y2XALX8C8EDKfW1Cqe8tFYy6V
meXnr+eYEU/U3cT1Ojlyb1uYu2DmY+/jpg4vLOe5CVEupY8MXPQtd8aOo3nWc6KusEsx0ECGbCdK
q/o3RgGIuaTYSzf3DTJApTDtUCsL4ryIj3NWVLs5aer9+x/n/3F2XjtyG0sYfiICzOGWk2e1K1my
rHBDWJbNZs7x6c/Xe240HGKIFWDYgC24hx2qq6v+sEK8wQST3iBpsSqh94uNSBV7LGc7s89FlZYw
7rTm42QoHirJJoU9M0G+LpgEWLkRbWWEun0kuJEa9gY6l6aUYVIGHKycqn7JYrR/gzm2NlZ2Md2k
0vIRSY5r01fE23zRmYLcFloxG/OSmer00ije+CmORnu3MRHy/v0lvL8OY0r0LaUFR5Y3bjeQlQ4T
RRPLuyCuop1HvS5ReRwRvrVhD8GU0v3OycKXMMpG3xNdf1FbD31JUCIbicISE/L6SywIiaiJyX7c
azv8l608WB3gvBnJvVSZcNjMRFWnu8G2omqf2xhvnuuw7L6rilpNfgDVyD6UuCvWR2Om0uon2NDF
Gz9pcbj+/4sA7ZJOuBoJpAwwv/wii8BbT1YSXJIpSo+1UZjvjHhE9CwS7UanZW212Ywa+CrYn3Aj
bodCIi1AMy0KLrWUMrDaKj4oY/XGK/X1g8jzYdtRO4BDJX/FLx80TnlgNFWlXOxEd3fECKA3KoA/
HTTDvpzjfx5vrrX5c2jkUkOiyGM6i+G8LGqLtHCCi0u1eKfWaLWXubT37JP0bVSm/3+ZBHKzVjrV
6cVSFRS8VQwwlIsyRQGwrSZWfNOuy3d9M1uGX85CM/zEEvNfjz9xkR39f1y6HiQMfKXqLccVWdAm
OEZe0M9wTnWn1FcX+f4njG40v4cHgx4yUsGPB32tvy0PrUSOkZNZKq+pxahIVPcmSlvhNSiVHFnj
snBNFBC9Dn1pavKQxQyju3ZuOBp+DK3mn652vX9cB46qj8VCgO+mmpjK3i5qyDHtUJeJ37lZjdpe
DekCL4F0+GOaPWXcIxg6YlYSocrld14Z/02mP2a7IqPxf2wLq/kalH1CO7C3629qWwXdhwYdz0tb
2AFUiZLrddcTwsKNwCU/cTkFhCwoNjSbKYQt4paDjwvXAgZnIw5ViPuPTvKumhCBrhyKsH4maNgI
L/F+jFa5JYiydlgR4pMoFsKzvawMpFbqeLlWBReCWHToKqM9ZVEQ7R+v8iIVfN1aFG7QgKDSLRt4
t4e1yCwAqsMASLZC0txSa/UwsTynAEl4FPOMZOPCWea/dwMudlWN0GwnelC5jVPYlzoCVmQUc4gm
cAnzrphRkZ4UsU+xk5GNRAyNo2wL/7n60fS0iVIUCqi03350KZyymvJChoyyek/zpz5Gc6jvlMrA
rMwr8jeHeMk9pkTGHIOO0xavG6Vq4l7QZ7qoeV/tOFbtHpe17GBLHcnH63kfKm6GWkJNCsD3APfN
4FJiOPdjzmZQ8FOHeE0zGC9NBZfVKLJq41Ejf//tMeGj6PxSTeVS5Ql+O59VUtQG9lwck1hnPrGK
26lqNh7cCIFkKg6IqSZhku88pSnA82LO/fij768Axtchz3JEKSwuGbtJQ5Fz1KVNgJGJ9wIIzDu3
q8r5EueWuUUQWR1Mcl/oF1IaX35s0zfous+0nZMwTF+MoGkvihOMH9KijTfu67WhZCVXdkl4hC9l
FEYzRIWpTqPraGOL0GIOsddaxCSbxNzCfa8NJcsZAAbAsXlLjriKgxX+0XN4xVJceZowRfvZGH27
dybsxx+v1v3pA5IMRIkUjIY3O+Z2t6RdpkxcO9FVIJ2uoEHtW8YQHhEpS/aUO+bD4+FWUj4JgQai
REfGIfdbjFc3sI3DwY6u1CjdP/s6D/B0D5JdoWTaoe8oEKoNJmcdzjNY40bJu7Ls0t2YaMYG1vL+
NpHAUaKsSpbL69u4/XA7HURf9vyQYGjjD15hefjQ19EOTT9nh2ww6qGVIgkmvfXHxhzIi2p5Qn8d
Wl42v+RkSp6kVt9NyTXw8PDU8ANFYvegWknyPOPkh6dAPSNvDWQdT4pMqw1AFa5bXgGvqEfMBaQp
MAXxrcCxchvYdBpRc6Ea/YrFu/1dY5fb9J3r6Krnk9jneYNJrTJHx7jHsszL0vLJ6BtMDPseZ5a5
Fqe4GLaAvWtbn7uAnhCgR7CAi/2hoIOQBeyR65gFzo4ixfxt7pAbqGrb2FiHta3vIm1ADgfPFa2q
28/t1bCKqAITO8r5i5eFiOtiX5dL9wznU142WwFkdX5JYEhWeVAb9HZvBzQEGEsSR3EN4g61B4HS
qxtNmeF3SEzvCyPA66MmbkG6Eu+tKkKsWHhbnNa164FMBtwjzy7tjqrcJA5iG5i6X7Uqdr/PAiak
JBeeUuGKE6RsdwfqOd1HRt4ebBXl18ebf23SyZEg2EFqgVWymANHi+MASenoWjHUJ9MFXD0pcfbk
DIr4I9U3S3xrVzDPHqqZ1J6Ip4v9VIguMUo3jq4ZZI9jGc4mQmFh8w3XW5wgaINg924aH3/jIwGV
cMhVh7tikakOrje1Rh4SW1DO/zKWeEHkiohfkHfzfKWf59+48oEgEseQV7DurlxzmJI5h1BxLQfs
Kq1umM+4vHyb7MC6jFmKl/nQ5jz++u/4oH95/K1ru1qjfinZHYQNUGC3u9rq6QAaXiFfJiquEQIw
CFaLKAFyn7Q2tiK91l0RE3SOYZ/g1Ymq68e8n4WzkdfJcRZRVSqz0d1CzQzC6GKlbRTWRYre/DWF
huFjjSA+lYOibqTMq6NI4DAPaok2XXytW9mYjLtleJ2iysCxzflc5aO5NacrlxNvdnp0IL8kWmjx
LQY1EGx9IoUcVaFUSslowM5rjtrnTi1L1Z+oFlxVVzhfOcUpvVAM0UI/75Wk8dPOAMeoiGCu/ckT
IT4JOW42O9rsBYJ8orJwRMz7QPhjkSTK1gUv783lMgAutAioEha/TJNScm7MiWkqYdKCcZci3S9j
FPhdKKqRqZ5j8p2CNFRvvwIV7q29447qE8ZN5d9h2wXvbDRSMwSlg2LcyMZXQg+wSLpvqNkAN11e
LQNNJCBYinLRlRBD5Ko1jmIagp96WqhYHc/tRqhb2yqy06pCVeHpvkyE2SqOgktseNWrub9aekAF
utMx7Hh8AF8zleWMc19SFqALxs2yiDauwhONilh4zVJ0CvBdM8TfIrDNz82sV+yELEiBCiYi/Fvv
HG18ViZ818wur3ss0qkOvRhTkSDek8n3SZZb4zfh2DMWSK5OLduxUrf2XaWfvsLGcn7UfdyqJ23k
xO9tV9Lm4P5mnwqg1dHgtzT68NREVgaOWVfI1rJd8qNwKnYxvB5Nqz5PrYtH5GQWxZORpB7ee72W
fMonWMrPqog7wH+iC+uTrpfDd4f/SfJfi5g3uDwDsjmwq6bEGKTTq/DTxkyubF1yYR3EI028u0iG
8XqCX1GLzY06GVcVmYCXAcX08+NRVm4kjfCEmCQwHh5Ji7Pde1EBVKQiWMeF+lSjpfqEV0lzRS4A
lrXifYYCq319POZKViXbPIj+8CClz7WIWtCSGx0KjHKZ8BfeQWXNLkjqi30QztFGAFg7Zex1uqG8
QukvLT6PKx/nixm1/Kkq/ik9t2dNk+lTZGK+FoRevoXAWhkPRDD1A3n/0VBfZHFT4OLgM2YKYvm4
WPpx3U/dsUqhOuJ0buDoCz9WjT8/ns+1QeGryvSJ3Ig2zO2dh79EWk1dH1zaCNuJedB/OGJufBvj
71NWzlsN2ZXlg/TCXAKaI7AuK/aVE+FrOGXBBRekgdw7lNGbP22ZOwRQ440VXIlbiMRSxeWefM0T
bz8uNI0yVKuBAmdRtf6oFs5lJKhsXKQrUwicGS4q3WyqFHfJsIkFdGnrUFLU2WDFdCoVnwBgCfPd
5NXob5Z1Edr7x+u2MpG0fsA/qNC2cH5abE5YBVaj6KlyqQZw/y6G78ekxOgo4eG7MYsrQ9FjQWkL
WCUCj8tmTtpg/GvEWnr1qr44OjxlMdY0RLar0s3Apa8smUxyecgglEFqvTgEsUhsRZ+N9OrgsZ4f
+kBLvZ09I7ztW1Zf237Ek/KfunOi7xjidRiIaT0u5BiSmv8mSVw9E3HLeW/UNOIOZaKnrHso3CNe
3NpfKrA1JOy9EuFXr+gCSnND2/zQel39iTerDWmiiIdPrhPjPv14vda+iySLxjgcTyg2i9eCOXZU
C0YluZaRB5eJ87UPgMBvROS1UV7rLFRAUCNaHi+Tm8gaQ97jljmn53JAStIzsJ54+7fA/EUjkwSV
9EPeC7+8+qcQnTqQPek1y8r2XSRRjk3Rjhvbbu1bfh1lsRO6imEGvUlxns/cvTHa4qjb2EY+/pa1
zS3DEZp8FinO8j5JGCVrlTq9lpmqYH9C7YheXHE01bndiBP3Q5FqU8d8LSVCMVtsAY/kzFZHM7ki
yZFfLaApPuYK01XCGzdeECvFKTkWqBdUnGHIWIvJE1WVYZ8dplcDPHR26gIDT9pOuIrpA3TvnqvC
cmIfWSaAC6Gl0hj0dafXTN/MjODa0oYfNg6AHPE2t+MXveKbJEYQEvLtpgFgPtAtjmE3l1b+BA49
fKHGqfpuY+H5Isb4JasQexmSbIvaszrviO/oJCuoVS6vuFZ32ggbMUaeVW3elTSSf1hZBxPD1cut
/XS/a3m4ciykDgSt+eV+wqop7Zq0Y9fyvvUhJIt38Cm70+Nde595OeTHvBChCELZW0YTCKUDvdg8
vaqY0WBNJEYr26sFRB+/DypiXiXa4NmmOLLV2FndWVD/gUJKDTwW9HYdaxUz7MZIsmth5tPnoKjH
5zSNbfWQhVr+j2it/o+2yZ39mFjdU2LgJbBD+aJIcQrFfX5jU60tLaU1KWsmK0D24sHAzi2Q5g3S
azWXf1Yicy4CXcC9muBu+/YZB9AA4lru4btCiFFNetvZIruaUZRe+tJT/5iUEVvYtGz+rL0uPyLV
V280hlcqEg6vIEli4K0HmWsRMsYeVGUYK+k1GGvvhBG8BaGhHP/oHP3nVHXeKanbbpemCAKiaWMd
CkRQNqZ4bUOz0uw06hnyPXG73hhPBcgvOMkVc8fo1FV4ecWe6x0eT+/ql4IcQG4ZtMh9V1gx0eZR
Ayu5jl6d/mG0ee/5cO1hNGOTLDSoa8P0rmjxPXLtCOukvLSHz7MeIBL0+JfcVxVJpnSwV+DJTHgK
cj5+udwCfQAjoyUkIDMm0h44g3ctTaIf+RSNz+M8oqZbYuld+tUwhodcS37nbEv0nNTsls3hRTkf
lKmpYeyaXrEuM8uDyx34NDT06XfJENiV3yW4oe9qva+tjU9fO02/jrz49LZxB8MpYu7CurKeqSta
XBn0EIwksjd29tqu4tLlA6U4LWo5t7M8UsoMsypguRsPA074tEHsQ4zq3qjIT1+Y5QQsAs8Epgn/
uB1IqAMvA4+LMDB1DDeMn6YV/dA7FKFzryk36jIrYZkIQWykXCqfcYtw1LXqGDoIG1yTQdfjP+lv
JF90DMH194ntBCdLpAXw3W4LrXf/AJGSRrSiiBUwnpblmdacTLrLVnRNm07nBpjJ5HdBTLkq0pPm
Sc+7/sObDwlkJAq00msBpNfi9YFIBpa/NWVhO8fANPaHatCrd67SKs0hc4v+46zqvXGs8igV/zUt
N9IxG8LW/PPxz1j7cKDEsHtk2+NucVMlm3Xom9E1YhOc46Aq9hpg/b2qR7T/o2RL/3Xt8vPIqtix
r+jI5esky8y4qmf6SjV6j6fasZFOF0m9qye92dmGUu9wW7uUYZT/6Y76tE9FUO77aDI3FBnXNhoZ
ADQtWQyxl5dw5MWdaVJ/uRYiofCYdqaSSd/d6a8Kr/B93+E/75UaalqPJ3x1XDTkgRxIbNSyRGHz
dvdyXrbX0BTOX3Mp9Bc8wbTsYNlR/65H3u3xeCthggQWRWn5er9vHwPrAW/QMx4oAOdgS7tGby62
yCsrcU+anUD/QZSAptbi2ApPzzyeMtE1tpRol5VhjQ/LFOynzH2jZLwMRwCVuWBc7DN4PC1CbM4l
XThzHl+9eYjtXdXWc+8nLRBeP8OA/vh4+tbOB4RnaQABRwJdidvgVym41jZCia8Z0m8cCLAoLe3+
szdHP2ZQUPvfGA74gsQ/SnLGItaG8VyY6K3GeJpm1YWmtLvPB6O58IhLDnFgNafH462tG2UyWTCW
UNjlkyLPWrfTFcbrh0ZcAbnPh1bLUbc1Vf3wG0NJHCX9dSohS/1chIonJRo1bO0z0pNyznXU6xrt
C8LfW2T1+z3v4kQiq98OUQ2q3e2iodrneXE5vvbUyTQ1OzugFblFoFlJuBgG3wkJYVip6mQaD2rW
kWFqjMJ1TMxP8mEDExPWrEgN90Pl9dXJmaPYxxvQ3NtmXW/cl/e5lvwNyJbBlAeysQxjY9yOnYow
wNWyOjZMqddn2P/Tu5j13g34h4Ctp2yO+2kYHsYp3orn929Sxoc8jroYO/augK22IVQ83SUL0Zs6
9m27fkrcpkaTwRp3HTgdv8fz+4/WSbbkdFYXmYNJkcug37nsLbVa02GvmzH7mWgPcxwVpyaHIvHW
XftauqafKWEheD7dbiUPpF9UJQ3fJxTEKPlTu6HWnH3Y1FsiUmtTqUFqp2P5am+z2LVsY01BYoWh
graAqea0x9YaMQRUkZieplE9gnkcjjArrU3p7XsYOJ/Ji1vnfYZi0LJJ3VRmq6EpFdOJz50/xsKM
/4GTClZX9gr6E8XDyAIVoETP9MZwT49VTK+oXRaFb2ii+fkbk04/BFQQyfQdGCM0+j7H04UkMLSr
CXhVHHycZ2VsMFOuQfY+Hm1tI71qjlPtAUK83EhjWKZY2xMDg8kFfzFMoftn5bZwgB+Ps7q+nFFQ
q1jI3AG5SLCydo6KmGd/V/fHuCiTz26vzz025+74hMccj3sS8RTpa9MINgAur5I2t9UjlpgTStrB
rqV7cLuT0fRKy9bL4us8z1XyUc9QaqKLFs7Iwul1p37JxrK3BMKp0cAsxAPJlwHczPB1beIRieUX
htuKHedYCEfA9/aj1bjNOYWx9BWLjBKBv67sz800BfaxzKYxOqtqbwT+PJnC2JjM+4uLbrIkRkhj
DpOH9e3XWA7Gv0WexNda1bNrhg7qvnWtFJF6jNMfr9tqnAfgzelAj4ca2OL9rgeSpN338VWAeHpf
9Ag+oGBVpIepVOdDVPGqda1hwgcoyv51WwFsTqvfXkTgg2UrjZsTFcLlB8dt1IWWNdDpD9v2ZZx7
ZYclobMR7tbOAlkpMs1SMPKuWhKnAkVhFzxBllT9Bac35VxHrbtVIVhbPcaQQvp8Ek/Y29Wbe7cv
NHui7Vlr9l6oZMBN2yUYK4bORp5/n8BRgZC+vBj9Wrw8FlGVWD3AHhlIbuayfdZaXbukJjXLsdf6
/Qy1b/8buwVAI+0sCl2UcRbnrEvGuUHTk6fkbKg/TMWc+kPr5L35lGpOru1rY7CwzvPcOvW9PCkQ
a+xy972aIAu1sXPXptkm4FDnJA+6e2tQtA0Vd/LCq4DJg0FEHVxF7DnHOEMD4PFnrw7Fg53mK+fk
DumBG6DXTD3Y2wJAX7/XUrXRnhHrAUGm9TRkH4+2tqg8IqmdsqD36A2RCfIbJeER1Vr5bgRr9BTG
gAK8KDD/ASm5hcFdDQEANzwpAU+hdFmW0MsCmpbBTNrBoKd+GU7pk9GacMmnBqTAbigoFQROGf45
5SKuDmVQh/CQS2OrGLMyzwC7ZPWfxiVW2Ivd1TArgxFbPOeGedxl+Mp7iFzb8bnPh2rjylgdi+DK
s4AeKVWg21Oqpx1LHQbiCgZZP9to7Rw8Z0CtXIMp8nhBV+IOPViKS4xCb3s5v+FQmyKd+ayimNVT
ljXlMVCDLdLI2h1IigPpntILV+HrMv9SmTSmEf4vLIerHTad6U9IiP2jxaH2HcSR+2JoeSF8KBd6
/tQVfcllaNCK/tueOTWHFM7qZ9yS1O5gVkpxLuo2VPdDGQ8I6BralLoHzRz6Zhfz4EZ9P3ITiaxx
nQO+yumWlsja2sB6oWxDSRn56EVYM4uc1m9BM1Sx8UWyKlfz0yxMzomdWhtHe+WwAYMhdErxW1ou
i2Cd9ZHR60OUXvFYJYIqHSr+NZyhb1GnjEfDDCZt43ivfpyHWgNwKSBiyye+aGd9njKSbvyDpueu
Md1TpYTthTbflh7fSlKGuj1YUNJeyYFefFw5FXMP9442kBtGH5Tciy9zndjFick3n+G1Oddmjqtj
CQ1yC327tul5u5DHAP8h5V/UFkb83uksMnY0D4jTgpI8tFbUHh8frbXJNPixXOmES+7b21NcGL0W
tLKdhk1GZfvgjayrPijxf/ZsbonzrW0VAJ4A0Hkq3TOjNCWOY71p02uc2TG2daJ8GpXwI1pLxT53
3C0/uLXhwDdIeibIfahSt582RO1Qos+XXvMiM/cNt81fYVfqvmL26KYZ1lYHa20qqQ+Tg2EmRcd7
sVksyqG1aWbpdc5abY8AQ7BnS+b73FC2OH5rewNGPpcbufo9OIX3yqSSL5DuBX3wpJV9dYjDbHh7
goCXCGkt7x4YwMuDBuy560yX6laLQfOOMvD0UmC45M+KWX9+vA3v655SQAqgOxouEgu6CFhJXwBb
KtPk6tbtfFSIizTBhPseTGt2apomuaRVsOVwtzqL2KaQLxMn76CzOdC6qgoTAklFqmyFWs9dVv58
/GVruxDmCOVIMi3JXb/dhWNWYuoBr/VqAK/FEKZGT6CajuHUV3tFyzfmcWu0xR40K7RRdbejYldE
1rsyzf6OqyT50HL0dmUzvVEcgmorArAyeMBE5NZcFghRPYL8kONmP/UwFDowB9htQRENC07Ab8wj
aGEwdFJAZfkO91xQc/HIZjQVxTtGhp6ecfdqd1EcqYdajG90W///p5GtysCxwo0z9Nlzcpd6Cw42
6ZFUvrwGCuZhj79qLWaQOyGgwjV939AqzabIvK5IrrbbewcLruxhokB5Dju9Prx9KHoKvFDprZAk
LraGS6U4HWzCYRjr0bHAotzYK/RbDwPwxGxjsLV9iDo4k0cpgYC/OM9FODt1iJr8VREqTEKcLHYR
sndXdaY55xTN2yEoMPC5wdBxQhf07rLUczd0gZql1wQ5mPdC69VjVDbq56l0jI0lWwlVpIbcK7x/
WbNlbsXuy+pEFsX57OZapGLKMCOz291kt+HOVjIbIFDdfH28equjEhmRyKIEeFcfVzAjyypnjq9N
3jv7iHfzKTVi54gtk/PkdFp+nGdc+B4PurI7wfTAYgThLAvzi1UssT3qy7hm0KlBrCifxcdYi5J9
po/mm7FbJNweNSjIPrwoltmO7gjTQ2gslio+mnsM7LR6HyYAGS+FzYNm40Gxsj2JIhLyAWFRClws
grIeVqkhAl7hSep8r0QVnHpUtU5WNCiNTzt12GjHry0fHQceZgh3eHcoYCZxzvt+pHOjxAreWV6/
09FMORtC7485aPWdqXZbdRR5ohc1PfkIkJ3b1zRosXx65Xa9HRQQqLB2+uBo4wuPV/sYoUyyc0QV
naYwH09j0PxGJiTH5FGAbOJ9NUrL6y4Bb0L5TQmbeIegDhY22YDpYm/bwW+spcSQU+MnWt8VpdBM
9ESRqtHVsAsB+y8G9b8rjVJQAiuwL/3g5lzvG7fRSuog7SpAm0phHThEtxsoaKtM5rlQ42Rjxfby
9NkNN4F1a6PYhGvCqESBLkNNbFewlFoq3VVmlftkkkXGst8SAV9punPe6O8h9ic5UcuPiRGhL0Er
gt/TSB12Pa+9r15VKh+wckgxk0NQIvebvMpLX4OYsw9D0xII74Alwcy13agrLI4KPWJ+DRFAamoT
Z5fCg0EvVRCFZqHeq3c7tchSX9sf1FxQlQOA6D8Occvazd1wcg1+efSLvMwiNQztc9n32t9Baxo/
UaHqs2NX1IO9y2ozQahCFH+ylUzkbwynNw9eMFdbtkeLYPv6Q1hiKOPSBAWU1u0PKUx9sku7t8/K
ELdfPaFFO/zJwveJlYuN23mxr16HotcKzoDrmVqRcTsUokbCzt3JOQ+qAtqsUed9KPD0ezy1iyD7
Ogo8ShJDltJBs+F2FHxCh8hFQessxARusHF1UOPhiIJvkX+ozF5ssO5XNg4Y41eSBXRxGAO34+Hq
XralF9hnp5+7pwBC7KGeM+WFGRh3o2XlR66x39Asg+BvoBpJMoAG9OIm0RMvIPNgUKNNAz/JS30/
DIp11jsrelutWs4nFxZMC76RV+0rsv/XnSrmvk0qwapFJZB9zQSHUhbhSbhNssOlvt0/Xr+VDXkz
3mI+U7Wb4z6OnXNoR9GujnT9hcxtRPyyit+WaPz/0+Dm0HtC9YYC3O3SlaOTdvhJ2uesjDM/xNLx
/VApw2dkYjY+amVTykcm0HpAcTjILDalZyBxhHFZeBkKePNBNFSHunHbp3lw411MZfX0eBIXd/Dr
l8GShx4ju4d3Aol9lCkGGtzhxagdJ0WtJU0+eUrvBUdkj7z0IBkakEpiQ39qk35Lo2rloAOGpxRO
mZarcak53YpRRVXODS9d2WgHq0TSlCSlevtBJ2qR2CB09Ko6dLt6lp5GaVUZIdJ5bfmOm7d/Lsa8
+tZnWmbtYjfOtgwAXpVXfkltXqdVmo5Icg6va0cu8y9nwRmVatCqSlxQvRs+5VrafAW+YBhYHGSu
+a5rBnwztapA73osUUf1rb4RwdVKe+w7eiUri70edOapHm1zPtp9Ws9+5cbgyAfFdZO95ZY1PFhN
2m+mShAaH96+LUisASdIugJ17dvf32GNapSWh9sPtD/hO7riHINOiA9pBC3CUxHRcZNGPThApDaC
/9qxJvLzTKJgy8iLoQOnCFK3HZWzmqnD3utm/RRk1rhPinHYqNSubT9KVLTYEAiViM3br1SyDgoO
N/elM9z5SoNyAu/bbEGbZXBY7gUiI6cZOqa0hbwdBd0qV83yObrknUi8E0Dyft5hEpq23+3A0L+7
vaF9GxVTdqmF6b5LNHRD3z9ez7VJhcYIaZK/u3cmEUbqtbUZdeLiamN0oHsXHCYn/KeZxBYGbOWW
o7VDXwttCF5LS7HiOIlD1UTr5Yz1RWf7IgrBf1Brr+edyPAVJMX22oG+80Aq9/gjV2InchTIjlK8
pfS4FHvVB/lW7BvlbKD63j1nPZxev+4LlHIL/tvHxhRdtXHprUwsZE3p9UV5BKMhCU355aCPItJL
L06UM/ain9OqzT+rafYZYFq/sYJrH8dsklvKKsLdsUgdFAY1vQjOaVqPwqf3O2jXanB6Hi048uSH
0SmyLcm9ta+zWBTpdAmIcLl1J1VruzYd8GxJW+HuEwTbVJ9nTmz4zljPG2/slbvo9c2CuSQleJiU
t3PpdErKDYVLSz2WenjyWkfADZ16aNhFbNXFqeAq+Vc4afgp5+E2bWyf1eHRKuJ5z7OQItTt8InS
C46qG5wp8SmfNS/DBzt0min1G7KX8V1HA7A4m25c1JdqHnrlr8fbdyVOwLNAJIkyM9i/5ed3FDK8
tI7FZZg0o/vXRdIQxgN7j06/PuAXTGcuznENTjrhA6eoEYoziyHeyEDW1pzZxz2Iyj2o+cU04B9X
TUmJCxiIpfAp5cXlu2mHw7YTZhuH5xXlvwiNtCMkBI7jQ21M/pZfTk+Ru2kyKw4wjcpWwmevNEL1
SNVO5KhOG+alcIrSiPxOaZz0KGw1a6S6TTzuVD1MnWPVZ3V8csY8vFqjonRPg6JML4j/FPbG1lyd
FPnqA/AORXSZAFrZUKoeBBhMSIfO8rsyCb8rfV+buyCpC3Pj0bd21tmE9GoIpLLtcDstWRLoSZDg
6ydym/eWBVnPNykwG5cQ2sTfEednOj7efCtXoWRkA0yWSJM7+XHyJ0BQoRpdzEnLjsgGFcd5sLdQ
tLr85YsFl0pZdEfxSZPC8bdflrhzNBauJS6ibkX2k+6GFj01ljZFfg0SASlEQw+969R6VH461ZmV
S9ENSAYGVjXFl1A30vhLZZoCrcjaqIenIO+7FzFE1Ddbg6b3bppjZ8L/2O6mqx47Zf0xQt/W/lex
nLb1h6wcyZtwDi42dshK9IARB/6RPcIOWSomN3Bn6litpaR52f9XFGN/bUZQs4E7m7vJjIaPrpX9
G8RV/+XNK8eVQKpEd1RCDhdTOguriEAme+ekD9pzMBn2B2ccvI3guCzCyIz2NSbg3Qnf4y46DaYG
Z0fVoovioUpz0ezZGdEVhgnpVxMonecOVGW9A24WqrtuRoXxmFlmox8NQ0lfSi/JtpBta1sWiQtC
FcALMrhF8LA1pVEHw44umhOUl6iyy51IMfl7PL0rJ5+UjQKX7BXQF16cxarSXVjnbnTJHApdKi+J
D2CdypMT5dq3x0OtfhDAUf5C8OAuUZyzuI7qmSnWw5C6J0qgO81tthgIKwma/H+zRzHRJsVe7JdU
rRIVGfPo0na4vSpOXaX+UOMuVJS4yJem3j6HmihPv/NtTCIAFl7tywCazr2RVy3xRYfVnfneZCrx
vqjcdGMOV46hZZukYxhm0PNb1gqDwW0KO0zjSxIKXpN8I6rlkaPD18uSPBhPXuBG5YtiVP1nM6vi
LVz3SuiGFKVzGiXgSl2GgRAeKgzvUMbRmhct1f0dwIXyJa/V4Jy3rTg/ntfV8UgbeD5LT71l0jKI
JiypAItLZrXxESFm42zOpbGPJjF9Ucd4iwC0Mh5NYvQZcB1CW28ZwFuEgrEmrsJLljQlqKLYAmwb
5ei6RuNZrfLfuHgpYQMzAb1GiXnp8+Gg4JjiZRBeph4BlLlNy+PETXWc9GDLsnrlpDMUFzwNF6q7
y2SXmykeRJWEl8aOPOzzbP2pUkvtUg5RfXm8aqtDod/OVqWIfPdImkfUNAqd53U/qPlujpv0KahC
F3JJN2yIQ64cd7omVFJpsbAjl89pmm7Z0COQc5kna8qf+iYwar/kRW3sy2puM38SANS/WqC7xcbN
tOLNhwABbnOA/Uhp7zanZiWVbmFXcynmOKlOtGEhpI2uV/xsRKs/JaBrimMnlZv2CC9M6a4FpWcf
HTsS6c6OkdDcKUZpfukb4Lj7quucd53NvzjYVhy9hEDVxV9vXxgKAeBxHC486qaL/GS0bWyueu88
VFa4C43QO1M7A1+VZsrGxbJW2adiiiABKAXE5pZbWzHxR8LlxTtjbgqNrq5M8vxiOPR6WOyySojD
kDXjoQrg8Fe1UCGLRd1Gsr/mLQToEmSoKYGF5C23HzxOZWeMYENxLTOTHMKEYsJ7i9oOsY3MqL8B
oYi/tJnSf7Hanj9gxiLnrSmKojgqM2ItJ6edPXF8vAwrUYaCIEhu5PhYh6VrW0q9TOB1g8VkXSfP
kRPO/9leOJ+KYRJ+OQXl18fjrdwaEETJn5gA5DrvHPYGJwSFjTvEUNPO8ez/HC16L2r7uQrtL7Vm
/F3kGDw9HnPlYNJJ5kBKDpbUDbqd+WbASxd5cnw7Q6P41gTZtFPdVj+Eo0P1dy5/qoltbgSDlbjD
3uZhwc7mY5e3sI2MMVipAo9iL/5GlandNVmOOwuU1o2NJV+Ji0SfXEl6oErmEY+K26+za8surMTE
CiYy+2intKgn+I0Nr80fqI2qfhamfbIvhFb9COu5CVBlrZWNKuba51J3s2BaQsW5O81FnaJaV1FQ
0EpFz3wnUe2XxrEC/LTtttpCAa+ORqC1SI6R9FhmilYDrcE0KZYMETq/mlWEf9WWiHcAUKvf+bBf
hpKZ5C/v5j5S+nDM+uCMmlZ+qjrlmwGS9zhpyfAbJ1Eyq0BYgA4DxHI7Ek1xTY+DDqvpbESYTBfq
u7kmOLhT0e7csTFPj0/F6iSSlLI3oeuDtbsdrzRQNlHB0p0NNWkiH9AuiGW9abN/DW3Wt3DIa2eQ
x8P/ODuPJbmNpmtfESLgzRaN7mkMh0Mj0WmDkHkFoOC9ufr/qfk2bDT+RlBihLRghLJRJivNyXNI
aei33Lfk0lJt1K63kUi2LVgn+zktxKsHq0sW6MtS008WENj6FnqVRyIuex9KnAr5AEGg7HLefqgH
n9GULArX3xXjGTyP+woOVIVG3WzOv76mVPDoVjMyznXc3EVlTu0FUYTo2oB7ugy0b0+dGatXbXCP
qr97X8X0CBUSaGkY29iY6mHgr2emda9ZBbKhULWYu7cgosDY3RF8ZM/FEFnQbZRd3LtQdGK4MVtV
+o21OTgfgViv4RCZ6icGnIzC1/qpe08e0oUKzOo/Jgm4OPDge68G6oNgj4BAEOVsgoXYzJR1Qujg
WiVRpIZ6E5UDMKfJ/p+ax9G/DViILoin3PhGESA/GuDdW2pgFxKwzLfflSs9WoO0HDzn6hRL8aEv
7PlSu53tU9w5IsbdNYVyAOIuLDdoq9uz6lRNklr0ka8VRIGXVhhr0Ixp9qx2+n9QNWW2gdo9hiQ+
Z7Omhr6QfCiY6jx3faltYzz1yMLB+Ctmf8zaowO7c4hYPCk/JfF5d40RVIrKIV1d9yr1MjvU0qz1
S4PuX0slqop/IKDD68UAifU3UXb1DM1D+r/Ht3Mn6wfrwJOMl5WC4Zsrs8RQABgV9KQ6IJdTC/48
GAvnCFKxs4UQytADpXYJSHXb0DPcuc/1BIHTYXady9SYCbq7+vwkGBc4uBZvFafN209cKxmiqO1a
99FU4Q6VNXjedRzUbLxaU5oZpc+Ao/ZXgzaL902r88iFtGLI2//FSm+9rLOZvmrQXtZfV7OmPWSO
tTO9TsbEjMbUN0v+VZlGpw2zfnG0kzJWcfG+0BLIWmt6LlBltuurPXaDclqmNltfxlpTf6O53Lco
ETnr8LQu0fIPY/VjckqjTjcu+rSgBKVNHexZEKWmYZVrsSXLztoStBA3JM8w6vrMxnvfmcJb5k9W
OXvdSTdSU7vCcpr/pq1dbPudhh5XoHde9W9nDjmyoHVX9ydRlLp6Xey0/1OpGh1y7njgKLlNl3y2
M3eZ/drOzDLM+7EZ6TOYdYpKntfWJ3UQ0KIpKi2ys1bU1uq7tWu+Cm8R2bcKANARZdlOtI3oENko
t4ADuL3eSzuuYpB3jrIPFHiTqEMFvkcfAt01HPXySLZr7yyCvuNJY/oVnqPNHU8JQSNrMl1Ohup8
qjytgBMOqbJR9Q7u1p4lfCBUezaldNLgW8fVj0raNGsSwwpmZlBXDmUcn7QsdruLnorySLNvJ5zg
5SO+pmKBws426EXghqKQoynXAbzRhecx/t2CztoXWWIHglGogNLqL05ByMIsRtETpmcEZGp7sxu7
bTroa+lAjlMXsnnRq+5V9gckFo7GOvacJfBe+JTgIgNcuNm4zpnNZYI64JqAgxnpCIFTfXKtNrX9
VoHOAMm1pULLKVfNZ30cnPkkEsdoDkpee5sKnEm2WzXrXsovSpRisWfKaXUyxV+QOStP5tq6XwsF
Dp7HvvktCtu6Mk4pxWU0Jhky2XxxkbYACEVPg4pAcPlt8MrqD/qhTu3XeWomlzxfp+UyQEOWv1tT
RbzEPQ00XwyZ/T2DS+0VqQmvD43cUsrAWaHc8FV0vEZEuxVTfEpjoJmndGYgHJrzof3S5GXmnqau
V1Xf6jOlOJX0Rv4EHSK+EqqWykUnbX4uPCdn1s8ty3dtHKX/QZ8drAzq3dALMTyxPcczRSsFrkbl
6qnFlywzvKd6sQ0/V+cjsPrO4ycZ6LHDJDxP8Ca96EehexFomeuQ9fk5Yu4+aKs6PdjGvVILtVha
jXQu8Abb1Kyqa9NrC1OOg5vzS1MZMLBaVeSPnsYSi9I0/6pHZr5mO/s+jUl6jgftwBXtOFmJwwWX
IAthZFK3rkgbqPSVnsI1rYz0qphZPvlVWq/nlkm0i5aV8QFgYOea4PaogPPYy+mhje/rVjuboO5V
rhmCsH7JlODJ9CSDn8Lb+/ia7O6ihAFT5ZPtr80tadaZod7BUK5W7JTX1E6W6+S11gF+cs8KibUE
izmwBG6LQmnZMJE3Rcq1i83l1LVIyeo9qpePv2X3rEjsHUQF1JwJYG43qnKV1J0XKtxq1Dqh18Tx
tZwN88NoUxq2vHn9l561avvQb9kvRmGtiIo1jf3p8c/YeUqkNJxkdQOKwNTZ7a+YvanocyWl7p3N
yXVZbHIoGGPOhKYr1Zt5eKKvdtT63zMqcUpy4FISuWxy0obWTWHGE13uJLbPsapEz4bWle/zJGuu
Y1w2n/WhOZrw3HlU0JbggOIIkMPbvl9t16T2PFdAzZK0/qoliXGOe9SCotVIg1lpi3ezQCAwmXk5
tfK/aBZLvInJUCSgobuqjZoueh1bDfeSLuD7sq/LQPPq/0UulUbS/vmXrwp1DcAd/wdnv+sPCa3X
al3vomuyOvrvjrEkp9krl4O7f5eZSgIHYFgg4RmfZwLu9vQsetM3PWX/q1d37qd2bOsPg6d3wZAP
ziujAQ6y9XUf+2CXfjnRwDSUdGSl1BclVunWdDF4kWDueIDIKRlUf7WT5o8uWtfFd0orOuIVub+t
uAJKGrAuGvQzqdvfmosX11wZsZiuAr2UyS9gs4cS3FOr/jVxR1QitZpC6Gkt62zxGxIP3c/1qSSm
tiwhDvAsO8tOgsz8jLw9BEqb+yNEb6uxKEe+vfRWP2fWo6JWnqffRDO43121GcxL3BnORNfFIpl4
7DN2zFNRfpsDJwig9nq7FsOaGONEC/xK2GKcqp7Ckt+vdueXMIa+dCW40TrPnWd9KL79umVdUtkQ
11LR3norb4DysZvaiQcgak+ZW+fv1NJsUOosyulJW2P3Xds2QwBiOwofm37jsLoJ0WCmBddIwE0P
hXBlcwIit4uYCLE4AaszPsOHa2YBUrF6oI/J+jRrnfJSi8H4gVzhSFsl7S5ChdansbtVNvlav4Mq
4e8hKo+G8++8qSRn5jnkXyCHGAW73Y7KKFc3Efp4HSbF/uqWtgdp7eo8MdqwwhicGF8GM5++PF6O
uzCD4hvTwhQUsEgFbnMG0FKlWNnpw7XOa1U9G3OeXzsnST9MXqUgN5waZnLwYt69y7LeB4mR7NhA
peZsT/2UcQFjuJO8krzX0tPlrFIGPz/+sF0rUuJOVvN5LzbPct+1ZhlF3Xht28H6q7ay+gPlhSPC
tD0r5Gi8QjTUZY/kds8aM3fLNqVo0U6u9dSNc3WhQ3fUKdizIiktVRCy6EVsv6VbLLNexmm8mr2y
nOoWibrJSfKnxyt2D9lhY8CtgKzjLSCW3yxZ3VCpsKMCM5PjPsEMG7dBGdnaRxE3VhrUAO89nwKI
9QqxV/WxQVfMDRpaVskJzg/36Om7O5oMhQC0YDaUgIaOgnRfPzUtKqdPakdr1iusA5nuo8qWpH6f
q7CW2F6lK3SG5+Wfx2twt9LSJuU1+ClgvrlrsvV1BesVALCrQnj6cTD77rWooyOBjN0vQ1qOARve
dR6k2y9zmWW3RmRhCGHi9VSZ3nAVQ9p8BpWlP2lIGx+JSdx5ehrGXDUp3Sm5E7dpaTz3IPA1a7mu
uSnOHnC2F6dsxW+zkdT+rMXOk47iyTWGQulXO4jSMr0E/vDGUEu+/VQ7pRkETEK9KkpTXxALSD+Z
C70E21P6I8ci/183nl3a4j1j9yQodpscugbyy32trFegzea5jbzlpW/RQptas4gOnNh9IIExDaIA
wAqSMMDaeOuZDqHT2/p6nXKl+WZMevKOeNRN4S1uoSIfzS7V/L6z+r+n2DNfGYefPwhBRfAghrg/
sbJBK7umoG8Zat54IDfu6zEWBPl6o5cfGQfpL0ClmE/91YsB5wMoF8gS+TdTMbf7OBaoXwuHI8sB
g3k7bpbOPXlaPB/l3vd349bQ5nXINL1gqMhYr5U+pz763trZjpWJgbf0bJTZEVzvwNwbAPUnJ/PG
pW+LZb1ajJ35Cep8n2roICOICoNG04+E2O7eeJpqAHXpjMohWEBnt8vYrghEJVBcXu3FXs+oXndh
aprz0yTWBhE71QgREBuD/7B3PxndLGlZLpq1muN6da1Ze1q7pXiO4d8+OIj3t0+jUsIFlJVhTuMm
kshgrzBtqIyukT4vHxN9aSCCE9U1Zt7hwNT9mSdy93gTuHw8EdtXV1FE0nfmaFxLWNECMwHrYg7d
0Wjd/QdJK/JuU3qGT2jjumTpEnReY1x7kTQnfckn5F7m+rd0oAz/eIfuT6EU4nXRSiKUuM9phann
UZaqxnVZVxROogz187WDIKko0oARfvXbY3v3x9CgeUQETnmJSZQt+UjP6c7tITGpDOTj01SozR9V
JdagiKEiPwuU6Rof0Kd6UJHZW1HZMHAoxgAf2taDUcVrnaSIzSuQxyQA0zaeEGuo/QqdsoMzv7ei
FGUkroJlpcZ0e9HKeBGNWgrzyoAiTMHQLX6JEbB8WYW+/M9bqN0eOEh5iW4fH1BZRE88CzxB9jaX
s7xCS+uE6dJJT9s/c8iTmucVpofSN+qi0olzOwVS2bZwTjAUKWFp6tXfj3d1Z3llY5dwibiCkFeu
yU++DCWKLq/T0rmukab4g+fUJzOLtLPrivnpsamdG0iZG+g/n7zT4V2WhHZVXNjXtTKSJ+bv7AD1
C/f82MrOJkoFBmC5UJPcT8IxYmoVI26UsKVx6NFZxYXJ/iFgMLV+mvJZOYqTNp9FS5YXDu5Tgk0g
QFRCblfQAQ5Q0mrKQ0os7osVFQScZnKU6O1YYcSadxQoCVDc7VHJ28Hwli7PQwHE+BVtrDZYKzf+
/HjxNndcfgtUa8SwdF5oZ919iwlRUg1IMjS1ckAaNdPOw5r/5YzaWvsmQpiRHwOJ+LVr8GYVZAzZ
HcVkOk2b0Hboe41xizYPJwtNA0E363mMDKn4UIrK86uskWPKQwq+WrNi42Pm0lj7L7+BqWvOpkT7
bzHVimEuM48qXOiL6n62DCKvOXIcv4kjcbLTtX0P6U3j24sovudmW3/59YUn6aGvR1ZN4ik35qdr
WOf0gNESr0L6zdqpXSbjR+TYjU+g1p+gny/fMyWG1/tlq8gWAmwBCUX5YjvdsE4tyigIT4YrU2ef
4l7Vnxp77r526uy+F3X2P/SYx++Pbe4cZM4XrXuHbtd9GUeryrxf27EMvaoxPjSV0viJoubXx1Y2
nlUeKXAIPMA6RRvJTnK7niP1iRl6ijJEA9P9A7pekZ2nZsrqK5FNG8PeE0PSPIpY2H5WeVZ7rruo
TT89/hUb5/r2K/gFjEEYlK3uerVT73qDZqHHIqsK3yNz/HspFwtu6EH//bGlvVV9Qx8SIeLIt69k
otXr2iNZFDZR1EuSYOuyGnN24MF3vwcf9/ZUUGPeBIVJlyatCYtP2AlyUHqRELkZkUPKohzhnram
mGKWtwGPB2gWDuuNqYrZLAJQptGsqOrP2oQWwjSBzaPrnASP127HFJYQ9sL5UUdzN0EoAbedRnln
hBrF49LPpiF/yprBXs7ZoCNb8Njadqf4MOoFEORSm6Gz/DbV/9NNh3hMtYTi6uE6ap3PubHfr71p
HUS7W0curdBWklMNgHGJnm7Pv4BiXQpnqmGiq+l7IKKdn+qF/QJUYAUDodanxci1P3/906iRvzEJ
UuDa0vxR4owcM1XVkNtfvOt4TMLKG5xfdFry01DioIVE9ZtpuM12ueSpurk6WiiDgA962RovRdN3
H7MsNn9vkPeLKHzzZP8Hs0SFsuMAvw1v/u2K9nHRoyg+qKFm1OonJRXqZcyt9DLahWqC9yiTEVZD
MR7hPTbxDNGo5K+iVEgpRo6cy9P703kx+TR70DsrHPPU+twaxoKU6CyyYHJr8+9ac0b14ITenx30
wEBwSh1DABBvA7U/WWzykVDXyexQm5l5G9VuDpbVWOhm1MOzuZruaXCO8qZtaeTtMwnzAY++9em2
nymZrcwRzHOYoQOe+bPaasUJ4pz1WyfyfkIIrbWioFNH/cIU0HrtNfKcICs750iR+d4dUJshPpWx
HMOO5ubqIC9lrVrRmGG6rNklypw11NXOOsNwX18eX5gdU9SDpEYPWERGkzemSqfHZ5upGZpMb0Wp
279mWq8GRakcDcXeex0YxzU4UWXsLS/Q7SnSur6rOjrSoU5HGdLNyIrWk1UV2oHf2bMD1YTEf0ID
zjDjrR1dNqKK1V1DaxbVy9L3ZbCM+lGitilNysNCIxfwCMmoTS6x+Zp4YoWs2lRDe+b8B+vcihHx
Pph1L9Ax1OPJ6gfxF0MI1fI0duWhRJchL/tPidvbD6Ac81ZO4F5uN27WhTnENqzOvamNaESU9AVP
c1a2lW9rzI/5lrowf2AiM/xZ8obavt4Y5t+KFXvfPbs2/lazefoeFZO2+m2kFK+0vHXoZRPVRN8d
hOwfGdXB8U9dG7rPaBUuja8OdENDo8rjD4ZXij+zxLV+1HqaNEEe20p3cjpn+KO1xPrO6LJe8dN5
npUAUA0aJY+P7Y5L8vAQPMvwFEphvdtNtoSLyDy129CIhyRYUEcLVCVWTm1uLSfKbcNBMLe9JoDX
wZVKmgCVbjNh3a29rjDgtrQrLxzGpP3iGMl6MpW8PilFUoePP83SNzsr5cmpsUmkgKSD23a10zUv
3MVoZ/yQUJkmibTuNVecWX9dwbg4J6+d+3dmtcQjdFNp8qPq7Gl4Fko3q2eGw239JCbi+O8C0m/a
4LlanFpyuj/nqPHSf1or917UqSfA9tG0t+1nmC+sJkBJRoNwR4+t5EOHziq4q7YeqtO85MD149yO
AIgQKf1YF2+1/bpKEbubc2Z5TnrdtHOgdHbenZRFs4WfrHnW+eraNjFIXHX+Zil6kqGFYfNBfeG6
cZCIqS4/TtPUXay5H5dXMyqGzEeYJPHo5Hip8bHRY0HQEI8ZxYeMZlKoo1AUP1UDD9I1B38TnxUX
oa8vj3dg21FiSEJSApmwRNJOod26udwQVeowMaRrCFVfWp2dRbf+zWJrNHwzK5gHtzI3+tCIQeQM
FuVjGcg9+5b3cyECSBbbI8HKbSohf49kViSJ4PwRANyePkWryJ36Xg0pyVTppaFKNPoMoeZnzVic
yO+TjMkibTGdIlhM9M9gbljng9BKGvnZ4XAsJWxb1i0lmdy2/+nEnT1W9TIQDg/D1z5ZtPQMOilv
XjpClebSFrX+vSqKJT0a5b57mTFNdYi4h1CSLvPbfv0UDtgRAYqi2GNouC06uy4SS6ufTFX8h1pl
zniCnWZRnu1eM4tQ6xXtKz6rXfwCPdf1oDG0swoE6TgckkfSnDvGK7pCACXLMezoxweVpgpfaML+
2zPFeLLrgtqV08UHT9rOgaTqglELyiHGg62N++GgZnpVV0M4dRHLYOe290Hj5DWBmk8N0D5zFrGf
LFGlvi9mMk+KBg3FLUXUXXJmNFVUBw546xA5ksS29JKgwYPZfesQkxLC5ymLltAsK+9DPCgidNXJ
CNam+8UejryNrLY8AISDYE42eViOu2SoYGLsZRkEvWTojGu7P0ost2GDtCJryvSjQDUDs7i9Y0Xm
rZGij2q45kMRJGvWPmltbh4EtjtHGQCoVPKj9UXfy9h8jIVbmdyMhyuF0/tUiEF9BkDenZ1m0AI9
K5LfZ2CMVdq885TGftXKcjp4yu5PML+AQQyyW8q9YCduPxSaqCrpzEUNh4lZqbTr0muDCA18tJET
Zka7IKAWH82fvIFybr0HlVB2kGwSqhckI26tGvC+wQJrr6GUP0h8Hf4zdKrmsUkuQzmrKE1njfmi
0Io9afrSwfZkqs27qk2T3mc2KH1OnFhx/NGZlDR47O7fpJ3vfhvdc7pAvLh3j3see8KM0bMIGcjV
31Visgufw9/85awegK4xG4v5KcGjiqCzzMX1G8ujAqHCi5Oc1DmKS+a3mQ/2l3oqU79zukK/tj0x
lxwITWbfVmq7PRk9OekpSib7G/SH9uy3Na2OYNCb7qNNhgXdT5ZUP9KiRbB3rpsxhvioKP6cuP0f
ZtR0WuhhCOr8Ftrb0ldjdfp3ZGq68BU6VilA6hhu+3w0ko9mERc/1KGvxfnxWm3DXnlLKPKAi2eb
zDvYm2nXUer13Rq2lha9qlbpvBQingXQ9Mz7pzSK4d9miIb24lSt/ftj2zsux6Rv/XZNSQ+3TnA2
lTKOlnYK66oVYdSpAHCULPqNwO+IxmPnjkisHQw+JLzEAht/a3ZRRHC/zuGqLt6Hps+K8wK9xWmK
a/W5xMcFRSbyA5e6XVtZMHToNlD+RU0C0eHbK9JZViXKpClCh1jvKzTxUJENMI4b721llh1XvRrt
MBaJqAMQcIf6gtuPxj4lEyA0jDI51IY2MfVE5AvNTF+H65ApQTeMS5i79XCeKrMIhkKnwzb3xkFv
bet2McpkDIT4wDeZvd3Oh06iistSjFU4xapxMSJUML15Wg+Wdnt0pBVJlQJ4RTZKtvOaRj0qgEyi
Mky03ET1p66faqQF/FpRxoMbcvdW/58tak9QxIOv2g6fZzn1IlWhutw1STs/GW3UEMQ2RvExn9D5
uNQQGb3EdjsuwVjrc/aiQxWlnNvFaaaTUOGwPvBve0tsEyKgpSDlI7clUzxHPKDzy8ePc/l3oxPA
+KmtHY077ZqhXyNjRI7Ktj00zF3W0F+rSFu69lM8ZU4Yja5y8DE7l4TXgxSM8XPIZ7b9gibN9Xb2
mjK0Ri8z/JKA0Q5wO0K79HEyPZtLMiu+GBXxhIhOoR3s7s5HEogR9oGas3nAN4+nNymwo3VrG86N
bfyuWNX0rHmDfhQlbJN7zhAlTNIMya1KAXVjBojrREmuaMNYMdUvntJGH+pWdZ6UVoNUPTOVU91D
rD6Oa3/Je80jPZqb3y2lyA4iz52Lw3AATH2kQ5Rzt5CFdB5avU/iNmT8qHwdbav8Bj6p8V1kVJ4e
u/e9pZW1PuoqkKbdQa4EMT3Cw3YTDoCpz2MJrRFn6Bex/3JKToOOgsIJkTSdxo2Tg2ePKM9zslB1
yqlCw9ND58+dvJE7SrtGhQ/Y7D7GejTFv3p0sExnTQ7F2EwvbSGrOdJKqmigbAIoF382KA/5EIcN
B/xsd6uIFV5nHhBQgPQxN49I5LV96WqZgN3HGfwSQiq/XJqju37v5KQZYKrE3sgo3h3QIo9R1CT4
COOx4Y4vBewXvtUWXv06ZsUUfdGJp9Rn+iWdcRnVMYVFobBK5Qz0dM1coOtUyg4KJ1uaxbe9lXh8
mqcANThGtw9oVJcdAhadCMt6MRBUqVTalYsZF4DyZw7cuUnmon8iHVLFuyhJJWK6zzKfQi8t+dk2
uh/aArndZUWt+PeurTMCuzhLjyhR7i4Vi0fiBNkB1F2yHHr7O80BCcZRGBk1V3N+J+wyDecqjz61
eeEdPK+7pggmCPSpH9z5KwXxHKvw1iyE9ia7onmp+zMp85WCxZfH13fPEv6YG8UjBix7k9jERcWs
ZNwLLlZh+73R9mEezQYMnrlyfmzqTXDh54BdXmKIx8jUJNAJL3m7gGPbZbGniiykl6n/U5kAsiER
MrwvCoyACzIwefFHwx78IYSK+qwN/5nra/Gg/oBuqM1PTTuYht8Q5gzvrXq0PvV5bylncjOHgpfu
ln+pUWRq/tjNxtfKHaPV13Mk9oj/jOXoa3YXjkxaTu8SCm19vd5AGcFkhwidqcpPDKsLv1Hb5jSC
4D0Ig/acAxARMkvWj7u73aN5SkoG5EVoppp5XYclfWFGMD5oKexZ4Ym24L0kQQCSdLs7TH73Xu44
IrSF5wYigcG7Shc7eHwI9qxw03mLqYjI1/LWSoe6AKjRIQ2tYrECBIKMC4WKI0GjHSt4bIaM5FQ1
wdPmpKUQoyTVwopNmR5/nBGcDix7KH7daWOFGJWsBjqI7dOwKPZUGkOMFXVpzxDeZBczmo7UmO9C
J+pVxC6QO76FT1uccat4FeiyDF9QNotzduKsq/xodl1YaGNJRmBSy3aEohRBOjjFwfO+bx1+FgIy
QqgtoprKBooi/SpCxpKW6zC6JeQlOWxQHvJG32b0yc+pKow/1fxQO1weuI27gJKcSu6bF6QntDkq
iWNL/I6gFdwaQWvEjQLjjrYa19lVq/daMk9fS0Ys/+2VzPmnUa1/Hh/VPfsgmvgjpefoGd/atyMr
K8vWy8KxLKrlQtDnttC65YMb2h494/dCb9pPHWOfwxkH1paBsbpZdbAB8lXZroLHP1TLGH68i5xz
FUhARCobJupYPBlzh18m33Y/95oof0sykerPjdkdNcp23BtVdFiVOHRswvbUKZU7VR4QuNCeLGM5
RcgAWX4KXICZb+gzfv29I4fE70gEEz26bXhn0IJKrLIMK8i3dF9bzfZz4zbxP7Ox2EcR3c6K3hjT
b/c1M6PGstqIhH3IineKK+LAoq/id+KLItTvVWRVB6512/bi4YO3EWSvRwjJB27c0YCWZuPVZhZa
eZuNfpaL6feuLBixK+ZUdSWDdzEfaGZtufNkWIU4IwmXLJExZrIxWnWo04x1koWF26yfvGal0pzO
yxUVByOI7XIChdBkwSxs7Rp31Xhi7qY9Ez62f3VLeUS7srfovJNwAVGvk2qOt4vO6UnnTneJM2gC
+nTjh+cZVcCXIU5EgO6zCU1BVi2//nJKv0lUDUKQbsPmClM4zEpbqbIw6ov1U18xeNioivvXY0ex
t710xqkNS+ZaJKduvw1q6Hnqe+KaNXGVS6lE3QWqyOa3lqmXz1k6HLHX7d1N7gjXkvvCVd/srN0T
nXcepXvVAN44rnOF/ObgPik2wIbHn7ZvirAc4A1v0Pa5Vmd7Vmq3yEK71S3faua/alNbT4tnaQfJ
886TzSg53VpEsYH4bV2A6FJFySGLCJNBlC+qo0zPEaW16+Pv2XnOpEDOGyiEdHW7VZ7adoMzkWeZ
oljHD2XUxbM/e+nanFGKF21op7GhB140N85zmVTJv4/t7yU7EKriCWCqJtTaJhGr2TlOtxLZZ6WL
TAmMBeo1VmZGMRS0kafvhpY6+beyqUoaZmA4Jz9VliIGGew51ZclFbYZCATxutNqCbM8l2uZ2Rev
9rQjlZidDeGX0q43eQPueXeYby+NpOXudB1JTgY64x21jYOrs2eEc8wUAtB5zGyO8hiZgA2Z6g9T
pkWeyHMy31qX+qAcsnNBZWrJIYY3gVLp5oJC7VyOvbNCkDC1zmctWtIPnTWnfy61m39pCN2PasJ7
BnEFbzBECZDfvGcOk7RKUoxxqFRVEwD/0p/6OV7eu8r6w2DW4vz4VL1FmpsggcAdS0xYywR/E1XX
kdvqUzUmYV801ScDUXXTh0IqsQJGLMrftCkaq/dupNpwVNEYvE7DOoImNafl2V5W3boYQ+aKoJQI
7z+FKIyCMRSRLIGNhrbhq0sWR6delLN5GmZdy/1YM5L4bNPuzyhqu4bs9/eV4peF0JRTRbsXPSjJ
jXwBx1BdPOLT9rmJXKP32zkXRlAIp2VIgrlf59Jqc3XUHdpxXNTDCSh4/0g3tytS6SUSipaA3Hcx
lzO9uwnOS8MIor5bDnzk3mYD4rdwx8Rp1Kdu3X/OX01UV+GlmL0ljEq9/L3vq/wPOLPUU4rY6X85
XZQyIaAFbsLDvjnOEXwedIoG5TppgxPElfEaaybpp9mNz+uq1Afft3dHwddT6iekoBq9OVxrkakD
s2LKNVLVLkgNKw7qai0PPPPehlHit0AsglW8S9lUZPXixrOVq6b3KpRCjfauo6X2GSLa7LfH12Xv
g342JTf0J1wCxESIjbnwW3dG3gMIyoonp4Il/D9YgeGCGgETOrBb31qx7XVORsnUEudt62eUxZ8A
jR+pwu88aDS8GHaFk18y6G0caJ4mc66ZZRxGjtEDodKUMzSE6QU6N/25sNvkKXZzNYhzfN7j79s7
9t7bNKgJnob23u33DWqvw3fDDRvmJT11XPmnasw138v43GlEu+yxPXmqNz6OyqUHn4acZLyTsPCg
IyIPdeCSNxflk9mhc5tRDbwssdac4O7NIWxbjkAMu0bBTMimEP/Zlqx6sP25sFxUbzQ9OmfTOp6G
NrFCqJCdYKys/upRUj2IWneuAgBaHSFmWau1PHl+fzqfTmc3kaJ08Cy7pfZaZ3ZPsusMXxG+My6P
F3XXlFSNpy1Mg3hbKKFfa49uzvtbpql7Gewo9wuliF/dZvznP1gixwOPzANsbYl0ROkVVlFDle9a
TTOctBQ9UPprVfEDnbPpaOb9DrCBq4JYhgCPu8cw6h1v5RwndZ8lSdj1w/Biukp2ccy8MHxAbPZv
3YTMwtkq1rU4mVFn/mFWRvPSrEVRHOzl/+eHyN4Xl0V2im83M64bp6lyVNxSrTGCRGuypzoSw2XS
6+qcjJ5CDtiMLIVWuSdEWPBKNOLPjxd/565K78AbxWwESZh++yNgkykna0ZjsMsGOO6F8w/IyM73
7MyisGIfAe33ThW5JyVLahY0xTbJXl5Nph5VKAQpstwXVPOQQovVJ3/1zOUfwcx2vDmniTYXRWXq
19tC7FytTR1VtXJNi2k6GVrXPi8SqfN4BXc/iTBCqgJJ7euNtwNGYA9WDuncXKfdGFhjbV2XDDoh
f+xT48djY7vbRR4EWJ75lbvwMZlUu6p0mK6ScWysU9lX7FykLWEtKi2YVvKCg2O6ZxHqC4jeKXQh
ZLyJYWrTmXlb4E6EAQMFSNcsBlAMIo6AsNpLH1h54RxNC+xtHDUKOvisK/GMXPKf3FxTKyRq+RCH
IhVcw8L0IKewj6zseXDCMuIKKg/3Ze0IThs6e4TibakM4DBsI22eWoiSLigb9u96mhI5enWJ9fR4
D3cOjOw0g/pk7gP442ZFvYniUlKqHEtLaM9JUqVnkNmOH4EaONg8bWf3gBwzCUBnCjY9W/79TyuJ
2hzoXjGm4ZjEhfqkFyhsMwuQg9QfJr1VvkZAhe2LUehFei1tS2lOUdkxiKUDnmt9Vajub6qb0EaN
M6O6ZkMxfsmLTtgXYYFdOggc9lbm51+78YitsjCX0RVw2oIbCcxlRDRh6nXfIYf99ZgBCAWtJlQC
mWHYJn55J2hJ0aKm/rOOv6vzWp2qks6xoXTNh2qozaDr++Fg5+XObgIVSc5DBMkoP8DETfKH5Ffb
VC0xg1N64lM/aQtIMi05DZmhn1w7VwK4V80fbI8ajINXfHp88PYOA01knAe1RvkM3h6GsUrsfhJx
Etp6aZRB3AKnZQKnL/SneEZs1l9UZzjKgXbCUNIDkEgEulLdaGMU+DBSuQMKnp6ip++0/0fZeSy5
bbRr+IpQhRy2AEhODpImaDYoSaNB6kZuNBpXfx7+q2NJZZUX9sJyiQTY/cU3qB54uNZtulvC4RAx
YnXaYYWZWv1HyZfzmJO4BWWTK8aU/tfH3cqhaV0ov5fWUIT3fWQP7P8qJ3ObKfrLD/unN4vYC9iy
M/eTpcw/32xkQqih8rwLaYpzST96zkmGrXsKByaXpT3uf7kpf3qrSHfQFZ0lOX8zw2qUbDwIqc1l
Va7li57bAbzV2BymwDHRVT2rpE8JmcmR7t2Sf/nw/03cfjnH0bmvAG9KycBv+8/HDZRTsOQeebOq
ahSCZZYPYwTZkOrKQ2x3OgBPXll/rmWVewstL1uQynbTyYu7e6ua9VM5WbCw29Kdu/uNxBxkQ+kU
V5GnlvaxKOrlMZni6RazJNvNhgFPyeMUB333lxvxh0SDzBnyOUTI8Pfx+zZVo9+MTEfGodnuAzM4
IO1xVD/++8X708fAAz33J0zef5syIbfT4nwhqstutcxNDOUk6/zob+Yzf4ieePog1coRxOTq13oy
nINdhUBdL4cAkZXcQ/AEwzJrACDnMxZ++/dncv9wBGNg2uB72KUCoPolja14lg/teVlSeHNcHot5
2NYUgJb7Gf6ZVllYDV2ZckwX92RcMzQpvjAJyn4zDJQ36cIqOvIctchNY9S7h9cAHJzNncRF1Ef8
BZu0cD5USVzMp34vt0eNEoi+9+2q1J+XMIQ44Hf4yGZqLErrCquhkYy1KnHtl6p7REhnH//yQ/7h
FaMgBcUW5B1Dll+DGQK8UkXKk1TLndyzYlz1ySvPa1bV8O+/5KhfJQLPESym+yd60SKQv3+Jnbvo
lnWvAZAW9epAkWwW4WRK2pNMu0CUKqvcRb4ttd8ONzaShfZpKK1Gp2EZMWACVjrHqbVOjmI+7wHS
1rscxvzfz8GfXgmktTOp+syK/7UP7mxH7tuKvEPXxPz+9qCO1mbmNBDiP3qs/O91QHAG9QlPDsrK
L69j8fuqwkVYXGLQ4xwR4V9+FLLoMuXu3cd/fypsveApnLer7If+GeHK83Z7QHr40l76+GhaL8wX
9HWzsO2+/Psn/ekakZ/AxzGehbr9S/ugi1a1O6SjS6Yxb0LW8SHB9SS1Eet99BO9ZlgIQ8x1hubr
v3/wH4ISvBfG3uwewcD9WowUS1DaMuBt9v0yHDxjolsD9uu/72/PasRMZRCYhwD7S5QQsy+6eZo5
HmUtLvbWGg7Vtke3lnL+Zrl3zjq/ZCU+inkkmQnE0q8lXb3YhYS+wwPFZXVVSd1lU0hHVivjkICs
KkNasn/697f4h+OfgIDghJyJZb/BnYsFtm+wotRSm2kGGzUX142j3+I+qv+CKfnDQTnLWgHXp8b4
Xd95qd1kIhq3l3qz1v0ycbGJuqoIpkM2ehtiInvTb9vdCtI0/FyWsVv8LRz9oco5b2MIyiSY32EP
i5mkXfY2ejG2X/8oLGb2F6g8N1+cUIgRmkQovyASz6QWy4km/GSZAV2XiYo3TFXg1/fuIsL+tKIE
eg3kK46o7svST0WBrNvh33+XPxwGmh4Wk2TEMwPolxKljvxVNS3btIGS7CTdLUx7u0XNLfD2TEjq
+6Le1r9wyf74E4HRpJtkvsSW4Z9RIx56bRfR2l6qSHhfnaQXT6bvNH25X52aeWlvJO+X9GYHl//+
uH8aJp2VJgDrnU9i+OtHMz0yHfTmFkalqfq0lkgApgij7E0mcPaFVxa7QiBk2w9dtq6t48FIiT2k
AdfR+vTvX+ZPdwIGwBk5TnHIovKfr2HpPHrnKBC4noRjnNLfu6916Y9nT1172f7yS/8hjiHKgiYL
s9hz+XP+Nv+vxaXLlhU0RnEJEjCC5TBjAIKvQf7fn4l6l2nEWS3pN/3rknqFwaHiU4QTPYKh9dLK
Nt2hJC/+5YH+dM0oRhloo/p3Hon+84E2NGJHawkRTAqK9jRLGdWZt1XRy9bqymNfoLqn//pwiL6B
IwJPRTFHZfPPT8SMCrHIpJGXrsA0MI39VUxYfgxLkPb7Hv7l0/4wlKAShv3JYDkknP3KS+l8xoBW
QRyJ1xg3O9U3eJh1MmifoeHSyfhyjsdsQY9qeEx6XZVpUSSgx80UWOYUkogN8+FyLQ6dDpvqEI6+
7g5j5y4FQtre6P/nHwQhhTNXkaoDLaVfuzt3nuFZYC9ziXrhdKiTLbhCxne44Eq190uy7H/5vIDX
/c9EBq6c7SQYHZhDv7msgqcbmLv0UKKwrMooO6asifHb7Lw1uvj3X/5/0jC/fhbVBwNShlGwPH7J
z+UyhuGKvMAlQcXMeaVWjADDsx1auhGnvvS07V9Rshn70x5NtcoMbI0tRRINfqrdjUObjouswmtA
6duV2MrkHRDTpNIp2WxoDKXWZQ73LtT52miy8V++/3k+/cv3ZyHyP18XUKMsU/95dKMd76VoBEBV
R870gFZM/F0X1HUoi7l7mE1F4P+kcUwgQcmECNRGfvNZtq00N2En8OYCQV7Vfyl6fr/ByCNzvgHG
MHgLfp2Z8j6Vk8znVO30wxentsLU00lyWOXqPA1qe/n3l/CHjztP7gm41Fi/ex3Wlq21WGuBUBP9
SIVb3p1qdgBNSchQx9+bv5Fmfk+uXF2q4jNT+A9YmcYnxFttAPanXupPugKivdmw9wxCLicMQdUF
NnvNX+qf3+M8EGe0IfCLpmBlp/7PXxoyQA+FrV0vh9YeD3s8i7O/WfSXRArw408f9D+AMFUO9Llf
p8+hrAt7bUVyOZeTVx3RA2nKu85EwSFxjFWlUlvayXS1RV+dRffzoQq2OcpR6VyhqMfW+o47buee
WWnh67IF5f1QiEreBeO8lRkaNOt4A6lkmTPdbaZnzTxVJZAet5xPhSkQ2R/LZVsfZt2JMK131dEL
t4VYrndlS2infZR8m2xhvfpjIB8kWbZkjOcWr3FZVnsaCsqqHNih9bGjqG/ybl/7O0eWyzdjNiFv
kn3bfgTOioiHPQVrl3kttI6MR6kE5PcFrwoAY/Pz+QpX6cZYNDiOS1CZbE8i0z6gkC++2J1sX6PG
7V+dbW+mU+WK+bmKmWsfnHrfcRGYtMamWRVt+xNp4qq/VMyGrDRORKXTIRjE8lkXHezvFGpk65+0
DlmdJJYyw7ey9pgRGjMGnyy7j7/XOhmDQ00drk9uPYYtqp3tMt20qF65NxK2VJmrYBPttZKWsa/B
kHve91UktZUi6q33H0S0FpX3Ubig1529K7I6MeJWuqFFxpumwXkQXTF+loFVwLoF3pbY7/s2Jt2F
5Y7au228nt1sugLJcgnNkdWJ6TKeW4Cp725cqTADh9VBAu694J3NQhde08CbU2v2cc4UDr7RxcbE
ab0Q8Sreq8JVryyMqVQkcIYnZQ+OfbEJ/gc0Mzrd5c2CDEqKs0eEozMQ/CFjHKbHDABR+RF3g+dn
0B2bPVWdFG/Ih2i0BGWpWVqMcfwJQy1HgAiT1csYFMMIw2wSXxechETmxjM1uSHZJWDcAO4dML2V
YwqaB/UYuQugOmLqEjBXCDS+FyWy/5njAPYAnV+aMgenloicce/2XJjKuaOMWb4CIlq6QzXM7XRY
RamndHLjVaUhNpMiixMsprIp2OcP7niQr8ArHs2cQLCuzRLeWJ2KgdpFLB5l77RORifSZk0xhCpb
k6p+tOYJu6kAHy+VRv6ortsmFn3KP9NzObbiugm87mR1cvhuvFAmJ7c1zpDP+LWKLMH86rFeerRM
rM5dt4zj3zbwr33bS6c9iH46q1e87m5ZXvXNVm8HSDaYtne28ES+2OSZm2ocXbgm7eBfoUpGlW0P
er5WdWNA7kZl8ejsdv2akEIFdn51+blvi+YLqmn7W2U1M+JIdeWYrHGL8odf6wo9HRcFrqyFZFmm
Fv7wJkcbqosvBmfZnj30fR6SQXgqrfuyfd7aPXhKSl/pbB9NeKckyNK8qmP9o/ct46Zq7ZlfTnHc
o6AjlYfS5Dw0GMdFsrbzql+NQutuXy3+u0oOTaymAofTvrnHGKh0eLI6GptczT3yMZ6Za/MD1h5X
eU7qoMp79n/iwlqg9UtWZvd7USW5RBAR4dxeaZMCO/T3DG+stc97lnsylXhGZFLM+pPlhdOcm0W7
937pCf4VdFMuhz2W2bbroMpkorrXup3ERztYHqzhbnD4dU0ZLZzCrnsYzVhFWWBq9VKVYi6zcSvl
nuK7ywVZ0dDBkSzoxu9tgBt5WhDMZD6PjA+PC6o4z6Hd6I85jMWz16l2OyzhugRZMofVQzBYYXkC
Tw4vyHSjQsxGTIECosUgMKfgTxyqnLKYU11a7smfW1kekU2aG4gW83S7ta7dEumkfipcxA7Szqdu
Tvuo8X7Udl1WBzMhVH5sWxMz2mH78tXbu6bKY0ZldaowH3iarapQmazD4IX53rQcGqtE+gla5v5h
sec9s9q2eE93xzIv/aa7KUtKS15MPk11psfWQdsUP6A2DzkzSepYqPFAeWteAViAAVvnZd3SJLGX
t7IsRky7u97+hk/p8iLAWqCYObvtG2pL4XgosZMI00Qv+I1ENZ+VNXV95lhAPgvSpqiHD10DIcqn
IGzkYV23KMrG2Bb3LnSARwdWwpYtW1UtGfW59wyRmxmkXat4eCoWO1xApK3dt/0MMOE6OtZ02Muu
qY9uNHi570gEy9rRXaYsjqrteYC0Q2kabFaAy3in57zF0wX5XdwznXSfXAxbGNriLRV2+x4dYktH
YHAiC/gCOFXMe3x/MJe9jULZae6HMwEQUUFeirsx8c+CtnWtrBtcRx4abbnPjAf6EZMhDUBP9b33
PsskuYWMhDxKhHwSjjyyV10++MI8ets63ARtNUepX06Am0iR7b1xJ/Pk9+3+1IuRs4pAffgRF9Rx
h36nnCZ2tO4Vmnt4DYmpjMejv42FlyaDWgywSmxoUquRvrjxxhXdOFSxvpU9YSHVTYXyEoJB49Ps
e1V7bJBTel8Z8/dXKD/vI+sff77chtn5NrZlgy3rwN+gcBmsCfPKLg/dFOmPYd09rNwg9jBNljNh
0J775BaSQ1HmRpno5LjdPGZeEYRdhhDj8jPoChGk+2BX1bExSyS5ZWXyAYcbcZ6OaGKle0+2zCQw
wCq1gnoUKTto+aHqcN2pLaqeWXQvfJM6wAqWzCmnUqRIcSb3VVmh0WubYMuMwFQ99b2xeV2Fqn72
g6vXvIiQ0WKqbYWPpWf33P/A8js2TiKgwEC9B4ASibUd+Z1TX3Xz/R67as4MJfOnwoIdd5yJ/Zcq
3Iok32RBcTyQiVxmhUbFwKlrHJdg7pF1w7CYXly/d3dAOGX7ZTJ7Ig5dDwA2xcU8vh+QG1jzaCs4
k727bPNFC3ntp9dZ3UNroZuRBmh96KyM46HNdJOsKB6256jFFsM8bmVfhxeN29S3KKNjmzrX0xnP
EUzrQ4tzqTmZHo7/kShhP8TKmjaKAscceiWH5I4WvnnEVpXed/JHNKK6wAB1MyhIyox8Y4jIeymG
g13bYkmH0ibtlF5YRegvC7u+sVDY6NNl6lE805AtyI/rNnBFifY/u31pHlDnp/t3/ModMtxwd/di
X7rtPXFUeZrDLki4L8v2pQ9Nf10Zb/li25I0iNUj+4dunMci7V0ibIaPqcTfyrdJ/lbbosobR+AO
wkmHX0XccMNQFfOuikYiPGYAfgRpMRGUM0egJ5b6VrX2aen24S29XL2lEcZJQ+43nrIPe9u7Lgp3
I3Fx8rYgyAHpACMSiDO4XBG0PAEB4QgbFVXRppY2aLEGfWXdzGhSyHQY55U/rNfkvhfs7cgzkbTS
Qidan9aF6Tn7M0Hh1eBW+XNwA1VDzKeIBU4pmyAVs8tZKYxq3xXfrcCiq3I+SzmUT1agktdotkny
SK0FL6rZAvukq6qYjtO+SJSwQ9eZmFAPVo978hZaHPjOYoUSdv3rmtjrwOSuVRe+maruQmy190VO
Snj0Hw6KXMPkgmlM1OR0R3u0fADdARiNnK0Gphu27op7P97RNqt8NsVgkQIsVuiwxJQOxq30sWJV
syB5b+FZt0EvU6kVBu135Xb7dNH5lfVJShtN7Bmg+pNzBohkwYRef9qEwMdT0BHuRSetjf0dzkNY
3m9afU7qYbSzdonXt9l2ypsq4tpl7eSJ8YI+2WkyKBVkEotmp6U8lP7d5Bcdu8G4cq60sRx9ksDu
5lTEWn1BJSXgW9uBwGDehPZbOzTNlQ4L3WZdhElOtozD9jIC2lvSykE3L01gim9ZpSY0FMHfF0NW
tLqtDo6iEM+Sjs4m56g6XcYqafpRtf6KOHZSR+h+ubNl3zoWQJBrmoNIpC4q/bRSqys/jXXdzylK
0+4PWxYBJUjSyUMZjYM86KbjkPkYBGt0hrrxoQTSiGwjsjPfPeUsz/sgEdTbKD463tO5E5jkJqd8
Ne3C4DzeWqSAWFqCvhnH+vPc7Mk9mxvy/x4ikHOcKZP8tBmT8scyesU31p5ImQbxaKNRVvgDH4t9
1V3PHul98gMq7MoOP0n8Kaa0s6b2DpkbFrCmC7ZvGFn7vCYHWnTm98Osc0Pl9d0PnOnlLGhvHTX1
yKu1O+oDuSvZQilV8TlIS7OkLdXLN4TKeDx3NivTZXgAdwX7GH10LVH/oEXbPsQgUAdGco8j6sth
aukm1lGnTeUThIst4Atr7aDZIugx5MyIqfCWWxANyEW13SB+YFo+/fDLhKwhfPwE0rGa9zpfGst/
9RW9WeZvkX6loSWQEbDAScaE55u2RPw0M069VjllHrqdOEmhKLLswrwFWzgOKbbR9JaBu3tvEEWp
fKx6Xba8DRIxwV9a+9e6qPV7oCRQjkbSOqWAU6x7KvaA9lWNojito3R0qtSy8TOLYMQTZihnyAvg
LBey4ma+yhrPg3SJJhsVyzJurgpMeIk2U2u+W7qsr3t3m5vHzgEK1FsyfK7gjbfHQZsEMkI/JN41
xnv1kMezLE9xMS1tTt05AGBxzDqc5Io6Q7pNxkNWKix6VKZHV9E5S9/lWstNZHYRngfGsiSN4wg8
/WzaMW5TbfaaHpDZnzick/bbbvnbkoZAg9qcGF3cbaNXf4Th4jd5MFvi04ric5efD/V1j4cvhfsY
2mMGr8DFSrSJGLTNC+g5TfX4OTahmrJZ683OgIRYpD+rVe9tscNJS6y9D1Ka3O2ia5LRSSmtpqcy
NvGWRQ0CFKk1TdY3QdL4Xmxhj2hpueP2JRJF7A/6gI44pOpy/M2JCX+DlWSNGOYXI6Kgxs55m6Ij
ed98buy+/gZMZnxEfkm+TeHuRKdtdcYFvyCfRmkOzUDGkB2imNUuI8K/BA6cSjocmuO28r8pNS13
Xs3npjVOtO/b0EpB173rAlmBxiPVkKuDzB43/SD4s0+ithLrFErHfC2kTD4V69IkeWEBvOImjBOZ
2WeAn/6PIoSsZrldrk2xI50mFHrIYbwHbq5RHXtqqX1PiYyTN72HPnEchdaAeIc9YjoMRfITyZ+x
TSkGp+mQTIUvjsgkxE3mxRUB1RRavlA1Ojca3z6V+kPgzPkQOfN87O0xRj20MW++dperwDlbIoxl
aN4J15yVeAn4wESqjigJYrBMHUYA74sJ4nsV7eOeeWFTf6c+SvzUxFZ3BSljiZhSKBAHzAPG4hJ5
NeZI82jv+tQkumFkbzdkj3CfooSG1pOnhs58u5jwtrfgyAeWc6hmMd+CWzEmq5e47klMIyOozir5
9ZtRTSKd3U6Qzjyj42tr0PaTqiZ1D+WbYmj3ZXVD0Uy7ZipRdqAk5lWmqAUzsKt3y6MuBOkn0mrA
9/EgEUd9tPGrRQfV7T/pfZ7x3UywO04LJ976XBdVNKR7vOoOvYg4rrMKSca7TUGpYFy2uuYQ+5X4
jux68mZby9Rk1Zg4LGTHPVHpGhu3TIeYIXmm1OB98ey1f2uWBHm1eoq1Zvg8D/YlfaPSVKx6qrNy
mWwnqxgsl2kQ4/JT+gP9Roiu3p1tJWLMqOgq6wgxkW0HPMjgU1OFTpcLV2Hd5DHgMqnvhOifNNHW
v4diXea0XKOdXJ/E83PbbMUnvXlFkbNkcH/OPM1dm7jwCSNHxI9bvWx8R9mc2chu9FYAyZJp29CU
oVzLUDv1p6T8tuAeUmayHwcyTFnF42Gga//pejqucuzretLKsnp7GgwetNAeYPFd4Uly6siAZj46
Z4bd1bKP670lGlmBB1yShyGcFAHasncGG9HkLbnFtLU77EFvcRjYeDupLXf3qld96POFixDF4wo2
WyxW+Wj5TnWLLe0WMtHb+pfIqNnP7LDevujGLXlfpQmvrKm3oivgx7HDYkmVW0aSj8KrAonejwFp
NuxGwc99DL5hLFP6NjZqEjgK9coi1PsQaDWlBsX4Gyozo04SIDOFYs2MJ9u6YbufKGPfuiRUyNSw
jH9K9kZVNOQzop1U//Hb0CXiy4qnJ6liQwIWHGRML9bu/fqQJH1T0Wn3rnPw5S5DKFWR/ZmFoDVd
dgu9dZoUbngngsK7wtcqcdN4LdUbIqHyOxWc++Gh2MqesvZXK9ODh47PUERtRcW2O9Op6Gr7Gg7p
MAGsLvotj9HA+1Z7ysSs0JJyRsQhCefDspfT88qszaV4L9vhQC3AaDFSe40/mazGD2GPNprAXSF/
rFNJ+BTMbONcx73Fzds3+TC3TvUBQoce2x3V+mV35u3e+JX+yvnwPoWh73+vmHKizT6DDsWJpRjf
JHoRt2XZl+5pb9fym6FijLOpMewBk4hmLN3RTn0p9dp93VvHfl07Z/g8IRX0asl5Ck8a/OA9fP3o
W12XxYALh2mbfGQC1+W75WwncGmgCiky3Z87KPCvMxpGr6Lb5JahdETjSqXqvkvDnD9HSCrkzCku
iYq9Ft0822m/hH6Bel7rFoBKfPK/nSY4gSWpkSKZssBGJvuUTExYKFv65ZnFtfvYREn/WQVVf+2M
ddReLNK2q7xFKsTPNMlkQ/XXs3f2u84+p0b75ZfCGk3JHs5tXnRSWYTNTWMd2vdT8LOzIsM4lZXP
KxYCGLygkj74jLZbeziw89FXQ6i3CNRDtDw7pVuNBLXSi04djmVxyrkE8szTITVglH1DICK81UVf
sHkdnPUDKCFRxTZV5GQsl3rryPs6b/s45l/MEG30C8jaq0tv2HSQmp49Yjok7RanlB7r2whroEuh
vcTM4hpq2VSwFejScah9DHUXIkwqAWDXrEwQLmXQ5YqfMwMG5tmODRhzmr3u6IMtdDJ/UR7tczVB
x4UmQmgcLUFLvA+IrKQBg0KT90xPS6AkQjyodix4H1qGPTm3T5KsbMbpSruou/EVm7XJZVR6t1gu
o+iJSbj9XGxT+DGzvvjclSs1xtJyPhVI34k5YdD7hKfZSnJPiO7FXfDGS7c6qp9W5a3eEwbC/qcR
KNnQHTFQCMMXdtbzTzW6FjF+jpXX0zST64ITPpTDbesmin5mlNONU4PnuEB/b0WQcu2LN0XsuKQy
3OSxGcBQZCJc+ne/Lhps+goRTymOfYyeWwvLtNTuV/U0zrpiykrMrk5rtKhblKXhgtdRuX5Uoz53
bDSIj4FphwdTO1GH0sHkaYr/Rt7qwXEf2nWz68MIQQunw342H40Mveu+isyXYHDaF8kpDTDWGvWD
2bzpW9+M4XPHop0JWo1yb9p5jXoSwK37mwi/5omOSGjaytGleF6l0zASWteAXoJAWo93A9PVybkQ
feytLUOYwAQeo33b9IsNmilyJUqr7TQjB96pLqLKaQyVuw0wuD1Uk1PQczloyA6jYPpsd2XUpVa8
OXY+EV+fGqv1HmImp5QbQHF+avRPX1Q7W68T38VJO7wjDXuh2YGeSLf+Hi2ez3qFFtnLQBw0Vwsz
rSGv5uE8ByTK3C22K3pYWK4eD03B12GrsYVXUCM6/2hX0NjfhQNbOfVZfi+IzhUrlUxCQYlAFx09
wQEY2oKEW4EzzF2w+faWrUYmnzs9buOFizMUxgISU6HzcMEeLlxNE3cIXLmtB+F15UtngZNlfDEx
0hG7rsLMxmWoyStT7cu1HZZNcdi8PUryrgvjJa3nIdJ5DxQjpixZuk8wNkzDYt6MQLEjzYtok0l/
ZhDRz1mTIP3+XtkiYCsYV5N9NStnD9KI7Fll8+BRni1xIVouE2X6icUQJpyzonEYw2GU+SjlaJif
Qt04eE5nn+1hShtxrsQA8Dj2wtmcB1yYV6Cb5LgX1xQxw/8uOIs6Dr4n7UMom+15jdSS5Br9XRjM
Iaus1Ad8sd/z841utoRs3PJljYdrkrZ8XSftXSSNGH+0ZLDqYgWZ2x5jbWRzDMcxuZfrLNucy8II
oXGjsaLNCNvk0DuwRdNaBRSINQP24XhOj85lqes+um1oFH4Uwt8/xLh6X3vU0fu8Eag3pxvqLH2W
CLgqKRBj5yPofCqblHHYEp6caHCXBxPUan9l6LHNtzsj8PDgU8ZUaSF0+RMWX2lODqs7eY2vBWOZ
XlWRfO6RIHWPzogURs5Q0B/xQvCb8rhGU9Xf+WYotrTUe9RdasbpE52ob6KMe0ERzDS6NlfS82fn
lbBFR5Ogv8ydqvWkwlTU5OC7zcbu5cFKED7xUisx23KAPCq+UFUV4aW9yX6675El73BCD4ybS7vf
3/uaUeA3dSZvnhYO2sKVt1ncVbXtHDxCXnOoS/h+2bpUoiDqdtI5jnGp6E05P6xSHY2mW41T1cL/
2Rf+VTiocLlOzkX3E3618fajEZaaucEEn7SlfeR9zfW83SG9qghtvd1MWEMJz7uNti2sr+h2ZZtB
j2gYpGtdIRxakPHDH30YDMmJUb4sMxHP7Ecq/DHWA7uJ5LkyiQUWcNzdH57x5+2TKMJZHXrdtklm
rSsl6jyyyc2k09fuSQ9m1Lfoy1rOyUIcXWQWLr79kTg3fmyeNdlHPRbINizsQo9id/T7UDbMQVBR
3zTFS+J8rPzl6w0juLE9egwxl6eoIgadzN7RPPJ+nPvehn2WDTAUqHCR4fEyB3mR5ca1uvpCDevQ
5cj1qBunI/S+k1hinbF56pwHqxhjL6viIbEefAq4AbGGXa13SaFjVpTcf/3o9GrSt8yqI//VQRAk
Oszb7LNp6Y2rrxoT6+WWO+AsGV3mgEznwoXI/R6WfLquc2D/cNhzT3lcM5q/9LQQwyVjXdQFwN+T
RBb4CDNxi2RxMQXLUOVBWOv55OJ1RSmZuMb9IhgPzalsNaZGrc0oPRtNv3W3XTSTCwR97JzrqQOg
vqFdI1OB8ZhIAUrY17azNgydag8Vc3fAM4HWCH3Uq4TB2/s+GHbMYNPn5UDjWnjHcsTxJi2JF+tN
l4ycI1bc+5YvlD795+ZMniBX1cjibGpTVt43Kjx7ArZjZ1+ACQi3DGuw9c1t99XPEojRe8qBW8KL
UkTNcpzbPaSLSGxRHtxu7ZZs8hvV5rPLauhQIDjn5tXij+aljaVrs6z0VfglmLFUukrYrdIkInOY
eVbHFy+bbnmaxq2A4dIDbs9WSKZbNi8Dflq1WNeQmt0sy3Z1tpEz+bb7dXOAVePyWOEOn6ayJt3f
JboLPvGXkyB7Hu55XvTs5PuiEuQt2Ou/00nNd4ggleaCJV/14hfndFQJHds39v8RdmY7kiLZun6h
jQQYYHDr7vgQ85SREXGDcqhkxozBGOzp9+d9cdSqU9qllvqmVJWe7mC21j8Wq7scdbIwWYQL8yaM
ncOYV0R5q2+qfOJerAvHRgcUIBb2e5JC08jiRL24oTs7eA1Yb1HfVRN5dzvAyrpjbciMfVeb27c7
n16kDHqhg/mluSvLju7sBvobRAQlUJDFbX4LkHGNWS+pLtqH8FtR2qwFQkR0ZyNUdt548zswfJEf
1SiXCzyg7i+aymlk3mE8rQ+dkc59iLoivoAmRHrnaLf0bkOgj29mzkKw0gI9GBTq6HCADUkHMhfU
AcXcEuEhOe0mNvvcH/vlZpI5cfFVyRp5o21IFnBXl94LkCy7RdsMZOxNSQeE2g7Z+NUwiIWHPgYb
g6zUQu+yXgXloeoQ7nzqtmXkFfBS1U6KpmvOgypH9zGpMU8e27mN3XuXoDuO7hmsADITgoRxB0+A
CFNmB9J8mmyJphNPoe0PZhjx9BRVA7rrIfl1HgQB6iNL+1jPr13ir8NtWM/auVlmuNpUVxlbb4Du
OgSan2t2liIx6mc1ZXEPVcAp2jCdg94Azbo85r3LCnYKBgDLB+t7VXlwkL2KdAqXZDp3eTCaY4I6
sHg1Aw1JuwFPXHdcHWLENR1f6rws4/TWEkZ9OwxVPBz8crJwiqg8DqLwwu5OikrR+xLT+3mO1hKA
pJxGaMKhFPN6JNOj/QDtyqJ92cdZQQdxaP60dopK4gEaE1x0PhDJNGME+a21Nz4uUF8fONvX/6Am
LjTANG3iCFDs+HRaAw68xXkSb7tlDGR/8HXlZCQJMRCvJCBDeaEtEMeuIzjwjeQaBOtSie6vyoyr
vek4ApfUWcoYDQgHHqWLGtImF6Jq7qPKwL8eSNkgDIouhKY64TetKefhOZAHv5PRfOwDSHpMZatj
erWTtqrLaOe686zvczLFqXaLAWjuULyW8zGqVP81DSijQKhMyXOZuB3hGfm6ZJyHeZ7vR99iz29m
O3xnl2jnxyFMijs8xUN+KoZtFkcFRAxGMNewtmNive452+p4PZKgvSSn2i7WucJygdyFuNHa3eqI
5b6Eq09O5cIhsvdGqMJ92K7+Rpn7wBZnnLE0x67u9WlCZJXvBcXoxZ0PWdYeMoNT+BwTjIX6duvq
7UC5ltF75W+ePUx5qMweboGbmuu9FPDZgXH2Wyjz+5VWa/LTuyUG0Uvq4mFCuomCqDAhf6XSs2lU
epM4bUk3fFbdkD/MuJXRwJR8bo8c4PZo2Z/ei6KPHjY+d7dPstiwdeel+r6sjf+D8IP6JQgb/ZVn
XoviYraBfboqbuJ7T8yArWiWRsJrALspMNSxsruFINmvsg51sRNT3IxAH05S7vIxSuzJrk73l0ch
WXds1mzqjt1QhuGJd3GKU7+Qc3MkMQJx1KS2TZ98J6rXU4SSYNyPZS7DI0agMXubDUvyYQiC60XQ
Te53/mPecDcxqHo/Fj0l4Ukpx/MPqlhscdRxNCbHraIz98Vkc/ktqAJe2lIN2WcdJyPIxRqIL2ge
9FsVcWGv0wZQmK75En4NOdaRXc9iB0fMsMLLzrn0PoK1FdRXDP2fJQhcQkLhhB5AAmvkNNEkn4gE
GBA1xOFcHWHVV94hv8jcnSsUjUSDMm5HSGAegYi3bvetUGvyrdoi/Qe1cNDcU0lSIlpucTz4s2ra
PQ0hYGuhW2q8bD2f7HUKe1WckWwp7v4ZxPrNUEvUo8pR5jlaenoJ0eDQsUF1dEtGlup/Q8xV5Z3o
Ji76LIrG4FZs0zh+LOgkJdV6/hichoKT5cZ3gHZPuR2FOfSjmNHK+EuL9TRjoamAktaLKeX0SkIv
jyh1RPqrxcP2k0KS+NlJCHTedznhMryLRS7P1UpMwKHoZ8pstc3c4KrKEvPZoIXtTpme5xc7zS17
9KAJg5lg5pODH29wRrnTTMB0RUlFgNastYg4lm08I2Ayy8GZe/cJaxEomSr6gTxR9tzi2LIG/qXm
eIWU2iQk9JDz6P2qu3XId8JfrQ96Oa/9BbEfXwIDhKY0rtvaoygmrzhE6xR8slcgFQA829p3o6aF
m9vMXEkmVrDZOzwhiphk7VMqZABfq/taVeV7sdRNfehV4rlpLQ3VY7LPuogfTcCeiBq+7Ox6U7CQ
KNS6P6dsQbCDCD+0SKmW+ec4OZYUhb400xmFEE0JNCBlMVAjpc8HSfXXo8scvPxuegO2YgS03H5x
R5zDTecUCmXXEJXHIqjIlE3I2iOVT2j9vvgEXh+HZRiWM2dSLVL+v4EvYXXr4HM8nuexb6cFH2pp
P7yiyroTQb9kniHXC6Y040EF7kVh/61qclfe97SgoVHIJy9P12ICO3cTJ7rZHKMBiQrZN3A3w3Uy
JQwz3IcyRCiSYzgHVM3dDCUSxEt36Rqahw9zF+frAc1bwa3QauCrWeeT3WU6BhX0lHTet65lg+Lr
+nSdeATq0tjHYPShfQ8rTXQaER+wIGcwaZS7NedXPljTyOFcQqr/sGMJbCbBjGfmt7xmzqCs722e
y2S+rMXq/RWNRZSlA7j3c2VHxEVckgWOCi2jKy3ZmhQ7doSVZC2CAzxi+NYjo4lSrAzZX2QQosm5
huc82chvq1OSta684fic6wNjtvC5InTPJhxaF+0Qe3xxzBkX41PID//H5fvqmWsnWZ4aBMrNj3Eg
IH/HsAEXvStl55+hA/IbHPGOuWAmTeqr/sXqfdSu7PU+0GP/oiJQ9B39fIB7YxV76y3nZrXsw0TH
aXz1jO0mmATvHBLY2p5YiApcfnldNDcolusVMWY4YkiXIGxHnvCuvveuAci8gaAbKUb97KYbtuG+
mPj5jzYy7iuk2fxCs0ny5Xc+bHcxcju64NIuDw8CRfdPOSROvZsgNIsDBJAnjnWyQmqAvjcowVYA
cNGtxccQhrVMKWdesXKaTse7CcHcgmB5XPwUtL2G7PNKH9042Hx5W1NlMmCT86YcAh8860N2Qjl3
pWAEOCQ99O8+cGti6vzCd+wzWg0Qt6nPkuiwNG5436D9Kl42RaZRtZtsO5o9apTynvo6r3sUdhkg
90Za+E7CKctrgP7ovbj4Lwnlc0p/fe4TlWMadvX016qmarldwX7VI8PIds0yiDPG4c5V7gnKlUEk
iKbefwKRokTZYYPWnK5x9V2NSx3sROaHw5sF92WQqnMwYabv1fnu9b0z322NBytnMZWED8BezXyk
RCAMvjmqseKAnGsFMo5o0rpuJwueDcRKxWGciqLc1Us1OXxNOnmqWMyArSFE3TNC5uRToPqujpMJ
eG6SpFmRMAqx/TJzsnEH1j2Uc46Chocqm/I/jh6S+QXJOIQrgnvzPoRe/zFeD53nEqBoebLCzF+I
aesBOSuqvV0/26g9BRNCqDSfEmck0Xkbx71a5fxkTeXPjLGZ+pwYhnK8J8r53LTDqNiEPo6mRLTz
8hbjAZl+RQDCyMiDZcIYo6xeXy2dIe7TBFiEXMI3QdCfy2XmkspRwz37cgsCMJAw+d55jfujTwb5
LlDpm+uO13+2eVMlr35WIRz3bVsld4ur8+ZpteKKVsVl3J98JLfoewU31l77EL3PtgRVuhuGvk/u
PC3hFoJprl9DPKbRgzMZvzoxBWV+6lPQmFFSlMwOGJeTDWy1UV6ud1UIFpUuJpp/JVy3834stOa4
HpXbHVvubvzxnkfxV0P222OFHrHdRaWmEjLs2IKfNsAjdSDnq8t2TBvtdAy0beYdktiBZMwQyh/V
5DXJgNVrZnLR1uf3ZyAj8jSw2bSXw6aAwZRvxD7neye2yvSLYsKIYr13OXSvYyyewYPaJMXYE024
603Ga5jstxL8cl/3bayYYXTf0Tm48gnjRLvDH5rBhF9ctdFmS4fED/29ByT+WdZLs+w8j9s6NbKQ
wf04KH7HYCS4+Z5MC+TTOvH1+NaAz9rjRj3J9Ylk58J8DCi+t9HYNccAmcqGDJPdpiLFAz0UdzYX
4RyFH54GZNoz7XrtqXZGPdwuLG5v3qDbcT+P1eYczIpCFzZWoFcOwK4fLeUbzjEORSvSTue5vlm8
vipug1jPTKtiRp/JV8MM2pXL9tARmEC8V98oklUp1a3YO8duZPxOthu8IFXzgdtZnkkLNS+9KJAO
rb3WP5ZQNn/gIeM3immAw42fIb23vr2n9bl+bHA9Py2dmoZ0haVA3Wk2/6VhGIbvhup+CWYuIvhM
4o+Yj5Zh2meNj/TZNeN8XLpRJHdAlJ48mLgYv3gbeq5T1n9ocW+h4EExiX628TxjlNgGpHBbHsZ/
8jXx87RiBV73iOJGfU6KXvxpHaStadQgqGCNjP2S2Ny+0hFcdL3+NMj/v68j98SVz47GY2D72n30
6DJf9lAY/nARpcnsqUau/olCCgOEv7XxmyenaHjMZOJfH+etqsFY4kw9mnjjoB7jmQi7eY3DH0VZ
V/IEzAFTpvKxvBFySzA0jIVszlzsE7JTmbupDOXQpuhZEc6N+C9vLdPlhsqOcMGb0a8Kny0s46+y
lUvGCKPc4CaWLeerGNT4ObeO7x5lUXGys6tzvKIdZD2qyybqf3hcJd/WIhqHfUEgjkjdsBDxuS0Z
7VP8T4FmvulC0qCyXEmcLhotWRUt7a+1ic33bXN6c+NId7nUUz4HL2YraugxsSXes6sXjDzJ9ULf
16PbPod+s0j4NI7Ns+XQOiAsrzrcuLpPjtaE7F9gtmvRHj1n9UqsC4t5Khyn+03SB5vw5rrDFzW0
lToi0UKnXM0zkL7qtAqZzzv3O41pY/GG/2b5xoaCl26Nt4Qmce5N1BLCxVUzcA9vjOo/m2BYKLFV
hkNsiK+yLFfEyJ5bVsyHCq3ltzFJrDiiLRavqJPLO4lQbdrFdaJvr8oNcBBh3fXQKB0BNnuZ9q95
t+tIX6kffq2UcL5vZVzK3QhdUuyGDZEHzuvSzrugocJ0BxqtiEyjiGZNvWxkupSTh04cyzVCjkU4
PgjKuJH9NZGj8RbYNoe1QCXxSxq8zhc5LxYXtWsj+vd8ZOL7zF1FfxIMa9mV1U/K/QyNkYbRPDo8
3i2K2dln17qbOlxrYIm+3xycRXDGGkcFA/czk+1d28JoIOTvkZYgKEQ/3/nsBWkzxs6Y6iRfHwhO
WqKfli+UmBUGR/dWy6DFJFUZfz4WZWJEGi1iq8+NXIP+lvAnjonGNhOGn7lYywMpt4P3l8fYdC1A
gQkBotfqi+QtLF/8IKI8wIxe5UbaTX66Gt0VLcS2KR+sOzZ96kQxyi7mEnosdlkBmYUyONc0q2GV
Gc+xA+QOkWvRzA6TB8IsiW9WqTslCxOa2RD4lgzh2PZyOsRS8rx9hC0Fhehy0fdSTmN+kMWUy7tI
bN5PsZJcDK86L8EJYGndTmOZLPpHPcrR35czCvmbq1ZMHzyEl/oEzhfPh8jJ8XgxYMTxefSWqrq3
vad+sSJvL5xodXnCR1Pe06Vs9GlZ8zK8RSKevBFOVf7qJt6nnUbjHCAK7ga6v1RXFiyWBHjvWjlz
OaOp6kp2E0Sne6wGmJEgb3NAJsWyeCQvjS6/vhRczsjwQntaqnkKnrBVeeUx86fqjhBmO6UjA2/9
MLJnHDsjSN2ijXTgvCyd4Q+NPkF1g+xw/kiCrHwI2DfWA2LE6a88cuWHFpiuHuJkGdTZDu70LJtV
1J8uOIT9ZvN5ac/xtOUTzygekkMn+zlhSKjleKlyye3C8ed9Wz0yb/dN0HDOMfJz8HIHGlJF2Z1G
smi9Ljg5iwmcA06F7gX4uvyjnNn5pRHxsd0ZuESEg6b94bQdc6L0aC44wxhFZRoWTc0AVa1F6pfV
lfCKKU3e006t7wZwhe7Qu4h0cbaLOkhrTzohmL2VPxnYoe68GZ8Q80tf28Pa4TFNG1miJpwJYRPn
yEE/cqqM9T+lQU918JBlNyc3ktnPaOGjDhRkkncEG/eIZwShlVkRxVyzcFDyTG23TZcQ5PtYR9va
o3fgWWqxw3XD96KaHR+S55o/OIhwWU892GfPodDGP3AQi2fEFf5PTvg5uiqp6vyI0rYvXr3CNRpl
P7f09FzUi4K/QWOapVW7bgsXUFjWZ8/PfabtaGPFROTeqYMDOv6h+iIwJ7GxcMFo5aq9L3wqVHD2
Zco8uUWox8Pcb/NdPdcdalOkkSxQAh7wHtuFchHFlhbqvxWaWslgKs16djww7h0Iq3f2dRO5qLxW
vD1YNsbqQBxQdxtWXR880jhRDMfIuYIx45yUT3yg7guVMd/PzsKSMbFtXgGw0Pm5fhXZCuVh7Dwh
8iXQHk/MorbxppIqadPERZ9W47ZDiW8xK5844tz57BTIV5FGJCOnoxnGN+TpGxN02Pv5fT6YbnpY
EmvNnsBpi3bhWjcKcTHheBkNRvsTwH4mX/hQHfgtxp1sv2Su+JYpaN299kqWXlkUSYYUr+MwTgoE
g5trMJ3PiAfuMt8J5bHD8nBb1zz0z9IlN+nMto48n00LCV3Ue0720dSrARXt1PInRIZgLyxfw3py
IHnFDWJ5Rs2oq8URoXvDg1SV9b1R3oI2FYX8G94ptF88p6p5YfxMfiF4rHENy9z0ewxdPnsr8aDF
W9QX+Q9URnI7aoI8Q3YJivnwawXSP/btf5ZPcvIE7x2Y+y9/0cOyQ01b3YMUDeUNPQ/tTBpXPf5Z
/QKUG0gI1X9PZCAPEK3lLvUvUHZHN6Sl/EbxKueHJijLpzJvK/wZklf5nTu6wwmALiC/L9BKxzfI
yktxMDVmVKSSkLiHbJv627YRVbYHx4u/90RO1Secg0w1hoJW2owGry5uPL9UVGtSC4E9B4JJXoV9
FObmGaz3fmiCUX9fVM1b5vsVkZaEpVGCEHbuNKVg3nHziEyXrP1o3fCmbL7OH9cmU9y6c7OmkABB
lrbVAtCtHRF/63LUTfxNtyW75yVDYHFd517dPPDMubEx80smY46IKMSmFGH1jQ+jN3L1J0Kr6M6s
EtOBBAzg8PUWeb/Ukf0ohxC13FjXUbJvRQbnltQuW41fzdtTy5/Dt4JPoeQF1uwitS+7cu8iHghT
Qe/GkrYCV2DaeQE4hcpB93ZmQGe1j3I/qE+Icer46JdxG5xWB6qURK5uOLlxibi2HzdRnoMoK4Pj
XBbiqh4Lq8dpWjKFwq2O9KNth7J75v1V0SXznGW9YKMANG4C81hIfLR7pYsZ5okvkWmc8Crf1Z65
Jx9ojW8SPXQP+cZ2fUk2MkcQv9T2qoCet/jYTkWoDgPc6M+xhZ9P5eioYd9LACImJ5s/j4j91x/9
JOC/SqWCOs1QfEQnPUele9bzIBkL6Tz4I7j5MG5ISpcObuRX3Wk2wbw8TZ6qIxx7zfYuF8L5+SOi
NsaFIIbbokYLeCxHQzKP4i9i9u6EsHVnbA4PQaYDZ3eXY0gEcOq5XNoarcturSOPD51VEBygcA16
ZNeJfifUWEMI+WtR7uNh6720JbP6siackHvklOSYhtaPBq6odRi/jXNuI6go6pNU4I7Bbhpys30b
6yx+zmFxPKYDNPsHN5iyau+hPELQrAp8zR35zEzbTTguuzCT/Q84D3j5pEsEi2pQoCXkiyoBJpj8
6jNqca9OfSEtmExkghKiC9dwSj5OLo/eAMp/2dDKgE516EuZsmp3BPVDP3fo5VI6+6oeub4yoh2D
y2pRjJ/DtY1/Qy7gtgL3qfJUrP0qUqva7RsvKowhbsttF3ub8k6iI2yWxIQ5eOsRGKo7lSzbdJP3
4fzOO3xt5JtNnraJUr/FJLY/6HFLLGK9syH6ipmPI4Okk3shxuCkK4B1N1ETlDauueTkrKMd9mue
ZTYdhPCeFU/0E0Xn1R9Y8uSAyO9qNgKCHj7sNtuKDxcx7S7sFXhH5rx/hI3qmQBXRC2UT8OGM3oP
Q7xTmeVgEzSC+3u8NZ1KaekIEbj0HDiHtSD3fcfcun2fk3B6Fb03fq6t3M4NOUTlTQ8gfSuJQru6
VBfcNQ1NKQh1JQH/gFdZddcjcvvwiyHumB6Vp9FZczbz+Mt+TQmtyoAuA7+V53hx4vqwiQLvT7IQ
rVHEqBlOGiUfmQ1OHyM5iPPuiSaw/pM82+Kl3Grn0zMdDE4ruTDuCL9qRLqgYQ73KNvjO1mtOEWo
1AlQOrmU+Ila1ogzMn85X3lOODxU9QDoSOjux2DVP13qjZfUrAFJAyQmYAqXscqj00pBRwL0h6bo
ZdqihE2O62XHPpS8j4jtSowxmYnIEcrCtxC5cgUX469vsrX99yio6ZUSMKc/Jg62NW0Amn/2DpKu
HSrifD0RO+/+4JEgGpRFxGX1kcv6SIJEcI3Es2FAUchQ1+mYmHF8oshlQDUtrPcr6m037nDqI/dV
krjsQ26lfi2J9xFpr03+VJIR9Zv7WkYHxzSbz97sCaSzXdP87KDkVjTmvUR4a5cAGZ2o4a6GWaEX
soJ53WpMqYhf4zo8S5/9a18grAch8glZ3kUDARR73yugLoI1TwihKMkrmmBizKnO1Zxxky/RR+x6
CwYW0YaPucxZd7wqER9zJn3/ZJRcn6uyyZvbKKuSP5Gcy4/R0bzLLe/Wf7BQaw5E2rVyT/ZR8S6V
quZzX1oMGTKXydlJhL88YACjyGtOVoNg0i/FdhNHyEqZD2cgD1XTWbqrpzX63JYVJcBqkik71TDP
tx6uvBIzUly7TD/jFR/G8RicrGO3O9NPi7n4eOySQ1Szl2IpXBJ5Cx06tryEPZ/CMQrEGSNmVUN2
EhpxCL2p0g9UvpNhwdPrfqs5LboTmizKnBxRb+NLHZnqqR43+8vDznBZPWyTVyp8w284qz4/IrsL
Le6jGGQ6yaLE3weai/7SRX3gojVxCJULyqLOTyHhC/DuYaDywxowQp6A3gvvax3X5U0FszMecS1G
93bK2+EUkfnwWRqWBzBU3b6g2OyW3RLyxfEYEEWARCQiTmPJIvuiGhNuO8CCDXnu4BC0lnsRchXj
bGw1LPRbfs4BIlPfXSHxq7L1AmaTuf89+TF7wFThbd9NS7QGLDQ2e25NK5yjwCHwy20aEV2CxRd/
GavDFgwlcp8yW7do6lVsPq4V0YhCcPYzDQRdEt5YlJRUuRML8tgRToVWGdbI3Gx6Du0RN3mHFBa7
zC4kYvTHgkMedDwOxx9J1BbOxYChvfYYEKodnufyYUImXEH26ODJA+/mKdsEoL+/qTK7x2BYYuSs
h+Rx9JpmPWG8pHTXv1IvKGX6V8ebwKHczk+KNJyantfHGSbzmCz5mqfb0tAVNhLtrs4cTwxVSes1
BOWvc0M30BrXDc+TJCyk7JCHFDk0GCfRFIuT9oMQp+R/oKD2av0EveCa2m8YuG9Dtc48cS0yJWaj
AsqFkBaD9s+DnPpZD0XyWHG9Ef/CRfIV4d8absoiy/3UWSUQA5jDIlJJiEh5wFsrX/zMemjahS5a
+igG+TQVPaf8aJjjnLbH/krmDcI8sAmYtx2kQS4Ots40cJqv5dGFgELE1BUi3BtIFkBG11UvzGHM
aotyPbxsI8fUyYZie2w8ztDdvMGXLWFVXqfkAVDZzlEFBKbKYl+uCH13c0Zb0q3QbjNe/SZMiz9Z
W6Qk8iP0H/meuUvC0KUSDMP89hwQuPU9U/1IukIhENrbkhPkSCzXNNy4LCkv+SJrfPahLlEB4Zia
d6pCb34PsgBamqsxeM/iOnuacpvdu1Ay2W2gIiv3hGo4S5oki9fu7OZF263OAwLS1slt/1AvqD+d
wmTvG+pQe6mJ3PoDw1HSWNahddjFk52J/e4L4C8vS9o78p85dEUwFz8JLCrkidQ42hC3rdkiNhxy
Dy6O1P1jVvQeMHvEbpWGA5weP0PRYVQKo0ycpYNKHsN9ZJErDv0A0aBi7xB0bb+vaRMMz/Bf8BFT
7FTZIbAyRp2GlJlyjbox3QumBvO0VWZ+Fq0aOaZRrI/I7Yv1+xBcVxAMIvMNYQvIw+K6lcstZ1zm
vvI04pSINtHNBx2HoZfmGXgITk8Uajt2z2uyvjstt1m8IoYMnZA4TFi6dh/Fuefmu5oOpb96qPSr
KA0r8Q5kfv40XozEm1VkeCkmjSafuJtbhRAqTLMNro1gphzDWSby8nfeG289oAkn2+UaiuHvLNqO
7BgCrUwkAojke5j5xTtZ7Oq1XktenDLopvMWKdeFaymC25WqSX9X8dCQ7c+8U6VhLYiN2Eo3Oamk
EnfQr1N30QNY9mNnGsQ30mfZIytlFl8+eQPtfl5g6c6ZZDRORx2y05Osh8iqyJllUif3qo9orHp7
7GFQzBMfb30ZuJBI23f6BGA0CsWUWjwEiCS5ryK+ohD6sg3s+B4b3/HQiXnb85jMcth5eRRzPTQG
OwYKDQQhwTCh78uvjQf7SmRteRrcFRkPSTf0cQDyiPHBt0n5BoYfhQ88fA1BoH5kstTrQ+4x4lHg
xXODhBosMuzz1K0XYl74V+c+JdOYMIJKWvLtMCmS3M/3iZEKVAg4lbwG2u2HeZmq40hObcHeVMwP
vj+712SAuLi3Vjjxa54F21t7fQFBHSqW16bMdEkx0mC3wxbq+jYf4kaQm5OMHzOU5npqcc4/tNwC
lKR1lL3mEEqK+8AsXxOyrr/IQQjuAqcNCCyScRbv8wBp9A3+NJdcZq3WC5lD4c0wUKS4w66C5sEy
TvGQsr+HXx5A53cP3SWzEooigEpMmfI18huh03mYI/JruIX3I9ahC/ESc3/inxX1blxWLDWNH2n3
IPALtcc4MNtXIxcQazsXSX7w2WzbL8DWOMW4e4VqxMCwzH7niDNCQXMzixl8yIn7kGFEhskPeDG/
wVrvFddLgcxnXBDNIt7IV3Nf19Fvfjk8KJ9ju6r7Isi3qxkk49gMs637hf3evfqOPWAwgODkr6J1
qKiDWYnW3caldZvweG+3TdA2T05d1eHeovatdqFESPBB3gWP9EK7MJ4zQpfB4y3rIZcLVPJhWvXy
slaVnV4URBxuqGSY3luwxvEaJRV+oJ9Y4hPiMNGj8ek4Hql6lOGu79k8z4urnPEL2tvt9v5S9voO
vELdKIYqexrgn/20cHMHowICLaJ32rV4Zvjwv7w8Y+TsLKIQlNgTCjfrVv1ESA59DrsexkgBFwtd
naxNNnxiXcPErCM34aEruoDZmFNvPbbsbbz6avT0IxrW+gGLzFDdLboJEfq4LZKqOhcdGuAqyNMQ
jFgzN85XhrMnW/GZbDMM6aFXxt0FDUwk9qiush/kauXVkzbhUB0puPC7dPCTBbFl7PcP1DL3/c4r
XT419hnfv/FjRN0HRRrCqfHaprgB+FQMa5QOzWiuxs39mGLt/Hb7pdzevTiOnt3ATjRc18jzfvVI
uo4iXzeTNv7Ksm/9efxdEVakjqjlqieP5CKin5TS9qHse0GNLNYZCt0Q1ebtw/+g+IucqZyWSxTP
xU07kdH34KE7yHkrttU7/I+fiSFA5tpebDbTfOW1ne6I0Am6Jl1I+V2PqMpdxX/KIjZQld7Oetg6
mTaGC2oz/GQYIerlX9I6/yEYNGKeIS6TtFZWkus//6+oWwjNDeZGmwsB0O7eC5VA74Ei12et/Lew
52tw5t+CNQn9ADWNiJbkf38LBq2u6Z84dMzFEHtwyAgxSsvIjx82wl72YD7yy8ks60PC2AdPjaZM
MXxj7KvEv6Rp/lMeoxQ0w0P0SGqW/hbx6fAwA4C55jJKOx0N+ZbEXpfz6f8O0fyHTMtIEvZGjua1
pUH8LV7SyQFmN7aOi8mGV37A/LtAMn7lDJ0LcAE7U99gsP6//1DvH79lAu09FMqUAf29o6TD0rhk
wIiXZZ69J6QJ8SnwPWcfQLEcGbJIIkI3k7ZjZA8am8KOstJkrxf1byW7//RoEcP1/z7INWP0vx4t
0pMGOUR8yXPbkqaHfCqOvfIW++f8L5Wr//hzIsGg4Oka1P7/JbZGa9TIYDCXCF74JGIRPkTEwP1L
BvU//ikykHxbQiBY+9vPOaM5MR7Kz4tP2ypgVBCe1TKE6f/9+/3jQ/Nff8rfkq7FlEeoq1Zz0Zic
LzRO5GkM3/O/pJ3XjtRKG66vyJJdzqedPcPAAMMQTizCwjmX49Xvx+yDTbuttvj3OmFJSFS74hfe
8BllrfwhrgFIEuJ1G+dhZamw8FExJdVUG5/gxadhCO9SVzRaz0bf8GiWo3zbJr2PGBs0vvvftzKL
YDxBylhAkFCfXwiat4gngfGIWw/jOQEfVlrOCQhksiWYezuOYDeoOm42GtKyy8smzLnOAaaw++JG
f1tMAgjoNAQbe+JWJ5dRiCB1A3TGrYIs4ovgvU12no984skpKvHJdwdleJiiWHiU/XyxYbU+r//1
JSqQgjdwBlBtBOGXe11gXWKjL9R4BAfta2iSVShxmhyH3AqQSJ61+xOrQM3NF2JDyPaP8cZibBsT
BNdCQ9xwsLlZnGj6KBC7osmTnWJpXgKAFyklQ3HJd8tcFF5ngyf06pZI7EKd36rISjTzoW3hG5wS
1a1Io3w4wsh5ocNipvaY7SE5+OYlhx4LKiBD15PeqeMGD5lt0lcvgW3vUij22RF7J5CvGRomIADT
yXix6wlyzL9uT1SreRgMDcUWvGgWboKamxZRFInRC53EekH4CWDCFKrv749ye97mUeb9wg2N2dHi
vNWJkhjAvEaaT8gGhEovIQuGwuvLqTnfH2rlHDCC5TqugSQiMkvXa6ZCPZ2cwGYo/K+PiUEhdoYD
bpzqtQ/CtAJHON0yLOrq16MgCOXWtWtgGghUaD82JrSgqWt2cBG23ANXDgCFTJVSKgmPTZ/teigw
yzk8RGfwAnKjYpdmPXpPbT9LFCFIKMI3yKaG33u3BU4rUmUMN+7K+d9fHAKH4TXDhoJKG2BxgVE8
jbPWqAaP6ohCxTCjA1v0QO8oMDxWlRofLL3YMhVfmV+Hgp+J8xjXDE7M1x9dks3FtqxHL1YiLDqs
Pj3addsfdWRs/n0pGWr2PTBw5MAY8nqowIoRhU/Ym7ExfDHE0MLXontr6Ua2MdLqTP410mLTyEpB
EqbNRk8ShH4Ak2W9zd1ihPIiOq9CtYQuq2Od7p+H1UFnTwIdYxyViOP686C5kTs7EDUa4Bg/ODHB
z6wkbXFyoT1lWiu+j/RSf9wfdG35DN48g0nFDWGp/w0RLaCHk/ReAHflocoSCz90mAxUpOuNSV0b
yrGEAdLO1QQKg9ffh5Y0yWlfDl5vIPLdGxWkoqj7rx16d+MlWplJ4BCqSZeDtwBPqeuRqtEo8k6z
ei9uOvmMKqh+GjED+USztnrj+AGQxEj9eX8iV8fE+gcuGW8gaMvrMaORAqI2d0M7oL4ZDd8mfUyR
jD9EA0JIcP5V5HxGUOLG5f7Atw+9rmm8B/jLqtZs2HE9MOC2PEHnqOLRM0Po0LTPUzwtfhVZW/yn
IzoSbKzj7b3NgIZq8s5i3GEtTbBqDl4fwh5Fm15pyBnRhsuSqNlYw/VRCGkJngWX6eIIak2OWuMg
Ky8rBgAhLnD8925siY2PWZ09E5szi/9gtMx//1cqUBDIJE4Dw9ZVOh/6DBwwq3/yAccN1Cs3wpTb
E8DMYWTr8I6L2z2iUZY1Ol/WXt0jhgb4p5nOFrXK/hAiffz7/r5YGcyaQwUsvdADNp3FvqBzNtpV
FEoPtR7lUeJdeAoHP3s7quWWW9N8nq4fHh39TkIvS5sdGZa2Xm5vmjQr/MYry6aSvxB7JmUT7Zi+
Rd0Q2HVHY7N7gCnkP2N/lJJWa8QV9z93Zb+goMRZJ5BwcSeez+dfC4l85OQnlGs90w/bN6psQctA
Wnq9P8rapBIauaSOmA+ZyyfWiaYCb6qi9cJMhCd/yr5D/M2OtoH24v2RVjbmfJHgFG6TKYvl99C4
6ENtsGvPiif13LIbY+rjKEnTz+7aM3qt8t/9qkmJLRW3c+ESLC3tUcpQ0UyV2fMSSPM/pQNTKcFP
6euYmd3x/tetzKOjYzisktrxpC/furLA9EFHQsFTa2V45pVD/cia3EcBhfh0f6g/gfFidxKY8J5y
Vc1I28XOgJkYgthBvMmAq5o9qNR63lHgQyYLAojx0Jh18R9M3v47ngniyPWuvgjUyDeu6ZUvZmsK
gVOKTji6fGgBYg+iEjP6AuzxCxK7NFudqFEuYwYT4P4nr+wdV0cXmVtaNYFfLN4/285Sq42i1ouA
oT0qfWl+8qs2g5/YUP9CrRIrm8O/Dol/k86LYACzwe9o/vy/jh/YozxPo7jxcMJAcMK0jnSQm4OK
Ovs+76HW3x/u9rQzHF6ReMCwX83l6zD1VPFC6dReqLFf0eUozgrfujHK7ZoxCtH87KumUoJczGMK
ANrwe7/2IulOb1EFcs5p4AICnxVp7n/QcihWSrU5e/ODamHutQiOlMrAYKBVgAHUXfXQFHoDpNYu
ToEZ/Wsc9mcorhXdQRrRvXGWTPGXRew1VT0MT/ILsdgXeI79TCILNuZvuUrLkeZ9+tem0EbdTRJZ
4KMRlv2pb33rYCiojNyfuuXrM48C20el+qCRTC7Tri4e6buRVHkaQRbCsKb1quuu7ZGK2MdOavER
8Ur3CWuX5jggxbhx2FY+EkMxnbOtEX6RYV5/ZIKjMxZLKFsKoCMPueK0l2hmRdz/yOWR5iOJ8nBS
wY6Qsq262IpojllGxM3i5YkJlT6DNhuhNordTQT8HNeafzQgmsf7v6GXYE/CGLr+qnZSCPJ8RfVo
daK7nE1J/KWubWTz7n/Xyr5n5nTCV7A+6s1D0IFZGpXcElBusJqF5B1PSEFJ6tMPmYYcw8ZwK4sF
RJYJnAsPMNcWb4FZVADcIUpQDTDhS1Vx/IbFtb37H6XPs/P3k8PscdGTTQnVxq9veXEIacXk6GAJ
OfGN+xoVeUjdxiial6pUQLI5mNBFlIqC8JQbzYhJRyUED/uEmCdA207slSDSwpN0Wjs6Ba5aX9jb
WrOvHRcodjWFI2YNXKuw6GlQvi/qXCoHdH+s5wnEERWpVNGNk9UnkfsV/eix+RaWogMoDvFB0OXD
j+Vh8FGC2SN0k4d7zIRUQO54n4wbz+/aAjsYymkqrRybOsz1RhoCgTwO4qpeqDqxN0GN3MVKWlAj
gRd3f9pXzgjVYKYdx/mVClkco7uB7P2EulfYfbYx2vFgzvWH1mjL/4ax2zCFnjOQxSLrdER0Dspc
9lnmQU7dt/mkMhxugsgfTUH2Gz9M51OAocYejV7xTmC95pUZtir3P/RPmHkztEkGRiJGdXf52mZp
EDdVBWiMknVgPpa5EX0B1eF+6BTHnC1hHaT3wjZ4N7VK9UVkbXWCgGC9VH4hPvcIN7zrqIQe7/+q
lZX+U9YGSs+k3HQhskHTgigxcGuFT34Jatk8IFNSfAIHGG9MwPpQdOxoJ1tzufJ6U7nGhPKCYrHS
UkXasqjBHJlR/lQowGT+h6+amw+C2hb3++JhzjpRYf/Oa4nuCiQrtLzlIVXC8AMEefl8f6yVDazP
mZpF5d7AD3vxWdVICBI3zuQBeJiS14DY7tMAOuKpTVEv+inEqGw8XqsjQrqcC2o6fyxGDJUsCrQk
nzytL20kAVC+BLuHIU0bUF5Ogy0D7WWVhIuRd1I3aX4Qtd1kik2nlHaVyNFLwkAcBgFVsyvBgwE4
ycC7Bj9VMpN/jLz/jMme5CIm4qGrutgsIWjULDC5gHO7+ADcBeopQOZz0afR/+dQ8/PzV8AjC9ry
QeeM3iScODrmeCS8zxIQTjslVcW4sTVXJ9PEAde2dKwXlzEBisaWE4Jr8dym1x57fAjOrZGmv2c6
wCWYyvIV+d5yY4+uHT0B3cygNU+3bPm0zdDCsm8pwpqwo94O6CCeZVlH6DZBN79/HNYuWLoRDoMZ
jmUvT3nc1FDSc3dAUUDQewmK6gKfEuUJhG9IKoh+cO/CTBUY8UbxaWvk+dj8vY5otMbKmPOR4Cv3
VWaD53JHtE+H3L0Yg9b+6sIGqERtFfnG0Nra2HNrmsOGA6+zfFYqs+zAFSSsalfXBS+59DtwmWPU
HVAzjp09jijhcMhJi/q9BVDaGyHgxjgF+O4Dgl+OtlOhMYR7JzcClLghcqMCNw6+s6vNqsFTaRI9
FO4emaLj/QVb2xvUmwh+aLcYN5F4Fma+NmaJ6lWpk556V7EPqBykRI+qs7H31y4uAgpVEMdxby3z
JbVDidrop8nr6mo8BUXYXHD1KQ5qME5vwrAYz/c/be2soWhId5Mg36SCfb0jADXrQYBGrde5vitO
Rqu3T1kPkOe50wvheJk/C2BoSSM/3B/4Txts+dYDhIFEwVNPpLwY2Qp451S0OLxCGUR5mGRkfK9d
zGo8aVdODW+bXXTCUAzBu75OQoQYKkg8oEUH80uPwkP+Du5MIlDAj+Bd+YXRO4dyjFC0d1BCSE4N
VHX1UlRd/ClDsm2W9vHLFhpKWAcPMAmmT3HVqYCuRtMCCAscz/gmA4jje8hT8uckpwlpCwfM0wEO
UPUy9rENLtupBrgFLdJ8j4j86JC170/Myg6gCI2kmctrQpS9uNaHOG8syMUDoXw7q66VWqo8xknY
fwM0HKenpm2j6vTvY2o2xTjaF3QylnFXifVF2EmFxkKBIMChKvORbcfNcAS262uwajuKHv/LmDTW
DdPVKR4vApA6oOg91Iw5GrbPImjAsiV3w8lUhuFjp7obG25+oxb7DRwJT6Wq01WgXXO901FS1Dsf
rXwvyLCY2PkSt529ib74Fh5o5UgZVMFNUiTLIi5YLKAbJno0OtngGQhThIhhqJqCFFEGnBZJ2QQ3
gnCa3sTNGH+/P6Mr15SB0bQgfuYPet3XXzj1cWOpJi1LgRo6LhYoW7hHnIX07tgJU2x0Zdf2KXtU
Mw0NdR7qcdejGdmAtC50MK+SU4sUk0Sv1IgUMRxsOSGtYqGzvnEPrzwhdGZMtijJK0WexZZxijCQ
elhNAK1Q/3ySycxjtsLEAsOZfbcU5cnObX3Y5470N97seXcsdw9d4Dn810ysixdDI96Wqw3pqced
Ul24/NNjJsEd1o4RexjfGhcLd61DXsfKtCu7qt6Y7bW1tVySa/wUdGp3i91LBTgjONe4FWT+3sHx
yMOX4ceEWcz5/ibS1kaykTqfaz8u8df893/FCImGCFgeVKwrYZJ4F8YmRVXoE0p+QFCI3svOnbLy
SbdbSMxY0+TfqqbKL2DPnFc1y3XAlXA1f3AKKushAo4jPRSgqSPd/50rx5nnCnMTQxBFUR67/plA
b6TtZsPkGeGUHkQrESxvoEtvjDIf1sW6w/pBBoC6IlXuZdSiCA2jQ1QsPY1XPz37XdaWjwDJg4cW
GyMY1V1f67CDtPjRxi8Ucaogn75Sxy0wUR0SCDrQAPKzakdQF2yYz78aFaw6gs9Cx4tlErbcI4CG
+CDSQhBlSDFxJPOzEdJK7Lqx/cNSGrR3Ua5WxSP5YTpenKbCG9oy7KQHSZ/ZiBmXcmSRoqTEJ0By
Wb/pxjH+MRhh+d6IguC3KK1MHvxeC6AZ+/jE7fFUxU8HQf/6QUdELzhkijXmGPn04kFXmyz/en8m
b1CSpCsW1XttzgRpsS6TwNTEx3rO6kmj20j8JCoo+/9adIk+QwQPm2fVaAxy3qiz+seqHXA7ylmY
cE8hbfxtg3rPNh6glY1ORZ+jRH2OoHTZTXA09DjTSjM8vQDHvwtM7RNZvvGMReLw8f7Hr9yV5IR0
1hzyUT59vtj+OlOqW+d9UZpYgCrcLSjPyQr9n9jGCjmQsF8/0GYI/z2hoYxCDRJ0EEMuL8tgikSE
Q4GObEVmWRfCBjc69QKrnC+jodlbfb35vC0OigPYyUTvb870lyFE2Ix03iZN9zIdsrkOD+NcWzgV
IBCffQaP3p8ytXx/f1pX3gP2E8Vjy6CXoS0xUKSOdifz0KBZbwOrRZNJ4IDuZP1zXblEz1VHmSqY
kkeI3MEWjnvlAnJMXOx54AmShbtY0z6bEAfAFhKwLULiELZQ+oqG8d+vOR5yAI/0ZDWKyfOv+Gvn
9BEWL8mYW17Smj0WmjZu4KEWb7xuK0fBmYFOMxIVZMKyKh5L0/UNAjJvQKX/4CI7hiOcVI56Qefw
/prdtC25B8gBTZdc26Uru4THQSyAf4yTtFd3Nhx5KzPfGI6MjpFiThd7tEcqxZn8YrSdfggVJz5M
2LNszOrKeZyBNKwchVt+yWJWLUgVCGHFtmdCnvqcxqb8YFeafyqc3vyMnXmw1YJe+2qw0sZc14Nm
TsR0vY5Ok1ol9CVrjnbzFzU34f9MOURT1ywP9JKwFxxx8Un6AdHYIOrxkJzsjQtv9asdonxCRH7M
8rgkozoOYaraKIm6ximBW7zH1Ad5LcALh0K3462Uf+WIuCpFa8GdP8PSF9BO6PupFfut7cHiih2U
TNwEYV0jP0gHBxa7NGZ3bif6AMQCgStHbfauTb1/NON611HyPSCT75wjxHJe72/CtR9G3dPA7kog
Z6MuggetQCm/VxWTs+sYH2xC3J3ZdsHG969cicz0/xtlcUOYKDnh2R7hypGgTMuz981xpfg89Mb3
Dr3ih6aX+sZB1tfWeAadUhUEg+C6i52NhD4hu8MrW9ZZq+xKW2nrU5EPJa4tGBfvJG4zEI9SpA/e
5Sh0QL4qUUJ6EjESyG8SVXZf0ZYdL5jx+N3XKFUMbClEjlLQiKQLaiYA0FCDhHQc7Ou+Tz74Vo/p
UiI6a099dOb8K+nwSg9HwagxCBoTE0GzsQ8R2JhzmEgk43QciuFN4jaAdkcda/4BAxXT/+D4A3Cr
Qp/riioyvNCWNey6/4cLyNUp8sGnhbGhGuL6KNrodyF43VgUwYrRPcUxYdu5rmw1vGgJprS7pjZc
ZaeNkX3RrHZEQEIA54VbFvrW+f5GXLl456YO+xBODOjyxQlxo1abbWksb6LHcIytAP+2WOA+5mbq
xulfeSwZipr4jJ2fe4XXn52YCbwpR/BeBVH4K4GuhcByiYFiUI9PcPiGS4uOwgPNfHMriOZfXoQG
YCMpaVEYn9PTxUcmGfqk8ThZXjMhT5ebotsbQ7TVJVubSrqf5IfEV/iSLXY+GpFjEjm26fXTgJtj
oGXcabH+GUXdT/++aNxpcDQcIFnEjtcziZ0HJjZ6xpvsYkidJFHxHQyx/hRJgBT3h1q7QqgS43g9
h6m0AK+HUnKkEMuS/ZENtv4QmEr1YmWZeBORbr8RA7rwtlVvRFVrE+mSV1GZ4XBw+V2PGcTowsXY
pXq2HrT2USH8yvaR2ZVH9GHijbRgfTAyAuDlhKticRiN2q0y/IVML8JunTuhmIXWtfiCCpWxcQBu
hyJhVQkVLQFBRdcX23CMIjMxOq5jV6TTY1WP6Gr75vSxnMKtKu48Rdc7fs6NdXwzKOUSZCyGQq8i
4ToVpmeiEwC7m+c9Q5bxdH9zWLdHWpuvMUDHM+LspmzndqEfijbWvT4wK/c80K8Q78226MNHnKnz
FN9At32c99WvHCcNZJZ5UNEza5IXPBbVF9cAu7ivs7hCWUuLBQ1zFOVstGkxe8MUopFafYh96bwO
tgV3XgtF/nuCrPGxKyEcnHz8O6lNDr7/00ohZ+4UMww+QX0rsjcOgm3OLm6pOu5gjSja3ul862fa
JqZ+jtAx/GmbaEUg562Y/2ElrP+scRZ8h/Gr80MiAVzsSV67EV69KHFmrOzmHLpla79AnqO4lUxT
1X1ohjTOH5MgQgs5N/vk5Hfl9AuLxzq7+AUuA4exBwy0V3FLe+lh94M+qoAt78F05dqJahzWNEaa
9/ouQObgZ5r4YXcsxliidEKo/JSUioXLX1ZJ9QGjSGQLNTVTd609676nlt5aGw/4SppMy53H255T
RWobiwMRSVXF3iHRPeJfLCRR4nKDH2oVQhHGQVsznrpS70FQJDGOm6Hlps4ZVbH+mSdL+zw5pVtv
xEp/guHFZgYyQwKpsZk1e5lIdrLrEbRUaUlk4UcHu2hkSmI00xDeHuonZ7TlEQNqpDtimlaFYriH
0AhjJJN0ne6SgvgR9eSX+1tfm6dh+aMokUM1I4ug9bq4g6esQPkyLYRnpGObIHviKPmbKEdPhN3m
Bp/tCfTKZcgjFGUaFNrjfeaqk/IA2UimD1mZDfHJiDJMNDd+2G0ARpoGtE6DdDD3ZRc/jMYXWNax
QG4rLIoO4TS/jI/p2Ffu0+iq7fdJcZNx1zWwoPcoTqoYF9DCwg7GwOjsVcBjVi8KWlX6QcfKt0TW
QsrvNObHd2Wkdb/u/9qVe0qA6HFm5DbRxzIPMnEfxbO11mmTZ+rHBEvVYT/qaE1uzIp7u1qU3kEv
Ay9mNGvxjHUtzDInVHVP7XP3a9oFOE0A33ynE6SizYOjToYOdY+A0tCkiDZVeD5oG5CA26eU1wUa
A+IpFA5BCV4/awo0dmSOKu5k/ucje81B0DYTyKUgbR8ckSxzLymAyI0kYG2KeQjo54D218BYXw8b
lahQNXKi7DV1Ao/gLH4gZRAbh3TlbQPeDBAABzCdDvZigv0UUQJINoZH/R8fe1Rf3J+tWwbvDVDY
8emfdw0pBqEkpWjIdMsrini+G3KUu72izExvxLnk/STjYKPivTJxpI021V26rsAcFp9U9U4eI/Kr
e4SVwYOvItEDO616e/9b5n9lcY+A2QCnJ1yKvGQE18uTo0jg633Ve3nk++5vtxdWcoC7YCDQ2XAA
n3K61RtjruxEA74EzGmCg9tOeD5Zg2MX8Nm0Sm++9eqMS0E6ZWcjE3Qo0UF8MxZYDd7/UH3+ksWX
4qhgUvaAUEOpbj6jf1WSGh1f7WjQO69L8F55ykQFSg7/ALomAJnqZ6YHsy28UOWscRvQ3UaxzDwG
ZhOWs5I9ZKO+DLE4ibIs1g7B0NTBuwG69Kc+muhwzRCNJzutcswVkrDUXsKAkGcH4H82hU64cL/r
uMAkX0uequ+KDLXiknBhNEC4RGSf+jRByzYjug4+pE6XWbuw2Gabrs09ewpEJoUflZW/ngU7dHXb
qKT04lgfP/o4z+BogjAiQBYpTgOVazxctKr/cH/2V7bZ3JQDpk9nDiLxfH7/mvwwrxCgM0Cua7DC
ntMAsXZ0jew9HF7nPZeV3Lhw51tludhUJ+lCkuDOrNfr8Sh+tQTQQMjxfTXf97nW/ER4LNwjA4E2
ai2nn0Bsqj3qVfnGPls5tuSW3EEmqQMzvdhmZima0q/pfrZGg4wbImlnMzCH8/351FYmlBE4RfPt
gObZIsKuJifuq9KCdBe1qK9I01ebixVrwrPK3grYsEUy7SrHUZRDiozS9Gg27ImPLS6pyQ7LZ1/+
Qoe8yE5cdB3ibKIWIH4Kpf8k8Ms2Nn7vyrbjtqSjNvOjbklL+KBgrlzHtO/Qr6AxbJXPY5riENBJ
PWl3Ue2nXjHI1D3cn6e1cbmiQRIAdhZiCScpYx0NHJwIPKWwy0vayui9UReYFneJ9o5nskEzto5e
7w+6sjZ/quLU/Ga+57Kz33UDou8zIVKHaoPCo4oNldM5x6EtXn3MsLz7w63sOKwIacvyvqr0oxdH
us4T1ejw1vSapkXLxO5cvCKMMt0CZqyF5nRf52gTeoHLRXF9qCYTKRsNl03PBAU9HfpAj77nVJhm
9eF8xLc5rA1PQ2K4A6SRRB9VJOHFuTMqE2d2YYzf73/3ytrahDQ6y0TwBuzw+ucMfq6gjas2XoQH
KH7jaWS/L9nHZ9mK4jFBJk0ctTQs/r3QMkeKHAt9XtubTs+UJGpEMwKKZIdWue9j8JgmQXPpCAuO
9z9xJW5EHZr6B7kthZZl6jG6I7lqVDZeMYXa3gwsbVfVqrtX40ieBr30z5qvylPEWTqFyAq93B9+
pWqvsanoI3GXUqNYQjniCVR7JErpoQUy+Qdht6gr5RgpPEfoaUO7t9H0AqPEbj/qUWpQX4214LMa
omK8caOvRHg2MSQRLJxEcAiLe3Ugy0aqEs7OkLTjwQKdY+0MZWjrQ9MV9VZ3feUIc4PDXeBcAUJb
PpPku4C2ZAOrqy/A6smwvZBmtTsXo58DKv75Rtq79nU2FyTFDFabSPl6L4dYyJW6G0tPDg0s9KrW
MTwa8jH4inlII97dX9eV15F2LOkZDxVbazkarfwSFchawiNr5b5VNHwDTK3w2lhTTvaAwvGg2eb7
CmGrjfvYFHzI9cNMuWUOm/nMuTu7WEaALbFfpFCHoPYlHNWOUB0vijabdpQxVJpfkEbeTqnTf3Tj
EMfHwnDGz+iTK/0B9J5Pfd1xfOsYTJPjoGRdqvhaOX6PAGAvG3wopmqIdiM2D9oBeauyPjZ9ihBf
EwCTOTtJMcxC7xOKpoHua78zF4McNCmD0cZ5o7Q/amWjpLsJWba3fquZvxNbU8KTOdAv8HRqJi9F
4KNk3NV5C8SjaT+6PYoaJxeKBjKG0lR0Fm/ERbOze7dDtdBKgPHimnYw4SMiFxT6/e8iRKzPg64n
7T02NWZ+qNHK9PeaFWFptzMzRKP3QRVa5sY2u114jjIoTsplGjnZEttixSMUP1TlPLS/S+PjrCzh
/sYDrA3PSLiDIwmzGpZJzH3r7wjZxBbobf0HEBdRtlC1G3BfFYR4z9kK77FlyPjD1ICqQWW5qZ4C
orkz3aL4LbCO5t0IlfTL/V1/e6aJl+aWB/EHl9qyGxc1dNmmRJ/QjOZNUG10UlUc73Y9qjCnsScs
uj/e7Zkm4CAIZKpJd5DPuT7TaWKHFeZEMAyMJj9GKLAfzVr9T3Ztv78/0u1LeD3SfOj+iq4HIfII
Yw2Yf605HiZDTtjodNUJa8HkhL5uzgYeq/P9QW/DDgblFDsa8TylqEUEKuMRznvI5wmfImof6c5D
NyT1RnBDc/j2xiCK/lOzpnN7c/Hn2dhL6idzvzzO+1e9Q673m1sVif69tKFTPKpGKPozPDPc3mVU
o4/uo9ONzH2KXOTRaIRbeYQqCSUpYGvxrrRGOR1wDRa4EhfZZO50TZbVLsW9bNYCLMv4MXZTiuKB
lZQtgkKgag9cNG3lNaWRds/EFpPAosDpfpWGDyc2jCqJdnboTwoOBRo+nlUy2N2hChvuVq3RJMrl
UK6Tc4DlXgd/ZtTbZyW0iUKBc4fDC2Ag5ZMVxeh8BmnQBo9m5+B85/p98Nu37MQ+GCVqu4eqjeg5
GlbY7KYeEcX9hEl3fKbuX76llx2lx7m6NKFDE1nvDHolIToqMv9ZECSeDNPX3jvA3p9rfvyj6F0s
VoMwULHVxMmsOUwTpQj0xOO4egOV2aTwjGb9qyY1J9mHGKUNfJ4Ub3upTfGXZsJDb0dlXFJp94kF
eB6zuvzmxK1T/5BpQVEUDTM3fDQDPF1xRFLiVzmOoX+oqqYvTki2uudO5Lr8iW9P9BER1Cw5Wxbq
1hcHd7HiWS04Mj9zagI136uUAf6RVgOGS07iI14EiJM1fRunx3Io2+I5riCl7dXBdKLvoqE8+tA4
NU+LwsToey2rBQKNZt65F4wL/Mjj8CKHMuEI8oDzrEQ8P6m18QEvW8fZ5yHku3epBJAFIjrH58LB
lsT/apWx9SClwHaM4jjlfZ1y7xfFrJuOkriWDC/pVAr34MB70d/5UWyUR/gOWbK30Z92XvsA6OCb
qQI/+GqhIV58D5IEUVhh1/Ki1wjKUe5X7WFnxAievlGkH/S7YWiJriaa1cZjPUVGfAmyoiafasCQ
7xA1VjTMukcrwhZ8qpoTCpC8eqlT0wNQY1MvP3dNZPefG1NpxC6thPgeVHrYPBZRjj1J0IQoNA3c
v+plxNZ0wPBkDudcqRfvTNPimoR2aasnXDNUFCotBIaHDHjvgYXI64OkEh81HC3NiI+yxs8dHN6U
PqgFJs37qTTFN/z/fFSBcfkDJ5vK8T1qBBgAOgG+WS6y0zr/aw1PRZaMFSqhedjuE6AVP3y/tqgN
JVlcPuaOO/xyGzvijepLlp1C1YBre2ibimdLSAq7FDPZCDtUYpxjiq+FtSODwDOQp1mk+6ZzpIbz
t6P/qE0QEEc6P/T2MTpFRCoLZZMdAlGr0SEflCi7aFmrZQDVfOwGotKNXwtclh8t7Odoijt++l41
pWUenRiU+gOMnm58KF0tak72ZPsed3DSvyOTiJ6wQ1GLc9pbst7jL87BssOR5uIQjlnwRtVkr1/S
VO0/pkhJ/YT2jv2vkaKlup9Mqw0Pfd8F+PuUSoyMpVW3yd5v0Ds945cwPY21Uz0ya0w6HWxaWRUt
qGw3OmquHafYxYkSGIrVvg6qrO1fED1avHKbFkcy3gUfV+1a8PaOZj47+wEGgcDFk/Urx6lE+zkI
tXsdIpk/a6nQPpkQZIKzMAbrIaMBEWIPifkaiMWqrs/8E7rXOWReu6I2admgfLQVvK70Y6hVzh3M
Ob92b8qvTlKaUZxGjufLKKiI5kLnZGTC+G6giPcxMUb9W2ma6VNd6vVTFAXOqQmE1e/s2gy/BV0+
+EdsS9HYxyZB28hJV2IMNJCQFoDuL25b/YoVCWdoFUjqvl/t2fblaXDd4TFX6/FR7XLz319+FA05
eFS/QUeL+ff89fLLAM89WTIXMXnh+xofkGHHK5ZefPZyuMsjy30ZC9xh//ntBzmKmqxmUku8actj
g4TabzLanoscxYEktXvj07c73R/lNvtlCinegXinzqUtWwctsGTp+prtKanupjuSQh/f67jX3+a6
kbzWVZg/GmbZvamgcH6Y6qn6ef8HrERwKHZZFDwErBB9WYJHlDAWsmZ2Mb+Rh0YHgVgGgGMHDLwu
94da2zg66ENC4zm/XYIOVMio6tAKvpXi2M7HWZyUjEcBmXz3rQb5aSsRu42q5gK8RfEQ6YGb6E3E
TYPtgm57mgi/G4FVPUypa31I/Und+LKVOBG4EV0MDMXneuycEvy1RWmRi4TrBNRdEJIcpb321uz6
8cP9+bsNgRGKoH+BoSiEKiRhrkfxR0tUnTY4ntko6mMcBwpmqKHNJMryQkeg2PeC3XN/0Nv9AVF8
RsfPlIiZlHE9qDXh0J50FPQEDlAoTGJKQQPZBI7eacf/ZSh6tuwQenjLs4DpSOWrfU2Za4zCE+KW
+i40zPGcxX64cexuF4ySE1AleqKc7RvILb5jUUhg53hVCLR+hqI/EfVWGzWI2w3PKLQCEKYBpkeV
5XruphRwTdwbtsdN7qtH4JpButMD0350CgVneNQ5ER6/P4l/qguL6sMfuAiPB4tG7+l60My2C9Sz
HMvrKydQ9vgymW9pWprGnkK9+wIuP/4NM87ETREAdbmbuQv1vqn73MK2A8Tejtq6XZ5QeFWKs+V3
vXboyiBOTp3T4tiABXPtHALXKuvnPpOiPYCi0+znHLNE5d04TaiUQLObnbQoL2JdgDhMv6dX73jd
VI/oM6uZ+TZ2ylLfuMpuF5WkH3krzp8LkWOJQauKbhoRnrI9WeXxJcR983FS8/Zwf4JXbmwkB2d2
EjK4t+Jurht1patwqxSoO39oxzr5io1mUe50ITUd+0s7fMgzzA52oq6KM75u1ef7v2DtSLrQKyiI
03AgULheYTVuuPAwEkSEV8xhMxedtifWUvaWrPqNcsrt54JJt5CSQ/sJqdNl17lpmlBi9GR67eyq
sUPrJwgvfZXG4Jp7sOqHYdAdvO4J3nF5BuJ5oKk71BuT/kcy7HpX6+BTuMzpgFNQWEIu1CaKax+Z
Qk/v7VwcwJ1Y+cc+Kev20ckpke4BVbvZPiVFeulwXG2wvVLxsIazH8mvISK5/UEqWGpdoLLhd6Yi
SFs9VnFv68dR6TFZ0rC83CJE3+5ItiGNZ+qQcx94OXnpZCsl58TwZKFNxyjWMpzQMAD55/0wH2Dk
nqh7sSfmX/HX69NjSurWkWt6+WwQLROaBLsy4lBPVSq2FIvm62OxEDo6gNyalI1nQsH1YDH+MTJQ
oUQo5MT71h3GL93U2zFmMeH4bBCkVvs2/D+cnVeP20jWhn8RAeZwS4pSS53sdnscbgjbYzNnshh+
/ffQFx+mKUJE7y4GO/AspkSy6tQJb7Dkh1jrdgUtNt6nxhMymJHplvBK3y6uySLUUhOEfW3Rtgsn
7J67ydi7HDZoy2A7EUuDKYvUA7j2t8ughtJaTd3bZ+R3u0eYeDzehKv7x1aV0L2jLpkkGmtyp9au
TJzs/cFSi+6SFpI2QPGXQ8UFVDb/gL4FsI3Oa0hgKBOldJFW6HJ8gOYCKxR6+plvp0lzqTpA3R6+
rvFjzSwdIHLaN99MQcaBN1Zk9+JgcfvLPjQ855etdOhsYd+rPTk5VT7lnyqVHso9GIdrc4F0L/4X
zrvD66LtvzQ0gZ7TEltfLCIP+MPEPtt9m/n4a2t3GjCcnftrI7ghMKkuI1S6tLDG37770pEDMxyp
LmIY+d7YWSnWCQW+UPW0F9q2dhNcJuTE5L/KHqvmpVAzQizGm+SHrXygB24cIpL1ne7e5gP9Z5XV
A9HQS2odoc4zzvYzqJ0qP4ZjIF4TDJF2ltpIEMlCEdRYYNhkHqsvFAxxVqVhZJ97WRlwh54wyOS6
wrGT3tCDUzOshyRv7WSIG1kO3CWO4wJxt9U1fSmYO+zTFJqXeoShjpHNw1Ee8LpkoDD6DU5QH26H
u63PxljHwgaN/XUFC8zlZhT6MFjnlHf5NGMA7gE+s3fuva13uYzgiKykbuzjt/vQyUAMxQIpNjqQ
zrcSD3IHy1H6Kni2Xap2kM4YYIk9ofSNzQK5Tl9IdiSlVxeGTYsva0ieztmId0lcSeEZkzq87pzI
9m+/xo3PRvRmEEeRC/FsXU0Q3cHpFbKDzlRUUHOmhvpL0qTxiSlP9giZMt8B521MWgHJoWkMbp+b
g6Hv21c64lYR4qMYnOn+ho8oa1n/ApTUvtCfcl5H8I+HIu0IiHPqHFI1Nz/WSRmMO5n/Rj5jkTuB
AHJMQBPr+4tMp0QLrgwvpUlrHVv6ZLifk2lEoQR1gn8ickgHz60ojTxHLUKSdKXA9Ond737RvcET
i4QVncvVm7CiHBI1IOxzp8jz5DqylE+gQKXpTzEHhNTIjMqd6L1xb9OyUVH8AlCA4NdqP+tGFDXR
6EjYAc3xeQS/8aHE688T8dTcxVE9uoUTza4g3TzdftiN8wqjfUFlQn/Rrj77EOZG5cw0Lw2rsz4M
Jj5wTuFkO+f1b3BbJSZItCGVRLW6ZImrSzuBQhrOTi1h4TDKCmbwaFEJBbdSNx3AGLjAueXfsmSl
HxIY0fhzOVP8LGOW+kNVZmN+zaM0CVyT5BD9ZNWYx6cyzsvcBWKOfG2l1KbiIbTcYTUTSrFy7DrF
CrxGSWSskPrQodGZJ9rsC2isDy2sSpRK+kwZ3NbM8DqLzMnG732Kh/RBZMwZXAFu3birwlB5hcng
DHcK6GpmG6HQXtqhDb6g0BO/dE2RqYcU9/AWWyUl6k4TDNiPM8pXeEUNi0l5R+0OUn2qdWxz08Uh
WcT6+MlMYe57KeJ7I87uvfKMhYaJ9ZqRZy+iiHLzgOtr8SrI1nCotCsyjS6QMN8yYmClXjPmDXDM
urPaQy6cKvc6bPRMtwsV3PIM5kMvXDMCdD9iKzjH9WPNLKcci49GGWE+hbkE/uZ2kY3qhyJBbAjI
uIbha5La06WgUvmTG536pw8BeFcT79gfwj7/jhxl6rgj7ezWkxlc/4RlrL02eZz/ZKQZfOubsPll
Z5hJXJI+mT/DrcLUz+ZRG0Q3evsBEi1ErsSSsiPOZ5S5Af0hbD2Rk8ogtSW2/jmXLDPauXs3IveS
fQPAYvC8EMDfBrept1tN6XsJpnn8ZRpVk+lAo9i+rhfxzgW4tRRa1chjkIeTJa0yihqDZn4GiYpc
FONHhFfKDwWGYZcYf9qdS2Lj7C6QRpXmD+SAq7uWAV8SYIhnnzsmJncpJqVPU4L31+0IsXEV2Qsb
wlhQfhTvq3dn4pRVlINln7Fgkb7yAev7KHbkGKaKZlMylXYpDreX3HowcCggf0BVySQvq8+VtGHC
gI+exITghmQJ8ZipsFZvr7L1pcgweW+0B5eu1ttV7GhQ6hi8+HlolfmQinw86P3wCzhZurP9Np+H
CAtbfWHjasu1958aUDelzDQjnsfCTvsO/0wMWqtgbx6+/Tz/v4q+eh4JCmiRFQDRaHZmXoruxYnB
Uex1sF/vbr+6rQfivqLtv8jcIHDw9oH6orZTfAlpcii94bf0Qv5tJSv5+e5VuH8XZ7+FnHbVMsK/
2c6kJnLOYStyX0Mb7qiUZfH+UwSHUOZSAlNHSrl6bQnCDzl+fQ42B7GtUKENgXOHK/bQ7by0je9D
xURfjZuQSmUdGTp5DvK8bZhZVH3/isUnQAFVQzeNKXod7iQxGxkFXShinQPQCqL98gX/s+UKaCBp
i0zEeUa+s3vMJcOuXASt5viYjmr3SH5XNOcOtFdTwmsK9mD9Ww+rs9PBd4Epu+JDqIGg/dNRWEEG
CQ7w+0EBt2J0sWnbM9nbelSgyBjOMSKxqLTfPmpoFmROKrOgjPaL5LVKwXw+SO1Ec6dSqjoACcL+
WUTYCyrU/R9vb9KN8Ig2M1uHEovUbR2rIg3trHym74/5d+5Kk2RXgLwrHZZvNb2iqBLubKOtxwUN
CQ2YkRT/XZ29OaMRmAAOOSNFkf4Cd4xhsGiD+cC4MXuSMjCgMELkp1Y0KPPdftitrwpNgwEtEldM
HNZro4sW90t1B7x4vnSmMEi1jMZ6BH6iqzvxeSPIQC/T2MVUJKh5rRZrCWDBbJUWqMDQ9BvNyZ/s
XM12Vrl+JPQwmNowQFna0uvXKbQet8q2Dc4OcIs7kBWt27dR+Txau4YqG5w5tJRRPjNgCTl0bVdP
BMBVYUoeBeeiptF0oEswRYelbRXTRtHsz5Q0zeBhwmsOh7bL29Erc1zjXb3SC2yFdZ381LfG1tyD
+V7vqeWH0ZeHCwJnbi0/IqNtZLZFvORHcxge6bumP5E21Y84OCsVAn9tp3vqFDaxm5U4zPq3t9Xm
8guQi7Y5wX59hka7xFREVoJz3PdG7mE4PgmElUCfulLYlvdikLUv4DKz2O8GNNXeneHoMmkmjRnU
wglXqwBSNriM4icSIEkO60iXHOdQyJXwi8DRXvIw3RsVbtTaXGjU9Ta6NdTb63KvaeqayW4ZnGUN
/3mhdzBaTTb5aeqxje2VTvYNJcHppLKHD0nU4tepD9XL7Ze+tfEp+ECw0LC1ruZfeDyItnUa6RyN
g+ZNzgh5N+sKXy0sY+eMXZ/k5QKnZUvMWKj0qxdspa0ZlkMpndUxk0EVUc9baq79D7uIGTkKbVw8
i0j623vAmru+Kgp7eavJdJSVDF/Mrkj8MUXEqsce5pClg3aILeQjb7/K5d/8trolf8CfYpHxBLG1
brJFPcTAYNaDM4rDplebmv4Y9nXh2bJUPEtMQPZu9w2dbh3m+XJWWfN62oyVno5zWuecZ+ApS92Y
p+p3tMnC+sUQs5kfi7wvvlhdp31uRaFnnmWmluUVgR2XeH2XzR8BdfCjVrZ0l26/jK0oBx4TUPei
qwGSfDnt/0k9jNSeM7mpgIRkRpofxZCmn2QzUZGJRRfwyzDJSnWEvl58lyUn1F1E+YuPWmypzWHo
rWT2aqlS0p0teN1ZAgJLOsKpM5Y+1+pHtemiw9JY1jmJ5Zepzx9KBNBPsdMalylUMp/04F/8yudD
mNXZ19tv5LpbyXvgP9RQCFZcGSyahRppZk63MlTMx75ID2nUeAChsifgS8Du0Pm8u73ixtkGnYSR
MNemzTRGe/sJwlCkklbXztkJIgDojiz8KFPkfytlej+6gs4ySS3XGXrK3CBvl+qrCb4Zw+pzbOWq
p0lNf4By1u18vs0HgumyDHdR/FonHmmskSTTAjoDE8QdlsKTCgeq46d50Ch23v/2DGj2/GuYVFIW
vH0k1K9UPRgp4UMTUCPY1+KAGI/hmmqwV4Mu224VOQCDE7C49xigrsc2cglr3pZ655wbRh/fdQIK
mxuMmHK4GGuNpSebMUh4VdjhJxkPzb3DuhG5WJ80i5qE/1kDjOi92KRYxBHZluaDDTHBn7WuPpSW
yDxIc3vK4hs3AUB0HthiYAydZhWj4b+qyrQ0E/rWGB4pxnT0/OO9mevWU9HsgSRGQs4Ft7pvJiEx
h6AwOYeTY8YXI1TKT3msEYblygp6H5mj92PticI2w2QkETbG/gMena0aUkVag/Zbldvmocrn4JFO
YLZHLd06CyjbokhD4wcrldU7nKS8dwb26Hms5AFhWZSWG3qinoys8k53eGMpppPohYOoWBRJV0vJ
MwgcbTK1c2SpUeTPA5MXWnaG9KeK2jT3b5+7rZuD1jA0ryVwoe6xWi6tlXmYUU46gyyt/wy5hgwZ
uGc5dZOMGv00zWU5vmjNMKPzHzYI1AgH9vYhTdWGLnALm9Yf5UrOdu73jV1rg9qgBcZeolu0inEI
sNRpHiIhkOlS82WWwy+jUUgvt59+YxFnKeso3xDHuprUyVGgKRhgm2elUkNPoVN5libYBbdXuT4a
S0MNqAg4eu7ndepJoa/0+gKc7O2y+iiZvTPhFhab4I3m5Ec8hfpOML2OcCy4qLfSyDHQ3lidxRSN
TatVUPqDRxh87Ew9P46xU30qwa248xSJr3CdCs9JjHZn6LD5qMuFTw8RaPg6jLdK0GmJLCxA9uN0
ArVWMczSTE+F8MskVHu/KgO68QZDVu4NBvFXUSd1TBAGNbDgQIyncgyUu0YM1ruvduSGlmaYihQy
OeBqL/YqEp/0qKwz5Gl4ZrIWPhTN/NNRRfn+94deKo2qZdcz8V9dg7rVi1QdQISi160+qb0DLLtr
UbxtJOU4y7Gx0yW9TpOYdNKpQrGPiTVav2+v3cYSSWTC/ALCgOx6YsaNP6J04QkpGC9Sok8ewkHv
tYHXwS0trHCT24hreD1xTAsECue2YqbbOOYhLjEmYUNV/qI9//n20bs+4KAmgU8sEz6HOmXVBQZs
1LP+GNyNZhx9FO3QnO1KGfYMva5j9rIMVyyKb7zENSt50jrUNeEW3pW2LlWepCjlAUokpsaymu6N
IDYXo+8FhHc54Wt1ZsSZdUJjHtxNspmd2r7CCcqsg7tIqfeQ5n/nrm9yJQQzgRWQk9CsN67ocwo2
a3ZuNtFFmmxwoRHyIJYv9ykyTM2kd7+mvBrGQ4nmu+nKTYYWUm90xY9idpLCDy2jwDtgHOsvhVHm
v4eCptOxn/uppNOQlT8j1o2Paj3UgacbvZV5yVyDtx41W7KetZBvprphiAGwm82JbiG0FPeZVxYl
2r65ijrbYe7TMDhwmU5ftDqofw9TmgDhBFjWo2AFoITIPqGqvDBqPWK9hVFjOrHZit7qhFcNQf1s
SDMtrnwOI/w4Zy3/MhcDIl1zU4g/cxI2d+CaDOUQFY7Sg/HrMwgn8py+jLMNDeedG3Z54Yt9D5Nh
Oo3rmgkGZF4EeC9dgrEND4yainOhArC4vcrVFgLkywnkDFJxgWRchRk5kpBI6Ebp3IJJ+6zLlXbI
ZqV/igLu9NtLXZ3Av0v9VatgpSu4tB0hQ2EYoEOspo19TTTq/VzkeyCGzVW4B+gnLW2BdU5Pw703
0RehmTZkzgn8reQX8Od2nuXqdkMuBvmURWEUosdV17uanSYRthGcGW6qfmB1madIavw1cPrkojdj
vOeqsPGd6HKj2LsA77jQVxcPo7jWnDF9vuCUjlhuK1unACygG0Viryq6BpTycDqEkkXfkTR+vfNK
ZVJrYKHSeY6C+jOVpdYdlmbag9Ils3BpbghxiLM+G6BazgNHJTK7C2aF4UuiJuOLWozyp9HQuggv
vFHq3bJUE9vn4BY/GX03e6O3jU9OVELnZYm3fI7Vu1FmMxk7qHRnKy+Sj3LTx98hd8o7skXa1idg
CQdhAD48Hae3N6QSplJWmw7ELluKAQFE4eBwJ2uUGFMDV+8uFaM9u20QIw474bcl3YWABjBdVzr7
Rx47WvRRK0JJoDUvjK94EMHYipCq0u7SIm0ml/lnZ/mDTPC8FygGpZ4RGU30UQnG1ECsJjcTBGzV
zjhJcSy1HqyH9Ecx6mLyWmGAl0SZsyDCoXCo+YbV1/Ux0oygpNUtL1iPLlf/iC5W4N4Fgbpnub31
FUg1Vf6iLkLj+u3rkYxEMfBNoI+b6BHBtp4uWlBDaL0dRba+woJkR70ImfWrKCJadTCKvgjOtS4V
v3pDix4rJRt110Q6/92YM04CALflakUL1FmXRIpAZIT2fHDOEpFCe5xV11Cz/AEk35518lWmviwF
FYdOFT3Dq6k7Eu59oAVMJ6Z41L3BRHciTzPbn+RZPLQ0tk5SgYlPPZrm79tv9Ko5x8qLAB7BhQbu
VX9YRIhlSvbgnGsHiKRbTalxF+e0BdCOrD3JRhJSNTPgfbkx+xAfyp3Mc2vjgNagcEeUipCz2jiD
Mstcp61zNoogugyROXuoEeTH20+59X5BUMg0bZE+gKH3dnui1zkLI5Ccs241SOzhhCNOmRFl3xYu
4Z0kDT+awWo9QIHv7hjwfpk4LdcRUw5yw7crSyXgMdzEg7MxzNqpajT5NIKyAt1cFe/tGJC/c5Y5
GczS6L0sr/o/zd9WFygMLvs1sJv0oVDl4r6oe+vYVGKvstz4amxVECmLmPJ1m25aWnRovoQXtMzb
f2otXBinudiRD9z4atC6lrqE8TK1wurdmWUYTaOOAJ4m7PRPqIrhVAgYvn7VDM73Wck1y9WMIjrl
aRXs7JitJ1xYJH/hwsuk6O3LtFLJtjumYJeq7I0T/H9tOMg6jK/D7Z25PMPbzBoINL0ACnRmUvSq
367jdHNaMDYILzPsQh+c+92cC9+Ju/EON5U9R++NN7pQ5aCp0upgN6/e6KRNsa5GYXyJtKr2s8xy
jlU/mdj5mMlnrVbrs2rnzdcOAsvO5ryqMBeSDKQrjh9hjqHf2+cc09JBBLOJL5kJxnBUhHHqsix9
hbGr3Wdz8wd+frDTcPkboVcvFzApAmDYYzCYWkfwKTeBOVpZdoEaUQU+vWUJCSO7DFvXGux+9Lu2
zJNjFyeldheMSisuOYg6YHMiCr9kOAmP7oRK3S+UBFTDFXpcVD5tfzxLVKc33Kwt287VBNvUbXUp
PCnSaGpu4zSGTRgz5Ocx0pTs0gizqy5t1ASdW1oddu0x6pv/2vkEl0Fy4rOo+kZ1q9KJn8D2hl9N
HH+/BqE8/IlDGYOwsAZr5kado/4Cb5F9K7BJCH0TMaLoyTBwAu5SQ39hQDs/WWxYxAJm2Zw8tJ7r
19v7dfM7cu6pb0HMXvV3a6dQ+iFDM4EeOXOvfFY6xc1VZzDcNg8r8zRM2MZ5I5xkbedIblxVFNUs
jGMrPYo1rga9mBgp9Ty6JFafdadMpCE4yjbUjZcybZtHNvzwUwKv/Uxa3KsPaMsy17r9+Nd9Uvbx
3z215OMEp9V9FSta1g9aHF+mJO3Sj5nBtQ2ekok9RBbCktuj6Dp7Er7NP9tcGT+MOCXJBzjGbeQp
tSU+zUJLpJ2K5Hqszc9CXRHcP9KDUHRW4cochyBsO0JlWbSt8FmorTxRVzBrRoaQiuvkSmycFEVU
nddOtZG5RmvqhWtnurJTVW59JyDNCFppTHKukCp6D2CCdkB4UbFwOixjTj+ppuApy8B4BbmJM6xU
FId4hA2XMjT+dfsTLY+6PvQAJpn7oTd5XcAEkyiHxsnDS6E3tWtLk/EQkFTvnIONTBSBcyxUQMmx
Kddz9cmmAoToxSohlSawJzRZWOU41PNe6NxeahmeMtoFLb5KXihDWytwUq6IVHX8rh/1j1qiDAc0
NGr/9rvbXopmO48FB3hdP1dhTxaThOElyYcOTy1ZP+TFPLu96PemwptblnIWry/MNxew0dsboRmy
qCgxXjxnRWreo3tT+FKgGa+aVLRPY1yiUCYXmSejUHrsRgWmmRZk/9x+3s3jDONgYa0ujMR1tVvj
aRZHColMr0zWN8acMTlw3VTPrZwlKKlgVpufxlSPwJSnhLdHnDzK+VCG2vCt1BXJcVWz0PassLeC
LDt4McbA4+kKHiun+WwRRcILd5v4iRT8CJQ+C+XPVtC190h6QmJWByzobr+Nv/3J1dFBtIpKhHwc
F3Rde/tJcLsUTBCl+MLUBQ38GsuWnyW4+B/lOMnfCrWvX8RkZcWLmogS5ZRa7mUXtmGCvk/WUJQ6
XWe9oMCTfJ6R8c3c3JqlH7gSisIr5l551Spnity4qGvhytog6R4qOkp/sM1ooqsgVc1RlLoK59zh
Yq2HqoUN2CfWJzwZMuOiwT3E5CpqcMyN5qj9zviiyO5z7Bb/xWxYUPlnVuXjRfcXKo/MjocCUQRs
fsqSl2Sq63+lJC4Hr4SHAEAfvRW0mfIo0fy0KIOWyDiVP1pbKRUXAf0aXbhEyz9QGkrlVyCd5T0A
1Vb7FM5j6ud6O7f3dTsmv+ooM37HYTT8u/NBrkPZm++xOiJVONlTqrE7ByP9oYrY8qfGqr1CT+e7
d68E6R/IPCxSBpzrGNNPFE4DedBl0gG9GQLHsGIQ1qGIR+PD7aWWH73aZMtcY3HpZDxkrcuUoq0R
gJa6+CJKp7zvZpQZzLIpD7dX2YhkqI9SCzH3QkB7fSFagGCxPBiTCy3x/gtaaPFT4QTxscC3ZyfN
vNZGBShJkgmyBTABf7cK0HRn0RM2wuQySE79ox3k+fsEs/EfGe2ZT33VDc9DU+U/lFrE1V0sRwMO
T4PWV/6g28H328+9ETq4d3mzlPVIe6wnR5EBwlnU5Cdg35onu5vRQMIa5sjE1/KNMlG/OkZm7nzS
jSLGtmnHEDVAqF4JijROJhV1qUSXGq0vHzIE5BIEmJ/Cvuk8PFTCz//DQy6DONqUG1w1hMH6OeQp
L0kc02Na1NI/hUph8bdZHHxj+j/Ork4XStuJkFt71wbVzQwE0MgV4oZYiLQUM9tLRLkbu1phzxhh
R/bL7ee7xpixo6hXFly8gfnN+h6ecETvLHWKLk0UQJEGICheZT1DNLwLdGTXqjD7IMEB/VUXwXhu
RZUh9dbiC+sP+VB7XScnyrGeRb3zobdO1cKNhEjBZr+aE4YqVI2mj8j+VSV9GiRrOA2B7Tykc7o3
S9t41YvgH8UiecjSnXp7F2WRMIuyqqOLGgn5u9Wo2rGbYWHeftMbx8VB4BYeBcECt7LV0cU+u3Zm
Rw8vtcqFM2rzIe4Db5KTyQtSKF89oiHvj0zAObhmafnRYl+H2mEsUP3sMFEtjCw76GYon0yFgbyJ
kMxOVN84l2BrEb7H84EV180FxMwSSc6G+FJNrXQvErt/muNEmryMrL87FlKp9jsnZKPDQFG4CCQv
6B+Gym8/WwWiVwkVToisZc1jTeb9qbXs6R5ZU/kSxVF/b5itLTHhS6Tev/0xN3bncmiYZy1H52o+
L9TZtHLZpI1YaflJt+JvopbKD2pd/7690NbexNUCbgzodaAAq705paCMxHI8S7SOn4EL/ZCBG+yU
UVuLkPSDVkZPhS7i6k0G+DFqM42Ii9Li8zOiYBr5kaY3ezTUrSPAZbAAYEChXW0SyVCKOOp4mL4T
n2ra0Cdm19ZR77K4gUgpV17cwO3e2Sdb34paFaQYc8drHLZZIH6DRyCRRNKDD0015J6t4EtjltOe
ffTfaLnKOBb+Pa08aGAE1lXNDmNDa0Ozyi6QiMfgqPZtnTwj09//aXQD5UnoIyjEjV2oHzT6jZbL
DKP7UKF2AXh2jr4liUDN0oqD6kcLVOiXHIb9pyLr0HzMC6Oq3cGprL1k/PrzG8xllmwCuWRgGerb
g8QR0tspn7JLpdlYIfWB4qN1XO00DrZWWeZm8tIhu57b2E5PsmuFdMiGIj4k6LL4U51W7z6YbGON
rg2fGiL5VVDoozHquhpJyNnMjmz47NQ0SnVOG9gW7z2aDGugkyxDYIY2VwVdYydqOwzJxZLA0ldZ
W/lNme8JWF2fGbhTdIA4LgrN9vU0MJ+6Pg+7JLnIHfqzrtrVc+ehz2E9Bx2TWVetRqXxBZCTPSjG
3xrs7WZmIkVasMyJIGmuZ8EmxRTKlnF+AR+kLYlIq9qeUPtmPFQwyiI3UWbdGSiyUNc+0Y81TVeS
R/lHlan95wJ5UnEYkh5KJ7epybBJtPmvOu8UTKzqEE3FCExA+OCUcQT4FZj4b9qQ47OBfqvpQYrQ
n3Unil9qxUSvpVadBiRFmWvjYe6UDNvBrrNNH61UDUh5FKrTie9VTF6czSjHG4GwMxjUrd7AEFfy
zrObRRoma3M99spK1v+ZtRK6tnAMQk5SThSAetbYiBkZ/PHtvXIdg3iVBnk7vTOUFNfzBWDx4Ck1
leux6JJThsG4r5ZV6pVW6uwE860Ns3D94R+D1bkS6KmCKRokbYwvIwKrDGNt86eeNuB8LdF8gpOC
Q9zYvhuLyyXIPJYYSxcOJepVCBF9p2h1SpoMckS5aycIL3LpYEk3qtIBOGe9c/auG3/AVSjoTIo7
MM1XHZ226VBaKpKLYpdGdojTSP+VNGagLGTAFKVabqCjNTnF4IN4sX6pYY1M+u1vep1/LGYfpDsY
tm1pnSVRKrWBIP+okiLwRDCFr/Sis/t2GvIHs5Prs642PbI2/P6dtbf2E+UmYw5e+zWivAGINakD
axdZ5ngL/nHRcNZR5c32Gr5bcXtxWjOpQzY4pqlUU+Lk7KcAEWN/tIvqrnTybiduX+ePyHuTTKG6
QkcIZam3d1A2aTPn1kwvqpR7ZZbnp4D+uyvXSMsAu9jJxZWN94fn0VK08kjXUhxhkqWSUYKhCdVe
RZlgCs27BPTbqx0VWOEu0WA8GGEL79kWdHPcpk6lB5GDKmriOPMKCevEO3NAtswLIMrfJ3K4J9by
F1a3ir90lpcJFhBQLs7VOxlDIh66atxlIc4Epxn4C0gYJgLYQnXIkz8oqBvKft1X/XMYjHrngfMS
pR/3VfYqYwH5BxPifL435bg8G6rcLbLajY49cpxYvgnFLjnIIrYhIGZyVZ4z+l/SBZ+eTHi2vfhR
BQjBjH4emG0KNjMR7c423thbAI1QJLGW0hN9zLdf3aSTEU89n0FBjeRVz3XH1dCx3tGA/HtRrV8k
41XMQmE6LHzpt8vMWlxxjwM0cuxmnC4xHi6KW5rMx4DmSUVzD6ATze8+rg3lo1GVuuRpKeMLtzUW
KpsKLC9HTWwaAi+x5OJTEM46oiIw4kd37OWOlm6rY6OM+07pqtgu5EenB5zoJWGRNV44TvYj9QgQ
xsmsZDypxkgY3ihU83vez9qLUU6D5irA42JXbqM48VN1tM1D2EtGe2gz6Fy+0temehgEo106LNb4
T9loue6JYQrvytIYOjePFfl7XcXB77wKzCfFnHCQsADEvsZDpv2Evo8iZVc4lXMfFAhHuxVNz+A4
pbP41sxRLrkEcFQeslBKBj/vIdM+WCGdQbccBqk5ONg4fya7ktLjjMnZeUoz+V87KKzBlfSm+5nX
YuLsgtsM0WFBkd2lqxErj4lej/8oDX7vRxvyvUFOMGl7pa6ycSMQOshVCKYA5tZdOJoFg6KGsA+r
OR9eQAkxsTCSrGUEpOT6w6Qhkg61JzxWpSLfj0GoNkjWK4YH2l9/GlDi91pJSM+ONkrH2e7lT+HU
DndMGqWvmt6OpyiT9hQjNtp5lF1gynj1TAWu0oLJjLBuQjz93LQjWtY0dw+J3oReKOfj89LYfHLa
pGTE1xWQ+7v+0DH08SyrV3fC799WwPqIAM9aKkCAZ9eMgVDV8nSY7DMqL5ruO6GIqkOdtHXzNDtj
TShQozi8Tx1nSE55RzqDJYCUxndtMjaG23XO4JzAlQXTUdMGRPtzCy2aFOFowzWYJdgPzHmm/res
NHHnoSxFnz5nj3+We6PNsMydIzT2wwZC0igJuXypeltUx7JLh595ZuGngFC8Uj7a9uw8mvNk6ocm
MpsPiSElX+0KR1zYI3qa838bW355l0+TJ7XWkLgS8gvf4nKW02NuyR349immkpojnY0CC54TPqEk
X1zE1JeXoY17fJiJiOMhcyblWdZm/PUsh8OxE/02MjWqoQWLRFwik1nuxP+gaESN2tA8ls5ZlbEV
rtW8dtyOovAwKOwBKW3rQ0RqvrPq1qZjWRQ9IMMzEVvPE4NyQRg3kn2O0FNwExO4yZDm5SGuesZv
fZl5dt4GXteSP8tqNdwjU9actHbawwRvJFDM2Kmf+C1Qk6+AL4jSJ8xq+CFw4Q5Dnc5Pkjp2PsMz
46nr5REbgNw6GsZe53rj9lcXMRDUM+VFqXZ17VgAHRytWja77BTHoE1kL6kd/bhoW55uJ4kb/VVu
VoactG741Fe9lbFgNqxjnHC207H7iBIRPsmJDWjcbbWZobWZp/PHJBZ4FFi1zOg11sY+fu0Haf6u
qag91KhZQs9ywziQi/PtX7dx/3LtQhQigaX0v+oujXjUDIv2ii01mZ/G+XzRxiHfWWVrny+jPuIb
rJYrYBr/IM8nVAEwg0wkpnEgfV+n1GmWK693LmOfWlhYG1G8l7puXwq0BqGaANe9gvxBJRisro6k
cxhk7ehrTbioTOaOAdiGf6RDKegqhLQNMf0cjXj8TSzqXtg3TIOLdFJwOY60zvFNJTDqO9LjVD0E
ViW+TCDjmD5aiXS0xwbAQUIR/XL742ykxIj1cTlQNwNBXVf+vTNbrRMBN+ZIZudkzqPTUOn572Qc
09c4l5Sd9TZOBeSYRQWKzsl1qzFKa/gkHetBncp+ZbBLaq8UffMh5NLfYx1sLkYz3MKDGzWGdWu6
wzgA0zxTOk9jnxxoP+EQgyz2HTJwxvH2e9zY5PDUiTILOutaRrJEew6BGJ6LIfLoKTNy2eVkaIfb
q2x9rQXfzObgcfhub4M5T0g6FRXUBxmwk6qeM1+nPXQKSYQOUanu4eu2XiAXBx1w6GgbvVRoKA3W
JMF5zM3+YJBZ+RIe7i5KGu9voBIkFwEyJjEKNuCrpqYeBNaYhcujxVP3ACtVRvbZxnAsE/FOqNh8
KkC6tO4WjtgVLKAbGLH2qXTWKxE/9pIznulYtt9zJbLc2x9sb6nVB8PoRonGMOF4IchytGSbtho8
4s9hEL9bVZ+uOhHW5C8mpeAa3u4NC/zfAMU3OCfYAUVuP2mNh9HMcDdapJi3H2sj2NISQQVhKaaZ
nS158n+SCqnp1AQ8CVzztA/9Vp+TpygXycEy5u91H/3WW2XYueM23uR/l7RX1+lQzEY6GrNzVswY
ahjOeuOnEt1WQZ7X7sEHtp6PVgF4lb9I53X2Ui/wGhmvkXNlm8WThDvOfVq3+n1htijfDuHAfTJb
Oz21rSdcrDmWjgs9tTWYlT+cu7YPbPxd5fRiRj1913JWj6ExlDvbciOO4MO5iGox2EJjd7UtJ7xj
lbYjOyuF1P0fZ+fRHKfSheFfRBU5bJmgEZJsOdt3Qzl8l9BNzvz670GrK4YaSvbCXrl6gO7TJ7zh
OCMJeRyMFtM+M0kOlOn26fZ+2VpvEYRd8Gtoia3nvzCDw67PUXYQXZ+ek3aY/wyN9cNsWz1I7N7b
qcU33iSFDl0eRqBkfmuueaIluSLrBWcSx+ghWzhmZJj+3CFrued1srkU3+rl/rzm0I5FAmcRpkFA
8B0ejdya3tHxsZ87F57R7Ze4Ae6y0EBDrAsVDsbp61mAZUsc1+xwUT71tPM4ZcqhHHPzOILJuFM0
ZyKnnyHVQk57Vxtl+zUbRH7QtVJ5iCK63bd/ztaTM/K1wSywl66mUEbF+oWnQ6xCcfU0QX67kB4p
p4gu7Q4iZeM4oj3DzlmuPa4//XW46es+HJweXh8+bNNj2RTRRUsU9VzPkTzVjfU8KkW6AzxZjsCq
VgURwD3EqJ7eqbMSDVebTCKqPyn3aZNHJ2/KxQfmEPWOVvLmS/zPKqsnK9WssLHbUO57O00obbHU
9FOvSnw0qQEu3f5iW0UZ2Hx4r3ytxUl8dUV0oVz8FGkvQvFwfmLIbt0PyFAc+xB2AI0Kz3iucIt7
aMPR+6pVwnQOyWwAI6vCNzPcSdQhWyyTCjL2q7LUqKmDU4PUrJxUGbS2IwMv8vY8PDZfL/J2i3QN
tP118aeoqROlWRkFjWGNgSsB0LhW3L7zvOwvBnW8U+gApEkLV3r1bgfQhGlVAaB1xxj4pe7lF9ln
n25/wc2DsCi+UcnTlF9fEYgQeLUbAosOMT3xJ2fCfMUWuBymSPD2MmkOnYh3bMC23uFL4Aa6w/W0
1ggBmKSNDuK8gTlFDb1BvcCYlrcpQgjDtx9vc6lFUIL4xj/rYqQgfEq0y9Cuhn13mCaB0UejZvch
0m07+fryOdbHG0AHAuGQR65B3UzP6kKt6OQhDivvus5VkVvpxBkB1/SYdUP6g/ac9aWNxr9oRwNM
tEk+QbEsTI7XwWwYEc9BqJooHpfeXYHc1tFJumln+LAVviiw6DyQTi9zs9er4A6gDZbLUQd0jA5I
raj3QtfFzh2gbW1ICsdFhQCnLxh/r5dxOo1Rq4dcmVJbc+QjT1WBoG37SfNt7LHqS+jMxv8YjjFE
rWdtLI91M/X1XSZna2kBjX3pMwVovaPjOUBpl70R+4Wcsz9qPtfNiU6hvjcG2tpmi4AzdQ1NCVLY
1z9a1+d4xAxOuc97dQpmt5a/vVw3TrYzan9xYB1g+0zwECS8QhKikVUPainpDRSZe1wgVH5iq91d
2eb9WYgp97OiSHd4Zlsf5cVVEN02uvTuaoeBavTiWgVqpoRDj+6jhv0mJhQnYSkfbHeCqgAd6y+O
7kKEtylP6XetmzyeDodGxy89cLTI/CSKOjmgAl7/npz5x+0gsXFyvZf+MatQla53dpbOWtmkQNyU
HJUkxglm/WAkkfYO3z0Pa0sryj7ZrVnOd8BK9wqfjWNFbUqAp6nHHGAdoZwU4yXcZ6PAGgHe+lqt
gtdEfVfdeZ2b69BOoqm0YEzWnQuzCO24aiwY8rUoB7+3Buc8YBn/6+3vcnGfBLenkl+t32WcoSIx
mz39QFSSAgbNCFpNAEGZ9YYBkvftwYugCGI3slfubz0gXTryWQ+M21VrRmfQZTchHcu6y/qPDLMq
qCb13qW8lfFQD6OdjviMwxlchcEQTxZnqqCrxvEixzonVeMeISos+rrlNNMRHPLSOWWpl4U+tJRh
pBEaD8wdZqNzDkadG+VOMrvxm0AwMIAGn87dc6V+wASxyBqUtIPJkMV91BfZIWf296jNuf0NhlP5
PadlCe5FyS5ytONjJ6r2KRrJem9//e1fwtR9uY0AHq/HWbE3yjKtNcauUlj1AXJq8milSpIeWlt6
Aeao7btaq018Ua3pPZ0n9Smu4cOBAGiNt4ofGy/6QFyL3Il8s1V9D63BnhGHT4NaxL8lYlw+OgsN
RoSefjekyp4ExfX+W3YEE5EXLjxgwdd3QCQbtOYtOw16LZ0/Wk4l3sdRmO3cj9c3DXkMerAMeJbL
fr1KloT2FDEVDFw7YfJkuL8nbNbOXjWVO82D66hIFb9g3pjhk12sPyXn1R2dXOUk10X504yLdLzP
3Ea+U8fQKxG1QDTGNyrmX5072srd7Z20tTpCEpSnXDhA51fHLJrdspGVQkxW3MlXNCC6adUUZ60e
4wsR2r6rGUGc9LjY01PbesPcrouuDNnHlbBMh6vGNElIlLEqplPqKO4Rp0fM0Ou2ON1+yKWp9Tpl
pAxkasn0chFsWO/QBBdpNWmGKBBz0wa4gtVMFLPskDXR+JnRU+7nQL3unBicqw/m7c0CiyTFi/UE
xwNS5PVIrUkHiEd84qkXp6i05/PczuYBy6LkyJfduYGukwg2EzXGopLEAG0dOeFrQVfXagSmUy+6
9IrVP7p4Dx5qtZ6OYgzbUzyoeyzEDTTgMhqgJ4UJMDzENUgYf3tY8tICiMgAcTzNkTOWeLXg/X6a
q4Jhb5/ImO6bIQrtMOWD/RE9eKxRMa4P+8PolNo3VIYYyrvu8K86xLI66oKpzKGuMuURWn0kD32u
U2DXIHecu34eow+JNrYmaIi2fAgLMS+O7GkEjbpuiu9mjYLMHbA7If2uTtufoG+r+Gxpdf0VeH1i
8tGp+I6T9FBeyC17So6ZFuHU0RVNd+xIbeXvPE69cyKHGEnMFu/zy1gVkfZN19vpM9j5pt4JOxvH
kYoXMx6k+XmZ62RMkPIVzZjEgSWxhsjAIZwhPAK6UMr0f2mZa8cpzONTH+KQfvuMbOwalOvI1blx
6QutG31xqFV1PgC+1su4IIPgbtXHuPuArRUz9z6qKeiE+vaDaQG0WlxFqLyvquJKMj3vvDYOsi4q
Tx6SwfjotPm3SjfkOZlleTdGeX9oHC079Zie7ySkG1eJheLHIn7K+bzS5EXfNBVxhwiBQSP1Hmf6
5KyiAPDmgg7s9KKEgYnFIg29urDKDHwP9kYIDsw9emRwEPpjIfNxp3W69TAGfBgwh2RlV/oNaTNz
PcRg/tD3yDM/m6LsZx5DLry9T5YLYRVLeRoCNgGNAmw9HI9GM5rY+UBVY896MnPd/EBbA+vOXBfH
YpiVnfU2HwvQObU1BQqb5PV1bwyARjBBA8rYKmWQuq38NMo+2jl326t4MLk87uIrxRIGE1YXcdUH
bs2UAt9K1TpEAg+jnXU2Lj24GsyuuO8QmV/3Q500YVSFXU9gDJh0+r1WgDstHOTt4aBme8OCradi
JdQGmRCrVyPiuND0NKuaOJC4D/l1GYoAi7F2Jy3eilmAGGDckZbR5tVffyElJr9NUCoNykzLPid1
M59KcGsPsysaMvPRORJRcoQmNO94ey9uvU1QKosHJaikKz3vWcHzShUexJS5ji5ToS56fUr3Af3w
73+zEoAYCgD2/hqLM8SuMdZZlgSwN/ofhZVXPFnSfB5LqCm3l9o6YMukAFNa9L2uWFmp1xtu0sJH
AbtcHPPag+Im5cHO569t3H67vdjWGwSTDbyMdhaxY3W6pmky4rY24oDb27kb4nD4PEIxP3WQcHe2
/sZmXJ4IvWLQnMBJVtskmU1dDkYRB2GGMj85xHQ/97X99i3BKqSypG1AOteN8qSVwzhpIxwivDzf
jw2DfBuSxGPXDHsg840bE6YpEpToOHGk1+/OVoE9MLuNAzOTnhmkqpDp0Z67mmmKh1vgjPHtP141
2zuBfuObkWAh+g9alcb4OgLnBvxWB3REMA6yFsdwyLRPYTqk5VGN9el8e4NsVZp0rIGg0fRkvLne
+YqMkCOu7DyQqCOfNKQPjkIdJfZtrXLuHfTmEs37jPw8rA0r9w6V1GLM3sTOAdw4FQsci6kVlw6j
69VGpUNeIQXZZ4HUi+g+L+MWn+YoPFuZR2rWp3uZyUZQQ8gPfV3kB5h9rh9bVwvFxBgsDwZjVOuj
4ybxd3VU8DR2tHAiX0ns942Ik+ME2/HP7Xe+cVKWEc9SUHMmr4DdlTtwhYdmFjSZ2zZ84NB6jlSn
3ZOV29jA2FuS7THe3bAy1bO5tZTS4tMOfUQ/pRcBNYVzyhuB5AGNyENTN9nlLx6O1i3MIcQxr8rd
KC3tOqm1PDBDtXnIzDq7r4e02imqtx6NSgR+C/B4xKWXz/sfmEPbWGaJWWce5HhM/G76Wb+EmiN+
eGVhFD6uTG567AbR3L394ejILHYLMF255l8vC8i8bHFbyLF+Ft1J1A7y3ZU+vHn0yEcjX6UXpSNW
tx5YhV0OvRQ+K8zWssDlCvvFH3XaFD241GgXirVxElDz4eTRdYfBu77eq5a8DPXlPMA9TEyBVKO6
8ZPKcf4pZdv/yZpCAjCqJSp2fjKNhbXzTjcgkqTnFLQmUk+UCevKxAw1wa5xZaDMY5gdZ6TL8Y+p
wxoOpJeCxKuscr70hI3Yd0SU/THg2X1FlGP8VbW6mx6cGEdMX1G6Kdy5qzdC8aKMQuRD3oEezupO
02G8CdTE+WmR1eE66k5nx5DmhXpnjxy7EQBJPOi5vkQlwC2vt5ZSpwK6ciHJ4KryaM1F/wg6sgPQ
tZDFoFztBKHN106kJQiBF7rmUCkWPjJx28ug88L2XZPa1jMZf+WegVtP7jkZVWUGE4+xzrEp59QO
DGnXn+yyovfsdEqq3s+ZMC52i2P36fYx23rtyxScPIwZCbj+1bso46HQRnZEkVrZbwXB+oNUItxS
B8vcSW63lrKWnA+YyJJUrJqbSEbIkVRjIb8m/1qh6T26ddefDVoOX97+UAg5ALGh8bgAbl4/1Dik
dpjolgzEJIrjpCYJvrR4x2a42u2kYi/NmFURB5JAw1+B0vs6cQZma01xUmVBK8P0nwHt+A/tIOcQ
c1pP3GuDZ97Z9F3wwUqz4ncJie40tDRt3nx8EFZYkM9I4izo31WUTrVc8RC8y4LK0AbzkCPmK46o
PhFJjEmv5zdvG48WPRnEUuTRj1qd1gIIk6vGGYzcJWwWYpJfJ9v+Oeex8eZLjpVgZZGKAl64aon3
3Op5iPB3oIP78S01nO+rQu5NQ6/bmssqiICQe0Jbspe9+59Lzkgr0VDzUxqn1ONGrrk/J8Ji44PR
nnHFsEQgjS7+xCg8fXD0NE53vt/1LcsPANa0WHWTLa0jM2nuYPRuwjxE2s0XNqp6IYvEj1DBfclX
Y7s79SqQ9p1lr0MhM9LFWx4RVf6slxUkDWmVQjmsIXF/Cr1EDwpFNR6SOQFd1RuJpp9vn80loLw+
L6xIDc0oAJbfNSOgqF8GQ0kwJBEEpQHfPpQJtJ2bbut1si1flNUW4uFqf2JI3ctmoJBuKhldavzw
TomU44fKS8ygV23xjJhc/vZYwFAWrMFLvclfq0OIG09jaTNFdJLmui9Czv7sdfGB/uT0qa6b9N8h
hyGvdbU8D4qKKtnQiHznk269YMIsTPkXYMU6EpSuOTDuYYZEAx9uZ+yFD2RPe92XrQMDx3ppkNnA
39b3RtfDM/BgMQalokwdbiCmd1HIHj5Hemp7Z73tVfVQ67H8CE486Q46oJ3nt+8k8N80ePEqpaJZ
RXlP5hH613EaZGEf3RsG3lKD2sw7LcetE8LRhDxD2wwTndWt1fGSu3bRxlwc1w8TAhPPAlXT+yaK
fqXw3/8isL7IuzAJXLioq/s4HyeqfmuIA1Ujuiq1YTDMx5wU2/M9MYqtMwL4VWMyTONYXe/WPtMN
tp8TByKW5bFDQuoBbXFqwATD8Al6ZBtd5nzqvt7+bBsITpoxqIQsUNgNOEg3KeWgFhT7kYWa52EQ
3FeysqzHyMnqfy0sfdtDa07anYVVpOcL9o99dpk5/QCqpDBVyiP39+3ftHVmlo+LxiZ+SVed0axj
e9UTsizNkBi/ROTmzyaKDDsnc7lEVqGPPAEyGGJsIHPXQUnBEgy5WCYSrtWGgTPU45On99OTXavx
8fYDvczh1msRikj16REx9V8dDopxqJAegT0VCcRYcvnqscoGLJJno2qqA9k96LLIKYV+TrnDPwPC
zKJfdVTEJ1Sqmm9Ir3fv1bbN6mNrV71x5zpseTqDi/rYHKOT6JeScayfj+1Qnt3Ws04ADcrmTunU
8lQ2rinpZ1TJ99bwhulg4JvYH7RxVnt4oknhHOZEjw1Ug5Wm34n+G58TJhLPCHYVBPQ6MqTFQLKp
uAgzFN5nrZP2kzTTeqcu3vqajEIRdKGhzlx7dVIjQ+qtaFHr6N2+PcJYYhShz9WD1Q/q+fbX3IhB
izjIy8ATDab1SdVjUU6VixadOajaUQO9+n5o9fgJOUn9Z66OezJdm+stI1b2KRCN9aP1Tq4rs2Mm
QCLU9AtuVt/zqZSXnqbpeySW3Z17c+tzAUuiMKWYI+ytQqxSen1hJbEMnFrtGAtq4ylK0V65/RK3
vhfPs/gTwQS+6q1X0axRXzsiWHQjH7TOLo+FoqPR0RflTlfhus6n1bR0neHy0K5bIwEQPhxKiOEp
BaY1/RaooRw6YAMXFAa6Q6m46aMDwOa5TXexPhtfDhLeAiUitjJFWOU96DYz0zRMEYhh5GyOzCgx
e8MF4N2IWu9PqBX5Xua6tSSwKS4RtIZgLq2SHrs2pliOFLeJOiXneJyL9tCZTKxz0Sg1HqWmvlNI
buwXaA1Ud0x9bEZAq4cU+HXlY1JmwRwrxQF+s3GH+MKee97GftFBvNMmWZrf1+rLEJ3zdkaTp25M
muxRnATQHOwD1gB7+mpbSy0y/5AQyaSuZrdWjBkYMO0sQO9w/gkeMwoPpVvZ35Oky//cPgYbtz7a
UEB+4MOjTb+OjT0x2kyxFoGrMcgnbRym+hBmjf4pCfUk90csqO7LsJA7IXl7WZp5AO0wc1uHlA7l
JaucUNio3RFHk47oUvo9EquneDQV61CbthtM6uDtgRW33i0zoEWPYvGjWJ/FicPS60Mig2HsMCQD
nfk5N8CNZ6Oqf7z9areWWpq/9PfRyL4K04qw9FFkDjcCXPwjpgad8J3SlKdsMABb3F5sK8Zw7SzC
jWQSVybbAwQTpPDROVIHy/7WyFFDWslonHtb1hYc1tK4aGXnPKU5hNmdtbcelFY3gim8VBOo/+tq
2bRlNZktyYXlgoksKlxO1SqpzkniRjtnfSu6/Hep1S2LLruM0N2iMHcR9c9TtzkPXCL/ojTi+Sbe
728f9GLgDSbzpQkJCXO1oKE0CHvkMkFpBKF+sw8fZZPsQcW4bq5zweW+Y7vQolpsAV+/wtbtEsYd
QLbCMrbMzxlVzlz4jtkrz5i26+pZzknj+Lj6iPYg1NDqDrFT2VTNVSR8y8jz7OBonTLd2ZVrl7gT
WeqHpm+Mbw5CGo7fThFmn3qUjRYWF7Kxn/G+rP8VZi9SwOa19zkSVp5fPFs0ApBwpUFhRLu78ZWB
2azUNDhxXiZC9RDn4/CvrSLq7o+Fq37X7NzTj3jAlh/6fgg/it6eGzRKdZwtICSiTu+lUf+ojMg9
nysvNb67WHb3RxOaJDrH0pizo2Rc5B0bq+rxklIrRQGmPc/vRt1ABrscOrs9DMrkZQfcBMVvq6G+
/BjSvCFmhLbQ7vSybjQ6WzP94h5X8sOUFEIe2lBxIJxbLYCAGdDkaFOxoTyeEnkQNpOuLEkyivFX
FmdOfAzpcYGLyaPx6xiN4gtRypnfN57DfMyvs1ZafxBnGadj22jxjyatkuE+K/G5zvq5Se8VfWii
E0m9lqJio7ryFKpS2Cc1i0zh52akG8S1xFAOhZEm72bQCvJYpFPzP6LHaD/ockz0U6QoNaisIc37
L+lUm+ERD/Isf56LqvmkiSl+TBRn+t9sD2P9jKpNXPqytufvriW83wMCHWdvBJDudwnM7Iui2bVz
l6tV1vne0PfvOgGa5Glohn7w7aiJ3CPV5UCSn1kiOuJLgtSQgGk8X9QGRUU/Urn08CrJHHnUpg5N
t3KwR+1c0qFqLkLttcyPZFmhCtJ6yUM+DU0Ha0p43xF+HdxDO+bWl8qzmtx3Fm+iJ10ZhsAqtUH6
XJ2uhtJFko+XPi4Qe6LRhkgcjqnYKvgt6vXYE8UlMvUScFZ1r4nYrg4ldwWi/33U/qnMEGm+UCp2
5fcYztnQsqZMfSjb2fraKWEM+sxK84Ps8iY/2YIpuT8BsYuee0rKxs9cu1K+5mOt24eoLOxAweX2
k5EWwnnO4SjMPplb2rMnvam/x/St/tJPjdX6Ztka38oKt9CzmRl28W8HBzyDV5ghr3I7sm9clVSH
i2qIC/ruaihdijESTj2ngdVlxjMo4PCzV3nub8QU5Keq0f7U5HJvj+gg5KCw0Dfi73XbYUzHZpbo
ggRl5RUfxnic7jU9HKhoanG+/XgblwdLIT0O2Jowux70pH2eR54qRBAOXY4TQTT71JrWWccoYKd3
s5EoGmQ4jPUQdGX0vCoskngGfujmzGKrofrTZcr0W+uYYr39gbA0Qj6ZbP96hhglvRenkaSwMDCT
8et5TL2D66bWz7jFBWjnS21dHIv4EsxlusVXZCOzLQ3E9qgtRDTUj15iDHc9w9vxzjZGUjkanOO9
2efaqVC1cW9rbn07uDR0jJgEgw1ZvdC8Ag5H94St2ZTeOWsRrvV11r3PlbZ9u8sW2BYKqRdHjmua
SW4nCHHOtBh1LfVApnJu3Xa8a5TozcMT0mFAO2B2AApgmrkqYRqBQklVz3kg2ik5NAvMtUyU9DQp
1q/be+WqbcqY7UVygXKXecMaCzEyW1OhsWSB3eD4445e9iEyWts6Fl7afi97yHCdaAqunWn82hhu
uqfa+gJ7fdUYWnCTy5gDmM1GWaPbio3xw8BcHfGC4bi0TR+m2mt+zWbu/s+OTa4rNXOF7md1nT8J
DGLdp8lE1ePYxoorz+Eokx9qmKtMjgfK29sv6Gp7Lz8PhVxskhnRXg3kRyWezCT2sgC7UvwlEJRa
fFsHPExL72cfOcbJdUd5CMN82CGMXWWarEyhALSdqpJJ3mpvF1oSD1HVZVQh4XhSjDw7ybLs7yzh
zI96Yk17XZarw7QsSMFH2adTNKz3Qu11mNrGLJgrkwiKSR2JIOVH+DByp1X1ElPXHx2LxYV+x8Tu
im6JPzzG1jP0YqHPYe/rQwRcfNQHK4IH1DLmysIKQT0SFrpzsspR9R2mtP5HF2nxQS0M97NuJeZ0
nCfYlpe+ywfK+8Rq4ovhVc6XrGns4X4cSvEPqAX5Q+ohEKpp5PFOUGW1+TRUxvw7xznUOpR9CMZC
T3pNgn2oa/0rx7trfVC3Y/8BpfFOnhDrMDAzUvMi80l7bFprQAR/IGWLnhDVgJMcnAS+EqqnJc5j
UYHeEJ5ZnvhUT6Ed+hqaQ99ub8yru4Sv5VBHQrbjUr7yXc/z2B7jvKbNwbOe8PJqv1jJrk7d5ir0
wpiqMou8QvapTtrPsSqzQJWtTkhPlKc6q/YcD66RaDwMUypCNTUIaMVVwEvSVNoSQGuAOGFyJ2U4
QO7H0WpM0o7vr4WHWOrm+zhpk4dCR88krh3j/cD4/Hj7rV7lOssPYRhI5odLJhSs12WQPYRIchrA
DxJhTqdQatxrSsOIXEV8WLgKe5J7YOc4bMUYlltEnpECxqTv9aKcNG9e8C+0QKL8f5GV9fepErmO
T3npnEOzMP+BnJY+hXPsNDvX99ah97AgBFYODIIM+PXabK2SQ1bmgd1Nw0Otyh7YGw5yce/1z7ff
7eZSi3crvCuC2lWipZRUewuCSmDnQJsTD9uijXp/FLO7k9NtfEZ3MY9D/YueHF3/109FFREZk4qw
H9KTxd1kijIohWOfNAYOB/weigfVCfOdRTeej37SorzBTUryunqVtVHZZOZzFoR21f6DHGt9l9Rd
2/mJPjt7AD9t43qgXWYiLwR1+JorT9+MCqJn09RUjX7dW9q9XaOTXTQyOZkJ5Fe4AumpFp3778DA
8FgmQP+ErTaXFAYPXq+zdU8TrD1FlTUvNkvFTh66kVsw9KUZhMgMSl/rNnpfWrE2jtwnieWA4tKh
ThIsMzGekectPidG2nyfAS+fRyFoz86KnC63d9zmO1qGpRzZDXl7pOwTZJiJXrOO+xd6k88yr8ZD
B4biPEdQJt++HNMdesEMLyEYrnZdaVc5Lu3kCqWrKV9c/J+OipUhiVr28jQ70y6/++UVru5R0Akg
hukOQe9eFxR4sqCem7VAZ/GefAecKcJls4xrX1gi/TF59XCWVVvCmc296XPYpv09RKtiJ0fa2vh0
3FGhYLxnXEFi9BFdn8wE65PZTfKQQb064utU+a2S7Ym9bn1RxltM+pdcDAzb64OdSXWuXDFkyIbY
LQrwCeqZNDkuXhk52DzVzo/bn3Tr0Wjtm+DzwKXwjK/X0+OxxAKtg4wb4QTGStZ8mIfU/GL1fW3+
xf5h+3DomDuZCHy/Xqyryjka1UIEzZxVd0IT851W6RVyFJZ96Jwx/ouHo87AEJaO5iLM9Ho9qeXC
CVHwosh2w7s5zD/23jieEpSFvr79Nf53peWz/gfOBLZEi2bSoaBl1HwEnSZoe9F200J7r1+69cWo
J5CGX9iYiDG+XkpvGiv2NKrfqSkLvwBO+CSb1vYTqHdf/uKpFugqzVAGV+tkYYJ026sRGKlUzdsg
cTjsxwKxTzrCOlXL7cWWnbY+6hQiGFwgdHwN1he0ylS6RGnQxVF3GFxjeohLd95JRbbeHtzzJTW3
2IjrO3po7MRsQeUGSjYbX9I5FqexteZzOTd7LZ6tB6LAodygslomhK8/VC89+kkVc7omkriG0U0O
gPDsAemWS3f92qhquJZVZoFXM5BRaGjIVwZK6rYlLy0a277pTs291ds43bh0Z5Oqx8LC1PZC1dar
JEOHRAIc8XpondkSbAGXWpAXaYKQtjpdoLWIg8Sm+Pz2vYFVFlMsUudrBkVjj3bmxjYGK6gtHOOp
lb7XO3sYy83bhmxq0cmBeHY154xLwmHjLCVH6HWntElnGqVq/AkF//RMcolU89Rr7ckQM72KoWuO
deoUOxSZa/Ayk7eFHAOLgovvKmMNkcmLKH5kYHqtHp1SPUSLvUKG9dyn6CAALXEzKMkKLH+/yL26
uyuKLDN8IbrwkWo7y3wABd09Ofdef29rsxFz+GUcnWvMeN1H2EHozAByUNsPg10xw7Ad5TlLil9D
iD2KNyTtPz0Th52bY+ssERooHqjTrrnFeujaiuFhPjSqvf3k4NH8zaOzery9zbayam55IDyQ5ewr
EydPFnouyiwLnMSJfmfdGH33lHbytRGGPUCicfGQq+5uL7p1jHgkQjo1GZF2dXW0ZqcJt01lYGWW
+pRpU1b6oee0pg8wS/91e7GtD+gxxURNxqXfvUYp2TVq5GrGYvwY+LxGMpR3iFWE5Md1bN5N0ILe
jZWKbLZTNfe3114eZBWpFsg09SWIEzo+K227uJSRJjviIfMk8yMK4X/EKL1/C6+JqYG7fs+xamPP
vFpvdVFi+qf33jIBb6WGYn+ut9Mvb9b3bGY3l4GIDZ2FlAaE9uswT/iHWxkbAvGAQnlSKsjSzHB3
Mpmt0IT6A0q/lJfYUq7dt/iaKmPLXAZ9rPf9xYxBkx0n3ISOdiJt7ajYNsYPVt7Zuh/XbY0kUQcQ
7ZilUI12DuPGjuW3LDj0RXz6asKvOqIm+JEzVkX2j2GJ+jK5nX0Ae1q8/bbGWBDlYWIy2qfrKYka
mrWRti08ji4rvraFS9cqLzw84yf7LzKD5SMi9rjMZK5aND2zfaOTNOJcRC4+lc7igJ6W4dEZe2en
bNtqBy1NQUINTQlO/io1mAszV2y0HmnrmziY6pPe/ZuJsviFgFb5OKZaeNZkU6EggDTqCRJnj3J1
3mn+AAJvJ+htfc2FxgAX2UACw/Ne79+pqUtX0UiS0UCLvnX1pB2Qfq0DKaPpdDsC3F4KuNTrpYoK
OQh8ImFyTyFGVV1XHZ24yt4pBoXz7aU2Qjn0Bex2FiucBX7zeqnGaBPaWiTksdCALDnQJMY4Te69
sRV3Fdp1lyneg05cRwKAS4AG2a8UcFe6j6OeVG2a17TSx3B6LMLI+kzdqHo7j3YdR1mGzUgDaMnL
1yWbEUcIHnv0EvvenU4J/PWnZlDyY6jk9mPSNHsqBlvrAcwC8U3oMa6cbHRRFcas0fZJ4lLzm1IL
n/QhFu90o7eBL43dmwuBF5tNcBoMZZce8OtPl9uj1zYVdFkcqJxPnYJHaqtq1c4q13sRGW6EzhZv
SDKaddhOTGp5G0WGYCD1/11lVXgWOOw9GarYmXNc37msRAG68MepbtZ1gDAZ3U0x6DmIJeXv2Zsy
9+C0qnXnhiNDgUiIe8ti+pS4avRmbgK0TdZcCCBUPKgUvH6XwDggPRtg6gqrcO6bcdQek7Hcw5Nu
7ZD/rKKvvpgZxnE26Tk70mrV50ifxLmMp+lsa90PBfjzTsa0tRxa6TARALYRPpcX/p9iO+1IzOHp
o906le0hx0A39TXFiB4Su2vuGv7PjkrY1hdkBEzGi6nW9bDebgwNKWBqrFqrRt+OHRA2CDhcDA76
JwUEN03JPv3Rl423F8eu7bz4grCNl/2zFP1rKPIIqr+joMoCrIVasCEOGZTfagVmdz3zkc9lJTSi
qAoSxQi7QIyd8lgBUz60Whl/I5+zfxq6FLXvjlmK/pwW9jv7+5pfsPxE+vsMOTEjvfIzdnVhDQwb
4BmCBfkYiQJBU8STPyOg1D9OSTRfQHjhCyzzwq8yV/UzPuoh6hv3SRZOvHOwX/b06zxzEZBCGwdY
2Qvj9PX2sFTAUEnbQ39HVyD3OzsL60MqDDPA1tmt/S62cOn0IplNZ2UoyuLojoqX+YlmSPcAqsnE
jDGsbRdXx2iaAV61cfKcpnXjHNo+nXvfyWagV0ns0uEf21pXdx5hOZXrJyDLIwchJIAaXQ7AfzZ4
XLlxkXh2FnjUfieTJtK5Q94IaqpbP+kh0kIeOvj+VA75xUH0cic92Thflgm/knyWcelVRYJNjzel
sZ4Hbl8r7we1b8+aJa27GpesAz2hcOdxN5JbDjMK9As9hU76OkLOE8x9hDzZ4+5gX4pmGo9gxD8p
jZiLg6amcvC1zFGGQ+906rvR6KqvhlT3boSrtw5Al1O2KAShwXF1rxa5LZuJaeZ9Ja3vVW1mz7Dw
7WXsal3qss7eG3MNCkyd5YLHsu7fmLAwn3ox+OKaXQh5q6BWFr2NJOxo33sKjJAC3Nh7Zkf9E6OH
8ZzpJXPcOdrjgL9Ej1c77cWzm7bMQg1cbHJe77TR9WY3VVPv3jPRPHw0dBuqSjMIUzyYFnLcOOO5
KEzJLvHt2q2e+65UbT/LujQ+CjTF3tPLU5VLiLJw4c+hiD7lbN53qj2mwWw28wPZg75Xf1ztT340
2gj4q9DZvbbbpVE9jrLAR6Cv4m+pgdiY6UTi3KA4gLWTWe1krRvLkRejTgUECJmgdc2cRHoTxgCl
75GKHD+GTtMcmBCbPsrUyi+3qj+/dSNASQWcQFMNctRVHeJi4dSbIy4XCFMbDLRE2D0avf5dkaH5
nKGYeQEI2u5cqVfZEIrNCL66ZHholNCzXO2DrPw/Z2e2GzeSrOEnIsB9uSVZVaqSZFny7hvCbtvc
l+ROPv356IsDq0gUoZkeDAbdaGclMzMyMuJfRM/byDmDq5rOti5sT5+QNhwGlBVvz2+VJTMUZTq4
djQTwVRdBbe+K8cwaEa2nImIoG8jbRfe6WBAft0eZ71sMBUgCy2UED7odbOqR9ZhpFZlncWQ2XjP
IYdsdSCZgjmOj20l9pxQ1uEDoRm6NrB3CB8rZm+rDrbI1cY+G11YPztp2d4JABV3Ia6LF2V0eley
yvKdPYatN2m4KNye7urBs/io89hBCI+69grcIvTMwclDsc65JgdPUKmzb7QtO0Y1CuM7qopcyo4l
Qv/2sOuNw7BogXFZkCCtkvUOs1pwzbp5jixpPqXAiz20TZ2jbNpv5r0wLUB4vHsWLt2q7BDmIZKH
Wo9rgZA/gc9Wz0MsW0dLtQq/r8bs8+2ZbewfQCd04MglQE1ek16QSsyxU1Q5EmY95C6kr+bbYKfx
u7HM0/ftML0ZDwU6Av4ci0hbf+novj6DE3aIAD4Y0B4K+4MkKtlNEJz8Cuqc7o5S/7k9v40Ns6hd
Lk9/whr75vVwXRZhD5orzjlYXnQDjNt3U9opT5pk4QnrKN15lrXueHvQVSa9zBG9BAQwFs62ql4N
ykPdsufaObcYooan0CBFc518gX3MoIzSMwqS0ncjK5QfZV63u77f/PGvrzuGB56xSMotYehqeIRg
u8E0CeU1kz5OtpbeBUxyp2q1jnALzAUJTK7Lpcm07Kx/0jc70bQOW0jnLGqhfxEImF7KOHxz3REb
C8q4qLfA6+foX13dedjgoitBobUwKT80UqMeuirdy6Y3zverUa6+mF3rekidH0W3yWkOwqlATgYa
avuxtnetb3w2cMrsSe4EVuc6YIcl214PkfO12ln4SjepZ62zg52AtTkKSwPUG326FfVrxP5gkMjo
6c/m81kZU7Dy4aztROOtz0a3ChcEykEwdpZf8c8WUEJFyUW9KFskxee5DbJTXiuxJ6xdaTpeoOtN
vQAauepIk9e2SnhrDuoYYxjeDLb1ZJUi/NqjYvGkzDKqGZ2WRmjvF7E+ukOZI/MGLkTNPhe9AbE+
6DsTJGQUAWHWh/gOXZG2cXWKkk+RlCV/UjWEAsKRBtm8EMnSx9hExMyPkk7+T8YOuHNhaqgvVouP
mldQ1osAdfX6Y2Tn2eTmOvVnNyWl7d1UiuWDBcA49pw27tVjprRC/UhSnssuftRzj7uzY5FoZrmc
+KVwshAj1phe12SV5ntzTgvsTCvJyg7SoHOzOZ1i/9LtVK5gL4TcN2k96u9tLF7QbgxnZ3YjPGWn
dyS5xr3R1MhV9qMt/yhHJ/kTRZr1DNE3DPxBSpzINXul+q3XWfGC77iYTwXR/wmppqD0B9MCfyl3
Uqp5femIL4lUlN+bvssdbzAMPBayvgoGd56s6GNqQ6zxW92oDlpgD91d0I3mo+ilsb2UXVxnPor3
2tekhYNBqV5bMDvYrR+GThtD10QEUjqmSiwe8hHDVtj6Uvo9RjcrvitQHxtdq1Fq59hia1x4tiMJ
8KMxkg/QX0ZUzzrVEE9FGSnCD8ZWrTw9y4V+nhu0pZCVSr6UFbLjR4eki2JAPHfCNZrWNl0zjXoJ
jwbb6ryk5D+uLRnVE4rJUuqLAMqwb5K2ySySKVGBaLmA3001GCh6RZN2b+XWWD9Kaj41z02oyb+L
clY0LxXIbrq9ELN4rwZpekrMcoLQQs1KcsG61P9VrHPvDXMaJJ5oCjgjuj2Wz7M1DpZrYEtU30mq
Kv7Ms51F55ohWQoVMo1rxHbivDeTSpWf+t6kNMPDpHkg1iKkABKuAo1lZdYPaaTND0eqz5OXAFpp
ucN6WGcK1GaW+h5ncxEEvjrsCPoj2mVU6lkJw6xzo3AM4s94NGh3QxE18Y9yCPYIz1tRjLc5zWqQ
NLQNr3IFM8YsDjpbfJnacLhXNIzdDbOod96kW1EM/V9ydZXcboW+mgj8Y51KyKt0Q+xDKJppfeNp
WePwsZMYbA3Fk5taxyLWRof5dcCMYN9Bg8I8TZqlyu147IDLiNMTD69mhyy+MRRZHfRpikMbrQFZ
bcrBSARWOEmr4Y5b58dKmOGD1vbOHlhnvTV44ZDzQD5AgWtl+tIaZqnaoKgvdAu6gznJ6cEojeyH
lIfZw6DoQ/3m19Vye5LkyIxIU+cqq8ug2qplXwT4ozWjnzeF8AUne6/kt7H/eBGTrS36+2sRrhZ4
cmZOvBcFyZufic7xnLquPRuNDdccVP0/Aw+RO3zaNT83w/K+F9NPIIWZH85mcTdUaue1ddnf3U4v
N3JaCr8ozZGuL04pV5kXTZlMi+bQPjdmhfFA6ERA44V8aC27/K5PpnEiBdwDp2zsJwYFVI2cL7KQ
18zSgBg4ZyCZzx1lWh+LTXHs55C+eidZO5FmPRRrS4+ZyjfNQypVr09JWEAsHZteOcfjYPs1YpSH
QAW9nRSi929/yvUKL9ClhVhNUFuL/QQ2QE8dWfozrxXjWx8G7WdS5b1RAIFfZy9MhQcIfy0RdIW5
qLpKTLagD5PovS0OIh7NoyqHgem1EToH7jRW1p+0aBVuxaxNbFfWc8s+amVQJR7y+9YnlRZY6FMw
iwN/HEJ4mOBrRu6m0irdVFMXr/HOSlNvKEv1KYaRPvoRuUvhI+qrp0epGYz3Tu0U6SkrpvZ7Bsz5
t5Kk+WfDmUL1hBkNRuZyiPz/g0aU0r2cBi6XkDOqv8y2NhrEcrLhq4Wu33RXoadjHQKqZ98K3Q5j
qL5ZMx9bLcuOszL0dNDq0rDOC9G6OipOMtm+2SOjcS91Ddd7iEyN7ht6FjueLA0d2g7YtgSHqByB
1ypkVN9zeLYltha5SFw84TTDj22pVd0ap8APTQNHmOvZBgKALp+leGXQ8SBHx12zkOvu68glFSkD
V3LMSXX1LEyVbyOOgCXAcTyi3TDVkp9GXMeBx82Z/od1sqYfi9hxvkqVDe/DCYvsvlGcoD7VZAel
l+lmEx07KOo/01wJsmNnjO2LklZdglFBXI5uAWctc0ut0x6GeR7me61yovDRSSW79/AAt78aQ2yS
+0UWetG5k873kTwNmW8jhNJ6vVxrkqt3QfmrDVIWvipR9/OVOEglqM1a9WA7Wdp7SLNMupuMofZ7
zvL8e9q22j1mKOVwUDNM1VzLSkJxl6SNfFfQL2vdzsnBTQyF9Es1US20ldr4Pg2OdJf2avazqxvx
tS6wU4Av8ILqTNkFsX6XBZrzYUq1KTk0ITndYQmAsH1NTN/daE763yy6eEy0blbeo8pvmgdb7bvs
eS7oTBx7yJG1L1Rp+tjHIwydPOv7k5RMsXbQg7xFyqCKnScEkiQBZXuI6TuYc3vIbXTwzkWnBaVn
a1r1PcsgErt6XBvtsXFmOb2zzED/XY6VI3xeWhJIsKjRUz/rZnhvY2oERyGHFfacrd7FftF0IVtA
lsZ6cgdlbF4CmO+9P2ulJh7kkGTbbYvGsPxBDrTUjZMYnvY4S+2d2Wezc0c5H83FsbPyJyFFOqfB
HF7mMnAem1KXP0wR/cC7Kmyz2M17M/tE3yqbWE09rA+ite3w1Fha8x0qCGSoCrZj/yNU50Hxc0co
ZOvpZIhTFAOmz+OmTt25FWXkRYpdDb5d9fndGCtV7RN31ZdWiYz5nSONzbe6NJ2fFgYC0v0493J7
H0UhKbkUxuX9EJmRjV0oFkxAZrVMcSEQtE91qmVQHaFeS6dJQosKVmLgfDITLLc+IMTEp1QTdjjn
k7j+VJI1tB/Q8Yyb51ktmtDrMt6DF1ZFBYY+t18CNL6Mk17M1ceqrMX81vCMCAX3JctMIXWN266i
WQIS2aSXgvV9l6Bq+t2KDefwxktgGUXHXgesxlL/vrpv8j6VAksy00vPQxzcdN1dwHZnb721GWVB
E8GkAH6zSmbtHMFwGGY0/EXsjdAd0YTt9EMW11Dz58Y89OWb+TPLkERGkMaLWNc1DNgq6Q2CYQBm
nw/DEV/i/FA1deRTn6jP1mzFfq8n005RYHWlLoOCLlx0Q2nsXee4RVX+1caGFDg2wedOTfVnHnd7
SmSrHOHvKLj2LCIslPeu1qxXtHiukR+7ZKPIPZqhigcFX7x0erkn+7Uk5a/KaX+HosC6KH+t7ffI
DKiDo+aMiWrax+7QVTit1CnQRTQWArfFlAhsU5kdU6zyvt7emss0Xo+9QJZg1pLEI2O/fgEBcS0W
NTBEvOD9hHLSH2yD0n4sCt11eBnuZNbr70q9Ul64xDRmKe5dZdaDHM2YuMJtDxNUG9pFtBM1z9kL
Ic7uFBA35rYcNjI8npRrjWALZ1wIlni15aHI70RapIc6a9uTKOXKQ+pitw24KiEttVjOAe9Jnl6g
X1/nlTTrDbONh/Sit3E2+QLBQMlPMbJ5zqVkrn+rSkraEGkqnuBzGk3vixEHoz6aFMWdpgQhFaMY
rbvOqtv5eHud14eGiAD3h+7kIvd7XRUMdCzeIz1c3OLsBlMmJXjGMLB7+V9GAXDNAtNIuc7hHa0m
nqY2NbROrXwJ9eh3XOb9r9ujrJ4ny3n522ZlSlTslrn+UxUsY0rPTQfsD7c5y2uq1qInpI+HzGrZ
UmOcSh6JmPz99qjrjbvgbemq0+KjRni9cfMc31HMbRBuqWL7IZOg/gpLSr6jHbzXhNoair4eQQf/
LgLQ1T6Crt6yDwgI86ynXj8hUq9oeeF3eLjsnJH1vqDkzRuUDilLtmqTanbQ6GOGK4xaKE8xj837
GrGQnXfuej4KbVjKLLT1YPCvnBs6YXRVgRCZbpTzQyCmX5mFk2kRa+nhzYsEzRn8N/cCbZHr9r+e
DHODAGaKEjnk1L6g8gdHSnLVqNqDW6walcsuZzJc6yBdVziHFqyQrIuQqF2i/hd2tfXNgcl4zNBw
/FKWpvmJKffnKg4hdUrAm3YesWuCw/IDAMIBL6FRyol4fQz63jLKsmKXTK0lxlNexKbjakJ2qoNV
BUXgavR/rOcaC8Hfdlspqd86VLHxqwygvmepjVpEG5mWGyqS8Wa+MD+Omj04ELbV2uMBDSVHa7C3
vuhholyq2dRPFHqlU4lr5U5o2woHVA3wnYYZDXD06jugGDSRLrAQZlDCGc2V7J1ZIB84DEAL3Cig
ulw2816rf2v5ASKCaFj6cCvWaosYPmriqMLrkmQcoO8T0gdhnjTerKeWbs8nFJVnLx2ikxLteRGt
bzZSBQw0qBwBX11Fc0sbMLKriEVCMspPGIFJbphIrRvkWpq6mMPIO8W+rW8MShbOELAGymLL1/gn
5GLGJwdSC25+NIzgcx+FkochTOCm7ZA/dlUyL7WBaifRW4cNZvn/gxJ0Xw8K6ZuEOkECb0YI+2Sg
Pn0/iIWhLHZ1tzfCIK10YHdkz+TQ12kQ2FLR2TBGL/2oUjCg5PkkB2m9w0naSvQWq4hFA3KRZ1yW
9Z+vqEUd/NuACdF4UV9wb82PTW8UHppMuuKWY26ekmj4KinN3gtk41Mqf52XFq1Gmv9XV6bRQjUm
f0dRqIkCb7FSdDF3iD623bg3ya2hsMcllaWpim7i1VBBinFNCnntErRq8jiNmfEc5DPevG06DvFO
NrmxbiwY2wCMDxSAa4gfOgSaEw4oTqtmKnuDFsVHTan3yIEbU+IFsMhOEtPRf7+KMJMJgI4+anIp
M+l72hS5P0q5ekYLethJoDaiCpJM4GxYIyCyqweVAEkppim8iFTtf4Zo/8zsi1qhr6+C13XRDHPE
c1VY1n/aVMj1PQqmyR4weOujwkyhtL84367ELZReE1Cni/CCKNwEbjMKj7pU7vEeN0aBirIAi7go
lNVDoJ3LkacJrYoEhYJ7Zxgjw7OSyt6LIpvjUBJFN8hZHAOuFg9ExtiaSNvBlo6Vi21m4VMGI3An
Vm0cbQCPeCPRojCXltLro63YqakOuSSd1S4vPHq0jpsPykz9S6jv7CpRvQhl+fchyLGdoLKxOXkd
4jQO8BEoxnVypRqR3MdIHF/iMECqzpCCA/rstt+Fc7RzC2x8SsrLBGXER7CVvYadhFo/qFyy+PUi
XPC+HizlhwFOeGeUjbuGKgY/kaH+krNff0psvuNO6oLwUtqYWR4UEaq/jdR0UPsZs9o+QlipxnMZ
8jh9c54KcmhhY9GmAyJ1DRLPir4ubRWURjtQ+XOitPbjaa78sZCi85sTVaKwzSWArCz4oaurYFCa
OAPHhph8FeO1yoOvAKMYxkdsltT/YVpc3EtPENjXqjeQ9imC5zh0omYYdhi8ZJF5N8FBpa0cF8Oe
O+jWfqRnxPsXDDKk92UT/XPJDbXh1FLcxJdUkIRZ6DP5gwgM346lvT7V1n5cqghg9SxeFtc1GltV
WjtTZ4oXRRA+UiqdTpI2/Lm9UmtYtUnblgYxlCRgVatkq3RqYzDJri88Z6tDoqX1M4pR+L7Xg3YY
k1b4VPecU5xI5iGIBwNhzunNQBh+wyKMgHQd8jvqdT8yiq0ukQNeUIOci3OmCeWkDWiqi7CZdnbL
1kfldC+ygwoXwGpnSrEjJwVaqmkWtXf2mEynMbXjHX3cza8KDxn0GE1/hAqukjsKijRwYRBc5EpR
/ahUrWM557NrQYP3OrnL/AFBMa9EhMatpy5/FoG+B1Xf2qr05aGccgnxlrs6hPE09VkoVzFU2rI8
xlSsAFyWgwvoJdv5qltDUXghdsKHB3h9NVSEBXfVNTVm8mOIa1k3WW49jvX3qdltBm4OBcsbyBxv
4FWWKSwt0g045hdI98lBRRXN18YYHnSsvRm2iroKIEsOxwKbXaUri7iY5mRKDse+qz8AnLE+I0yC
WIJjRuZOarR8odeVSsYi0SN/pY+xEjuUON2WXiDpIuE5d5RluXPnhYKt1ol0kovK/nn73G98RsZj
OB7Y9Oav81hZ6pJQldHM6ao5j9AeVtsHjWfze+Bawc7u2LjyEI9ZhlqA4yuCbq9XA5yFhfJIlz/x
DXI9H4UEp0A4Ic35G3qanBC4tT7cnuNG1gI/hRuBDgjE1euCpWyUWoV4LC8stZwPtVrFxDc5e9L6
RkbjNmlosnXyU5Hlw9uzFjrWyFdCWFneCVfnYcxziVNiIIHQDqNvhFHkY9GYHcZ815x4K9SwR3Fj
XMQZeeVdhZrGnFDyyrA0p1utC9eKzfFQqcp4TArThL2vqeLYYX57USWAV345is68F47WfXnz115S
Q2rEf20WrmNAJRlxmKlSenGCrn6MpLTxKJbSt06D36mKlbCMf40/jrDMbg+8EdIZ2IQYs8ier7Zy
mc7aVJm8bqNcdR6hiuuPbZXEh9ujbBwYColEdDSeuDrsZZP/c/EXYSa4oyi3qzRmPipyNxzVcFq0
NHb1XDcn9M9QV9k2lqW9NdJKvbRjZfqOMme+JXd7Fb6N07HYIuu8yBaF1b+cwn8mBMI1qpql6JEO
Q/4D2m74SYW+c6rIOc56UsQJDEKjoAdtdsWn2x9zI9q9GvvqfKja1NcyJYiLnubFAVkui/YTT3ei
h+LGfNudLbLm0i98fcpoFNGW1P76LixF0kyNhKgUwM8wAhARZuekTe0vFBkxIxw65KzcBsSSL09B
yMydTHswwnJ+RDUw3wO0bO2lRbKAXgpyywilvN5LiT6z+jgDXrj6keq36BA/muAyKlfXhu7j2781
FHc47poB5ulv/PhnnSnYjpoDRANdoep7QY/tGCVoSENyjP1MGd8MdOJLo1Sy3CuE+lX/0kHBCHTq
RC0mdqpLpOuNl1i65EehaezUiLd2MC9SskYe2NbK21uNRDBEGqa+Wg1SBLhoED0PUolmetQB3xms
kJ5THZvB6APJTN++h8k+luI4YWGd89B0n0YDOcGLHM8msCPxW56QujHUqntOrCTb2cIbewZBFtxc
uEOJQddXijJo9pSBPL70dd++RzVK/yPCQXyreqnbi6ibYy3MUgr/5hohZxu07zoTIZ3WMsaHIjCN
swKS7twZaFnf3p1bQ8H1ICE3KD+tbsoikKl8KYTVqO2jd7M0zEczzPuPiSTU0+2hNsIqOS6RGx4L
nY3r6lNaDKZcBlQJs9FI3o8Ag+8Ar/wP60RaypdTYU5trFNAA0/Y8tIkFNG3qWmF1wI+euy7RtuZ
kLpxAOjIct3ynIESc320JSTkkgCVh8tgz5YEeLmy6kM5EEqOI3Ch2NPqPOk8uGZgxtTCMn8GhY7A
b1Jr8vcgpD/imUoXoTtmKOnHJh/5V6J2MPFGkfoGHd8s5P+3xmRA5xxIhK08txG16tAOO4zqlPSe
EzlS7GM2xIYPy1z7ja32kBxlI8CAIG5tUEi3V3Fjw9AAW3J/SFBL0fd17ASZ1jljDpEBGVVxgNE1
HRwEJ5+iZnh/e6Str4ttJABKlDR4SC3//J/AKdlp0NQot6O/oqJsDJz0hBlpesKjocSpLc89rQtH
HPn04HB75I3rEZQzi0qPdOFAXs2xs9o6yNUSZ7E+yQ8J38MVaTqckjZs3byQ+52ZbpwMALrgI3Ru
pDXmBHDChGcTEO7O1MNDWQbzV5D1zk46vrVyf/niS6Nlo8WsRtEMHjO+BDP8vKRXhxdpQJgM4d29
zH9rKNAK2BcBteedf7101AmNMJQpKNRm6Ys4rI9wRDI3hay/s1ZL3nf1cKP7u+Ce4FlxmS/f9t9d
MkG6l9UAcxY9kYaT2WriqyohYuU5ZRAf8zHJn6GZVuH/cA4W8Ad6YCRwKzCCGBRrDhObcSNAjvCl
xm95ML7rAku83N6Nmx+TWwdYEhnEqo5AVwAIsWHEF0sKE5TmQt1DbVT3JqXcS7K3Nv6yBallU7FY
XXLt8LdNNcVo/0y5Z8KV/ZEFmewZTjg9WIICyu2p/fVEul49CzNqyjQW4KTrRwtWYiY4VRSArCEy
vtJ0UL8IUMDPMgjdL0aVRx/HTODNE1t11KPEHqh/SsAuH2yINbInd5Y0eeQ7OHVavSjOo0MnxbUb
XPMGbFDbY5dY/Y/eaOyK9rQYoTmNhsj9Wi2Ne30u9D07vY0OC7UDJoKeEf9zXZ7kruh1FGOSS9HZ
PYAEKf9V8e79WVpJ3Xv6rNvUf2p19Gc6eZ+0wW7mnUtpK5YgA7SUnRbm6PV5aAx7tGphweyfjfKL
ZoIsK9Nw3AF2bJ06ECRgEFi5RQH69amDJNT2xgLFkeqpAHQZN6cxzj85zijuAD7XnoNp8t3tzbJ1
Dii6Lsh6Olirh/bMy7MJdFp/vSX9hHKkPFZpEt2pWdvtFEy2joG98IlJwSg+Xb8P5pACBQkXcKZZ
lr7bkq780JosDdE1m8uHoSn2tMa2rjoH/NRfwCEMwavPGTlYk5jGYhwe1dUTR2LynBirqUqydVeu
hvaz1kjTIcvYu7c/6nohNYpZEC3hRm2g2BoNnk1ZEqlbZ8gO+DAPAMDt8WAL9FjGDldLkRvRzu5Z
T5dBecdDh6SvtAI7zYIMJklw7pSCtrhTJf3nYKbY3c6hitFRZjw1QWn4KgaYO3WhDVQLI3MyF7Fq
ehbXp8OeDK2OB9xT9LJKv9IYzwx3iOcZFiK2AgcoyfCdkzpFfKB1pIG4Yzifg6Yp3wk8nVS3IYVV
vabPor3Quxbooe8FtWLhjiCqtSqjoH+uqjwKec8YifUZzE1BFx0Z9cA3lL74jb9YacCUkJKnZmqL
n3k4kxDprap9SwGNzi6dwzzbueTWwYTfhL4NdCVelVTUXh9zpRxLKetIpuW8a++0HnlTs4aTeHsP
rg82ZQXgoQvqjuznuk5oFQkQhZJ0ywly49JLqR15VRZLqtvpTr5noLO1+XjCAaGkGLGobr2eU6fk
sd1JhOg0iqX7PDNk15Gz8cBjUj7lsjYdu7DU73XkfXZSlc158pgCn4xw6conCAoNzMeORj/YIagN
PcjpWnCNSQqaS7c/6dYkFz1t2EFspVW9RWhNksOkJNcLo/wcQWaJvSJwJN23M6nADG4K7M8iaKr7
ZEaydWfbrOMnrRfSFVT9FtzUdf4cJqGZ6KzgRWhT401ZnD5boRW5czkkJ11No507z9qKYnRVqW4j
jrIo87xeU6BpUyzKxam615LHWG2HEg5wVbSQRmrk33FlzGsWF5aIN5c25NSMjuUPK3Ua+2DZ3Vie
oZtM9QvibrBfZs2GPRsN8fCu1+bW/tLHg9QeqJkl+eNsqSVRsQMN5fO+M6S72kzH4IT/cJy6TTAp
jh/puN8dR+E02iHvASUj5RoUjUupotPcue3F42D2SYstVmCi+qUqwX2e9tAmSns2v9CNtkNXjkSx
UH9K/TGoukj2ADL3FaT+tnzJrBhV0WGUtPLglCKPD/UM18O1spqaWci9iKOFnvULWExDZ6yn8Scx
6biEQASIHnexbtJGz5jM/qcBTFr1B2O06HDWfcYhj+3J8opmxklWNdoaml4jFYM/y00Lw2TsU9Ot
ZqNX/awJTPuodnGkuFkl5yPnN9Kri5TgCX/sEMMXd+Rx2qe8qOTuMYe6Uvli7OX3Mh3+2O0Cs4/8
uR0U7eX2EdiIXSrHHJUxDjn/1V7vCaU35Di3uVOTLOvurMCIn51cD463R9mobAIShn6H+BUFRUh4
r4epqdsiYYnSe2IvjSM7d44YcOo41cJnb3q7OFtOBY+SgO7VBkTwsKEjqVMp2DkEW9FlUSldtN1o
Wl+fgQ4tC25q4AVTEmo+ZSxMGEmHT2Jo252kYXOoxaaF+InE0/X5bmnOi9jMgBc4c34kYNce+jLB
fYNj+u3PuxVJloFwQKSdu8ozDcj6cx739HERtdDcrjaTFx5d5qkd7fanIeQ9cPTGrgGqR+GUBG/B
7F11c1pr7sFICTjbuVUYrhSEAgNLidCxE6G3ZgZjk5r4Qkdlgq/3jWx2Jm0T3MRnOam9gfaz3ymi
dalA9jxmpnEnJm+tGa04aC3Uu0kzrkLkGOjoptu4BmnyXJ2wjxJ+mfbNS0cv93B70TaHQvyLVyQW
GSvRk5CLtZeLKLmYctffh8ihX5RKaw7TZOr/w04kY+C9o0HrVa7NI4oJ9GuWjHzFotAPaNHprgij
+hDp0E3ePqul6EUr1lyqDVcHvTXNUYsqhKOnfER2UBrG5A7ZtCDgvYmw++3BNi40dApQ26Mc9FeA
6/XuiHVlQmBj8TPU7NTTZsfuXJDmnYsiRXVqEcx+R0ljDweyfr3SPoSUpIF35gGrLf/8n1pKlZUo
rMqkRvmoxz/pUIlDqivCdmtjxEmcRkZAa8aEdQV71zE/hVLn7ObBa64x8Cz+dQSTaWAgVfn6R1hy
zRXEVXqBcGZRnSqE9E5yBlRXq0hkD+jO2PlLCB+6RucfmKiHo0/1KZflnFQjRp9mZyk2DirwzMUv
aqn10s9+/XtGJVd7My4RDB9LhP8Qm3TrpFRdI6rTg9kGe1yazRsFbCL98kX3FozT6wEdMQAes8ie
IjVR3XZyxjvRzbabVJHlp4ZI70yrrI56OIeHdJ4T6s5dcJltvFFvb8KNcww2iYoTzQEut+sfgpRd
WVqoMFzGaQx9lP44XEY6e/hr7xWCtj4ymhxIzlGzJ4G7/sgVhmZqxWWdYrXq5gAjvInv8C4hyfhl
hla/c69snC8ci4ylH+moaCdd7fRcKedWEnFyycpOlTzdeciRn87cQA61X30hNy95b1c733NzZYGs
kJXQBVl6vq9XNm/iIM6h2V30QGi9K5eNbcDaVetf5IjVEwzK5FMZd8adEU0PA8r4PPUK9dxEzZ7M
/+b8FyEiQP5ENPP6e6sm850rltZoJHjCUdbf093q3ptd3J14jNefqTqMe+F6Y1j0FyADcgfB6bwu
j4VtS4WOiupZKUYMCcvZjhRPQ8X0WEPGKjxY+cgHNZWNfOPtvbwxMjJqdAuX2hh/1tW9XllhY/Zt
6px1o7WOalUUZ2ewxpOkQzdO0PrBXKbY0+XaSCaAzC62KwuDZ1UN1JBLsaKCQWN8HI5gZLKD2VPj
uD21jWOK2xctGaoT1B6vaXEQCWz6hChHJ0BXfUkkoV/r2rGBDr6zgTfmg0sfZWgCEMWx6xwinOcI
qCJRsAJ14Y5arb5vw0TdGWUDUYMkMLNZwIgMdP1Cx4LVaDFVQeMVs7LBG1ohvSSK3ZAmDWEsuXNX
mfqjDMNhweNXonKtqCnDB0FhJ3l7LsPSkdg7CF+waa/2DdqygRXIbXgJeCweSxQYPg2pZbiRNe9J
C27Me2Edg0om6i+3/1VKSKqbgXkD5W0WmKsWTjBPXG6K8rNR81l4ieKI9lBVc/AhXnQuvCJp+ien
rbVftzfU9g8hReQWggW06mvaoo/6jofNBb2JADOpMvZwvdVil0JZAOW0UY5NVE2eGquTn8ej6qqB
bv6+/SvW25qvgerIX4ot/PZlM/6TjEyiNCqsf6VzJ1foO/N7EIqyTU+g5bVzgjYnzEYjQnDtsuXU
12NVZa5HfWhI53QxKvO0UCSaG5carrAZ6Ik7JBLU9lRGspS4VtAb0TE3wvoiahsi6u1pb1wSgB2Z
L4VRaCdoor7+LQznpK1hhPTOmgjYdlmZHxJ03t7lYdX/l0hajIPTrL9MWT2duxKZ6wPmoLrmFnOE
RtftX7POCF//mOsPo8jcxzOMEbWQi5fIsFD0GpTJehBJNXjZpNjoJUH1c+zwfYUu2NtDAfkPwFZO
IPqJaDO9/hiiqbSuR/nugqI3ahI6af1fZPRPzBvI97K0ct5NfRkc0fJbBO4k58K3kIqdKLAOfAvU
nCIC9E9r8Vp7/TMSnc0Yml14SQ2rvcsNc5K8OYubbmecdRrEn83bfcEt0lq5XvuytZxIGhTYJPoI
6c5KwGUaZXecDTNyEUWTnm8v79YZW/xEKC07OrfyVRoUISo0685IdMsryW/GajzVc9+5yKY4O7yL
raEW/iTgGaaHOOzrT1jYfVjYAzElMaTYDWnq+aE9I9BXIDSyk7JvjgUmE6Tg4t/yV4zxn9BhJUaR
F0UaXtokaqCiAYo0GnkEW2bstds2h1roATbPUJooV1GqSAEQjJGJ3m0mR88I4+ifcnPo32H25Xy9
vVhbm3DBQ1sLXsekHP/6CzaBhNG8mcDe0vvhoFeBdLTSLD/eHsXeGmZhxwAlJZmgEPJ6GC0PjTIY
puDsxN0YH61Yl9vHCRWB8H1rKN2XuE4zxcutme5zX4n2RwxzJzkhPlWkXlQ6peFxQUwxGD4n+ZhP
Y5Mcw55asSvaSf411lydbhWMZYPQUR2n+L60mX6qySxmv58nKpdNZIZ/Yj2pK5e7CBeaSIvHxCvr
zOr9tpHgos6WEUeeSoXlT4EyAhU1wxjfY080Bi5loWx8+j/OzqO5bSQNw78IVcjhCoABCpZsWbJH
F5SckFOjEX/9PpjTiGSJ5d057oyaALr7S2/o4obtrKKHKYPJ02sKxVw4zjFx1c4MxjS1a0JqaezR
3Kg6lPkGW4SjnGdvR6FfjHgxgCW6V/XVfc61Yq7usPGVCFWjiLlbzBybxR6PrGPp1BX4EKdN8+Na
2MarXWIG4Mf1kMS7Yh6r9eCUk9LvNNmg2Nmqbeneke4vxyRBq9PfdGw+GUoDJnqZlOFFuGUVR6kh
xC9qWi/dKWpb3Oud7FCMmipEgKCtymEnwZCjYRVnqEMKNCgav1f75Ik+I1z+NMFz1u91rN78utYW
hLB6QbMsU8zmjd5/ll8JFBfOAWigbWiqahZF1UnuEmeMg3W0fKLcnMpb4jpuvmUC5GOl25xeOd/b
H3uPGqAA3oxhCNVIGHjbj/nP+Y6FaIykFtmNZyfZjnnC7KMXvobVqsodkhBhXZVIITrptYXPqwiQ
M7QdtgaaBYHyJA4MejMYwnHTG1Mtipcc54Vvkzbl6LDrroxwFSYWyzaxrzzvhSiMOoRFZ2bTY4eq
8/55XSONh64wae2mTf/g8lKOqM4/TKa73uae+ZOxpnIQ80gjvhm6Kxf3hZkpPTx6yhCDgBUg5PJ+
dc9aNbOSQ3aDjGjtoRU2tgd8mWhGDRIOYi/MsblB3FLvfcQdqldwRsPjYHgUk8i1Fv6sCeOQpcN0
/PimurDlaPBvgyaX+HUGoHaqpFozoYKaanDRJHRSP+bDHM4Mxa7s7kvfHVdDLl2qAMLKyYbLkJLT
11ykKBFlNpTSdQhKr/qtGknj54Pn7ZgZX5vMX3o8rmATl1XkShE5eP/a03ypysmFqIjCgr7nAtGi
GIG1u1zRrgl+X1oKGgpFJNX5pm3xfqlCAj8jwWJba4xbLWY/4Si0EUvsejl8/NEuZDjUw0ySN8Gq
zfrl/VLx5LmAU0yCWL7Eht+UXnI3Dc0oGbvn8pBBDVOvnJ4LSzKO3OaRmy8lXeL3Sya4tOC45ya4
jLXpDo8B6yvzp2TvpQi8FdasXDkwFzbLNuRlYgEh63wi1OTGRAcDiezM0wnRw/xUi7J5BZdtByvX
pG9Ny/J/3EyAk3mzG1kKmunJzVQCB3fs2aN2zLohEKNuPyhLTfE892WA7rIM5rb9a/NGvqJm06BG
w8qgoXOyqI0cozva5HSz1SD6mNCHdIKYA+H8H59wy0bIUalJgcG9/4Ra0jeo1q1KZGBK7TPFSAMj
b9xw08Q7NFmp7D7epRdyIDrhUHo2JDHN35P14iKuckfOSiQK0b46bj0EbmFd2yjbXzkJY6T5tNsZ
odEVOz12SjauuVO4SlT2tX6YlqEOmrV2g74R1t8fO8aC8HNsNiUl/ckJX+bFG0qPpUw9ae4nBcJH
ZXjf87xzd3h7XpPhunTk/rPcKaE0B8NsMx+mdk+9zE9TSzssRi1DKy31Hei0az36S28SMBrB0aLj
75xqNkkj7Rcnnr1oMdfJR5iuuUHg2QyGUZGPH2+NS0tt7GPIzpsO/mlzammhcWiIeEb9UmzP0rRH
s515iwNs8itLXViLo7wB0BjqnvdhesHZKpwUT7har482UuPD3o7j5FmOSB2mRYPX8VQIr9hhY53/
EuYgJn+i9QxQaVg4kaaxuOtR1gZq3iXFs/2kZt4qvyI7bMqdiY+MGiBNH3dh1ayq9Yhpmn5w68L6
lpuymQILbM5tWtb2k9Os1jeUXcndbXstjU805Zx4T5hvfrWlUSEQOrryPqYWSn64JJ6LD+8DZ69s
BlgWzLqWZqEDhl31JyV2Pb81gcj7yPxL90e/jlLdwWJNXjPMSha/tCbVjFxRq1MQZ+r4vdDzaTgg
WGS90I8jSFGhoJJvpIjXmYqWFP7o9AvYg8XJ/1S0zhkXffwxLuSctCH4Z6tfCSTbt/pPzrnadm5n
LYLUqV7Yt+VUxOGiobS+TYUoPiiaFUAiv0sovlfO7oVdQNMV5hAEeySBTq+JXiOBUnHixQ/DavYT
/0ZYpj39nsWav3z8kJcaYRt2gBQXVVDW22Lbf55StooEZ2YokYJ533GhtoUiphQL+TU7UCkXxSd4
TYFIbfPBrI03NIq6zx//iPPnxcwFfDrjCZPJ02njr8IJcbBqIImVbL3ABsYbxMJZvxqyWK+E6vN7
fhNZ2iZ7aENDljq5FqvKrJ3EZj49Mf06kt0qx7Lohj8fP9ClVVxEtFyWuNBlsVYwPG1N+o6po3bX
LJMZocirX8N8aee3LrJYKCgxz7I3gOxJoiPnDs0ocFag9dzhs8bU7K0Y59UO0P0rxwCINS10lDHk
A9WsfMZdYD0sGbTYbNXsN8ir2c98Eh5gZTX9umAjcJzYzs8fv4x/ocHvox5tVkZOyCaS3J71N2nX
lLpbT+kN+tv9TUOvZvHVIa3+jIqbHCkrUIbUoQbeLXUyUvdW69dqLaZdmytOaI2Ouh+dwX4YU3uN
Pv5pFzYe0xqkORjXMOOwTnZDOqzZjC8MOvBuPx5wGBRHK8bepra1Mvz7pWANAPnVqZdRTXp/zlzF
ZQxWIqsilUEN1XLAc6Hu4l1pFFdFjC5sP+DoMDEII2A5T2edNWkBiDjy0QTS99tIC7XyG9qMxSE2
hunNRjCzDRTgKInvibF/AvMyjj4QH/lm09aQdzJB+mI2+9EEEka3J5xXT//RAvHCfdmFLOMjw7rO
+zRRJa09pekKvxuN/ivujdk3V1RT6hugo46LPudlmCextrVemvnVswDjhqo1DI/thsUODXtFE75X
NFRRq2pGT05LrNaCPKUab5IZDO3fsrGEPxJD/sxTk7q+xBfAZiCx5F2g4x0S041usqcuXb1roJ0L
O2SDVFJh041mJLT9//+5HhUmXkWfoqtSudkY6PNa73Rg259no7mG19k228kx2bBrmDowccAa5GQz
Dl5pGbFH+bfW+as2GOlhVSwZuJUhQt3t1UcPNkSIG73qZ7VcruzP8xoGPiANB8Z9iPEwwHz/oBow
A3coaQwLo1DDSngyhIbcBYnnYSwMLwRYY3dNmufSIxtk+Jt7K7Jbp4cimZyqUJA6v5nV3N0J5i+R
tPttPD9M8Zc6jheQKHEVH9K2oa/QDQKI8Mfn8tIdupGWtjyZeQM90PcPjlTOtHixHqPgLQv2nVdW
EWOg2PuzYDyh/fRoNA3+yOAjkqAmsyPmTgTFlTG6shO1qT9ORe6+6Gtt/TGnZkLMyxlp3q+Tcg3w
d+l1MYwAuk9v6EJfpjOBbjkijip7dTsAh4DIENzOyAFbmle2L7NMd+DurLM4tnaSqs9a1pvulVd2
4XoBS81OBSMDrlo9SRnqTKUyKgTpieEtwaTb5aNZy/avKRkUSGxHGAMbU/W0IpNF4fRozyvR0mbq
FFqKl36ZE/TogmZphL5HK7z9+vFeuBBO2fwO5CTINOddkaQkxyx6GUdGgetnKJTWPvTVuHg7wDne
k8tw//njFS9cLyBg2P8baBVa1Mnm67UY6HmfxJHgQuxIqnfSoF8wl0V1pXf2bz/25Hohl0dRDBG9
bdh0EoCsoouLbJFKNM22cm+mXun4FKOrGmTtPP9gw62YIABAAoHc1tUSFbmW/Zjo3dShUrfiDb8B
o/Nh23m/Yxv9aN9UbO3eKibrEXuTefJ7rcu1YNXUGYHSSlH7vRiV2rpZ9JaumdPTQf+t9ei5BHoy
zeQAcZt4ODPM4sswZXiZ6sscg3Ur9PbZynqaqhRJaYUXDKXkbhy7EQhCPMgfjFuQStJnxfw6aivD
JdF69aPCpDTy6GdRsEjF9L6Qlai3mJdpWmiOpt3cc33P8jOTKlDW7pBXaxhrJbjv0ezWzyYptxK4
tVdAw61qRRyzokaT3607LQ0VXZjYq+GqePCgo5afSf0B9OjNglaEcL3ZCvA7cGSQDbo64H7dDg+d
KkVF99RheJqW6vMAl+RpQNZJ+EqqjPdZ2bUJojNcycE6A2lsKs99MgwKKoDbo/PJAAD24mp94wKc
QcA3zBqnM/cpU1Nw7ms+r2G9rnPnV2Jk2IW5ZSICyXsZ/TXBkcnv6jh1Qze1Xe6jKi6HEDedfAhh
Q6glgiyrB8Fkbkp4J3qiqL5TtPU/MCXwZUL6Nn/5eLOfXV+0bklHmGiBsoXtdrID7anHKwq8XdRr
tZr4jjUa31tW/DwMVfytZJ6SYjqRCA5dPIM9sGn4LFfurrMjvv0GPvmW/29Ay5MDp2Etgl3J4kYL
yIbNyIyEBxg7PuGUoLWiRtioTcHHz30eWvE6hdrv8szI+572KkYhLZeZpxWpNNF3UtGz7yUy4nu1
GlE8na15j8XEtXzzQmG3Oaxy2qlf4VKfxtZUUsRZlrCjBVU11KHMzkTfy2wWi1ksxAbfNkTyuxQG
Hm90ZV22op6KpbyFqFX0Vz79+T33/sdsIeU/aRTyS2xKxUHVoKiSsMaGcdfYnb6b1atOghfeNk6S
0NTp5zFaPyWYOnbFhTLpZqQRMQJoDerNYDVphWvn6u1XLoh7aaCq9vE3vvCAgGhJ3rhct0HRtu/+
84AwEmU2VKMRjYSLQ2yrXYikA5yU6ZrC/oWVaEgAkeB/POWpPHEmbeT0c8yGBoDqYSet/ItUU/W2
G6z0+8cPdemw8BKRQd7ge8TFk4ealKwd9cSLWl35svJab7Sp/+r1GdqJq5FcC4aXlsOnic2wtVzO
xt1abTbAsXKsXfEZ2q2pNAOSKC3w8tgIzGq9Zjt69ia5C5gTbDp4AE4A7L1/PNxeUitWV7CJsVM9
x6OMwZUpWLu29apck924dPnR0qNbiT7deYMZY8TEKpFTjKwiy+JjDX7KCspar3adbvdDsC4dPoMj
DisJ0SEtH/phra+I5F16weS5/7I/LRKOk++56oxhsHN1Ipdx/X2ymE55GCGndNQ0ZX3bEjquZFT/
ahq9yzp4x6RxBmYQVNpnpahJ1KoANHlRWrh2f+y0vlxDg9khhGg4GSNgMnxfai2z4P55Q22Emhzj
X3096ZF0BkjbqVskz22WTuA62r7okRQo5bVe31lKy8+k8cQ4G/gzM46T46u4K2FXwQC3A775VUdV
/LczGn+t+7utguQjFDkiENXG+w3n6bD08BfB57bu5te2WmywZQvYhgRlqOePz+6lJ9rocUAZabuc
HabG8KZ4ZY4TofIy76gFhtuszfTw41UuHSEEXjwC6SavdHqEyGqriiKNXZ1PRVDgZ3Sgr9z6sUcv
+eOlLjwQrTR2LyWBuSmzv395C+LzpOa6HVHSuGFdV93RQHI6+niVfyGXJxuWCot4zSHlYjgdq5lC
c5VcxasugVXV9mGz9pPYEWfzpwpBAbnLKWTdUOu7XmKDZSPhiX9YKR5RMAVCs2ZW0wW4SSjWq8Dk
6XGIMZXwgYgnSaBqq1w+ecjipJ9iJ22+y8aSyu06IIwVLJ6T/BpNsyLHVup1j9yu1weqhdWZGSsY
hg0YjmDc1WtGGbVTE7/I2sl/uUNRPOGCbbghyj6Le9RNPI+CSXTjq+osYExmc5p+TtJsrkH4L3z8
TQAZ6Mcm6EDP4P0XUafRdYoJEzbHFeKgqUm/r0dD2TeyqPcff5azoE4/hNEc0Q5VQwLEyVJ1uaTC
VjDhXsi1A8Agnt+baR7CBFkPll5RMiEjtvt40fPG5bYqHUtmnczjz1AYtHCL1kI2MUKiR9lTl9eU
A8xvnhpN024yUqokqJnp3c9jZz2sfVHdKzQ0HqRd5JE9ehBHpKnbrx5yvOmVeu7CcbB46+jVQOPn
150k01zg1pq39AJ0xW5+xoq1fl6Suft/3jvlBMQUfSNqn6ySG70js871IqVBoy5HIKgJ4jI1xZ0D
oWGIcqVvfnZ5gaD4x+/+QrgkJG8XJYnxRp5+v7eEXopW5GMcAUxm1ONJL1xnLw4WO693U96oN3Iu
vZ3UkvkLRr1/jYLly9N+IMlig5tn+w1f3qXAAcEjybKGqJVeFih5WR1LMbSoWWnlnfCqYdcPk75v
S0u/MqW49PQA8pjHeKQmsCDfP/2i2XmpdRmZkOuKl03O4cEyGpVX76DWp/V12Gll71NATsHsqFfR
0RcSBbxzudY3URh+wXby/5PN8ryLG9dlHJkbexe5vL5+zN0y10I5rPrjvOpKTYUout/5OqVsvML5
p7NS8xZEx6Qhmrwa81EyyHyNY5NgXZtZ8jjDjm6vbJNLV5AH53zj9f8rCvT+hy6iwOB6JIWrM9G9
znruABbIF+rwyUimK8HuwpED6wa5nanjVsudHAYnmWdFJKTDOqhWJqXS+mPP6vDPxzv/wrunjgAg
AEyXZs3pu69TrVQVpSEAFat9RHlLe04XKfdqbCpqILtrnK9LT8U8bEN0oLh7lgUXhhTtJFIvmoo6
PvQIiec7pxpEdaVCOpe7gDYMxtTQAW8xmvjXcvQ/m2rVkeKIc8r/WpO4m5TaYrv0IAbjFX8ipXny
4mX80esm4rgEAvmml5mJ045n0nt26qy9yZ02G/9+A737Ufr7DYRHqYNrZ+di/CmWPVrx8Wcdv+Nd
p8brlQTmvCLfXgBoBSIZaCiSi/drdUbtiKZV3Wg24+EwpeCeMhi5vtN47bHitgkgWhg+RybDZXWm
STXUZXFlE184MVxsJl3+rTtAYHv/I9q8Wwul7cl0Cbf3pq3ARxNNfINq7zU3v0tLbWwzJpToEJ+l
u/WwisWq2FmNKZM/vRyHHVbl8sWxm68fn5kLe5iNC1Z/Y41zY5+kB5pFJy0DOxf1Vm/uqjhpvqx9
6lzRkrlwMlljA0SCXT5vD68ug0tL0DtCimp9UVOZHyfcQh4zXnUSFN5g//j4sS6EgY2CtJH7CYW0
pN9/K5lX0knU2o2aHpiy70xd9lrOTj5/T7UKyJXZeOnbKsrhy1zCyw1GNFSvHZBLu3ZjwuK8BPsf
Xb6TH4Fos9N39eREKH9Or8zm4oMQLQZP7mjUuR/TSEt9yHz1ykBCiFswAuvN4mJJc+X8nOExaNdt
LRbi8TalOr1+lzVG+2pQrchLaX8mg2v4mjUVu1xD5bhqS/l5GVYlsJASuhKO/423J0UBbAnO7KZv
gkLgyaFxsEZypqSzI9dpnXVnzr257/B7dX191I3xDpHLVvgG/NJj4xnx11Q68dfcc9ZPS1/E147w
hWQYT6ENkcwlspEb32+LmEZlWpaxFemV6DGk4vv4E8SH0EYWZa+1ot25lVjfPt6MF84YEokOSoIA
g89Z0VzogOS7yo6qwX7t1q6+hYuQXulQXLgyUJQG8wwRGmuo0xkozdkSVjePJjNMTSt17tANX4bl
BwaDdrf7+IkuLgZIg+kLAG+MVk7eY55sBuELfdm8aqIa6Zabzew29PrJ/PtsnU4sOE1G2tu85+ST
CbWy49KerYhuBuiMqpX7RbWKKyfk4j4laYVCTlhEpPAka57VypjiJbei1Zy7YueqdYXyT1XmX+JO
y2XQrVp+N2RNXgRYeKafhhZok1/PE+7OtVqhyPz3bxiVlM1vlDbi2Ujbc5q+L5eCnao36e1Ig6Xx
J3h3RaiOrjlcCW2XdijsFeAVAN7OW2z07Mx5dXs7UhjvBZJZUoCncXmlJLq0ayDdAriFWEwoPfmU
Ji5DY92wCmN8yHqGNQWF2S170DfD//H6YOETzzZcFFKX7zcoUoat1dYsBR+g8EtvmiMvn70wToR2
ZalL746tyQ36L2j6NOtMM6GsLQTRSHWU6mZkPZCO8zVrvQvBBJGVrQlGnxx/sNOWgUerxIUPzpHL
Ku+XxBY8DuJVyslf7QWpYw1o6i9yJBuNo2otMR5v6iI0zInR0Mdb8zyY80s2cN8mI0u2ffJu+4SJ
uZtpVuQAorofi2JsuUTtZMTw2qnu9EXq1+qHS0tu8KftJGz9pZOdY4NYzRJSxEiHqXaEt7TJwEC5
2idYtd3MxnCtq3m+VWkPAEvno/5ry3ASumkmj5XhZk4EgWAM80oke/pJ1q4WIAo/fp0Xl6IhgXDc
1kQ9nS4bs2qAkLTsqMQAG9a0ircekqX7rs/VKxTR7TW9D8Y8FbMPsmmHHPZUf4kMjEEzxneR0Qpn
p8bzuF/k+KZls7krcofBYurGSGd1GDQs+XXQ3UaHO1uf+m/j99s2aO73p1LNDSUF/uNEM85EYCAS
8YRjlnarjjG+qp02HVZDNINf4LyU+UadTp/QqrmGVbj0wrnr6IYBWTkvE0eocrllJk6k9lq11yFX
BKaxlEdNZ17/8be90AfbwIV8XWLLxlHdfst/K7cGhDGcbzsCdI2AKgJg+s8yTxeKFlf5WoJgOChW
5T0JMdvRPNeZ5g/QNO/WUp1uhWt0hyEb8y/OUMx/Pv5p5zkhzectUUDkaFOnOjnF41hWmpkWWlQ5
lRkVSj5MoVQLppvGwl7AfzpObnu08e7ywdG6KzvxwjeAL49SAANURlantxm0GbWME1b3Sm/ZzW6S
PUKLqPzWzq+RNC8sxTSTpBepSNoCp5setfGqVGRmRij4TWEyF3HgxHF/XGT719TnTfoALWDI6Bpp
9ulRbgw1adKps6K6N6xdjMjkHkvE5PPHX+7CZbgpS5DB6oTrsxZXI6tBHZrJigBTKKsPIrB9macx
fTLiSYB5V5OfHy946Q0y6WYfw5iBWXJybEdTNNVUekxoJ4oGbZT63VQ7SBqUxTVVJdPRz+8ILl2k
bRC5RA77NLqYucuBBIkcxUXijW8UBa35ebJKDWgbfdNh3/aq/bgiO9M/QTWTwPcXZVn8TfZP28/p
IDD5ra0OWZqsAKJqf25bpe7bO6swreKRMrTPdl3FX/dHMTeZPzpF9weApdv8XmpbJvtOA1Z9J9U6
1+86j9H7VyujTPUHa57cG70ZEzBsi9qs/6Sl19eB3ZuIGSqWt+DxBDI0fwOJ1k3haCyDcVAco9KO
0tWkEXhtbJsBovND/MfB+60CBjOjEBhwSpL8vh8ngW4umglzOGJkQI5kNsNbaad5sYcmArAwrVBL
DBIF0ZugdodKhhRdDIx6NJ+XhzTXRzAZiteXfi/y7mZYsin2M4gys4+3BKqKCHPpj27WMN4SfYcM
UlEsWhXoRtZTEIHZd4G/zeMPYTWjHWR6OqSh2g38lyKL00f0HLvhpsg6LT4mcafqO6wVIRP0iTf1
L8VgVLodOkxsnLd1Elqyr83eiXetAduAY54t+JUA7F7Lb2CG3PZuzjOtvp1ya2n2oqRO/TE11awG
cC7sMahn3Wx2WT0gVdagRSs+q2WrlIjfrsur6KzaDKEflU8SawTlB8bczaekKQw1ROqhtqaoX3ut
lf5gJ6p5Xy4YKAWdacx3G2EPiM8orR/OoFvxo2b3jGCQXey+WXY3FiGa1yAaNZkCDYTur6s+mn1I
USOGo464sMX6C1oT6W/NGDzKAH2e76oOBvHBbtk+X2CFV2/M3ZzOZ4RUpD6aRdr3JdaV/gEG4az5
QqulcQeEx/hkjfY6oVtm5r8GNHXblzQpy+XAEGS6Q8GsqR5X8pR0lyWWnvv5WCy9Ly17vsG5aYz3
09qML+gT6V646Mr0RYst61ZVC+XFW/gHIe1lITHMnCoYljT+p6HXYPmqiIsxnOSyItPhabXj+UPm
pGsA96l5qxi0J4FptsajoPM23trITKGyufCMvlENxhK0RocfXErQe3amWr7J3h300KtyxmkqILLh
tohFZRwKJTOGYzYO9W/4f9zAtayLH5U3FJ1feJYw/JYeyX6VdvaWoWXzWjmYYPu2WiLmliiT95z1
qaoBaSq0wU/GYf6stAoFSp63We97FpNTf+jsTNuboI29PdqbGBEp9IbCeeP/tOnoaDQesqqOZM54
4lgYVRvzI83sPscu+pecXK0LNa2dn4dksdMQ2yj30UbJsB5DW8yG83nW4soMjCwerD3QBzg0wmxT
Sctg0NRvRo/EY1SWdtLcCmg6sRIIWzpLaMDlB22aWsD/6nYDyQrToekz9akXo9MyWZQjg2EoXxyz
rZxbmsDyuZJAuN7cpYCxtPRDnN5rItfslzlfiiMVFByPrEl74ONdOU/ydi4SI35w9CwT97nVOk2A
7Kl3C4xB5rtE8Zb71lPnH2O+0piFzYITRq515uc2LaT6uCK56XEVIljETVqaPzXmckUAidqbbwy3
N8cDGLP+bqY7Zfsl9m6J3yBGhLQp/AL5mOUz8N547LDpXGEu+bGhjcAhRV5/mzAQhYVjDuuE5gEN
48eh7ctPCmYD8XGM22LcDbQ5EzZdtVgIEWbNl7apNcDwC2+ss9buqe+KZnrR0iEudwnXy8M6yNyB
g6Wor3brdg+oPEvTN/pe1RAcaCRUa3qli4/k+ur4rpTOo4NEnwkJDY28O61F+uUztFL5fRUK58NI
XHEvbPb2PiUegGAWhRuo9tzlARL13RLYBpZwYY3A5vINT7Zi2ScGGMvbZtUyzImSOWu+pUovtYOJ
bMJTOiy1s0/ctK6/LwkWwn4MH6o9WugqfJusbvwJWnWa7tvFASSJXpEjQyMTa4GICYKUfpktfeV3
g5GnD7nXD+6urSnxiHDaUO4MHZMGkmSt2VsVjntBlowgEsdCt34O5iw18P9Kjzj6bGhwFCAG+POC
l53vLGXzZQaW9ENThuz3qrSIJEyDVX5TUguJqqwX0y+1cOw8bMekd/wJvosaTsNiPjG/ycFLa6sK
dYsNyGOUfRV6Q7P842ld/DTac3/bzPXyZ3btGURguQzPI90gLop6ltLHk7P7NulrieU2WYvYk37W
z47Rt/+0sZY9MeFIsWEqynaHCKuGTUs2uq9WwSQD2+U6K8IaQak/tsu06iZW07GJtKFu0pDER31o
XKXoIlTHs0/r4E52UMBziH054n4YkK+lz8jBtw6lMts6yFWnaiMJKDkPwTTay51sbOtbCmArxrJk
cFQfafn5z+QyR0TfDTszF4rrvUCW2/QtYaF9XdpWcmeWdVv4cK1S3AMWKcJ47LnQrMJZGVBI2fPR
AK1+rpgCMnuXybwGSp1nP9c2Xs0dpS4OV6Y0+9cxabT22zy71QsT70mBINcgFVVbKVctfl+KEw1L
m0Yu/icNF4fhvU7j0v408VYyd9xFlfrPMs6dtY9FrOEgki6quZNdW3/SnUr8YyAESZSfdHk/KEL/
TpdLroFl9MPsGyNVtd/o/L1D2yyZHXb9DCjJl+XaujcODH4DxmI/Cr8QZYZYCRq+SO3bTf15WpPZ
YiBTlUMQ92ocUeA4321aEEVA4zf+6tbIKwfu0vXikcJGJ8CUWQuX3Mu9JlwUZf1ZO6Nq+c2A9U8o
gJ/S0XDsxbiZpe7mIQoSi7ablXJWD/poiWOvSccKlSYf07tSd9YvYmw684CzKZscUNr8IkpQvsEg
dWcIUtcrSr5IRxuoEADGAYpZWDiSMLSfsBdcl6OFkC2dqCRen2WS8pQeaO8vVZNNWmDaEzKe82JU
SgpTPF7tX7XsO/Ht4wz7QjG2CbrD58C6ABerk37qPEIUxHbQ5CM3Wrdb0ZTexe0S10cZK/0BNT4X
nyM51VxDrZZec+I4ryi28cRWiNEZQLvhJMGvij6rk6YBGCkTc++oWXyrl2BMTW9UQ8T0lr/u6aLY
BHGSNgRz+rMKptSgEMK6N6J1S0Xo8/ehPibeteJ7e2vv2w0swzSeJ6Kxcsbz15yas93lZgTsaYD9
a/X9g1fntfBlMdW/GZnUD0tfW4ciRTnO9+y8tTeCkI4ulpH/8/EnptV/9nMwB6fYdnlgGpOnPcmK
LHIdXV1HVjFV3lpEHWP8Knjzvr0KowyEGNQikPU4joFduerqF33f33WxoYLornE+3C0JVGOcWzDE
5lvl7pve4/vk58x1ct9M1LELhcqNzUVkNNgvdar3thhiRZNuk+UKS6dIMPE1dfnNTEZl/jbVnV4E
rVlb30e1MDkGSlYAal5bG4XqmJxARUk9x3W+gkW0CtkSlkeEdMg120zZFbon4xv+SrzetuZ2j5A4
aiJMW6ZRBWq/k/sQg7VZvvSd42Y7Zaxa9zB3ZfooWnUxX4VmzAbmXTra8OQrWhK0NDlRwUm5PpOw
bD3Y2yqkvPjQSAUbZNSqxI3n9c0mpL05hH3KK22Yj8BLdERNsnpmtNRVih2oqoyH0MwMRETdXFW0
A63zuQhHJbHsfebNWh025VgPiNPYXXPsZoeMLtH1vP002hriJTA4uvzZQVtP8V3EZLNbuNpdu3Na
s0VoCWv0YkfKVtjPJhXiwzrDKwhyWxpD0A75ugaJgWq+b/dgOuhzLerjXLljeQ+U23paLS9vgtSD
qbsb00SrdpqXNFicI3YPoJyBiHlsx2Z9m+dVe4lRM+Kir9o2uVM0p699ZnrcbGbVVGjJZFUmDjAA
usfB2+BqqLBUHlFYn7d/EfXJnY79D7xWGvypv8TK6jL5TFplJ0eRycBBJotSeLDyPqhbr/+sGG5F
E4hbUu4V2fEOgqJZjK91a5dD4leePUmO0VB2n6o468SffBX1N1vNbLJTy1zc20xzkzs4krEVjKvZ
8K4zPbEOXq24CG6qZdPfVZPeW8dFsUmJYaZXL15ddjasFd3iCIB5+DZOg33TtrPuHfpFy+GSV8ly
I0tLNH6b/Y+972py3Ei3/Csdetp9oC48gY07E7GZCUfPYvkXRjnCe0MAv/6eZOuuqtF9Czuj1kiK
aVFVXVU0SKT57PnOpx5b+5yE4sBqTY/vmwBFjuBdbBWfxF0kHxo1Nx5gQIeHziikpYe864w2vprE
q1wHOJaUWTozHBACNOtY6VFdeo6GeeigO0B1pFWEvIhVxyE0UgIMcsbQYrTJCU6pAHqpQtI3kQ8K
J2CRU1CnVYWX5lRrk+xJUdAcEKcvNl4UL/HPODJDrpjQ4gLSr56HahzQMIgDlVD3o4IkMmuvGiFV
opUQg5ECZZv98U5JkiFB0wE9uIfxMY+pFqvDtYEswKkdCmEwCy/urqOhyxt7hur6GtTrMv/MsAsi
Kypb7cobal6gIsxrhBhSNd3kbVxkyPOq8mvcFsNs3Z+N5nBOQWRLWlR0C2asB0WEqqV+PrePehMg
kJCgE4eVAZryNou1vEdBD3CRpJUTOUEPBbW/AsNfkVIfIVWJyOjakLhGnpZ2UCWGQWuwjmdU6A1P
oLANk3TZBcDl0bMhBFispkad9WA0ckb8mXw0gyg/GkSYaUWESE8sw29A82ws6ky15LPfIJkjHrtl
I7VNSJFn6RIUQOfI4M+z+nzdBqWOjK4hVddhmc0lBhSFplFRhV2PRFuMRtXokXXvVZ4i2WrhdewY
tjnY1pC08mntVYIblXLXmklZzhoa9QBzuZ3kofmC2B7DHbw57TGRGr+c0IhfGwDAzYLHVADbH4Kx
Y9iaPqC39ByepovuRtnKOMIBmElSs0B0Zb5HICUEhaLREF1JIvtjvfS1VuJX5sX2gE19nZSr46KS
5lUlu1Up6fuu6UQYcn1iKY2ebs7icTaRLvvmnfL2z0BogUB0HExUfBAbnvNCdnlwk2RGnTG9kAMr
PmaPRyPR7mGHJogIla318Y1+HcUEVTpCmBxrjWqTcch5FraoR5Q1ydVibwD7ldqwTop0xA6EfuJS
PHY+NjzAe48kJ7BovFMhnn8X9YcDGYWh6skukA4Di5PKW9c42Fu0switSEa2s9XmGv34/r7OQwLL
h2bP4CEEbQ0CtV9etNX6KmuGUHBrpShcozm+qL0w1a7gG7sFlRiYPnRgROOlcQo3b/0sAKG+4HZi
rRVUb87JMzrs1mtwuxuFWemBOlHM+o1lw25B9Qq+AB8aw1kDrUHLEE8e3D6CNBFUPwCDUhpYzUxP
JsAqX6fHeM9mgDQMmMAIqY2WDV0XpTZTG9FFL5DBHEpNeuasYjbKupRFCTIGioxGCd6BBq4UmFMn
7NVvzC0YojQQX4DwAdCK0eUDP4rnMWLibgsCOLNsgd6NtPAI62wIaXNW/okDAUgKt0YvXBtjaE4S
IQmW1MLgtlIp0HyIMjBABq2rqm08gf/6mhcPuAFsTo66wQTD6P9yc5aqdk7VRhPc5JjhZAuzefXE
G74URDz75YsRo00OOLHkNCdhaMxCiiRHV6NItBQ3TV1EqPabCy06JHdG+jmd8h8v3f/x3rLd53NZ
/f0/8ftLlvdl4Pn16Ne/r4MX+H7Zqf5P/rb/97Iv3/T3bftW1k359mn9lFefrCZ9faqDLB2/54uP
wJV+GQl7qp+++MVM66Du981b2V+9VU1cXy6HMfNX/v8++ent8inXff72t59esiat+ad5GNZPvzzl
vv7tJwXC4D/ef/wvz22eEryNZi9Z9el/Ld/eYngb//uTW8VP6Ws1/oC3p6r+20+G9jMkGxDOQLUh
DQO3+qdP57dfnuF0isDdog4I/NA4yWlW1v7ffoL39DMcG7wHFS9QNAreA2H0+SnpZ/B64Q2cmhDu
IPpV/fdAv1i7X9fyU9okuwx+WPW3n7QvzzBo1rHRwLgOJxqc6wAnjaQgguhh3KHyAj5zQtR2GXpO
UC51aZskLgI0WsKS9BCDOD8Hky46i3W1o8lLbWhJn8oEHYFArFrENDgCbcNg5Lfo0I3gvLYodahE
U1NMXaEV2jJVBxC5yjN7dnTQ2yIFd0CxShCfF3Xma9Yc/dJTVz6vkGw/++YRjY1jptV20i3zwUVQ
9Ng6QX+dlA2p1v5yfltdJ6/dk3rqnlLw7G/6ZB+ED72C8zKBE7tUcf6qnL6eodFRlHSUOh992D/6
zKwe+7f5XfZYPErAVt0Jby0QxM8iOoQ+Z4/ZY/OW+iSC3/eMs+gfEuqBxap/6wOGnh4AEWYNUzPn
HC6b8EWL0KyrsMNhXcm0D60+c+vIFj1HbR7i2amPRMK5Tbpwd54i4JC/zBl+dUv6iIZ3jipk+ehh
0c/z+7zc67Ej6Et1dpNLO0Ujm+E02+v3zSq5Hm6jB9lE3Xr0UAe0QIZpIEZBUQZgxCS/Qq6sPyL2
RwEORLB7ogX85DB5vOKdWfAHDXNqg4x7JPwFNsiUVBgbnf9+UuFL2+NyghDu4t0UgNAWRHlkeyRg
JkvQ5gTcsylaGLUxWkKHskqjo8aiHiXn79TLL1L7CymNjT4SQV9cbSSkf+PVLuUR48uB0xP6BYxO
KHYZSbxSGTJPaQPFbqhmg3bFVGjIQoZDTw0TIp4OeKg0YJ7lMY+pE3adqPGD/cEAxjThSRwh4J/4
iq3YZ1MwCzA9N1QB53RMGgSn73taw/NHxRttr/Wn7vVYEOlGKgiC8/iOKlcQTESL/GAI6NhFwURW
6kR+BulbR+UjE/HXm+TN29egGteol9HoZraR56ReBjeIVOAnfI/eWicGuOfyi8L7QyCRS4BbRe00
gqNzM4J1BRLuygwR2DlS7dpb1Sc/YbOb2Tq8QnSoyoi88Hbew4DgJWtAcLUByAHtpVBcRVdH0qzK
Wy1GN1KympdEuxdvq9fWjrb93XnpseSqIFpMgquooAryzyq5lq0uA6MCXFuKdq1It519a3gIXU4a
4pPg5OPZU/6SvuQvJcK3Hv9fzom2eRU2MtRuayIzEFVUzm9iRI08tDiwM6RekfhVSIMKmUdpGbBK
R2NLAhLZ5lDbaKgYxNRfCogQTfhf08s8ku8/lvmvuMxT0uQCYHqnxb+3NOGS+CtZAoCtCpA6ghjj
ensw+YjIiKEJQC55b2dJ2fVdgZTcvBoco5TRE1pWoomQzdQlR8rhe1xyhMf/rJCAUEA6DJQgOvjs
vrSVIlWKClTGKDZaIdKOVfT6bjD9DZ0Cik9eaKQc/ukLXXhMxgsHhC+cEpSQKXBNvryjADh+cNEh
U4n0yZHKenYmqEJHz1gldKSg66wq7zxnblQalVN0ypsNQU7QLheYEVROmao4K5iU9onby36+8GeK
QJUgPiJ55BeW1kPylpsibxGC1iGSw2OUAhx1DQRVbAlRHU/siQs+9KPbGS1QWkVaUAahYhsyTShi
3EJHB3hNAylKDIGCRNNLGVoLQJmhfduMCPddQDskKKAvWqKkqI1dp08xYshorkmnlO43j+n76R6t
q5fEghEmGF8Py94F01XuHmMSg0zxUG71e81Bvf99Dt9A356f2zWauayDiajH1JKPG6T+xZd8nKX+
Vy8533Ef7EiVe4nvBDOIilJBmsHMK57ABAOIVv5UNcRfpxOKfmprqfKXF/o9ttbUvfJg8Pe41xGA
/bMcBqoZzXBR64X/RlKrQrdDFKpHin1/L9Dt1iM1eXi4ORwmohKXxRkv3vvrjMSJBz6Q1uDX6Rfe
Ve36tCDC4mh7Tu0+527pImFkahQGsluRjtgzG5AUgpY35LzKNyl5elowc2abC/TaJiIs05zcKQTI
TLJBQTsxJo166RsxB2DJf52YsXwpgWYtMsgXZFujK8g/ACabvWH5O9E3I4o0m+CWA0guaLrPF8UW
IVZBoQCEHm/m7sfu1NRYLrVD73aD9zuOZWrDjDNZ/+yG+abefjf/4ui0q76HUGSCDdNaNZTgonp0
oWQyWwFdemyiFeJvnOPRoT+HRSUIJda7Zt1LAsrAbXxdBFSVQKzOwNcOfZfLsMNI6MgBNeTrqEXw
kBasOCIZzZqpJp1TJ+ayEO8X/Y8+MZMrxjM97wb8W1fssgM+ECkX+tp316u0xmijADskTShSG3CL
6dFRFCaeZAo0GDgsZ795l4zE5e++SyYnYSRXv8ckfCuAaKCmh7PQcFK/ccmuDKT2gLYuis3YY0Ye
c+tsrx8TUrN7K2TkzTNJxSqmbx/ovjJl4hwOG5nqpGfOsqf3DnNuQuJ8fHzlC7rqq93w66CUUYw4
bmq9AqxJsQUblI4MioZqe5WAiftas5uetAzN1GCEL7JltcBBvtfWpSXskTN6wStB+u30OPq1JZPb
mfUKBq0HlTXUcI60cMCvbOo3Rzgn+6O5v42puNPMfoF4iePOKKhRmeYikEY7R2eBXZM5xZdZE3uH
cg+rW/rW20Bbc6AVy803EAHIRLneITQ1M2E7v2XrI1N2NXmbUduN7LkJ1m+mEWo+1CTCx0dUf9XZ
G2hJiUlLsqjY0fKfoaqfPbuyAnyqRkQ7oC87dU2S1U5nc1M1XWRT3TnNMQ6NxcSsrJoILiBC+LOC
V1SWQQP7uErvAlxSY+rVfMPDZYBRuXfhqV401l1LuwXu5yWiLxpbPZzZ3UYndwhv0bvdVUJtBZdL
SeYC9Q9lbN/hqVUVEHWxMHWCl8sgz0DsTbBQRE4Wm8N+n5CI1Bbw/+ayMvnjHpg0snzttoDcW+jW
wyqzZsuGvt5KEP2A/kO5h/QVbKwkwbtKlq4S0lr3y4asY1fFroOCYGd6v16GbsnQvI51W3+1TFf8
w3JWWr57XrT3xakvSY4ia9ovUPPmNiV+ROaHNIuQzqxuJyF8GK76hbzll+UjRAEuvm6BAMYjIq+b
B9U+bnXy5Jwacnsr7AMWdkQgpFjFpMAc52bFhHvzIXLReo20ZuY+VKxhZzYsztZ8jWme0Y64HrF7
0hMnpc4Z9zdxEr7ECfxi0b07CKMoVd6gMbHITyeQl2aMO8UNrC03swOyXYNb0EpXZ5Pt5nZMxMVD
5ZriAkO0esukbMLqm5IUykiJ/0skxdT8jBR9WRdF3ZWX+eGb6rieb8/mekaAsqOPIgPJAUno4qlf
UVO2cQZSIljebrVYHPYT0zMttEZm/g+h9UNo/XsKrZHt+Hseyin5wFNp78zK31N+ApqEi42tGqS1
0IsQ3FhgCB/ZmzMFuCs/g7Diyqxkgs31Y2W2Vms1ZmMO1oB/k9vO6izknih/rl8U0JL15XU8I8Wf
Q42JlT2lrmiJlr4YGPq/MtWSTJ8mZmQGZshmZuvMr1qndWZUYzBoGNoNsQAWtbpHxkdq6Ly00ltg
6qhGVg0zW1NdtOaTxwymm1yTanbons3ZoYcWbZlonfHXnCYMeRr47LAYADVlkKabkPjk5kmmTzn+
zl18GA32W0L1XQbteBXZuyuF1TCMWnKV0ZUEvoCVsSleZHugK2jalKx2q7sHDUEBnzgxzIfbjBhk
uGhtqOnX5a0KWwHxjDmBBdhTlewb8srn5sQHdDhBfeP5M57nRsXr6yuyoQsampHlWbGNXrZMIb2F
UmSTT4vPqpuC9ZZmJSy3uVGgU7Sdsj/W21jPibUemfKB3vmpV2aI/GP1GsweGu3hi6+8DFXOV3KJ
ekUYtnwZlQXaALmpq9u527HelC0BqUcJQZQcVnhgqk5seaZvhfgtRXw9MX0WYcFlNrfQSebyt8L2
LWD8aWgFJhqI43m82spoYA5OYkd4tnOiNXze3GDCNslg0gjWABM0sopVfz8DWz/63WxFuzTPVuUO
Zs9g6R9NiUhWZ6rUgzWdwwbDzeAhYlSBecRtaPjqTVhvbA6LuzAbmiwLU95qtmgJCATFbmvlDMg4
WOAqtr2OlcmsmkpOTmkKPI3pO6S4FtxhI++zVeFKq9qmvgn+dIoAMBkwHHGROgEhMM/Nwk6txLTO
br2pN4IlsHSBT1rvGQC3FP1r8K5sqWMLc9OzZgKNYUjCMKTBLVoss9jMWIdPbJFNRqEbVbCPa7PG
VCwRd4IBKtmZid7v+JrjhmC088ODwIAzXxmrwHIM2hLtut82Fglcz6U+CW1/avtMiopRwOqHqPjL
igqQfn0sKsbO7rFBz7QAbbPgIVUQFJWp2S0Efmcd990viuGIsyRBRvBn1PujzeWDyASzxwk82gLt
gZJIWWgl9oy+tHBYsWlNN5Bpdl/BHWjYYCYMbQrxQINfGtsLlq7r9dnV7jvsZ4UcEYcFnd0WsAOG
U+GZqSXDeoZ/gdPbUyT/8ZHKViAb6d6/qmm8AOO2Xds4fJZsA33l+pvMRVKf6peTA2k3BUO5QFw/
UJ8cl/hel5dtqINkplRslCBdTnRD4cmvz5Srx8ZUXwarZTnU4mCp97E7QCoBBMxkxuUkf6C2gGi0
sWOG8h1IUcWMWWWHlo958/CzB0npmUd2ZB3+9czMRqtbM7Yqu7DFZy57I0jWFPI1ZJntH/j70LYF
7/PMYB9A+QJSx4o13gfZKz7zTxCd0Crwfp9hbcyEHtkME94uE5u/6vMrqzf+igwP3+LfvUVsBQvR
KWz8iyuCAoNWdoJxB1iX2CpojO/ojYmvxMwtjAn3mEILxFaDEXCpf2Q+7iOx8bVObH4/PHLhLUI2
OBkfj8X/xThxJxlexa98+dpyPcHfB2G7aZ0EIpeL3TkMiDkCCgHdRW4Cm2E1UG4/oNPlXl1UbnwV
Xin3mQvxDd1ab6prcXFmnaXbCNhcjJwOnj03ZlQ8RNbYKVYB/Bo0gpZrTGgMyG/NjO3sIqMzVm8G
E9Kdcu0iYb08h+/HDmsg4JSApoLWFF3/2JGEVyoVkVCIGHrK7wIrsnzTN1m4R2EambEZ1DtXXQUU
Qmkdzd6JbQ8qrbfAp4jnaguRBG5QKBhra3FV7ds8TqFjf81ZaKZXPRPpSrfykwrD4kj9NWhpGKrW
d8jtLjx2QPnezI4R5Ult/Sq0AwY1f4ReO1IYJT3Ollli5lTMJFIyBqJAGZ2t57ZKDbtwq1W1mtuH
dQFVWUKNrc/QoRIGXtKI3YuWipuuMEGVmWPb8/OFyhuAnyJLph6AUEtnCVZbcsvvUMfEYMgYPnNA
5AC1ywNfNc59z0qzYRlCWyiJ2xsYgWEbJoHqawmZI2ow0BvnCD0Pu8xBKNytXHlRrURbuldetJeK
9S8edmbFopW+ah0XfnVGwUJAAH+iML8SskQoh60H695qTXReoj4sT88GSm03W3R2bNJTCvlwOsV0
/4p0Oj3cbJ5CcnNzJq+w+o5YMNo44Y22YUtu7YlkIFc8xFKRa36VAj9kuJYB8xD17rjg6+ut4ZQM
YRDGt1lhnh1j52GFUYSPueACQIMl21oq0/Hy0kK8yT472TLDwnBZyGfriKVBl1isZsCQF4LVswLw
CuG9syUvfGeBleTmeIbpP1O+mZAtxxY6UhAO4OcQb0C1LwRsATuTzu3MndsiJk5eaPczhIZSG7dF
NxJTaY+JWVHf4eE9Yhq2KZvJ1tueMjOCEYEeiXaKB3BtuAUuqGX81cASzplm+viY2UTIQh3x93wO
L73zSMYhHSXXQTEAlk+cAW6ZokHGxSfhB5ZbqPxQIINy8U+6e+578AOdbaB8LM+RTNUaWHmtWmg8
RcWVCAHbbLzlHL/XrmCitZHnKJSfXY2uuZmqrnLrGRwaN5BiLN1eLFVINS7HYLFaqRUtGruAvIP1
uu9vGrs8xKxZg26MQNrhdZCEtrjMbMhpSOYQEhj8GZDYwKCZEWKbEUcJ4gE3w8ipsu320kE6BKvm
Qdyo62jlueqmvcvsjszwLsPkIVJEVncGfAMuC7kcFgnGxqUsNENkRzi3GmTh58+e4TcwCZASHpMC
GxbbxvEsHYeMrxIPMMK2XqICnvq3ZwuvQji3xXvOO5RIut0SktmOD57Jx1g7CNgyBO5qExZseoP6
WdjYiEvfne9Ku2Gg6MA7BRxzHZ96NENbh3gJcYh7KO0Bu+mppBRmdYntiXXCCvp29RzDqcmZtIcf
h/PPXaDQRq04tmsDoxhNxSEjzrS1+EqXCLVy1clFM4+u858QZoTKLwDkKRGMhXeKjQibwQ62PWKc
M3xiasc4NzrEIx5mCKFdYANzpdxgMnzsahHx8QZmtQAJa9hnuFv5aQMspDVf8SDt/CLGQNKHYGrP
JAJqAZyf3uKWOJp2QavwQGttduYAX8GAzwGaBpw1flwNCGwDbqqHGYkx5zGVd8kdxJwLLjy4M1gr
7IQEoo07vHA8gRjlCYwan8/dncYVCIUEx3GaX1TRZWacGT5y/nBeogsyDvPlYcWL1q4pONc3AsCS
6W27UNdYLh50J/7TbA9Fbh4P6G3Ct9LmyHQXX5etqAOu+lmhdiS/izAE7kSoG53J+OLKNbo5urMr
KOZlctM63ZIrZr7h+CfM4JqAbwYbEkaJlbLA4c7ggEP0DM+7ciuUPwQEeggPvhohhLZkrSRrbr7w
jRzAKDjbPlxAGB2YgmQ1rJttbjuBlVIavzUIVOtY3QaJkALrZ7AAW7m2fYIKH/qKfYwJ4rOtXPk2
39XcQy7u+GxDK8LZwV6/5mpods1fy/+K1u4O/1l1Q1u64pqTe4O+DTcK3iBeTbHtJgzCSR97zITw
w8f+4WP/WnwkTkTjlFG4HuWg9RCfEY0LYfxyxVHByHviYlJaT4EyP1Nnf+S88NG8C0T+cF5+OC8/
nJcfzssP5+V9IfD7siQeAf1IoI4yO+iIlYDGEuIbUAPEpF17Dpt4oghw6hqjhM0/dY1pJ2yUKvjh
hP1wwn44YbC7fjhhf7wTNmlFjxJVv8mKvhBPfCDzxyUaglBEidEhU3KmyiXvkbs8cZ6u5C0PX3Hk
GPKPBMEKZHfVSw4xh286R9x4YIopIY+hItY0IA7D49ufo0bA6ens5Y3HZSP6loHP6PVuWCC8jXpJ
E3SJCBs0COJ0AD2CzBHwNx6Q4TGPz3HWJfePp3Bfk3c6ynX8de90Mv11yaS/84z+TdNf6Jv7LYMH
beXRrFVAi50xhPxctqAUamu++RGtQ7yOx9xub19ve/qMoGoG8MMt/pAzRNOXgAme8V3moXUe70Mc
yh3Y89VAtgVeWlEE1a9nZAsowSLdptvK1nf1nbSTN/K62yvXuQlqV4QgkfRBuqpCaInsdrsXUNiR
HaKaMdkhFDUshoXgApO6GOyCqQj1N1aG6KhviTRze4BZC8YhIR2ca98ieHdLhsVDTOb70+ngkwPS
ABjrjL0GbH9CDkDGPURI1SfAedxy2ObMWt4uEfheNeRIX19DCuwHcvmI/t+W7BapDcQFVX7DgHAC
FQI2YcwInuF3v7/FXFzmCJ9cW/iGV3BQwf71Y7DHt6Po71Zm5NvHQWREetQowCrzxxIpH/p4NjuW
kfs5sa5RiHPXEo9cdeT6UstuA7xMzBUB/mUFBM0NamRM0KGyACkPnrZrkVyxUiSvQhPcjfxeQsRc
b18Btekvs3YC9iU0T/0E3PSSQv1KwL67k5FR3cn9TO3AlmRrj/n98Q0wa/u8mB+CJ20v7KV9t6vM
eUo6n0mAWIK00SBgIENbg/laP6A4UJFAGcKrabrn7EVDko/NgMUO0UkDFV4UhYPSXjNb0NE9fLwC
Mod5fjTukaFuNNW8zY84G/1GDJCnfeMp0IS+gNqaMI8E68CjN4mVWLE5Y9EhOvhrifDMXYCMEI9p
c3zwx2O6FNh9NKaRWV+XniJHOc+tIEOlUGSikAqRrXqlA8fF83kAxJDKuWBNKEiXa9HMgAQS787W
AtglVEwhs4ksYHVJysjY8yGGCkwMckRnpDDjNXJGsJpSW31AierEVgAX0MScjjR7mPrCPJhh/Dxb
oGO8PEmLvMGaQ356pGx5doDnh1IAl86md8XhSy0yccdb5H6AR6u3HI1W3cT4l6e3eZL5iPQzT6dz
OBNPf3OQPd/vAU2QfbfR0s1TmLz3rktjWSiskEmKwHPvhIBfV8hgVixYdYjSPWnbwXQ45EenOdQ9
Er9YRR2J0wp5v9a6pNMQhOYjjt3uAksyWAT8mrLleIXWlBcCTIQUieJTbp+Xr69H83S6Wb0l9tUO
zKhpSnD+IKMChm8ggSeHk8EqINR4dJzHvLne59/PiHwjb41EQePw33kWiMfKkV5EcL285JORsv2N
20salUg0ShocexlbHoyrFwwC6nUdPr3nG9kpCM+eBcSnAUQJBO9iAYlxyGlPcnojkJuE3dwcMpZY
lzuETNy/vqaoveMy8uNz8G0L8VeZcinQfKffBfCBt3KDgRZX8VbRYHUBaWa3dsZRYHaJRRpW0t3E
Rae05aUK791Vf2jLf5W2nNwPI8j+d9kPU8JYGgX7/7jTMiV2L8jAdxv3h9j9c4ndkYX0J9PqU4bS
hSji3e76VxhKU0anNDKU/ixG55TZL40MpD+v2X/pqvaVqTpHQwEwiqkoTBhJRzUrPJCOwNTT948t
kDvbrHPcbXqo1qIDkDd7A5LCjMlbtEbHcJgVIWtuAKOnwQLmhZMsgO0hAPvAvXvpqGpXwJKBs8rW
rGGdIRITEgD12nV0wVWklFcZ+DcGLO8gov4+t7OUhPuyIPsYnh6KNSdM2cnbG/lnf7Hb076ZyNaF
uSgKGkp5xxSAelIlQc0NLAFtxq4bQGSUuzm756Y5x8J2DMY4La/hfsABiZxoqV2wogVt1hwHGlq8
TKQFew2pe9LMAbQCbo8XD7BwC5CVlawNuPwcctQgQ84Bl4DyUBlr6tHO9lBBkInkrNmqaBmN+bEh
N3lzI2vhL3Vz8jeR3+9WbnTueiHyUklpwdcxR7Bjub9FXOP2Hn40sHcCoiC2vVMQcWnpJTq5s3f7
HOUyIoU/MuFOcLX1lQR4N5LRESmOYDKKVYxka7mLw8drOHmbI535O96mymf0o/scBQpUOQNHdYlQ
TWFyLGm0GRCksQJIr2cefHl2NxJ5eljZHupHg4W7QcgG7DR4ZvsMsCNellHE0HhYoTcfZbtyFSvZ
SSvN0Za6kxy8mmTOx7PHR/TRiEfacTiiu7TeYcTgtrWWCOh9/PHKN938dys/0mJ1lCmZNIf0KA2Q
QZGop9HtMy8mE1cKFfBvCgSm6nCEJkeix0x0LHHJYePcg/ctn11VCZVPJaryEbE4r2QqQjgciUzj
q8EsCcBppD2bx6uPBz4xL8bY/+00YeYPmJdk/4DSsf2Ug/1trfHrxBijEHxedH4tF7jAskYV8QBU
KNiyaIbYHkKoM3LNdwY6rtBnxFUtl9ioZEvxB9V6HhDde8P/bztw3dyU5CGHTVsSjBIFbTxC6MML
X5TkCroQBU4HxPFOAhEAyztNrK7MZ+GD3WNIeP6dvTfL0TFQ8HETkCo9Bn9vkPsCAWAeLX5c87+0
rOBwVij42lw98MWb2SVhHy/W1LkzRmL8z3/uDC5J3s3cP3ruprbvSOA23337joTuX3P7jsT177V9
J7SjMZLB/5B2nBLA41YXfxoB/E3CPF1HIgod7mUwP44kcBrNxAqtAhT72Ud5UmVnIO5BsPEOso4e
YKLcQN4x1FLwJNVE5YIocIHxtWD79eIj6RwPtZTN5A71tQktNiEqigbUwvbm+sLstU1M2UkBtudw
fgPFVB3IpoDzPKgohHpelgevJOg944dQ5ABeo6aLS3hwashOy44PgKRbm42A+5DYKcRdtLa+FJD+
DUmCqpyMyfQg4Mfe7WxeaoTGvFZgCU4I/hAPVSRI0vBAKzoMOxH8n8QKzQQQazyJ6g8JBrTEBCax
J25HF3jiY2EL3s2JyRlJ/b4IwEJ5xMqwOSqpexTTcIm/zKB6epiV/FcBon/9KFyqaXhtDaqN8Zc5
uf/vLBavwkYLXaTMuY7ICK8NeDTwzgJ/5lYTr8Th9Yj80x4Lguc+P/wdfw34g+EUXqMEDCB+DvNH
rwieMjQlJAd1VEQNtEN5F8+yg3KL/w64PyqSUBY+R8VAeymwOONdqJ1KiWF/Ru+LCxEKqgMfzcdT
9j/op1+300g/Jejo1WQRtpMAL6kgzx5xC3p17cHUg2lYkZRZ/A98jyRm6j4+3vXsTqZgrsth9Dw9
vYLBBjo8JK/70yLArs+pj82QsKm1ndz4I73077Txv0kb9V4ijZRqUR7TNk+wihdznkcq+IMvGjff
QuvavUYNEWqJUEB+MfrRKYpcPz+juTHZn25vQT3w9qaD+ymCP4xeUrDwUE+7WpxOJ9QSHhx6miEd
yxd3gYabOM/0gBK9ACU6OerwUhsFbjxfGy4OvtmTCZk3eXcjjf7XurtpoTXS9T+E1qTQGpklf5jQ
mrQURj7md7UUvmloG6IgoqGNKMmX4MQ7O/541IK476ALoaUqHHcPLjy0FbrZkcWTZgkkXkzI6G9S
zurvLjm63UCa1Rr6ECq2PxdfO0EHK4VeogFL/az4KD9txdZGH0S01Y2SxEoHcKQqIqhGlYig19X9
+Qyi/SJJKzoT8l3SSs+5X9A27UtbnUdoon5uhakRf9Ng+HXEysiUS8IoUtGHW7HBRNKiDheQHJ/m
rkz6NeKDNQp7nRw0IDdPHJSw2Hjg55/QwJco/1cG3bshjAy6pJwrvaZgCHCsuYi+8kxeKMfp7GLC
aWF43aAHnNAe1tXhFAML8bENIHGr6KMRjKympGuqyC8wgjX3jl/3a06IuLXA6VdzVpubRUj2E5ec
mvex2fH95/3CZP7RXY/siSpv6vNshrsWrQKWHHBhBUXsC6GOArCCwkZ/WZTYDg6YfFpyZhvU8XHT
MCH7FGiCgAEg0TtYEm79qgj7I8oBkNLp9uOZ+rase7c9Rqq909vZTEoxzFto62duYcIqg9mJkAY3
ae+Z3VLwEeVkx0kWXxQQC3HaRntTcj+EF3Y7zjW3BPjQzzweQ1GIfnt7Opw+HunkRuZr/k7gfP+N
PLmkI036By3plJjkbc/eT9QfLyanTutIrideJJ+jHHswIevdyvl430x8+Bjb/I99+KXRxAen/IKP
eLcpw05WheMZKgmnpcIBFkFTAmISGq3Du5qseBV8QONNBkhVA8ox8GuA7isnG5AzcMTTK884PJgf
3/HUmR4jf/+4My1OGBFjEvnvYURMaKPL5L1bse+gjSY3yUjGJkOgzfOSbxKBgkrMA5AX1hI0QEU5
9S3XCTPy2DH4/LYKEF2PAEhkHTfAItrAMh5Qm08nLJPJMY2l6Z9hTCP5+j0P0y/tKHefz/KoE+bo
17//36aqy6c4eEo/kaZ8e2o+ZadPhxp9L6s6eKn+Aq0v51je/7n1pVW+pS/+J7vBHT69b3jJ3/a5
4eVMFX/WeERybiga2lPKCuyZzx0vZ6rysyZI6Jumy6pmyLIK+f1Lz0v15/lcncvoWGvM0ffy0u/l
l56X0s/A2+voaCvDg0DvS+SB/oGWl5L6pZxHl5z5XFTBtC3iIrqqyiMrs6hFNMtJz2ih5R3byG1m
g1TTXtFzEDFUUQuuQjR4ragUq11Mz0FxfpBLX2nsMwLFTD+2x4FmXX8OWD0UGTrBZkKCOIXsebaq
96JiyfIcwciwrhOzVge4G7VUKGaFrjQGCSINLOp542lPfi+CVr0ufW9bVrMssGRd8Qri5TVaaR+l
3EfgVhwGYLj7YeZm/8XdlzTJjTPJ/iKOEdxxJXOrVSqtpb7QtIJYSRAEuPz65yWb+bo6R1ll08d3
lXUXkwQQiPDwcJ9H94tWTn8CvgIncNEOU37ayjaDfNioe7uH73gbH7PVRcNxFH6TIH137fIeFtXF
9eyCg9RkQUc4OU7d1BBRFQ+2X9KHgskACsnaix8yWu07GVP5hRIW5pqFDu7fyQQHZrcEEd2XZl5O
c5yiTSk6u/7USR8nO1P15XffJ93j5LfqXZ4qDV2nvtyS26wlUdrwzWxt07s8+wiT9yCbTEaiQh0V
6R8kaQv9KWawpP/k1Ebsro2yottXJKQfgtELdA/LEqZu8ZZ7U7cabnvNVCywYPdrVABFhr0zfxtr
BgsTjAFogL869VjFLiwQaxI+snfSdRqK6qPcoOtiRg6ctGP2Gna/9gf8vmOovKypsIexXKuxnoRK
TS3bMVn3A936e+3nETe2cM5fp3EKd08/qE1fc9LCY63YvIXBvS4i6FnTXL4xQ3BYzqTQEEHSRnTN
1pnpR0eXZLz1kkXtVaLT8XGNo+qrQZn6o+iMgxx3WayfMhGxzyqeBd6mMhqCQENW+HqBqy/s3DT1
JWuG2TkkB3Gc3GWlzX4yY41+I63LyKHjEYHxXdCL+Di51EH7czE5eD063eCP5/Fta1NweUe6Qpia
0zJLD04NvnhX4u4Znszk4yta5gyilku5iF3RFQNUukrLug9jLyoBsjhZ56W2A85ZE3I/PI4m1lnN
RrZ8g3FTBWPQsHAIq/N1fNR2IbvFjtNSj7qoHvqO99EhDZvSD2Qa0AjwtJ+jq0xl869xaim/Vk50
3Vd4905w7iNtWt5oF4+s1iuZ2l1a5g5QtjJFezBaR2ifujDIRm+LKep8UsLXRHUTrUNp2qmxzqqh
kYIxcdxYzx9jU3Q/rSlL2RhcuKROijiHn1+azhprlfanJWfmYdrGbDmkyg7YTShM1x0vs23aDT3c
dPfDYqp0x8UcMMUWaPYrkmwAWi6mCFozokrcbRE687UkzqL+ydLxvZzTLKq7dEwgjRSpCn4nnmb2
znf9tOwTPbRkF7G4Q7XfP7nZj0s/1FoX7ECSIeanJTIQrBH5MO46FYeHrbft49CxES5+aqrudexa
qNpSMn1Qo4YZIU1S+YExClPakCzlZ6Zj+m6AufrbeI3GO5Fu4Aiwwvc7/JzO78qM9nY3aj0Xje18
73FobfEXIiT/TCe3fG3ztaquKuoZdAYLanWdLnxcm1a25s1cRaHbF3OCs8mMmN+uaiCYKCK+zRq9
Sgnt7xHG180W5bTFFp0rsqsS6ZeGC1Oe2FbIte7WyC3XqvULRhlm32LXh2pS+5GH8r/Hbf5Pd/b/
72bWT5ONL9zoX5V8sq/+k4v10//5P5d6+V8wm05jXMxZ9nRx/32pF+S/Ulz38NaDUTWlCfn7Un/K
BZ780rMqyygyAtzgfztZ58l/UYJLmCJDyCose/J/udbPOm5RgpTjKen4re35LEsfuVdt0FKd5JK/
WbrN1sMkoZKYc0hmTmP6V+xk9LFM1fLIJYJEz7f5oAdSNGu7rE2kVnqMt4HvQ9yST3IM9hVU6+n9
n6Faf/+ysyS1A+8juCqTJ5V2+ibJ1uFWLiMwnYpWd4mRbROPNN9bVsY1Cat6P6XbxxB1EBqNGUxP
1zYPTbYptotjlRzahNtd2jtyfKIj7VWepO+erfx/J7DPBR1+Gx/9XaP+/UvPUvy49wWipZQn35Kq
SUc/1ioadN2Xsvseq6y7AS7Y78PWSfivthlSH+v623/59LOiJ61cS0M3ylNsk/yAeDzvIs7yfWVx
u4zdpE+uH+BCOs8QPyZzuClsy1+pcp6Qjj+9+Rn21puUbxlN5GkzDLfhUAT+wFjvrqLc5U0+0/gd
T/lK66ksWf3yCz+915+eeQY5BoqcKSKJOA3S68OsfVH3lVF3fRv/ePkJ5NJrnaW4VVZEOoYP2SkQ
1t1sg+32izT9B13w+SS2Fg3zDIZLlK3QeRy0OektTIeKbfdSzTuaRzBsysxyR6X7ZmyRHXoOyXIS
kfaVRT+DoP7ecmdgcxSp3rhihpejFEtjHBf7ourdQVUpPaVbbK7nXMlrRqluyraA6wyMH/eMWLrv
fcxweBkYgKMqj6lcuut4Jsn9sPnlJrXDehU76htpS1frZZ1e0SS5tG7nEL2b+aSq3Jy2doHoLM3t
bllEOJqhfP/yuv22/PnfW6M4Z6L4TjKVibk/qRCr665MwZAwVXTK1bDcBCRSdTLy/hg52u829CNg
u2L1ddAElpGLJw/VyNd9N3b5m17ibo66ID9PhmUnNnT+VIp1ajDDbJp2Y/aY5iraL0sfjnlHwDZ0
HvbAam1slix73bbJIUybucmCt1fLgERwyPHKoyPLTcYyiIHKHgOUDLUfPI3uEuarw8zG9BVXyD9/
bVhT/hObFGu+iSIr+hPMPUGVGDgEVIttrONhLQ8vf+4LcQ+V5z+fYceySOi64HOXAs4/ysa7gFjd
TMbfD0x/ntvxSzZ1Zjenpa0rna6vLPSZ39T/bH+YbP/zyUPU+jIbs/4kwYaFsnMuMJc3gx2BSqgL
P3WoMOVbCVXCPKBcZdb4gdCjoxMqRFsseXzaJjL1r0Skiz/nLAQPSzX0W5/jYw86vZ03GaAq7Lg+
rWsOdonJrk3F1N7maYoSoocvAZGyUc4up5Dp6bWf8XT4/7T9z6JxMDmOe0z6E6OMn0wiWC3DOjYj
az/adEa2/VQQrfGEJHq21X4baXWsKriDv7wh/okQ/L0qZ5EZBKssQpmrTtUcyoagPNuxXtkbE1eg
5CcF27/8nEt7+yw8t2uFkxUqdQpi0Ue3FkDyWmp3MbEfXn7CP2HTv9/kLLyOitKtHShmDSYvdm1C
8p2QEcUKEn9lU0H2IlnJ55cfBh2ECwt3HhoX4U1aVuYEP9/1R5lnBvTtslyvi3yL6MHli3G1BMG9
BGym1I1icSV2k28XXw8ZVVNToaTfy2IYi6vIARMvZnwdPrUFnHErebcoWPuitlrj73kytV+tbonf
xV0qvsjV+S9dHOCZ3k39IfdFPDaIgbKr8xzBtJ6nErKaq+moPBYtL9/GlR9F09OW2KaqyhDX65Lc
OR9W+KSrBD4gytMrtboK+Qcn0bZXui2rOjboPewKpGjHwiRAZnia+rdRMgAOmUtTvmF5pdc6nTtx
w6kHTrEU2uS1cUn0ec1GCQAn0st+AqFc3652YV9y5BU33Iulug/UkH1eLFnaiBzKWvWAOpHCbH4W
RUO70kKCeDDwgFh6Nh2Tri8+pF70HG/Wb7+iVkTfZ8HpPmmjKj/Z1aQPtkK5C7eJKLsdRUE/rI7m
ZE+ylg946GqgcRp0ktWq9+MjSrI5Ai6C16udpdu411U65rfrhlGTaMI/orI/+VRdq3iL4BuycAJM
pbBlaEjixVcBZORDyrV8I1GOX1mjpmPO0IoH8JJj5VVIh6oOauhWFNzZzE9udRwD9QkdZ3zokB83
achjEYeAYfsBig7NTAr5phAlja67KXc/+yJXv2Yx0JvRloOvt8GZPZKEfk+qPKBhz+F901gztaFp
c69lQ+D2+UFXG1aZyFm9M9oYCFsMSdXXBdeQiN54DwUzl8m5timVQ10Goh9nzQ1gjI1nZJ8N0oBB
nrBIn+jSpY9iLcIpreT4URghvhJZFN91FglXe9av5qOd4uI7zcMWHcqsWKadQPnNHgqeGtuQIeoh
ug4gxdSJTPp3mdb6E0t6w5pNJTI+Sevt0KRkig+tkia7ssElVzJikT/weYSVgHaFQW7T81uXrxSG
alGQY80HHtpdUc34MksX+4dsMsgZjI/t3FTcJe/hdJBAc2FKMlqT1ajdPOTFTtMOuvwjpTf52Psd
YIF2T4BtTXU1apToAtUTDFvF9oWuubVNR7fCNEm7TO/tkGNQP8/WSBxiP8A9tsq6Y7bM3jZZR6cH
RrCvG99W2OxqYr/yzgxTneXzE7BHRL4fe8nyuvSbPUWU6MPi7CDezBMp3k/d4h/HOBqmfVT02IfY
OmyXLylu6yJOxYPrOg4fHF3Qbz3Omq1LNZbvWz+YX1Hqiu8VC2TadWvIf9o1LeDGZ/0IyMr68FFE
LhHA3Er6bQpu6prcpeZnzzLxkfdOiZoBE/Q7lS1LVpM0W0ltiTdfbcz8vSdp8nldvD8k0eg/FCMf
XO1all5NVd8O+zaPWtK0XXJfuWrPlgGo2+A9/7WwfNgLXeV11eXDNQMz5sNENECwRWj7tcR2knWn
49Gekl5D/3ruUuhu91X6JTi/dHvD+utZx92VndoRSKggdjhViwKhlK1iOU2ZKpOm9WT7Juk4TKfV
iRWkTyai29bBaLJGUNDvWqsWRM1p+BKTctXX8dDGd9yn25X13VTW6VD2nzInsPCertUtsZuc9nK0
h6yKZkB2rOX3xOL4YiHtKbfzUtRz3nOYPMpNAH8rt92quUKgmFZ+CmsGEsu4UPoz72Pe7rWa4++a
AVwD74bn8srQxX+zSFnNoRoQPOuhJEw3BZCpu5X2EwiExVhAr2YaRD2aEirIA6umeo6G7EtMJ/01
qBnRVrkk1TXVFn7whZTYzy7AQx4xHDGz4ZaO4IV2XX5Llwzn8OUr8MKNXp5lq3ZOPWDQEQnUtLpD
blJ2pdpirfstbXcvP+IpCfpDclSeJauLx5Sh1X1/Akg2ohmxpicm1vX08l8/8735T8bw1ND5Bxdg
S3q6lYk5LbpXe2IkegkUwKfP2Qq8vnfvVa7mw5ZkfY26OGuWNi2u/YjchfYc+r0kh3R27kktsj4H
yDl3h2wT/NMQSnKMkknvFuX4SeSlqLGEuGVnuV3brHL3T0bB/zKH/O1h8gwPWoDHthy6wifhZ3GL
poGrcxHBWhJjfge+rWTvWP902qi7ssiTjqq1yy0ZQvJKcvdn2Kcoz5LYsstHLSvLT/kq4jciZO3d
Mg/iMbKQ6VlnDQEVNItOkTeQQN/Y+koxk1xI+cqz5HUtVxUwZ8RPrRD2h0jnKT9wM9akK+fh1qe6
yOuc+dbWwer545Rn7uuEfBqAmV9DfCwGmUIdiroS7g7bovcLmTkaI1lAu6Rsg/2E0hT9AVLkYd0v
TrEPkdIMlWeneoi9d6H4Ek1LuFFz2eMOztIWASQz4ZWVvfRdz5Jmkw2iR3DtTp1fEmQ9IPKJbVAQ
rF9mB+182+YopJKBgXkUt+ZH50TPXjl7l473WTq9jb2ZinRjJ2oK/aVgy7oHfr7sxCCGu5cP4IXa
o3p67Wf7dlx4OdrKCWRuSbOICMY2hiCRjfgPzOeXr3zECy9SncUpVm48YnaQJyjCZLcMXT2g/Ui/
5wJJ5ssvQi5Ucb9Z1M/exJitiFS6qFOab91hnLusUTwFMLv2BKI8uH6aJRfrW2MoLGR9D+uUahPH
mCXtz1d+wtOe/0OsrM6CWTlEEw2AUHDKpv5qaNf1mFADr3k58QfLoPXkgTh+NMR41N5pfieszh82
K22zOsTUoVX6+PJvuXAsq6eVeP41RsaxMSd5ipA215WK0aeK87nuVR81RPdiX9I1/DvQpDqLPYBr
SikmBhJRlcJCsGCQ/U/7aJ+Obf/u5fe5tIPOwsy0kr5cxvQJBRPJAbIFBsmODDs5k/iVTXrhpqvO
Tvqw0i1IoLCAvZakTrnrd05O5PrlF7h00M7OctXO3abLwpyszccGZIQP/ajpjVMzdN5W9prH+YVw
VZ2VxCbMlbGEmFO3DLBRmuL5XrHojg3rdqujHGjPiuNd+BwpTmiTVz7dbyfLP+z837KWz7fbohfS
OdOfdBvbT7LieKEiEqhMIpVtjzwt4q4msWAoemfGITqg2h7EXqm3sWltJG8nNbq1blsuf6Gx33/q
QSmooDUXxugo+iAtErqngjpaEYs3oxDx09z2x3XQ81vMfoTHcuEt9P/QE75KEoDpu7bMOowjt0g3
j7F0qM3KyFJUENU6PhA5DOjsZuOUN8vkwgNvvfxkVo22SGZsv70Wl56+/J8+zdmKeGOw8BZBHGBE
elhlIR+ULCPA48BGJSncLqnS7irKhl/eZ+OuWIR5//KeO6Om/ie7+q059GxZAIVU62qn6Mh5Z67d
AFJE3Ffbl7XM07sB22Sfp6AaNBGyB+S1CVsABgVtarAI8m8xHJZtPQEeYrt05vTerG2b7sZ8hcNU
PutDBMDllGpOhmZB1vZNxpV+zHg3HKmPwfaIEo2GkkUxOO54ti7oqc7D+sZOBZ3+XZwrzm4WOs3o
ZikpTm2PP6/kNhwGN223qapcI7gUj7ZT7JUz/PRH/7CUxVOwffY5CzKnQ18N/CST7WeaTg/gyThU
h+JeRYEcXTWrvzJWvmYicelKK87uk7gQq+grtKiM725J5f1D3GtQf56YDmXCh4N3HT0oKr+2Wxk9
ggQS1x7J0NuXt8+FmPtbouPZ60rSqmFbhDxlDnskVoXeEb9xsEgUf6Uhc+kRZzfHiJZLtQTTndCK
81ctT+JmAs/oBs/aXkmiLtyExdnNsVVG6sFH7DSlOq3ZbMMeIVjeDiOB56oNcMMhWfT9332yszvE
gGMGYKRiJ5TmrqnmuLiiKaXNvMTl/uVHXLhIirOLpCvNsoGxIE8aeN5bsg1RXZkUlK5Jbsd2Cq/t
vt907D/t9rPARSebL9GIwEXawtyIYU0bV/TtjoCHcjBRGt35yslrF/s3BHH1bVlovS9JP3zyJiFf
+1krJOnkp0EFV5ue9HU1xR/YLMwJTqpRO5xUZ13dMfl54xyaQZMC81THkCPEXEK9eiYP0Qh7ov6J
RDXofB+g2gBYKcg3K8m/CwQ3AAh8QnEX0VPoWVrHZWdr3yO/XIpOPxgs776VI7IdMcsb6d3YOJcU
u61o/yonbg8lSvxXNtql4/pEM3weHiYFTl4VJyiyqgFoijC9qNdphACo6osdKGjVsRuT+DRGc3sI
VkVfmLNwe9MqfqWcvrDX87No2IdC0y0l7OR0yf5Kys283xKrYIsWw5orkkA9YE0cfr68E5OnI/SH
HZKfxcPShqifVslOairju7Jw/T5tzXYa3DhezUvSHafCQW81dckuK4Ou+QLIVScgO7a8aBt09z/S
LqKN03JsfD7Gh2xeQFrU2fZXgVbLU4tQ7PJEJTugHOAnrX3/yjG69KnOYisN1EUl9+xULovbp4mJ
awSi9X7T+eeJS/6wKeBHL3+oizvjKfw9i6TryqTQg4V1ngbUkaWrO8ZqWr+VYQ03PPBwHQrpbjrV
de9nqeGv2Am3s5y/9rYXcttzUrmQlPMonvC2TzSxlYO6pTl7bZzsUkfznCZv3UhDwpAMMMKAjieE
n/ptHvflhluYLkt5M0RLAqrZJq7G3MLjMYuLVyrYp2/4p014FnJjssHKcECWGOcw4uz9YnaxFPB0
NMnYvLx+F0Lu+RAFMD2RbWvUncp1TR7TNlnuQHn77qrNhAbQ1Gtw3tnYwX/ytfNZkGo1oBMVZXeS
Jcgfli7rQzpv+mYeJxhU921yrHIVH2YFluQmFv5gEg/ft4Ijoy4GgS4RWicgzUbrPrAyvV7zBK7h
ZdH+u2/9W9Li2T4G2TidVpjxntRoxEObAG0nWwKHpzQnn17+1heW838NB61V74fg+WnqJD2ClBya
Lq7yN5nP8leqlQtp3O8xqmdv4WYVL2XK8Qgn3HU5E/BwIkkPSa7pMRs45KEY8Xu05IZXnnjppc6C
DUiwdhuqiZ+wfFNTLIm8xpaFETEorq9kUhfIN0V2FmNAD2YhUxQAYBl1H4Bw62OgY/JWjSPkf1mU
7lbbh/d4rr1Ckx16FAvGS3NWbeAfG5gvZkTu83LJmo0uapeZAnrsCvtuHJfXqtMLB+mJo/88Dnpq
pxm9N47qNAdYPueyWUW5HvoCTbSSb/b48ia69JyznK8tbJSUDPF7JGuOZrpeb7aegqUMtLLp9Kpe
ufIvretZ7KEY1u0Hm3OA4367UmGBbndLo/04K/1K7LkQuX+LaD7brD2arRPZQE4IYW7320Szu8ma
df/yh7r0Amc5HikCWNqamtNY8KLOqirftwluiGpF1/5fPeI36ejZC0jbT6lX4C8Jw9CyS6ry3g3b
G9B451eu1wsvcT7pzejqq3FVeImOVm8G2YNi1o/b2xD0a6twYUP9xj2evUTU8Y3SjOoTs+30qW1j
+CQsklwVsRtqUEGnq5c/1oWs5PdU1LPn4KePi5epOIFn+b5wwz0TrqhJH6kddO7ruMiqV/bVpY/2
9O/PnrQVuFhmkKNPmUG7JTF8q0VpCUCajr7yiEv8jHN50YklZqqGIE5CgMc3R0t7HS88akQwyXGe
HTjyTx2xBOjNnksy1SPJkutRVxj9LqtX8/JLi3cWDaouByxgUEZ3vR2WeqbV5BqSE/JXa3tw55NV
jFchaT3cKkb/Vbue/JV7N/RN8Fn6fVqj+ZrK3NSZRM0BapxCGVExAnzq5VU/E0z8z71/PhvURzxH
eQ/ObuohSSK2+P2aeVAjxHJIRjnupwVoNqiHIPUWfdW4dKUN2vT+QJmf60zl+Q7UrfWeKyzjrDKD
ZnppP3tGquOUJx1I7+2yB/dy22nMjuwFExD2kd3NOLtbGzQMth3GNHzG6hjN2NuwsuJz0VXQK2Cp
PHg23mAF7TFMEURGOUvulxiumeNrMeLCjfzE136+GdVgRTIQbBTQK5IrQRbUKVSAdxuPKBa35Fe0
Dajdx5G+ErgvPPB3RfNs94tWFM5DVfUoqhjiEJx8z2bl3lAD8FCzFj4NFX5DkJ6+cj1fOG6/NQie
PXCMygW+CnhgkkfDgwSt6BfCenFVKv795U10KQk/19uf48x1WZ7TYxmQBJo0jXe97uSh4MR9m4oS
cPYU1G7QbjxxkBd2k+qXb688/MI1lZxdJDE4J0WEpPUYyPyB5SRu1tCBu4nZkyZhcdglIef7iDFe
J2mkrpSd45vZzhhoyaTZpU5FBxmHry//nAvL+5sb/+xrL1sy6CFAmjaee4husVAcxs24e8o7yIHp
CqPNMfcHZkjxyhMvxJjfWdmzJ6IXOckikeAFRkJ+SkCL3aV6gVm5KJIrwL/Lv9tHvyuHZ88hPcbg
kmTGHO6UwcNCJeouJj7shoTLh5c/XhZfWMzf4pLPHgIWcyerpROneaMxhgF8X91wq+O+VihQtt0S
+6epQ1XQZmgjfUd4H2BCHqG1sE9zzneAVsCGq8BWGRuOLJTU5fIkZjKLzdRjntJr9P1Dg7NwCCNj
QGoN4k4TMTX/pdWalphEitrjJCt3lXDUzDXm+pYfXWhHSDggo32b2yi8AZievlcpWd56W+Q/Oms6
snNxUK6ZHC/uZjBgIPwwOd81Ik3aN5pGeb8LEZ3fMbA6wo4NRe8PEfsOgoaBc8zaJvdmIhy0My3R
/kwwblemySB2dJssq/MUEHm5xtjoHMyFZU+4hCjKWpXq5LcFhISojDa1oyuRsAd3GNurq6jSPwuA
nLulzKNyx5fUfRlDzL9WUwWScWRHilYo5gFX/LSt/YoFXT5hvPPdVHTzdb6C2uEIfTOwgLHDbU1Y
nY2dH5qwFhGamq5MbvvZxFC0ibsM+lXUgQqE9+M/vFLkthWszZsi9S285VczHgrbd1+TcnSgVLQC
NNacawX7dpORx3yyybXqjN13XeXsMdYGMB5JyhRyePM8QsNtaCHVHeF1+Oz7sqmQ1nVvNW5K0pjW
C+hDp2b52cfDFN6BVWzfiVIEsHQqqiATO0j63bZOpc2WU3VikBjsdziHLYa3hlVH6BGwcb6faKR+
mGHMH9UKhKaOClnCfmXLxKdK8JjXc9LJzzPv8rJZ5mppd36bq48TJtpEEzY2fBN+RQjfpNp6MHnX
cEUWkfo6BpGnAR3KJgewAz229JYUYEiAAKRqbMj5cSWkx8Elofo4JC3/FYF1yY+YlNRyV2rXnpbJ
iLxxowEjKFvBAKuzORVgWlV5q+qCTZBdVXKdP6AaN6BPem4hqr3wfAN7XmfLUc4Zr9M0pMl+ECzL
mrwr+d1c8I0AxZjjh5l1W9n0BeYQeUK7jywl+A8qYjA6FA9LnF6FbYsJRHuZMvse45n0yrrIfONT
Vthm8RP9ay7poa3QcmswMri+rei6YrZT0fIYYmzLhvEMzkKFCxBHIcrdzmpY5QGIr/2yBs6+unjj
hygo8YTwdqJJChfT64BOPnSUqhI/fUbUu545zMmaFCjgA2ZEh+qE0gdN9wo3ntr7ccCCIrPJvlHR
+Y9R6zC0jFNRXouELEsjceG6Oi1j8aboc//YehtuwHYYEbWrMReNGRl9z7iLJLjooGKAVUNH8Q5d
mP5oRJR/D8U67LAXIl37Vm/AwaXlH71pyx+9zyUSWqEXfBLqHNvzyfSYILBoUh4mOmwMGU073LF5
4fKAa8k9sNxATb0CJpg3m6QtwlU1el9PGAOCJkK35aBx+Vl+iDBeijFEl+iPGBeIsnqRXfWtIj1Q
GFlkdsMYzxM1ENPH+Zutehpw6WUooEZXTu0RPN0R1kW0zbeDBdB+r/QiYQ6GCAINJLoRhJohRJi8
Ug5MVq/WaL+m0UB2KsVEzb7fqumQxe3wAeNkGIUIcXn7JFJSHTqqpx8hkBzClqSECCSnMTrMZEb/
NcucqrcsUVWdCOwGOgX0kNJpvguZq3iNv1c1ydKy09g6kVx7vw3ZHq8OxvLQjeoHpWH2Oz0Tf3AA
5L/QbIwRuuS04gvZEKqrNAM1s9Yuxxtg+4abZZOsqsELzN/EcVWxmo7TfKXTRfC6ojx/wKm3YC93
1Irm/7F3ZstxI0mXfpWxuR6UAQisYzY3ADKT+y6S4g2MlEjs+46nnw9Z1X+ToMQ09XVbtVVJXUUF
IhCIcD9+zvGMnYy5RGANbjHnXb0LqHC96Hp/bmXVfSAbUe0plmWfjqoUvGb8PDsBHqFjKHl0qWWm
+OGHATKiPi5LxOKGqh8HSE/MrQg5pzb2HEH+yGXdvC7HJom2hbxUBMbU1ByjIth0wrLrfdKAlppa
kyeTZ9sxMcuUKTh1gVzKj/40qOlRm/mXVSTMy0z0yl1UQHSYEznEn0gtDbZijODckQFGfWifuXaW
Uuhno5eDfzXKqY67e1sq383C7oqN3sByhMZZXTa+2p6P0fQNrvTC2LLj/E5KsHKG0h02P9PRKLBx
gVOKC2eXZE+pnfJwRZRMihv7Wn0C+p7NrsKW9aaykAZnjCxZ8tQ26W4gww43YWyPT0GhNdPOaoWk
boxEr1s3raJhIi9LbfxLfUmmMl4E8lHOEji9neYvyG37u7nIs4tSpC2aazmYS5plDVXkjZIv9a7B
xjmSi2bC8CwpBhpmmmPYuVHURWJXItb8EfLtficwqFUno8pNh8648RfNdlDjsJ1XSU5jOd9u4XqZ
/rHW5QDhkEm6Myg1ugOHlD6DOQ3o4MqeRX1d0pBOV5ub/2P3bAyiBrqQ5XH2AFWQRwulvHz4OiD6
Tey+14C+C4fm1C+TujSt3TxPoC+2cZmOEwxifz5EXvrdCKtkvIkzRUgUj3aGJX1rYyGu4lTJ4QhN
8gFg4Xfx6RLqvZsDfgApNTONAkBUqZsBR4fTYqTtHKrQYqd01ngglf0NgKGscm2/FlpThqO0C5Lw
kST2WFIGqNxZ+LOKClxjjNY8QDpauV79T9K8Rx3eTcmo01pG8xAe+R2KzapIgyvTrvtLKk2GM7eN
cSSMDvJvE+fnaNCEW9SBslHDkMYYfCD3dmq/ZUPNuRy1yVnvj8p9nA0CjY8YPJXob2MFkEO0Qpq8
oMNWA8q5sVHTyLgS7VhuI5NaqwEuDSEwN48HKa7ddtKyjUQVclspE+oAW00vg1mJdsIsk3PfNKih
dtNw1kvluAlNOTvO0oTycIq3BsfEvMmHONskKAE8s4OJQrTdQtdspkOQzJJR/6Jasq9QvVu0Kkhj
GIqptKuMvDlWuEs3xZiGHiLGxtN8LcZWY0JomyTSSRO18k2oKFw6Vhge2CC/2err5jldokj26LMR
dfQIbpGGNkH11G6JeQ9V/FfGfv+zM9aNhTq0rqEI5+QIawXbY37TtgzAmm1hBj/8GiZwEc8DMtNq
3hS5H3zvDLjN8SjHjqrO00mqEsf5Vh3s5gGHhKyxfeylO5oLpxPyxMC+KrQ0vU7a4ket29H262Pm
d9WfPcX23bsJCz/Iu5TSx+zP7WaAIOhmfTJs/1Ykz615VQvjx2hV4iydNP3IjqhSqJGskdNb9pVQ
7PECMi670NfsWy3UdUdtbOWAHe1vThB1+f/fPZ0VjLM22yyqb5XmtW108A6ADV3VnpF64eJ4AM39
zQmy7oOWBHKWBIZq7kJ7urI1tdgldtM5pqHTf0ZPsNJAP/H1iv9uSqtDMbP6TqkL1d/J9difTTDQ
XELDYataMhI8ZCUHlm7fqvdXX90KHUnUoFJrP/N3/dDYwrOUOb2kMi5qp0agtTMVo1I93CZsBQJz
0zz3ap9BBDO6nVWUPZnBlCjeEOv6hR1Tkzkw/d+k+fKKryDCoGk1aQiP6rRSdnkEMAU9XPX2i/tf
s4v/9ZpjWjQd//x//1uxOF9/73Zx29VR/py9vreu2v/Iv2wuxF+2JcvCNCwbzyl7IdD+y7vK+kum
wZNuC7a8rdoLhe8f7yoDk4vF+8IC1MOnSl8uxn+8q5S/LFSSkEhxx9BNlYL1H1hXkW19uCywrjJ0
BUmyBisQ5wxzTa0OVLU2YsWw0L1FiuWU6mwi21djBA1paljh1lLSkgRO9oFQ4MU/ZEY+nuqBP6jI
tePYP9JiJbgHVMoBVqImn51ESxPVVcihtsjQll+qRpVvYr2ljW8fZkg5BiDBvK4UWsTqQ/wUSzP0
lYycXewss6HirZmZPHr+oGenk2mpz9rYQfvX7SmjWfRshp2TqHVhegSZKn72074wFKOOcvKoKy/R
F8mFO5VEw5u4GOtd3i0SoyJqgtiJVfAeD9S0p8IvZabpplatvVh9j6xuKGbsMjrDSMrjoDE5CXt5
SisE3PmcXBO7zzg3BPqUbSyrSW1HFLE9OJYwCPO58cwfg2WF97k0DPNWrttsdJVwtK+1YPTftK4L
vvn60HyrRcF0IJOJh7oLwht1VEfEYG2XbTqhZmjq98Y30uKBE+dUwIAk8OSCZZWFUH5gw1rHZWCO
z0Dp8QOkLeMpivKyc/s4HA1Xso2y8goljjqvtNW+8JLFl0dZHHrseVCvCKj8m2Hx7ymCLl0ITUl6
l+0NfuQm6u7I3LH9EaqwLqq9GZBoLfsxWhyCUrzHas8O+mxXljJskHxxEwqI+amWLR5DdZ9GmQM5
XlI8H90hzQJkDsFzVF7YE0V7q6LGDrAtQpha31p7MyMgv/zZ31scqfHCYwnSxfooQBb0Fu8Nkaq9
OVK1N0qK96ZJoCIYKJm4k6Ep2hsrTYvHEu5OS0W1x1EBajImTHE/UPxC34U5kyXK6FVeHJvSvXnT
NEVZ6c5GILXYsy0GT8be7MlP88Jwmr0J1Cw0DKHkvTkU3xFGUX6NAZGX7w2k5nbWzdMQlSNN0ZEf
hs+50knRSRAV41tmaaN0XEpmQMYKpSS7DtKyBBk1Uvt62htYqULFkE2T6scxhSV3omipHB8bfu3f
tn1X+IRuozyq37By06sXbBqM+HRS5/5WKYfeesg1XQBbRiRT1L0IPY+qWvJv0akGrdtJuYCoh36v
cKIUy6obyYCpHqNwy63KJbXCTC7U1eCi9ynfO6amBCgpmxQpXK7EIj4b1GE4V2gm1XmDLOMu1wQt
2SuKfRgFdhnM7ZWPmtLAyUFFAxHLDTAn3IcRYyWjCLXEjZo4zrdtFcMAyKdY6U76gNZBR7IEBuYk
Wa7hDa3oQeDC0O/PmgKfGNeX0Ku6eVjE8UZXyxLAxsB5jAc05GulCKvb2JaTcFMlmt7irDI2d0YT
SCaeaa39Mx8MTXixnUjP6PeSSzuSY5p4Ac9JLGYsnjVQy6ehROrpBGMwXJhUMMjD/XC8K2c7yly5
QikJZmLOklMGcS954VjAxizVqvxeY6JXwTRvjO8wk4HPKl2fnoHr/UdZFcErnNPijXy+E04Z67MG
vFZO0aZoAfiJzRGyOI1thmdYcNT1qSX85Kcui5zVI3K9xMYFTGoMjMy4qDQQOMwSZryFwJ6tFz0H
EndFYFq0BWzSND4OLNFdV7YBQdSOFRjEgPRVDgMsRF9dtLVquRKF0LtyJNfdZJo4TdpBmb2+NxN6
WumqTm/HOUrBgqLAXERQZnNsz3ZKZ/CizC50tSjrFxgnAChTEKraxg4ss3VC0/SzTaUl5smQdLUJ
plz00obDzY04Ailsz3X9RLrFf2tpdSW5kzxK0WbSh3O0zVi7xQ0oxIgYEPq/BbTjdqNfPlEW6J+6
Ih9lXPAI3Zy0mqIXv7c7xPmxbtP0ZYBbuhmtrM9cO1dF6UxxNVU7i/4oqK6LuHpQm6J47Y18/plP
knwJORh7tCauDQCoVNXY+WMjxShOU1QFXR81OLADRePQp5QQGdKoUd70Qae00GUDBVj6tYXXLUrl
pyj1pw2k/pPUzGkVXiWgmWGcTdthGo3eaSD93WltNEVO1xjarcof2B/JI3IdyPZF9xJ1hopSO5Ps
l2hogTl8LVRxiYzAHxxU9nybs5H5kjNFlXWs9r5Cq0Aowfd9a+rwSRGPBx54hXnuZ2GA2LrOultV
Eqrp+LEWdDs0ctmj4TO/Y6T5NiqEqQ13aGAjYG1pwEWhNftYB4fpwzsJld5Dj5ijdbKcMABbRSrD
11rcyY6UTeVNkKMsQo2jhMBCvaFzxxVZOUEjAkD9O1T9bzD5LphUNfKT3weT37jsu+fpfSy5/4l/
x5KyqeumQcSjotIw1PexpEaKa2OopvIj8uKm9k8sKQn5L1h0UNEJMw3sSd8Fk5LQ/uJnLMjV//yh
xp+Ekx8Tf3hpOLTS1omoEjL0Ysv6MY/kQO81bQB5nLNc/t6kerPt8AW6a+WR1PXdyhCATEGRv7cW
+1j//WcsgmTBjE18jVa42iTL2GhVidhgk9F4CS0hrnrVtLYiwVi1w9fgNolxG9TrcP6jnOqfkRlT
US3bsKx1Md4aRUUHh0hskqCiB5OeUR5CfvD19H65lIL5YRcim+paH5JpXSuSgkEi3bqFseDkPt12
D8EoK9byP3N5N8zqjSk9oG5pM8xQ99FFl4PnDwQQd6UmJRFwcdPtipEuDlRmqafhn/WA4PkaE4Xg
ANS30jH960k0jP2w9oMIy95+j0EMKWUMa+B9Di6XmNe4xbnkRnQA0HcKf0fZNtBlSsXjP3Vbz7rG
fsLNXmK3OUFrdnyIOvUxb/78NMu/f4eIULqKFpsAsemHoPC44M+kxbThz96xKfOp4ntq84KhmFkL
TPJuEE2bhsHH5maDxljfSmqaXpRRA0qJIcsBxGU9H9BHBWtEQ5N1C4bGGlDVRBNkahsjG4SO5FSJ
yhttW9P7ekJirz39NwpiaIxjmsJU2LO6Ij7ZjclYH5doA2d8HcbYdzRpCmdsJ7qpcbQw9POd1ndh
uCsjob0IdbBnfFt8UT6RUuGZ52DG2PbHtiz7I5YAA8LC0Qp9JH4+NbTrpK8qtNgqpkqXOI0lAdlE
SQ5Z2yHZFBwZRXcnVTWb0zqNRuJ0gkkjcnKIANediBfAd5rkFISwT1ICqlS1zrOJlTmOE0LMBBT7
wgrN68zWz0gSSRXx74oiB3GF6ZKyjMp2yM1e8warm76ZQ1sYLu6OmgXBVmrTo2j5+65MosY+Cuux
jG/RHpTUOYeq1ehNVxW2J5W5fe9Xne9fdqIL7F1nY3mLRaneS44qRVL8I8tnDbHXQBFpzlpigTAt
5WRDpR8anZSV0r2lWEbhhXYzenWQN/Gu1bSodvPMCprtTB1TdeWshukkmfThHuOQSm2pZApOP40V
OlXoi8cxRIwPWh61x2OWZh1eqZJ0ns5mQassZPE/tWIslUuqUETiuIS1KiIKv0h5GiXqNnonS+c4
2VjVjooD8v3BSK2ftoyRurUz7dE6DZBz2p5tTo2/lYRVyZtkbNNnEQu929RZP0/bPBoJzBJcv2YH
7nK+yYYmlyCeBMqVWquR7xjGZF1V1Kqu2kGY1zW+OC8630jhpmRLN0jLMKobcIXRMcImt3N9LN16
T0hT8xaO+E56uk5BFpsQoAiMocLhLqFqiwTJGGaKmaFpwfpTKmgsfammP7g/jZSSal99j7S8zdwm
VMO7LJAszNOwMv0h+UF0EWiZ5Dt8sMSuIQ4y5qY0gyB12jZIv2t2jtVIJ0YIHANyobfEqKdzDCb9
H0FQNldhNlNEH6IxoBWh2fWXw1TmD1Mqc8AGZRBc4gGFYZKZJ9Z1YxvK7IicPBQOtdTfjn1b/Rya
MiqPaQY40tulkmrslgwpfJir0Y89HHuL3rEw9QkdTanTixYZVYKZgdVi2dBHqdtDDLhWsV0CEBHT
cCECHHddTBm621pFzu4Fqtx8syheHNedAeqgYhoXOOR/OveCjOdENGVkdlLUy9dTmHUU8LBx8N0I
jDt05lkiR0nY6Jc42UBarFJTIt1LEZxqFAxx/k4U8dNUtF4+LXBnO5c0a35SSwFSyTazLtHx5Th6
tO1ACmum8pNho0KnNh+ZJdlQqd3Yfs936ZckWsUoGc/tPPmwgQj+ZYfVjy9zv5y+saXSn2EQKsTJ
wWIvHU5xWTkxB+VFHCgsU4yb+E3DGaI4qEDK3K3siY96Lhrj3NczLQVCEO3j1FvZedlOre5F7Jib
LB9LsKOkzl5zqs8wGmORsG8nS+tYHIRrlCsr1TjSqjg71RUNJbSlxSktl1U+bkcvyirxFDUXGcxN
mC+bCbZm5nZq16UOnpBV6CnzlHSuGpbFkxjg/bNL9f4KKbY2UrOxqldZlkgUDaFGgTNJyniGmXmq
n0VJ1TZOGg7RtDUjc062TRXYGjUH0uBNZfgUqPOetM4BN9HHa/wmKARHXTE1RyFCJh8xSqNbJ35D
durMelVDOzJGWdtpc1XPZwrsj3t7zjpMl1F734aNJoMWQPwIXR8PCHw6FHwgN+Tu9Xy+JM9XsxSq
KuZQSorXX95c4hkSlxtdacwRUTmm6BtMt3RSaigi8ZGMrHlwRZ2O4kgrzOWFydgneoGhlY07c/ax
m+3Qvu0rEl4viSQSulzOZWNn1AOFurw2JIl0Xxl7PBqC2aQgL/zBDaYCYGoI1LAlfeyw5YK8xw3U
mPie4/xpoBNrO9iFWysxzWGTRHJXYXdnDXdagmnh1ITpcGPUZSS7oY9Z7in6mHDwDByXGi6CMLWO
cq0jSMMXXb8a1QF1RmnSpmUTyrjIu3MeVRUaSx5+m+mFKp0qnarXToYIfvYgIEjntBArvxFgBtrG
Cvv+AphYMjZIzFJrI8usgIdvky1vUhjCoCdKZIcu5hOQOAwZSsSZniAq3hSBnuZugZlduimLWG3v
jESRB1x/NfGgj9VoHuGnNdrAQT4LJuXIuLehSqnE7cPSHxy+L50WUSGaYNghod8fd1EkpE1Hf1bZ
wZIH8z3FbuNzjtXYhhFUGsfapILqAAndKmYJy87uff02jRMN7rev5gSNAF4enka24UB61rHRUdS0
js8sqx/eyiYxU5xDYmzKMA/LFehwedPuzKjWmpNUsUPNW44d3OSZ22K+Z6oPIfOEKagaj22bl9OZ
FEpNwUkGmWZJh8VZJfDzcrTIbJNt7Sfa0z7e+W/K+iFlpSzx+5T1/jV/nbvXFC7tv2smeL392+fb
/suSDUMY1DGWVG1RCvxTADHF4vOtCc0mCCYufZe0KvpfpAD8OWSU7GuxaMX+KYDIf6GEMPgZW+aH
MOmlmPoHJZCVPZWuGzrpNCUQVdUpx5BVf4zC5TztMqmYfO/+cnboEfcUOVd0DQ6ci9C5uHrdfTt5
e/x5cvtukX6Rve677/07UP486ir2nzn39AzZj/dUOffXhUNb2sp55Dcvr2cBveb5/etu8/3h+eL0
/uLs+dvb7bfTn9eDc+g5mNxXj7HK/+RMHaU5YfLYcijySx0eIBrvbWe/GoCN8T7HUUetVfVlnjR1
u7/GANx5un+8P315hdvkPPK/p4yujXcvlzfHl093x/TovXGujm9ujs8ubm7O3IvN2e7meHdzc7L8
anNysjl9ur04c09uT9zvtxfu7e3p5bV78nZ6e3Fy7Z2evh14fn1JO794fmNV3sV9tDCljuc/fzp/
vD45On+6fDp9fNzt7k7PHwNnc3ZzttmdnG1ubi5vLreXyyOeXN9en95uLk4O5HB7r+avnoXC5Pu1
LHCVLBuxX8uXZduwli8vd69XgXO39IKenZvXu4i1XBrk3rwC+Ts3u9e7V5b3blx28wP/5UPpXH0P
nbfn7xdvP78/0wL35Pma3fX96o3ddX37dv/2kziUv+7pnlvxQTxen519pxnyG/3Crn8eWN+9uuqr
Oa3Sfi1pAbp05uRtz72jc2/559ZxNsfb7c51XGfj8hvnyDs6lKoui/XVwOLjYlIaHNPIh1zMDNmG
1z/fTl8uM+b7cvMaODcXrFXunH0/uX++er448CaXr+qrsZds/V3i3w5akFgTk5aMo8p4iOSnILnC
xgUrhM4p5Puvz5pVu4C/zxrgPcPUhaYIay1BwjqkSwkhfA/b9vNoOOsacZRZg9Nrb5WZbQaRPM3j
cySJTd7faP2DpiHH106k+XlKvg3jXdDdBSI64Hn+y3P3bzgSHE2mhcjHRYC8ncvmEC4nw93L0vzx
hg7PL1fPZ1fP368uft7Kzv3PQ5/zSkDzz1LsMdC/B11ttznEEQ3k20dKIDmt/oCNDlHU6TjdWnbg
0CoGjtSp0h4Atz6CeYwKKkJyaCtU7rnS1k5sk6QugGRFh/UqaDxTiWbY/tkQeFPbzz++ftvrsUw6
UGmwKAV3pKpZe57Ku71V90NbF21gedDM+/NmmMRzrw3qTR1H2dV/MBSdubifZXUBmD++QdDJSLb7
2PLSqp1v9TloY3cCAnEMWhl9+3qs5ZN4/8ks09KBlMG4gVwJFj6OZRZd3mm1aXpaW+iXdqP7G2Sm
6YFN+atRDL4TgCxBYCGvDoUePXQIWmrSsKDDcWUwzV1uzoeUaZ924TIZwyL0AalXsJVdTaakkwgu
AKrpqc1obEMw7oeBrhzCzXXTP4kyuvk4hd/SqjWxdA+c3f4R5zoVqz9fU2zwgZg1yCds0tWadiH1
u2IyPfgXBnBSrzpDM7fuH45igTmqmOPAf6Hf1NoSv9FDNOh+JzwcWqJdYs1UNKm97v50FE2TbdUy
wCSFsNYAJ9Yz/RAa5khbKFkGEczB1EL7z9waKb2ATdNwmvoaPd9susd9XDGjMZpY743RywfFPgkr
xXbB6UnWAxKerye0Yjh+Hmv1ddlwWDNwvtGb6hgOfXKDdpbGU+1R1/nHsdlsUil7KLCrrXCWh7F9
xD7bSJWxVcbuSDGGIzMdN/o4PwtD84Cit7HoR6Qpyrcx/tODYFkWIRu6TTSt2+vzTaafVjyoPKrI
42LbWuJRWKHkRHGdH7i2P32gy0gar1osRS6yh48vgGQ8S0UB48HHffQcKE8+k3RhHtiyH0mDfy89
m5WEgLlQWlqe4t0ZWvhJVI8VQEtk9ebGiKNhmw69emFMc48UKNSP//BdU0gix5GpZZGD6Kq2+hKj
VpK5O+rJU87Qv1129/l5/Wj/1C7GyGkfUOjeT1fzRfg8v0VX9om/qb1DAvt91er9Abt+hNWchxHT
onTgEYp7cSvfmJfaRfFm7IITcT1AGLmyOkf6Jl/Fk1MdN0fiUtxpBw7f9aqvn2B1Kvah0EJa68HI
rmKYTmj+Aw3jjuGkqA7151hvI3quC2FAooNit7RtXH1bEg3P5LZpBw9HPMlRrLm+BUiXH79+rXvP
i/dryjCaLvORiqWfFdWXj/soKIWvlOY8eVqYHVsVbYimXnm0RliuYdk7ea24UnISlt+EMuxGagSd
/c3McEMvsW+ELeWY1qluV4/0l+r0CN/d07QejjKt8TLpXAWoVBYDUFtyRPxs44E/IQYevivK98WC
wy+PFVxKZ/mnyguUpQc6VjmQ9DfmgDgr+lm0JcBqutXr5JBX5C+WlxKwoVF0wvPBWnvCFjENGGgW
MdCycbZfxiTQnoos3RxYXRZvtbjEVJoAaDNVU1sbYsWK0bWqOg2eNmUyWtP+2kT0fMAO8BczYRDu
a4sDZ0EbPr7BEfJ4I2nN4OltPjk2LEeHtnjxfzAV1oteZza7hV98HAW7DN031XjwKIWIM516K5Wq
zjpwyixn43rBFAAOWJ6qgLu3AjoEjnVKWPWDNybJonpL7Vubqtj5WM1UeYNIuMnSteLrt7ROdfgE
LAUsn/VjHTncPk7ND/D+zlK2Ao3LihOzrp8rODsRbQkkSaZ6YdODgyZgHt35lAM36K/enWISdUOM
ICbeX7DvTnFdZDQ3THJWVReJ10KL86bBUI++nuCvRuEsgffAJJdE5uMEBZIKea4l7GqzwNzGetqd
KNy6h+jl68NxWcel5Z1tqszFWtMdaG7V10WTDV6sqYIaB/VKbJ2Dq36YrJOE/i9OmIzZliYOKv+J
wJN8KJrvuP0caT06fUrNphOn2V05mBvKdgck6/vwar23DMMgPidCR3S32luB2o1Jx23pKVSaaRbQ
1vmLPirlJc2llrMo8W8MdNJHM/kpibUSNNfNmOGWKxv0p3BpB5n/+Pq9LBtr9URwqnVZI9CGYb32
pqm12CgtBdaYOSDjySaE5wQK4TbFxP3A5/uroVDmk11TXwfiXB0SoWIPHSB852FFSRdVLG7H61hD
yYdmzm/6A6Mtd9PHiXEOmXDMbfYDcfvqsNBLKyipnXVeH1n0GcWxzIFwRmM2g/qVX+bR2SxkXJjU
G8oa44HI6NNUFZScpg6Bj38sn9XH3d7Wfm11clx5+CPhum1q2B+6tdmnmL4g3lcOzPXTrl+oCpAm
ZZi6iD/XF6ispIZIqad5UPwuU6l9LAVlPN+cnqgZHzKH/nRUKRxUSxtnjb/TkXIVW0oSZb3aMhPP
R8e7oZ1pf553c3dsYCF805hRz3U2pDs099b267366WTej7zEPywvH/pq5FSyu75u7MQzJiqcqlSe
1V1J65YyfKrt8ihf+rh8PeKnU4sRCdhNRaUbL5to+ffvzsZINCO4usGxWNW4zqI1d9q5OOSdtXp9
S2dusdCk+AQFf62ZUhmFIuwjZ4pWtGURZ5kVpc0NxNZRLDJ9PDOLcEwO2d2vtiiDQlNmxyxjUpJf
x3a5DoXTamtUdmXZ/IjSNtlR56O43umheP6jZVzG0uHWAUdwsy29Sj8uY08S4ouEKmTbRsq1H5f+
XTRDKP/zUZZmpIKmwZoGAPJxFH+m8Fw2Q+aJWiCSUsL4uRYiPHBTf1o39oMt20QXUHc4M1efdjRW
AR1xWDe97DJrm4kmf1DlqUy3tARsDsT663QD0APKoc21yS6TmdJqA06z2qVVH2c0QLaEdWyWGkhI
Hgg7cjEHSLVreYp0iBt5Nc3GZYn19/e5RBThVHo3xRsktAWM/cg0w6cMteiLhG18/GrlKByQYeTD
JsyjFmG8FtHl0Rt9y2hOcRtqEH/hmHn9hy+IyVjUjnhHVJKUdZBTDXYE74nJiDm2ET7KmJrEhX8g
0vj0NQmOJnJelTCKD/dTlDjZVY+CAwcSG24B/ua04fYGEhjLbeVKelK4ffQ/i395TYtAySZVktEH
fZpZK1n0ldPzzAOSqzZDjIZcj8biwAbfS4ff3Wn7YQw6Hqkq8yPDX31HiUJX5t4OMq8aZws6eBhc
DFacuHJfzSfKYJW3FV4eFKSjYNssPYtaqxkddPvjzqya4GjGlOXhT9/pEisT9GuGurAwV3FdZrVa
lMVLx+uUICqK9WEbS7U4MPPVOfz3xIkaFfIY7re1WdU4oj/JKkaJaz26RYobXg0xapM/nwvHxwJm
aHAO196eUmMhBKk1DKIidaZPm9Tt1EjJ/4O9QkSgqgjKDJVo9eMxlYSFLqWlnRJl9/HWGgfVg7fy
T4PtH+P/DV6Lq783xXve769WjPPCBmhiILiMH0eZpX6qiCJTvmklfSuEPNB+p0KZ8vWSra7k/YvB
0FnjzYD/kF5+HIZ7E3OOZZi0KaRrjJ9wRMDE0lPasN2ByyXHZpQcyiU+H8FLa2uCVZBFTOr2pk3v
buU5otFGxJ3pWRaGPkoyykdaIkku9Krs7uv5fV5GDhBiSOKdhYW6hrgS6Be6Suc5DzSVxEjJq/ws
ntOk9L4e5/OU2AsGnzTBNWLGNWI6NJMGIQ0gNg8S47EcSAIwTmki1djYequK16+H+/zaVOB7NFMC
MFJwJ398balSGw3XNcMVvXlSc0ro22mYbBox51i/4dxDU2he7e5Ph+Wc5DJbaiGA3fJydL97cfGU
x1AOUwkWTl4NG0NBmrbDx6q4bLt6Qm3BmRV7QZbVB5DXVTLANmVg0G6c5gVI0758/W7gsVb6dpRD
iZNy8E/DwsyOEzOId/M4TW6QI4uR0kS6gJIVe/g9DQfm/flKAuGRFcIGIBIEq6vMB1ZHPaaphHsT
PNke0d8cLqJPJe6xVREAwjRF7JUDW+rz1mVQVYf6CGPEstc+aVZPpwTN8H3aMVrSRuroHzLEWPN8
/Uo/b1xGYX1VRQCWsKU+vlI7bmNo96rvjnU/D2eogMHn2hCqiJfEbKwDF8Gn4Yi6VJrNU8NYzrW9
Tvfdiwy6UdM7a5ZcbZjlXZfF96mQtSO1aqMDJ9un5WOfCI40AEkKaoq8emdS03V1HfqWK7ch8t6Z
eoxPH8sDy/fpQ1xGocrFxiR05XL7uHz02qkKyRaWi/gyv1GtLnqqCCa+K5GmhQ6+rligcC7d/eFL
Y1RuuH1qyhexXkUqkjacXzRviT/mJzmUZCRZSnI91HWw/XqoVbaIchSljUzpTSFrg7+/LPO7F2Zg
3qXN8BPdELu1e/TdY39tdKkUTU6cCDk4J6M1tV1L86QMmXA/0/z86yf4tGVIOhY0CGCZP8lc+zKm
jVZTq0p1VwxctVKJNZtjy1l7X1SW9qeJzjLWIgZc8jg+h9UBN0ldnBVWprth3JUnXSIV56oWHcoX
fzUjvmfNYmmY13prxlOfZxI4opsVclJtJE2ys00AqitDKg3MQwDh5+GWLxzSFyp6ipTyCkkZtZqa
NbejG3dGfxonauP6+ahcmhlOL3/6rhhqAWuo/gPfmavTJEhEHqZTy8ykavEC1Cvt+1RJermtOlU6
kCh8/sI/DrbamkpUJr6GXY0bDP2wLdV8cOjaeqj92K9WD+CdeIXCPJ/d8u/ffQAcwpM6qT2NxJHQ
p27c1iaegKZ1JmpLb/+D9TM5kE0CFjL7dXdzBKpUpzvWLxS+vtXaVEbJoklnKnT/P73TEK4stZql
SxvI0xryn33am6JB11zF7JrrcBaWh8ebfNLhQ+XRti878Bn/4m2BVsjgTiryGV1erWNn97WgPazm
4lVk3vWZ/P/ZO4/lyJGsS79K279HGbQwmxmzAUJTa7GBMZkktHY4xNPPB3b93clgdXJqN4sx6011
VSYiEID79XvP+Q6ZgE5RrX7/AP7lVfA1sWDRu/vSoO00r64GxLhAu0zk8WkOurRP0797EF7uHd1+
RvH0xDnef34mxlhAznRyHnOnGonnJpBSG+bviOZfqg4U84ZLl4fFF/LN8UGYv3omBRLOoSIi5ye/
YL3u7QghT9MxL0VhLr+5eX/xqDPHw9NI/4Wjh3W0UOBHaRWGCegzFKwogTp3QOUGOpBvtNUZjP7+
p/q6dWomQgnV5E6yVhxPFBKZO1YTcTViib3ATmORotgfPFiGwEpb27uQgxp905DhWL98i0+HcOzF
NBbYUwhvR7CxfK5fXmgh01mfM4iPbtWI21oLm2EnjEScIucx8PzXFnbHUu+UJ6OsYNPaxUCnf6rd
daHMqbPJvLJ1fKcSyXWUgrH2OxNXQt8RsBH0rQX4rzei4iYDMmr4NlgOUK52a+QbSlTAnRip4puQ
V4FQUSGqE7fGMhJEbgQRtLZtiwYeQSN3emN1TwVWNqKXoxobBnmM+oYYyhAljTDNV5M/fJbV5uxC
vXDASuau48UrM6oz5p+9I+QmDqvptoCkuG/jRWFRWUQgq6nqvHkERu/LwgjFNmvC9NRKyHfZ8s9e
FMSdlV4gZSnKIGoIkyfrJ4vWolHtHzCjGun3Pa1iX3RZdYp5ghjUOGkUZzO1jo6JIU2jJxBENZak
qOM7dWpqnEyk2+cHXIAunTApXQwD5II9ZOBwgSymYX/LYTd76mFZ5n7B9pj5kaJp131Vp9Mqm9ju
fYq85BH4fodTSIciuNHmsfsZaQoZRfjxs1vPzY1pXwJsf2iVubxC0WRmfoFx4lYaVfJA8qpITvoa
jjScQAcUbYPDapdHi8lb12qwg3pIDquv1o1yaXVz+kgG91QGIq5cOAF25zIKSBeTu7LwjzCpKcPZ
3MHI3DoiCklNzkHS+8MYYSo153rYEXHfjgRWm8YAzjZOnibNjp8MpVFsqG6jbu2VhQSw6lFbvHVo
v06p87lpU9dWZ6pF6pwfqnN0qkQD9DYjdVzC4s1c90l5dIpALMbhgHBgbEPEV4sfTj1A9yySzHyQ
7dS+DFNnncH2t58b5ujOSSXreAAF4DSXmd7Dtik8W2o+dsTuOgoVkIe6GUKx1LHLAjQBYqj5mHjA
YzmTLNy17GpjbyVzrKwEpwMm9ypxLUGUcbHAyFxj3+Es+ZHpY37pDbL62ce594CpNh0DkGDTSVS3
xbNWm90DczvlLgEi8RqVCND8cK7cNLCpo5u140h1HycmhZidSHNaQ1I0Ge4bvTEGZSzVCwHfxQ46
y9BuXUFKOX4pT1x2MqmdgALPtaHXVR3H4djOTwweoPcYv2a4GiOlA7kwhNWScW1EN5IV/lZO3vSo
uDChfUBdkECxugy1n5uuGILYATcIYN8qNpyMo3RTMYsFAiPj+RF+NLCtaVa6racD2UdPmjkllepH
oLtpzvdFLpuTiJMy6HCjNn9OjqzSwNFGJ9vZnmzWrTFaYdBSu8Ee8MKJKN6oxbJCVHx/UGmVPdAp
m61NKYkrAxFoPytlOoo9SonyRA1Jrl9NmLeuEtfNzU0XimifzU2arhg8uiIYMdwRQoaWSO4HnYpi
M3dzftY5JLsDPhqvYRbNtu+mssV0zC3AwVqIVl2BkctvlQbKj4Lb/UIfOoyr0VRIaLjgR+xA5In7
PGtjc16kvI/+RKaxt2ZCWlmbotWKgzSITQrqTpm8dWLoLFSGMzo43qC+tD7A7TJdwWcoETtSh3Dv
LGn9AHw8tLAm5vGeTch2tn03SUAhmlKOG03RLay0pC2Um9HN0kt9il11NfSWddtrsptXtTHFnT+K
tj/v5gJSrzQBgAY1WSpmABGwy3yTl14LhnpmQjsUjaau3Ea0J44aRz8TYbmF70DIeeq7rrucjTq6
qspSedZpMrzPdtqwaox5T3dRK0i0mLwsW6ukKUxBYoblW5I0pgGdY87ji0ZFDcu8aZpu0gUQhew5
jV7rISneax6taTVSlMudNi223jG2Pb63kPe66LtDZGG7hB0yprdm09kvFPBNsjHgdJyjNdDew7Eo
L5TUs8a1O03Vy9DwUpOH0Bk/vKICj9Nzoq7hXWf5c7yQ6pHSwE2ORloKZB3BfTkIuKavBrzEzK9n
ZfyBMmpUNx73+8xKKy/k1hU8tTZq6g0gE01dh2PL36kRxIPzEgJ5ttWLRF7FaahcMZVVXiZ1Hs6X
8/Yz0HrJHlEY2n2Jq7BnkJr0TDLsOTY2YzLS+42tkSkIbjtmjXkWmwejLPpXiilxO4w9D5vtlvJG
JbjqNY4NdoRxGFpe0FxrXiJbTiyNKSC/wNIKna25zHEwu11cBlLtLS3gfBzeN7PqleoJjjT24S35
gsWVoQqILtgAjXJVj3mdBhkIncvW7IAOG2W4H0fRvcZtFuZBD4wVXyh9uMW4i7+Mjc3+4cVYe1m+
tfE+kkb6VOd23W4MdqIycCKreFfG1n4m0jOXmyirMRYavVknzOUV+axlJDoHo6Laa96rGQV6W+Wn
mQOmCdjMgPV5qoaWu+MMncuZI8vuMsyANaRjJQHJhNiWEJWGlQ/TpNnf5/HoDFiJ+aS+NYdZDBN8
HPlJiT1sDkM8NZavjnU5ryaKWX0DA6qKfRczJpHlmcZVvUTqJM6T4zQErO/WfejO1rSzsV3e6ArS
wXWkxJUahOj5ZqT8FW7gcAgjwzcaIDZYnvkWrRtX1bYhe5ZIKDl6FYuu6T50XejyGESx164gm/EF
zAWwDvZFQv8yqUcwsjZefzdms/OzYy7crpQI6j63pfPGwEsH9xW4kf7Q4OY7MeWUPtN1ay+ULppf
x6GqX5VYw2FMz0VWPor3UNuy76dnTamEfYDrM1P8dorj89BMKIF0vccwGmZEs2/0xE5VzAJ1dpsx
oVVXslUgP+vakBGCBDT1Ry9y/UcttKpfdUQwdtz40WXRyc0HgOKUQp0AlLO1MznwHHbQ4jZ5no2Y
g0PqSneVUPClfNtBiuRV9zLT8b2xyciJkFVVPXmcv5KVwv5SrVQUtzcJcH6g11YU84cwwmaBkXDv
t6KU0dvgqi3q1tlV5o3SF8TUaiOOJg4I+bztRMYbQxyHrp06YZWAeIenw2vXLOthX/UxyfOGWWO+
h0r+mkqL6BVmjDnJuUaNGzcu0gkrTVIo6UHSXTZXMOk9DPWQtAqHxgSYkwNN0o4vnadqetJ3UVJA
HcCLujCSFQyP1yDNNWVtDqJ0HsemiG6dbIlLpDXcZtEKwpId7ZnfKPO9C6TdvhDME+d9XTZzfnDK
HNVpBmt5joPEc/X8RCEqBjNmX4H2GeHTZVcwUeUhSpVJrCJDVdSDpNbWD1ZhZeKnGVNkSh/nLtiD
gq4g9Paq6EFI9SKdtkPvJugNGQB6IYDbRI1WsaxlcjAzXCpP0TzX4bhjiNRAZIMvNHkHxD5Fd0oC
F4Ufy4nZ3+TUN/3JKOPJvDIE+6TqJ0h72jV/t5FupgqU291c5EjbBku63m5giTCvDUqekKx4x0tv
qjpqizt3gM+bcvhWs+jBgV6MKddJXPUxLUE6LAHOfZ6weVocGfgvLXffmY2EIVXEQuVIgD7Jz+oC
+pXBPqoFJHcQmUKRVoDcZTOwgPuyXW5J6Ab1rjX8cKf9XMT2wUm6VhJILUKVPDUQwHeals3zpRnT
AYQGmI818r8BTX7i+FHpxPLNDUPy3tOkHspNYyiFijBcxMq9o3dJftEgZSY2tY164gHs2grVA4dh
w9vIPuqSZ1Ez/wZSN3Bs0QIH4kscWFPU3leDWUzrqEd8cAsiUOmDvAwNhYRRewK6IL3abCCESYXV
IKqqx67XeLUkgZqQ7sO5pdKzreVA1gmWNKMeIy7Mz5fs67pXKKc8J2yg51NddOe1WkoWVwweebOR
FVyGExHSQ3j3VG/K18DcDf3FLsvWPavsgtyH2s0tYytaUFhUjV0j7/FSOMv2Tyrs9DBpQsIyc5w+
bC+KuWQc4TcKPMmgzGMorMJLKvFTzdyMUk0w6qcjYcXnVYpOMCgrI99XhGbOez1VSDgMpNYV0ypW
mjLfJHGcpadeFycdxpbUkZeaOgKqFLbZP0FsrqYLYukt1zfaVu1/YuSwyrVrSfkwpjpLtOsMZrMy
3ZZQpCifvWsGYORkG1NiV0E8IT9eN2o6lNu+ibUlikM4nCg80yK8dB7bEZSZlgAkWadt2NSUdM0s
nfewcrTwHOAW5Z2cZuMuHGUykJdBfbPpRZZE14UOvn4l9HlUTmi4Y7FQC0MlJU8xU2BwTSr1W8GP
WG7gFBRgE0NCU35oXm7aO6eJBgMLtRBOtZ2bscqvSE/XWn+yOlGcZakbJmdzE6IemlQ9k2uhDHN9
w5xibJ56xbCyE0vWqbgbzKpMbT+LOb/BBwB5sfUQqSX7qM8W6oAxGMpGDG39HsLTe9Scea78UGl7
Z28DVix8NdKtdCejIbr2vLgrgLUzmAwa1RhyaB9NVgVJHeFiI9YuOjBuNkTgFT3HKDppinbZEXEx
4fkeObPWLugPXy2H0F71NtUR/w9fcZ+LircVOFTCTu+l4PYZl6SwTapxkj/GKSu9S+gRXfgjmbUy
PqScLN0T+CNu9jBmNDVOklSdytOY9AbrXPLB53PF1IEYFlANOH16eduXa2pa2A5glI1iV6sjz383
1KYNmwMCWwsxZTQcars5Ku6hwCn185w241syDhZhd2XIda5dVbByEWjtFusC8N7BcduZhYsayJ3u
+tiomvcpUg0idBPhddqlrebFvQZCxVmPvRpemnXJWT0hzmLd1ym+DW5Y+g6PsPNglqausYnBTLS+
E4seEP+UuSeQIV1x4rUqx/fc8MxDOKbY7wkW7U9tqwUlILrSLdeNBfXCR4aivwP7Q9ZFg4Gdocvq
5tWSkctBrHPGy9RBScfbk0+DX9lZaNGxq6J4w9+Hyo4YBuuRI241b+d+zO9I/InndQHjoghg2XTQ
fSxhnk5pVBnrSlZ6t+0WvxPInizvt7BniPaF1arH61ZmzvvcplsJI6De9nYtT6tec3O/9uL+mb25
GIi0GMJuPdFJgQyapdmJUyZtsuoTLxvWiV43a62R6g+jS0p9V6XLe96qDZQTN3UAdTN9nVYJlq1b
fhG6CJQN4bWIc/p1sTUQVgQkUL7ag2b/HJ2ozANFjvN1LQry1vjUzZnTGg4P7KxbD6JNe4vjMuK/
Ziy0ORCJnryAcKm6TZPIkSgoNy/r81ZRa8goiTqqkR/myfTTgV7LYm4koZ0GCsC8F4vU4VPdC4eZ
tNwedIOlpvKGDkmjrUHntje5a8zmqtDnZAwGre7v4acAyigHpMSrAQHdU+t6ThTYg9nqwZRkXeNr
Rq2+Q0SdzPWoMbMIpkEV8y5VNNquSpvWb/xwOciKSSGLCatZ9Ew8qUJjwGwH6WO6Tx81wpegyuiC
zTPy6vK56rTM2BBNMpHQYkvlaSjnVIFWWGWathNWr2sElURUISmHxD7oulIDmzNKjVs8dmTdVGVV
/3CMtCpWoRLGa68fi7dOTzrOsFX/COGrdwiNMhQ+sKFQmMccGe6WuMjMd6E3mauuNHlyvdFObtWk
DWNfCNO1An2S73FJgwembzbXoC4j82drkE4U5Dw7F0Y4omC0qYzpXroQ7glaKfsTSOraT8VK+yUZ
0OlvNfLzrsZsMqgvGtp9u7xXPdJc+qLWDno+xOXKg/f1sxQZxNS2apNHONFgY/uSon+lpOpcUsUT
DLSOiUV+Ct1MazJOCtQbxP6EmUv8dZ/rzslstIApiVshCoWEH3pnLCyCA3DhVU+jDpo8MEMALAFT
BWI+FENIDqVFYc+rdlBYbLWRqtbnPXZ11tnBopnZTgP8d7dIbDiNU/hzhJZi+xIgfMGqniochSzX
uKQYoprN3XCE7ynV7q1JRq5sVkVUBInLvo0orkWRIYQWZfsMYJ/r2wVpZmsgPmQigXaxAstNrceR
bOluFRZ9w8ue9YOygvtKg7hpZBufSxkm2TpkSRvOEjcHJySIXxuCrK116q6srk+pFZuYVFbpEmKi
dvODaTRMYp2pJfs3YdHjkCn6BrgLFjJ36S45b1EfDjFxMZxed57FLPXEbFusbUlUdS/T3I30GuWC
/RKmgCpYCqODhMJwbcAOM4xzENNpoSNjmflNreZTca4osZuRDuElzzyMORlAbLnayuZQtDXiOu33
srGFsib+CvonnFAytUD5RvrKAYEabQevqud1GLphu+k7M+G4ozol4bNERXR+apBNxhbnSJai0qNl
0Y9tFVPBVtq51xa66jeRANKE1T0fVz2jtHKtQEYSK8cT9hKpYsbtTglL09sDWLHe+kTAUCxiGlUr
GNHR9SD08cYrigNtqKZe8dejaWwSED1+5bXQpszemvSVSrZEu651T04LobcF5dOYMly52Wyra2lN
yXshGzcJxnE24n2OnS+CtJwUcryBjtKBj0bmR9uoM5zz0OUEEyB5VN/cIsw551MuntRgubutMQsy
vRxOX9pKGLq8Fr1j3PF6EDfTMiU+zdpKg66l5P05tlb6GEqRSQZcirqurLSOVrDHeH3oet2legXB
OyGs8SnEHZWsvQqiCww8JFdA19I83yYaAUrBmJYOM5E5pROuVQ4MrzZOCMBx85DWLt0S5aZNST5n
c6/UV40UepfE3rGN9/Mg8nGbMP0gHEmW9cVI+th8xtBX7Tkx9BO4A116J+SlNfNJMVCQBxx+1XJX
C6uIgqmsWKsit3Pv3NpT2P6op5LVjBpRRNcMNuLisuW0cZ7AhItXDtS7MyucqlfAz2YUFKLJ372m
mW8tplSz3wNLIjelSXJgTVJDUzaai9XeigFN9Rib4emWOyd0rYQNjZtMT2nqLkYimwyfNZ8CCZ5m
dtLCifLWhWtT9lqjc2DlnB8bC+ecT0gaVmlqvEFuaakqOzEaoLmq0WtpXIFCj/+p/ftbJJyL+q28
Ee3bmzh7qf/H8kdfq3pqkygWH3yWf//ThXxrET69/YP/sPvHpi9/voikKo//zKe/ovtfH/8akeDq
Rbx8+of1B6z/qn9rp2uGAfk/L/fnf/l/+y//xNfcTvXb//yvV+zkYvnboHSXv5JtFrnhf4bh/O/i
rU1eX8p/3LwU1cvxn/uT4gpM/w/mlwRNqEBnFoLov4A4+A9AtTJ5MxcVm4Ou698UV41/ZSKy8lAs
uAYLDH/sTyIOR7Y/GBQuijckM+ai1/07RJyj8Sr8Rj4dwl9r0UagpDuaA7YCnbFpSedGnzV9FTGZ
YYw0iXWWk6Aacmbc/3KP/kLRaSzih18Gj5ApENLjbcJ0YS9mhCNxBPhirynmSt463mSEzMHooPut
FruHmanDyh1MwFbssxuVHvKu8sxo2+HOKFcaj/whDaXwxz6xcEmz/+6NxJjeYOE/Fa4VwTRHtHfd
mlP+THs220ahptAfdmBVG12R7KdUpi+jSTRJoFWluopt9hHLNMuDVcUbLbxfWhAO/a2ZVDxaN0+/
/+5Hk+WPr85k2TI5ReI2Ps7s0XSSQxgdiNsMVwO7sx6v+sl4nFvN+maGfTRVXvAfiyCL4byFygwb
wefprifUvDWEXdyWTiJIE460vcMxdxU6gtED09HqpIeN9o1Kank/jn7bZYiNOAnlEJ4M50jZbYAF
Jx13LG7bxtDoLPbOKhc0PU3mEb5l6dmKzlAW2CI+LZ3xdbK78fb3t/jYSP/xzW10kipWMHB43pHg
TVWjqTX1orhlo9bPowYKwehC+m+t4rxy+MrkIA/rWnGjTazOV2rc9Xtv4EFUM2YYGTrZtciUYWvn
bfaUmTQcJtNJ9ilqx4PtPdFa1jddPMyneTv9TUUwsjEENqgcVQO5Axr8I+VBNPeGkeMuuEnVB1uP
gko56Nl3j8bxC79cxOJXQg3Mxb688JImjpJEmXJjx8XWTt5EUW9ZBbZjev/xU/ytXeIsecWoWL2L
49X+037x273k/8F9YRHe/ud94bxqRfzWlux3bfJSvvxj3+Uv5c/u1x1i+Rv+uUOg/vhDZSEEoo0l
AKffvzYIhDV/8H/ZoHwRQdHE45f8k/Ktq38gzsPTBRGQ7hzby7+2B3YHDcEs8n/DQdaEj/Tv7A6f
1xE2LUT3WPJcDbyv+9VLoClkVI50iC4z3BArVdGenaxBQgfMh5izkvK7hWT5y936ix1ikQ39e4NY
rrkQsD3NZdgLXPxY5Vx3rlMapTZczrKXm0RlaBM3RfHNPnS0Vn1cBssYOmoSdjDaHKNztDrNh0LX
5CV7Dy2ktNjNMbrinFhNECmc4eJOj84YHe7JIrmx8zra/v57al9uLvU1rzmrtIFGF6zO50W6IrVq
IgmgvXQrIXcmgbqbobasDZgdanEaWAfa2PqKtASScxqpo5LIKt+oSNvNNOpCC9TsCb2n7EzjcHcS
yTr6YcA7+uZOHcG6l8qFFgHqOIdVCUnZsXJSnWPstZxjLlN0jRu7ZJZjlZGyHcrC2qEiYsTpodEK
PKM5TxRcBupcP2kxWRmFOf8kaSJ+LXVhnHNiaA6cLsazOEy9HSfnnhakQahk5GIhcTE/mmp/SUjW
8EjXz/WhzECu7jTJuVEtn+10vPnmJ/i8YS1fbfGrU0gh46dAOwa+lcVEKoJh5pcWY6lDU2oj0cRW
cqoOURdw2FKDnh7KuRkWi8dsUjclBqFv9mre1c/POzoMDyAIRhocUZCqjh6DzubAz9H3ciiFfpLn
1kMa6TSqB7vfTM6FN0e0mOz2O4bO1xfAwoqEwA27rYbN7MO096sCDGcEqRlFdDk4U7ygVh9yDtNo
fi0FU2zn0cmMb5yQSquIsm6ltDCrf3/7jzZrbj80dJsvbmFyXthEy1Lwy0coNW/pUpfeBcqtbutE
irni5ISytEyGtRs6+VabbswovehAP0ABBd9Kn4iIQR26VtJUJ5nRoGqX+XSVte4uToqtjmqPokN7
ZGhJ08BvmYN+o577skDhRmBBpoolUGvhSH7+1Jkw62FUdA+7u+fcTNZAG35qwm9EsEe0fm4Ofzu1
/7KE4w764m7Rx6qKKsedL5K02I9Rr2xHjYfUZZ7RZ1a60UQ7viCmIWaEMmu2J7/ogQZ98xN91gl+
fAouDQKJ3wfd6jHdQ8ladBnVrF+URqiek2V8qs5j/iSF514SuWwyCcITe6oXqWnD7pU/LKuxqWtr
x+XBYUzwZFlncecNVSAy1esZ0bT6vrTajil+ivAjFs2yl5jt89y33zmEvq6x+J6Qy3u6hleNE85S
Df3yhBEJRqs889QLmv2nLYXPU2fwbJEpxWySkSY6HtkzKE+brjpzEtMJyW6W4R5hkGpszJjmhMkM
+pkM6O6MYI1Q+NKYorMSQdp3+8Hnymy51bphMepEikwBSCLi58/KfCorulKKCyMtmmvdssR2aEKk
BFGmbRQlUlofmdBJiSjtDnULN7DQqslPpLvEEqWyCzJziTKvi1RcKI7RMFMoSS/+eCL+f1n3X4tt
5T+XdUFVZX9ZyvGn/vuwbzl/YCHCK/KBOvx02LetPyi3McezizIJXkxj/x3Z4v4BLA07OTMcHYsC
/YB/VXOKrv1BcM+CKcBQD+UP3MTfwN8uW8m/Syt6DEs9R7VhYS7W4cIcqc9po1k9kezGdacAkkgy
JCMmNrItQP0Q9S2PNyoNrLbz/M1G+3nJ/LgwYmPc5otzjUP4sgf+8hoWE42MLmqRAJRhtaocwmJn
Z/6uUvm8ky4tFOo4NtGlZQLyyTI+X8UqZdoXvVCvGKqcISh54/iPikIZD9nwk7Dp8uCg3/rlIfiL
avXzS/v1mkdbWNXlbT2mqnrVxSEJA5GzXWbYm1qNLt26/eZinyvGf17MpLmMf8Ay2RqObmOlFLQ/
oNJc4XlXV17Wm+smJ9scN958UxCivPn9lzvagz4uiEENe6qOU5v7e/TtJPDQNhSOftVG2TXSD2Qg
YbMvs2wfKcMtjRZln5AC2JhkN59bYv6Oi6ctT+SnJxYPDUbSxSEEwIsj/eeftDLoOXpovq+4lHHa
m/p5Qn9+2yiDsxuqvkYs3nn4ISudDn8pbrINzhEEr3WZPhCSuFf28DzENyaOL7+5rhMbwV1xVQ5F
1DCfP1TELqnVeeJcziZa2aRj0C3yzvMd8F87FybhNz/717vABXGMOxQbCw/z+HdvJSxCBGb2ZWkh
TZ/c5KbV4MkD8N+gDB+wRujzbV6OhB6QvUbIZuAMQxIo9VTvdfZa3KDVTdQTfvn75+PLesLncmzH
gCOh4yY49v2p+pgNhTc7l5XarGVu7U0RPhdp36wpPLVtbKunfTunuwmr7neMpC9PBtf2GDHbUEcw
xh1T9No8crpecm0n6k6JOXz3qOTvtGjc8GnHB8frL2Lhl9vZas01Prdo72lyWzkGRyg5TaeEV/+Z
kPsf3ep/9VwQsGXRXOFppY3z+blAljsScKfzM9VtdknvlyTRqH/LFPOp7NzvYFvHNx+GOU8DhF8V
duly+z9fbUjC0OT0ZF27Xv8CJGLfLlmTSnM7jvpzPIu7EYiNKOdvC9PjxdxjezMw7n10j8gyOlqF
hiSu61DM2jXh1Amj0wwHtkkmVoRe91wqp41YS/IKrALOF8l/CcEz8un3D97HhvHruvDxGZBa6ouH
Hj/y8nT8sqFUEfn086Br16ii3TNGRbHxw9Q3vX0OZopn4d2xEdgi38QXHdQIfvbhTADINweYLy/m
8cc4Wp7yNpnyiE38Onq3zU37qgHjjFetDBTnYANoQi7WBPmL3cIBPpjK6pu7cLwfHF/+6BEQVVSE
6sTlh3yVaLtI30kmVcgRnYtB2UV3puYzNG3nu7xcMd3OL7vYj9+++RCfz9A86Mvj8MtPcfQ44BUt
Odmp2FTsIrCaJ4kEs3epVcfXUr2ql9m6R6QtDsXfXxjy/+e94ePCOOLZ9LG6mM7x5qQyjZqSXL9G
d5fFgaliriDmMbDHrZyvQzxilrFja0D/fYaG3G+H57k6L83DNGyG/NaJUMEbO2ncxP2qqA+JuS+y
ILLP9O/6uh911ZenlfcFj/IS5mwePyaW0rdVZmjXWbsZvS0KzwtUuO4YIKklSNWpVmNNfO66vKGI
b17le7dHzMaBj7os39Tltulx9eO49+ESkuyxse67arUkVhJ3ogVev0Oa/c3d/Xzw++fPipydRYZq
ERvc0WJWx25YIHHXr7NyC0dhemn100j6SvnkmGvUe0nkO7vE5MOvmxQIwmqOrubhblTWzGpo8Xyz
55p/9Zj9+nmOfu2RINiyUno+zxSkRTAhDDh35VmUredkYyOzirBin3XRHvdaPG6K5i41dhohoW5/
ET0vEaT5VaGeWOoOZ5FibTL1IRmQfSDsOzjOWrbmSWOSVba16R88EseUhzu79dXr4rscvuMydXlu
f/0mR2uXpwrRK4I7m8zPwsP/ucmLbei+9NO9YVz+/mf8UsHBN3NNRm6ksxl0K45bLKYSM0EsTe3a
E4F9ZWyKXbUNd96Z9+wcmu/I5192hqOLHX0zhOimE+Psve4HPCj8zxftOrE9v3DWToVA2ffKQxZv
zeyEOG4jDBTqJ4RZybCrpoORXsj+XGhrFXXMaROvC0IIr9TTOVuPg48PYMjR2/jaTXKDQgB7Yvdo
bioNzOlZSrhvXYFGHW7B3c/yLE7XKTqr6dSIkHD7yesSoaZc699hcL7uAB9fGfQgZSD0oOM9n2rT
VMxy0q6nrVcxOQwKa6O9Go+LL0vfhMmW/rh0SJI6bbIAR8Pvf17ry1uxXH4BEtDm+Jgvf94HFTRO
Xlpzx71omxp+umjaVssKbJE2y6azntLz0tpWtDw2o7UjT3z8SaNmcFdC88vqbKBJEG4GLAl6ek8W
s5L7YUhj4aqUK5N3LT+du3u38s0bfZcgxM/W7RuiFL149KrrSGGMuokxQri3s3ai1jsEGhWq6O9W
+i9r0ce3pGQ0CG/xYG99/pZdTYTyzGz6Oo/JLw4yHAwv0A6re/R4cR302lkTbfTxUIZBfd5LVI7k
xgdjt0ltLAUE5n1z2z/QEp8W9KMPdLTxhgLxTTeO2jXRzEkTKPp9ap4O2Spm2hzI/KwRFzK5kPah
T080+8AIg2x5/QbNJgGlGrrcZQjrOxGR9quy5OiyGvlRSj+6cFFQVUH/o7t3XiEhXsdX1osd+s4N
T1c47zc2WGFCDZFDXrub8NHWfeNeQwBl++Y7W4tr+cN9cU4N4F14lyl5bMVmkIGuBPCAOSTVB+Xn
7x/Bj1nyl3tB/5YTmsPA6UvbCh81uVWDdq3ceBfWa/rTQ7jzo9BPhLlXtY2tbHqW69P2YL21sx+l
fnPBdy9eKMS9Rywe1QvZ8cW5uDbW9X1x2+yt9/acRw7JdPnYgztj03lNrsvT8IQGsHLVnXb76rvT
xHHp/rFMQuaC50a/FeHF5ydMhyYsRo8vwc3FqiSNICSq61ypV227xQ6jZVDWfeeNcL2m5FQB1+j3
t1H/Us7zSC2HPLg6CxTmmGYydGiN7DjWr/8Pe+exJDeypel36T2uQYvFbACETM0kI0huYBRFaK3x
9P0ha+7cDER2wKrXY0Yrbsro4Q4XR/wi+I0fXv0FmR8E9OGuqFgTwKa1E2g1FpB/B/dy8atsg4T+
nH3ig7aHtHAzfAFVMpsHsN9A0ybXWJM9mvEoF7n4vEZIvs/tKhIusqjLNbJSoyp0kzWqtuJoY605
fOb91142UejUz82XVeeEtQEXkWWFUaUAfkn6lFWkErYO0MMtZvM2txrt6QFpGURQqmzltlmd52Iv
ZHHmmfBFpE/el+kXTpj9Y/uX+Vl6iX50P6xTshI/f/jd/7OqyxaUgAH436P5JzDZguKYP+TfWuB0
kxOuiQ18vMneDXaFMGh0iO2kbuOELfpBafHJe8rzmrgSkkn+NTBSe1AB1xqbHAqGuFUxOjS3ID8H
73Nr7HP52Zr2hfcoar6tVSc1e1DZbh2Zl/bkla85nLvb5+LDAObdrtPnTfIu0wPqKrRKyFVbGi7m
C+OXLN/nSOKHtkLt+xftKQi0K2POccrySns/5iL2hdaT6H7AmB7fQQJYvRGsbVa/EmMK3gbwo+Fm
nyKIs6BannGsXRn+o+eOuoqIXhN1X/qSl1OG5o6z4JTKn7w/4g9/PHrfLGmT/SzuJNUWmqdwTZTk
rYx3Nd//DLjsRMt+l9VWXsqfdHguJpLhjoZp4fgZY75RK21IZ/hU7jL5ziDOikV9C1Xv9pyvcrn5
bnn3CxYbs6usWlUMptx9rjKbtAhmyawAEH++Pc5V7D2HDyQ3IOrmiuZbPPV+N/lVD13QE1/7gZyx
shHwHmFCpR4cedkOrW+3h7uuUyzGW84rbjOjChkvHjc4Rrbppul2SQlZ3ZlEJ0FLFrXN8iUxUBR3
tC/dC2x9fRPGK9nT2rQXh6inxej1HT/DlI6m6eCPmdZHyf8WZk66KmlyfcssJr04PvCmJ9MLGA2s
OQDkEs2NehugKKHBxIJiten0p/QBiRAPVu1wEL9lia2goYVyeYC5u80fX9yOkEJzp9JRg6KkSRkf
/vr29ud5KxJebPzFL1UvT5oWe6hw5PzSBNpd4/gFXKLNBC+QSuFjUB/8/A7cx1g6s9xGtcs4EEMn
29r4q1Qf4fQQLIdkwGjBFhQTqoceFGP5GFcUwFyMoNAd4B69D6aWHvquxTRV4+HSIT4njl62Tju6
ibDPpdyB1mmXxmva/b49w6XYqgHCkngZtVWFYjVtn0XorAloeIUyM+yyp++F1TsqiHD9UBloQX5T
4oNFaj89JwPqLGvv6FVushh6GS+YoSUGIkMH6sawdlHPIiDg4uJiWnMUZHRG1oa8ujkXQy4ihgzc
wP/9nsl9Lh5EZ+iOnbUV9d8GEAfxQbE2Rr1yXb8pEC03EdpR4ozD0mbfg8tNFMCixY91lF6pwjXl
QRVhgANppzizBauOrDFJ63gSuDktVw6PUbw1UEqiEtdvZdXuGl7NQwpsvp2rQFFgR4LjGRs5clGD
0D7136wH0Tx4uFF/h5/LXsQ6ilUMkIghL5Pt7lNFp9rbialjPZhIrghuDQvvLVANMzsw760CAQb1
jHs3VD2zcnqcGddUzd/8o65XATwvvSLQJEuUUGJFrexjbfOKCTTjQf7077s/upNNW8N7slRHzKBA
7FRMZ3+2kBtDl+NTnYfj4FAgMD8LnwA3JSYL8ECABztTNPdKvW3NffjN/xw/pJxLe4AZggNZtwtA
PtWoX9h6YfstjKQvFhxp9U8rHAHt4Bjet1uYjyEcgB2lIqRb1HOAWof/l5cdUFjpqAqvOWxdRXJs
PhkhrH+vwOKShfcHgDliv9fyS4NNdLcLhb1++FGmpi0Jh9sHe+mo93aw34+2uGQDwRyFTGe9KbIc
ql8GnxpyYl8SP+Y+N5mD97vwV5LYJZIb2U4maD6SY5JX/aq+o3bBQ+P9jNcqQMvAaV6C+aoByDhr
SC+WAKybGMZTJL2CFlRqCMsOecntiV8HK/MYGnL2/PMMtKy4ZGUMC6wapFcjsFFrESyb1Lj5nfz0
ZTvyHHx+JrzOUfD19/759tgLwBJxw2LsxXuhDArWxCljQwtST8YZugwKOoWtnTsEatABt5vRRoYI
8afYqSXHP3vUVPYxa+3b4goO6aNH/f1CLKptviXmGMv30ivO9VPq5C8IBYm1WyFftBI+XKdEi3kv
XpHMmkYhrSbptR6zPfQqir5T50KoMRFa4FUXSFy2gvgwtisv9OrIi0ckTkf0DDwmWZUuBa5ysP1+
0/dOTYYCNqdwSxMFMRe5odufenWbLZ6SNMZYBWyX9Kp/b0/VN/YY+jOmHWW2cBL+CtCCKN1kgCyx
NvB8cK8u0nf7exH9a3Ua4UvBWmsKigmu2mGRtRMfCSCVp/GH+lc77AqFLz2tbKcFzvPfm3tut4M2
o6m7iFWtxGiUrhcl+iFOVLkKknsjRto7zWrc8btuwnULPlf5V0wSbTX6Ffqv45epOFbKt1KS7FR6
Bto/efRiaQV6ip3Kji6PtgKfW5ExsSo2t7/Qx9v/Pz93cdcEiIt0DSO/ehQBVKfgnakPnnSi/diW
K2rn11nofADm4hYYOKCaymI3NLNdWqEW0mvWbEpdsvticCSVXgFQg/sACqYXbovguFr6fOPfXO2G
dwMvdgOq0mbRajmzJGxPbN5A2kYlFkryxtQdEQYqTiWdO51phMTytkGVunXj2M3Ar07IfGxaya1b
wKtuEB/G4U6mGd7s1Gir6Pe68dKpr364jbpD1x+19mEadl69cmF/+Cz+ZwZvjZ13KZeZhZJQozBF
GOg0VKYr9gfV0DH61gxgrol3Yvf2zrguSb59LTAjaODzHi0BGomEVm/fEJEFxkGZNBvf+VpqyT8y
V00OMjo20FLbXYl3pLof63Q7kANKiqOn26TaJtlJSx+S5GHmxTeuFj4N04MpO53gKqiDFYeyf5iF
II38XInfwvYB158p+Zqohyo7yOY+MUs7nu6LFMZ7Um6yiHo5Mla69Cnw7sP6dWWyV+eABgAyA6CB
AOkrEAUuw0+cM8JAR0rp1SoeckI71cSbqKHMbO7SU2UdjOYlKp44rWl656cHI9pOCW3ZF622Cx0a
s5MVTh+61l+N5Sh/pHGDQUEsuy2xGkEYwQOU2g2SU0FG3nbX7IrEKbcJQjrVtjYO/Vf5ToRRSZsN
EIxrZi+3p/fWxb04AIvpLR4AQcMQpauZnjpAMSdDdOrSyX+YjnC0Dl289Uu08GBov1BFNpAEnDY+
EkkaBamtWm0pqSENR/SJtaokbzzfsfo/keBWMoo6bqvscDRCNwaN+KIAbLxBomXYq9lrhfZM4vT1
vkGsCPVspPMfU8ORoDDLbmWi6uik01aPf6TtppEfKLHXqBfILh3bKrVbxaaeFiKKyvJ9H0q7+E76
im5RUky27jmqua20c2GtGXPN4cfVWkEmwZjKpG60pE5UUiiBtPEJjdTNKG9FjBKm5jnzCxuzXvSp
c9Wp22cUsaY59h6OerNSzJw/xq0fML9t78561cl9o0O3fjWjvVl+KZpHQ0d14A7369vb4jqvnbfF
u6kuI7FCU8BEEWyL3qYhtRzHr5L+IhuHElHC/Gh5+xg1uxCre7fO9yuDX11pi8EXkZeYKuXgzXuy
HB3a0TouLWyG4SjOpIj7ujtoCJANkMiPYbWToke/2umVY2X2wLO4VjpbAPl5txe/ZnEBTJWaSV4U
SK9pdtcYe5PuRLtRX/Pf4PZK4AP1Wkx2FaEsBlwcSRA9ajUhivYKwDEbf5fdIUVFUFfOYvopG92y
fmnTr6w6oYs3rBFIrxMf+ucwVhXNwlMI1+vlHqsh1meTGr+moNEJvpFpUps03CCGCckc/ZMJDg/J
ZfvdL63gLp7TL4Tierc2yIYyTdN2Y+U99hXSruo4/jFlQNSSJMBi1r8T8407JR1/Bf4WJwDjgRfr
81RX1UqwdXVSmcTsWwHfS4NataQpzq16Qwml+LXKZlCFXg6bgWdrt7JRr+ohJKOoWysoaYO7BXh7
eR4bY0B5wzeC19LUvw15Om2Q+AXgm6MyXMceoiSSem9xqwFPo3Pa0lRXurW5XofSb78C+OjMesVL
blEgwWct931vDF71gVZmXPvw4RGDyNpaP6iVm+Pct7dmcVgy9DTfC8I9otyvRil9aftwWtm982l4
d0UBswdkPbt2ICctQ35ZRHLlMJQNWhD+KwJjMroKyStyJnB+G/9PX1WrFJfFWZmHg+9LAW4G9gMW
XQyHh6gmTlbO3DvlXseIZyspSH+VjfzFS3w7KdRw38gKSg5Z+gPaMxgGMRfuanH6muPGZBedIdjI
EpZI46e/aID6bavtSxQX7XRA9jbkYpE0WGqBriUrUe8bBWixVnMXApYcwCXsihfbB0lNKGEgHz7J
A62PqaR8WEmZurW8+OA1yYMmGAgo+0gBl0IauKafClu/oodUlPh0GHp+GvMyRjJHPsg4Ge5Qb9KD
UXAjY4gQYmmRqVDWvq98/YHfYFagQ+nnaoa2iJj70Ws9hE7F10GXHgOE4PoSAY3eDOs75CQ+C2Es
vMioPdF1HxCFCYpsk9WyuIvM/hG5iuZuGCgWAi+9x65pPLSKhLCk9hCC67ZHUQyePebpoM9AFKBr
3WMgtj28NzFy8jSanNsneHnbsX90AFgWFku02GHhLO7aRm8jK9TE+rWLrHIXBaw+4r0hwUVmbLQq
BIgVfTV0qd3KNbGR5wOkMdIYFFxOzFZl7XAUBFR8KzrLWVx7j1FICc6f9C3SPA5U1vKlkWcpaGlM
t+jSmHYuzFoiA9n17akseyFApQGLQvji/GGMAJr58jIS+8HqrLSwPkVFld8JYf9FJtRMdeNRYyM5
uV7UThK2e22iVqogS/WYBgBasE+Kj4kUb5CkiY5Kgp6Z0eQucKfIlRWe+7ef+f/5Lf81i0j8z/yW
bRiF7ynK8//9b16LYf6L4w+jfsbZ9n/Vzf/5L3AS/8LxWeFWN0DlmHPh5t+EFkn+F9Q4qIXEoJAV
ZoWK/6deAaGFuI1HAMTUnJnJyj8htFyVhwhz4XnwwM2wiZk9ebmnSjNBrJidfxqVcjxCSqi/doEq
/MzqSnsKlGx6inUkBT3ytUeBHX9AlxTlrVJOntEQopv5bsme/74a3/uVXdUJ+D0a7GXkB7ChhYSy
OK48toEv9oJxUuVIOTRqjthcEuV36mRYdmeZiKYLeUZpWjY3yd9qUMXsoBunK5XYZYDBD5mpAuh7
zF0fhCAuF8abZMXLrFY6eVmVbFCIqxGQn+r97fleYXBnICMFf7jqHGwF34TLYcZEF7xG7ryTwGuG
lC3ey2YqTs4UGKCcvMbcDXpzx8WAqnw99X8NRRWgeKghMxjFEXiyKtmmUtnuhtQHB4XN7MHsPW+f
dZa8a9DVRJCqG+70RBi2CNqpWwnFhi9pU6RoN6WRtVGziqdRkdfY2cuLFyUGKPkQX2YyF14dy9BJ
Gxs57WghI8Cd3aGkSR2gesyl8L7MyPGMbA8j2kZy0C3y3CmD0FFGIHMtnfKh3Ac+EbjobbmfsKgw
IHLn2ygy9kPevTYaOang7QSZzEFYqdRef/b5VyMJgEAMjHJz8WLL3P9K3zTmKZD1ci+YaPqPRbnW
8vpwFCBAkCcN/MWXLibp4OW6GWbmadRm6bwI9PGIxuBKpHaFrXzDQhHpEyZT6ocidrm5fAS6AzmR
gzME3/AFqzzd38G2Ajoa+0n9UqEFK24VMwpPY1W0PAlyXz0ghY4mqg4Vstw0ldxPUKRKv0XdW0/z
TWqNU7TyOz9YDawDcetUNXjUGK5c/sw4qTByN1LvFBWFsLEEEN0yjgMrV8tHR419qLLgokpgsTzR
fVGJiC8J3glSiLTv8rC4K2WxoK+mNTzfiH0XdVRvoqiod/hPmc7YlPKrVcbZN00OR1cgEnUQg0I9
Mc9+h3By9z2J1HPU6KiMB13jjK2u0CysQexN3eRGhS5txzbN3DyGVJeO03CUUfD6p1WL+TOr5EEy
JtcAzpfrl6WhLAN38U6il/RHZJLRk6vGn7xA8c5EjNZpczTE2wE4cVTG1UNm5KWd54n6SYgAV7YI
zDtaiNzn7bttfjreBb+zxyseWEQryKVwhy77TNrgU0lD3PTsy6p/N4QSQaEgKnemB/F8rOgxcq1V
D3WKatHtkRcR7N8jA9imdElJD6bf5YZqlKnVwyDyz6mZ3kOS118NIUJxxIPNFulrZnTzk7ScJxko
IAEZ2CHjXY6m9TATwPkHZ7TaKVLkBmDVXvEdL09rtygLiqBhqaw8HMsKymygC2R51pSYYwdlXoJ3
hSIfXrZp5ZZ58mCsPgazYUWmqJkjq1n+FXqogTZodlbaadppXd+tnNh5SospQyVEd4vzquDBt3il
I2lCLTksuL/8Dkc1HXcAMc+cZIzXujlXpeh5ojC1UPgyZQuxl8VQJcovWqKFFv4RVTvBz6v1nY+6
yc+ubIN9qfT3Rm8ae6kvf5p02V68VtpP1aC5lm/86cS0dOG/5c9KKH9vB2/aC3iJEVcZ20mQW3tE
Axg8cCZsEzX+E6tW+Kio0M6kLNacCG0XZBK86k5rlfMkjuKmwOmQUhlNAKkVjLuwzsPNaFbF3SRR
R5MnfaMa7XOZWNUhT3Fz7fMw/THmmuU0otYc8qr3t0NdCK6FDjwNkEkBYz6uebN/sCONmXSi4vdk
yuBNLzdHbeCF1BWDcYK6iEB9RxE9Tb2Ymmo6HScdbDAC32tAww92JLAwk4Rr1kOD2Hk5aKT5YqEU
ugUHI9fvh05XXMnIhD2q1sMhH0f8XSaQ7zOMDaRj364ciA+2pMlVQwhFZkRlYnEKG00clSaJ2SeB
ItptKjfPheK/SGmer0SGV/VC/n1TngOEGRLEQzJffO/OXhXGkW6NgXXSwyl7NluxdZFRE91ar3Nb
Rj93GxuoQfbmqDhI9Nc2KmnjSmnhOlDmRygI8BAqA/szlqWFIa37XtBy4ZTg7+lW6F3fo8ta7uIK
uxLPUKojzisKlm/huKfAYG3bIA/2tVgGK5W4Dy5bPjrIax5wtGCWlThEGdVBywvjNNRSslMJTW0r
yvPHaNQ+NZMobW7f7R/sbTDeCuJs7DJEjhbBAmxdtcsyxTxVIZB/bBy9bWTm4r2gjPouiUb5sbf0
37fHvApQmJZKFsZjBmwC6vLlB++TvppUqTdPtRjomzHMflRDbK48WlcVeRJ6eGI8Iog2ibPMwOUo
jUFyHzd9eM4F6rL5VCKLEmNF1fe6/skzqnovKdZw9NOS96yqw10gycKxCK3mMS1hsneUKda2+rL+
yW+Ci8sLOZPXZ/2iy9+EKDaaOnlNaNFmGSS1sbuPun7CbdlLEDkexV2gKOPGC8uQUqDZH+te6ncU
CNdc7D7Y78hZ8QjMIhDEbsuQOc8ljIFy/LcQtwLFjLfOHiJ790Ta6n3Hq6nbhIOR7XKKiXstSONj
1oE8Rmy22d3eDNdhDZVnmP2Ux/gtJOmXS4LYuSgPXhmeNSEqc3dsYukzfpukwjUuKhgYEfChQJ/6
wbkx23zNA/0KHIocCwmpOgd8YJvJHS/HV4e89DsLmX4vLicnL2Rl06N045gqfT2i037fC153pjBL
wzue4D56VgluNTPPkadiMTd09XesaIunWJX913YUaYk3SXWsJ95CgMzpc1ibtZvpgWC3umfY3ThU
+zKRIQ6lmrSLLAQCMrRo3CipOhdRHX0lcry+UgAKcKMQq9OIo858OUU02IMxl8T0XOYershVIu90
2fKxNCiKDX5ng3P7k16fbxJrAtXZMnMWklrscq1KproAmn3W0g4tzWxCtFcI1JUX6jodg95DScHi
fM+ZpbEYRi8TzEksJT+P+mjafqkd5dSCHpFPA6Zso+KW09DSMc6Ep1Tr/V0Z1r/7UBZ/RXESHrDL
SraZWYcnWVO8ld92/XqSoUOD4xIn+7mKsvI0EZpUzuJzLpXjLhFTtJKrXHkRCzhttxf7+vzQeCRO
Jk5gNEh3lx+3UtpiQMU4O09jlj33FSLo7RiVgO+KfhfUZvgiyU27DZFFWLthr28zEOuzB+tMp+bZ
XMSSPXiHepLr5ByiiPDqa1wQigHhVmz0UcYYKv8ZeaAYiBzz342H2YKBwYzj16Bzbq/B9QafkzVY
h2BiFPRG5g35LoIosddDGF3LzgIKgQ6a4KmtQ7A0MqvA6bBYw2Jd12JmN2KdUt+MLZy1dC/H0+Q0
iTI5zc64Rg3nBlloaJVic4caOFp0ptG9lFLPQU8rcRPIEbWVIS1tMSrle2NIpr3ooQpgBWTHWZAK
x7AYiGyiXrG1JPQf6H1h3aPr2k5L8SOL4NTb1tgOd4peVC9FiZLG7eW7jgG4xVk6tGDnQvgyk/fz
RPTgDwbneuiTz3VkQKhSfdPtysradXJduZMWmWsR17xIl0kPVQMNuQzWkf8uQTE4Opth4CXRmccy
fvYSyThiT0bfQ/tu6j8rMavwD4tGhLHT7hH57TWG2/UtBXWMIiGSx2+138XurRtZ7K0oTc68j42r
jghY9QGWnrfX9vomYBR64mxOMDG8NZdbZUxFY9JLIz6rYg1QJRi6uzgqjB1ibmtqPB8OReQ6O4bx
NcXlTRDoxtC3SXJO8jy1a2x2XCVSvkQa7Knbk/ogttLJzVWE4Lh/ZyD/5azQhNUFbYzTc4/j5Vai
NoD5VVnvjV7pbTMW9F1bt18FA67W2IzNcxsP9LTbHjcOXUVlPbP6lRT6+muiVkbBYCblElwtJWnC
eBAqFUejMz4e1i6lhudMlrCWqF+fFCjrBsgmHbohj+piifHakcZC6tMzNI3wvjM6HToazjl1HqR7
S201VxhAyd9e7avbDelU+hYWwjbwYnDIvVzsik2VTIE5ntFQ+6vVqmDbmpO6KaJJ2cRVm6y8Xdf5
GOOhQ0rkTKOVxv/84ry7TZEsNhsxzqdzmybhZsAPc0NJlRq4X2ZHH/lHW5jA9QXK0N5nLY3LFsuo
w+05X31OhGS4zjmZCP2Br1j8BnkOTk1Plc+9AfEgMzqwS0gzrhzOq885o5LmeVoiNT96JJczpRZU
ZiJOa+dOrsKDgAnIvTiMvQscYtr6mBvtm7KIVg7P5eckzKTbxLpiaT8XkZEwvBw0ltS+ak2r/uJr
+r3URi+4SUFFCaRTmKV/bi/j4qX6ezBU1jCrNvig/O7LwUZ1bFKp8NsvKbpDCa4JWgG6o4p30AYM
p8ktohOz0UEtc0lYlaQ++Wj+bWJD0A55I3tbdaqynRh5Os4BzehIQVfvYqxI4WnBwlTFTLontPMI
ecfMJYuKdmY2mrtSqzXc6eph5dVYyG4wIRNZOr6XSG0EWNlSrj3k8Al41ransRDSYyrEwsZnozx4
SZna2BrIGwtjPwczX+wkfeoloF5qZGhojqhaYpwaQw43KJQXmwx3VTCrvKZxmsUn0Uhm762+emRf
m8dk0MxNU/fxq0Aou8FzyHAnFRJ2ZITCHd2MP0NkDbsSb7SzHBnQHEQwyCZwfDD3Q5lT8jLio4oA
1Z3p0/meAk3ahIlYgO3sDRdPtzXxq8sj8/fKAGiZ99ccDy9570nTS2NpGu2pryNcwvRGsYueoW7v
qEXUPQ9DvMfOJbMWaelccTO9ILUwnxJPY2fKzB+rbWPIVLft8u7rNMadnU6hti0rQdt7OLPMOyMk
AEJVXyYTua/TKt1WrQ6GWzGKlV93vQYqBWMiCnYvKlRLdVATx7Ax1Xt+nJVBgJMGyaH1Za2c4LdT
85/Q5e81mJUTwezwANJxujxVWYQIcNhq4snsfYh1XGTA4tsKYpWaPNG0Zq6SF5gbRZmtxfOu/C7K
cA8nYYTWp4k5ZpKt7niFKaEgosWPNBz6lZW4LB/OP5FC2lxsQLSagvYbPerdJa4GYSeGpiCd4kjT
XHI0AKphD0NB0jqgLtmw9zDq2rWC/9usOSa3d8llKPL36IRVtMhogc9dqMsFKrw8EHLdl0+JOUTH
1gCRE/pUK1N0wFY+xtV1SuWK6BVFGaqkEgnQ5VBeU0xVkWTKibQCL+hW8lwCWkzGCuSyUwL0lYVd
tPjf5kYyTTiHsJpFKWcxoEL/d+DNVyjWe+q3MVWVg4jf0pM1A3I06gluNKLRQ4tfOQjCpDpylXrb
qY3j5zjGd/z2Sn80faoLIGpQiTB4LS+nH4ixELI4yinsi9GlFK7ZA6mQrcSN6matka2M98GXZcdT
CDfoLs7OEZfjyTiX+HFpKCcueO+OCJE9lA/So2qI6dpKzy/h5THDE3x+mN8YDhShL8fSZmP6DvO+
U1vnxtNEidjtekyNe1/fTGpvAHUqxLNo4DapJIm0Ly08yshXR0o21WcZeKEb/VR2NcrmGwFDYmh5
0tqD9OFv5IyhSA/wAwDK5W/UkzQoJk+VTn0nq59UJRse+jpPNmPR+luTru82jXLDzbsper795eeV
vlodkHwGpAKNjs7iSwjkTr6aWRJ3nSxv+1jut3i/V4d/PAqlDBwggDXxlznvh3f3iGaAbJ1CQT2Z
TSDZkUkptQ6SVYbE9VxmmwlgG3SUkW5ZnCljCCIr8BNkxKhabvCK/Fyp3VpF+IOtqxK542sAIG+u
sF9ORRLwhTL7UTtJeqAffFHw92qbZ3c69gEv/3zVEJnD8kDiYsLT5nIoPKSojk0M1WSBB5SSpmWm
pO1K+PrB3qN6O8uhYiMzt4UvRyEJC/S2GtRTSKCzm3zD2KV5pL30Yx/fjfiNwzmmZ61Ulrh2NN/u
lcXu05ECJzSntAjGY7Hvo1xvog5A/ElqBwtehodx3yZKG/8HXssEWwGPCoQtbA3uwrCLvlSNYH6i
hlUecXszfxEXlw9YdFtnKfCRTJk6yfuBtbzw4ita8dQUiVmj7WZsG1Wkux6VRujh4RpNPyHgRbDN
NDH+MRFzShsdWKSJG69OhYC+bXGPi6K/Vcou4hHopbiwo8KsfiBCTDFSCDXzDu9zbYN+FQxVUyMx
HVuvCNxmKobKtqpG++WFnvHTKrtKsWvMyiL83JpRuQ+CUHbwQ0fUMNHaIt9IRq2Xd1VCMX02txN/
qEpn/BbUptA2wzT0e6TShcaJpbxMXD+I69dRbcJXRW0LlW5e7j17Sv0Q5HGeOI0y4nBUNarxa9ad
hSZS1P2GgLEPd9HkUzyOJDw00SPIoztLi3vL9iy8ah09k5r7uPSgUJSUzStnEDPj29izLe22kk1U
t0MJGNCoECt7SVdPmzoZUKUr8bt9LInEdkXVE8KUtTo1dmto1bmJTapRJb3wYNuXPc+pNnjZjykF
J9TQKPMPWS+zfp4yKr+7oaHsRVjH5Vtn+mNJMy+EWtJmFVbpPRIsuRVFMzQ4h4uiTYEY7mWx9V47
lh8eUpx1WLYLmP62qA+EODg+zXkKFHNe9EPnZ9VvxZsR/Upa5DFiBZ0s2rXutV/kJBoyl+Sk+YLl
ZB/vGqlpv5qDqe0jedAkBBcr43ccJNO9MtTo4BaF0RCb5fgu2VOTxYTt4RigZQgmBxKYViYOltDT
Qe2mgsY0QmrPVdrsjHFQ5f0Y1bP8euspKVjnavzalYJsOGLqS0eM5vIBxRoNNLsc+dh1JLJXfpPZ
jyTKEoY/E97XpWMIVRXCyy3qP30+UFmTEIzEAFmclLOJSisKL9OEOxCo2PvGF8XYxVzdiF1VH8wn
uSk8B7uS4KuUpgq+U2anb/0mi1qHQnZNxoZr7p/bN9llivwW7fDSAwqgjybOLYTLO0aYOqGjoAmg
jrfly5CPAN2schDQpWfzQyjy/E2bqeH29rAfhNhApRWq+vTK5q7Z4kVIjLoYAk/zTig8aQ/YDZZn
KxOg63Va9aesNA88SBttfFp6btG3pdslqrf3U1l9wbouQzYG0v9YkvtxJM1jnOM1fPsnLleGriK3
uEEPU9V5fZe5Rlt5spJncXOKtS58jP062ZhdZDjqVMPqimeJwwoP6X8+KI5WEjUEKorU+S4/B7Lt
wLHatCPaNSInkvGAz3152ojBZrS2Rpf9vj3eMrycJ0l9kG7l/BG0JeioK+R2HISyO0mej3SaGmzB
p6OnmkvVHlDQyuzky5owkPI50uApoxNIAZQS4+X0SjXTR6XTulM/df1W1afGTcC1PgV52O0jXgan
ho+8UaywQqkm8vYBOR7SaIrsRNgYuw1NbMcIEmvDD4fqSNPREYDBb4Iwqh8sHIfdqR3Hldfwg50A
fGGOXt7aa0sAg5rUtRVoYX+K5VFHvEc1n6VAxlVdyKS9XLbeJuixof/HX0aZIxnqrzSUQUNfLhXl
lz5pyqw/WWVV7kdTEPYdWD8b/GnvRk2XrgT+H+yEGU1ozl4jCuSRRfTUxUlTK7iCnnxf/xRGckk3
1NecuLCOvjpWK6PNv/59eMFGQNHNpAo1Z/GkeIvZId3eU6YaTnUlwBYOAggE2JmufLgP5sR8KCYR
vVMBXFKBOwWAdjyUwylryt7BozQ9Nr3+ieeguSNFXzu8Hw5n8K2Q5pQAuC12N+GaaPihPJxwLk9R
PELzSQMOfRiF4jeFp3zlNH2whhTJQNYQpVH9W+IY86Hre2/KxhNyS8EWsHK+xXFO+vKP9yGvg2HN
WhTS3Eq//FJIfpgexkvjSWy0H7hGP1ty95c/Dn8ZQ5dtbo/11olabAtAvgrXEf1lbCgW2YgfmMZQ
gB45pcbYunKMMyp8pGnTRbW6G40i2PdEXLZgduGh60KUQzNlcI0g8506CRWnELXAzYgRbv+uZWZB
wQ1GDAkqhXr26tu19i5JssJEqNBcbU+C33XbwowUF+UZcy/mPPm3h7oqP8xjITIygzLh4oCqv1xv
mnNaGHpme2oJwW1A28LnEv+q+77Qi41S54AWlAEsqIXYCZ6P43FQ62LnTUVyaIjEd/+bn8O9QLme
hhDd0MufkyCDLOZq0FEPEMrDJPP0AtWYqTLqYI8Ttae6yxVA+GD2ZG9AA7edSreVsnqP+3y/Ap6S
r/c8q4MX3bzj5+BhsTpFh9G00QiUh0Fa34kdXAttIJS1ACS4OjbnthqkFLTHxMSXJuweh9CzdqWJ
jIaHjblTQSE1pibdWfRyHVOI5ad6SsyNVmjCY1tnyXFKZFj5kNQcIIA4KgeQmpsk71egQvMPvdzp
WOZRV1De5gNt4nJdWyvt8EL3u5OcTDC5ckt5jFVSrCBoRNsMLM9J6CPcqZF6uv1FF+Lg8xusAPVl
7SDYAcl5KwC/28xip1S80Hl34upABVwYp8/AUwmPBwNxH2hfbl3BZ+81kA3/Tdl5LTeObGv6VU7M
PXbAm4iZuQBBI8qQUkkqc4OoLgNvE/7p54N27zhFUEeYvupoVwATmSuX+Y3AcWE/Zs7XKPbVx3Yq
y89YLFtbiZRwowdyhK6SIblOohjbumfobWuSBCvBYecauvDaOtR3ZtX5sK1QY56csHix09ZGvUNT
GT1FtauEdXurgD0EWxBO29LU+01Tj+lZUlWxrzC7WMnrrreQDjRLZbTPEEzTlrCSJGwAzvbR+GrY
I9oEWtFTeEbGyve9DhmzgQ4N0pmyQI61qN3HupB7zNSn18Ao2g1mZpYLDCm/qZpeWgkZ7/wgqPdg
I5jlzSn8Aq0A85SKuZHl1xZEJ3rFHXIJuGp7H++b934QionqDNsmPM/ukH82igLGs1TiifIK9AUJ
HPhP7lQ6ZztT2u3HT7q+RkFKg8PFT5I8hNz08kmJZtXMPyq6751ykBOl2phK9liOxtGk+beyeNfn
kCE39qRM72ENk41cPsyhs6vUvtBeEzOxXCkY5Q3uQfW9rNDf85tYPoyFXHxO5Wmtx/LOzwSYB5oa
oCQj9uWCTlLdUsOH2qvTB9azCPTvSijLP6XIQYTXsvqVSP7O9yMpAXLMuJXGvb1IToSe200ZjNqr
nMmKh5eBtY9sxMJVyWxfPv6A7AhW7TK66aRdsO10dgVdssUnVMwhqMfYt15DO7gVVZnb26hugrum
oFkFM0S3noe4EclGTyT7U9GAH/F6pUvszdSb+dFRfdDlxUgS2jY6SS81kKHRH7ARW3OGIg+p6+X4
K+3a4KW2oGochK7Uiqfp1K+b2CkRKG4z5LGq2u5Qo8gH9PGw40YlPTLzPt7qEmkFlyj8e9euW/1o
9Yn1BBCSu0stHVcwaXxt8BX3xjEo6PaSqgJOlw6lsIony8+aFppCaEBaqbqnsk/R9Qh6Ft5V6UsJ
z5xC9YtZKNpwYw2j8iXUq6feGJLaNdQmToEOSenXWE/idm9DOmjcgKs0RbdyBE1fRrxbMAjpZiaU
o+GdYgiP2Q/lcCs3j0YMKJ+ey9ipB50r7LklUf/JTFo690M2IZJllf7LOCaOQ/0ud7C/gW4d5Wo2
mg/DDjVOgP4Wero16PwamL+zCelpKVw5aaO7VeGgQD1ERksrJaHluknMfngcK5nGnDFF5dzDCZLb
FttDgI1F8lVpR+kvogMNOAhhJfE0NQ9KMhH31dLshWsUSTi4jhpn30AK0YuZ+57Gphgn6WsOGBQD
Zx3RMtOM1NxNuTnBBtWTeKF924OBB0T1SZaH4LaRgnRfj0HzScj29E2xcJvfizBXShZJr2m66f1k
7m1AnzECm2MzbE0BQfMln6LKPxm9g2UH7ZvwQYo7c02Q751YAosGUIUD7ol5wSJXUug9l3Bpptc8
EpvGMssDzlX2rgk1aTdyzlwGV4jGyPHK0b6+AAy69zO+Fj6TTCV/GcOqyCjSIZScV8QG6sMoJyY5
4ipL4jpezcRXGq/zRBSQ2+JMl/rkS13RSK+kZ80RDQKxV/tCQulmtk4w9LVM+Dpg8TzyXwifcwG3
NDHpCz+0IruTXksbBLNfIG/TCe1BQDfcrcWrq3DFoxh3QX1y5qtg/ul/pESKD010qC3pNRJWeBs6
yrRV6Gh6stUw2qk0yQtiJ3iKm6g5NXqT/w7KIPMco9e82CylNYLaJe5yztDm18G4BeAc89Xl5IdJ
X0uaoEqvNS6bXhNW0VnU/niEHYB1peZXO45+6E56YBxrpBo2Nrt700zRWk/gvY0FBJRbmCqTuc0i
iVFyKYkCNQg+95KUeK0+0ahE7cD9ePnf+dDcwRQ9wIDgRCwJYXSp66i3GvNVDUOYPloabsWogmEu
Eez6+FHv/CAkDXBDRAdlJk4vbnvfMEep8FvnNU5b/UYN8sQrsXFb+UELhNXbBzTnNgoepljn0cO5
3E+IuSd2l8Dt0VVc+uQWKYghy8SOEDxuVYfBhZmH6nYKesUVxWQgDTFK549/6oIB8PYSYGnwUgUW
TsZmLqJRXNVJogV1+NkPO1D9wsr9O6ocZBeySC8CwAvzNaniusNUpC1fJii1qOtZkv2iOhJkkY/f
Zw5ClynBTHmBgAJVHy/IZdqNQIcc+GEBvdFCzGcD0yqodupUGrNRih9hxpC2jXwUVeAE//jRDOm4
y21aiVQ+S5J8oNrDkBM3XyUFsbqImdUG0LqzEUn2NRHar6HQpe3Hv3builz+WiQHnFkoACgxV8Gi
vIulVjanmadeDaP2KwUUPHMcRPUa6qkEgsFHUYURAlaDG9OI1GRT5EDFVnLb690OkRkUIxhYoIxA
Jy+3oVm0ThQB8nqNZYSu9SYWeILBQ/j4p77TtLl8zKJDNJkAT+KMx1ROyaTKtErXInTcWpWqnC0p
S0/JYNcvWQoiVkVjxqNisdw0icKHsjahALZjdRqr2F4pwRYo1vkEEEm5Ghk6q9xXy4/QCl+Z2khG
P1M1ix3/WXqvI44DFi8s71JzcrYJ5CQvirJ6kwdtSkN3Gr5JajXASo5jTwn6YKX4fG+xaHvPcQ68
J9JEi41RV44/Bd0wk120fp9ATtn6c54rpSOqSGPHyCXHN7Cx+19giZ1TqfemR55IzB+Q39FtkbqN
Y/f/ODBSv71NgbhzHYLX5VYp/EA1mTAxBuq03qVdmnklpLyVU/HW318cCyrHOVmhMABksrhQwgye
4xCVMAqkLH6Wqkn6rUZqOW6jSkll0PJIQ4WMkr2g1aYced283WtyjGtTGWqx46q6cM4O495HCbSI
5YkywislHmTkuPzBWuk2vfe6SA6wMDBd6FYbiziuhL5l5okdf9bGxH6YJsZz0pgED0R3NBUmADKa
JYknrFijozGSMIRjlx11GUXexNTFrqjkci+bsJmNto4RyIywDxwAKqwc9Pd2FT1n9D+YpiHMuBTD
Hi1aXaE62K/liBixlGa4QaVqhWS8kP4KBr/7GQ61/rUI0gax7obc3RAYEtCWqmfVDGi7RkEfh37R
PwOtz2eQgAuQirEV7S7rin41xa2kx4Pz2iSQKo28z71Al/BNKpxwZQ+/0xxEd4TUe+7UIgC6TCQi
CXd2p53811K2s5tERZm41EW/gVFhbpkrlZsE+gou4ca0D8FU7EXqB6cKlvFGiMned0hn7qoIIecO
/85jRiPiqWrRlE1JXl66ym7Qpu1lwBAyf2hgx1vHanF8DLL09eOYeh25mZJpNsAu0O4MZhchtezC
QkZDJfmcgJs49FZoH5Wi+P7xQ+bde3kYZ4wXaaYF+BxU6WJ367qvDFIvJ5/DAae/MMgMj5Zn69WK
Pa5l2Nf3IbgfJiLsAM4/+NvL+KLGUT5KgZ98LpXQdKtWVj0pzuu7OiuarcyxOEikU3dFWdeepA3y
0fKHjm5ii6MkkWsbTJl5gm+pbO3MFJ4VxMFWaA5iwUzGPgXytEqkn3P+xerQ6geZhtcawgFLZRO6
0GlQ5lP8mYzRBOvsR+mXDDE31XX6rk9mpEl1AlZRfjZabmFXdpL0pqvFADZGH1sYPnq5K4civOv9
0X82esvHP8iIsydCyEDz05iS1y70ncc+K5N7aSAEudNIv2Kbq2X4BLlChr+fVIhTqa3m38WOX2UY
oDUI3wRCRN9pbWYhuMuIbdLQb1dYY9NzsmjYWPwRRzvJs4ZKu8s+1bpd4WSHRG29MZsBgwBHqJCn
OLcKB2LABD5X0varXAU4TUUpwlwrIeq95ST7IvSDF51z8MsNIJDcSrkR489GroRY5ma1V9KQ+qtP
inDLs/8pCn/GzQGKRxKKpsuMKL98njRLsim6FMP+MU1Pq1BltZFH2uh67WzVcRhWavB3cn6mmfPs
D2YFwWcJXC8GyZpKJW6Q7xAqPZvRdj6HrTU+d30XVluLWf89rH7Yv1maSqB95AgBny5P/TUNQOX6
sDn0tVE2YaLPsMRZHGz+RCS0K6n7TE+lvsl1WX8u7N7ZlX15NGEQHUk9jDO0Adkt7OBHFQLbxjuj
3MltXd9MihFs5ZGj5gxKT7pciD0dUQwO++kbBc+aG9BVGALbyM0AEIGyTDGWjiE2mPIhjRuEEGBR
Wjh8Fcnk9tnfyfA/0lk7lb/yT03961dz/7383/P/+qPA0DtCx+bN5f6//+4++lEXovjdLP+ri/9J
/N+3fx38KrzvzfeLv9nmNAPGx/ZXPT79ErTC3h7w93/5//sv/+vX25/yPJa//s//+lG0gG/50+hT
5n8qp80zuQ901upf+Y/wv87EtvwXUWH5f/5Hc03T/0WpCO8J+D/yixqp2b+V1yS64/9ivszWBgqj
oHHI2f6P9Jr1L+h17HaOGmKBM0j2D+k161/z6B38KueevwLI/M8izG8TFDnr9z+aXS/1iOgHzsqW
APJNYISQxhcnuokHpYnifrzvo9bfVWUibps+bk92hyJrUvfdfTs0/VZRGE+Q2EzHNi/ACclJ6vU1
EtmxUQ6elgoKcj2UdxJENbed0uxYmTJmZGHUPkeZiVhkPr3WQ/tSjdH3Ph7aZ+5EfS8baJVKEp3n
Pz7G3z/zIwU3CnOOKHoJXPZznbhs3vXUu6hBACtGq9m+qZxO/lZ2lcsQXNqnWeUDZJxOVZoUW6sf
alBRiX4sq2KN070YC8Ih4DUA55LizcnAFZHRjEwnZhYi309ht/tiV2N+zqshLg4dsMLcroedMvjo
Ugew4L/M+r8A31AL+EoXzHRHU6eOSQU2fUrx3Icj9tyFOUKVg4I0HbIEBLvLyBuDReaHP/Kq7e9y
J9umZYRUfy4b8c2gwV6Qwim+MQ2h39V1VeDPUnBPuU0bD8KtELZzFTV1yPgbCSBWYq+ZEC/y6LdF
gAilIS43V+5XlgR1FbajUtXDPeNs7SkNmmqilnWk1i10Uf1WolA13S7FGhF6PH6AQ+/rR4CIp1Ct
HFfpJyG4w7P4K01erVtpY7zzdpwwDihwcJoz5IaXd5oz6uUwK6fep2Pov+ZpiL6whazunlGtjrlS
b4wQBrXgFAflcEyBCzE/KSYdNe4hwLak12+DtNML18a4aKXddJmxzis38yXZNhgSzTpti86aiIRj
JrXo7+so/tYweth0Nr5uHx+WN/2M/07K3p5CK4dabFYbpwtN5PuzUdv5RlAblI33co4fa133zVs1
4QL7+JRUVXMExjX9ApwlbcNJNuEqgdzYZWWTPWdpEUSolGK15zITAB+Kz0fnQW5J8J/VpL3WTN1z
o+UVk2jHih9MEUde43fKVjAh3JVtaAyuzpT7VOZO5BqD7XSgbkv7M2Qh/ZM+2Nk3K6u/RUY3BQDS
ECdxfTH3XbCT7JkwI0zLQFH1hIV1y5SY1U92YOLJugr+9uOFemerzDkP4Cf4uwhCLGkc9dSrRRwO
OFC1RfNFTUZ9ntmib+QKRZPAzEVi55vdTheorm2sqbU+mWGFH7mglHS8/hlsdR2nP1dea96hl98P
Xi1bhPGuySx5SS4TQjRJXzrjfV7iPC6hGnmfjGbmAbXEVbRHyBHx2P5mKrr+FawrTY/YsA5jmmRf
Vt6Ee2n5JtwojLPps89z5kWOhGNDEOclFjISsyI+c2oEHvJSfCSgRgxghWbu4qDAalQp5PEbXXq8
fwrBAiazfM82MU2B8vs4mN7Hb3bZJ0W1i/2N6gJgG4zbDXgZl1tcUDYU5uR3j4B9CaKWlDCKQ1Wk
1uXRk4mRjG9XG9bzufnzu/BQmhzUT5wrmBNXsx3bwlF3RNeA20He16gaxjVk0LxLvLhyIk9G6N9t
qiC6KZNXhRmd1mUcAeSLVwrFZRjhRVAqoD9EfJsFNhafRRoM+hS9KT+KQau+6kMawq+p85VOwSJZ
nxcZmVjsLmf1DhAGy3JUklQjaatAeRxloTFWSqWtqLLwdvJl2xtBm+EGrH0rLUTAhONE3+Ksz9cK
hsu89+0d5rwJDh+S7GRdi5bb5JAiibwlhxwgmoKsL3e9LoutpXIqQst+6Bzr3hZmfLB8FQ9Ap/Ox
AUkeUBwgR/Ydq3JlDX6Ar/t/axL/j7nWAoQ2vxuyOW9DPj4Hg8Xlu8XCaNXUTx8dpOOoGPXI0zI8
qMJRidwpxsjETKpiW4aN8RQJwI6B0hrbJPVtt4vHZuVIXNYzf78N+8Emw2S0+kaC/mM8pwf5MGSy
lj4qGZJZCKdh34h6lmd7D02gm5+MTB82iLzIa59oGa7eluGPB89F7Z8PVvNWU2M5fRz6rHa1Usjb
QUYJvcry6gVRNlgXeYlnqQX1oC2hZkRavrMZFa7t18vqmRWgGcQ+ZXJFHq1etWoGSOVDPkjho4We
reuTwHvlkDcHv9WKxzzOC9gnoClyyc+Ruf8KTeGryI3dUMOc6MVknTFl1O7NaZh2fZjWK9/n+jjx
esq8mSntuZXfRlF/rFMrOVrjW3H0qAUt1uKIbz322nQwBjO4VeKeS6eW24eYIu/W7DBKUZifrrzD
vCMvIhivgNSIBpadgoMi4fJToQ4bh0C5okdZ9x+q0ZCf9GAstgzn/BvRKAoer374YFdWuZL4vPdp
ZsTqPOYDsv+2Nn/8dpV/HGSTz4PhxO+0lu2BnFa0cSQr3JlpsCbf8NYxvfqlsCZJQhA2ByF++UvH
FBaWXsfxo+GkYtP5cX9TmfjOBFVm3kQNXpClwG4ma5H7782h2dSTHe17GS3/Vqqk4yD336o4bndj
XeVb1C6xpVCCypPjQvf60h+/iTAzgVU2r2ZdKrvA1IKVxvq7a0Yey0BunktdpXFRpEx11EaPattG
WymBxBul8ZeYqZGrZPoaxuvqSp33Bnxu7lU40/D1LlfMHmS/laY0fqxC69kXSbcvMzvcyVP4VxE7
d2Av11i7Cxb9fGA5qgjpz7M/qLRvLZo/doWRRFMayk70GBtQglNf/SLXwr/po5Dmp8AmJ7KaXZ0U
T4794BjFQ9RHzV3RtPuabslWdYXEyn+cWFwvOr0wihUcIuYhwbLPkgdWB2mbGKIIxHr1wnpV1e5x
gvbpTX6xBvBfEHz+vQL2mxIe6efc3Llc9Kkrk6Ydm+gxlyYj3dR9zPhKMgK4XfUw1T8xkTnTwkNX
NCLnSlVsmCNMJgWWguG07zA4QNbYOHTBaLzYvpF+Z7mNcSVPXhBS3t4SETMmUYZJI9BZjieoBrIq
6qf4kTm4duoGZXppuj68CZ20xegJOA8GV2mRQrUDexZT8KGKAcqe+Zhixtqn3ujaB8VJ0x92UKHz
BogN31Vhtrqnily7zxujugtMaXzMU0P98vEXfZN8uAwFBDzGPTQ4Z4r8Erdi2X5B7ZEHj2k+Tq5f
2dU2BU98wD9Rxc1d0TxKC3WTtZHqBUmyBwKt3Y5Aar+YvuIcxl7Fz61IDnWFZ5TaxqFHbhluSnkA
kWBZrmon/VGV+gpSXsOMRMEjnnjqDL7v6TU2qkVn6Btq8l9B3ktHo35CPzn55BtO6ek66OkqlT4N
SaM+hHk9oL4OUK/HH2dX5WaKXrSDTwetPyBwVEQra8P2Wi6NQ9seIXUUYGRjTjT/OID02OXAGibp
PKKO4qqZABEIdm1FruTK/GOGEVNgMXsDrUPGvizJA6EUClryj8KqRk83SutGzfEESriLvLpVGFwm
GAQKSZk+xbS1MBOL2lNR9s+hn0/3QG2LY+qkuKfp5XfVyl7ahLEm9+yzOQ5f/T4LQYlkW1lUyESq
jb/3VfpQescnqWrAiv940QhbcwFPl95CxOZy0WCegVsWinTWRCK5U41rgTOF8Y+Pn/JOukAcwo6I
ieosmrUMjr5U0hCTTYQTIw6W31kktQG6cvgnnHTRnGKQX7vez8tZ2//eqI1s5f5ZDHbnYz+PohhF
myQsKhnu5Q+VG6Q1htHIzlVnPUfl3jIeJB8n1b9iPOiqxtoKK7kFBeb0OFKOw51WOft+aO/L8Heg
YmgdOys6+oue/d9vBDgGqAaZFLJIl280VXTtA3nIzlPQaAfNt7BUHiMV54bZF45Jzq1dRPJzV1UZ
QUfgudWY00b2u8KTUWDZagNqlEgjxj8lIfzjmEmZGwRGuy2VICbhWtVfnQ/Q5QGbLxOKF1SHUOZY
Rk4AynoFOjQ7d6pmbMeeOWvkgG/9eK9cFUl8KLrOb8YdEOGXYkopht4NQ5PsbL8JE7V9sEkVuM3+
CIng40dd34/Mb+b0GqITyK3lngi7yMTg1onP4OgCTx0b8Jp+lrkRClWbRJPXvvg7P+2/n4dgweKC
VPU4rjszSs5xat8AdCQGaM2tSJyZ9LgttfA+t8tjqmHom5ku0OOqy/f9jFfuqmOwZn5wVWNBJZ2h
H3PnH5HmpbhckDVNPYx1ei4T5pSlkW8UPQ73fdGFBxUKNz7umImQ5qPzLQ3+9uO1f2f7W/S5EBya
SUZE60XXw6gZhFXGEJ8jXZ/2plXXn/yxsu4trT+GErMymFDafa9L7Sxx0zoHbYSDlEvBXd4J5kUS
s8/jmNTKIZCF4+a+OhykcgzunSaO7hrFf/74ha/LDZgJEO8Q49PB+y4bWUVp+ppGU+8sphGbAPgW
G7OLDS/XTXkTpJiQC0s6FTZ89o8f/E7wpHVBs4Z2zdw7WEpPoGLVsz/88ExDcdzBMXnqbH166Tr1
p2wH0+dGYa6r1bIGDH4myKVGtvIK1xuXN5h3ygztQM1+EaqAR4E466bw7AjxlJe1eq6FWrp9nucr
q7xAcM1RkUexwpzIeQS/1OIZ47ivcNrgUUNxiK2y32Axot23UiFurUw80Ik1H8Ku9Uqm5G0JsK52
UlQh1IcWL7GV3/3ON4e1OvuzEPggEM1NtD9SCrW3zKnVxuisoTzo4qEjHmwzMR5Ve/oSITddm3n2
SUY69NvHn/w60pLE0PqYEz2YG0sJIOBUVWWpIj4rPl6CEmrLGziYazC+6/DH15zbC3TFUPdd0sIK
gS5CouXhOa6H7saJg35jhEm5nUz9k1DGFYzzO3uIyA7SGot2Qu1SdkavzKRv8iI+S5XznOZ1ssMs
COk6R+tvPl696+KPMtlG+B2tQQWJg0WYrdWqH0SSxueuV34WyHxsFV+tXwM7/ZGOjfwTPNGafOZ7
P46H/huLz1RtkUYVVZSpfSxFZyXWpDtTE6+BY0qH1JR/ffzb3vlms1MbIA36/LNq5eWODKEAT4K7
+QRbBV5q2pgHMxp+tWpf3o4yUrkfP+6damlulrM3SFFY0aUWl1KmPr0mVTlNYW7dA3ytd3YYTQ+M
vWh4GGiao7l3CBNrumN8Zx8rhlhfwBZ7dVRZN3Xoq4c6MCYGLLUV/GibZti35fBbC4fkKa6wY8um
JFpBgb7z/QlV8yYjR4H7tPgYaljZvqkX2qlGaNMruzJ+lAr9rrFINvNaEt7gFGsWJ+8uFOpxzNNp
V9I+XXyY0Y9KWMiVejKSfD/KwbERz0n7W5PUXyRUhyZEP2T0XR37X7mDLBkHEfbOR93fizxzEZx4
sScJAZjG3IDSOsR9uxJTrleFYEJHBAYqxxB4+OXOyXzQsjHX51kt5HPbOk+il7WHSrXvdLnOnvq8
ClfSq+soNtepMxyF4oKe6iLlLksxSVXlB2caaTHsJShhaHq1+4+36AL1Pt8YF49Zth1yMv6+MK3g
bIIurxsvcdJjZzjYP9rKFzOdvkyg+LJAuqv14S+A82vjm9UXWKysMUaBFnVOcGZ37KReM13cWGSX
onDXluquc8B6pc6XzD/6ZoA/FHytj5fgOiiQlrDbka0mdsGfufy0vV8leqcVRB/cXtw+5llj+1sJ
9MLLxOePn/XWbLysAlhx9Ero5DGzuRropY2GO68qB2etip9khSQsLY3AHfNM7Tbop+z0Ma5/U7ng
aEQz+qsiV/Zto5v5QReE4kTBj500x7kTYyD/jpvSxDI3laBmlXb1qxQ+PXYI5a/0F6CRQZjeS1bC
NEzXh+xWciBne36KzKRF+3kLVwVD1yEd72MY1DsVBeMH1U7Lnd9l5l9IhqLCVI7+F2Bw/p3NR1oJ
Ne99e06UPQdjVoXu7OXS+1rVOkkZRecWZ0qEsKZfNtPqo69KO61T26NhdTTgp4jOlgWrkGm28oIJ
zOHjj3KdpzBdpaymxHbmUeJ8Pf2RpzSyTsO3VsKzwTbc9HHy25mqaN/VfXJHlVN5iCj9zNJG/v2P
n0sCAUwIajm4ySWSRTWGKchFF5yD0hzRUdW1x6K1gyfw7WeZJO5mALp5yOPGuv34we90Wxnj6TPh
YiZcM9O9/MWFhJNwxUzhLKuM7jDF+N34WexlmpqWAHWjiLux949OKb3KeLs8juqo7hWC0SluwnBr
iAjIUKmfYtt6XHk1jUcvDghvNIu40aMD5LdIGiMpr+cekXOKHfV7SS9kU35WgQV8MenUb5Ih+WQ2
yR0iXabbqxlSmskvAeX5Hpj5GgPnnQg8d1xodcJAcCCFLFapFkFtGrFzihBe+e4UU+IiXp6s7ILr
5Ie5IVcLqSS9b2U5CyrSiKbv5NunrGhPHRYfmCs79b7vanPNMe2dSwyAKtUqLVwCnTGv/R8bXc0n
LTLV3j9ltNu2idPFuwAAq1tZZudVWtFt0lJd8yJ4p3fEAWf1gNeSKUOsuXxqXqkRaMjQOclZUpQg
QnRjIwo87Qo9+pqMteVmnRnu03Yk/GIj4Hv95D9qkx2iIF5hT9zUFtyjppSOiEjD1i1t+bdo13Qe
3gtGoPnozXASYVosMeRTj6zTJGf2CV5ydijUysQ7Hq2JplbbzwSQ77milXdDM8pH3sq+sSu53sRt
+GPlBFx3FtCN4XTOrsI0S5dJqpNIktIgX3dup7z8jGt0ekMBGZOK1b03Mtv1TIq1g2r6L5I+9ng0
w0/HQ2VTSoi/ZZBD1CE27nppRHl5SqPdUIaFmyNbdZum4ZqYwtXtOTNcqazJ2nCLQhjt8usqgLm1
gmBylquh3chDTee/iV8cVNs2wwTu5+PVudrCPA6teuI0yRiJ9fw6f2zhhFLB730toIRuY5CNU7Yb
JLvy7DpPd2YIk5xLN12Jl1eBYH7oTIVD62kWYV/8xpotDDWJh/Z0Yjb0plO3brJx5Rp6G8tfhD4N
zV6WcNYmcmRr6blH3WoWslw6p0TEe9oktLVzwL2x27Y3TmRh3615WbDv219pd1tIN0Min7ruRS0K
5izlrTQkXuBWP4ao30Pn3hnli+8g+hx1/HXVbOadNeFMk/USvICnL5mhdW7JU5UV0qlhcLC1su7J
mup4P9dBzwDpkgNO0ZI31s6ThdfmscuSOVHxmV3J6DHS6petQ+TY5kr1eh1tkLrgc/G1qJfxD1yU
r1TkST+gQXBumaZjdu5Hh4Ai6abuahd3reSgl0yDKRmCB1uO472jcKr0Pmz3DfipwG1su0X0kkVD
pvtXwDTyERjYtJJ2X50aVAD4znQQGS/SsJlX949trAdl3Sihoj6NjOZ3Wf5X0DyKmcGVRv2aqNd1
U4iaikSDA8rwS6dBtHhYglzNGFDHlZJtnupCP1nR0LvVG6M/KK1jaAr1ds539cKOcYBXUNTJ5L+0
FoK0xLxx9/EZvq72DIqHec7ERTRrKS6+kT21DimI6pxbHW+KoRUTjltyQJMS7NBTO/XRfd05X/E6
Uve9DcUKQ1EVg19D4xtWQ7avDNRPfaMSz2h1tz9KsPuTK/sNVsNaG/ju6Ni/ATKv4r6uPhsvTgtx
lh9hDn9VpupJOU0YMepn1Ni20xBZG0ktHhnQcV0wAPp4md57GLhNelkkIfMDLz8bcKxAT2tDP2dJ
Mt6ZBkarfs60sTE5Ogjsrfm/X51ofhzNFx04G6eUvXL5PBgxDG/7lh8HTNktVSf1rE5ei3LvPoVd
iI4LOxG83uVTsgz+vV2b+hnRw2HTlRUAHEdb1UKYt9BFLCUC0AHkGkVablYGu3yMZWUxrJHBOmeK
2t3JUtO+FEnQe63ojSdby2W6nhkVRmxNkisEvqINWEtr20sgY7at0iqOC1SqOxckJ7Nbwej/tprR
+mKPwv/UtzVaH0Euz4pjJKybNKR9QxUn97nbDbW9Va0ieLCSLHkB/g3GJxqEqN2Bkv4wBgOyIEBu
Ac2NBf4AZCXZTVzbgxtI/P0GCGf53Qm7QynTxt04fq3WmylQw9KtzE6RNnGXqh4DEp8LEOxlUpqc
EEVqtqiuKDtfT8HDl0E0BG5npb4HZ80IVs7w1ebkplKJYDNolhtxmRtTtUxhWzryWY/yCGYZLKim
FDpvhRa2xqBh5TBoV1kRMHsEmyAszn0YTJkuP2iTGUnXpMN0Ujr5aFtflU771rT2XRSmgJRrN4iP
lf2tCMenPk1cBaR3FacHbUBhxdnQMN2qWnNQe6SlLOgnv1P9F0NhZsUqc+HILat01zBVjnzJS9VH
VHzdJA5vSwZJOU27THqxu7HZMI55bLE8LZR8K6eS1/Qr8/GrYmD+lcz/8EGBFAVw+/JXtiTvvdyX
06kdOyp9tRZ3Q1ClP6Ope/44urz7JOgT/x6MMNq9fFIfaGFnh/p0QqJ1/MyQ+5adnd9MTZNuP37S
dbXJj6KhTJELIQXWxiKQgQhUfNOpplNhDKAf9R8iTR9tEyBg0aF6hxyeiy3L76j296Eh3DROzz2X
chL2XmnTwJfXnK6usTbzG3EpkkeiT0hJdPnjUSOPcNsNp1MoLOSoW1W/KdQudK1G9wMXuFy5rdXB
3GepYmNImTGrMY8Cc8KTNki5Zyl0SzqztB8srYQL3Kf1ysD9Kkoit6Gg90tqzTsSly9fsJAp/qzC
Uk7S5MQ3hl2RASbivPJhrhofPIW8dv4yzEkQL798Stc7DTQMVT4l1H07Re2haY5Oatz05KJuE/r2
17ZwzlrhqAczhSbpTzIYORgq+9n/OuTIt9Y9nMyffTgjoqIo5FMmCqLEkp6tbKM3BMpFSCfb5Ftx
+RLPybcXZyOJ9VLRQ6k9WSa3YOfE0d7ScVbJlAk9AHkQ6dFBruM+wnvehccs74tahOchr8NXP9Dq
cwr5cW8YtbhxFCm8U4Y8Cdy6dtDUq9txE5bCgczXZpuOAbtbRFaw71pLslwN3RO3K3TaZnKK+a9e
oIeoTTsnz8SPRBU6ewb97v/H2XntNo5kYfiJCDCHW2XJsim73fGGcIchizmnp9+PvmpRhoheYHZn
gd6ZEiue8IdjYXg+appDvU+dGH8dpYMdNFhiRxlBPbLPu21Qh+WmH1Rxovn4JxlEs29zrf4khs7e
SSJ4tgfFYSPmivjR9bKD8nuW7Wjo91uvNZ54tc8VxP59IyVLtlozOjilYGSGIU/TzJ6STyK06+2Q
R6WQI63uXTNTed4co/af0ZNedb43gvgv5E1fDQgth94T3XfLFbo+PAAfFJdyLGxXy8k6m8QSe1zd
sLjXnOyhbgK4HJXfP+XgSx4GL7L+6EqibSj4y6tCyqsDytDtwsa+fStoJBD88xfIH8od1x+CZEJk
DEHQuaXRKWgNk4iwfdt9mSryH3bXr6IWXrKqh7beRX2pLCEVpnMz26mTuiACGZOcBjn89fjw5VWn
kpPWVcPQ+qJI0LyE1dunviMiJQAZ9koois+N4Vc/KokspenLTaV43cpvbLG5f8rfW+uzXwM1C8gV
YgIT8HZ22Q2+prZNXlsuzL7wiLoCOFd7NKyz2Q8vI/bSsHJQgd9EYatRag+rt6TJml9KEw8vNByq
V63F7SohOHwMS9l5Rpkmexi01HqSqiRxA92JdnDEcJvKsTyhNx3u6hErKTTtSG2cAeJDXgV01RO9
NI6qqM0fAMCDT2meIxx3/2NvwpIJrQkKneicWtpN6zfTfEqepd24mpKXuzCpQhfMTbgHAaysywKB
0Pvj3fCGEJSjx0wZEsQsuJu5ZEoHtj6H32G7iidVOwsC/A8SCP9ROHnlNlEpb8JSaXbs/nav9yNi
tLHe/m4CK3sDhVduuVHVtTpAm7v/w24eEAoINMDpSwM3us1UhlYL9RQRLjcvaHK2UWYec7VbEgqa
nqGrrUXXZEq26RWTpqDAcL3RNSUNZVWMjuuo9WObocBVq90pzXLl5/3P+XggMkUKiCAp5o3UMAmM
uA1Mx8X/Jn00LfzEkAeo9nmlLonD3WanfBRgvqnb/l4kn6b2r9wcVWdtsNXYdqV2SH6naag9k4PK
3030iFwnHINzPIhvmhQXG3zNpgAxcVBUGIyVMybVD0mSQpC5uXkYkiHhaZFChA2l9tCRhLcrjZLi
KoFw/uf+DN285e+kYVrbKpoBdAxnv3poYjvM2tp25RTji15WsIUXGqpnPeoL58genEfJSIfPYxEF
Cy/zTU2OoSfINhuBegZH4XrC2swISPQix0WZMdzK3YuFMu6msz2qZGawigZvqfr00ceizElNg7rr
rdVAafhCi1DCdDmd0QZLBnPT5qn/xLIifQMtLzjb9JbqlRn0SxWmdwDEbNNTl+LQ056leTNPLfsS
a54oq2y3FoPyCVvWbqUFTb0ZSzt7jNpG2YnKc3aDXdb5yrftcWOgCr1OtQqH6b4gbPCL9twZJa26
YpB/jOFEk0H6tkAfuklII9GvXpUjVMgmquWzMkYYpHWqvMmxZ0QORwT22pA6CdBJrUrrnmlH/yh9
QwMFHnQwxLu2KgdXqvu1Ty2nWlehVOP4npfpFh1NHSsVx0EyIErFoZSFOGGxkSNUCX1Yt72jlxb5
MfTb+jF0IoSIi06HV6dC0Ujsflibjay93t+774YA11MKTX4CChGCQEcxZkWBsAyw/Wgizc0kzVh1
ooXDWCTVo0hGTFuMGr2vmpl9IKT/XNSxsg5rU2xyA+ANoeInNLtwNIB9B4m1ASbgJV31aHkYq+IB
uYRVuL2K+K1AFIA+UlfDYO16tyut2UiViGl+xZXy5tnpVsNf55s/ipf7s3L7ltGDQEpQnrpD/M/Z
u90jHArsp9ZcZbwQq4JR7SzrUKv562AqCxHT7XPBABNulCcTrNr8frUydFe02NBcwHLtk1LVxhpb
N2nzz1/E28wiUUkHgTPH+Zi9iuScLmluMaiEX20jb7EL+xnoSM5aHsCD+8N98FFA2ensc5MDwJk7
gRdK0hS2TptylDranFbj0VHzumZhnW4RhtRo+S7U62zeJmSsr3fEgB5SY5IeuLLv/zAaDBZXgwfv
r5LrcCWb+YMYeoSz+7jchlWiP6tB9On+l76HGbMDREcElAgBPLAmebYp474eO6UYNbceo2irJXF3
GFNhX2rDewZNMXyHkMeLYJRZ/EXJTRSiKdr3DrTvJhy0x1INvgpj6B4hMDQPxdD1O6mW7b1mR9nO
yb3q4iuZvwpGvT16cUfdrq0ehhiivF/Cz67UfG23yUMYwcyJwWujvQCMZlXCXN6UvghOYapkS6HX
VMKbfTNO8vRMeKZJluc5chkM2HE7je6KpDFXo2X15zgjwtKiWHV9yy6+lpJzoSDFjUejAFSDYrXf
70/8TaZBMAB9j0iLHBpu6mzejcCnJo25smvDTTo2htFQlk70hyyxm02S1m+1Uac7wMquWQza/v7g
H9xEGoaAbDvSeHArswsiU1CJ6qxcc+PAOKttrcYrVBEfG70EkXx/qA+OEok3OnfwmZEumNeiFUsM
gxRmtpt1g/jpO+mPog3khV380UFiGQkjeV+pS1jTjfhX5CWZuSxJGqNogwm/Ju5wrnBQ26QhOnWQ
qvBsoaiL4V5qYQXv/SkiaDv3P/Q2slCoCUGnQEaMSNOYpW5RKGl2oyWOi8b4WdWHJ3VIkmdzEo0d
iiw5OyFPYpK3CyHUB/MLh2Eq9xBOT5ox118+1hONPSG+zZJI2eWOr2z9XFoK1z8cBQdr7no2KxDh
61ESJWkxD/AcV4J3eomFfNaUPn6+P4MfpESwwzjfEy1/apfMptBofKdqetN281i70CT0Vwr8nZMW
5PkZt4LiRcv04VG32i8IS8vPaIgbO6+yql2sp90xsvz61Bj1wgN3e1BVKqoQgdHBwGBgjtYtlIGW
EbAst9WHH1Jb1Q9hAXvQc7IW2yi5jtaa2UEOD7mCTpKn2wtv0e2+4nV1GB7RANZ3TiYsbdlXIoWk
Qvfq4dSlXbap6kJgS/pcVJtSStMNNcslZNO0oNdXJBQBAqup3YI4wvxligMh20OhWK41Zt/iqAVt
ho5F1oUvdG7fNKn9R/sTakgU6UmF6bsiTjaZoFxvsaiNFB+LotElNmv2A94s+xwZxwm9WT4qpr+z
7FLBpQOh+Box0W0uYxCGX/KZtn2zVIf54PMhp5AlcG1BOJvnRLKUd6Sn3M5NnhpbOeSNWtlYEP6I
6Ks8VNh5uHVqK79lx5cQL2jWA4LNDpp1wxr6uPZFn+QjVG9MtoUuB5dcQ9gadDJEy/tH5vZcYt4A
u5feGxYY6CxfT1qInqpcqISUii7Mi+mkj3HTBAsn4BbfgjQ2O3xieyMwyYt1PQqQ4yZU6JW5Pkaw
McL2VbAORd3vkqF+CPD83hj1OGzTRlZ3jtZ8qkYc43D/c/67/7W3LXqHHFWTAdvROSIanOWLOKg0
RLGS4naDEh39cMyOuW6Q/lBACtuVI+X6Dw9l0I2ZNtE+rqzhIrTi2Dh+9b3yc/vRyZHEJOMryWqG
tEiOvpokJ6dZyqlvLw0iCxmG2eR8QiFvdl+atHsrKVRMd1Sl8Y9foZ+Utcom9fTVoFmHoA8/x0o1
/sgQw1rYEu+lk+ujy9hUDzlRU7t5jquRmlELO6c3XccJV1REznWh5avIQWNLOo3jrzL5XbT9ryy0
V8DTjqnZnGzKEat0JMyDzOLYxz58tOpq1doPoYmkQB2sKqP9IznG8f6C3sYh7F2kFgDQospF1eR6
YwVBBjLQD/SnwNb/S1uRPyVIQW4cvQ0WRrpNiabkAf77FO3AupwdFNkPKynJO+0pVwZ9V2iJtuti
K9tWwC22VCnshWjg3YFgvgpUsKmJTyhpeQ4Nlbg/s0GrTdf3nui652W+zYbgV6B/kxJlI1DeRrb8
oU3Tc2bE/RqlGxwkftbG+Gz61UMlHUwbMaFXCclNCc9bR34q1UdhP5stkNYgJtXVNqVD8xmRpR6Y
a18d6mzfStbSfvogtoLXQJxqaWg7o4Yw3UF/xVakz2Nq8hcVrOBLUBrRRhrLEqWrJn/2PTva4E/r
fWtMpcJAEYZntSjTf3sbE6ujQkVF/j0bmy0eOluq44em6pqdUM55LD0nmrNtOv1RQSr2iH/f5/v7
8j36nq8e2QHIYhoaEPhn8aSv1GYZ9D75poHKsFFuMc/eBAioR1W1jZoXGzi9LoH5lsVuHNJ1E4A9
NLNjUmRffNlcF+NLb+dr2TgF3jnTccKQcnfot3WEn0qtHmJtDVkb2Z/65f4v/+CuZq4gJnFSUX4n
hb1erULOrDSINNUlce2fgiSLXvy2D10rr5Q1zwVPqNX6WwN58n1V6cbWE6rYVCNI7/u/5N1XdDaH
lFAodIE+I7ucvxo9BmZ2GyQ6im0jjX39IbSldZ6ol0h0Wyd6UcLnpAk3thQciqE+cohoxQ/Yixdb
qjIXJ9ipgXRp8y+9dAKaaJRfQmlf4vvS2r+E/GSgXJdftCh7Nf0Cw/IU8V71i0iPpizxf/FdK6y2
ofzUlO1GSelc+AFIgzr65anGvlDHZ0jrn+K0wCemptEwStaXtHEeJ2o+ycESSX4SdZwFVFg9UlVH
NIUaBmze63WZDGoMJW9lt0T8SJe4WfFHMaOvUt+tG6ILYV2G8JWSWkU3L5VXmnBb5Rz0/2Fn22vK
2m9d6lV9h/2gDy0dqnKGyXFjaz9QwTNXVho/I5jgjumurj9n6PbIxuH+gn4QnqPeAPWAJA6RCWRP
rz8BYRY028pmdPXAGM+BpKIpQD52SXIv2YlRjfdhlXWPTeaFe1kqPdDeUYIndFc1G8mQ4werjZtj
4LeL8vO3YRAIAYI1blpktcy5L1fXRhq+QcPo9rU4hRXGxMLsjINi4003apZE9TSpfxDrDTvipPZX
jUnNzhhDeeU42WvmJf039IQXLpGPLk66qpBXgQnQGZgb73a96ulhDGeMcEM5VbqKt1sSHEPa4M9t
Eoi9aZbSVitVQGCUck9WoC0JGd4+sBQXEAycqL5MjTl7YFvJCY1MA0Dha9FBgYdPEx5K1MMYBEtv
+S2xeCpkUDYja7BB388pGYZnZE5be4Nb2UN7Qs7qPOpFfDLghT36EdJzRQcPpUzl4LsPWrUGZpOw
YdtgfChbVD7SMOZVzDXRPDqtqrw5km8dUBY3n+VhtB414ckL1MjbvjXJOlsacBDXPCK+s+lplEjY
ReH0biMnJ3gLvStqOsurQFapuAljFXNDr8ze0p8reQgeZEFnGq/w/lS3kX9CeRDFaDsYnqoy6V0l
Ce2nzrAQqLLqcxmhRdwYyt73KwQC0iK6NDUS8SbKJwtX7S1OhsAGGU0uWipak+Xg9ck05BrsRR1r
T2WHLhjCwfpeigXyISI2f6mpY5zMIg1W3VRbNCKb//KCLd0X/TU2A+kH+urWjjUQ6yw0lwoUH0Ve
mAsh2QQ6ABzG7CnFpFIHwtZoTzi1bpBI8DaAeNx21Jq1k+sLM3F7ETARpMl0sQA84QhyPREA9+zA
KArtqZcaZV1I2uTFXv65fxHeHio4PzSLufDIenhtrweJwiHMAaLGrqcHqVvY1csgHONxjPJ/Tv2n
gWiQTgaWvOizMh28d6/V1Sp2LV9KD07R/i5j5xR2Ilx3SnROif1XZZT8s4gTYPXJy2My/STqmt+m
beZFTignmSssx/+ijcZ3dQhe9TwCyuLYzSEKMm93f0pv120aEhaABmeGfGC2gT042VYy1pkr+bZ5
RvRHPdfGEjTqNoyc8H/kr2QbsEUt9Xrd5A4pRTQ+CMQAfmzDerApuWbh1jITddWrao+dQxst3DG3
maBJkRV9HMhqJINzuKNlp74nRit308Ho9sQH0kuV681TGdpvTqmfaY4rlKC14Zx5VDgWzsMtM4C1
/Hv46ef9FbwLK5TGMKpyd5RLrPCevfhRApPVtc5W65oNNcVXL2kPOmD3rPmZ2S21NJSDyvRTEdb0
yT4XJBZRvR+LM/bAK6rqP+y8vDgoZ68b5SVwlsQaP9oJ5FtoudGyhz41/flfP9iR0zS3B1FQL0ZT
uvYcdWs7WbQwLx9tBRouJGe8z9z8s5MlyxCkjUDOEcGJ/GMsAiYnSr8MdpKuhrApL9aoL1EWPxgT
4SK447w1Nh83Wwq1GMxqxJvVnZr7JthX3aheDCnZCJTqw8Jblwg9N+1PpCWewvxT4tgvWSutiSxO
apdcdC3Yp93Smbi9nUElTFgjtiYwvnlhtx+zockjJXXDrPtam1ZGRUQ2j6OeoKlR5Etp8QcVHPB3
3M7EarRguNiulzdXSzz0pKRxUUdOv0Zx7O/Kwh6/iEEFcKUKmOmxHnZPUaV6x1p3XlIO9OdUFIRq
FiqDpQfCbOWYvvaS1Kk4hrk1viWOEbzev5A+yKMm+DwXL8Eb0klzT69MGMDAyhzRc17cQ2Wp3rnu
NLNa62b0rXfqi5dWuzKjxLdSJDP9XIwYVGckQwtvwO0CkXVPfjMT5l2nFnk9YaGNNVJcgV2US6RJ
NZr3u6Zyin2WGzQLlWxJp+223Mx4RETTVUmLet6XAm9YhBmELFe0foSaV5FvjdoOH5NS39V2r5yz
DlWBRvThZmHGp2DrOl8EgUI/FATe1EDRZ2dStUYNt3GrcSMhG1uRVuq+HQzp5FXwOxLMfJ8Dv4cw
lNcIpEHo/S74UxASGAqPXl5tusRZEsu5PbJTTAUMCkgUm+A9qfvrMoq0spcTejZuUqvmgTDbOxlG
kW5o0mXfgdo62zbuv9+fh9sLkDFBxEyFZwPBrFmWVQ9+V+DA2FIHJ1+2lchajwqKZ/dHuY1hwCm9
U0QQO6X9OAuUwsKQwjIuCxepjAr0YFLtbSWXn8fAEQvt1o8+aGIPwc0FH8AaX+/gvI6Lwba93O0F
cYMHooWCVTkuvLPvHYnr7TMRf0FXcLkyb3P9Ktig5Fqp7D2FFU1oc4jTIwHUOU0Mc61WotjmmfEz
H/T+oUVF7o9TQ2jXLNL/uIzgbdBF2OLmVGESN771REa7TvXECgK9hpJAjDh1bibbQWr1X/+6Euwr
cibowiA/CeOvp6c0a2sAP+E9tUFDESmCtZeZabXvSsq394f6ICMlCJkCSpm158qfLUWVoOULGqZw
IXq81aSgL6JsvW0X+T5Whbazirm5D5os0bu30cRu7Lpa2HjTEH8vE/5eU+hlUlLEBVqZfy6OOFaZ
GnX9RAoi7Tpb+FvhDPaX1o7FAYsacWiNqnLbQDtnbewvSY/dPEAYFU/mG9TGkcOZSD7X0y0GYYnc
7qynBsHnh85Wi6Mo/F3vTUJvcrhNQ051oOkjhYPou2hM7yi1kP9q8o2XXGrVdRQXwW4I1G+9l3aH
TCy6cs9vHaRMwcLRdZtKLTzK04H669ZxfB/GyKCLS+sUv4OuMygI2eVRNqLM1UrgsppIm28LW2MK
fq/WhUGp8hKjEnDyt9mgfooEO4zy8JJgyPWp81Hch8GOfkxMx9PuYV4jphocJE2t1/glp+cY4j92
xdhKrgIjX0oI5s/eNAeUmSjoTNEJ2db1HDQgCQDk2eLSSc7PUK2/JZqxj21OZFpk7cKenL7t5tv/
Gmx2BEnoBRm0JS56I+wHL6o9gAIo5d6f4ttPgrY4dXIJbgnKb15WpfVxQ2rFRa2d5NWOPXIQVnld
9j0WzmSUC6d9fsVTg1GALRLGcNLQ5Zld8SrFJuGlfFXnGz9HQ4+ORlRjJTJIS8/khyNN/RtSVF6u
+Q2Ppyf5W9OLC+YhtrFKUe5axX2rjSuSxyWrzZuL/v27iHrB9E5Pijz7ri6Cx8kVD3dAqde5Fu40
e+peCQQEu74f16PXvOQRoCNq9fBwrK3hDwc5GXd5Ej0O4wC7gop9TAJDYLNCVGXna/4ZLZmT8KOF
oH8eTU2/daKb6xMej/d89lsR0bO80HTEJcgHFfpHar+MtZpu8xYVikwW3SYbDG+r5/1S3vnRmtDo
MhByJJulD3h9gPBSLMu0Y2SBYfQKx1PtQcSet/JlPf1HytH0kXSGp+8EiMITfz2UhHWyUQpEuAJh
JesOo4a15HSLNnE3h3S6EkDksc2IEudtTS+IpDps/fCSw2qkkxERhsEj3P37IeVpID1jayFfMh3i
v+5eE4lDCIqduHiO9xT7XuuWFIxPhdT1TwIVteP/M9zE0kXnQifaux4O3E6A9CRnFJIHMqTmf4SY
xdaR7J9qrPbb+4PdvivMIMV7mniYihOJXQ+G2Kqahxh4XvQeU80+DP4UcoFQVxN2+B/Zl1Ct/jG2
IWhCaIGJfC9/A3q9HrEdsddr9I42uG4CK477cofwZ7NqtaJbuF1vKh3TWNB2KHZwwU4g6+uxotaA
TpWqBpANbadW3q6nRLvpcXHdWF19kjq8Tu3A/mlkn1RfPfTiMdYvWf85SC5VOZl+nBQgzGpArTYe
d0Lq1XVppZ+ViRWudPXOjjV0pLKFn32TZ/Kzqe9Rq5xE+sD3TG/TXxuuy4XZO6SXboRJzipMtG6D
SjmxaxDam6gw8q8heoErs67NJ0Vu21OroPESWs6SNfvthcEPoUuHWzczSCR6/UOMsi7NMEKaG7c1
5WFqzR96ScBoBbu98NHTN12/t9bkHwBMgcuJNGRW7UPE3yicROrdNPDRa0IzcNfLZfr1/na/fW+v
R5l9UObnuVl6/kAZ0waarqnYN9jKPtLouHl+vr8/2ns7c/5RkzEbxHQLqYT32PuvhVQkZHfsshpc
P1V2UuW95rbqraMKSmGAI8Cp6L5LoX9ulHMaXszuFBYvIvwyhK7hndX+l2+7RnhRo3SVDOumaNe5
eQEl58b5WxX9rMpT0v32a389ysjv7FT1tz3+HBuE7HEYcLaUXFaN971DXHxwTo6NmkuN9Pe3Or/4
PY6DPztHw6KghG99CCX8cZVPmvEsja+yvCWzlbrn2kEtLNwbxX9Oe+yUL4jmt5Qjsd5YWcF/krPO
jATHkYM5qQz9TH2M6qNVGv6i2R8FEFiqN0v8SdP/EvjxtqcTZpyG6qSoX3PnyW5AQKmbFCFhCfi2
FR8xPVndn//b1Z6oNxx8Uhtiq3nAKEL+uB7gP+e50aEBpEmvhiOJtYfZySeqsNp/98e7PS78CzHg
QOsQrCLAz+vjAjO/MKmeya4qQd2snaDatX7WbzVz6Xm9jSGQeeLbsBqZvIPmb8SY6GMg+bRdLfSQ
Nr4A+QQvsFl5wXj2gz15t/erM5rP97/vpp2nUXbiWqKjBBwTAMvsJdSSDGxEEI9uB330SwKO6YHq
eIYitzJgYSqZbpAW3bovLSy9HX0zmnlz1IeckKaWkLnBr2utDoP25Nl4G7WQ144mZNmVHJctzjJd
9OP+D7593XBAnkDNJE4TBnh2qQiMAMKhMqH5a14GCaRSntOiMp9yfRTrThjhVmubpVbJB7uAjAm0
IhhNQp95zzNF9an0OoW1Ibwee8WmNIZ0PE3NdmG/3fT4WA9IqcClgOkTa8013wZpAHBiO3Tf1dDc
KK1sXuJy/Bzn0Qg8y6n1P0OFnI+Tx8+UC1cm3nrfc8fo9zoSbN/LPnrV/LbctbWm/fN1DobdnCwN
J2QwXfTro6DGSRlUfV661EF9ZFSwt877PFk44LeZOxEZbQELXNv7Os82ZFzkQACMonRFNYKPiIPh
wUbra6VAM3qsNUnfhX2xldVa7Li1zI2wOlSD09KFVq5tgZeku6yRv0NRGdfxZNaAG2q/9CNvn7ZJ
LIeaIXhszuocOGrVKiq+Rpm7AZSRz7rR5U+jHWJnLJxvRhlEj6FpvSlOUuM63OpPlSUaGrRV+4yO
7ddQlBQ0CzlelC2YMtjrx4mfRf5Bx4MForZwvUR23YAjNZvMrZtvAsmik+qV5UmPje5bmoJJSH0H
Hpc3GOcRO5FLjX/EVk7y4Fsjd6cuWTTNm4Kx69+DyDQ4X+J5lPhBJlz/HnRrRB9Q+ALp3QB2aRzl
C44pxq/a6f2HQg18nDwS5QizTT9nQLBXSKRbS95b7zWN2a/gZpuQ3ZRZMGOY3eFJ1Nvwbr3Orcsc
nxj5FOaHwajfcPuhqh/Ef4CTxJsxNn4pdriWlbdwoC2TrhpQk/DpIu3UivEcV9/s/veo/HGUQ2xD
vZOeGv1NAqOXjfljlD309S7MrK96pj4byZvVg0NCxGhNj2V3/wr84KUA9QUN4v2M8Axez6ohB4HV
mbHmqgKpDC14lWhzrQV8yp2eGukD9iorzSmMhWFvgEFcTe854BT60OCf0ziVIkWN0ugHt9FZpNCq
in0/olMcG16910Pg08jEt8o3oXn7OknjT1GjGY8ii/NLlLUc3qbx1iY0hn/Orqih4/ZqT5wCIBKz
JyGLIiOIQ192K7TDM3wGdnqb2msaHCuM6ZcO2e3RJxwg8KNHozkTWv969mU78eVBEBFUqJPvhrxJ
0Srol2B1H77LlI9ozUMlRJt+dnQslBRUJVdRIEmko0f4XB+hnazi+FObJOzBNgD3YGATJ/nr0AdJ
Pyo/Qy/9ZWa5tkrL6hOy0PsyitdtD+lTG61ye38X3s7DJOwDcpJbkEx9Pg9NjQlOU9Fbjf0gfxVV
FuzaNBr/j1HIYqkAwcmAQzzb6w1o7roAcO9adhKcm1Gg/msO9ub+t0xvyvUNAYBtImnRsp3kXmY7
KI7BO8hFVkDIJzOCVVlsC9sYN6YUALfvw39slWgTXo6bCOw4cRd42+st1Bl2Pva5mrm4jNUPciNz
u3TWQkfxNmYhiKDdy6GYLFnmal1qLfvk4GaOWIfvQzCvnrNeiX85KDHen7wb+Tg+hwLU1MziMZzk
z64/R1XGwIolp3KJVxHzaBTvoFrh3gyrYZ+hDfE7L9WDqOvhR9sPYg0at1k3qhahGK29hla6pFN2
A+udftBUpprODoJQ9uzs5HCd/VCRSrcKukOjGys7zJHrwnXYm4zQI3mdJZ32KeA53GSOvJXrztmM
ctN8xX9xooDqTkbbPutWToB+jYMK75l/1l5FSd3i2o4wLoGv0f6wk7BZITGJJ33tyMcqw7FQjuty
XAWaAOUXJ9rP+5N901ehr0MWwn3AY0a3ePaW5U0/ovo5yK5cAWTRg1EgCZg5p0ZBLyRJbHFsAY2+
ZkoujkKWxvX94W/XmqAH2TRa5vrEgJuX5+w4KJ0xjBU37pPo1bOdQx6O/cGLtR2AUKBobeXtkf36
keZhtDay1txY2DqoI7Z5w9ilC+3Am03Oz5moSzTcsSS4cbPxFbOmzZQoLm38+BSrfnAe4AG+FYm3
lHne3HfTUHQeYd+xv5DBud7lXhPUg+FkCnWGbLxIhlWte5Vu+f0JvnnbGcXGrZXqDJwJOCXXo4D7
iwNk7mV3YgmvY7VODlqmdOiODb3L0So/FYbRbguE11f3R76hMhDPUt4lPJqqeQw9+0Aw7UVrO3Xl
4uuMvVwSVd8k3EI2fdKpD0WtDAcrML6mMnjJMPOBeGL55w5NYH8aLKxlaSu3WIj43qcY0fFD3uL3
m5XFD6D1F0JAeaVETn0anD5xpaAiSKdA858eT8wThBLVQ4581k7rcWftcmmXg5XYxKkhfaeBou4G
rFsXtvJNIsnnUo+Ftcp/aJvMarJxJpwW62t6kEWJPCqVrI014vsZDgqGAZrToG9lRUvlo+lqv3pp
plGnZg2gQtyBblw1rdGOklavXNT+9uA7rOqLQS1QyluQ3NuGxLnQo7Wa7ZPyFX2cVdedajgjUvrN
D4GwJ89+VW2mazbXdaqez16HcISaTzpoBynE08p5yzt1F9XhJs6e6kDCCWGHjHPQ0AdRkkPuaVha
Irgj6rWtR1tfZfoD9A8fIZ/7kbGW6mwTtN0utMIdlLyDFXdbCLkbVPESgApBifRnGhx6Pd1WYbyZ
ssAYccSYf8zDsLY/1LoP9BPgCjBoe6sZ5S61McTm734nYwNt7/RYbDzpCMh8H1vKOvJ/yvyaXt83
qrqvvGGfEIAjJFW2QcjDCEf+/k6/ja2InumUWZSPpgryvDmdmpVM16qUXa8ZV7k0tqsIs0E03Jyz
pA2+OzBb+x5c00Y14xKKTjUiRBkVp8G0/pO0IjvGRmptPJoVawyr/a0EMWJTlbb2SJVmSVz4RvwC
0DvyX+RR7Bmu/rnhhhPZniLFKvmLUWeHNBfFGbVWhfJhJz3oo688BXIsVgHIc6Wz9a1c1t62ijXl
odbi74Ad3NSiWT6JyhTrMQq7nac56UVLxqWX9/aOBG1As5+CL/0HOpLXt5c56rVWDaCmckLRzZD0
/m5QreL5/vp9NMrEraBtQ+BJE/t6FCeXjRaKYAPpz8ZSLEMQ15RRars/ygdPHdEM2DUkkqDPw7K5
HqZs0sCTtaq5YIdkneiJfVfxRFiVifqnl2H2aXqC/2O7J+lbR2WFkI0Vjs4q8SPxwPwqCzHqbQuB
yhNYAZrL5H2QtGdRTZaURulLUX4pnVRba1nUuXaKencqfGMniuANr+J22wH1W6cZoZeEBPNaRPWn
+/NyO/sToIP5QOwaHvp8Wgzh9yH+L+lldKw3Rw9xVvPlbOEZvBlEB7GPCwZyTnSbb9olqVP5mH6E
kjsivnmGmUhqWfXZwm18E0xNoyBvyOaHR0UCcL3CoWCbasoguZKejds6bvNtY2btwclBRNh2EO4a
0ZlHabCtPUhBaSFCfxdFuHoM8C4DIjrJlFOFJam+Hl9Tx1QLjc54MjqBKDs2rSulx7WmyAJ/Q/1G
h0hGErpyBLV8e0BFTSS/B6fVViKKL1qFZFmlRsMaZZyvYdsCKfKlFpvF0lIvvRNaB5sG9ENUtd1q
wPh9e38j3DygZH9QzxD4wntm0gO+/vVZnyR1XRuRGyWFsqHInEL7CvN13dX7UhFHUzTy0pm8eT5R
nuGtnjRlWTJW7nrMUqcObWk0exLclNY1tiaXLkRDxOoz/ZclNHHsMwofyjgaj/hi4HfpmfmxGoW9
H5B5XN+fgZvok9oLh4AfQ1RIJ3lKK//qBTlo7Xu5GHMoITauK4bQvhYIC/8nDZK+cPpvDwQtNLjz
cKJ5S24y1KA3dC+SAC78j7rz6q0bS9P1XynUPWuYw2C6gUPupCxtybLLN4SDipmLOf3681Cu7tHm
9ojju3MaqAZcLmmRiyt84Q2llCc7aooAl5BTXBnlLPpk1sDrQpaZvyo1u9MXamE6jBQm4zvfavNd
HOKHmiBjtkPuPHgusz76mAg/3FU0wFZGPj/dEAbDQBT3LeiYcxZ5OnQy9L7emk1x1/aNsRlCub3B
iSHGhzDeCX1IdgH0U7dKQ3Fh4XXQIdroxbnefX3/k54fCbPKERcuUBoqPEvcmG/1OoXAOrszDBAj
aIs0+8awPCUe+4ciHkcXmfTiIPQeqWW/Vldm4XxLkVQhlQ+M8lXtYxGT9ipuEZPcZ3eQbEI3h9e1
11uj27ADj3GX2Ntcide81c4L7sAgOH9smayGGsuy8YQs6oTal63ecnHpWwLUYkukV2ToL+jBn4Ek
Z4dQnqD6C6RPXco+oSuGFln2wExu8iJRPdFMBW1ITf5sFC2bPikS7UpLZedX99tMe0IbA+oTrVcA
5qdrJJ7yzi6GQb7VJfUD/fKOipOOiI/frVw/Z98BpAZJEEAXejAQrubd+GZjSxnIiUIw0CTdWVn2
p4X9ZC7G3quq5NnP/LWu8vz7Ti6CeTwajHMB6rWxcDreVOl5RdNfvoUh27ihNUSeGaTpyludHVfz
KEhHk+vQW6KYezpKnqQ+onG9fCtJGXrYeMRdqJzYLj20aaXCdR48MZYOqeWVcsdBsjgaiyFSsmyq
5dvQVB+1GWKLyUvi6WCjXvR26PZdLd/4hfoYmbWrgrgv3aQKnH2QUYrPB/v7+9v6Va16OcM6iAdC
CjqHhI6n7661dhUNTinf2kExbnIz9LeIgsSXitBaN5V9Zx/LYXKYfDn+q6DFKVyo0+FnR500FNyb
zNlirFXvq8BqXCzI851PH3Jv2ml5QHHy+2Cm4QEgpbSXE+PFT5JiU1bqyDElaVdGn2S30STCL6Xp
j58qNNwPqVCNqzbSzbsybxSP8xwbVr0rr7nInCclb1ddduaz+3QGqJAD0yHegMuGj/zpDFiWiONW
LSBBKq25MXsY7n2nPCSx6jmiNzaMaW7qvkLAT7MDr6ykciVgOG/EUFbAs4moC4zQXG49fQTftGI1
yGGFqLl0qRnSdasF9basrOEqQ7Tvsg7TL/3UxVe5jJggRpMFDIRYw3MjyaLrNGVCtWBS9jjUdn+Z
Tapv/LrCqDlFJSAugkNFkLOPubK3JdHPtlcG+bq2s+KyjLTGkyUk+L1phPg5jZp5k/uR7toik64V
TSnxXcw56y3Em6L8/v3V95MjFokQ6uSzsA/i7cvzpBykIm7LBK7NqEk7HUV639RqJDcipeS4jJr2
OpOcalMl0yHtp8emTDephgWu3NXGRRZT4CcIbPxHYA7OhqLGXWv32srpen7o8ZCwQUiriDG4CE6/
jh2AqKrsWgI1rpeX9RiinZjCYYpt0CpRFQ9u3Wnyyo13fvJRqaWjTMnL4eJbSvDFWBIVMzPjrgyC
6RHxsOpGDuO1/v28tk/W/kxD0kBnzsogKKEt7lV0nEteAp0HmfWvjnq/FUOfbJs+LoGWrnoRnJ9+
FBXoDBNGUd9H2nR+6zf3h21y0hrpqNzFSYHOd1Gb1ETaof4kel3aln6FQ4EW3Y61ol7EWmh4iUA/
XpWGeqPG6fAIAG4ttDv7uvMjoepFbMHBRkPl9JHyGqkSa0RTBx26T/yTeWlWZN8yQQ800OXow+iv
CbKffdvXIcG2I+NDnvOqo/tmFjCKHsxR+MrdGBmB1yB/uokH0f9qCRg9JAAJs9grTSKK4qcvJsvI
VyegHe70Sgl29pTan1qtMg+ZJLTH9/fxWXBIZMYwdKKYQDhjix0SF32M/DB6enKVtLdRctU6FYaA
jiOlHjJDmuyBpNmqqL5fQhdeGfy8/YrZ16uKJNUg2i1L6NOU4GsWmU1216ODt0eD0T8khlVRkFAU
KJzYXMnbvpSfZDsstl2dKrgViG6bURR3i97wvSAwx5Uj/Txsnx8KADLzMpMLl9R6O+kkLvYwu4s0
vb6gqC1vhBDOPgkqw01oGl10snoMjcFL5Bj9pig5+Gq6VlY9Y7yALpyrI7MKD2kEicTpItAAV2L0
06d3eancjHIU3CC6qW2JsumSK6XYpLA7Nk4rJ5shx+Q7TfKV4Op8fxFVkDqQPFBNOLPLyKYg4Wrp
YIu3+qOuS8FFE6OfJYVFs0HVa5tq5dqW/slbAwIAKg1bR8YsR58DvjcbLEW3s6kzkd6NRV6hx1o4
n6tQwpWuSShd9rYMiovKQUzFjEVal9t6cCgSvL8pznf56UMs4oqMGlFSVW16JyWRtCtNKd6mIg4+
/PIo0Pzp8dCghY6/xB5kDY4MSRaHd2ofAuCQFWnT59CZ3h/llZd6elFQhqFlCIEbNUBqrqczGo2y
XjZjHt4FTr/hMnez5DnVog2spd1gfHLU+9i4bLRnvc89K9Zd4LSuk7abUcJyuL21/BFd5gi/Qtlt
oi/qlNxq+aWhv7SBjnH8oxp+8AdzIyeAMNves2twZGV6IDLf2Xn/AUrUtR10z0X1WeCVtq2Kr8ge
//r3ggrIHQhCiItgyU+G/tMGbaQGd3irXNmZpOIZUa9GPHO6vpxIG4QKmoIzXWAZbyM2OxChlOFd
goD9oTBGy/Ph6h1GR+xCyQq2WHVUXm/HjmcB1Djkqaq4oJfqlS/6k9U5879AOoOiJZlb3A412iNO
iwzKXd/FGs0NTAfluUL6/ro53/ywzFg38wmAbu3yFCxapwsiKw/u8ql66uXJeSxrq3mSOKhwQ4ks
UhwW8PGXByWcButFXA9GcxnQhzUIydBGAWmS6/RiwjDiCog5Piz+sEsTqdsQia45np6/KCkxE0mq
iq02NPfT/VHrQ0hXuMkRfwF8Ypix8SzbU7Ox80HZsIyCq6jM0v37L/pqx3G6mBgV5CFAE8B26FWc
jupk9NHKscrvGuduEr6nhPgcGinCaJkr4BpM/a6FrZ0/DQC85P4plcjm9K3fXxT+oaBWZSa3TXuB
voxr2Q9d9FkvHc8cx0MyHhQNlxqIYLC0MrHT+tCNtUclu9HCW8uhDBwY9YM5KbtRBr1ep6g91m7E
tepE2c5vsn2NZmanNJsG3UyrTr5kQKC3Ywogy67AJYcNrkF91R/en5I5U3o7I5QkqNDhOmvNyBtw
0KczYk3sbbmP+mPO5XAoZfzRSkwhD5KQNXpzqCk0Vmdts1ZfOyJfo7aToRG9neWtZi0d5FKXMFDb
ycKJSyk9Ipmpug1KtI9tatxXahNc4ONCCy1grn0787dazPY2214/xA2Y8swcUfXqMhV3XjO6RKZI
9ziExl3JkWlh4vo4ZdhvDf7z+5N11u9DZILM354FCFlFZ5aPwxAkoV6Z0gOp9wE5leJSWFJ0V4Rp
vZUKozpIbb1JDbnYSD0BzDjI9tbXJeU+tiPnMDQ4HbeU1M1RxXa8U7TH0e6qTSOC5D5TY3VluZ8F
ejNiB2o+JiWcoDQ/FptMSE7ZWl2lPfhKQKKg6vUOSoH4BHzxs+S3iKUhZ+DJqi9ugsk23NJ0WjDY
mb8rsavyuK8oQwyDvtKuWB6lYHLp7M1p7MzloFJ8uuYSMUnCEYP64Isg3MamVG/aIPRXKkc/HQWy
DDZnsPHp0p6OMhRpmPfTbKkxRsUOGz62XVk2F+8viVc9lrerGPQuwCtwg8B3CemX90KXKanSpJLx
ECtOuTMrffQKNF9hRstf0Ai47BMt2SZ2+mTOah1j3W7zLi6244D6r2M31VZkQ3Jwcke5RHblY4Wb
j9uGj2EYhWgm2x9iQx42nZaLS+rsJqcDGRAaK6WnBkq4zXWrvHb8zDiEYZF7yiQlO4qzhqfLmYWG
Z4M4HX7VXl7q+pOdmKmnJ1aJzJ2drtxcZ9uZiWAW6ChwuBKHvi7GNzFkVPST02AX+ECsszV2CL97
o9ddRFvK/FeDJ27CDWS/u+Jz8xI9+itX2LxkFl9hhm4C3JnLkWSJpx8bxeVGDatGfQDNfYDPqVfW
xtT3CunC+9/7jDb2+pqgLpCmgpIOgvN0JCwY7Yzdrz4U1/be3Ce3w664UHZwrt1gq7jyLvO0ffHc
ba0HY29dypt8H2xCV9q9/xzL+3P5GOrpYwxm20adXKoP6AW7Bop1qfFZK/aVaoLNXlnjy51ErAyu
ZY69iEwQFVm8sq7N1ZQQUbhByY0byw6e69xxVrLvnw8CMYKyHhfzUgGXgKqs/DSDGRHhqiiiONpi
JBetvMp8wZ+sExRKgEDQ658V9rh+TqfN6ENEXacivzPbABdnWNdbuxXBzNH3N8hmfKY1kN2XYOY8
KZnWFs/5O85Ywh/VHMraS+4exeERRiqjl3JiwqMcxZxhrRlYLkYB7DWjDPDhndvrlPC003fMUio/
GRIUd1Rws9ad4BQcUhLqh/dX4BIc+WMcauCogVALY8+fjoPaiM9u0LO7QY6HizAfejq1whMisbjO
lQaT0aaovMo3qo2dID0L02V6qg3Z3ysd3nRN1gmXlSC2ilZ1V2M4hu6UaJNbVq25D4rhog0PSRd9
7fH88xqlurKL5BGCeLwXavFtNP1k5WJaBEM/3oi+ED2smd6wFFIY4Y/7Ta5ld6UTPIw65d6K72RA
CXXR84lcPUBKs1Bk+9c28+u4Oh0iTnAiKtqzpzM5AoS0EDOnIFMrxoc0S6PLoiWla/QscNPS+lgX
a7bQP1kkIFJAKFNQ43WXiIVE5yLpyyi9ayw9PPjjZHPdg7t/XSP/8W34z+BF3P/YWfU//4s/fxPF
SPM2bBZ//Odd8ZI/NtXLS3Pzpfiv+Uf//Z/+8/SP/OTfv3nzpfly8odtDot0fGhfqvH4Urdp8zom
zzD/l//bv/zt5fW3PI3Fyz9+/ybavJl/G8pj+e9//9XF93/8zmd4sxHm3//3X95+yfi5q6iKvn5p
orMfeflSN//4HX8I+Q+qeq91SgD3gJd+/61/mf8Kq/U/6FbMxw//T6WLwykXVRP+43f9D0g2/CRH
Ej352e/5999q0c5/RWr3B145878mM+S+QRDxXy9/8gH++4P8lrfZvYjypmbQeS29OQEBirPQ6Hki
8/kKHV+sNSNK6O0FTXdP8VrdBsJMXNT6v3fYgX8vy8S6UEra5ijK0E6Q9XoTKzXXdmvqV2rZKitV
v6U2A09DD2hOx8gAmfhl9KQMEbY8/pTc92kxuZWkXXJmpc8DpsV4ceTVIVPwK2jpAe4Q98d2GPum
TaQ4B2nKPyNbbroNfZlNmdn106Cl1b6r9PLC7DX5phn84TrvnE9DJFWbN5/871k9mcXF9fv63Byv
sxsduBsEAE53LMClhshaiu/lor5Ic3mf503sIdEub9BVTR5E1QUX9mQ3l43aOfdI/wc7X03SfQ/b
9Iq9XX1rs65+LlL/1hguKby+vP+EyzhlfsJZP2Luz5K0UFk9fcJOpDpgB56QAFU+6ohS/YW6Bzzb
yjS22C0bV+TbsJjkMvGwXpQ25WSBC1JCF9BMugnrGtWfTO8f8kDUt/StxR5JeEjBEt5+lZzluyHq
0oOwocuUTRtcO4M8bs3e5sAcnLVg/pX5/3bZwtV/BXUQc+EbCkzo9HUwFLCqRIIzmGhmD7FYrjSk
8VtD39kkiLBcQ1jaRjgda0Pylauukb+WEmrqUa0UjRd1Y4E2U5DurbSIN4FUoyfUcPe6vmgr1LcL
6VsWSzY9O9NhuZP3S4MBMs0K25d8xPrPDdvceiqMR61z3FHU9nVZRsgcQsrCXbSZpUV8BIA8qUgh
cI0aVBm70NKPGAjakCyl7laLJ/XjFA9oqEIzzdF+k2LHrYsw/+wjC7dR1OaF71Uqbtpw3ZIE2M7t
rACVb5wmKj7pzdBv/aDzW6w1lDWN0sV9ABF9FpuGuUvhmUxmeQXRbC7roI7E46SMCtL+iol6W6Gv
KH8sT5+zYRaxia5ljWGLUDw2eI7tJSwO9+lUYUNbC2QT0Gm9KZTwMyswRFo2yJ5zX86fsIh4ykbp
0/s75FWq8M2SmqtsMwQKEyuueorfy7DW6ocY+5/iOGWTgqCXOdwKzEo3pi1saPdK5nGIV/t+CCXP
6HrlL0qO0jXMzPQqqabJzSkUXFIAMj3Dmucs7rtNNFrNXRrjcO9JpfZ9oIW8V/X+kCHKdxCVWV8p
2O4cTL3RvUCzBeI3FZ3aqUk+hnI33AQDTiEVfvWQ6ClmGkUt3ztprxz5J3PVMi6fuc/sw/tTsWy+
UPeDrwQhhO4p8FQgoae7axhNzW/CwT9Sc3LFON3EzAOobNQDHPiA5qVZdF7QxLuoF49lZq4kVctC
BePzHVC2oKNKOeAsVy9mq9ZGT/SjjwT0peHjhJxb/aWZmhnoqDE99LIfPUbSDEuNTBvn54GSuQY2
nX9P9VdJ0uskGfsVNZ6zTTE/Fgw9UgaKKBgmnU5L1Bhqq9WDdhTK+NFsVOXWiEL94v3Jn6+Kk2U4
D0L9FRA/epoEDKeDjGHi+xH6A8cgsrW9qfbuYIrqoq2alc23yJGZZHjuxOvyLOlCa2sxkAqtstbR
vz9OcRZ4khBhTaidhPgxjMMz9P012Y75F56+GQf1K1fWhuTtLCsCpIxdmypacwz0eit34x1qcl6T
md+7KNlUUbaBdJWt3czzrl0MSmfnNVSihE7J/nQ644KeiGN0xXFwML2YqscQ2d6pavdo2X21YmUD
2njbltpGjsO/VDXbv/81z98ZmNfcItDByNBDXhxwkZnpdaj3w7GXgN52uTk+JFFLj6dr+ru6Ub/y
SOqlbrfd4f2Bl3sI1N0ssQ+RivIOi/X1Bn1Tf9Hzti4wtqzuaClNt3KBiaakiEtMDozYVTCYddM6
mraFj8v3lGT+Rx1l/Z0xJpghtHaLR1Ms7mO/XK1Czlfzmy/C0QKIn7VHFAL+HU7Q6Rchg2NnExHf
mc1EiG93xmVW9qqXZbX/OPW4xw6pT+k80XZp4VxZNaIkoDi/0xLGYdXCOhRrb3MXCkNwHln9JpNZ
R6Vhcj0UxbSSi531QtkeszA9T4snL+27xTaR1BTGXwJeLxedV2u5K3XttWLcONq4UXOxCxp110sS
Xbhp5RMu1s7cSpsRDlRtidExL1mEbH6AA3DVN+PdiIi83YzmQa059TGnG9wiVYydKKcYWe+1ssTi
BHoddwatA9oBpHimx6CkMfXjMJzutD7C2qMWFLPpQHiIWq6JBi3iZjo9s4YihwHQXIzCl/2tduyV
xgK/dz+msnRr9dJ1Pkl4GiBm6wmYdiF6m3+ubIzT16NSjyYgkTCFZq4Xyj6L9YecmR5BQJqOmI+g
MJcJe6MlNTq8klYp0JIw3Qq6ILvQKJZfoAjyzZerYIctinIpT5WCrbHU7Xy0+vcgWKO1rvfr+f7f
2+P18YjQURPECYHC+BJ2YgwhlpUJDuiYOH4QCsTnoK2ivY2P8nXbaQaFXuTx4PaGn+Jo7K/9IKpv
o7atNkmU9lcWwnTbadBjcP6FubURMvXMWkGKJ8zr8E+9qwFnTrlnxxGd08jEMkmNp5sq0XE3GfRP
rU1PKtHa4VKru1WN3tMb9MfLQUqgIkXFn4W2yDajmrKiHHTTMY1T03PwarjSegBTxQT91C1DncIl
dqGXsf21zVJoqMUAwKDNHlhEH9TRrzUvzKb22/tL4nSj8VRz/gvSYa5coe65FLHWjLJLWn8ECt0k
2nfDbvMD2jSWhxFwvg2R8vrTzmgHKj7OPO+PfDYfjIyPNGEWCu86wK7Ts1C2Bl0YuVCOWASmOzAW
gTeMjrJy05+teM4QJF+QKFEg+J6JdPtNYPZKaVdHjrhuX2nGx7IurQ0dmbVa4+l+nmeSZg6TCcqd
aBfQ1On7aPQ7OFZEdTSaOPhkAOzeGrlzpSoRjMOBBmfotPmPotJJTekk+T6fxNdaP9US4PUz1u90
ULssho7boD3G5BI7qPV01Mqc1riQmseYw2cbjmP/3KozI7vu4CeGs+SNqWcbTR+CQ5T38SZBdmLt
pDm96ebZmB9s3sNIlUEXX8zG1GPlVxe0H2h4E4BEqvI5UvX2yve16UKMhY9WKJIa3Gm0f+Uiv+Rq
iSkdJGhdUawIycKQ0zeCPVYz6iVCql9FYL/ouYQpdT6uYdNfRVNOTh4ed1bioIRLrZgVeTqPs8+H
ImlFdaxUNGOnsh/ogmPXu7fKbmdXRXnJJs32ugU5GV2D4dh1NqifXp3Cz2Yo2R6/s75QYO1f+1iO
35JlNV+Nkl624UT+VRYU4kVFZ/MyqDrNS8ogugJANG47vUEVtzCc61DF1BoR1eK2EvJnOUnKZw6G
SndnwMMtkj1cdxMa9mHvO8euKexdGOM61ypGfVmUerkJtdz0ohZFmvf36aLT+/opOR64r+azmSW2
2KjBIGlZYoXl0ZLjJwfwITXSUr/shU2TVxTNXZCG0qHr23tDTNNHP7OdP+HwfUJGM9tx8DbbxMQ8
RzWAQY9OMt7C5AkvAXw7R5gHa8o0p6H9j6fF6pAnpW7NXTIfCG9iv7gFC43oV3FMR705OGNaeFqk
FtArUmPTTMaamMb5tieip3rMBKGEQ916MV6TGmZg+MVxtn761MLJFg7FjypyKMWMjXnhGNUaJfT8
UCMV46yeNe0phJ4Btyybgk0VlEfUJ0y3UiN1EzZ0W9nSa1jin0wn8H4wxCBcWQRn1T3cSk29Zigb
3XZXAjV9K2K4yVGY5Jdp6yeb91fb+XgOsEO81+gngshdYpetzESIJ53E0a4d6akvescLsKV0Rxn7
X0WKixW70rP7j5h85r2C60Hoj+z29PPVddNUEe6JR/aWeZgUwC52FHawAmvTLUxUX+MiExeV3LUr
999CG4CVOlca0K0054VDn2px5tC3NIvY5FUjR+r/HMpo+FqgZfzc5MatWhrantKtvEPRX72VcH7Y
JUZhXKAV0YPzQqVMylWxsTvkrBM1z8mUa81F5gy/w9kdaxKbYfgsKVw8vl1Xh1zXJK/U2+pjm3bB
x9Ya3TR3UDMcRbTTSvwgXCqDPUj5pr0Sk1hpaZ6t2PldLQr+c7Qxy7OcTnNR+WPWdyyjAHyIa5d+
tMs4Qgly03EldTjbkIuh5i/+5gDw2zGf4HYXHC7y4ElITBVYlpE6OB+bsPyElNEai/i1+HFye9jw
Jwkx4F+QcvJlT4fUOyUWCOikR5aqfDnoNhJV6N8IFGJgcfZtBLXYCvNt1av3ZTV1CKRo4lbOROhV
eNpt28zmLpTsSb7QU2z8siLdS1JT7ZwYszWsN82jqKPqqtQGPFYM/AYnqXmZU4ut2QFPcodqKoQ7
YYV2hSPIphxscYla1NqLLhLCecnSc+EG4LSjjn5expDGQgi7TY7w+7cNp+G1Mg5AGyYZRQJUSfHx
1R/DTmuE26Zo8OvD8y8eD/MDoBUIXAqPZTKn05lO+476fFIlx0FC5dUFmKu/ZL3e7wjYmw8jOjT7
9wdc1AN/vDKQITozCs0i0uHTEeWcJlCMEMpRi0rz0u78nUa2awhu5rxXqkMgCf0276pgg1qi6UYl
LFIjHNZKY4uaxo/noE+vzORY0JDO4qBqK8eiXBKkxyoeo33rOOE+0eEfubaPAE9bv6hIJxzUYABm
hV7MJqKgWhcdn8lHwavzK/tLGK99jvNtTSePNJaGFVUWNLVOJ6et0d8DtJgflciwP4I/QvKtN6Ot
kUjKw/sfYtEfe50AKvIkh+TMs77mYl/TOaaeRc5wLOBnu8IOUSdA+QTnS6NGOaWLsuCy1fR8p9js
sFJI6g5vqfZy7EP7MleK2IN9BvHMzuNkr9BjRgdR+MycSiUOeaELaw74vDYxjIPvOyJcidXPQnW6
jNoMaUV0AuUoY/H8uiL5hR5Sc9RtTCfzIY921DrXVLcWNJnXaUJTk9xeBWBBYrco+nEaIM7Sd+LY
ScFL1FmHPrI/ilIbPQO81AFtkcYVYeQ/aFJUukDflD2KEOOHhEKPh+NitfLaP9tAaK0BAZ95iyBm
FpmAP9EWi5xcHKWctDtLIJYloxpfRoX5BEtpusmxPcRi+Moqpyc169tDt5aMzO/85nyeyfRgNynn
zBctSeAi9Q4kpVXRYOkfFGoH27aZ2o2eyH9lhhVvMwvRmACtxZ2Wd+02o5yVZd1K9XyRDfEAILEQ
VkXUhf6utuQuaXGQQNOWq2PRdKZXTH26FXX8nMfylwDPX6+OQ30TmyXlWU3pVgKNxcL7MTj8TPJg
VgX1tNNNinaWEZtmUR+DIfquooV6TUE8e3p/expnczzHvvMc85IzGXax7kyj6qaiN9sj5VV7r+l9
sJvoTLt8DlG5I7hbIilTXClqIHZNFIauHvX9VgpD/8kspuSYCHv6YsYiuc3teNhrSuJ/GjEd/zOo
5WiPgNRsaju0OywS2p2NSAL6Oypq4xlkq7loc2h6EpIMwLjv99ROW6D4w6w2ZCnhp85Ms72GN80W
L8rq1kzGmjyzl7ZjPDpX0zSAyRtKsC2BFT91g6W5cq2mu1CtHXScOx3jdvG5LHdivOrGqN53ll5e
r8KAF6EL+1aXWfKAzFgw1BHmZfQmdMk6Jam1QZuOpRN900a791RHki/TzEEfCv94dc7r7RzjBbXf
I89dfA7C+s+kpWZcpUn0tRBZc4NDe/Fgh8jVBLBrd1IRCsSnbfOqQER6Y2SiR9hrdDynMzCfR36l
d1sxqjeIyqno7QTpYSoneff+8jhbg+ARqeVSDFDBfEAEOX0zLZOsrLdD+Uju0Lh1PEgPeRT69++P
ssBhsbcZhjOP5h39W5KWxQSakYx7u18pxzYdNmKItsFo4YosPDOsdrbSPIY2it2oIkUce0mfu5iI
3yvZPg+eAxR9cjxJtfHG7qFNOPk2aA5p1TzhuezafeSNVuuy2dxC658NbvyVg/InDz9T0GYuNTRe
FDkWMXI/9gEQ9MY+tpbINpYAq1rZgtBeVwe4CBoKU1U6goVSsB8NXZVWoVsFsbjRy1p3TZ3qTjfa
oVfE/eSVXX85hfY3NL6KvdEazmVJS/uhk2ky2JKcfk+cKtxxC3VupHbBxkDa8iZWVVx5YiddubsX
akvzd5njNXJIsHX43C4V9pRY79MwVKTjgNswSkmioT0c3KdTN9xPqObeVFLoPNfm2Gy0voXfYY3G
bV92kydGusORHu1KWR5Lt5zUQHM5UmI6SLB+MGRNN+8vokVMw7Pia8hFPXdqKOm9lkPebEIrEVbd
O616FJKkUGwWzkVVoIOdSKq0kqr8dChqhrNOBCHUkn0YjP2UBtg9HdUs9sm/yhT5strcJiyv4/tv
tYwff7wW74XaCf/jEjrdgYPRKP3UFNoR8AU+pHqgbLIx6CgbyVfkv25YiegitZNgPyrOc+OM6sGR
/RKUdTBtVIXdIcfi16L512eCGI06KEBQ6iOLZ9LFjM+eKu0Yhf1fxNJFjm+d6T+kWm+tfNU5BTsJ
AfiqrEN+H/n23NY6ff0E7Q/LAIdwHJTsgwTJz03yCMq+JAeuJYJuBT75kxXPCQSQESwBCH+6+afj
BbpgxU+5c3RaTXw1JcfxlMBONnmkd6lrg3z4NPRQszZRmKOQYEvfbaOzJzfKhylxTVKO+2IMtjpw
ro+SbPkXUxQBrqYASutNxOPKDj2/eah90FmiCjo3qpf1zx5fN2qKU/w4aWG+kSa1/6YphXYAJ6TR
cFPbiyrHLHBlTc6Rx+lH4ZYDMUbNlaj+zDCxK7oJ0d2sfKxbwNqxoP2U5WaxGzNpvKswnP+Yt4P2
hWO52CTCqe6mLAy3Oui3H5/rl8CZN9G3StTir+YUiXmK6Pz/EMLJofMf/0JJnkE4wbhFdZN9qX+7
qNMv+fdTKCc/+gPKSdPwD3Bws+7t344r/0Zy8jfUc9DWpN9ObjqnZX8jOSVF/mNmIRBxzhqY4D35
ff+Gcsp/zL8LDhHaLKgjoNf7r4e8/7FEfoBnfw7lfJV4fLOS2GusIp6PWwYxDHA7p9vN0aAKw0dS
DmVRa5eQoaveLaXMCjdFAYQzckpASn4W0cmKtXKnA4hQKhlmWaf111nFPesqtfwVgcbiIjSD+yEg
YcJK/eikOmzfromr2zJUnacu8KdvXTkonlEoNCNzfcwvdL++EV2f/Ohd/dKq/D9t3VRf0uhL/pvb
Vi9f2t/EX789NqBu6yb6Vi/X6gmm+P8REPHMQPmfV+DtS/+b9yV9+S7y6MvJ8pt/7u/lZ6l/zIiA
2aWIpBaD7X8vP8P+Y15hs4sE3tQgUN8sP/sPCqSEU3QDZojvXJr/1/JT1T9mvVCycW5dVZ8bZ7+w
/ObV9Wb1QRUHJaqT/bAGKXMuW3/CtppADwr/mBVf6aeZ8sdwrYC6PKBfh+A9eWLqXmdKMxJk8DHU
gaVpkbyNi0+Ngwmy80UJnhqykzcf4O/dddJVXJ7L82AAVMBhgbygibLYTX7k9OxawrV+dENvvHXK
7VDucdmyQNLoh3yvrkmz/+z1kGDWZiUN8tRl1UKOG6XQMcM7tn+Jz+IDRUQaRmuDLGOA+bUcwEiQ
PaC74yV9ekgYBMa2lhtA+0D3d1aArGTl6Ua8m4JoZQp/8j4g2GYyL+3tuTR8OpQPGT6gVewfGzn3
JP1DkX4yi8KlSeia0ZoM0TK54r1IegCr0HbmqF361VnVIApRNhHZTbc1K4wuxUoJYbnAKdvPuT0y
DHMdA5jo6ev0TQKnJRyDx8KXr1E1kwNjI7X99v11N1fA3m6j5SjzpL6JvPVStbsxmIJHv9v6kmtq
H/07c9eB37DWXDSWUzYPBcEEzU927lxNPh1KqQOkx50gfKREWnlJsisNNVmZtNdZWb4PN9IM5scl
GMbM6SBDr2k53aPwsQLABQPWG4tdlV8MX8WF+hUni1B44eCqH+FHo0zX/5ofH5r78zvSmYCHqKEN
tTQTUBHhyRtVhI9d+mHUy8ewFwdANd96fKnf/3DLvsDZUIsDg6sK1k5fho9Yn4IvsI5w/+7KnXo9
3GS/xGU9f6vFl6urzrAylFkfFbO7qMIJLO5ae3W5eZk4gh2DPMGcQWhLfwTZRM3LSSvehuTAHo0r
oK7bGOWoRlFAx6wdS+eba/4+MxqLAxAozKJoUdeGVlAfCx6HUMWgjMO12ThrRkM/G4R9S596hkWC
Zjhdi0gggg+tOCNEmPwlqQe4Yx+ov60s+fNtRRlzNgpg4mYyyGKU2M7pkYVq+FhSc3zSFbScQ8uX
frGUznJjGHTGiQhoS59dhvIwVhri3OGjTcFmnCibKpb4NSjgvNAYBGrizMNklKUmb+2kyL+aAadq
X23b9DZM/y9759Hctpa3+e8ye3Qhhy0ABklWsEg6bVCWA3I4yMCnnx905+02QY1Y7uXULLrq9g0+
xIn/8IT4CfHs3ftH540ZQ9KPWhUIS5T91tqYuZjN2UCq9qBkntKnilfr0jUljXV0vHzK2SCrZWlF
XqHlwyD+/eNR26u663zuHzWf0sr+5flp9iYfiSG/utXv6tHF5PFucj/+F99JpEWeh4E0sdf5/ktr
s4wiqYkPWigt2nPlQ1i0V66hN+fyjzFW923UZIAuZMGK6dnenkb6rVfS+msjrKoIFIulNmqr+DC0
dr2JjM5v6/oaUvDtQSgcgCsBI7B2jxuavhxsjGAORVrvk9ibqRD8N4vxnxFWD207JjDtp54RuOAa
ml5RcWWiVpyr19ND7vefIZa3/o+33LI6JxniMT7UW3WHp/xu9mP3mHu2H/8KKl6I+PT0w9oN/gPY
jpdBdoNn27vGsXlzJlHVpvKzMAvW6DgjGvq2luf40KXdTTinsJ3KK4HelSFeX8Y/vjOMaTRGOKMf
nEfbjndNcY3dvgbF/nN4KZy/Ouks1MjzmdRFZSXBoHF4X7AG2GE3sG125X16bzwER2vz4+vt3vJZ
R/M5u0+36r7c1rtoM7k//4s988fPWL27UZ40YZwq8cE2D+DrCWOvSW+tO7wXX7ralhnwuaFIrfgw
ecEuuJ1+NSmmHN7cIidgeaaLxugm21Q7tKEWr0/bLR/D7TWP7DcXlNIEReDXyG31nXObSPE4GPEh
NMVu6ET+XVJF8Ov9yVz+kPPIkAsZUW0sIgFIUhQ/X9O26iLieBMeT/kQaLAlpbup07wSc4r3B3rz
a/4YaLV5lAI36bJnSlH+8DS7crEPuDLEmxsUHi8qpPwPhO3qUhyjIps1XsbD/Ut+m22VO+VzOLr9
3toIf/Y0L/exDPfsTXcX+pnXuZ37cdhHt/Ld/r94Ywjo6TbT/+HXrD62K2JigjlPDjo0TS3JH0al
3Lw/n694t/OVo4GsLDqFBG0KUc75ypllF8NQT7ECK3rrVzNL/UFJxrZ2SxS/oF3Cd/na45D2uxqH
7Ms0Y4nXpFp2qvQ+uTe1UX3GKT2+rbHEgDs6SZAqyqQPftijENyOc5njKZG04r4LEvn3GCrTj97M
5dg1EXG5H2QDZgC2ZNpMb4h7gbJ9L8GLwL8ZLqVappiZScVHszDke9UM+P9GPWuO1+RouLtpVtmp
K2SYBUDLG7BhTqwUDwEar4hQa7P+PIs8ukev1FTcebRHbTMiRl+6dlaj0QusIMhRLVWHmP55RLvU
6UYDvooeQCEAPVp+mWx5LPlLas0YMksT8BR87X+/vwiX6caCt0QVEIIczXTjVZj4j0sXeEuGZHXi
HFM6RttGCARvO5lKtSQc6b6rLf2RMyvd5UBk7+moolTQ5M7n93/Fchud7QQ6dRSkQGJyiGmrry6K
vNCrIo6T/qAawcNUPZe68dvJJneIHniRrsDYL86xAnNg0QijLUVEsKYwU/xPo2EMZQaTXUtBPvkq
63WJjs6+B94RZ4fdTX6gM7vnO1uudDXMSz0+4tbNLpnarPpqojf3s5yCtvFsvZCfoYlIvWuMsEVc
MzOs2zqJkt95nIZPnSMI7NQ2BUFCkyKrT13YN4kXj7r1KWgD8l3EJsqfga3mT9I4Vr/bzpR/qs3c
fZtw8KTPHvQazGRjbEYv7+wKQ9K5KyrYpEb6bArHEC7K0hhaNgpOl6Gh5h/R0hhPOJNrEcqBAtsu
AxR0tkGNQy3cOq2K+7Au2gzPMCU1dmNMMg7gJ4v/0kOBcIf7j04WWxGY2FJXPJ88SxLgnEUfHyW7
mu5l6MKurECnRlqlLN14yNpvptVIt3ZQyl4bhFAci/BHOIhhEznmNQ+O1z73+VqSUaBSRnq0qHNf
/JyqdDohyvSYyikq8rmCm3sQ2HsJGO2mbJXwDq0UyO7wzA91VVluN2nlSZMXyvWod82mEXb/UBvB
eBs0CF3OZSYdwGJEgN/TgmLgYB2CINtKw1Tea4HabeVRKNtsMqZb7sUSzetuvu8zy/GjQe9dPWm1
azfxUkI7/0bklagZAn8m0yRVP5/yAS++2mkV+ehY2XIVlXr7u7f7MHWrUlHv4lLSv0L1n280pZYG
t8xa/eOgoTqzr2XE9kJS7mNhT/X3zpynpzktok+8bsqxmSo8ISds0ICrl0P11OY5b/NEYKJhLd6X
ynHCwusj8hFEk1bepfemXCuxO4sgkL3OgacAXG78EtVNbbkUYeJfPeYjlWfaUSd7kSQEwp5m2gsP
N7kR/kMzh78gIzqfpTRxnqKmQ4lCTnq1dfvcSr+ofSx+TCAeB1epKvkT2GD5MEhJe6+mXae7velI
fpClln6tjLkGb9FSoUBG6QiWjgqPc13ZniwzFkE/OMeucTD2a8HnNPeNg0OH22Rdf+ymdIp9JNKq
xJ07qoQYKDW2vgNNnXaoUwbdp/dv3YuLkB4T5ByaSRS3sBNYxYhzqkMq0fv02HSJA1IlB9RfWNbT
+6NcdMsNXA5l9RVtSCnjIgeTQyWWjDgvjkFQKa5A9ONDkCD/iC3PPuWp8RCvp31u7gL42jzbLUZy
eVB4cTMhjhMNxlPDGdy+/6ve+HYQbGgEmtBal6LB+Y4v2zAycm0ojsVg29u6LY3NDGH/r+M5uibI
rHCTUVrh2Vml6njUKZGpVOURc+rmLjLl4MGWQnNvL0l7NaWHthT5ByW09A3qEKy7FGubPDRyr0Nm
YzN1yB0JDZ7dmKkYgAV4XSiypPlznoLqRz+ig12zN/Hp3HcNtme91Fd3rSEExLy08WZaExsijdhr
Au2aNNsSAp5dGsu38WLTj6RrdNHnDu3QEFYjyuOANrrfmBbYO12mwIzd7e791Vqu/PVQTB4lPXXR
cV7L3gIy1HtdzOXRppt/5wSJubEq1G9RWqConeEjlfdZenSUwPEqBIVu3h/+YrPwpQaAYTjNMHdo
qpxvFtME3DqZbXUkMJW80RyDBzmKuyu4fvUiamAY2htLZAK5ke7c+TBVFctN5bTiWM1d5A1t5MRu
OrfzJhVmtFPzGONgEr/nMA9MXnjlvtYSrBkUXdqrWTbd5h1s7GpMldusHVVEr2LrdyxBTEhnMboF
UXTE653Hni2H6nasimvM/IswjsyajU6Nj4QMCZHVhYJtRwEwtRdHZ+xmTzFq/AtkBMiNxji01YKz
ktork3bR53gdEt2BZVjs6FdLE2lBxLs9i2MqGYCZYrxd7XbWNuj7MkcS+CfuV9LdNFO89zfFWx+L
oC7KdZBNKcOtVqtVaWmHAj1dJ80VkOOtjUrrPGcbvS6AWMh6dyhttboy6htbkbml6Efzja9dh+ty
nevQ1LX6mDQljqVjHHj6FBlX7q3Lo006TfoJhgW8DTCW852oIAcNvClRjnipJT5W4S9tu7xHQxr4
fzuLMEpZQ5BsnC/Y6ecjdWHTV2ZkaMew4Gg5ThJseOvn3SQhB4K6jOobkhZe2TRrYDdfxRaFQUr3
G5AgINvzUdUQO2VzKKVjEo846UrGTdNjNOMESPG2OFo69p0SdcdaFds2sIWL3c5zG+iVG6TXXMou
F5TsepHhWo4OUeZyKfyRf9Vao8doxEjHqKWxhX3S7zHuyiuzvOzF8/tzAWuzZww0wKi/r2Y50+Qc
jzpEz2tLOBtTLTFLUsPY10o73/RJEO7eX9WVIA8xPLHOKySAvA6G9hqkbU/wdmSjtY5NbH4DMb8L
gzp1Ez36OAYH/GbchqpTMWBOXKSKGxk4gqbiylG5/Gj8dDig4NRAxaF1dj6zlKVIOTXTOmowUjEh
nebbifCErkA5LaaI8pVX4s0AD2z8kvEBgriwW8sLni9eS/sYxfKk+MgQq18LsBRPjTonvVvT0nnW
pxnn1kwbjdmT1HKItkGc6T9b3v2/LqcuaKFXoNE/UL3VJs9FNvaWUTlHc4wdVw4lyZsz5ff7K71S
0FpWmmb2ohECCwPg0KuQ7R/7d6rlOosDPT/FQdWTsfc5+8pO2n1Vz8rsGVnf3oATV/Rdq3f6AF/X
mlIXRnxJLzVOoFzmdv8iVwB5PdQixtC39cHJvCpW6XWRuj7KWYkMqlanX+YclyDX6Cpq3JFihGij
moH9RHJW4Ixdw9ejN1I7/qBiVDIZY4pA8lQ/olNQy36bTR0JsBT3N2qXIFKTpYH0iRRaLbwkbpyv
MZQWHLUVC8Xb0jAxGJNSIaH5Oqun0pnRTMTYUpbcJgoKfllQdaEPkNNotk0Sa5NbpY7zOCGmNHqc
QWwOoqp8zmQh/3x/yt/YZ7DjwUICPzWBAK/ZL5HWm00v2uoUOka3FY5cec6sSZm7UNs9PUFqzAiy
cm8lya3RQ/AOkyo9iaC91tZbTtD5tYKuE6igpU+JCsYCMvrz7ipFlVvQLJMTctvh3WSGqJvrZn3t
MrnITmkbknljOgdYh/VYvbSy0chKnQbJaYBRsBexbN+FFhJOlrJYeOM7uA/suNnEnRQ9K91guWy0
a/5/l5fJgqsDTQM0CaTdmoNfBpmpz6UZn2QsVe5pZo+nYazlh7x0jto01tcQ7G+MR80cMjQofB6G
dchZgahG0HqMT6BbJR/Rn34/q8tLZMjj1gija924S4AF7/BCiSPQpRtManS+lqT4uPtgOHoaIT7s
p6btva7Rww3n3/SaQghKpQOHzylN+LFOti0DG9floMcXDOk1b7Ti4jCMbXMThWHkJyQNV/pgl6He
8gu5x8mkyNvWU4ImddRRGUtOtsISGMi7eRPDI9M16vt2kdUd+06civhqWf6Nfb7AK0E6kSwvRlnn
cyMLQyTQy5ITJasIEpgSbKksXmv4v/FoQutd+JFkAMRd6+6UGcmj3tsmYAKLMpYpt6j6Y+m4NSgV
7PDE0LZVb2lumpr1h8no0lsjTCy/iGTNH0Bu+O9fM8uCrw431QrAG5T/wdxYq+q8UEZRS4hInOLc
eRzT6TcCdkczCL9iMvzQlP3L+8NdhpzEgRjTwHeipH3RvEdEfLJiRH5Pw2xUd6YUGs+QeL9QwlSu
fNhlMgn8kdR1UVElK18r47RhYKARpRYnY3a+paHcPjmDlT0kA6z/WmmGjRJow03eKgDK7di8Vmu7
nFYyBmoBUH4dTGdXe8nu7DJO6XSerNmSb/OaEmAlm2JjISh0JYpH/P5iMFhqaCgDI1l6+QCDzy5o
swLePjtBfao4otVe7mMEymyhu5A+mnxT6dg1e2WhDd9mA3HJXSAtXmqiS8rvRZkl3Z0VZJC9hrhX
c7+aqzyFKlMaB8UW4dOkSHO4MbVZ3WpmCelajQfcRVSp3PRyF2kbSS+yB3hEuu2rtYlufT/ov5OM
WkWvVLV+a4Zd9H1Mg7Zy8f4ip0WxYMK+EG/XgLNMROCHtR1/dcpu6naoOumngaz4xVbxNnRt3Amf
xm7SX4oQCVEPrWEYiKZW116bWcMHrSqcYQk0pucArtvk9qT4z06RaEfo1LR+nCwQpyaEvlBwHJEm
Bcd2i3wKpE4ETNADEbrRd65mVK3p9UNmHZrSEPcWDKBFMKSJenfs1ABPdQFf2zUoQeynimVwlxYD
lSv6JjdW16m3IZXOYymk4DcJ8CL4MHYyMvpC6r/MSkfPaTbSbNOVnTyDn7PG3IuLkr8jA5kZ3Epe
oAUyShzyLlWqofLCso06T54GApq5nSICzHKwdo5Es4lVoD2QKOk0P9ZhKn0Vdiu3XqErqC5ElsCu
mUbTZPtDmah0WozF94l+G8q4RIy4S1CCSjcmxsGfZyMw8QrpSTAxasoC8wmHQvolVQO5yS0cuetd
zCrSwm+0yAz8NDKz0Q36uvjMTd2WfgfZynLtXpHaTUktynbbQUx3QRE6LzEF3Zeg1/P7aQojmT+o
Ls2NIYWFwCIln3VIJYhj+51uxDex00nATHM9PvFGqAi1ZjZ0bcfqtQeH4LJwrawkN2VjFF+zuUu2
OIvNN5hMNBuuAAOpGCk+QpBovdCIR1+dkcPxRiSCYYAM4wOHT64ezSatNRcKil5A+bbS2pvzOn52
aOkdVFz/Wnw55/AWKkp+D9Rp+p5QQjU9dR5ze58Y3Sy7jWThCRx2k7JtlCL/ZRt5kLgj9fVj7QQO
y2iH0ceWg/e1SwPra9XZ4klqp+xX12XZh1o3Y2DCMF7uRlmoji+ZTfgi2ib8TMtSMn27KuSnGVBz
6TZNfNIHHf51Jkq8ZjSgfB55V/7JKhEHEuYU7dA0ijpXx5PKpjYhx7knmmr6VE5k80xROpteHelN
6oYq/n6TM9HTGYlrPidNhSJKqsrfRFM7cE7nuH4WdW01bt0QpLtz0Bv3CMjWrZfYc7StdFMqNkmr
b+qpTU+TqvcPlRIPEtoaIa7JsTIrCY4C5cgI5hB/KyTbfAznInyBO9Rx9iVTy25hXi4L7Tz2hW1+
CeiG14Q8kkIRQprHb3RRydlnG6WbwQy1xK+zzHQoZSml8AMp7U03HMvpp7Cd9q4fE3VvNwPTMInI
S5s09Ic+lj+kg2z+jGobOmBUdtpnWZuHR5aDnRdSdDM2o9Q3mAiHpfYJWvnQ+I5cOrYXZ2Z3nEfC
/GM6zMrgNa0z/xyVVMHu0sl+hipKrm5mVtXBCTPrKAfN/GIZo07HDUIHYkt9tptCzKVCXSso0Ypq
/t0bptvk0kOfODeOnOP5AwPip0nfwtdzaPkqaIDPoZ6awmNjq6WroRVxL4VkNuDHA3GbI7ouk94h
MO62tjKV7hiiGuGp9iT/VnsRPBGtDYcwkKZPuSKmW6cgWnelIcDTdqQ+RxkpEtOvxHbQXAhFpwdM
Obd+hXSn5MFhUVmyIMOMNCwFdqDEL0no6zN7jzsOpy6XezL5WNhp/EEeklLxWbvCdmO71T/XihFM
V8o3l4EgnDtCBYey2ysj4fxVa5NWUkQ6iVNgNqhANQYOz7aNuLRDAz3JJMfvhn7ad6FxLSp/rcac
B0WLRAM5Ox1KU9HXEKV6NLU0nLLulJJcJ17As7uP9CLcpJ1qDL5cWnZOabbFa2KcJp40LBmxZUb1
qfKyomkem0BO71U9UVERNSg1yak1f+eta24mq7H6LToYWLFRW63LXZYb7aPDNW35TEgHrGCo41MW
ItrlqSrxZ6PgauFS9MZWNrJHE885fBVTTx2pIiN9qYQfO8Rur5HgLwFpzDrlaTIiAL0koKtcQdcx
5XU6pT6paoXqQzKZH4dW/547Wv1gYGK8Keuy8DRRxLtEG1q/zvPRG3IL78ky4RyYVktvq9U+6EPP
85mhxFs1luPCI1Af8NzpdxXA+R0qZuoGv3P7ph3D6pm6TXirU1++Eg9eRp5LrQYQLEuLwupaAzzh
lUMsz6hP/cxsplOJNnGE6kyXm8aVktRlIvHnUBdBrqNifxVKVn2auijcaDG2xs48O1fivjc+CPI2
jAmVeh/thOVX/FGSGWU9mgrZKE6BVH0feqd7DG1beJokGb/fD9rf+B4AQrAY6PEBVF5THStg8V0Y
m+WpbkfLHSnvukaqX/NXe2MUItglISKYXRTFz78nDhJbmBicnKKRJ67N0OxJTeVvaQxwg02Y1QhL
LCxaTvj5KJMsBXSre/Ep5aXwyk6PvaoFgPH+jL0mcX/eIIzAZEFjXXQUF73G82HmsjXaSQ36T6X7
zRcuXs9u6Vle5f7Gdsm7CqZY74X1cKu5Q6sixtGR4WTPcFWPUM2LN9KGu5yxks2t7Mbb979wSWDW
H0hBH9AEHgzc06veAYEAuBo9HD6ZlfPYakTmWpW8ZGn3S2rKKyXX9c5Yvu7PsVb5TQC9vlF1qf/U
5x9040ecHN//ltee/HsfsyRYfxwlVRmoIo5M353jCtdxW7/b9P7Ni+5BPHYV7znydlxtvrqN3NSX
3SsEjXVJgOwNwUfSxEV9D17SGqsEFQTLDFUbT6koZMUL0nKizDfhvOJVqdrcKmkFpKwqklbepCXa
fIDJJguzhVHO9A05g/GYyc1cXEli15Ts19/F/UIsTKMSed9VFivXCE5IpZhO8EDHL53Sdm5qkMpa
UjTfdEIPvKLUgmerRK4LtlV705Zq4GKQMKBCXJlbjInrRyH6j4PSZB/aqW79Scihj6Zz+vz+Gq72
yOtPxY1w6TApi6rY+sCRXxLVmePJmS3J7yYBumQktXx/lNWu5ygrFCYXtOQiR406zvlGafRek/K+
s9DNiuyPcS7JSFE2nZdSdtsH5vB/pBn/is/6/yjLemGHvMNxjbtf59RW/vX/McnBCocCko125EKD
fvW7+cckRwKP9y9e+EVZCwSKwqE6I7fiu47EKlENgiE8BP8htyrOvyjGAVuhuELTkIrY35BbV7Bs
QlbyQspOcL+JnRa08vk2mY3MCjNHqk6ytBRTYtPCUS7CWmQTGJHxoko4Q7cYqpCMqxOlmK43E7wc
VGVHL2Ae3CkesYSPcXP+MGDt3bvqkBfPdjK3BJl5+xTJYsAby66aezweohcwLek/Ko//f+f9L2Xp
i/7fd96n70X3ve3ONx//xf/wqmXY09QwEFvnugYy+G9etWn+C60ulIyXUiotZ7bXv2n92r+oygFB
gt+18AqXRum/edX8gYsuH5g8+vxLi/hvtt5aepZDAbmLUA3EDhop8GjPt14yqFZa5XZ96I3R/GwH
VDuFJOs7aYIT09oU4aIYEcKmSdWbuO6SuxoB4e+U5FRvpDC7kaRG3BuJNT+GulP5WqjNjwSf1g6M
GlLhbMGXP2b36Z9X9k/q9OpKff3BYG3ABdBDhjC7CshC6hVgRoCHA32b/Wyc501fVpCrEJLaKoj4
+u+P9yqR8udjv8wQUDUDGhxVugsmQdIYqJbzXB762JE/6cJ5NPN5csdcGjbdaH9OMx0pyCJDPdiK
4U10NBwLJEgoe1i2W0n9fdqGjZdkQ+CZltN96Iew2dRtJqjV2Q1itom11Sfd2iUYQt9okXpNr3Od
GS/+zgCx6JAgQP6PSMSf4QrFRJP3P0eu2qCS4+QdN0YSxiikNxmmv9ZBTurmRmq6w/tTd9GSZODX
ZIP2NrAfWiXnm0sakz6fi7E9AJRCJlBS450aVvFd3rXdrdPqNTJEUneDG8+wryZJ8vPZbnzbrp0r
GdZbv4TxaUsC1eIpWCc/GSIaVZCJ7mAURrNPslL7gE53/yEm4dxPht48UXJTtm0j1zeWkQCpalIs
gkoKqlfm5I3FoFu1SOJSPl6sUc7npALAp8hFNR9IKTtaVRkqGEM3nAQ7aGdN2Xisx8Zy41GGc0lU
9MBpSjd5TBIVULa56eTe/jikQ/YZ/Ih6nzVd/8mWsgzGuKPtrvzYy8O26Eqxa3gCIWOsF1DLLSXL
AJwfbDHE9yhUVz+iCj8Xo4ib+0hDBUsba3OHvH1xQHuuvjX7gi02zYWylct03GqlOW/5x/GuADTw
KMVEQO//xnUqw6tO3/VV+gpSMTIl5/MpdaHQQ8r3Bz1utF1STZM7q8SXiZNeYy1fdEOXsThH3Mjc
leD3l9/yR9xPgyBy6Maph17oToHGUFzMLrRL2BotPoqqlwB2O/YIb8suJsjyM9Wf0drG3ZRkG6eq
axjpSqw26Eoo3bi1QmGYd1LsKJ97DQOn9ydmubnP763lF0Kyxu6EyGINtmmM2pjbCNtnfE7jXd0H
8zbS+2ontxO2232i3olsnm6orBY+JcOrQLiLjU5JjNT8tU2Npau5yjE7Pau6TLecg6b0xtdsAh95
CwykwfOp0OUDEP1Jc5tiTFNgcngsuSKjGuNbSQZjJ5Eb41sO2aPw20pxbpSgMjJ3xGX7pOmZ9cOR
I6QEx8a4A2ZnNR5ygziWR6Y9Yj6BENWPuDZ1iFAReNRNk9vdPcNrEHucIWluagAiFdQaAWNnmFMF
nYqxH2a/Re5w9pqyyHNPDUb92DvCqNwQSGuLMlyX/qTT4fy01LAJXPSWw9Sz7bQ5WvAgZ2BqyvwL
xzjIMOFgqsKv9MmOXUBzqbwD0D7TJ6+qrN86bbVYnQ95tQt7NPM8G2FHGFzqgsKcM5DtG6VfatyT
qDEvmjoFlcFwrpM72ssSaIqg1jI3BzqW3idohUOCsBot9eMgBqxdNNUxMWu8Q5wuTH1dqTU6xrWq
Bru+rZPRF+mcSDeVMSQ3g9zW5VaoefRYNYXdeoM6GLJXNEN2LRW6oBSxp8GDcOmhRbZcKquLLyz0
ZkiSzjqY+ehsaBLKbt6Z8baXKv1bCdfkSa755rk0jANCZtHPMcr0K5fFxX2GTg2pMyE2csOcZuKq
Pw+wgg1VHpWtdZByke7UGQOQgt6M24dFuc8tdbgSPFxcToxH0IfzheOY5Omry8mqknnCK9o+SFKM
8neUpb5RhtaWovo1kuAbn4bAOqhMzDEQGls7MnHHJpKBK/ahLiM4EZERbpEIJk5p1HCbq0Az3r9e
3vg0njECR+Iiwsa1Kj+44S4MRts5pDNNs1noJoc2/YX1ufr3i0a0C+uRqUQsYE0IFDowsSCXg8NA
Q+cG/cnQDysp2PdAM/yhDsZr5ZU1soidSi1qKa4Q8AEsWdUG8iqVLfR0pYOeqeU+bepF+zhL6W9z
SguU37cxhpyuGIt5IzKh7500qa7snHWNB8UjBZgiCHPKgvTo1yiqwFH6pi4l4zDBk8iQ2gJvfJMK
Idc+yDo78I0x17nKAp2eNDB+LI9bNiGKloWlnebWQHHQwvHzGof4MpQCwonk04KWJT1Gguf8DGla
ji+HCJyDEXemh/vmTRU4xY0iTOWgQS6+K/vYch0t6H1Zsuj6l9Pw0JuReWUDXgbmxHOL1AHbnmSI
vP78h3D7CbOM7fSYtbn0I8BQEk8YR38Ukdb+7JiMyVemFiaaSLLxu1pyzXlyFyPLiIC0pHxxGif9
FLVZ6yaaEX5KUGuGKW+Rdt+nULJOmsoHoh5oWQhbyzL1ZXnKmeYq07XQi2EUXDObuTzD7HEUmiAi
Yo8FD+f8i7q6akfKQ8FBirTIRctXc7vZpGkcFd0WSuC1M/zWeMwb+xyGAeatq3im0zJTzmczODhq
vc/KRdOcQtsc50gD2t2VHf3Gei2QQG5D9g2mROtSOlXTRo0QMz8Utp4dStRWH9UghNIQmJVXdFN4
E4lGghug1n5Ut4OvjeQFWqf+aLiZ78MW5CfeWv0uU41s7yQmXqeRQ1U+DxAox+igsW8sUOKbrBIz
uMNYfAGedQ2a/tacsd3Y94sMHiHn+RrlhA5yR0GGMC8sKNUE3/pk/tn06gswic3f3rHMmAa2EPgX
hYC1omiiFaoY8Jg9aCC5vCLXvkVDBRHT0L6+P9Abh5qRKCizFWgS0b07/6oBjbx8MpzwWEai/Sam
cv6uGcjluqU+DpI3CSORvCIJmphEu+9nN1Ra8xs2oZic5QA5qits3DeiBX4QQcISKJBE6qvDrRet
EudVER4zs7b2llQOTy1cb2+oAXvKSdNuWiFnH0B2VBvbCexH0pLqSkd5iQbOImjmfoHHE/ITu5Ct
rSYlShLc2KPoSN9+uKmAD22MePpbOQTeNgPVIJIKKkRA3FaHvmjqxkzFCBAlbSM/IgDzY2AHV07f
G9sWv7eFRk0mx6WpnX9LXpcWXWlaIW0zC/DOzQFoF/V30ftKN/16fzu98uTOZ47ckyeUqtciO7vm
b0yFqUp4OiVHXmy/COWCwuTY4UMMkKVWdnXUGg961tPCDjLM7j6CiUcDskbv8WmgVClvZqedTpla
OU+9LZUvalHpN2bgCUvstNzEqC1TwWx7cAnq/fu/fTm/q58O0JID/tq7hB5xPlGm0ksOKI7k2Mg4
xZn0fqGznTC4vpON7IeKQbn7/oCXgRT9WPrL7DNQrBfPmJFE6Rw1WnIc7DEmqJAw784Q0a+C3rmy
Cd4aipojxWbYLUtaf/5tWWGEudYpKa4/k+NGI/bZGGwY7qTg4fT3X7V4AixygJiDr1tUtZqYhtHw
OBP/Jv4synBn4ql9E6lKf2UCX3Wi1ku2GJCzWNzH2rp5OkYgvjW9LY+pLrqPtlmrX8LZtl6wlVe+
dsqk/dT6TrpPiqhEVBSnLYjDEjCVPEVtBeJALJ36kmlPk5om2VCH5Y80nfXUC6UEiALqMLVKi8gQ
xIHz0H4IKiyZfbakNm+GJm6eitQodc6RnkAlyNr6qylV5ktdBybUB23sC6+vWzBiCZZMiSvJyvAo
tcK6SaIpzz6EZj9+kJsQdMgcmgOZ3VSbmo9HkxbCZYwGL59nFecxZ1SnO5muveXxeNofoTYADezV
oGi3dSIns6ublfgq5Tp8czWIom9yNWpQGpKyzjbCUsveRZkIIegh1Hi2RLdNJCqmbl86ZuNKXZWF
Xj5N5UMtVQ20I1gThPZhjxJ7bqaS8OPEaT5oopVm1AvG8SFVxKmVgiDZZNY03WVtJX97fx+9ur+s
FheAAFxc6rDEDWuFIVXLdJEqdXXMwzyKXQzDswG77j4ZwSMZVuAr8pwgbjTZJmSa0U5fArOesGzN
6vpj2dcDN4YmrM8zMTt92qKVtyDmk8jtg7G5oWWq3RRTWH3Kwt7wZIAkD2kdlVDJO6196OElZ4sN
T/8xNhPnR4NCRONhoTGA8tSt9Jcw5DjGOCBTbW+IWmXcWEObfInHVrqWBr3Sz1YzQTrJXNAlooR5
4bsGDa4FIVYf9VR1fhhFyzNcQ9LOXaWvqp5fgWUY4oAoIixmXpW8M6WhbV2NIr/j6UpebnOc41ov
c3LUJZARCX5IFq3I/83eeSzHrWzp+l3u+KID3kyBMrSiEY1YE4QobSU8kEDCPn1/0OkTRyzyskJ3
3MMdW1IWEomVy/xmU7fSxFjH0l/UVCCWAxa4uuaR8OG2G3L4EJMk/OUwMKGHrQph4INVOtUXxQsI
Ub133fPP3/r7IAwljfpnFaNFHO64uGz6OvPiPmge9MnUdkZQxReJMfxQGAhuE3/2Lr0c4s3na74P
jrTG8Q5hUEurk4HI2+CI7E2rgqGrHwy61huJodbOLG1vq7fj/PXzpd4nFlR1axcRLhYD6GPicjsg
fFIbmXwQBsxB1+j6bTBNy4kQvKZIb88Lq6ztSmPdRNZ5+0A0kB3lJFI+TEjJbDrdv0l6TW5FDEQt
UfN9JSkynCGftp8/3QelK3Mpi/oZMSv63MfxeDbsJoWT1T10pB3fdW/Rr71aT65nD6GKetGM2yZX
xdYl+G1yN/e/0CsN/sECyjtL2zI+caF/+HP4ZBjUrrO0dze6GhTZY+GqBwCh095OywcTT7Awdvrx
dW6SIar0Rtwj+DPeWh7ymkbpBLd9WXdXzGWTv84p6ciSXDDUQ5QdXeS3L8XN4AHjIdhBj4ekgjV1
stGr4RTW64NYsYKWAB1wkNGdP661pPChPKXD+IB+jnGNKe78A0VAkmbUttV29VJDT0kTCMDUdndR
8lvnLZpMSRpJve8hhOsFF5Gr5yD2fK1v/XPY/KoMkzhdfvRF1/Ubx4UYF7lCJu5mmU2sYHRtLjc+
6GlzYyZDk5+1Zev8iFNlRKbSyiBa5jY7RWI9Bp0AMkOABbqbjrku7A33KLPtDX+wRTpPD+BZ4705
dNyamLzIc5ks2OAE1R6f1O6KN/K4VEP2WFZms69hPIUJU7FdKbKZloWsL6a4Gnb41BsXo4jrDXjg
6cTL/0D0wkGSjJqCDx/YyTH5NJgNN4XyPj0I3ZufCjkNEbDRogjT1bSp7TINvw39bMmAaxqcFVzg
Ju2885v6QnoiuDGTQL2AKT/llH0c+9Y9XL8NPlmwdFgnvz2VzdAnneNW84OsEhE2Mh0ue3N1Uejn
ZPd5dPhoKc4jPBeAYKtT89ulhIbXHqK580OfSmQZdEdGoxWX+95K2hMB8PgWWZ+KuQfyhHxxq3T4
26V0BXjPgTzysN6M0eAl3cM8xn4kMjlcV0XuX+NRLE/k2MeF1rooLEzU+hl5QLA5WtQIZA9+Y2BR
aRcg6CcrbO1J2w6CfpQuk1Mt5nfhjQVXWAtVOwpJwFGOqlQ0IgvV9Up/KLtg3lkkJ1PkiDS5aobW
3ph5LPf6OkxYJod+yGA8Dm3dP6LAE1yPlWhPHPEP9nylMK1q8Ou2H3PK+ybQ+LZs/YF2ZR4NKUa+
NT2HcBxLYydbc9o60zif2POPYsAqXg9+EiwFPOujwsZvbSs3G395cGJNu1wCpwpzO5UYFAm172CW
bZHVqh+atip2+pLrD/itOht6Sc1lP6prjXHHpdPa+l3faOpc05vliky/3khX+2sRBRIJTj2jSgae
9FuOABeoIDFa9urloU3S8imre3PNroJdO3TNiU9tPWp/JgCcDLIMcmeLo0E7+ehk1MZEALYL48H2
+uWcKcV8XsxofDgFhBYxDzo1Rj1tpzhXJ/K34wSHRJ0RC9IsCGMx+jt+SKAkOr3nYHlwh1m/UK05
3yLu8/3zSPL+8eCYE7d8chwGSr9bSH9MY2ck9ShxC/2havJyM/Cfz5Vul2Fg1/nO6prpopXl8KUU
ajiR4VjrS3q7szB+qdXXbBG5iGN9kRmfVSCOyFs1iz1vlK/Z9yWAcZgj2BohAWmnebtZlkX/XnWC
zFnV/TRuFAIeSDbppbdlhqnrUeMPEK+WKWkezS5xziZG/21UY1KFJVUWfLG8Gor6Us3Lr8mESRY1
kB+RB037r8hUvDjOUtz6LciFHcdAwJSHTPnLXpz6MgBLsly0Xr/m/7ohltCb6+alTQE3RDYzxic1
46EJw66ZborAg6FigVmRJ3Lq392SNxu1+iRC5QNfh4UltcvbEOwXwzqKc/PHrNPlJdwtvd9kTj1d
eXNaCJTZkFS80RhblBD87PKu9HDsi+q4RJjFQuqpj6alxGfTliDkw1hpFRZctvyulX22Tm0hjyGu
kmrhVFXVJquGKcB7cSzrS00pcBPzJDJQc6Uc7hf0U8QuMJUDpSkWKjQwakwjGj7dGaMU1NjsSmYv
n5/R99KdkPqNFSKIswttxGMZ/Forx3q0lHz0rCS5bJqyPzOcrE6jTLiVIATVdRqWSS+/UNdkZwId
O3xVereeI1tqmgxr+CaY2M6JlYfWUgxnAqrRthhkkIQIXBjOBgYDjmoScdzQC/K62fjamLzaDKbU
1m/zbDcsNE+iuPLam3w0aDKW7mKrnaEb9olq/d13wbcITH71IePmIwC8fd0MMJohF379OAyy3SHA
R6DhzSUXGF7Ye05JvS0dvzvTRWKrEBSiPBF43jWyCa5Ir0MXppWy+mscXb82OsRd76fDY+Dk41le
l3Jbeyo/g+3obBbh9OfamKPu65vcxoVVR2PtZneJV877z9/8ezUZxH/+NaEi41/xV2/3YtCnFGW6
enrEl1m9eMboA5lTiZND5vSzIhKNwwBpMhvz26IvVEbCy8VNhYnXgMxfoe5Ka/AiPZ+Lf72k/4Vq
/h8Gk3+8pHdWTF++923/Bqi5/vn/AWoCx2QAQpKIziH6GSv/+18gYdot/8WhAr/GNJgLZT1S/wZq
YrGkW9Tv4AORuvAseqv/QWryP52ViAY8iQG58/vj/wsLnCOUMABhvqm10gFFQYpDkvX2QMFPKRIo
4vEt1yGJXYJ4TNe9ghGZz5jSny15LyJVDnkUO7W1aSzzxuqHZ1sJL1Qeys4KU9xOm7wnwwfAJbPI
bbRi53v2M2Rj+ANKzf8K//970jhpvOj/Nyh4tVw6/PP9nd/X+rf+jUr3XDDkv+W6VgA5JKP/HDjn
v9h1vCTIaddJBCXUvw+cGQAnhpBG1WuskXaFqP0bGeyY/wWukIxrbYUzwmaS9BfH7aiuWBVGqJxI
qvm3fuNKjo6bSX9wHqCQvBTe5CMuIubnkVQTWgl2upqrzG9upzBAd4tiuI7j1LsHVJF8H5XDReQE
ef/yxw7e/itp+BP4+7ZwXH8PCQRKH6STaK7A3Hh7/NMliZkgp/aLUQ7+5Zim8gLHziKacvMUxmF9
tP9kLSyFOoK3Zi0OuB3WO7rG6BnMJGlTdmjivV+eLwih+65DNYzcCfky5j9Feko38cM1AcvhlsOh
AHH59vGUE8wVetDZoYP9Ve8BgkXZVmxOid0fXZD/82x/rMOJ/BMC5XjDMPZizg5qN22qnbgQW3n+
XQ+1zakR0BFc8v1SR1WZBA9fWAxMD16IPlLoQmiLQ32TRj/k5mwMrRBm/+bzQ3I0C0I5g0djD4HV
mysz6phxU9DeiNssM197JiKgrivfPBdZazcbl6Gku/f0thEbrxycbWw0WhOBIanFZoBfGkSmIDmJ
kF0TS9RYNdzalsljHA1O6yYkqBTNUdDpuRUJGBbmLgYnJ6MswZwsTLQ8v7G8KqbSHmv/1Vcj+ACq
kMkJrdkoq82SCvK5tnHcl7gc3DOUPoaKgUzQLOEEb27fpctgRT0fkAyL2MwXUPhdb26LyTN+NHVX
gIu0OvWzq1MXYxHmQ+128rM4RzMtZtY66XWMGl8xT2FHfHmYZtdo0AKtZhzFljT3UTF3yya0EN8P
9mlsLUFUNkyz8I3uac+Jus8DJBcA+28MVWXdpSWNhgKiNLKrLlAt94tmY3E8lLqcIlj6jcNgKAXY
uHT4G49ZsEIipoz0eyljs4uANrXFRvSqvJ8BWv3d6Pz3y14j5EoDJSTqx/iVIAmwbS7b5TUxFrVv
jYqyvZ+1E5ncceCheUSOTa+KXhLYleOO1WyRPzZ6rL82XlNGQ4JUfIqHbRS0sjtRL737On+vRYzz
16SByvIo6GKnmLVpVxiv+kgMZLEG0OowGBUopk4vmEW5svyaTkn64Kog/qdomE2GPZrRh96LDXv7
+ef0waO7ACDIbuBIcbkc/ZyubQUheebRK+Hu0D8Zd7GhmrN29pYTOk5v499KsuIS5DUG4O1A3h1j
XRI/zoTZV+UL0bHY5WmnRX3m59E8pyKyGTFGnjtBUEVz4Qq6fPn4N0+6Lr8uDN/G5lIGdnIU8ulM
951hlNYLqmhViDkf/fEJt3oH2doTbZmj5si6FLLaZBAgNWGVHDcP/BEL6Yxk80WmvXU7Mmne+YM8
RTQgEfjjDvv9QDRy2VFGTNQhxwCaTljm7KnGfallgka857bXJiLxUbyk82WA1Mjz5xvIlPl4Rd7b
b5dhMhCan8cuW6rxixLfbOv7kGb5a2ksvthrDgYBYaraobqivwCaItbc3g8rGOL5Fm2eyoyEnzZB
WC2JJfelKwvmqYZXtrth9EB+UASDz/Wx693WDnZX572pFu6uLK5eJxSV8s3Y0M/F0oE5P52t2UXv
omrFtY0r1vnY2VzewiBi7smjsp8LnZs+ymwh0/PKQz9wn8yOMaNno9QhTjNLnPkON8OW1qY2hYs1
Tk8wRzK5T4PEG0O31eIvWC3F+T6TSe7vFtsrgody8OxrE6UcMN65QCZkqdwxQ+7B0sZmayOL8BOt
sKohnSi94byyhlqFcz2pGwR3mjzq2tFp9qM+O/ouQCcm2Kwo5qfJbvxHlM35w1lvFnWUl8xyIoFV
BfDXBclnblhjOnM8kWbR7MeBfV3HHU2QVAgXK7Xa9JbrnplMdmZVoIdvkwYf17PCKHUXjUlnuOEo
DkUUu0aRn0m7TS5g08Nvh9uRJXsoFaXDN9CBD/GNpNAjq9HbeDPpzejsG2DwQRhgasArM4vKuA2q
dFX/AR7a7r2uoROtWRMA9wWpEqAFvJcZrsE40vnxfPGrWy3YaVro3Lq2NNptkMBi4UN3Da5VnenY
alOgjygEmwpDcydHy12MRIA8tsXT4gr/Ps/LEmZDZfoCKAfqL/Tc3eABUPL4VNb6XET0PZw7xIXa
ksFXQKVTjw6KRCqm8hkW1Js2VhdkmzlbmArqRZ/JjQcVGCuVtpc7Sw5tcWc0sBXA/sZed14kQTZs
Fq+ocK23oFPtM7dMnnoZyOd2WcSPfA6EdSGtTF6OzF7jbV50tb8d+lH7OUzTqqVl0Qfe6mkdPC6t
mfyaSlwetrFERiQKps7iOGtNwrWaWclToxLbCB3w1h5aWGZ+q3m2QogCYbpdXyaoKDFKcffC6pYn
11YKo13V1wRNY0IivNHNdNcrC0lgOGZIftaJ63a7fOim4bzgp96NcWdeTAwr6S969ZhGGmJsTdTN
I4PaClD+FrGrOOpcKBUQehaZPRQJ9emBVMpPf+ZkPv4XUAHJjegr7dHpOoM7S5/z8aoyzSy70jFC
UZepM8KM8zu4MGE1B/ql0NoKucbJnPJdGXjjsF1U3GSwD7LxQbiFnm0DNdnX5aj7j4jwBi8NeBws
Pg03/1a3YFbD3AKqGJpLrN3LzK9JXpRe3KSzYXTo6lT+XQZV/x9c4YJfVqaM5w7dpSl0nFaY5622
8BecqXHXthu19SZHFft+yQvg1q1n23cG/2RJO7aatj2NnDGyCokqEj9+klvGaaIOg9FubhzRdtf2
JKqcDZQ92WFRyJ8IL43ONvOd4kHT+2AOrW5w4UuCJbHaPkaBKy49sKutecf0NX0aZNk/zItVw4Tx
xHCvdX52SNTo8ChJgOY98n84TfKygMEWPvKevh67G8fJDdA4vTdcg5SDTq9po4Zn35CzVX01tG0o
Brv7MYxIOIaBP+huqOeO99rksMtC2Poa/gbdwhByjrvul+cN40aqfI5h42nFNSMQ9TVFaD0B+DyP
t7HBAAPESYGyYu5U1W3SJ+gP5RkNZsBPRndn1XMCSNXK0ylkL9GVq7RB/JwdcEgExMoL8MzuSZyF
ErrkHBfWrXSIa5sRs/hvQs8pILEdgYRa5i4d4Fy3i6hA5mP+AmXKoIOKF2bMnB5EzAr+Nc+ckbzv
KiinjhTVNLJxg2BaMF4QskxrAyC+brf0foopimXWNNuhmHonrKbafXYnUBIhE1/tRpIEpNvSKvsm
0vJiQU4qrYqXPDftR+YQOGF2WlvgZFoY87LBDCV4Uej0dtugwzg46rIAqVs1uj3de+EHMmLutxAa
MX25kcsqHtN1kxiZP0JnCFMp8E2ZiioZNgNWE9NGGPFMlCu7DuWypfFo6GPBgEbVlOiISYBKvMis
uam2Y2Nmj1A4y3qLurD2szBqbvZOG0sFbqlECW0RY885qvFN2NimMlr2z03BodVu30XJEpR1qJdV
6USD2/fWNm0KHW08JV+mSoPd6jtzeT72czvDLWhbc1ckXuOfW3U5EDThwSnwQwaHuqIFoEIAZ4mz
m5gINptY+DSapr4NsjDT3ADW6zC794gKih9lBRgO7fVEXZpZk95XObjX3NET1OvSuL2iqdE40dz3
aw6GzBrmY6RGU2i3nRyw6cs7pK+0LL7rB6e7sfKC5rmF3tEvmhWLjg1w7B3MHEWRLVSn5fsgbLXs
xnKeoL6K4dGfhgaAudbO/aYxpbjxUtv9WZFGdKEFqsnfMDEy7vKkc390S7z8Ki0x73wtJgYWrpTo
aCjfLTcmWHRUwRBXetDLURh7SIgUXU4XDLj9jXPTbU2zBTMspDaj0Dr4h7nOqMVsPR8fihSx2i1P
QVOeKEKV2sbFcmuPjf1DIBEQhxKJsyqci7F7zfq5u1FVjbCtBgkl2WI2Fr9OcprZMmeSemR71bCp
qlkqvDFa8VPzCvVTlfzZkGI5/0UGO1+KIrO3qr6rmJcVUS1jv9rB0Haeu1FruV8XL3P2yvSmIloG
DfFtICLetcPcPNk6iNOhHUhkuup9NARCbemFRozAADK0csd9rat6NlD26j3YMm4s4TTbHWcDzdVD
DqTucWQkk29Kb+7uO6R2JOA7vVYbbszkgOhc/pLJzuVE5m75nWQp+1GCDSZwMTZDnUb12a0zC0x1
JVKw+a5Gudlk+4fg2cgQ6rTKaUq23IqZjYiiNZ2XSTdewQJ9ChxZ39SVSJ9gtxl2ONZqaXdM1bwF
gSzLPsiiyodIijpIdpU+9vdz5WNpP5F1xoyXtLHiz/lEAsF3koSGMU0Iy8lWqcjKsvTa7J2gZN5n
jOVWTrkUBDXCVGqkqHyBLUTpcoAhf2F30py3CDRMdFqmJlNbTu2kzhJNN8/KOesjTmJ8DdkDn2I+
DfXVlBVppDM5RMHUHkMRJ1W4MDs6DPXQc0kb5WRvmnKYsAcr3OnZ5jvNI8ukQ8y3SQQ2szm7ghik
Q9FShr8RLkDACB5lqoAZi1nfuJMS8iJrRbGLIU4AmlRFGd9gclZ+b/TaRX9xGiyfqWbhm6G+xGxB
MsZyQrinEvQdytGc6gqiYVr1+9iwymFr9l5mkTFoDdF/6IPnpJL1LXQndQ3aFhoDk7YOM6FcG8yD
EB3ow7Rz3avKxq+jRxgb7fPJHMcHMLaNGWl1jQGK4bcY+tjkFyEdiOxsjSsFKXEDjtNR9VjtYyAz
D9kg145KDqlx35uS8KGPi9tFRdM6YxQnxrjsACl5r9U8F7eqtyBJZlzt51rqD0QSMDt37oI71oXe
Dv5jHDtKnM+y7JpNv1SpfWmuUJV5K5qsibNN4/Wyu8N/PO9C0di22GkaSNp9DnZMhMbYxD/SHK5I
RGFu3SBemaO/h4ZCd2Yqr7sp2txU57ZJ2IQkqtM6qSTqpJFhz+aynbU2gQ6wuFMVmmrubmlNDfrO
Qynusu1m41tZl8EPvSEcRIao9XILzzNvw14nB4lE5wVLNBYl3E/PrlAE7dJ8uMbehmsBFgcih6a7
pDcy8PJQi5dq3E2MBMjU27aZNy5T5S50ylq7UUpfpp1cBVK4Sfzhp5+NcG8N/AGqVXJU689wXxlD
5Oawi67ADaOIRJexCpvZrg5Gi5prLPTm3KGGc3dykNm9L/oFTbUlJVwq6pdbCaUEacBhttLIC2bv
n+C3r0JRVdkzlV98QxqTwys3m/bMziqmH32LIF5BxCIOC0t/DWoxo7Pa5veSTw2QCcrhUIl8955D
4b+6uXe1pCvW7t6eOGVh5rv+I1Us9Pt4bIfxksu4/25WZl+EDsCQG79FECF040RLN0VT1E8mIS2+
nlWcp2lk4wkIIT8Z8bgxdSWeRGek7dXQlCkKbsP6YJNbdMlF2ffmjR8nXn05O86AehiGdi8a7Tbs
2KiQdbbBSS4Ekp7NhgBU/+zbkuCP7QtubNowpgg50YYf6KuJIA7bxBmeE/oYr2Y2AXbwqGEZj/e9
c5GmyfzMQcD/J7dSy94PZo2TkUH3aJMkK5I9QX+bUJZ38V0ZYNHjNrKJN+g8e5eYTyH/GKu2vFtS
HXoWtuoH3R5RpI3dQgNZUfEdKpG3TxTnyZNWN9XBkXaPs2wxPg2xstoQBQDtqinypr4d/H4AhwxI
sJV0V83+xjLc5cEehhLQpYcEBUmB8zLMQBR2QZy4La9fTWm4msZ3r2Lqqh9z7AXxBeCWWL/UNRO0
oQL+A/o7yPJv/Ij2udQG92s2NdO9I2YCkYfn11VuabgyVt4cIEqbuDTtvXiu78rOmngrZeK3GxM3
Mfc88dJkX9YChyJXYT/gM6mfgI8s8w84jK+64POHoGJllz29ZnKDyl82fUY0CSs/pZiZldXZ4dwt
zmPb9HRT01oEO2VAH0XS1UsCwB6mV22apGw4p/WsL2GVj4IaP7G6bx0tGrr8o6jtazfFEWqP1EKi
rmxfeM02z3I6X+MUTM+ZZ/UaEBG/rNDFbbxi081LV14mptu4WxSyHG/r9+1w701M4EMkCsfufGB+
bD6LBXZEaLWpQEzVHyt3a+TV8CutBsveZXpdpbtE81IXtc9uyUCk2O547sRIddkxzVXsKfT60faZ
BN0KNu3MEVXTngfr5xXNjR+8jkvbe4gYjL2BR0tbXTh10xtnelXj58HNO+S7RLpVD7F7ihsyJb/x
IopmLj/LzEZnV5uZk+6MxZ7UhZisJduO0rIqUppJry5Qdwjyw6JVso2y0p4dxG9Fi/avLycch0uj
lIBd4jj/SgOisp/S2aErzoZ4yxnvxRt3hba+8RjHJO63zExulbIwwZpwUzSiSS+HhwaQzzfqo6kN
8RUtnhK4fyR5Onqdu7ihxAkyEp9oKOkQbnLwZ9fFpNsx/2Yny72XTJDlAzEzNCjI+tbMoq6/5onK
ngeOVRb1rpcx/kAKjU+hSevuDEEz6uy4HUmsDNnbEgnndH6skPrAvoq2zF0G4q8K0YOSz0ZhM9mN
Cw7FJWjrtb608tK5NIu4QUEhr5xvPqjiMRoHp34oi1l3tvTzIVT9X3rupgPmxHrpXbf+pwlShOJS
PbV+ft78e9fS9LCDBfK1jsjXNu7ajPwDirUsk5zVMuOWUbjjFpCZv60L48Qi7zqavxehT4uOF6T6
34CLPxbJC5cGDR3Vlwm5g83gW/FZ7eCmDq+FfLXPTuHYj/Bl67CdRhMbtEJZwOoeDRyxLlAKS/f4
ZQk65BjJzynuUv0axlu1w2LgKfHTeadNS3ZiCvD+QU1cU2i5k82yl8cyI+2o7NRVeXUIPFXtoby2
lxo5RtSWC7TvvFd3f/n2uOuQKIBtwdgM2vFRl9+RhtEX9GIPwZgs+ymHX6TnnfyrWQIN6TerYGr2
9ox4tTPOwrLoaZRafWnW3HduolrsXbTmBIP/3XFkfM4JIR3RwV4BzHi7lDYokm5PVAf0vgOS1ELe
zE7VP3y+bW+HI+sDYSIEuA1mLquAN3q7Cv0fFU9LUR10JFRAxsMJs9Gh72nDRp+v9NHz/LnS0ec1
TVizBnpVHTRfqHOLpt3GCppfny/y7tStmAM4A8xggLmAYH77OHLUfR3GQHUoRpHv2trHwVOY8mWW
nfVl9Bft/PP1jsHw6/4xqYX6yLyFMbtz9JaQVS9gxcnuMK9gRqE1VRlBEXS+Iq9ebHC3aM6qSTzE
2NbdQo+bdlprYUMKVMK9W1zlhk48ym+TrfQTo6gPXuzqssKPQ+Rgxc++3QljFu3Q8MEdHKLmHi9c
O+xhYZ8vTf/j8z344MUik8mXhyIvpZ17dIRahhZcl5M8qLEtI682c4T2rfhEPPnoeTBi4gsHGEdH
ev0VfwTOQuFpOtqlOmRFYNL8KX8uhVZGCZPhEysdgUZ+fxPMXIiVnCEb5aHjmEnJ5o2i6w6FNsTb
sq/NM3rr1Q3FhnGmSfj8iA4l1x2i7E8Q9ECPqLG5XozO/McZhDgRB45detcjRlm/AgII5kQ28+2T
T4299H41jwfUuDFFjL2BoiVIMndfkBygqE35Y25jU8I8kkwhNm7XNQGsSF/cjkNtf3NjJdERt9GU
xcQqmCBqUfLHzCyC+bwyYfNEuVsZWAkWvThrpFVea14lfhZWqd34ztgsmwW/5EdcyGs/DFpapdGM
DfjdQPi/0fIYM6y/PFLrLYklzfoO4Hwdx764zOtMLq7/kpapcVVnk/Fs0ZnYfb7Ku7tx3diVg8iH
QrT4bVr5x5FqAtUH8egxMmvgDLn0JqOezHGnWHuTYBL/jUXVdwZly4mVPzjMPgo3+KfyzayCwm9f
qVdLsOCJ0R8sGgsHslt5PbhGubOlc8rd6YOlEJMHVIjoDAqgv0/XHw8JjwepkyVWhwJTWGi7ZMng
k58z2VYnHurd6BR0wXpEDaj5rPiOf6M5Ao54tRzG1tsumutvyXunbW6M/7hZmmGIe8p3+N2zwQxA
QtginQJG9o41lfYoqNe+pQ5CUTQ6hfGVrFpH5Crpvn5+VD5aiU/QXx8OFMVvxM4fuzj4plYVUgwH
v6ehFKf5uMOexYh8E/Lu50u9Dz881ZqGeqShxG//KNJ5M73CuPH7gx0nCxxrwJJG50wRTIElqpch
2TYSPino55eJsvabVvT9mZYmzkZPJ/fpxK+xOIr/gZERDPk1SMfDSoHrFAAEf3tU56JsdC1thkNG
YRkO4IXPpiFA/8tkckSHwr+PsznGW651772h0beU+c5TW5Y6/ZZgn5md/vL5T/roXaw4GfwN1+xS
P9ofzetGpgTWcOh7Pb3CSULfJr0jL2honzpgx76169Pj2c4tgP7puhdHt2jlNuMwmv100Dx3FiGD
fWxz6G+BY186b74BN0vB5ffm9OSjVFaEVuEE+9apAQCg6DN+QRF/WsLOnBkkeEMBAkv3uuqXnfxu
YNJDuKCXR3HbslGvLk2SJ2PUtKciS/SHz7dt3ZajF8m58pDm0RG1Jmd5+yLNCfG8IrWmw7hUFVJu
A8YqflyduK2OReB/7xjvRgfORJn9LgoUTGaNuazmQ2Uk7VaTnvtlaRbc5a2mvE/g7UWyVF6YlNL4
4mVpe4sBMjs2T2qL9o3YearsLwG52WfUfNPZ53uwHtbjPQDhTDViMsZBPu3tHhhmm6t0yebDZDh9
SIZUbhMpXmTMN5YMY/231xinB9KE6bMTcEh+E1z/iBoBo4wVRjAfmFcw74ynbNuI6RRD6oOHAh5D
g4u7DLbAcdxtLRXrqdksB83V15ZrCjNgTq2w1hft2uyM/4+nWnmP8CMIvNwfRxHB7DUAJkE9H0ZX
1y5w+mRWj6Xf9vNX9cFxxY8SVtLK+kIl+CjrKRuB0rhoZ3R8Fl5OMWivZV2f0iM4lg7muLpg0cGq
gsdgLf8413PM0ZdBZhzizGsvegmtFaZPTEvXZoxU0rXbq7YvV2UwUAedHR9quqYh6i3FVQoAnW4X
GcNMs+za8lHs1PyUZD8wLvuccWc1ZtWJI/x+X0iCkbkhZUEaE8Tg2yPslk5TxZphHJpcpLtGlthV
9XZy4jN+H2NZhc2xV2EfWN5HCUqr+Vbv4sN9yKog3meDXm7mNpabQI3WiQd6f3wBzRFl7fWa4ZNc
f8ofH0mmWyrArss5+A4dfuj1JizX1r0ObDldMI+3Np8frHdpCmeWpXSXD4ZQcKyiO+N+DJxJDw48
t7HH0R2KMEIvLh6oizRoyqfzHsm55tvnyx5TadhMVNGpJmgtcZkgDPX2OZH7opXdKu0AHMs8Iyoo
7UsjUfS8rDndXzQ4R9f1nDeIvwCT7ZheJ8632CzhOCyuFhw6m2l4hCMO/dfPf9r7I7X+srVR41At
gsx/+8uS0Q1qnAvjgwKw8pVPO3ksvTQ/scoH+46eAs0MF04T18/RBx3DEYo1lWmHfITThsKi3LjC
kAwFk1Z+Sd003VtweU+E4A9W5WjxJrm+gSke414NacXYrjG+oYLRzgXO2f/kWPy8ZIVK9kZfOds8
KPIT/OH3RxpQJIpBOlUFRK6VoPPnke5muQQQR8vvLcnveZBNYJmLlg59Vyf7TJ/7p79+gcFKzoLg
A9ifF/l2PWlqOkI4U/WdM0aKyL12nQLpOxET3h8T5PXAtXJIYAFCCHy7CuNGabbKbb67zvITbma3
0bvy1GV2HHio712KXD5OGqQrx/jtIkytzAYclfO9ib1rApN76SWLFSZO7ez/btMsA8YK9QNJPUk2
KmlvV6osqsr/Zu88thvHsiz6K71qjlzwZtATACRFiZQLhZEmWAwpBI8H776+NyK7ukRKLa6oceWs
MiviEe6Ze8/Zp2Sfeshbu7oCAaJ7YxgGN5+PcgoMhLL3++3joMc0R4XyZHqzFAlRWse7MMdDjiJz
cFQwbGqfxLvKkowd0cLJnt4EzI4hI07GL22kM6Ri9UbtSnQAUOK36hoYtUYQY6YUGnKbyNmMjpKU
myKWm9aNB6TzviSU/s6ZbedbLUsKG828zlSO64C6z3xUp+/372viveZrIcH3vcC7T0XH2ZpbNygr
fOdihT2wumxn/QZtwjmmzel7dzLaKSwfSaYTFA6jda2S+VqLB1JYQXrmmt69eMtzWpYh9hwYP08J
HOw1WgVSTn6oklTyskzD5Ozg/8yG/tfnr8T7kdh5LvrwxeNEXf5kIoyaLpxnYvsOYcazGySTA13J
sXzGbOD/8VA6VlKNhF+2YDyu43c8LyoUsdkYHwp5VK8yMdDBqvAOM7ubZ6b3d8dWNoJ4GHCusJIz
9Z1OD0PCqbsv9PRQgKrBIaK3vkDTj7gYoJZv6Pib2c2UsqtPRfCr14rR12pt2EVTBNIroZt0ZmPx
/r05/kEnFy+FIAkbS04PKHtoByq5dBFmwDrPXPhHw+CnxF2JtILEoGUFerN/qRU77+tSSw9xHcp+
7eTyra0N4ufnT3LZHbw9uXB3TVC6zL3L5oGz78koIkakNrSQiHoZNEYmdzuqIuMVknjne5trnDEh
36zmqZxXXRAlZ7or7794tscUAZgoZZAPp2cMS0ejizBQHOi9WTuhCrhvS4ZcFycCEUTE7unz6/3g
rh4NeLJbCtSoQvZni0ObdvnGDCGgdXbfn3lF3m3KuK3UVDEcck3MZ+bJbTXMEVV9IMpDlJbRDwEF
Dl1cRZrnpHSrMkOGFSk6DX3e0W4TmiTfgwR0hIuUZPZm5nwqaoaz+vzaP7jZFoYgIuF/uyNPkRcJ
7PaQ9N36oCP63mWSZXyzl4AxjXbkvmvDc9F9H4wHU4FipLzsTOGeHL9badZZMeDg5oAKcr4ZcQjc
VpU1uqFdyPtSh+vx+fWdmoBZE8GI63SbWBURHVgnA2plJSwNGeohsGrFWCd5bqhu3MB1ctvejp5B
tNnfnFmWXtoUulCMXPsiahoCd4n2zK/rkTfVr1gztwbbY6Bv5uDIfoVPS3Y7kRo5f1lmreuyINZd
H23r1WwRhJxZMT54RWn+UBDk68dledom0AlvzZS2aQ5O1ikoYOzmSihBcOZmvR+FsykiO5WdCi1j
46Rs08UDLY5obg9G3oyrUIrlC6JK/zAhkCfCKOCwgShrFIhOYW5xNpitjpbvYM5N5il2mvponLU/
/ahxCKs4X206ffoSGHX8osEgx/GqpfMh56i3luM5WCGYjc98Pu+mSszsy3rHhLmc8hZP8tsJeXFy
1DIMkwPtG6lZRZGOh0XLEoKowrbeJ9oob5HoDdkKnwC5xpaTndkpv/ug+AUoQHFHLfsjXvDjX0Cy
DuccTe4PbSTpV1M/TMife0RW+YigY1G2f/5BHR9yWHPpD2kQ0lQOx7ySp2+iUnRdQ4ruTBOy/I7I
U5Su2c0jgbGGdgFgJVlF8RLU8vmov9k0/1qT/h6WOYMyLI7C99U0pDBtVxrK/NROmrjPLdFC5Bl6
VLkpAauKN1tWfGlZIXEpuhb18tbEhM0OLiH7+MxXcryn+v1TDOhRmLMXzibIuOM7rsYIywqdGlg7
2zla7WL2lJhCWDk63R81Vn8PxbVyjMfNKtPQOBmqRaibFbWJcwQHzUbgdEEJFAUXyEvPHcxPJsrf
Y3E64G3mNAlI+hRBrAUwDYjolp+cMg4tz5in9FYkAUpatuV9vBrUsH7oic8offZ6joHMuA81b0qz
akf0c6D7ALy6C9SD+FW0sJQ1kDJFdVMYTiDdOmEKztWIpQdJoenvFrxdD7ZeNV8/f1GOP8i/r4J5
BRe+RtXwHfNhis0abrLM6wklEqq+3So3utK0XgVF634eB3mHZ6b6mWtFv58SqzhzBvvg5VikIUt9
lNmHftvxyxFPjZSZ2jw/9YrZ+I2EvC1ms4Tzg9yQzy/1w6FY3BQKlzy20719PxZtCxVXftJj3Nqd
LYGsCjK0Zg3OkM+HsvnVJ18fi+jSHF5q2eYpSUPL1EkryAl5ypGV+jEqq19NkKoejMwachhFjbaS
nMuIdPc/Km/8/TwXJp1D+ZEJVj2ZYEWZWL3AUPI0ZlX9nLByrPh/60sVNNrOWZOc68h/dFepamjL
sYIC97vWhSgiIwO5+STjr/SxKNmXZJ/bfmQo9Zmv+3jqXq5tse2yqNugGmj7nL4rvULid1xpT3rO
lOoBYEvWmlNVPzCdY5uKoyL6/vlzPLFL/z0k5AwKK+zwua8nQ+IxbYM+nuUnO6l7a93belmt8FpF
94PTDE/FWKKqjtM4vet1rdwx5xY7ywgTr+JvPLOSvH+pSFEA3gBzjQ0xH+zxp4KWs2e/t9R9kXDE
1CIAT8XzhLlSJQMdE2aSPcT1iLCzKNXnz2/E8U7n931YymWsnQsl453gaZYE5OhW056IO+ovsznI
fNlBj/z5KO/fJZQ6NPQoRPKZkn15fIXAN+YIa6PzpEqV7cmjo5LT0B/CqU3PvErvR0J4wzvL7M12
ni7i8Ujq2Awtc11yoMur+Eqi52ujljrIVnF77hzz/t6x5ZUJYkQooi+u2uOxIrryVee06aEMneIx
HWmpIdVUV2GI1LjuQ7FX8LytsPDq36TB1Jn2W2haeYGoFFuLZ3UIj2OpOrcT+uAe6CiyiD7Axb3E
Jh3/rlmqSsirVnYY7CTxnSbuPDE14UaN6Yp+/mA/ugV0EMgGJzMKxNHy39+ew6tijAzY8NDqxnwj
z4VYiUhXtp+P8n6rBY7zN+ceZB84tJOPtQ0a4AakUx1A9Wm7mhoPfV15wI9jxBgPRusRmUPrfz7o
B5dmcUDjkAY5GyTJ8tW+ubSyVbMR10/JvhnebqvrxXYqkj/fQ1HkhOe66FKYjk6nPiuSpXGckooz
QBaQEw9cUpYkdV2kQXJmg/y70Xq8eAH/JnmJ9j2bZOa+4ysyEXJ19dxRsZatEJOV05rPdihFV1qQ
jje86RXNdtNosWwpBgCFDCVO7ALNtkxvsCPzgmOwmWL0yCSAIEOv0W4vZ/ym7H5x5xRWpriDNjcP
6hjV6VpOTOXSiGWw4ODECRVS8K6QSzNavJUUguXXAoOF7Y5jZnwdKTmUbsXcg0tsOQ+5raVh4UB4
/AOoX/eYlwa/ETlE59WK5Twgse1fui6lVqulSVH6jkrbYYs4VPo5y3mpu3lZ6mtZhrjoUU7o8Sjb
pBDWQuYyYzRAuYvGfJhdEmPUq8bCr07XIEherL4i+EoqtPF2GApqZyKoxejbjYIlswWpCHstqQ3p
iqCRUPZykcoRRiE5DPwEL7PkqWmrPofU5u7bMBpfhYG1mt5LgLl+tLLqYMw28IK6le2fhQbD10Ps
LvZmYY+Km7dpTk3capPC77MEx2sxazmWvnE2TE/FGoHnDlVIu8rthfCB4c/+1oPrPFfF/GAbzEtv
MbHRqKWmd7qBy0a157Uo6gOxNYJMIZQWV6k2/YqJS7ktncXUHEvjRax0aDFU4neqQC8fat3o1jAw
Ir9S2nQ9dYbY6sz/27mJ7FVTUHMI5Xa85ACIObPM1C3kBf3MIvDBp0s5WSbrDcAzuNSTo2CE63BU
yQs5FENdciCrEX2bQll9PkF8MM1yhEduTXQa4oZTagXMy8GcxiY7VB02V/IBHX+ae5wB4WT8G0Ox
gmrW7ywD2ubHX26oawP+dI0ZndDxi9wMTV/JWmcLgWg6c8D8YK4F3bWQGGlAL/Pf8VCBhl2wN7L8
IEUq3lZaG6weYV1c9dJcRW7dBs59W47T/Z/fzN+nLXQyVEROZ1s4GeCIrKA4dAaRGeT3EhA8BJo3
x3Z0ZjPyfrdJQZftJq8HnWhUHMdXqGhF4oymUxyERhiiNWOtiqIovRj0DpbpUCfrzy/tgyM7EeAK
5U7EGwiDT1GmEmmWg55lC9Bex3RTUQ1PE5I/G7WnaCZbwXcpg+Zfsym4BI8fr3S60GcW6nfHQcoF
hCHxmoJ8Bqt7si/SumkMqGPxWBNcSy0drb1mtMF1LinxDcjhYJ3zE11sHumqmrTxzGL67q3i2M4d
4HgGnY5m9MmWRLeSEH5IrlBJV5ofvMS/FF0XMKeTZFsi57pwhkacec7vL5m1DpYX7Ub211Tzjp9z
MRdOwjqoHsJmhoKOsbhyS5nkACIbm9s0G3DSN12+t6q6Wdlzc07p+m4W4prZO3DjGX1RZx2PP5hZ
hJ1AUw96ULf+ZOjjLpmNc7vQ30rvt6s6e1xkgjS1eJnxE5x+OQNFcoRhuXGgEtsobliQy4qzsXGu
RBlm3cLNkDJfRyL3Q28wuAEICcGoyBzPhReJtL2OJNt8bB1SXDxBvofi59okVNxEvUEwyjDI91BH
7KtOaN2+L4Jg1WIzIcwkw34q6JYuTqLg1ZpS8RwURDaUZpMnvsLbpnlNNSWRD6hHucCSXZpktfbY
YUKtnx8ldVAjvOUBvu8R5v6zBq8GuWymzpVnAgP7agc1JomADMoLyFX2Vpn6Rt4oZg/KpmBBDl0Z
dHlPrqlQDNfA/lShF8J1vmr1yNhpcdgPLirJ8kaIXNXduijka6kz+PVjMmqXoaHnz2Ma6xDIeHG9
vIhwuc6wX1sXo03/1OA/26AxAecXjLk0nZsalrnm+OHhE2KaXcicLLWnMZ9jiL24Gkf9MNdBMAE0
6nMgr0I32Ygp5padCOJFZRDxbdCkTr/FNorNlJx1zfLaOspjHyx3fKdJkvWtVKnBusNo6fcTCQ7X
CvekuywyRzrzYaEwPv3ZOv4VCn8GqZoyvZaTBRZkgDKkJbZXDU81dt8OZyrx7rXjWhBqoSlTHsEB
u6ANVK1yiJkNFPkhmhNx0JMxs10aaiLwTSsM9A3ZP82OoPP2J4lC0henk4z6cixUGBGK1hEyFTv1
eNVKYzt7hZBja9N3PRCTLLCTZ9zg5ux2FXYQt1hchX07qD/NDDutWwPbCNw5sMZgPWZDigBm6PF9
Q7QBxybUAjOYA4jIWAPcTmJPyZryGaqPVPupII7ZHPpx2iCB1pXV4BDJ5FlSaUCPloPU+QKlq5go
+dgAuALCIL/AFhsNL64HccORK9wniMA7V2nE/OgE43Sl2nEeeFHZhPsubSGVOJOEQUSu0/mO/PdU
8sO0lC66wQStDoQl2YdyNwZ+BJRewEgALOIraef8MEWnfInbJktXcTvZP7NQzPscQ6K6BpclNaQy
DXSfa12+GY12eqQ+CV6glw1mPNKOrV962mF8YwIO7oo0t3u0XyJ1rtpMhE+iAdTkJsQZk7nmBOyx
02gAcKLViWvqbX1viLx0PJmIUfR6WWc8p8NcBdx8YZQrzKUSkCKyQx7INxXyPm/hJ/iJo47JpnQI
/fOHqhCKT3jbIH2bJGTFfgRmvPKTqh2nfVYRZufB4e8PYynK6Roas5TcYU4OkiezDAwJ9VjVDThm
lVhq7jU5yGyYBkkokotu7sceuHUxmdl+iGRUESgzJfPCok0seaIOxdcE01/jliQS6X4SpnJD15yq
hEsSU7ehYQ9rg/NAAIdoMstfltm23wlZ5o8oRjQNyEXU5iHQ4CCZZHlp6zkIml0uSZGMPzdRFyxz
VF1ymFNStwm7AMzh1LPDyCvVSa4noqHJxigbZdiINiXGwuqS7mLQmpIE5bQu+1Ug2dGSNipN6VVu
y9kvygzmbtIT8r+iQDUA3AyKuaeKVj/rWqNXHg0B8wq8WoLLcAygC44lvBGgQCC2UKfEI2Afmej1
burscbOoPvk3CDqiFcE32ryla1fIl52eTNKKMo26s5ox0v1cqqC36h36zy1UpOo+HHup2AIDLtMd
qaxOfFMPmoX6n4LGVukacYlztagAlEtz9hxFgXVtBzbxYKVG9jT2Fy2sXaXMrT3Xqc1raSqYr4Le
rK4hZkqvXVuiySa0VoPUNOYB3IUsCfaDDobkchRKGF4gI3YulIg9ksdLnzWe3GpC9VNt6NT1OIxx
ca2XZhZ7jRI0+VoRPVQEupBQBhJh5xbJLlGnXSBLA0UWyCHG23ngG0Lh34BcEPxwV9hj+WxBcECb
qNL5W6s86B8OlmLitsOsB/umxuF9L7d55VYUSB9pKwfGSpHGdFqlURBsW+AilgtSJnvulQp5vhpF
s+yTzsa0NaRqsVIdfodfOmF8ZcT8PmhnShq7kVVFz1oTG9pmOT8S+p6X5l2YwjO7hI4prmgmwA2o
7RQ30pLca7BaShPQT322lolSzb5aAWdutwFV9TCzzL5WXVq3LlzBEPE1TBwHftkUPwWNDeEMB7FT
4nWfx3hjd0r4fZxrZAVqbzcm81OrqJ4WZJz/CafT950MvdKt6znW/YpSRbmAwSKDAzmpNWuzIyjA
bYGgEkbYpJweAihcIQdVdX5A4OOgQg+q9tuki/LVbgrtibkcZpXQQv17mkzVz7Jq2Z6ZUpxwZzUr
EpupLq0DD3cuvbK1RhY9EaUPUhkruc/+oiMICWT7i56lluJHXCS7+FZRVlpcg0LV42gsXSOKCeej
UJD1LkuLEvtFP1BiVcAseATmCJlEdSFNrtU5GVzUnA6zPw+2thEhZzKvquXgqyrMpqB3IiVfcX8b
XyezrQQ1iiYmjx1k0SNVt9D21dFJb4Yx50YYTqXsak1qd5Db1C9JUZgHKwDD7QIY6XY2WTahpwgp
/snEoede48AacDWY90xxwaxfEwAAASGYJmBP7CQprrR2CdIQjbNDBQOqEIWNQFgX5kRbwtcDOWHN
0+RIgqZltrY7dLG+TrOSU3ohmGTdqczlRz3OnG+0hPMI91XVGWzAEuuiJfeb1aFU1NcoaczMq+U0
fhbE0eVwBpLsSm+zuYOTJGTIJ6MYVB+A1fhYN300sI8WVbIWxZTC2UzhTwG46GB7FWms3bG1AyhW
EtXwY5birLtM6YZDnhBVqLpT7WS6W85SX66YaabIY4vDh9UUM0QyWYu6p6qQ8ucqJvf9AjSYvEmm
GKQjZvXpUuvz2IR1B9DHVfOs/WboYftUQi+5dQYlqi46vdNDlh9LfdALu7xHGlXeFsQBphj2S3aE
GcfudRGoQnax9ac3pi09m5XWFnQhcmbUYZQ6QpyzuOdpJ6OtrEbFkSBuCcUZt1SiyccpgO1esTOR
KZ/FffwCri+HwEXZNNwEnVokcA1LXfvK7K0n0LtmFRIFbQQOn61W3FrUrDVgA9Osb5oppeExZN3A
dGHG2q+CvDP1Jgu1YB+38kBjQB+B5DVYyr4yq7PKjE2iAxVsU+V+snMnRr+YGF+pfMjWVWzbRbpR
4JZkLl2twP5SMNUOHmiSYXoc2Pd3rjZOVrfpGlhBa4q5TUe/hZ7gZpx1lvxhgrIxgK5sN2w4+JoE
RJPp0klmOXjSqUDN2zRSSvGzkE0IfPJczd26s0PzUNtSMrnmOEf3ml6p0IuGhvTljhPgdzqvAIdH
FO7SpQlm9FtEkgjVNkJBXTmaetPX7VE8ObGSgTgDVzasAFyoOGiEzZ+IOAh59IuS/G5Upmi4zoK6
NF55fp38mAaomEBsxrJ8WTHNhKvWqdVsFzFpAG1uVe0+r+ohv5CMJK8vtWyMwvVArpz5rYTbugNe
bj7Eit5pa5r/yitAiKn2TcJgUr/lVWz8fMBftG46rUv9MRN6SROpq2Ycalp3hUjJUVdJy1ajZ1Z+
AsRSdr5MRSr2cfC1ArG70CmqOVL12CuzOqJ2lPtxryrZbN1OOrF6GzGr9ehbsT2Ens0HLPt0q8aE
iUsl2ERr0+FXl0yW5KEdE0+5EkjldsprNhG1iXTTpdejYVHQ8/xZa82JtWKq0nStT1ka7iByxESa
Us30lYCTHHQAaExrq6eu6gWdwDdEMVO+Rag7sFO3reZb30ZDteUYA8qHK85fylK2rsupl6S1hDV/
cpu6tQavL5RY9QwmolvDAEO5AWPXW6smbE3NndK6+cVJWX6A3NMemKIlsRYyhgpHH/IQbZGpblNF
0ievJ/3luxRIc8Mt5zCxruNO3iUcVpkxpoiMY7uvrcblb2zuRjmpOHPklVRuAN3U12ZdyeN6VDix
+VquTo1LUJEcXJWpUu5y9BlQCoaQ9PZ8ID54pSRZvs9yFPiuXJnqzzGqWL17C0CRF/SVsgobCRW7
ANG91sNZ1t226+PikR1YsrLHRnjYyIAOlwYGDmhJQL88J6xY09RpYs1N6jn0mh7lnhupaeOHVS5q
lBKOVnk9VDWOFWYapsSQ53MMmhE4xAaD21Bv5EaVN1YG62dXCiadNK4VeZfOinqbO11leHodEuLZ
LR1OTjuyZPoZsZ5PoyGPP2RlSguYriP6XVE3Tu2LRrJI0bIlI/CM3pItmFJzt+tM/ocrYjpKfFT6
8Jw2qv7q2LNzPxmDkmwzyQSOJxFqzWkuD37IVTff5Imkx+7QysahB0qpw3qVbLFmuh0RZCa50l4T
hGnU12o5zs9GUIn6sp4GWN9BvxCaAeZyHmfBeR202uxX/eSUMikUC9FPtSf9S1aMCQlovKbDamim
CdS5Mc2mq8ICdnY2hK3Z77tqGPyBiLDrrMMdiwd+YOFTkB+NXlyQlnNhWkX0Q2LD/tMKwrn1wHzK
ONgBW/HVaxJNwkTNo1/QcXPtoR1pH+AzaoY9qtmpvwgcuhobSqHjawXrjY1pMRo/l1jU0hdgpw2/
NEMHDPrC2ErcDKnrQwYELfJESXOKWYuMA+4tJ04uNq4PIkntiOOKGhe0H9LxxYFADr8rAeK/6qRO
v+HAaE0ckKlNsO7o1gMOeBsvg6qGIIaojrYejUfwPwKfBchcKUiuIYJa0hbcQQ51ETilclkr+QSH
VuspuGtS1H2Nh4XZqJu5hQ05SPO1ltBzXnoydFnw/+G7Co249gwdYM6FpPSFtlIHWrU4l3OgjRD1
4tumrJd7UBvKt3GM6Z2wIHaHMRqma/rHw02c5FOw1eESVGy4Suka4klIHpEm+kecP8TORuMo9kTT
5ODX0GMjTBk17bmP4ia4dOYZ5eVkNeZFlVvVrzmArbpSsW1KbjfrUe475DM9gF6sryKNwpQrTChh
bkZi7xeAvR2O2LadKGVKjtxcZEbSGDfAPixYn4PIOYujJ7jo1ZGNL91c/QrjGRzUQAO17+X1BMVR
7+RkP82Kfhhry+pdNVVYOgFTRbqnRpwiXWs0msHtzL59nGcBh0BYVs5RMortqxFoSHClajp1j44d
leyOkdk8LFERX2cI7TtHK4do1QhiBXwjsaybINLN6yQu55e8kVrd4++qXqMsNV+Gim2z63C/nkAZ
NvBvY0s9YCNNVYaMxsQNRKb9oIwXfkl7uE+czmO1d3s2/g3oOae8rSDL4uYirTPlwEsWAFMPSO9V
K+sjoX98TjpcYwiUFDS6gHmkZEFmP9AUOxNJMxhDIgGajWbW7Y96TOLXM3XxpeZ8VPxCd6FSm0T7
j66Fri3//W2HNWWmK8K2eGFGcrvwlYzhNczX2X4oBMfYgvm42IrkZxrfK7Dqzox+Wp5Fv3M0+kkN
SylKR7asrnjhELVn31k+iy/6vv1h3jE9looXd5vS8tvN58OeFqVPRz1pPhSaXYa6xKiZhstmNp5h
YV5KUu2ONXRdY2VOutc1/ZkG+rsy48m1Lr/qzZ1OTUhZQTtwrRDdLIv7+w2ITsZtb2HCBvqZZsPy
4P7/B0uF8Hg4gKqynAZcpDmqfpbl3iS/khcNfDE60xj7/MJoUR+PNEjdEKh9X7yMUn9DC4GRNM+0
ew41MLXateo8fP78Pn9reHmPBywLwO8N6TUvZUoPnLtZxLefj3DaVjx+Q96pgYyiDCVwp8ULdTV3
8a9Jz8N4Zox39dvlfUCNg1QW4QrqwOOroBlv0ORTipdi22x039pI2z9L2IB5cTLEyY0a58Zo7VEt
XtCRr+r8JVLOCdROfATvhzhp8GAhVOAocRWce1llC9Ulsf5b5der+dK5C29nL/p3vt439215O958
RwZu2QbGf/ES2R150Juqo+a40UWxycKLQvqOa+vMp/Th+/ZmxJPGmVpPTW2ljGhiIwpIxmvONXw/
/FjfjHAyC1M7Zj9A5fJFluS1LulbEwp0EFymzRn9ybs+6OkrcTLjBrh+Y6ubihfcFFsUod5k1exo
Mr+r9wC7PVlp1knxq1bOAqM+nCZQaMGcWRTExsn7TqF+LmkGFy/WF4Qcl/m3+FKQ6uCmG/0LBZnU
T/bA779Mu8k9F5v04YT/ZuiT74CmzGTGql289M6hG79y/guH2re1Fzm8lrJoo2tP/8b88WbAk68C
YXOhTbVVvOR8cU77DVO/J4MX/3yUjx/mm2FOPoWZZq6Vgy9jClHW97e3YLd9kEZnhvnw9X8zysnr
j0cj0jpKZS+5RYIEO9o4Xn9+IedejZPXX510CQk9t6uEmduuKAwpC5/CG0nTOuev+nDafXM1Jx+A
pKfEKimMJWzPWhtP1hPI5PzMLVPejUKmM81g3nPFIVzMPHky1SxCXZ1H5UU1x+EW0Reg2t4MMbQn
sz9Fi7a2asM9zUiNmKUi89iXpz8TkgH8btTRrCdNPrq5Y+p+LaTeI8dWRxla2ud+6PImvtsmLCKM
hTi1uBmOZ1OrovGbLyudnVwAPjeEax6ax/Crc0cNdRuJa4Jbzi0a727OyU5IPR4zT/I2VjQ2DLmd
sKN/moObyX5FKkbL/Fyk2G+n57sLfLPBPfkUkWzDFcrZB+WH+Dq+TO/srXmLzM2iALEjIywEMP0r
PzPNfr5/gCZxfIWB0jcGagq2RNOX2flelh7ssc+/mQ/ntDfXdfJVTqJJclquLEqI0FxJuZNQwEnt
bVr3jzpF9aI7ONHz52Oq794WB2iYoS/6FcQUmO6Pr0tTu3JhSwY/0RejkaEQMaaeRRRaRCyxFcd+
W2k8yaXA5JZdAiAFxwqpOr3WWHfK6Gggj425uHKmYP6Z4iNBhTNoQ+uyO27LSzRBFmE+tkOTpZPI
ss8XwYrbq7ONU1yDIR2omCJ/X9R/Yi7/gRfrzfN9F6h6G7fPeHOL/6K7eChemuNsVf7oP7MuVf2v
ZSJC/Ms5EfkUT/3vcFUJofxfEEWwjiP005nueNH/L+xS+4uHy/wHYlOFMLNI6hvRtdF//0NSjb9A
fCkcOBenASqOP8m6XKaof33hBmwGCzEThgzdQLurnJIoTaetyr4r5mtjFBLUwo52fhiSDxKnfigB
0n1zk27//ovfJlme+L2X8VBv4ZSgrguxAZfS8UdQ6/kYK06kXksFiVhypGcrNRYR5UWIT4P6JCsZ
NdWgTTZScJvnP6SwooZWqecyin9TlI4uHM4n3ihqatjcLSqzxz9EzDn8xUaI61KL6IJSqgiKGCRx
PkZXVXNo8iLYaDGtIaFH1kVdG69hM3wpIKH4YNSNa7QXd51wik2uDQ+WaGL42rpyr+rBRQs4eh2i
wfGrGiJzj/DRb8MeCemjapZwsONBnJkz0UudPkgs+9jIEUijwkHqc3JkLQ2aVIRiqHtKd2HkoWnt
yN15NlCax81aVy87+ULPLvV0G7brur3ImruYBvGtU26TzrUAZ0me+Utc5in90Q1S9cZezeqqjlxm
Ka6X8rvb7MV+ErskXtsFh1MidWGNA/D3jVW4NSsfTU9IHLzjUmbCDm0Wa/XFSN1UWiMCmq+HBAja
RfRdeQI9P1lEbF0q0x5yD6V5kXlw0YpvJpgkTTwXyqWJXNvaLvXewgd33HlWSTnRd3rfQUGVY+ze
aPU6j/yuwzPoW4M/GusMHCWh4roHgJwZtbzvbolCMDnp3pVfrUftkehwiGwW3TWUV8TRrPPmOwdh
QrCQ89C9l3b92tz8DFd0KCXLVb6LO+m7QxcBxYi5HvN1IEEce4Y71lPGivaz5rXPqAAqojKRHFwR
AvNUyReGg7DGnQw3zWkBu4biqvtkb20N3/qCgQTdc/CrsdY25HX6x1fhT56a8aXhqpKLyfIqpvoH
QkI3wUbfAH+hj76Pv88g2clUqbaECTk3w7d1sHd23VVwPVmu8SCu2nW2G384dE/2ReEBcMc8Gv6c
ierypst6bWyDe1qVFN7SyBvLPbvDcdxot72EQMt16BC56Y3zSLV4Nz/mP4u9bWzy0k9GL1wHnroZ
XpPADe6y3eA5O2cbrWS/IbrbK5+mrb0ev4Ve7ZF4Q7CpRUvNRWubQXJHAYA0xStfk1cHb+krkqNE
3vbkMF+ScrIWVwPdenAlt/BMhM8NfSw29Ma2VevTjuvWipe+pFvxY0o2zr29mzfOvl+Bx/nVX2fX
zh0qKWnysuv5wGcL/ZzQ9d41IOrfKqvirrjTU8/pfFRKcUr0HepYz5RpdPw9rf1nGfwHK9CbGf79
Mngou8N/LZnPG4JOfh2OlsHlj/5vxLjh/KXTN1QgdeFtAGv3z1VQ0eW/EDMvy6CJehgw578WQZks
aIP8cP5R+VOAdVm9/rkKKspfi94QpO+CNJOBlP7JMrjsKf+1GtgWphxk29Sq+As5k53CrAg/wMYC
l3bX4OEl7EFrpddC0dWLNzfng+XveN/5exgDCTGpqmwHTFbc40UnD2YhodGzd1JbZl81mfOMXrfi
GuZA8T3ET/udVBF1C31V/l4RVvdHtoJleEoHDtZLCEkqNC02FW+rPyS01I1RGOG+kAmNVVI79/Nx
uP/8Gt/fSocV3mF7gi0SnONyD96UmCLZQoanhNEeSmbgoe0hgItG45mNxPFy9/elWIDHsckBxUGT
fjwKQV1h4ExxtJdRTbkSPVYiNWc0NXYu+39+Qeja5cVMYEGrPVlZ067itSbLZU+oUPfs0MBfA0lC
ef/nwwBK4dCLLhVe88nD+R/OzmtZbhwJ00/ECHqzl2WPKx6Zbrkbhrol0YMG9E+/HzURuyoWoxin
56ZjWjNCAQQSiczfNEgHj7gJRZehy5sj9DoVC7m02YC+LnijvxduFqhGahdFWoD0i1dI3MmC3pga
XVBs4w7A1BD8kpqRc+k/ezkg7ynR4DXa1j316JccumEqKH/a3tv3InznWdgO0dqZVnD9ATsS3ECB
lHWJJHKmkZtbGA052UYt6Tq9/d9sybqZKJGEV878539sRnqSvLIMPbpUqfqjR6Fs59nlewvzRhx1
BvvtOwWVHfYJoYoMbamoRgNXq2PP5q4GtsNVbsgd8hvV/95c/w7/J/xZrASRla0P406FSM3W5yQv
Vg7pi44KZ51cjGkIUPTKyDPz8WevAjh845Y0ke1BRQCA9+yEvOSH5mmtZYBi8ksDmw8kPZuHhrLU
NiLGzUcy2QiUniFpW5yypf970Lg5xgslEWMCD26HefrDDksgf23uvqe6u8WBv4lQjOdCrOIDIcRg
LscbNUP2tYziC4bA6SFKsJhVDDc/vnXxYFWhw4AMKZrMMFmvt14FBKpywcVdBt3SHrEz7Wipp8bG
KLfnedbNYr+B1uaStOxFdCpmRkXtBDmkBVPs6sFUwQNUw49YFN4pakL9FU7Xe8Ot5K+yq4tXuk0C
tGixxQS4XVQLpoijz0zwOXotwldsZWOhwXO/mJE5Iq2s/AiUeHjrAaPGhjwiigwIFjLhxf2ZSb1o
q5gD5oEZPgaihj7g8PB465e7HmUxFRzMApkZY3Rp9BTDTt1E1KjHSOf+KDfHmCtlPlzkHTzdqAhd
7w9vRNVE1Yr8kiu6iUNdj+BvpLRHml7uRrdsfSi6wbwLyZmWlSe1cHu3cNT8Muaa/dFAVSXY6VXf
fEpn5uTGPTaHn6tUyuQWIwKa2ly/gId3Pa+plvhROWVxQUjw3QD54LEaTB1/rXGvqd0+q1AidUW/
Jcp1u/8Y1mIdIQcTRZaFDJxBhq4JwWa4WggLLo+DHVjE9M0fjVFwOEBii4DIdr+enBuJpAQ9W1xA
ybnlvtOxM3uuwF7TC2qaOHy8v0dW1hLRZI4wPH1KFUsiPHaCk6S2XV7gHWsuLslYNOFm2oIQcSfX
D53J/TEqrX0ZSpS4Nj7kbVgmGSHnVg1I6zrX9PVcw9oxC2NwqkvRQLc7YEDthDtEbJKvUZQZ37DE
xlfi/nxvNiqZj4nKAtfaLCFMaevqutZTHAirMJeXEJDKDv1reqBeAnw10KwNeZeb/cJQJCC8P8Bu
cJ8uZoelQeLYZdFcLF3Vf5l9rPmlKqkAvHlG5DeErNnNCFOOxS0A+hQwjsi6y9Rq3TOy8/kpb2X4
GCIa9+X+UDffi8yD1wkpHWd8djO6XrzCS2sTeHh7qV0wnhkf6anHzXM/uUrzYGqNu5HBrXwsql28
vkhYNTTg5hX+I7cKkRawIk+2F0VnQpiHNAcxe3HhSec83J/azTmYp4Y4A5UtIMY8X66HYuvVg5q2
7YVsSPuO7R58g7DLXwZcznwx1XjhFh4W0w4QsMv9odGz4y+/Cmjz4Ih7cv70+R5f7BSrVMwMjUP9
teqgO70fnEExj9LtLfc9shkAaefXKWzDatKmF7zWdfMprwEAQUKCZZ6fkqrMuz12bbI/4qyr2g0A
tMwtYN4H1Pl9cLhkoobZq8ojkj21cbDqBAd0HHhBzFptF3xSbKGQH4+GmT2kZVDqB2hShTznGsTm
XVCVlaT1FWvDwVR72ESeVyTWtzqZ8nFfBvn0ORN6nL5DZILXmB6X0n4WgYxplYUDloUftbgFA6jC
arFOyNu3yXcsM/vmZHTUM7G5xoX7NU0s+cuStdbNpqhK9IKtS2k+6sLDlavNwrI64Dyf44hcYWD+
YICEpC1ttvJLmE+Oc4AL5IYvrovOOXUnI6c+KA2KQ1EG3OUFoHT5oqpD9qlpnNo4JjwN4r/s0Yof
NdxYje+DAUnAxwa5jF8jgNzjMRaT+02Sz39WMPHNzpOXNtFJ2n0Rnqe0D9rPWVqlygtEycR5HFzo
w0jOjuiTv096zaooSyGT9DphaNmfMEVyvoN7wyw2yoVLxUlACTgEQ+tOD5VTAmWpMjwOD3hYwhrt
sPltHjszifOdqPvEPQW6MnxUuhmsWqpV8qWGZhRhD+vgVC3h9MxFPwNvPQC+8fcyUumeVaolon3D
E/pRwV4SxqmU0LlKCBzJLk8D+U/Q6/aHph94kXF+u/hFbcxiFn41qX81SIftXUgh8T5uCNHnIArG
/DDZSmleFNFZ/SmdHFgEO09yMI8RGaLzmgMZRUML+w/nH/SRwPMrqdOGCZQLq3KPpTPBTSoUr/gH
1CbmEuAlsaIFBtqeTIk91vu0jrGtp6yn6t8G3kHRzwm/cf1BiS23OGeBiis4JLYSt4bQjtrTNMB/
OjlWkqmPgU7J4CQtGGB710sxFt/xSkonkh7w5U+U66X9mDZY6BqoFrstZTsPPuRB0BoDQp4CFjzI
qa/GvUzxun22Mwenyw47pfbbOGqVPHl9b8SnOMX28Qh6ruyfJDh1KXejYQ3iGV8iypyVYs2Q1w7K
wHMtRZZeLKzetR99ICdRYlyfROWlRdUDmoN0OxhAtO30xwbhwPhsJUGpfLe7nNZuiQpgdyh0tcjO
nYw9kK1hZr+nfBMBkoWOpakzixS0iE3PA5uKrCzq89QGTfkYp/yfd2Pixtlxqht8DssGyt+TRzJg
H2zUGShVc00Fxx5j23d2KHp8LHuqSq+yrpsU0ctSd7+EWZbm3Y56Ty0+TVpnBz8mrRHhlxHLwh5Y
XoZ3xEGoah61j+WU2vh8Ku5gyO9lVlnNh5TTPr4oJdfKOXVyCg5NaTRNsEsiTCvrwxT1xY9uTKsG
V9AIzWBxcoa4rVX2Ym9R3Yf4qeY+WuLGdJaRYWWf58ZmurcQro46uatqF8vX52GQxjkbWa/H2s5H
IjZFtr74WOLDrGAt2rTFuz5PvOkB70kze2/ateXtlSrWlCeOFoJ8dkYP5aEG5mzt7Tpysbceg178
O0xiGt6NtXBm6Zka+ts+UWPR/8TCveh+pfGodx+8tAgbP0nMiZcymYxxLmtQ0T9zXc1HHN1La5r+
GsUUAPFVEQHunipcSup/s2JQ63dqkYv4oLIJkqNEDcF7yseWvhGGC9kHRRpQerN+MsazlrR5/qAl
mg7TnLTOOkE6CYtfOWTGVttHhOfEhUdHJtvuzX4wXoLQMf/V6P963wPOdXi0JfD0oy3gdu4KrLvp
mgC8boyHhIbWeEgBhcNbKyNLz/YDtl4Ayt3B/tJlQAlfCHhOsHOjJEoPih6mfiEHrz6SSLqg5GTn
fcqj3CVGowz7w/OQ49q5jTINz14ugaYPmK3T8Rp61zqSOuTmQ6R1nrprrAnKrBch8L9rdDWCwylU
85docP7b9blVabvWSIvs2GdJ/I1bwAAX5VkIjpZKGz1FUHngZlUGLRl9dLP8hI6m+m4AYuztoR+b
zLQtFPMv9ASjf6u8TycQPwSil0rzBJETKH96cPumVf3GEgjOuCIW8sC6FOphdAez3DsyLH/Q0QsA
NOftVO5QMaGGNSgAlN+JIZ/qB7QhYk3sB6VKm1OAHPp4roPJi17qIYJPsQMMbSBx0ID4PkaFk9uH
XJ+xXO7A62yv1oYBMqCza1x8mgo64S7PBg8GdpJoINvbKiHm4bRhva8AG2OHjlHAh9IjLSOYgxh/
jXAjHdBWtKT5oRVuWL+rqyzhiMXIKx0So6d1RSSQhe/BOOWA1/CJDqZV2dVDrPVacO4deGtPTh11
yvsc1He2yyu1pOFk2ZidUBMFQ9hLb5eEQxsfM1K3b2DJ1PypytAiAYJvJM2PNlKrF5DVnVPBlEKr
4Ex8sZJ906ZpN9vax22zD6bAEmf6iY29L7oIlnvakbXsu65Q9R0xGxY/wVyUM9w6iB4UZOiiE1jN
HgoHlkVgn2XV2OozZax+3HkKZYxT7bjJr7HTk/iR/3n8MTRl80nW5VAD+x7m6ydCJS7du7CbceEd
CtC3aWyxayyzzpUPwqgq7+jgA2x9rMKgg4cvNcAie2nDSn8eRFb+sObc5BFErSOQB48SiiJDWFr9
QeeY9ueq0IzxoqlDWJzKSRCzAiqt7VnPu4RjIRLogmBs0vxQ9xCkH71GiT7FTl7TOyoK5yPyELG7
qxDTLeCbBt6PONZwnZa13vPxmoCycF1O4XeAUpV4GEkDxSlLZi6pETZJ/fbXBYk+pdJZitpAPfI6
LzaEUcIyJNb0bspOiZUvVTL7JwVjeLqfBq8m++gVz8Z3OKBYi6o+NndhZzROe/HKHOaGgVOQxBoO
C0Btq5K0OhRPbBARQB+QXbmeFOrLQzdC7LtM+BCS/anqFzVQp6dYmsK/P6sFHIGlY+Fo+tCOcUEm
8Bq8HkvqdteHsA4uLg6NMS7ebuJPip0+QQgOL6gX6OJhmIkwuxSyCTzPMNd/orciXitcOt7XZFBb
5kIrD1OXJxzCyujEUaBc/KRSHSqVWgaapj0sqynozSezi4ONysLaKCgIQRCgpQFsYPE9p3hSmqlh
lKnLgp1StcMppZJ4vL++K09SWjP0uejQUUtYWprAXm7aUbf6i95TLYmpYpzVOoGIp2XVl1bK5M1P
UtJ0eDjIC9MQpKR8/Tn70YtgoagTaiiWvk/4UNwLSrWHcFYe3jo1No1JIQhzE8RFl7p3o3REMWWm
eknUmpdnLqWuIRRAS+qgVL0T7LNkABJ8f9Dbd/Aspk8tCBk88Ib6Ym+ETh5UuhZ6F7MdvBGBDkvG
Z7R50YqdDDcoj7JrRPcuw2muuGSzxOTGD7hGH87nhUI9jtDcHFwcKLJfL3Ab6WqltbFysd3afeqd
Unsdc4WHqNSQgkokD+RDIoPY3Bj3drvyAKcLgZ4rBT5nqY2NnFRAdaUILhO77IhQC6oXBdfO/eW9
HQWFp7kpNTvguoDrrmen6sE42IUbXIK0mU6jibiPM2cY90e5iW8oroHcotA1e2XZSzWtrKNAonqd
c2mLDDVNWld7Up0KJkumb5y/mwkthlqUhFSZdbAAR+fi9K12qVThvlIm2oKk3o4C3Z3tQIOfnhR1
+etlc8Myr0zRe5cyUVCoQOIPJrHXbESs22Wj4E8lki1IB1tfFng7aPamltWhX0LY34/IIfEWNCtl
gD7nJZ/uf6OVKeESRF2QLhEAg+U+dzpHx0HCmxHuoVq/Crr22Nu2trlxrd6MM9eWiFjITAO+Y/Nd
L9006UiOSI0LnIT6VJmG9k0Y0bRxzd2e2utRFtvAruIqbHHvvRjIJ7SmGOAkxt4DZuTBX0mS9dwy
Sb/RpbwZk4bUnys4//kf1cHJnnIvUvLIb9Di2HVCOWryp+IUYM0CazqhcbXFTFvbILSgqMxjQAfI
ZF7rP0ZMBySJ5geED/k2axGx7PMnqF16/NBb4xaa9+bDUY6k7c/5pbILlHD+MX8MNup9oqShGvlx
7mBJiVSkQ5Y/bDmTr6wigJk5SiBnOEvwXQ8joyF2tbiLfIFZip8UZcHjUROvWEPhMa0347gz237L
cWFlJWeYDskXhBPSg8WoFPrSuhjbyHdEIB5rS8THJIZ9WRXw/O4ftJsMYV5HAK6kCHy0G616Ohia
VjZThEyShE6tqOllRLEfDB/GRvtaL+INpOTahyPtwdxcR24OqM/1ijohfkdWoUf+kBvOl9C1tK+p
ZxbH+9NaHYW2ObqJkAs0d7H71WpoywEBGB99hEo+KFZpB6/eOKnRWwMI6zfX4GHCzV6USyGzzjY7
OOhN7FeWUT3qeHsfjTGpz/ens7YhuBhx+eOlgQvqYtHKRkYKoPnYB0AUPnhgQtDFSMTFyZDTvT/U
2oaYnRYJH6QaNIKuv08GxZ53Wh/7llp/aDKPd6CYoadm+5Ve+5f7g63Oi30HmfC3AOHi5kqKyKld
a4x9ITPzVQ376t9JDjVEHX2rW7K2I8jbiPfo5ZEOzz/lj4AhMpEVRpPxvNCMkCpK3QXyk+I5UffX
/TmtDsTziRYsYYN+yfVAmRnHwkAVww8C0VB+xIP4k4HiTnN8+zgzcIPLmAehO4P9/pxQxrPfFEqS
+OgHt5+d0R6w7prK7I3WpYQhMGvkYxwj/gEe8HqcqULcZmrZEAg1tYcw0pCqddzo41tnQ6t7FkJH
EXD+SotRZBONlEuq1HfrYXjJqk59ye0020Bf3e430lPQSChd4gEE9v56LrRvVK+meOLLMEu+TnFX
nay2AIyUITOycZC2xprfEn9suMTNXORxptTvYn16DxwRWw+p9kfqxeFGeLjdcri5UHgG+aGCMNAW
Q7X0K4IQPQW/yY3gU6YE2omWnPPWxx20sLkqwLOYC/Hm8ZPbpWHWcZ74XRpL56jZvdd+qAFCdXsv
nVxjI99cnRSfClSoBZRhmdWqgRY6VmsQ8/qeAjX1a1Rn2y3rhDlyXjUXXTBCBATO0QwW+i1U+cdX
0uf3hdUSFgJ07qhNgjqoyJ6t7qFW3eKldfvkBda54iN2OEg0YXI32LiCVzYKApngoTBPIA/1Fl/P
kklVmGOV+I6k6UcFcQrifVskxWctROf4cP+gzX/bzYQxSpxfWVwnS/65GZooSCh14qNPJE8U5Siq
2Oj+mGaaPNlJ2zyHQuoPtUeF6f7IKx/URamCJyT38fyf6wOBsFXsZXmU+MmYwSOotPjY9vq4sUvX
RoHABQwK+It9A9mw3IF2SNUkfgxc7rOtJqh+8C/jLYva23sSRWDqHPMy8ihfbpyAyntgDayjYvTT
R7sxy48JaqR7OyBHLOlgeW+PJ0gQk/TSCQejai4iZO6M/RTiQuWXEqzm6CrdKZNYxTTUJzeC8fwl
lnsE1BxvSp57UIYW6YYQMLoTM4j9NJTtiTMRAju8lJ2ufkLqrTskU7dVYFg7BL8/GHeAPQMRrzdH
Tz8xi9Ht861OM0+Qf8STowzKrjYcuREt104A1ZNZ75ioCwnpeqg6bniMDcQxLB+yj3aEfUbVKPlT
3wj10GlWYu3qoPSeZOp0x/tHYHWWM7eWqVKddxbPzYHGnomJU+IPmi2/GV6TADaXWG3SHoVztXEU
VrcoftmwHokvRLjriUZRXo0uY/huizRxUBrlIZoQsRWdJp5xdjK/3p/d6rb5Y7zFtsnx5U1V2jB+
3iNCkjjZz7BV0l0+JMkTrff8RUuzfONpvbaiEPUAnqGAPJvOX8/REFnUe+jT+IhAj89BErn9rota
8TWIoP1txM7fJK7lwfhztMXWoQtCfz7RE1+rZWkeBjyqd8AXgndJmwxnkYgIVAR9ybFxW1StHUN8
hnGwlVksdCvIK7mr0L3h2YvtIzY1i/ehF0ST18cON3HfUx4T6K/+qNKI9gaeFzQQuyLE+0fYwB5o
whf9+9rSg3dtXIYPeWkkj0OtTsfIFla5EeLXdoCOyQDXGIHKXAryuK7s7SBR0anV2uiYFkkvT0JL
6VdSN23Tcy+cf7jsy4035eomQCQdHBTPCHdZTKcUGgRtC5SntaQ/FcL4NCWBeqwyW9mIHWu3Cy9l
sqwZmQ0o73q7Va5SB25D7DCGmdsbiORgj516un+Q1iIUT3GAJ79TkyXMtinQQ5ftmPgFhXpfRQLq
I1Lw8kVH5u7D5DQehitm86BhBLCByltdSTz5+HYuD3RvcYTNOlVLKbTET73UOnoS6ZVQ74yn2X9u
Y6/Mf9XyLFHA1g0bMrbpLfG3XGBtTBqe+tNQ/8w9tmojq+mnrAz9K5WK8RxF7vi1cIv8J6gNuQEr
Wz1DBukPrCMwwNZvfuofiV+mhhV/EqR+zZvgrChY2zyhL47BnD6U9ce0jJvPTo6B2a7qtR9Dbn0d
RWeeSrc1PuLUDX4lsvppI4KufXgIDJZn6/SFsF+73l7pONZ0MkmR1MKg1FNr2nQKSmxE9X7sKCxk
4htNbvlBQYhsY0FWh6ZDxN2L+yaalNdD90baeYVK+80pgt7ZRwmOCzvE5oBc1bnai4MChHrYaWrq
FAfEDr1242itxQ6MxHQ6RwY4w2XSoRhBxGNAJr4+pdprBTjsb6gpyUUblPAg1cg6e1FnvE285n+h
FPg3tAcKHvOZvp62V2EjpFpl4mcYUYY7qzARNgdaorx21PUeDaFt6bmsHTFY5QzNapN9LG7lcIyG
FIBF4tcGfkn7PofFfMgGNBV3Tpwhl3Y/lqwtq4nXIFwVKrNkHtcT7KZAzd3M48qKapdx+uofmYYg
D70ojk4oH3q/Il5an+6PupZ6AHafVUKpYtr64oaCaNEiPstF0KKA3+ymMEM9TwcCdJ65de3JaDX5
9/0h19aVlylyojyKkEhdrOvQJMWYQB7028EQr04UDuOhrMMOYm9gpu//w2DYbQH1pYHNs+16VePQ
nZpRNDzurTr7ZLV0I0/FEGf/oLWEecT9wW675Nz3DIbRsw1pD6/D69EGT8jKc1lNWfCOUZK036MK
Gx4BCE17W0OaPzO197Eq0WZL9AgXIYdidSidYqfgpPUfAjcdE24IcJ8UGxY7au46YD2dp0CB2vRr
kDeNnxYRXTTyHdc30qF6xVYrsHdo+5YvlkvJcuMX3JJu5gUhVgEG5qYihl8vCJ5VdWWh+OTXqTT3
nibV4WXqrBEPgHh6xcVBifcA5941WmO+KLGjoXSgzTLMPXq49z/OWtwEkUHVmicZHcX5JPxxj3Rh
ElXo0qd+YkbuiT4EYgrmFFbPbemOp7aNvH/NIc8uZVHYW/ti/u7LK3QmlKLmoOMFvcwDZd2OYYar
gy9yuuE7opb5pUFK+IvSWEm9t0eJ+GLXRu5u6ssGwwtRDQi+V5BwNzKWtSjDa4oqBuQBNupiTyR9
nqXp1Ka+1o4AlOOaavgejxcQUdNIffLUpGHwS1EyddrI/dZGhoaM0TbX5m0ZtGFeQiGe+Sjxaogh
lEKNji1SmB8QdFXxmwI/iX5CM271dtfiDWTUuUEz200tnQvNwStGs1e4Oawie9GGqt+bqqg+dHrs
bLw71uYI/Y8tNjtA4ddzvccwKEFvHAEIH3ascQoGxMUpatmP4AyUZ5lHnxLRqRvruj69/z/mItOV
lguwuRSpr1IZe+7H8APQNvEcFGX+eP8Erd0VVC3psDl0HOBtXs+uAKRcqYDf/KCo8K/v9XSczhXu
2Jhb6ALTgb5V6o1sZ3XM2aKZAg4AkmUACTwDRstYpn4vQIftzGbCuosTDtkmNbxj0Tlb1/5anCCh
nJMrlx2zrNHiadBWqaGn/hBb6jHAXzDe6yKoHnQ9tZ97J0YiV3JLHhSv3moVrO4fMirKKnO2bcx/
/keMipBqDjud/aOE9VOhBr6dDIDI7Pa9EgfyMOZbdY7VhzJSA/9vxEWAFh5Wju6QpL7QYQCYpF4H
WVbBEQBL/eTIBr15R3zNcTs46003nWPU/jdC0tpTDVkZGhZAuYBsL3JparaaBCuc+nourHPsqeXO
tYNuo8ay+lltD+37uYdK1fF6aTOsjacKj2E/Ek56sqjtY2Zlu2j3dNFLB0Tm1DXjrHE1wh64f25W
T+gfQy++qo2EJKLHGs0MelnKzsMu7O/KjYH+qs5Mg7g/2upyzoT1+dDQ7lx80TCWXW3KLPNHBUOk
ndt1ZFZl1Q9b1Y21aYHbBq7m0VPFfvF6RRG4px8Qzw8zt9SKXWJbQ3Mivc0pKNQqrJ7781odjmx8
5ofZFKcX0afUS9xTQpedatNx2MUiqz4D45e/FDtos/+wJ3nbzY20uVNjLNLGbEgiRUwKoa7NyoOE
cbSfiiHa2JOrU3KJbux62idLfjXcJlmEXpz5DT0NdW9iqqOfDRE1H3vpuHIjAVoLpaSCkKjBTOIJ
u0hOFUlPz2vrzMfeLf3YmPhF1fi0f0HRw3T3khLCf6gy8WCb++4ADXmrLpKNQGgCUYQp8y1Hccjx
8/LceQ3Q+Axyzb6IRvNdFcjx4c0bxYMWyWOGArzLxXG9LxsLnyhDkGyZkxGg6eMYGc1D4NIoqEt9
432xluHCifz9GHe59G+8QR01sGscHShPCJhnnS2fYvwVH6tRjGc7xC8Uj6kcR4OK5bVqtToopnS+
ZJoUG7tp5ft6tG3YSRbsP94h1/O2ZaBkRNDMTzpzKB/bOgDgHuQq1IU6noy/GlHLb/eXeuW+Qqpm
Ls+DImVbLc5kLaBcdVNPTked9R+tCGHd1bF6zCG5vAIxDU5QeBBXvz/qSoSjbDlTHDmbCEwvDqeM
Sg+HQZUPLKZROdSR0wCy7rFQP94faK32RISD/kqRZ1ZoWeRWgJ4dpRB17g/1aKZHrfZowNl6kf09
NQXPZUhJyUPSVfuks5IjaUN+iKoQQi6CHZcgk9WDLQbl3f1ftfad566ZxSkmx1xCPKfaw2JhTHIf
qIZ2bKoOfThFK6ozVED1EfB7+fX+gGtJAhp6c/HP5CF9A/7Wg77pcKzIfDKgYN+IxttPpT4+si/6
mRem7lMawC0kPkgaKiv2l6qkYmPaa3uNUEnqST+GS2Bxr9FfAszgcawpq05/4a3z3VWy8UExO+dj
acX2ie22RdGfd9Li3eahWkqdHFdyGNeLK25IM1Pp6Tr7LkaZH9pQtafnkvJ9jWY9JjFo23yG74Wh
VCNafLYRRjKmT/cXf+1rkw5SygbHTFN/EUPLHmqcNXCq8b9BOL7shWkdLJ6HP51adM2zN2G8vHFT
rC01vvIa7zTQtzfyR3VtRHZq2pkvlaz7W08m5TFXE/PijF15aDJVeYiAH5/uT3R1UMr1lJppPCO9
cx2+hsEajboJc9/Ru+IIBVU5q2MMryFTqwdNH5qvfYry6P1BF8Ktv8uKlDI5RTMIE4j6MvnMmiBr
FCv3MckoPlPsjeEvOf2neir6s2rgKO7GI94J1rRTzCA82IgB7WnplI/a1ERHty7Mc1FCP974XXNk
We48S581vUi5KeEsIk+AWxgxG76gcGG0dUrjHQAR9bjGgAnYKxrM1cCA59jFSCWbuqQJimAciPNg
X1QI6WlqlGzcq2s7kWcJL2lSCDRMFj9pTMYSF9cq92kzO/1u6IC+szrtTKOO1ZpbphuFtrEQaydw
bjvMr2n+uaxXaLjABbanw5scS+1kIXD56AGZeQSXW50Ga3YKcRV73+WYHu9gH49bG2RtW1pcpzTn
SSdunmRZ3EdC0HX2bRN9gkPf0qdDadaA1Qa9CpW9MbIubC4c70osgHoK3zb08R1Bpd7XSlo9JbIe
f0UDGFisH9ziR9CEZbxT9T77cX/TzHv1es9w6uYXztxtxKx8cRujKVObSQCgDf3cvt1D3tP+NvBc
nzZO6m3aCrNg7mcSGSlyLjsQaTIgwTH31pqKqt3If7W4BMu2eNIyB8L1m2cF1xk0+7ztGGyx7aqp
9WDP2UAPM9PGOyoqKoT4w7jq35xWsG6gKdA5nZPHJW7DKEVuomxKFz6FZGAERX6AzLWlXjZfU4uP
pKvIurKjIc3TmbwOc4puSGZLeYEGeBED/3JL9wCMJG6ROzWiT7kiZmdECVhlV6le2n2/v5y3B4rb
DGnk+WlDerzEbyA2awENi1MfpBXqnhBpp6PQOzX8Uip1SS0S8YR/sY+KuVqaRspjrxQIbd7/EbeH
ar5SfxMhtBmwOP/IP+ocVURHIlb61HfiMTtigtP0NOHjIuXEaCOIp8rlsFSZ/vX+uLchjAsN8MEM
+eSMLFMnJ4zDglSFZ1096AFCqdEUHgfp5pj/5gx/iDqz3KIurE2WwMGGmnXcUHe8nqxASbDUB754
bWbTD8qB097prO5sZkb1wsM8/lJ5WAa8eaZAdWnQ0WiZ9ZMWgypKaJdtS9HTNnuPOi/pOxzETIwe
PFQvhpmbqe7GV12JC3M+SqaIFjOQ/0X8SaIsylPc1f1JRVDi0OYdTjBZZVTGzs2V9q+3z5Cmxoym
JOCZS9P1impAEbg5j0u7NxA7EKq+wz5L+duVDT6BStooGwFiZX50IGdlcovwCrjr+kMWQCns0gsy
X9Mb1X6cGrXCrZD2S/kJfln95uvW4UEFqQliIOXWZYd/MpPWGnVD+EY2FQcVTpff5TVsaUpZZ5Mu
xd9vXk+wySrvCaBy1KfnbfzHmURlKxWumwk/SOzsYWoMA2cAffwpMEkb9g2mWVuhcOVggJsARDyj
u3Ty6+sR8cTQknhqhQ8MXFcO5RC8BhAFdzk2pw9W13rPXoYm9cYuXbklKQ8QgKlIANBZ9mKoVUSA
ZyfhE4D0vxX42//glTU+3l/N1VFQTkI7EsrXjRCPVodmm8Aj84uhKI6RIbu9q/RbaeJKPGPtIBqw
fjMcb7EjEfwUlVkNBdAM3sMnXHAnb9fHVqKfJt2N9JPUR4xD70/tdlDwrxDUoQTzMAE5f/3ZjCjE
o1F6wo+a2PrgRJP5EZdl8XOKAutjVrT2lrvC7VrCp+DFB0h0Zi0tSRWJmCVMVaPwW9tWjm1ptqeg
a5SNPsratGaBXUhKiNDzGLielghNM4lsl1FyB6K8nvU7K0fr2pGIdMtJN073l3F1VjOMAwjInHAs
vl0yBk7jonPi20pvXKIGkqZRjBvXwO0R4+8359uHdxXQc/V6Uo2i0GWr08rvM5E8iWDKjkHYddyz
uQ7cVsbDlyB0A21ji9xGynlYSieIBEPhXPZaS4xZs8HwSh8JqO7VChPtidY4gtq27aXK4c0LCcwI
XroBGgZgyGIh45Y3nB5GlV/b3b9tmbfnMXw7rxbxQXbefNI8CNPL3VGhVDJ6XV/7SVsJY0fpu/oy
Sip/x/uTWdmFpNYeKpXgTm8FvMZAmGFGQcvHBDLedaUTPmmu/kvPSuEPSrkF9b4djghMDV8HZguY
bBlAxsJENiidej8qwq9D5Tp7RZXvbQvZ8SYbtyhLt7nv73j/OwejLrwkceZNJVTUeQYfM2wbvFqA
STpe1k165Pr2XkSXRx7KAVVeHXvh9Vtt+NvDQLCEUkxvj4uVis71YXAF0H6RViMnHM1g4dafG236
FIKn2ldW/ypKtTq98WtyqQF1nHEuFBh4mF2P2FoGdIvKUy4RHraHejCPih4jSSNc7rdJe2vG8Hs0
h2MHyoH1XUQwTZWQpUtNucSZrj7wQGvgSsfN9MCFb5e7gPiwMeLNOafgTML3+yGo02xarGg8tGqR
Vbw4kY6Y7APOGAr+oYHu/KjVaLA2zsZNxGQ07u350cTkyKWvV5MmrAGKYmbPdPinYy6hvDfbcQtw
uDYncgM0MjlYHPp5E/+RBw19HRpEgdjvh6k/pO6oHdwcL2olE/1bkwQmNNPCOO+zlvoyqGSRlQjk
dXF1LYbyCSRPdhw1jHPvb8L5I1y9OBkFbcb5PUfic0OoI9oHnYWanN9SXvmrADCK7GecUExs8jAQ
//QiTtUMj4pQC59bIxiKnZPWurelpLG2sOSxNLtYPmRBFgsbKWoQpgOYekqOQXFs9aqQB1SHrO6S
ePaWc9HaZgGeST5LHKWsOP+aPz6jJzurdayO17wAaK2raoFvUCGaZuP2WZsVN8IMoCMToyVxPU5f
j/kIzgZATeYkCLa2sfsjxtB1rwWxYv6nwcCOUIDjabfETwdNoMHoYDBAoB1VA6yNjnCb6w//l7Pz
6nXb+KL9JyLAXl5JSafYR3KJU/xCpDjsvQzJT39/c3Jxr0UKIvR/SQIY8WiGU/Zee+21lgJ7rZ1H
fLuCXCK4L0HXltY7G8alGk1FHAG4j3NtHhO0pRDBX7xHq1bva8fTDR1QvgmrCEUkkdfbQqEGWjQe
HV1W2ycoIhnp3zTSJhfdLtKHTx1fi+eOOhkIiLYOvIoaBS/wseJMtUL2AQmnVE59UaFieP/gbR5X
pkahFVlwggZ6juUC/7QFx7QMY6sFu2zzfmx8tdYKHERGu5oPzlgnWL80Eue4P+jmkWNQzhjfi0SV
aa5OmY2jsZY0RXSOKlM5J9LqUUElEF2etnhe6u4PHe25nSjzxkSpNeHdhHDyjTJZSokkTWD+ns10
wgm7rc0/Kq8RX3g50oMSojSzM8ntoWNHShsKCq4woNdq9bVbedMkKFBkE9jHwauc7m9FjeZfWmVG
rOz+im5nRy2ECgydHMS05IzXn7GpVDO24c2di0lRqkDXW7U+iHpWGiThnBjbIKto9mwbtp+RZmsY
MZLmTZ61FjdKPTO37aLHuWWxcOhcJkQO89nsv+iEj36fThFyjkOi7bwV2zNvIrPBeafQR4S0Jj+h
wzggkkjZwRMLnFQvhZ45Oe3DYRHdmXT2kmvJyupajcsuoeMtDhXMzFl+4J6d/JuX5fCriyE5ZFRK
6F/vf8HVdqFGTEqHZbBkASONsj7xC2zITtGr6Y07NQw0Wb9zEfrDBdLZE2ZeLaAcih2pU76C9urQ
YXO9WVTIU2rt2vNbiaD31zapbBDVJdmJu26NQiEG+xV+MXDb6pD3C7KFZT9Pb6rZgZfw/hxT08h3
Nv5a0FdORh5oUGK4KTSDrt5QKxRTW8UW1lMEuVlgaGmjH0uvRYw2aTgrB2/snClwGmf+N+r1uvKh
utgfI5JD4yxQlv1DiyrnS6X2zXTsysLQ/cTIQxQKkw4PSuagKrhiIc3gd7g0Di9CRfHy1axSpX/r
Rk5IUImiyU9Un03xpM9GFZ/UPCzsizIZs33wFrV+ifCLj49NKEj9/Nl0ouhjajtd/JbVblcevXpu
RRCprcpKmSRvzyq0m/ml9JriW5bFDoZmbW1Mj+3x97WDyk/UD8LFkVp9okXXajQDXfWtGcruJcxr
76gVeXpCplu6JDf6Yw1BcjxAc+g9lGTI9deojFZkiqkUQnszRGMGmlFbR0lu9IfFSPf2BXv4p4Dy
v6F0wh1ebWm7t9rjVCZGG2tF7U3N+h47d1gPSxftvZ5ygdajQBqn2sgWRMxqtYCmE+fIV03GG64X
Chqx7RSehNNpx0jLlECfh3/7VLOr0zzSQnf/vrhxvFhIGWA5kJc2ZX9DEWORTPn01lhlcSiVMvqs
6rmzs0NWVzzLCKwJ5wrgjmIIUOT1VcFBUO0JmYY3zxS/2AmajpOr+k0Z/4gQwfDncC+z2U7L1Dl5
lAglgYIS7vWASjkIuy0V7S21y/q5S8tvs1nvtcTdHORdeQqQRIZ114N4VTf0qY29XtRD4R8iLT5x
XyyH+19oe6ODjeNrjhIUUlrGWi+vz+veUKidv0GCCKvTWC+d5UOuBh9HT3u3m/DGpwJEoyketTOI
uetJOU7fhHM4mm9T7Gl/DAjpvhi0xb/CWIjeGlrzT1M2pztv8Y05wodl2Hcza+qS1yupWFo3oxtr
vpEUK/+Ybht+W0RCgxeWG81jUTh7EVI3p82URi9UqlblIkvMWtKmrvmGpBFaioqVHcw6prsMRdpD
SFFu54StYqr/xpMFOKmlAC4id9FPoXFW2CIKAWTe0jDDjzC0isCZOiSNq3HwUTqePt/fL9sPKCPi
d4sI9P4pPF6Pl1QJjYNoZbwRCztjEM5G3b84mFq3L5rXOc2Hjj4dyPp5kVk7ser2HrMQe+YZIIiE
wr6mXfYqIZ5YNOstaeYqCCc1/AsiNGQpeFJPUxvNX0y6GYNJG/ckj24ssmSVQs0FAaBL1LiedEpF
O5pdRO2opwpMAsMefeM59GGbun5ZTvbDHxXUhJvaohAhX4fVJkInsKlphAXtcqISW8cie8qWJA6M
JM9G7Abn8d/7X3V71zAeGoskwhBoSQWuJzh7C7aoSa+8sfqm3/eYOU5us1d+WFM82awMQwuVnBh1
j42g3rSYmZPZypulYGdqZsuhG+s/haX+a/VG5LtJ/zWJ3e7gqPNFaNazm07TziZaYTj//QRaVzik
zJZ773qm8MYhfBLZnAfTHuKDPYW2+JpVJAMoGXtuj2EougK4YnpZHP4YNA0RY0dF23fn3t2eI0iQ
FGLIuUhrqaJf/47F1Js4S7Lo7DWh58/tUGvU6TFBtWsacOuUzkUznrCkvP+ht9OXJnkkXyCVJEVr
Oc/R8SYKpUVyruzZfqY5oJuPZl3Uqt/Fuj0jtqzafxr6bFl+vRj9t1JrzB/3f8J2r1HKAFg1ZCGK
x3p1GztOqzqJgJ4WowX31mVait9qI3Z29PbIgiVJ6B9nHjbcmmOVTk6Y5fCFz6Wiq75IxSu1I1xX
R+UVHsEeVnBjTlyJIKnEAya5xOrAcln1TRr1xRn3lfKPzCjNo+ul4vn+yr1nI9eRHJOCP4nMm4Yc
5Rp3j3FDMBddqc5J6i627jesnjTPBRh9GgYt+VGVprocvFLUqGEr2DqI1whFDHFwS7T17FodncAu
MNn5iiiV909ElUTzNQ/6cZB2alMdZs2LjBduHCfd6d24tUSgzby+lA1k6eB6wxfp4FTl4BXnVBvs
gOK/EjgVgvP3l2j71ENwkuZ7NBzBN96AlROyk7MXlmcHiyusIF37IMLcDmpo0Kf7Q20mBKgHe0vq
JrO9Nh2ZQ7jYdemE1bnXvCQQY6wELrrlO8XUzT3BKJwV9hQ5EPW/1X1VhelQarmoObBFcsLdmVCi
nW3FD0MUNH3I8ONpsPUHdWmlQJTUs4DCRbs201xtaMMQuY2SSXPu7X4JOmWg69bUpuPDS0h+RT6M
pSqo5RqyzHHmzmZsXM4i1Mag7/qItLNODvdH2ewJ5iJvWSqBvKfoNF/vPPwprKRJBHNBkf55me30
LSe0OYD87BUdt0MhkPQea9KnS9vbatmmBenp0VtqjMU7+6kbTAdHZJu2RSV++AEhAKL1hPYM0DvJ
gLueFUhMhll42pwHbdJ/49tkqKDgVndMm3lK/EYMIbI3i/5ofCuHxfIJC8B3JuFqhmqflnpct805
1Q0a6vo5PY4iXP4Is7g4eUWuPNitxE5kQEgLhNLkWhvwPOkbiUSUzVl18/rZhaX9FGdZfxwy58Gy
3/tQLKbkflIxBjW8XtLJ0gYzbzWGSrT6WU0RFuwSczhmYEMfUoQnP9/fmNsbBE0VgiGQOzI85Kav
xzOdOvWU0GjO0JPtY1VY5anQlAdJpv/NCoSQIwDlHwjlehSrGcwkH73mjGCieohcrfBzYS8nS5/r
nbj15oSAISmT4XxKM9v1UI6W2aJf3Oa8WFr4J0wr8anr52Xnjt9eiSzbT6OsPhMlryhUkF7CIB62
cGI7/RQYqY5vPDFd9I9iib8He0y//Q8fC5MUeVfxydaJXeOUlkZjd3teIjd6FdIAxMCS5/EVZLtD
YiGPRGNh7fxrmX2oxK3dngeESDnKKYZQcTI/fCMSkUhqs5Qeo+1w9RaHeMM0rctG78I0C0zELs9u
E02vjjYYn+4v240bEfNpCmiy75gnYrXHIS5GNK4tzTkavehr3i7qy6zFH6I5GXeio5sjgSlAh5Xc
2zWUmwDbWWXvNIgxq8PB7dzE1+IUI/qE+sL9Sd3Y51KDn3sXtoykb1/vc8KY3hiLtD33U6QERa2X
Jz0yvvwPg4BESjSB6us6gi1Ue7C7uGzPmszs+2IRfj9re4dpEye/7wRCX9ktAgi5us/bEduXehjZ
cJzUl6bGdqaZMWEiWGteoqLcMyy+9ZV0SZSRUSymp/Jw/4RXOAmoljfMzCoJp5Q4cB6UU6kk/WUY
rWrY2RO3PhTMQdhoUkQEwO56NINW07CYl5b2b6N+SiIVv1oL97L7X+r2nP7fKGtuWOjRmobGanvu
kqQ9APOXQZPirlXF0Y/7I92aDxUEghgCMwMOwPV86EHsF4DJ9twqyfiSisUMom4Kj//DKGSIfCS2
34byHOllhRCh155rpO0OrTb/rRWYHP0Pg0ixHKohROzrSD1pG6FEIuvOoR5jRit68RTP1uNBOsEz
Lx8fB4bghvuL8qDrDW7VnSFMuN81Y7S8FxNvR/3pf5gNDbCyx423fJ3UYqbX20tYdCjFtsvie9mk
2n5bls2edOrNHQCt9r2njGKI3Is/nZ/es3oauhKWrZjnA6mB42Ox+HA+y50tKQuQ7BHH4s27HiUf
rCkZTaTlcOszjmHdYX/nQMV4eNHI0aSoDlJU9DHoq1FGuNFWayNgl49akKaJcjDq4fEbjmAEPol0
85D/Xo0SjamNZZFF1wDOSJ/0JFH/phPO+BwtffYycQn9eX9WMp66StKBlZgPdT7gLlD11ePqlmPl
TC5k7MWp1eG5ivtG+SrieVjeQjFXzVs5haF9ShwMnp8pRPfRwyE6yCFIMA73pCBQp6+XVRQs+WSO
9TlrOyDaOIq0H3WOi01Ad5jyOwJDw94NuH1FyHoYUeols2fWAYXppbj9zSbHjAhmCMpSMYsTPIbl
CXc+2pYdvSj24ODtmFL3SpK2QW6IlFYnQR1oFE2hyZ2jWRXxwVPzxv4tX4wx+qaYrWL8WWdptANi
yL/z+ttejyl/00+nL+rEOIH59ud+UPWPGeDYwY6L/vc5Iwa9v422B11eJ1z1VNylm+/qK7ru0pkK
Go9nOraUw9TCos6bqN55IG8tIlsV0xGwMjCf1YSSUetHtWuG82xkvxZmN/hLmn4cFv1lSKu94PbW
6kl3LWrctB8j53m9elWlLRmQ7nDGKrN7RVDsL5jN85O74GV9f/E2I8nbix1NDwJlLZ6Y65EUA+Sv
7qf+7Fa1ckhRC6Uhyej8ZJnbnaE234l7ixcZtrR0it/0XhRzUyU21sDnsET1K0u94ZD29d4BuzEh
okAI4NCsJHt6dSF3zTRqiV6OKJ8kje5HffLPlIUFHtkWjtUPLx7ouA1hgbNMoXO1J0xMlhvh6iMk
JLuiS72mVxVHPk+rgwbv3b2pbe7Ld0Y97DiyEXl/rHYFcZPVdoUpzroreAYGqIZlgLa/3T5jjmlR
Np47bB0p1Y2/NqR8w04gsl1aAlGpxsk7BNi14Y7OeA3widWznefJcQRqCTotHJ7EYu3pLWwyVxBi
NiaNepxt6q6rYBty0xI3ojBg+WKTrBFnkZ246QkrOPOs563zV26EyaPVTwpm3M28SVL6mdT5+iy4
0dRQyW2d8+DSG/FEBSiyntBk17ANG5V5T3lpex5AXZFfZu9QLaMGej3cJIYxi/rKpbl5VIM+1mxf
1Xdvx+1HkxYNFOHpkePsrdMWxUDfzDPS5ZzHtJYfWrdndzp955Z41yIctnPI5fG6uvcRhqVuRTGO
lgLZrHs9qVpLpd/ObJyxPjQPcQXlyZ7d9qRbk4qLXaMH3ZBQTwYEfu4afe8t2OwbRAff9bMpBnLL
rOVt7BgORzE4yxmRtzY6uaJliM7o+vwDZa7WwhoZT12Mc3HHON2/DDank6EhjcBNAXsmjTKuZ25q
MQ7BYaWhUu7W9SkdjVg7eXUc60dO6jgdeHYtN7DiKV+OtdKZD4rtSMYUTDpWH961tDBbJYyNTRRV
aaN5ThfMUK3Mcz9pMbFULDrtK27Se0WWzaeGdqbRHOUS9VInXN+0/VB4ybLYFj1SSvusK2Fmv1iV
lVOm5I08ZmWCj6xoHKgRZq9jxGmSKRvH+6u+OUTyR0gTQ9mt5RAaX6+6AkuimPPMAmBAeIcrKX9d
SkvfqS1sDhEtAMhHk6+AserQMq9HKbp6cUcXcTQRa9WrmJ3sUIP7HwZr1/by5lCy3Ap1nkvWWx0g
KiUkLZobni2vN+dTj9lZEUQ44S6BOaAH6z+6ftI0CMowr9h7H/r1zByjcYpp7J3z5NWRb0dILTdJ
Uu8kfZvgSYrbkezBLAVF2Uhj17pHsSlznfMITndx3Fb/24HI8lILvBC9olS/35/VdhHZFGTL8C5Z
SD7c9azyUTGWfnC9czy7GW0oyCEEFHTzzzaya4/eeLxOgO6yWi97+ddeJK1u5bhOd+GZXvoSlXVl
bg9K3dZHtTMt3KsxKYcqqbiFftSU2M4RvzeXnfW9MV+KT1Q8pey7LN5czzetLZd6CpumQvP9udKG
4ZAUlXscnWHegeLfe8evbniD6BfMmteZsjOc6OuxbCOX3RYiu7Sh1vR+jIN7/ZTy4Y1LpjZDe7QT
LtwD7r54prRECv1JbdvWfKrHeVaeuRFzcgEr6ujEENKuOjXidP6GxkvZnpQ0EaGvl72dfWgXox3h
bXrWv23XWJVfWaM2C9rIi3H07aZGhDrOPGP4tZ0Tk1EQRG8P6ZAP/WHO0wqBppnTZPpZ1NJWSZdX
Gf6SmWYontWsciO/5UJRfKHZ3dMMQB0GyAqZxlNm9tNFK3pbfA49Owxf0gG63EdNKE37pkVN2x46
r0ZPYyoT03gpdatKMb02+wICXW4Wv9HfNi+n1mzDKZjTZSp+GRyac5/aSI2iY6r33XJQLfIi383t
6U/0Xco0UA0OxDEpCgQC65TG3aNbRJPrC3cxms9Zp48Y1be2pTyjKhyOAedMRCfWVTWPS4Zcz+eh
pHTX+do8C++kYuja/hbj/+6mfk42ZiAh0jS9eWkV0WA0qGrjt3Rs3eL7pA9D8UlJWnDgqI6y8Jep
wc9pDPCKj8NX10jK4VM46er8xTOqboaTkmjRyyJarfZr5KnqJwhOFvEvkaf9GeKsWz3fP8/bW/7/
GjESmIFOrv2sRifhgqmM+hIjCn/sML3yaz3qjo+OQqc93XpgAWgKEJpd7+zC6oo6H3JxIREfPteF
OR7TWN+rMm1DFKpL5FwGLbJSE2I1SmiY3Twq8oK3c/2AlVH1S6uivnssBwVfHbMrPQtQOR1/f3R2
YOOsHZJa7A1j3TiHBkTSYnSUXpQmFVOQzsL0Y7exy50sYXvXU1lArhWJeip1lHivV7GpMlMdeLUu
Ius5ZGOl5//mNAT/yu6HR9TmmlXvfDj5V15fSQzJjJge0CXs9OshjVjHarQxsouSLZV+0rsmzI8l
LcHjR3QhFvfh3UiagyQkm+Sdr7t6XZIKkMZVEUcokK8+5uOsncLi0Z53wjnq/LBkZEjJf3irmKOc
RLTQ7RieM8Psn2q4kV+qYRmfVTTvjvhBw+d7dIMwIB9MKobISsAqftTN1ExxhQnPtM3pT16KfwVu
UA9axslp0U4JS4PX6l166/pbFUBQpW0n6cUTpnkxltgOHCVydj7RdhNSDAL8p9EDJgPJz/UokNU7
jBCL7EJ+anwXTbP8Ghu4shi1W5wUtS53Ukd3swOBu6iIsy8o5iIafD1eOWkLym1jfalEbn3QCPHH
Q4gfwm9Uq+JXZqq+cSmMP7pJm3aQtltDyxIEe0Vy1tcITpZHxdSOZnMp6cYdn+syR1AXQZIFw6LZ
cKqnGdGS/lVoNNI9LVTKdroAtnczdVEkmXCEgnpAu+f11PNIX0ANbHEx9XJ+Res69AuAmZ0PemsU
xO1leiUHWVNawwwQ37by6fJO72wKJfkx1fWypw+yvUnAHLhKCBk5AsiVX0+mhDJGR9A4XdK2/BCH
ihNkfZRinUNTzf3T9m5TfH1pSWo3GTmpC+zgNZqzJGZjtEY6X/CcXEqY+FH8pbHnoQ+cfNHLw6iL
xf1Ud1GrHok/rObTlNm95gtaVcSfUaGAnzViKSM/tQbFPVqhIz5aIlKsf7wYM5iH71iU+ejqsaWB
Ar93dekpTh5pRD3zhQBIIpG5+jxp/XBxHaKZ+0uzPbzo/xFfcpbY1RQirj9CZKjjsNBWdyGiHVu/
o2/4uYzF+E9F+fUXxRZtd7o/4o3PzvFDVpT+a8naXsFNRpi1IrPS5TJmw/hKu2IRzOCLB3dxtJ11
vLGRPbJI2ZuPzA4MmuvJhW2mRGafFRd1VrXnPlrigIbXbGcJt0EGAQZXLMr3IKGkXtejOIlqLArN
tJehGYdnPTXrX+mYtI4KuKDvoWZ5yIdh3imn3JoaFGwpmY5c0SZ1lYrw0eT1DFrTiF8nZRHoYKR7
B+fGx+LGAdFCOIW3fh3IRO04pEpalpekBk7wKGQ8wUUqA6Ea2SdzXurvA0IAhU/TmHgKW/E6qab4
bqZR/prj0/iB6nl7jCpobrZZ7KlbbNYAsFKKK0vOCM147/KuP9c9vGTWZ2fQLmNRAhJYbueriqO/
3N+v21EkhA41FHYPmOX6hFCVo8EswjE+nuHsLkmmHV149ztbda1UydGTXmIQ+gGTJBN1tYtSct4q
0/vhnOvFbPueSeD6A4mHofsYLVajvpUDKe0zJemZlrzFceunXHEX97WJykgPwiFN+yO+0cvkT7YY
gU+WudgTdttsB6mqxDPKLgd0hP15vdVtjSLh0LbDWVf0xk8TA54doj6+omf6ztbbLrtsMwBig/sP
VrzGUmERkIDRx32mktIGoxNXT0aaeYdHP648sowgB5FiNtcTyhEbxmW5Gc+T2cEx8fT4CfS0eDTa
kx3GkpcD0xi48P15+mmjqmbWaXDp1fOi2NprNWbFQR1mZWcLba7y91HoBgEnxJ1yzWVu6GmDJ98y
CjmOP6TWX4OxPFcNxjN2GO0Ztm63AiAWG4H6hCzSrWE6S6Qkn7mhgXV7YeIbGe0gVtdEIN258dv9
r3RzLFkrl75U2JqszkYVdrRwInd5VsoUdfE2NoNK4d3wbADf+0Nttx3TkpY6qJZBY123nuOXlw+I
MGhn0Ud2oKlReEiWZq9KvHky+FRwf2kgRoGES3z16i5ZLnp9YfHwlKsOYihn8JlB+dobtO60RlWf
NDvZawK7OTWQW1UmittkeLLduAM61M7LPHcnowQTjLNhD6K7OQohBT0k8Jt5569PlDb0URdXpnaO
DbsIhq5sPhhDtGdscXsUKDSIk8umjVXl0e6neWrgc+Jr1VtBmKbNi6J0ex1WN0ehz5tbiAaKDbsy
s2IkOmeXfdc66Pen3MtNr+xRQW5uBvq3ZOsLGfWajFjMWWmPJBtnXKSWQC+Si62Gv+CS/kta1W9j
GT5m1clLw+b7/+OtYfxYTS38cfhCad1/LyOsTgYvqg9WOeyxwTdVCzkSPAFq3iSGG2ueDvnkwZwV
7WwIzDhH3X1OovLZiRECMZrlW7NU38Mh/Izfw4MKEu9zZDXphAU+oKopv+xPN26Xt1afJuwPhBDC
J30YZzjGXvmckzI+Gs8ySUmvglxDegEAfj1U1rMtloVNEg+eHmCU7fqVZ4BGin4vj7m1H7lwIYLz
jBCRrO5BFcC5o1yrY+vp4UroFcqrTRf10/0r8NZta5NZSxoc2fyampRM5mDNKDGf29Bxj9jw/Aih
RxzcKNsrsq8N1fhMMIIAtqnrQimhaHG9djRzdHU4VMu5NLIY/dIJ7tFc60FeOeWTwM7iMizx9DaM
2niqtT48gXfWz2UfCWBQZ09Jabu8kMSJI5HjIBqjSev61xSlMVvmYi7nyYrmoMw9xLaX0ng4sCER
hYMlOTvUb9cmQNR+2giZUf1csqyHqB+/W1OzJ0+wnQrXIvsR0R0KCBsVTEq+GaCMMZ8jpVZOWjTi
g+b25s5O2UQcSJfAxaDcLRvOeZyvFywM40GLvdg5J439cXatt5FWTj9Gvovy895m2UzJotqCLDUd
knCCoGRcD+ZNyImOaWedkdQyD6Iwsb0pjD3JzVuj0FYpKYZUd/hG16NA/B1Tbxqts9VajW/ro3cy
s2GvP/rmKIC29K1CR4DhcT2K67aQcegTONPmntA0rBg43Efh1/sH+cYoUptCPpLIAlAwux6lhnZh
LjSJniOjWg4YwWvHsVemw/1RNtcFJTl6YZDplXztTQg9zV7fTUrqopDV9V+bnKpRYmT93+iiDDtH
59ZQaDvRoMnnkRTN6wm5CYLOLT/kXAxj6VeLPj45JkXGxEvbR6vQzApCk3RAJSYi+70eCtg0R0mq
oNKoZPEB/1W0R1T0ybti2aOF3fhMGB7JrlDq62y71VBJVfWF0lHUjFQMX4dQG940t58fffXlhOge
oi+ARIdK7fWE2hi8LzESJuSZfyTYQr8Yg4fsgDs9ih5K4QaYSVjIEWsicHA9UNmj45JERXQxUBs6
urX+d4Uo3aMZFQEF7x/PhxSl2qT+QxMl4BYamLMov2CkGH9TELX7cn9nbz4MBwR8SiN3c6hQravN
VHaGZMyW8jKqFHHaDhFjR1fEzqamp5AVuUInSWqoOZCGAk1um8nUkrBQtwf3LNp2rg617kafGiz3
pmCg7GfC2NYr58KCNPkhnjMR/ZrM1eR+drC71F8j9LPEb3miZuVxLht04mwi4TqgXqqf6zYbw980
IerFj42eWm6lKaPl6+loGy+1pbitj+cBXTd+b3cT3s/IJ5dPeLhm3aHw5jn3K1eNlIOO3c8UZDbB
/Sns8872NT0V5rFSJ2GcCk/0zcnTOlE8RRg9Tq/D6NrNk+eExSlBGc2ZfSpFk/5lLqpF/A5vj1qx
3Uzua5TFZvOMnqwXvwgvq/7NuU5+EIsb2mkRqRt99MrYTE5SK3/o/clc1OQgaqg5X6aJFORzmJlx
/DQLrQVuUpK5/agL18K5AYAZx1utzCff6ELve1UMnF1ibU9FvQAzCz+pyuKrHcNlDaba1DO/Qve4
/EhUMrWnxkyXL2reOX9kmsgrfm1ex4dpUczvrgkOcnTnctG/2qNh9c8J3r56QBebovsIXTToNDth
betHGzJG/U9XDNlnSC+ahqIJUeSp7C1cf4sWM7BLqiHZ9jq3tRBPU4dz1ClL6XB/Dkl00bJA4238
LBJt/EMBsIb2w7Nu5YEXK6H5AyQ1UgN7mfL5XzznHD1IcVXpg3Iq6i7I7TR0vixEi96pGc16DMpi
XMYnSyut9Lm3nQllgaKahfLG605rptma0aeKJUr+8hwRZkcVADA+NW5m/B5bpWkE9Cnm9dETWeF8
VrM5p3F9DOMvkVC8PKjtrlZQkFKb5jA6qVDZGMOoH8QUx9ii0oZufsiyMdNeCxHOCTnv7KWfehqu
52ezLbPF52MoMAo6p3GDAq2COYC3kMb/LnPUu4EXtcXfYdSVX+wIAzXfImzsgjoS6ZdhNib1l3wZ
jLdZnXJMnNlpmoe0mq2mwVxaSnXAGbZaXvpeLXocGMB6PluLmaeHPjaV5KKZuZI+paTJ0ROEFzs+
Lkrl6sc57gcIJvIz/NbUWqefwDp0K1DTVNSnqUpr9Qm6y6AHWubEjU/t3pueKA+lsx8n+fIdPUJ7
lO4lnCffbEIzPyRI5nwfNYyXDh30jtpHf2DSD67RaNahxt3eOrZ9p9o/NK0p1CA2Wj2DauLpnxpD
TexPmlp1VebTXNb9nnFutcC2skiHCJdr/anqTPXv+1fh5uW1QZSkKj6tynBF14CFJlQhcqVqLxEQ
1qn36uTZShT917ZH0vf+UDduXclggheKZjxO2as4D+cRK9a7rr1YdW8/x6MoAmPUjMP9UTahqwyJ
ZI2LPm+u3XUlrewpe2GA3V4a8qBXGO0tHYdkOVDPTwif/3N/tO2cIC2BYbJyxONEfNdvYqN4oZqL
dLh4lZjRI7MrX43U5nh/lC2GLNEdNDbpNpSCD2tWIk1kzhDxqS6zUpTC15QS06CmjmiuDVNNH/zM
Ndz42GXFUPyjebPUrsyUEBpRJqruY5ln1XTKG5pl3zIntwYfF+vw4coFtA+q0nSTkjRL9ur1WiC4
EFKIGftL5o2udSiEUD9Ykzc9aLhO7xY96NQHeMOpTwNWX4+jd8Y013TYIc9JE2mdxWPhQw1Nv1HB
MY8TPKhTZA9ltLOxNiViVEeh9hsQNaWJ0rrPJU/iKewFOVHjjOGL4/yVagLvtqij9TgroUrEve3r
7aA83B0FM5MmeFgFSESjgrSab6QiVrXUtn0ua216MqVZHYpPX+9vse3siIeBBN6TIwt+5vWitsZi
FFIr7Wy4oXKyFdP4kFIFPVi1a57yTP+QJ0jmeJ0wHo4qicRJytH7JJ4hwrwe2BgaHkKj986iYf0i
uG4fOqzodqL+za2ADh3QB7mSNN/beCyS/TWNsBXv3A5h+tnLnPSkmbXyWx9DgEKdYfl2fzm31yoH
Fhid50QyJ9Y9mlrNIYtDT1y4fVWe+jY9pMSPfjxMe76xN4YiwaO6RPTPPbQuu0YR6xZP6nAprHk8
oEuXfUM10/hQV8qwU5u8ORQIM6xFKoa0+l9/KyVuZk/E5nBpk2hyAo4bkI4VRQMBlto29un+Iq5t
HHkpwNEpzkmjGJIPU/6en8C+uc57VZ8dcem50YoLrZsK9lhLbqEI6WLtFnQD/9tLabWO7lfGqDbf
XBPPXtiNdeog/60l0TOO6FRMhBYne1jMJrzn50Ha5jbiSpZ2s9c/zxVK38PLHy+OoiWBIVKCPcpo
HxPdo+RkNbRnTspeheHGiwMgSRcQLecAa7r8UT+tSWyg8jFTeL1wTQ2xj+ON9SlkTXbWfvup5bvG
jpJtjNuMfM7R3cyKZbroAyXhwFCq5YINq5cchnkxo53Q4MZo/3W9OJJuvIEL5yJZNLCz5UKD5Pyc
JAMk1jBJPtIL9Nf9PbX9ZrJTEphVZsuIUq3uOa/C2LaYw+nCy618Rqsxsl7AzPVDWbhGcUIOppmD
PBNtHDw8MMV2UGSe8Xc92+vvljsRlBOYqhfgh/oApK74saaIw6B61UVrmvxZyCD4/qCbaw8JcMIh
VCp5QPin/POfNouzIMpdjdF8KfPZ+5KMS/ShVCwPub5k/NgVGYry9we88SEBJ8lquSLweV2rp2rm
0JFOlQzI4r9FToqmCZrg38KwT57uD7U9CDwb4JR8SLB+b12ntMtQMxanmC+d6sYf9DRDhbBI9pwS
bq0g7xL9wqiZbqG2yjQijZRmvphhPP/qWEl3iDQrf1KHNDwMKGTvEMFuLCD2kWiI6ZwEdurqOewX
u0NGolQvWu7ZeLLWA1ErZnZpO+0Z59xYQIZC5kbqqUtG4fXmwIpnrJKuUS9GJMIjkubms2mkDyOi
oB+cNqBKaobclasJGUWexyWC1xdL9OZLJrz5DQBkT+fhxlzQ+ANv5SKGGbSu7oqy6yhPt9qlc2BL
ZHk/0Vk6FYf7W+7dCe0K0GEyEt1FAJaLn+Lh9ZIJJ4kU1wnVy0jN0DiEtQF5rgKtQESwmtS/lMmF
0t5DSv48t3HjnaD+d1EE1FIr3vPcqnoW6KE3/To707z8qYsyd46l6gxWgD2ocC+tXqp5oNpQpl+z
sG3/dsLE7l+rJhndbwBmtYq2WEKl0rDiOD39H/a+NLlxZOtuK4r+ZUcYasyD43svojBwECWRmmro
PwhKYmGeEjN+eRtegtfhnXglPgmJXQLIR5aK+uKVI6zuVosilYmcbt7h3HNbt2LeWR4ely6iF7RM
M9B0mM4xcqIAO1tYxRm3FCNPuYZtA17/IPUoKpHjvhye0D2niyY74gjDLoQrbLQ5GhJBiPgstwwT
FnnbnATQrI7cOmEFRzHJLRL6vHxEFdzdKrgTEViGC4nWoBtHSdUC9GVNE6NuDBPwU171gGPqxPzI
VqFPPtwp8GYjjRrTSNN1+dHIAp6r4gAkDUtNTqrHUMqrCTaucBt3cAa1DZG/iKjrPedaVjwCZd2V
ILCPACSFoQ0eCsiR4R4tbQGQIRd7FCQa6WVIWu5zGQCwW7fw/B1evj1Tia4QB4YjFelPYzgjLpyC
yRN0ZQthfSVgq1x4fKnMD/eye2VDI6C4SSicMC7HvFVKAc5qlIEXlvCWEjOWamkSNbF61fDEuQs8
OXzWUDt+crjT3aGBkRusasCwIvMTqQzDWQTTckiSmBeWiMJohkwC77OqudK7FWqKhMIqgRIeYfRx
hbQ29cU2QemoJYo6epeozIujrtbylZwpx7C/u9sCbheATiEkoVTj5+GAokbRUgZB0KXGuo+k04o5
W6btpHbzY/G8PVISbHRIAEF8CnSFEJjDrlwZXlkxE6Ql0OsBg5rGSPDzrcAH8dOcE1Hv0fTEOkX2
EYoqcRey23W5mclZsmS1TCUW7zVp+8XzGg1MpZVII1yNyPozR6m8VdYGTmu2hMmeUfPZ8W4U4ESc
GQ+KjciSY9ZzkaKkouAzV0aepgOzktlIfwrz9piqQydseMJxwJGHB4447AE4m4ajBD97bNdqIixJ
7n1PikwwFLGcpzYSgHgvX7eVO28DgppmzBEVds/WpKB8mLJQSSggbNixHOZdDVcxvxS0RL7sRIZZ
hxLhjhyAHoc3Gh8i7bgEwMmCfsbuugqMLKRTibRESpRqwGkuXYeqXJqOXxQ3nJLnSxYsvtNWKhOj
aet0hbIDnpnIxbE6cbs7l5Ytxp0OpRLhSI7KhzdKLIy40gMNgbpUUHZCh7eSMUiTJXB5d4H13lNP
M//oYcQFSNm2hl0VcuJENmJpS5FRPUtAcQuEEhBPONzLngEBUgybEQ4sFOwYY2/bLkhTRg0lqERw
HEeS50wrvkNFbBd753BXu9eQQqP4UFypX24nHg1yt0Ar01xaco7CmK1TFg8yF1SGQ1R4ATnVRUZg
w7W+2QhheiSdY3efom9E8iC4sVvhlh1OZh2yqcfy6Nv3PM3sUEECxg7vmYdHuHcyUc8AibeI24Gr
etiLUoWoWJNX0tLr0nLqoGjvpQtDbIJi9Mdsgd0TjwEpFAhOSzUAOTbsKiNMg5KqrLRsAckEdyju
iFvNi/IvLratGQhC9BwSv/xqw9Pm6I4ja8cYTPcNlhboxa5BbHTnvhA90a2wd6RlikyHu4Zxqytw
LTpf5Eg65jHbc/5x5YKsDxsUSOydWiUJEUFVYfPyEoQ+lTKzu4pR9CCTNWRHKr6vGInm1p+T3CMR
lNcmrKaslnvZlUw4VJzKAMiKj1h8++YfCjNuMVjw1Dk0nH8xaBUwgBJ5KTp5Cz97GCFW2d6neWaJ
iSzpuc095poz4ZLw3US/wMojDQqwEQ5uKCDzh113KHlS0wo1S6jOqlF5rA1EukOmHinKI6Pct8aU
dwV3KKYfWQDDrnIETuCkdJVlFTe8DkwTiqYUMjhKAlu8PXx2dmFaGBaIa7ChoIHA2zPqq6hRkz1z
agX7qagYE5lx9cYPM7A0RkzU3dRc3ra60pXhsq0DrzGRZWsHkyIpytvcj+RmKgS8e8xTQjsdXjzU
pIfiBS8CXIhjHFUVO0WeJa66rFkiXidVVF01QJPdHx77nl5g44DAEXyotETUaEVlz0mRQ1JqS6Uu
G2BO4jz5q5Lk9ogA3rOaNI8BiVCwsrFYI9iRnLhK2TGRihslCgA7atvbWuLqCefK4pERUYVjNG8Q
g3TKoCODSHl0Tyq+2CllxarLUC2qh0py7QXgdYh5KiGrs6Jdfn73DILIBnBgpI8AkiGOJG/MJBkP
n5a6lBU71NMiRKKeWhwriL5vAvtgHlzp9F4eTWBZ5YKjqYG2DKK4tGy1LA0uUSIQ8rLHylvt2RJ9
xhpAQZRabMy5KkmO4ihZqC3zJmvNukhTA4x3x2gG9vVCqy0Ax4dZAxfW8Hy7hDRNCe/PUipQ+6QA
uZ7pw80ze/fiIN4BumuKkUUcYiQrG86NEbkMnBVuRWkaJ3Wps4J9LLllz1gApsIuwH6D/BirZjL4
hEGzAUqotBZCo/SUYB5AQh7zie1oMTinPckvwsZQzsYFUlW/5pQIJXVXYqSWndlCaHUPXJDH8IsV
DaOilBRqn5nI1045I8t5Frm9cgFkd9ioYn4DFnO+uUXRTCAW4BggoQHlHNW3Kc0E4+sSxNw3jwXp
ip6hhq1motyThp+DMmZmoQ1n1ZWq1glQEKwSI67iSVL0QEBksiogWzwU3JULVtfKGjRcYFdow8cE
FTvJVaKAUkHnHCe87RpPQq0gpipSX0ccykblpQwEM4uU2ADSCA7jgWEB9Tw1PeAl/6kOUF/01vOl
IpkRPuElSwSzUb1owGml6CwHT/G3mrBeB84qrpUXjOhxytLTwiSbeyikYCMNpQazVMy3GkJ3Xd61
OqphVKnOgKI0IKYDvKD4yBWoxbN558aDaoSEQ4RIEUREJsTILKoEAiQ27LMlz0fFpMiRbBE5QE2/
sxcFAObejQ/RusviVUHRACdJqy5LqBmmLESOWUQgqz/cy45Epb0gfQh5eFQNGit8OcNwPBKv1KWa
lP5KRlEkPaoccREKTWPZdZh/PdzfznGizP4S4rxw32ASx5eFJmZagne5pV96ySTjQYzrElF696ho
ViNUWXg34ECXRwJIQmoIC3oLfkkchZiJ4qcT5L0xCyltmLnEZ8e4GnZnEZYq5YQABpvD1U5P91v7
zWeZUia5sESVJ3GFKnuaq7tAhH92bIFxdLZE2ejD80hHMLgJ4XQDNJpyJ1C479gF1uZakQZCBUWR
RJFiSkqabcS6ddOpHEPITzOJaaQJSjs08hGHTk8qOOoayT/AzQI9TR34o0sRQD9a+U7TllHelO11
2mjhU6DEwVei1IEzUQK+/AtFjRAvDIPGacAjqYHDpdTscpMWUc7MtRAFqnRBDhnNxJ5UAekTgPd4
cGU156cwS0lnep6oIFUza4r0m6BEDujqSr+VjDQgpWcl8CkRs/SkpLjTbFn+bvOV8gUprEKley14
EHUWIMF1lSNAPDk88f1tPBo+4IqIqyErBEbfmG+ZY7i2lEE9sgRvQKpniOotfa2WRN1vNelRqNrP
sVqZLdj7n0hS5d9EIqfHbovx4lM3ITRHeJUAJ4f+ONxuxAXWCvQO2pLxA29aF4QjiE7zTmC0RRAc
cbbu3Ewq9C14BykJPc23Hi23XQtFnJNcW2oOUIY1TDMdObJ/yU0k6jGTTeOYv3FUXDWH53lHUKhw
hwALBH8ojHt5Z4xEiVgp8PxV7SXl15pJQh1sxvznw73sqF60F+RMcIAeQZCP3btS1qGsVxD7q7xi
gqkScexl3HTBBC6uY/bVjoyA4Y6O4CqAywDutLGM0Oo8As0aHC+hhmoScvOtCRzFsJGSX5SVe0Q+
7A4MWa7UuYUbhAfpwqg3x42bxElTZ0XqKjXgQUCkOUyFay4q312SEO4P4LPhIMeg4FXih7sxahqw
5KGGxcpvEgR5MhJNqhCkMYdXanc/YBQgUYRzAt5IWI3DXhg46xI+znBHETs0oHe488R3tOnhXvZM
G7WYcHkgjg139cjxmLlKogS1G2DaAsEx00RL/1I7pPPqfh67rHm4tx0hjqAJ7kCMSAFHMCIawzFJ
tlfLUY17l5WcTpciMKtpGfNE0mrB+FUyBQzzGO/ingHijgJUG7Q09G4cdVlCVshdUAQrwNzTuS0V
CH21BRPidBV29e3w+PasmUajJ7iIaSZiDx5/cy26SuOIrJOCNCrJnSsN5NT3vhgl1vt7QfCVx/1L
WVzGswgficsUjBKtOq4DTC5iGAvsHMmRtdo3Fhp+BW8ljhV80sO1ch2fi0FcEK34UrUnyE+R144r
+X+9dyzghhEBk6JE5HAFj3phtDRwfMnGjKUisMQgxNOdKjtWCHNXpKMXCYuCZDHQWY5PbKewHZ/k
cbxKQqGbRsjqsrQ26CYgnCrmIsM3egb+8EWRRfIxGMzulhcoHwEEEiwSmtAxnEa75lKAjt1olXBK
Vd/yJJL9a+TG8M2KwJSM71s+LR/l1Jb8dxO99xUZBLCoIGoIDxd9tDe7MU/DnPPrPFmFrlyrRpJq
KESHIrvvP2KIniMoBKUFKwgCo2E/odfaSqc6ycquwNcCiH1kSBHIz7RQVt4tFCnlAu4v3FzgbR1r
gYIfJYBtF8kqTrtyAu+IvEr8Ijmi8e36SSmzA1KkQHUDvQI4m+GIvNwXSoYJk1XlB/VMDsRg4iqM
PYUt5ll8ncpmFAGXCv+4ajQoPGVVai1ex5B5R8Tz7h2KrH0cdcS1aQRjvHta8LPCT6kkqxSldqZ1
Fst6VLuxJTDENrkAcbR3H0dwd2EJ4Y1GqvbYvx85otSkxE9XGakSE+DDmxi1L35hULBpcV9TRpCd
OGzMh2KoRmW6QkaMY3SC5huxZiOllLdTK+rYfHZ4UHuOILIEgSuG/QCM49hYgU3RkZYo6QonRTBw
OwmWh+j2RAsBclQ7eBaAU3XWhzvdFZ+gj4D6AxsJ4As48YZbCGLbBskiJSeyec2wQYYpGTxUS/XI
iu3ZIfBswYONJC5UaBrDLTjAhhupZbNVUsTsd0+Ok9sokOPPOQr8WXzqvRuaikwxpDjhKgWgCbx5
I7VE5UktCbWargBXFy4opfYkrBvVZOVjvsid0AB6gliBOxLSCwrrSA8nJAPu08HI4IURrNwJs8qA
GYLspIwPwGPihRH7ILdI3NYqt5hj1yZfD6/hno0DZzKSvABFgwAdu/Xyks+qrvPzFURcIlgQ14S3
BK4uowst4dJsDmoD5jZOWCk5Ys/36csDo4tCZxAgxd1BNcAxg7rrej4wQaW0CjPU0VBwP0kpSFRB
fpA6F+D/zLy5lgIYdemC4Jx8T5WmU6ZsHfn5Xax0SDvTg0Tu5O+cnCfZAhXatXZaNHyW05weNp4f
nqjxJkRqALYC1ojiK6jtNNzsZY3Ug6rjwlWlxLlZdcGFw9irWHS+IHb8Xj8R7QwAHDhxqJm2w7PK
c0nJKZ0fr9wk51DxNaxQg5V9r/WCXkDdDCFFoUwwlUZDysOUL6K4ICtUL5QNSWK0Kbbag6SliQGk
RHHkyhlvdtodEHswsGFYIEZHZ/jNXZ2KQG6qapuvvJRRpoWIKybUKs5CRlVl1GoTTvO2Vi1CZMfg
28w9IkXG0grdI58NOhK0I1zjY9Kbqsq4oMvTYuVWtg13KxIeiM1Wk8PbZLcXnOOe6QFSESJ5JDvk
HPS/QueUK7DUqFcZksWiWRNl9TEFuQ+LvD09PFLdUSACNS9oSFUeqwlyHjKxVpb1Cn4bVNHhBb9R
p7nWsRfgm+3iSah2/jdRYjLuxiUgnOhMpC+BPhbIgAJcSSpb5hlcCzxSfMPU8e79SmC7KfLa/MZQ
qxoUM20FthmkWGq+r5eBrHZTx47kx0Bho3vPhtNAj4jro9Ky6mhfW3DBIs2HZR4EOZf9d+pEGCy8
BjB7AdiidQdH0RQhQKpfk8XNKtGYv/hKdKdu4stHTvhOuhLtRYUUBIUAusIxH25QIXN4NfLSFi7T
iuMs0kiFqGcAvbVmx8RgfdKaBu4qpik0sPU6jROvQgGnf+pLjppPUOfaByELgZdPb8Btw5gINAn1
Oy0jWnsBOxnHFoFdOFFGxl6aqTW8cV26qjQVunbEKddMVCJw3+/jP5+a/+5sEhgBANvH+T//A6+f
krRF5oNbjF7+88qDNytPvhf/Qf/s748N/+ify3QT3xVksymu1un4k4M/RPuv/ZvrYj14YcWFV7Q3
5Ya0t5u8DIu+Ezwp/eTPvnm26Vu5b9PNP/54SkqILrTmIGv2j9e35s//+AP+zTdHmrb/+ub1OsLf
rdbhutz5/GadF/hTQTwHIB3RnN69BMXnj7N68/IOdw7Pfm9ISnA00CyyOEG24T/+UM8pFAleDmDL
BHiLYB3lSUnf4c/hq4XnAzRuIhQ3fOCP7bAHC/Rjwc5isDEnXlzkaBe784dAgFkJ7A88UVDAqRd5
x19d8WDDTxKlvQS2ozBRiyHXXVFFAIXzQP+ctoWeCihj7QFw9mZ+Xh/kbcd0xw07ltA11EBg52hF
jJHIY1On1ZCSTC5Vtwv0SvZl5F3w8YxrmPdRE9AxoivoPwg0gMoYd9DwhFZhhgpRdUwuExvpvUFR
yZNGkr0jAxKpOBmNCGzCwKJS+l1onVTIv7mpPCd3SlRsKC9VpK7rLFHdSc5K4QNqg1YXhcfWEykI
Od4qSANHH++DV7GRRRdJ0KJWrz0wg1i1mMuy2fEZmTIdbxeGzCVpovOdwi/ThiSK7oiy95xqAUq2
imWpx0XbPnBVm38Jqqx+rjyX+aYwQqhLXaZJutf41XVFmATupMZtb/2I5x/EEnTehcMpC8dtHqXc
Z29QTa02+aopAfSx2SzWbSFq/tI6jnmfM7dfC6o0QDGHXQzaW6pZvpkknssjHnm4xWVQK+VEq5PI
tMvmWDUkKnNHS4GALw4IWMkoSmC0FLLPAjVTq/ml1Lmfq8wUymsUh0mngmwfgwX3sJGdvmCMIleV
ci6Pq8blpYN4Z2rnl8gFn2Qta/BOZGa2MPGRW1M+Of4k5SVUrUOKN6iHWolMyqqA0sLqagE+IgI3
0jpg/bmXJRuHES23VuGIWQp5o9f8tZRrYBRqDbcWTCn6rKJmT5lFet1B+REuObKqvAu2MNL81mZ9
3WX/Er0vfnWRJ0YYGwyYAlyFtZyAt1ALyFD9csJUvu53U85Nsfu+5PbST9obFP1FuchLH+X1Gv+m
lTd28bnt/EXt3UIoTULuwkY51hTkXkpr1PJEUB2Lr2r8uFaEcAl6jFlc3hKfmIeFRO8h2ZlcmPnU
aQgzf1zVB4VfUPIt5/LLxPW4KV5OZDVmJ34Qb7wgaYET4rxL3vVD5Og7yRTAHveeC4JrL07ZiWS7
jBm5trxISFTrkc3q4J/9iijopBI3uKyJEcJTYkZVTG78nPVWNrjKUO+2WzSMF1qFKwgGlzeeodbc
c5hKxTxQpGqhJZVyJYt5RqMenEmQA3QnBHI6DxqvxirF7ZSPU/eIotHbCjtzAT8SpSCDR18dOcwA
KWZTv5SLSylXBRO5Et4Esqi96NJOMsRYqL5rdQPxrYSVDlpD4SsoBvh5DEYB3ak12ahsOdM9zudM
CZgrg4GKqHNspRmgUSgNG4Jm1tg5Wi6DyBJFBM4PL+YoXvZy9pF2i9p9YFrEDTbSlJjSldwCxX4u
IzDJG37hZEbuaPK0SFvRytU6noZqGyyg1Dd6ypVfkLfdHvGw7Ll1AA+hpO/wQ8O5OjKd6xjYiYAP
yktGBQ7K1hh/AQZ4aapK9jGas71d4Vql+TPQP8fXQSy6WZZ3ZXmpZQR0GmLLWREfsN9chHiOzey+
vpC0BaMMuaMUZzuUqixXqLkE6OtlmLLFdaRGqgmPoHBTV0W9wGQIeuB2qqHUJLh0OTa1Mh6MyGCT
aMFjlwHjWSbyhC/8HGnmEX8kbNjbSMONi7wX3IpAAOP7ThKKo4AsJQc5y6VDbN7K4XPVJZl1gWfJ
UxXUGCg7pjgqiDEK4audeYKJ7FJ7JsV1PYm5Tp7KYd3N4HVElb6uYlEHsT1G07qrBcG115sLMDYp
n9tw/kTbcYFWE9LLpCngJopJYrlBE17IHYmnSusGcx/0F5ccAqBH/Bl0ZQZzA+8JWNSAXYLKgCzW
kTWdOSxXKm4cL5CwolpKG6Smg7DCuywhnDw42gAohxIE7BJ0lJEGlFZaWmWNLy4iljQTNvIw90rM
TA4f8J1bFw4BkDLBWoZmB3E9Olyyw8pd2FbdImq5qZASMis7Fo4ITslAkvLKWPj/bY0/kGjxZuJ3
bI27NVT5s9km3MTr/3b2KX/axDmslbN1/Hx2j+qOxTo+e16fGWXsrt+aJH2zLyYJI57DwQwoGxy/
yFgE/g/77sUmYTjxHGYiIuAULzM0ShjlHGUDKIkocHAIJkPp+dssYUT2HFIdRaigz+OQS++xSkZX
BQ2BojI30E6IM4CsBW6t4YFEBZwG5YjcCxaEF+EkV4BpCE2ULMziGYm5KnoABidNHp1AbFIbFYUE
Uj0KXMknKJajuO4xju4RdlhGzXPqLKGDRrCUgomGzwOYPIpRaXGhhwhl6rGKqkW2UflpRARDFtrE
e2KqXC3cSSJFwJ7oeSdp+QwcSgIDnhyQhcSM1cgdL4M2RVOOCVh6sH4IEWTmiBrC+8gqpC4I5GqO
ns7RIpSgrYRSTwqfbzowCpYZUioLxUXKSgEKbhgKwFa5vmHDphQ7o5BCNVv5IJXSJojMMcoNkHsq
e+y5hmKVSnzU1QT/HAQc6A5xFY5mTciEmJG9CxJLYdJaHVuKzSWDJA05tzLktgDeR2QUgxD1Eqwi
2WeQcInVPOA0T1ENrvJtWQXTANN24JLQkKVpinKb+/cRKjN/4SoQbVZmQHwPRMqkkspcT22uRUZp
f7j+E+TMfRLh37EzY+AE+ZfOkd/Q5QE8J6VnpY52OBlochtO4Z9bX8OOWHqIvWLzfHZXrItNfnbl
wZFxtiyLsPVi52yehxBP+VtxtLf5V/GkSOdQEuEbgACAMIDDeSuekCpwjogfuCgQ0YC/gnowX10m
vHqOQDby8YEF5oGroYUSXn0mDHsOVCMYhRCaobIF96DyLvk0vLZxi0I2QWVArAdBCMQExzu7zAGw
9WTnW1alsV4RV7rlcv86zbsFCiZs6jSykq67y9W2mIKYy0hQiTQVwRiM6EVtkVh4fjPVq5ez/tab
MgzIvD4P4EQIjsCdA67U4UmrSSEybVs536IgzSaMI4d6/y0AE4jJBIqqRyX75XCfIyFNbwFawxGO
FUCzQPk8rpmXC3wMTLEn3LcyAJUcsaKoBtCxBX1YQdzQIlkjGnEWRUYWu5+R639Ed6KXwA+xBxw2
FS7IKAMAD2XIEWYfDjpCqr2awZlyC8DbnCnTWlcKkLulCaeLEjBIYIsXIJmVLjxWkmi3Z2BWEWUH
eAI2BP4Z9owiTi5lGhNueZnhTEEJKh3gtFgX7OoOtEGTXJTvJC6dZYn47cik97G1H6PGFsYKI/5M
AzxAP8GXMuzbr0Qphgs9ugFzmg7FXr+6+ms+jwzFQGadbl9K15oFStYZyqjO5bk3ledkIc/h77Vc
UzU1Q7MYg/6efi6doRDwrNBXZFbgR83i5/yq0AtdxgefKuNpJZvxjP1GFpolmgre9h/rb+0qXHTT
5qa5la6ceWqBi/0aBIcPzU0N0IHervh5pTNGoSsGypNbxHpaodGnJ1R2sMAGaWKeDM+8kczSUC1m
Yhu2UeMnQWdmskVMdspOE4udVhMyib7788wqzNrQZtpMMv1pMsvBQhfr3TN7zc3b22YJepNFtJAt
5ZK/YmbstL0AIY1VGgla4+akbx/FbubMRNC1WbcSr4U5banUbeP7bJHopQ7TyKSPoZkgcVzks9C4
i3SU6DOEuTu1DdTRu3an2n0+q/VjBkAPStpZTxSfBRILAg37abienlYWNjC64c3EXN4DQr9AQeip
c1M9eo0hoFqiqmsI/iM4sOhmjtXpnsXpnB5OuhnQr1N81MoMf7KZXl+AqU8nxl2r1zPHRA6Vjl9Y
yEU2Wzx1iCmP6X9XLWfU+o2rIxugLvT4QUM8UkcqMWPWM8Z0JrFB/3Y2O7xx+wyZ0ThpsQBQ81P+
Y8j04ThTMaqBKxOimybUHEOQavWiQXHPuZaAJNtzczNpwTUINeSxYIvs8uVb5F64ZeTO+1cI9H2L
nSqfIiMRfmklKS0vblHYELSXiD4BoafLXMbOba42CN8kF/03zi+eXD51DKXECQVztqwTZAFCRMTi
ouDqpR377IWNg3ehOfnrtziRUx210xXzx+/6z2VNqR4RY731NZoZqJYouYyLDbfX2Hq3u7jxW7Bm
3SB2d8GIzKUYu7d+4V6q0QasS3ecjfJ+XnANKtorsHfd5Z466bJ55WhWh3Ac31347LPjCpexWN+D
hWadJNpNpngXXKAtyqj4UiaNYed1qMePSEb/lhfRLGlcoFjIxEMZFGRWTz3us8p1qgUGzRUAQNMs
bTrd7typLHjUQ3vZFAFgRR5c1LaVuEsA662iSC3bAXuqIhuFXCF9RLOgppqiWCx8yVsKoatzWXiL
1OK7GlgkpM3ohzfV6ArqhSEMTcAAkKsIZgFhZHJGvgq6ej5yweKJu6bwwauBuLVes9/ZQskXXjHl
pBXC05PG0Y5VHB9qt3TFsGC4AuF4gS4Cc2i4oVW7ltqm4GxLkkBym2m1Z/hdneoiQrmWlBfFbSq6
lpAje/TwqIe3T683vSQhQTcDr+/4JEk1UfOmlrqln/ObIAKJvltl0aRz+CVoRSWkCQmS3oHdUtf8
nJse7rwv5PBjtwKliux4JAaDkhCeSCiHo6hqKpa2E5cSe4/IOD9rRQdRBTVYcGWOxDubCSeA1FZ6
ISVX8CgiQccrrwIpmVRctHBBtQbHabwWxS4GaTz4ZJwmfQIOML+PFOK/Dzrw+qSwjqjrEbQWI6Uo
VlkvCaFA3Jec9w2l+CQjYlnw5QrKAhb1tzKQ9MTLUFocJGtHNmZvcr2ZJQAkaLQPOHlsSvi+xqTy
XB0RlS/K5CaMSzOswTmUVt18AlswjaYuQSY6oq/iPAK44Dry4IyPlPihjcNy4cSZp9dZqV3CbzZz
iFssKpH7Cp7e+qaoeTIlBLGE/iUSLjNLQrKHEbeKNy3Y9qF0ovAayTZLFSQGN0qR2g9icd1FdXvp
Oxea4lZ3CecSw02dRgchB2ui8pVv5HVcoQx2zJpdnBe3imNfs3IlmU4rPPT7513m1E8YSv9Z8eHX
56TWy06A+CWS/Ro+7gOm98mvfeitkbTb0M9FnGni38Da6hvqg92HGgjXiImXz4hJMxysnv6LElyG
Sexs35CEc+qFp/7Y/n/0fXT1Zm52H3o3wP5rnzn07Js+Et+H2ynA8qTR8/w5NfUQKoGi8WbwinZO
Uf0QoPRw4gv61u81dkCGTxy7oJ3DdQfiBMBR+i9M5pspQJ7jOa5LTAPs4P7rpcPfaP1xSZ84B7wI
FwKl24L/6eVrMAc4AvgtLVv1+i4uh99rG+w4gd99/oE76W1keORfBomt/nYbyHgfnt8XyCrdJy9n
7jfaBvRaPUkKCPI59DSwpWx3OnSpN1OAZK9zJIxQbqHfbvmpb/2ksfPY4kBaY/SYxTeDxr3AQz5Q
Em9qivxmu/7kW4+XgLaiMTwkXbx8DUZP0VhgFUduLhAi9Osl1vIbbXoA9U5ceRxsytxIWYv3HXxN
OUemCJhZtRct4Pe7/gFhPnEKJO2c1tdBZhE4X+gX5PubM0CDXHCTAkL+43b4vQ4CpcI56fiLcJQj
Vwfu0aHY58/h0Kf5EMj9e/n63WQAMplPHDsD2YcytJSxZb8QUM7hvAWuG9xW/dc7FOCfkBR/GxIG
SmM89yaEt8nf4FSPfmBrQOw28Ko/UyWZUnNxf4cx+o9SFOtL4y+6NH39zwGotdfy37xJsbxvXg4+
m+98+HXwb/t6+6vBUPeOYfvLmbcha/Lktv2ftK+jegHTGut4/bx+GyuiuLAfD7kD0/37nBxqdQqw
cUyjUNum6BTSe//Uhq82jfeUbNvprRd6d5/a7EuYf4V5Ips+tn/lZeUGMmzbdL8FKNz81J4Gkbtt
c33r1BI5tXUDDZB1ePYp2hDvabCsSIqhTNb/sof8jRg4tLTGmniPj5v1YGoAQ0H5ChXuqSPt79vA
fxvDuwdwaAi///3Xx+n3yfYRt6fi7bk6cC7/PcfyEykfB8uHO/pfTu1PrtwnWPxOue73t74mj+Xw
3B/aHD/dg1N6YTh8cCjEpz45fdr1c4It+tJSv55QMk5t997dnOlrdx2tB01T7/KpTRvrNgI2aE8s
ntbYObn10e6g4eBT2zSTyItHQoMyIX5Uu/HZ7SYtH0PvadsmXUaK7jm1B9w240uM4uFObrZcP+MO
KNPNti36wBRJe2rLs7VXeNtmXoTTB0z0BfbxaP3A0LrtZm/OzU9d5ldrFHOI6YW4bat/ZBqMOHUi
rhIkyuDSXRfbtl6a/oBNsUKmUpGc3Y7UBWQAbbv69Rl5URcQ0SryXppebypvKEEoP9Gpk/PSy2X5
5A0EKoAnp7cN7GLsPa+fX4CMyePaGShVqCz+AX2UCI70HRjYl0m+TxgCqHZ6Ry8T9dmLgc4s+g4L
CPYXqeDFm+HKULzxqSujE5zf3D377BHH2yvkUWnj9G4e7g728AEbGeyja48MzjVP4amnThDKjK6f
1sMtRWkjTm33bj3Uingavz+5UQrxtUpgeQuvHG4W6s07ufkeQgwVpnD/9/8KN1G7bZKKOhRE2748
QRzRAVyt0cNmoJXDKUURSx8zgJdb4Oy/TMga5+y/bpulgxAAzzt6K/77NH+k6P9I2/xVrf+AhfBv
stw/fXfcddxD0AeLsX3x6/vpU7eBvu35QxvvA47CJxJt4uFt9gH7U1/HTghVLXe3Q6ebklYzPHXn
X7XrOFqTbUN9sx/xwG6JvIG3rVJYyakPq5MSiXjbdvpz+QHPaqyjx+R5uGY0G/fUp70j3tnlOg4G
qg2F9p7aMA54PGz0AzbuDAH9swX9dvfpdvuMdIpRoWb78tfP2zx+TqCmDCcZNQc+pOVxqx9wLC7W
6XD7It/g9GddtMRpO5pRs22rn2BKhHrqnrimef5YP7IZ7AxAe09v+44yBexr+wM2xmLdrQN3d0o+
4FxfrkfuFOED9OIrqvTtHBGaSHzqCsJQdJJwtJdp6OLkhtfhs1cNbYQ+5egDGl634zP9EerY9SZd
h9uB90eEsnKe+rirNTT2TbjPRgNO9iPaD3ZUFZTb+ICGEfbx0nTHzqOx5lMn5Q7pNOsUYmPbFJ1u
pMpsX/66yL931944PoKE4g9oeO17uzPdM6SdOhv3a68eCmdk/nzAE8NNQNXCsZjri7We+swP3eNm
z3R8hA/2s7cp4nW0nYB+a3yEqFvmBRiqz+ZFScr07M8zq0gI6p68nsy33aF08Uf4mV47XJTxOnc9
gi63P3r7OlWQxLp9il8/AHcpnH5hu0/eINPrI3SfK+/5OdycWeAF2j4uXSOaQXVINMAB8FNe0ddZ
u3PBfUGzgP88+/vHF6f/206RcAKC4w9wdV2B+6hdY4GIF/6f//E/84C+mpIWMVw8wWz9mMAHvG9S
Ef1DFtVRKx1mLjC5h+J/98gFJswlOJUGUpGW+wH313bQJ2yMDYyCYLvd8z9Nb520sJe8s5syfh76
lECniezpD+j00oNTIylJcXabPAXYAi9yh+4X5H0hv/no0v373BtIG1fYn0ImIP4XY2A7Ec2hbyN5
QnD3yGd+B+TCp+/jEHefGjq8MV6H/JNnGhFS4CSKcRAFp3e7I7b7+p3tjvTA3iM10k7e16JVkmQY
lwK+hqaBnTL8FzNpH3agB7+c1PYn+FeBTBhq8BSTcOLUvphfe54ZaZu7obr3TfKSnoThE4O/AVnP
gLojRRvkC7Ta72lzvkJyBHj+Rr1QkSMCckQr/CLjFYyY417KH9R5P3tjYc+sRxsR1O3gMQCTFiok
0PTvPo97uIV+oSN9HeIMvWanbx+cytI+ixtVaYELBW8b8PCUCP/k7q42ObKbinU0nERKdA4COiQs
A4CKyg+oGvIRnYFfnmwety31o0IVcvoPygkgTZumhH9ER3/jbM6uNwhnkZ2cflBGga4Qs0iJuZHA
j2JC26faSqmdtfv33VIvatf/E9gbIEIIYjbbyaRLTJPO/+U+/cnLxWhTMgwvHdcqjqtjU7iIcNKI
l26fsH/ej4hyzxHpGTRKyaZOnYV5TtabofviIyYXz5ptH66fAApqPvVZLxLyf7m7muY0jiD6V/bm
pCqpMiSSrUuqxAqQLSErWiRXfBtgDGutGGVhpUAqx/ySnHzILcfc9Mfyetmx6WHFYqYTKToiu3pn
e2emv16/HjgqqAuo4CgDwySLSTANx3+1x7qnxhyxCBPoL/cNcExWSq5amlbmq9ofYfZSKyaXumpI
s88mbsMjFqlsEAf7qepxUwBGYvuskqtxU+Gg4FVWDC0ZnEz25/ZSCzworTloXsUIinkuMm/O8tX2
W0RrALqNL+168+WvNb4bKuUnjdQNk0rDLX3Xe2ICbLpnk8BNkYEX3F9620BsEGW9AXJOiCHYUQSr
k8S13M3GvbIwvEaUDJjQ6f8W+70s6GQTtiML6QI6+vWsGTXPLpoHvwW0eXQKhbn7Hw4Wupq+261h
cPQumLAwEq/qtR7O/1iER77+B4+UH0UUnODW5/eSgC3ZR0USqDz7Oem6EKgB5DEgXysxvPveFg2d
DOOMJ2IFDlgDs5jiBVr6UKdzPTQ3TmVZAiSHxSvHLZSAxDWyZAigPvuCNInaV9cHmgARzI5IXPiv
UqiBd4vQDBnf1TYnUze0RqrMW2w41/0R160EUKwVr7TMEGW3rxJaKjW6zBatjYc3tP8LNJhdZH5P
CJzodtxDrsjxECWKhW2AgscTPVteMDEl+uq4rVM4LFyshB7QRtVnaXZqrfRdbJgaIB3Z1VB7LiD3
MEO1NGVKQDO8/3pfoS7tXA7oJhSQO1UJX60Esvq1Tp0NhglB/ot9DZe1o2bc2c4ZGX23w7HC2BO+
GyQAXsfxdJS5rgmG2fmrIkrMjbp0lyyg4+MY9zowtPB3nfQPcSN46zn7RQNLl6VDK4uuS7A325/b
B5EdkwygEysol0vs1r5LBupGOd2WNNLWWyzd7VZMvliJivI9aVIMLbSP2l7BqIzcKn5XSJhmkI26
F5tEaHgKuFs2dEBCEt23Z6guO8EGWA381Usn2gUGo0YmIDi/NdHrwlsRJKKO6NrJESMLL7DgG4WA
Lh1YSXQ6MMXB/tx+B0e3esCNR8774HuUo9t4CrS4u43rEibv/JLS8Mz9QZ3KXxVFyu0I4K6B4WGj
BAD5As5VH/suxLgsu9j8M66tz2zob1PDnB7rYco3tERUEwH0z40qyG/tC2y/8QCG0YF5D+eF5Qkx
Jkoil74oWQN3qgGh5qsn2mgBY3WE+Wo3TNt7e5jmt1q3zr44XX33O52bstAMbGLgDAORCriHaRYi
plVUfYkHTK0RPuIJZtZKwSA7j7nTiQAwT/BDJEOwWTCHUSC23idAORNaecSqq7EY+jABRpaJJVJX
XzPbgHfErk/iV/UWCoDpeBBbQWSjJJoAwpFi7ouEybbMAWRIqLc3pHaA5YXTzEZffRzoK9NHAQ7Q
lernCexAtFbp1PCKbXUJpXoThgYITd7dIdGN/IlbJsfdlbM5SJQUQ3WtgwudDpjntxYBtaHzdPAh
RvzNmRdokIHvxmkOZ9dTK4aOkUSbR/PnTAH5HYPNh2bt8c4lmg7ivWo0sTsNURL+Hib1xeaaX9cS
EF3iammjGZFLfikQ3LeBmmaXK40F8NVuG725zAxUe3DVJ3t1I4B4yX+t4d1fUx0Mnr26MQ4ZABjd
/MUf6fGMqYL6sb0VfBz3XK+gJhG+AdlupiNmXODui6zX0YIEE0UHwP+hmvQdMI2EGUG22Uw5yL8m
EsKiheGWeR35NBvfA4fOCEeowCnuwJD23QyowObtKDRwuGwTGHDkv80Wkt0sXU3CzHXMnO5flwdI
olB7EsPFty9PFhSUsfbn9qmHXCq3FzWJQu3iGv62EU8m7iBygYvi7O5jNl6ZiC7g758hMnEo3yS6
1yM96490kji4NYmKYgHuX2n0wHhN/90RUR6NJ8nrEmXFiFgkVXCs0dNvV5nn/4hm3/eWi5CBd5so
JGC5EcgAmQ8EPLn/aruGR2mYzesvNLr7wwSYanH3Mad6Ok3v/hz3Y94MAz5a/wcBwxc7/RL5JCXf
b9hV47l7QdclkLrnw5UDLlHJbaBBF8inoKUmzC2qS1RFwUIbOz59Tknsq+Qm8jDEWme3QX4CJQzs
u5UYpC5RvXwXX/VU75bfGBJI68Udunq+JcqiDXQLd+HMMTw/EKFW6dub7v3ejHPZYNw2kuEYAQUq
bSBOAVipvJ8eLiO+4Nr1zcQur580Ca7p5T810cw2tVTX7Fn2X+wf17XzAn8Yz/muk0htGXTzE/ci
i/sk+DqaSRCp5AZssMxflCCtayPhomFe2ZpXWz+zL67zgD1oQL139ljkDm51HaE6H3ACBacKnL5M
8lqa5w1TZafIXlxxsdU4ubLduWbPCpI7LxpJ7X4PiQm+ODFQ4mdT8r9jZy/tmpUARqBu+t4kl0Xt
cXn77KIwCyrvvV0MJcekWXT+VsbRD/fdF02+T/C7p0PatTyDuJa2YsNz3QCJkoP2kyjDN1I1516A
hKdP55iZJok8XGgS42aRJWhbmn3QRXOjJDGZoAVu6/6ISgBOPlnCf2up5PJeCEKlf1Vtn9oZCBS5
FVnbG73hJo6QPIN5YlujJoFmJxIsWNPZ8n1Ye7ljf27vzp7qNLNScutffalWa/c8zdzF1iVOyAUS
I3NMv2AfDn3m9gXuU8PDmYEyGgNfo7D8Nv+a993WBgzSTNESZGtn2cRNXEhQ83Tv/kYmYMbOHUgq
HvG+KGHr8N0XaxzKhyICXgx7QYemujJsL0mkMxtobXEnhQjUKSIyw6aUO12C8TM0RDj/1ZFGeDse
fl2GsZMov+XwQ2qOBTs2Geiy50gA8UNjrK/OokgJNH4r/hDbI0y2SYJNsgWwMbWyDwoSmBwAGvfT
VZrbtTODNvQHCh8JaPrZCo2uRDBcyM8zafSxCbT5iSqKWIwH7KNIOAzIRTBksgQ7wqEGsLzYofk7
dPoHaPBI7N/YS6Bf2m6K++x9tYdyFGNWFNKwVlLu+kik5sNRit59jO0pCWBr1RapeuUn+jYIVVKC
KpaAWp/EziwVCeDNhRojgcXdTInxCCeoVXOpEmeWFPxOI9nGu36BerabZfttdxpP+xhrUWpcQHIl
8AB1jTla9AoliJw9gfzpKRTDdU5D7T8nsrabygcjNRmppJzkVyLRuRjEcqgTzGP6JtifYB7LBJXs
/LLBxBlieA1AVBlm4xHzU8A95v92XXOJmIVprS7hSnSBNeWrlaAN72bo9HEWK7Az3+LzxouhO61s
CkZXq1e6ekGFZn9uf7hWnMy6BF9KSBzONLDJHlq7UFr3DvjNXrwA2Rnmx4Li5Psdid67ogsowtQX
PQk6aBFLgzcZKGnhL5a6cS+ICPQ5GE9eIjsK+r9qDOZyCNksqjX/TT58t4RA0DfwWX6b6oB4+X/b
d18aysoW80X/XtyCuaf6HFTBDp0gE1wsc03ItsJzurzuR/KWJTyGT/AtS0gUn95blnE2PrK3XD4A
JQezKEL3EwQTP/wDAAD//w==</cx:binary>
              </cx:geoCache>
            </cx:geography>
          </cx:layoutPr>
        </cx:series>
      </cx:plotAreaRegion>
    </cx:plotArea>
    <cx:legend pos="r" align="min" overlay="0"/>
  </cx:chart>
</cx:chartSpace>
</file>

<file path=ppt/charts/chartEx1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7">Leaf 8</cx:pt>
          <cx:pt idx="9">Leaf 10</cx:pt>
          <cx:pt idx="10">Leaf 11</cx:pt>
          <cx:pt idx="11">Leaf 12</cx:pt>
          <cx:pt idx="12">Leaf 13</cx:pt>
          <cx:pt idx="13">Leaf 14</cx:pt>
          <cx:pt idx="14">Leaf 15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Leaf 6</cx:pt>
          <cx:pt idx="6">Leaf 7</cx:pt>
          <cx:pt idx="7">Stem 3</cx:pt>
          <cx:pt idx="8">Leaf 9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Leaf 16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14</cx:pt>
          <cx:pt idx="7">25</cx:pt>
          <cx:pt idx="8">16</cx:pt>
          <cx:pt idx="9">24</cx:pt>
          <cx:pt idx="10">89</cx:pt>
          <cx:pt idx="11">16</cx:pt>
          <cx:pt idx="12">19</cx:pt>
          <cx:pt idx="13">86</cx:pt>
          <cx:pt idx="14">23</cx:pt>
          <cx:pt idx="15">21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sunburst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sunburst" uniqueId="{2AD1937F-AFA1-4697-9A45-5BBCB61EA03D}">
          <cx:tx>
            <cx:txData>
              <cx:f>Sheet1!$D$1</cx:f>
              <cx:v>Series1</cx:v>
            </cx:txData>
          </cx:tx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hartEx1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Sheet1!$A$2:$A$6</cx:f>
        <cx:lvl ptCount="5">
          <cx:pt idx="0">Category 1</cx:pt>
          <cx:pt idx="1">Category 2</cx:pt>
          <cx:pt idx="2">Category 3</cx:pt>
          <cx:pt idx="3">Category 4</cx:pt>
          <cx:pt idx="4">Category 5</cx:pt>
        </cx:lvl>
      </cx:strDim>
      <cx:numDim type="val">
        <cx:f>Sheet1!$B$2:$B$6</cx:f>
        <cx:lvl ptCount="5" formatCode="General">
          <cx:pt idx="0">5000</cx:pt>
          <cx:pt idx="1">4000</cx:pt>
          <cx:pt idx="2">3000</cx:pt>
          <cx:pt idx="3">1000</cx:pt>
          <cx:pt idx="4">250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funnel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funnel" uniqueId="{4AB5E242-6638-4541-AF0B-41A6F6597DE6}">
          <cx:tx>
            <cx:txData>
              <cx:f>Sheet1!$B$1</cx:f>
              <cx:v>Series1</cx:v>
            </cx:txData>
          </cx:tx>
          <cx:dataLabels>
            <cx:visibility seriesName="0" categoryName="0" value="1"/>
          </cx:dataLabels>
          <cx:dataId val="0"/>
        </cx:series>
      </cx:plotAreaRegion>
      <cx:axis id="0">
        <cx:catScaling gapWidth="0.0599999987"/>
        <cx:tickLabels/>
      </cx:axis>
    </cx:plotArea>
  </cx:chart>
</cx:chartSpace>
</file>

<file path=ppt/charts/chartEx17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Sheet1!$B$2:$B$23</cx:f>
        <cx:lvl ptCount="22" formatCode="General">
          <cx:pt idx="0">-7</cx:pt>
          <cx:pt idx="1">-10</cx:pt>
          <cx:pt idx="2">-28</cx:pt>
          <cx:pt idx="3">47</cx:pt>
          <cx:pt idx="4">11</cx:pt>
          <cx:pt idx="5">-24</cx:pt>
          <cx:pt idx="6">-24</cx:pt>
          <cx:pt idx="7">36</cx:pt>
          <cx:pt idx="8">10</cx:pt>
          <cx:pt idx="9">-78</cx:pt>
          <cx:pt idx="10">47</cx:pt>
          <cx:pt idx="11">-24</cx:pt>
          <cx:pt idx="12">-17</cx:pt>
          <cx:pt idx="13">-12</cx:pt>
          <cx:pt idx="14">-11</cx:pt>
          <cx:pt idx="15">17</cx:pt>
          <cx:pt idx="16">14</cx:pt>
          <cx:pt idx="17">46</cx:pt>
          <cx:pt idx="18">-18</cx:pt>
          <cx:pt idx="19">19</cx:pt>
          <cx:pt idx="20">-26</cx:pt>
          <cx:pt idx="21">-20</cx:pt>
        </cx:lvl>
      </cx:numDim>
    </cx:data>
    <cx:data id="1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Sheet1!$C$2:$C$23</cx:f>
        <cx:lvl ptCount="22" formatCode="General">
          <cx:pt idx="0">-3</cx:pt>
          <cx:pt idx="1">1</cx:pt>
          <cx:pt idx="2">-6</cx:pt>
          <cx:pt idx="3">10</cx:pt>
          <cx:pt idx="4">34</cx:pt>
          <cx:pt idx="5">128</cx:pt>
          <cx:pt idx="6">22</cx:pt>
          <cx:pt idx="7">-12</cx:pt>
          <cx:pt idx="8">-28</cx:pt>
          <cx:pt idx="9">6</cx:pt>
          <cx:pt idx="10">31</cx:pt>
          <cx:pt idx="11">3</cx:pt>
          <cx:pt idx="12">12</cx:pt>
          <cx:pt idx="13">-12</cx:pt>
          <cx:pt idx="14">-13</cx:pt>
          <cx:pt idx="15">6</cx:pt>
          <cx:pt idx="16">15</cx:pt>
          <cx:pt idx="17">41</cx:pt>
          <cx:pt idx="18">16</cx:pt>
          <cx:pt idx="19">10</cx:pt>
          <cx:pt idx="20">23</cx:pt>
          <cx:pt idx="21">16</cx:pt>
        </cx:lvl>
      </cx:numDim>
    </cx:data>
    <cx:data id="2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Sheet1!$D$2:$D$23</cx:f>
        <cx:lvl ptCount="22" formatCode="General">
          <cx:pt idx="0">-24</cx:pt>
          <cx:pt idx="1">11</cx:pt>
          <cx:pt idx="2">34</cx:pt>
          <cx:pt idx="3">-19</cx:pt>
          <cx:pt idx="4">4</cx:pt>
          <cx:pt idx="5">27</cx:pt>
          <cx:pt idx="6">27</cx:pt>
          <cx:pt idx="7">-3</cx:pt>
          <cx:pt idx="8">44</cx:pt>
          <cx:pt idx="9">50</cx:pt>
          <cx:pt idx="10">91</cx:pt>
          <cx:pt idx="11">-8</cx:pt>
          <cx:pt idx="12">36</cx:pt>
          <cx:pt idx="13">16</cx:pt>
          <cx:pt idx="14">24</cx:pt>
          <cx:pt idx="15">46</cx:pt>
          <cx:pt idx="16">14</cx:pt>
          <cx:pt idx="17">-6</cx:pt>
          <cx:pt idx="18">48</cx:pt>
          <cx:pt idx="19">23</cx:pt>
          <cx:pt idx="20">23</cx:pt>
          <cx:pt idx="21">-18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box_and_whisker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boxWhisker" uniqueId="{DFD08769-9015-4861-AF63-4407F45B43B9}">
          <cx:tx>
            <cx:txData>
              <cx:f>Sheet1!$B$1</cx:f>
              <cx:v>Series1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7E89FF27-0744-475E-B782-0AA6A74D6C26}">
          <cx:tx>
            <cx:txData>
              <cx:f>Sheet1!$C$1</cx:f>
              <cx:v>Series2</cx:v>
            </cx:txData>
          </cx:tx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3C75EA72-571E-498E-8F83-E6CC1E6DC82A}">
          <cx:tx>
            <cx:txData>
              <cx:f>Sheet1!$D$1</cx:f>
              <cx:v>Series3</cx:v>
            </cx:txData>
          </cx:tx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3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4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49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31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3175">
        <a:solidFill>
          <a:schemeClr val="bg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4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0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49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31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3175">
        <a:solidFill>
          <a:schemeClr val="bg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40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4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00088-2C51-3C90-8B9A-A210E5A524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D9BF7-2B3F-172C-736F-4E9B752C3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8ADA-9229-A356-B287-1D2ABAB66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29C490-E9B8-4A6F-7431-4D54325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513AE-2F4B-F74F-F9A0-A63458601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541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31C4-E5C5-612B-2525-0B2D7D36C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09AB7-6322-04C1-D635-6BBA7A7A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0D214-168E-6D59-F05A-BC4E9F3F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AA5F8-FD27-AA06-6E2B-F1B93080D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26756-7B81-3A8B-46EF-751C661B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366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7304-673F-C01A-A5E1-772DEDF2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06A02-6055-788B-26CB-EA37BE8F6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82269-167E-CDA0-C3DB-68777C2C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4994-DA76-A51C-C1B3-9A1FE2A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240D0-DC6A-7331-B32B-8B710721C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2625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0524-01A3-CF99-DD98-7FBAD756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3B991-0246-1FA0-2ACC-2BC0DD840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B43B0-3177-CD56-0DCB-0C32A4F61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2F56FF-4C15-D560-215E-C2BC112A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4FC-8BAB-320F-AA7C-DE59C293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5CAF2-9D18-8120-0D3B-FC0E47FF1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774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A217-39C9-1D39-0E1F-936D86097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1D509-A2E6-312F-646C-86A8C645D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0E02E-1E76-3410-85FC-F3C07521C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6AEC2E-20C5-568D-187D-28EEA9727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7E665-2576-429E-CE38-4978B372E8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B7195A-2CA8-A841-4FD5-F9CD7C6A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3A9718-CE20-3257-C964-4D08B5936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FD7C-C880-E456-5DC9-D469A092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83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869AB-9E8B-76DA-6A64-3AA34CD5F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05CF55-E5C5-C88D-2AE0-EB34CEEAE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2749C-1E74-5108-1742-FFED68A30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5C8D0-D182-511A-3BC9-69EEA1A26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369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8B0B96-141E-73A2-DB72-A7919C907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0E9CC-F477-D0A1-515B-24497DC0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5F193-BF6E-12DB-4CBF-B34EB365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168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1ABAC-17D8-C138-7D92-F809B0752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B0F26-5E9E-13A3-F0FC-BE5A8C560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A579E-725C-A4C8-58F9-4D813B4D3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1EE86-A075-9D78-009B-E81C64D64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5EBA1-DA83-8F33-BAA0-4728DBF01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C2EA4-3197-1304-7BC9-C4357376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2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255D-FD83-A846-08F9-906807FB9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D54CE1-7063-A820-EA8C-9394AA5BA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92A8E-FFE1-A5F0-F032-0502DD0A4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D53AB-F119-3F39-ED22-11CE973ED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C5E86-0ADA-FDBC-81DA-36681322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FC52D-D677-6B5F-C3BD-64CA44577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0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416-DF66-A562-C91A-492250D8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9BF72-89F1-D914-220D-964C7168C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C388E-0C45-68A8-9C58-B900F23FE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1309-6CC4-13E0-304D-EF4FCCA0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F825D-F6F5-4462-AA09-67BC9968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19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90A5E-9203-B6CB-E08A-86B3E298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44BC-63D5-AD1D-025F-C831DD102E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D22FC-DC42-C897-8094-3BE26FCBE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21686-A7A2-5D92-98AE-319BCCA1E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A9A81-D144-0964-B399-7A173D3C7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97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17980D-2D42-77B5-B92C-28DE2E68A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E696D-7E3A-6A7D-933B-E612727A7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6CE78-1861-5330-871C-3E220B21E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A4D03-1608-DEF2-3F6F-0267EFF12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5E1A0-02B8-D297-B2E1-88805626C6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82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7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14/relationships/chartEx" Target="../charts/chartEx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4/relationships/chartEx" Target="../charts/chartEx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0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microsoft.com/office/2014/relationships/chartEx" Target="../charts/chartEx4.xml"/><Relationship Id="rId1" Type="http://schemas.openxmlformats.org/officeDocument/2006/relationships/slideLayout" Target="../slideLayouts/slideLayout1.xml"/><Relationship Id="rId6" Type="http://schemas.microsoft.com/office/2014/relationships/chartEx" Target="../charts/chartEx6.xml"/><Relationship Id="rId5" Type="http://schemas.openxmlformats.org/officeDocument/2006/relationships/image" Target="../media/image5.png"/><Relationship Id="rId4" Type="http://schemas.microsoft.com/office/2014/relationships/chartEx" Target="../charts/chartEx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4/relationships/chartEx" Target="../charts/chartEx8.xml"/><Relationship Id="rId7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14/relationships/chartEx" Target="../charts/chartEx9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4/relationships/chartEx" Target="../charts/chartEx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9.xml"/><Relationship Id="rId5" Type="http://schemas.openxmlformats.org/officeDocument/2006/relationships/chart" Target="../charts/chart18.xml"/><Relationship Id="rId4" Type="http://schemas.openxmlformats.org/officeDocument/2006/relationships/chart" Target="../charts/chart1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0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microsoft.com/office/2014/relationships/chartEx" Target="../charts/chartEx11.xml"/><Relationship Id="rId1" Type="http://schemas.openxmlformats.org/officeDocument/2006/relationships/slideLayout" Target="../slideLayouts/slideLayout1.xml"/><Relationship Id="rId6" Type="http://schemas.microsoft.com/office/2014/relationships/chartEx" Target="../charts/chartEx13.xml"/><Relationship Id="rId5" Type="http://schemas.openxmlformats.org/officeDocument/2006/relationships/image" Target="../media/image5.png"/><Relationship Id="rId4" Type="http://schemas.microsoft.com/office/2014/relationships/chartEx" Target="../charts/chartEx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4.xml"/><Relationship Id="rId4" Type="http://schemas.openxmlformats.org/officeDocument/2006/relationships/chart" Target="../charts/chart23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4/relationships/chartEx" Target="../charts/chartEx15.xml"/><Relationship Id="rId7" Type="http://schemas.openxmlformats.org/officeDocument/2006/relationships/chart" Target="../charts/chart26.xml"/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microsoft.com/office/2014/relationships/chartEx" Target="../charts/chartEx16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4/relationships/chartEx" Target="../charts/chartEx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D1109-AAAB-3A13-C67F-2F8A08103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1809442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F5153-342F-B4E1-1475-5D230105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D1947C-2E3D-7674-431A-9A9FFAA7C6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2077942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D45E-D1F9-3445-E354-DB2834CD5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6A0E20A-2AA6-2C96-2287-6D2F6DD81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5384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03805-94CD-DE40-F8DA-72E9C337B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5FCBE5-268B-DAF5-9C3B-FCD6D307D9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226498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02521-54E2-AF68-34E6-CEEB6429F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EFA014-BD67-AB27-1A72-69F883B73A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1548950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D2E49-1768-B734-4012-C927101B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3E85C4-2B0B-3D92-ADF1-F1B4EE17E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p:graphicFrame>
        <p:nvGraphicFramePr>
          <p:cNvPr id="4" name="ColumnChart">
            <a:extLst>
              <a:ext uri="{FF2B5EF4-FFF2-40B4-BE49-F238E27FC236}">
                <a16:creationId xmlns:a16="http://schemas.microsoft.com/office/drawing/2014/main" id="{2732F3ED-7123-E216-EAF8-EA16CDC2AF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757072"/>
              </p:ext>
            </p:extLst>
          </p:nvPr>
        </p:nvGraphicFramePr>
        <p:xfrm>
          <a:off x="7101257" y="622952"/>
          <a:ext cx="4064000" cy="2263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LineChart">
            <a:extLst>
              <a:ext uri="{FF2B5EF4-FFF2-40B4-BE49-F238E27FC236}">
                <a16:creationId xmlns:a16="http://schemas.microsoft.com/office/drawing/2014/main" id="{D6460A1C-F7BF-9A40-F567-8550224CD9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6139848"/>
              </p:ext>
            </p:extLst>
          </p:nvPr>
        </p:nvGraphicFramePr>
        <p:xfrm>
          <a:off x="596969" y="3429000"/>
          <a:ext cx="4434114" cy="2434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AreaChart">
            <a:extLst>
              <a:ext uri="{FF2B5EF4-FFF2-40B4-BE49-F238E27FC236}">
                <a16:creationId xmlns:a16="http://schemas.microsoft.com/office/drawing/2014/main" id="{E87F5E42-B8CE-5482-8A09-AE45EDEF2B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5124585"/>
              </p:ext>
            </p:extLst>
          </p:nvPr>
        </p:nvGraphicFramePr>
        <p:xfrm>
          <a:off x="7160919" y="3429000"/>
          <a:ext cx="4013201" cy="26032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BarChart">
            <a:extLst>
              <a:ext uri="{FF2B5EF4-FFF2-40B4-BE49-F238E27FC236}">
                <a16:creationId xmlns:a16="http://schemas.microsoft.com/office/drawing/2014/main" id="{02345F49-6EAA-2638-5628-76AA47A092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3800149"/>
              </p:ext>
            </p:extLst>
          </p:nvPr>
        </p:nvGraphicFramePr>
        <p:xfrm>
          <a:off x="537307" y="622952"/>
          <a:ext cx="4553438" cy="242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431558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60E0C-1D44-D9C5-4614-F1A36B3C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3D3C158-EBAD-A8D5-B4B8-C8D46F118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p:graphicFrame>
        <p:nvGraphicFramePr>
          <p:cNvPr id="5" name="PieChart">
            <a:extLst>
              <a:ext uri="{FF2B5EF4-FFF2-40B4-BE49-F238E27FC236}">
                <a16:creationId xmlns:a16="http://schemas.microsoft.com/office/drawing/2014/main" id="{CCDB4F85-2418-A8FD-1FA3-15D493A577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9443632"/>
              </p:ext>
            </p:extLst>
          </p:nvPr>
        </p:nvGraphicFramePr>
        <p:xfrm>
          <a:off x="1237598" y="372269"/>
          <a:ext cx="2844799" cy="29841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SunburstChart">
                <a:extLst>
                  <a:ext uri="{FF2B5EF4-FFF2-40B4-BE49-F238E27FC236}">
                    <a16:creationId xmlns:a16="http://schemas.microsoft.com/office/drawing/2014/main" id="{978206F5-2B57-51CD-1F08-6D6C3FDB10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64341000"/>
                  </p:ext>
                </p:extLst>
              </p:nvPr>
            </p:nvGraphicFramePr>
            <p:xfrm>
              <a:off x="7984794" y="545123"/>
              <a:ext cx="2275740" cy="221696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8" name="SunburstChart">
                <a:extLst>
                  <a:ext uri="{FF2B5EF4-FFF2-40B4-BE49-F238E27FC236}">
                    <a16:creationId xmlns:a16="http://schemas.microsoft.com/office/drawing/2014/main" id="{978206F5-2B57-51CD-1F08-6D6C3FDB10A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4794" y="545123"/>
                <a:ext cx="2275740" cy="22169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2="http://schemas.microsoft.com/office/drawing/2015/10/21/chartex">
        <mc:Choice Requires="cx2">
          <p:graphicFrame>
            <p:nvGraphicFramePr>
              <p:cNvPr id="11" name="FunnelChart">
                <a:extLst>
                  <a:ext uri="{FF2B5EF4-FFF2-40B4-BE49-F238E27FC236}">
                    <a16:creationId xmlns:a16="http://schemas.microsoft.com/office/drawing/2014/main" id="{2E753742-C318-16BE-080F-8B9130CEA61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0302896"/>
                  </p:ext>
                </p:extLst>
              </p:nvPr>
            </p:nvGraphicFramePr>
            <p:xfrm>
              <a:off x="751323" y="3529233"/>
              <a:ext cx="3524739" cy="27972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1" name="FunnelChart">
                <a:extLst>
                  <a:ext uri="{FF2B5EF4-FFF2-40B4-BE49-F238E27FC236}">
                    <a16:creationId xmlns:a16="http://schemas.microsoft.com/office/drawing/2014/main" id="{2E753742-C318-16BE-080F-8B9130CEA6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1323" y="3529233"/>
                <a:ext cx="3524739" cy="27972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6" name="RadarChart">
            <a:extLst>
              <a:ext uri="{FF2B5EF4-FFF2-40B4-BE49-F238E27FC236}">
                <a16:creationId xmlns:a16="http://schemas.microsoft.com/office/drawing/2014/main" id="{D1985F4A-AEBA-35A0-9068-F8B9608266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3715904"/>
              </p:ext>
            </p:extLst>
          </p:nvPr>
        </p:nvGraphicFramePr>
        <p:xfrm>
          <a:off x="7790629" y="3529233"/>
          <a:ext cx="2664069" cy="25849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6945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42CD-5E99-8295-9541-1ED36576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655302-570A-D138-CF88-BEC5EA770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9" name="HistogramChart">
                <a:extLst>
                  <a:ext uri="{FF2B5EF4-FFF2-40B4-BE49-F238E27FC236}">
                    <a16:creationId xmlns:a16="http://schemas.microsoft.com/office/drawing/2014/main" id="{F19E6DA2-90A0-5B7C-465D-7B4A0CD95E8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198026471"/>
                  </p:ext>
                </p:extLst>
              </p:nvPr>
            </p:nvGraphicFramePr>
            <p:xfrm>
              <a:off x="371150" y="914765"/>
              <a:ext cx="5059266" cy="2263391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9" name="HistogramChart">
                <a:extLst>
                  <a:ext uri="{FF2B5EF4-FFF2-40B4-BE49-F238E27FC236}">
                    <a16:creationId xmlns:a16="http://schemas.microsoft.com/office/drawing/2014/main" id="{F19E6DA2-90A0-5B7C-465D-7B4A0CD95E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1150" y="914765"/>
                <a:ext cx="5059266" cy="2263391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ScatterChart">
            <a:extLst>
              <a:ext uri="{FF2B5EF4-FFF2-40B4-BE49-F238E27FC236}">
                <a16:creationId xmlns:a16="http://schemas.microsoft.com/office/drawing/2014/main" id="{066F8AFB-2467-1A27-4594-A94D04586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5991120"/>
              </p:ext>
            </p:extLst>
          </p:nvPr>
        </p:nvGraphicFramePr>
        <p:xfrm>
          <a:off x="6761585" y="609864"/>
          <a:ext cx="5292531" cy="29379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StockChart">
            <a:extLst>
              <a:ext uri="{FF2B5EF4-FFF2-40B4-BE49-F238E27FC236}">
                <a16:creationId xmlns:a16="http://schemas.microsoft.com/office/drawing/2014/main" id="{F3C335D5-3CD2-F89C-40E9-DA017F6AD1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1133588"/>
              </p:ext>
            </p:extLst>
          </p:nvPr>
        </p:nvGraphicFramePr>
        <p:xfrm>
          <a:off x="254517" y="3902640"/>
          <a:ext cx="5292531" cy="2590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SurfaceChart">
            <a:extLst>
              <a:ext uri="{FF2B5EF4-FFF2-40B4-BE49-F238E27FC236}">
                <a16:creationId xmlns:a16="http://schemas.microsoft.com/office/drawing/2014/main" id="{580229F5-8278-7886-312B-34DC7281F3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5115083"/>
              </p:ext>
            </p:extLst>
          </p:nvPr>
        </p:nvGraphicFramePr>
        <p:xfrm>
          <a:off x="6644954" y="3783842"/>
          <a:ext cx="5292530" cy="2709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518032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8173-0C07-4369-B67B-D85BC1009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780643-A195-F5FF-15DD-C6E6FF152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BoxWhiskerChart">
                <a:extLst>
                  <a:ext uri="{FF2B5EF4-FFF2-40B4-BE49-F238E27FC236}">
                    <a16:creationId xmlns:a16="http://schemas.microsoft.com/office/drawing/2014/main" id="{C6EA319A-269D-BAA5-ED0F-81E953142EF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96864940"/>
                  </p:ext>
                </p:extLst>
              </p:nvPr>
            </p:nvGraphicFramePr>
            <p:xfrm>
              <a:off x="669849" y="776815"/>
              <a:ext cx="4738077" cy="2586242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BoxWhiskerChart">
                <a:extLst>
                  <a:ext uri="{FF2B5EF4-FFF2-40B4-BE49-F238E27FC236}">
                    <a16:creationId xmlns:a16="http://schemas.microsoft.com/office/drawing/2014/main" id="{C6EA319A-269D-BAA5-ED0F-81E953142E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849" y="776815"/>
                <a:ext cx="4738077" cy="25862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WaterfallChart">
                <a:extLst>
                  <a:ext uri="{FF2B5EF4-FFF2-40B4-BE49-F238E27FC236}">
                    <a16:creationId xmlns:a16="http://schemas.microsoft.com/office/drawing/2014/main" id="{ECFCB337-6DB7-4D83-3B03-D10BF9BAF8F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503209842"/>
                  </p:ext>
                </p:extLst>
              </p:nvPr>
            </p:nvGraphicFramePr>
            <p:xfrm>
              <a:off x="6208346" y="869134"/>
              <a:ext cx="5801946" cy="240160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8" name="WaterfallChart">
                <a:extLst>
                  <a:ext uri="{FF2B5EF4-FFF2-40B4-BE49-F238E27FC236}">
                    <a16:creationId xmlns:a16="http://schemas.microsoft.com/office/drawing/2014/main" id="{ECFCB337-6DB7-4D83-3B03-D10BF9BAF8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08346" y="869134"/>
                <a:ext cx="5801946" cy="24016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TreemapChart">
                <a:extLst>
                  <a:ext uri="{FF2B5EF4-FFF2-40B4-BE49-F238E27FC236}">
                    <a16:creationId xmlns:a16="http://schemas.microsoft.com/office/drawing/2014/main" id="{4C6F6A23-0937-41BB-D6D5-D7B26B2D97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867307832"/>
                  </p:ext>
                </p:extLst>
              </p:nvPr>
            </p:nvGraphicFramePr>
            <p:xfrm>
              <a:off x="6646985" y="3494941"/>
              <a:ext cx="5363307" cy="30258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19" name="TreemapChart">
                <a:extLst>
                  <a:ext uri="{FF2B5EF4-FFF2-40B4-BE49-F238E27FC236}">
                    <a16:creationId xmlns:a16="http://schemas.microsoft.com/office/drawing/2014/main" id="{4C6F6A23-0937-41BB-D6D5-D7B26B2D97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46985" y="3494941"/>
                <a:ext cx="5363307" cy="30258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ComboChart">
            <a:extLst>
              <a:ext uri="{FF2B5EF4-FFF2-40B4-BE49-F238E27FC236}">
                <a16:creationId xmlns:a16="http://schemas.microsoft.com/office/drawing/2014/main" id="{6F62A9DA-4D5A-3C32-C3A2-03BAA7EB03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1914877"/>
              </p:ext>
            </p:extLst>
          </p:nvPr>
        </p:nvGraphicFramePr>
        <p:xfrm>
          <a:off x="849924" y="3363057"/>
          <a:ext cx="4695092" cy="31577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262000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FBC95-2BA9-D275-D6AA-0AE6554E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54DF44-E2C1-58E0-1706-144BD4C7C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 xmlns:cx4="http://schemas.microsoft.com/office/drawing/2016/5/10/chartex">
        <mc:Choice Requires="cx4">
          <p:graphicFrame>
            <p:nvGraphicFramePr>
              <p:cNvPr id="4" name="MapChart">
                <a:extLst>
                  <a:ext uri="{FF2B5EF4-FFF2-40B4-BE49-F238E27FC236}">
                    <a16:creationId xmlns:a16="http://schemas.microsoft.com/office/drawing/2014/main" id="{EBAB69A8-52BD-E4C4-7AD9-BE26BFFE944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44871325"/>
                  </p:ext>
                </p:extLst>
              </p:nvPr>
            </p:nvGraphicFramePr>
            <p:xfrm>
              <a:off x="322997" y="790980"/>
              <a:ext cx="11546005" cy="563711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MapChart">
                <a:extLst>
                  <a:ext uri="{FF2B5EF4-FFF2-40B4-BE49-F238E27FC236}">
                    <a16:creationId xmlns:a16="http://schemas.microsoft.com/office/drawing/2014/main" id="{EBAB69A8-52BD-E4C4-7AD9-BE26BFFE94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997" y="790980"/>
                <a:ext cx="11546005" cy="563711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437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3204-5A58-BA1D-4233-074F1B660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3D4CB2-E1D4-951A-7BF6-601A473D8C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  <p:graphicFrame>
        <p:nvGraphicFramePr>
          <p:cNvPr id="4" name="ColumnChart">
            <a:extLst>
              <a:ext uri="{FF2B5EF4-FFF2-40B4-BE49-F238E27FC236}">
                <a16:creationId xmlns:a16="http://schemas.microsoft.com/office/drawing/2014/main" id="{5E3A35F8-7385-1DE3-0098-548F191B518D}"/>
              </a:ext>
            </a:extLst>
          </p:cNvPr>
          <p:cNvGraphicFramePr/>
          <p:nvPr/>
        </p:nvGraphicFramePr>
        <p:xfrm>
          <a:off x="7101257" y="622952"/>
          <a:ext cx="4064000" cy="2263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LineChart">
            <a:extLst>
              <a:ext uri="{FF2B5EF4-FFF2-40B4-BE49-F238E27FC236}">
                <a16:creationId xmlns:a16="http://schemas.microsoft.com/office/drawing/2014/main" id="{3F1A33E4-30AA-873B-9771-86940A0C437C}"/>
              </a:ext>
            </a:extLst>
          </p:cNvPr>
          <p:cNvGraphicFramePr/>
          <p:nvPr/>
        </p:nvGraphicFramePr>
        <p:xfrm>
          <a:off x="596969" y="3429000"/>
          <a:ext cx="4434114" cy="2434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AreaChart">
            <a:extLst>
              <a:ext uri="{FF2B5EF4-FFF2-40B4-BE49-F238E27FC236}">
                <a16:creationId xmlns:a16="http://schemas.microsoft.com/office/drawing/2014/main" id="{62E961C1-9924-8CBE-8BB2-C88B08D3D6DE}"/>
              </a:ext>
            </a:extLst>
          </p:cNvPr>
          <p:cNvGraphicFramePr/>
          <p:nvPr/>
        </p:nvGraphicFramePr>
        <p:xfrm>
          <a:off x="7160919" y="3429000"/>
          <a:ext cx="4013201" cy="26032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BarChart">
            <a:extLst>
              <a:ext uri="{FF2B5EF4-FFF2-40B4-BE49-F238E27FC236}">
                <a16:creationId xmlns:a16="http://schemas.microsoft.com/office/drawing/2014/main" id="{33FBF02F-D105-6E75-FCBB-5A99CEE93FE8}"/>
              </a:ext>
            </a:extLst>
          </p:cNvPr>
          <p:cNvGraphicFramePr/>
          <p:nvPr/>
        </p:nvGraphicFramePr>
        <p:xfrm>
          <a:off x="537307" y="622952"/>
          <a:ext cx="4553438" cy="242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38182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5F16-D6B5-B18E-27B9-35C7BA934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554989-CF01-E51B-FD8E-A9A835D240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  <p:graphicFrame>
        <p:nvGraphicFramePr>
          <p:cNvPr id="5" name="PieChart">
            <a:extLst>
              <a:ext uri="{FF2B5EF4-FFF2-40B4-BE49-F238E27FC236}">
                <a16:creationId xmlns:a16="http://schemas.microsoft.com/office/drawing/2014/main" id="{EEFFB7BF-59A0-713C-F63B-290E9C2D3847}"/>
              </a:ext>
            </a:extLst>
          </p:cNvPr>
          <p:cNvGraphicFramePr/>
          <p:nvPr/>
        </p:nvGraphicFramePr>
        <p:xfrm>
          <a:off x="1237598" y="372269"/>
          <a:ext cx="2844799" cy="29841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SunburstChart">
                <a:extLst>
                  <a:ext uri="{FF2B5EF4-FFF2-40B4-BE49-F238E27FC236}">
                    <a16:creationId xmlns:a16="http://schemas.microsoft.com/office/drawing/2014/main" id="{831D3B35-30D4-97FB-EE24-3CFB61F3864E}"/>
                  </a:ext>
                </a:extLst>
              </p:cNvPr>
              <p:cNvGraphicFramePr/>
              <p:nvPr/>
            </p:nvGraphicFramePr>
            <p:xfrm>
              <a:off x="7984794" y="545123"/>
              <a:ext cx="2275740" cy="221696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8" name="SunburstChart">
                <a:extLst>
                  <a:ext uri="{FF2B5EF4-FFF2-40B4-BE49-F238E27FC236}">
                    <a16:creationId xmlns:a16="http://schemas.microsoft.com/office/drawing/2014/main" id="{978206F5-2B57-51CD-1F08-6D6C3FDB10A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4794" y="545123"/>
                <a:ext cx="2275740" cy="22169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2="http://schemas.microsoft.com/office/drawing/2015/10/21/chartex">
        <mc:Choice Requires="cx2">
          <p:graphicFrame>
            <p:nvGraphicFramePr>
              <p:cNvPr id="11" name="FunnelChart">
                <a:extLst>
                  <a:ext uri="{FF2B5EF4-FFF2-40B4-BE49-F238E27FC236}">
                    <a16:creationId xmlns:a16="http://schemas.microsoft.com/office/drawing/2014/main" id="{7B28AD31-2A8D-CEC0-E21A-CCA0DCB892BF}"/>
                  </a:ext>
                </a:extLst>
              </p:cNvPr>
              <p:cNvGraphicFramePr/>
              <p:nvPr/>
            </p:nvGraphicFramePr>
            <p:xfrm>
              <a:off x="751323" y="3529233"/>
              <a:ext cx="3524739" cy="27972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1" name="FunnelChart">
                <a:extLst>
                  <a:ext uri="{FF2B5EF4-FFF2-40B4-BE49-F238E27FC236}">
                    <a16:creationId xmlns:a16="http://schemas.microsoft.com/office/drawing/2014/main" id="{2E753742-C318-16BE-080F-8B9130CEA6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1323" y="3529233"/>
                <a:ext cx="3524739" cy="27972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6" name="RadarChart">
            <a:extLst>
              <a:ext uri="{FF2B5EF4-FFF2-40B4-BE49-F238E27FC236}">
                <a16:creationId xmlns:a16="http://schemas.microsoft.com/office/drawing/2014/main" id="{63B4A10F-EA89-780F-B2DB-258E1B27DFA1}"/>
              </a:ext>
            </a:extLst>
          </p:cNvPr>
          <p:cNvGraphicFramePr/>
          <p:nvPr/>
        </p:nvGraphicFramePr>
        <p:xfrm>
          <a:off x="7790629" y="3529233"/>
          <a:ext cx="2664069" cy="25849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468810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829A8-EA39-0A66-F3DC-EDBCCF305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3EB4EAC-78F1-CAF3-7DB2-12072F558F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9" name="HistogramChart">
                <a:extLst>
                  <a:ext uri="{FF2B5EF4-FFF2-40B4-BE49-F238E27FC236}">
                    <a16:creationId xmlns:a16="http://schemas.microsoft.com/office/drawing/2014/main" id="{68AA996D-F2CF-EBBB-BDE3-CA153F1A3F19}"/>
                  </a:ext>
                </a:extLst>
              </p:cNvPr>
              <p:cNvGraphicFramePr/>
              <p:nvPr/>
            </p:nvGraphicFramePr>
            <p:xfrm>
              <a:off x="371150" y="914765"/>
              <a:ext cx="5059266" cy="2263391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9" name="HistogramChart">
                <a:extLst>
                  <a:ext uri="{FF2B5EF4-FFF2-40B4-BE49-F238E27FC236}">
                    <a16:creationId xmlns:a16="http://schemas.microsoft.com/office/drawing/2014/main" id="{F19E6DA2-90A0-5B7C-465D-7B4A0CD95E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1150" y="914765"/>
                <a:ext cx="5059266" cy="2263391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ScatterChart">
            <a:extLst>
              <a:ext uri="{FF2B5EF4-FFF2-40B4-BE49-F238E27FC236}">
                <a16:creationId xmlns:a16="http://schemas.microsoft.com/office/drawing/2014/main" id="{EA298B3E-4C19-BD5D-1DAA-0844DB9AFEDF}"/>
              </a:ext>
            </a:extLst>
          </p:cNvPr>
          <p:cNvGraphicFramePr/>
          <p:nvPr/>
        </p:nvGraphicFramePr>
        <p:xfrm>
          <a:off x="6761585" y="609864"/>
          <a:ext cx="5292531" cy="29379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StockChart">
            <a:extLst>
              <a:ext uri="{FF2B5EF4-FFF2-40B4-BE49-F238E27FC236}">
                <a16:creationId xmlns:a16="http://schemas.microsoft.com/office/drawing/2014/main" id="{78D8F73B-2A94-383F-49B1-A8A85E815C1E}"/>
              </a:ext>
            </a:extLst>
          </p:cNvPr>
          <p:cNvGraphicFramePr/>
          <p:nvPr/>
        </p:nvGraphicFramePr>
        <p:xfrm>
          <a:off x="254517" y="3902640"/>
          <a:ext cx="5292531" cy="2590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SurfaceChart">
            <a:extLst>
              <a:ext uri="{FF2B5EF4-FFF2-40B4-BE49-F238E27FC236}">
                <a16:creationId xmlns:a16="http://schemas.microsoft.com/office/drawing/2014/main" id="{63C5D97A-0690-0792-E144-2397D7514E90}"/>
              </a:ext>
            </a:extLst>
          </p:cNvPr>
          <p:cNvGraphicFramePr/>
          <p:nvPr/>
        </p:nvGraphicFramePr>
        <p:xfrm>
          <a:off x="6644954" y="3783842"/>
          <a:ext cx="5292530" cy="2709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2141945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27A9F-5856-7C6A-7E34-70F4B1CB9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3BDC66-89B5-C5E5-E245-AAAE4473BD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BoxWhiskerChart">
                <a:extLst>
                  <a:ext uri="{FF2B5EF4-FFF2-40B4-BE49-F238E27FC236}">
                    <a16:creationId xmlns:a16="http://schemas.microsoft.com/office/drawing/2014/main" id="{7C0BD2BE-2EAE-5C52-85AC-49E251791BFD}"/>
                  </a:ext>
                </a:extLst>
              </p:cNvPr>
              <p:cNvGraphicFramePr/>
              <p:nvPr/>
            </p:nvGraphicFramePr>
            <p:xfrm>
              <a:off x="669849" y="776815"/>
              <a:ext cx="4738077" cy="2586242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BoxWhiskerChart">
                <a:extLst>
                  <a:ext uri="{FF2B5EF4-FFF2-40B4-BE49-F238E27FC236}">
                    <a16:creationId xmlns:a16="http://schemas.microsoft.com/office/drawing/2014/main" id="{C6EA319A-269D-BAA5-ED0F-81E953142E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849" y="776815"/>
                <a:ext cx="4738077" cy="25862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WaterfallChart">
                <a:extLst>
                  <a:ext uri="{FF2B5EF4-FFF2-40B4-BE49-F238E27FC236}">
                    <a16:creationId xmlns:a16="http://schemas.microsoft.com/office/drawing/2014/main" id="{D5E26B81-3552-E9D6-B8D8-ECA067D5F483}"/>
                  </a:ext>
                </a:extLst>
              </p:cNvPr>
              <p:cNvGraphicFramePr/>
              <p:nvPr/>
            </p:nvGraphicFramePr>
            <p:xfrm>
              <a:off x="6208346" y="869134"/>
              <a:ext cx="5801946" cy="240160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8" name="WaterfallChart">
                <a:extLst>
                  <a:ext uri="{FF2B5EF4-FFF2-40B4-BE49-F238E27FC236}">
                    <a16:creationId xmlns:a16="http://schemas.microsoft.com/office/drawing/2014/main" id="{ECFCB337-6DB7-4D83-3B03-D10BF9BAF8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08346" y="869134"/>
                <a:ext cx="5801946" cy="24016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TreemapChart">
                <a:extLst>
                  <a:ext uri="{FF2B5EF4-FFF2-40B4-BE49-F238E27FC236}">
                    <a16:creationId xmlns:a16="http://schemas.microsoft.com/office/drawing/2014/main" id="{D2A59871-5EF2-540E-BA60-91342918E783}"/>
                  </a:ext>
                </a:extLst>
              </p:cNvPr>
              <p:cNvGraphicFramePr/>
              <p:nvPr/>
            </p:nvGraphicFramePr>
            <p:xfrm>
              <a:off x="6646985" y="3494941"/>
              <a:ext cx="5363307" cy="30258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19" name="TreemapChart">
                <a:extLst>
                  <a:ext uri="{FF2B5EF4-FFF2-40B4-BE49-F238E27FC236}">
                    <a16:creationId xmlns:a16="http://schemas.microsoft.com/office/drawing/2014/main" id="{4C6F6A23-0937-41BB-D6D5-D7B26B2D97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46985" y="3494941"/>
                <a:ext cx="5363307" cy="30258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ComboChart">
            <a:extLst>
              <a:ext uri="{FF2B5EF4-FFF2-40B4-BE49-F238E27FC236}">
                <a16:creationId xmlns:a16="http://schemas.microsoft.com/office/drawing/2014/main" id="{77B973ED-A5C1-ED51-7A7F-79217B94B2CA}"/>
              </a:ext>
            </a:extLst>
          </p:cNvPr>
          <p:cNvGraphicFramePr/>
          <p:nvPr/>
        </p:nvGraphicFramePr>
        <p:xfrm>
          <a:off x="849924" y="3363057"/>
          <a:ext cx="4695092" cy="31577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609846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6827C-0A71-6AA1-F317-B1759AE9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4B0DA-4303-D4CC-39BE-2E531A1E84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  <mc:AlternateContent xmlns:mc="http://schemas.openxmlformats.org/markup-compatibility/2006" xmlns:cx4="http://schemas.microsoft.com/office/drawing/2016/5/10/chartex">
        <mc:Choice Requires="cx4">
          <p:graphicFrame>
            <p:nvGraphicFramePr>
              <p:cNvPr id="4" name="MapChart">
                <a:extLst>
                  <a:ext uri="{FF2B5EF4-FFF2-40B4-BE49-F238E27FC236}">
                    <a16:creationId xmlns:a16="http://schemas.microsoft.com/office/drawing/2014/main" id="{79A3B40F-3A14-3E08-E083-3FA5C3B45E57}"/>
                  </a:ext>
                </a:extLst>
              </p:cNvPr>
              <p:cNvGraphicFramePr/>
              <p:nvPr/>
            </p:nvGraphicFramePr>
            <p:xfrm>
              <a:off x="322997" y="790980"/>
              <a:ext cx="11546005" cy="563711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MapChart">
                <a:extLst>
                  <a:ext uri="{FF2B5EF4-FFF2-40B4-BE49-F238E27FC236}">
                    <a16:creationId xmlns:a16="http://schemas.microsoft.com/office/drawing/2014/main" id="{EBAB69A8-52BD-E4C4-7AD9-BE26BFFE94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997" y="790980"/>
                <a:ext cx="11546005" cy="563711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1635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1E9A-EBC0-1F16-1A9B-B137B4462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A71717-99A1-6B51-8E2E-3694BBA8D6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removeChart</a:t>
            </a:r>
            <a:endParaRPr lang="en-IN" b="1" dirty="0"/>
          </a:p>
        </p:txBody>
      </p:sp>
      <p:graphicFrame>
        <p:nvGraphicFramePr>
          <p:cNvPr id="6" name="ColumnChart">
            <a:extLst>
              <a:ext uri="{FF2B5EF4-FFF2-40B4-BE49-F238E27FC236}">
                <a16:creationId xmlns:a16="http://schemas.microsoft.com/office/drawing/2014/main" id="{032D9C4F-D39E-94D6-A1B8-9E76F78BC410}"/>
              </a:ext>
            </a:extLst>
          </p:cNvPr>
          <p:cNvGraphicFramePr/>
          <p:nvPr/>
        </p:nvGraphicFramePr>
        <p:xfrm>
          <a:off x="7101257" y="622952"/>
          <a:ext cx="4064000" cy="2263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LineChart">
            <a:extLst>
              <a:ext uri="{FF2B5EF4-FFF2-40B4-BE49-F238E27FC236}">
                <a16:creationId xmlns:a16="http://schemas.microsoft.com/office/drawing/2014/main" id="{42093BF2-60E8-66C8-105A-A679ADF05795}"/>
              </a:ext>
            </a:extLst>
          </p:cNvPr>
          <p:cNvGraphicFramePr/>
          <p:nvPr/>
        </p:nvGraphicFramePr>
        <p:xfrm>
          <a:off x="596969" y="3429000"/>
          <a:ext cx="4434114" cy="2434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AreaChart">
            <a:extLst>
              <a:ext uri="{FF2B5EF4-FFF2-40B4-BE49-F238E27FC236}">
                <a16:creationId xmlns:a16="http://schemas.microsoft.com/office/drawing/2014/main" id="{A6A3DAA6-FA68-22E8-7AA6-2C307A5653A7}"/>
              </a:ext>
            </a:extLst>
          </p:cNvPr>
          <p:cNvGraphicFramePr/>
          <p:nvPr/>
        </p:nvGraphicFramePr>
        <p:xfrm>
          <a:off x="7160919" y="3429000"/>
          <a:ext cx="4013201" cy="26032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BarChart">
            <a:extLst>
              <a:ext uri="{FF2B5EF4-FFF2-40B4-BE49-F238E27FC236}">
                <a16:creationId xmlns:a16="http://schemas.microsoft.com/office/drawing/2014/main" id="{F742BE68-4B5B-E274-ACA4-AB9A214FF69A}"/>
              </a:ext>
            </a:extLst>
          </p:cNvPr>
          <p:cNvGraphicFramePr/>
          <p:nvPr/>
        </p:nvGraphicFramePr>
        <p:xfrm>
          <a:off x="537307" y="622952"/>
          <a:ext cx="4553438" cy="242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65586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F01B4-80AB-A892-3847-4BF7582F7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6A664B-EE23-04F2-3F81-2CC2363B50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clearCharts</a:t>
            </a:r>
            <a:endParaRPr lang="en-IN" b="1" dirty="0"/>
          </a:p>
        </p:txBody>
      </p:sp>
      <p:graphicFrame>
        <p:nvGraphicFramePr>
          <p:cNvPr id="12" name="PieChart">
            <a:extLst>
              <a:ext uri="{FF2B5EF4-FFF2-40B4-BE49-F238E27FC236}">
                <a16:creationId xmlns:a16="http://schemas.microsoft.com/office/drawing/2014/main" id="{D1EFEB93-3863-DBF2-06F7-2DA8858D2AA2}"/>
              </a:ext>
            </a:extLst>
          </p:cNvPr>
          <p:cNvGraphicFramePr/>
          <p:nvPr/>
        </p:nvGraphicFramePr>
        <p:xfrm>
          <a:off x="1237598" y="372269"/>
          <a:ext cx="2844799" cy="29841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4" name="SunburstChart">
                <a:extLst>
                  <a:ext uri="{FF2B5EF4-FFF2-40B4-BE49-F238E27FC236}">
                    <a16:creationId xmlns:a16="http://schemas.microsoft.com/office/drawing/2014/main" id="{D032B9EC-99D1-3697-910A-D271579C9F89}"/>
                  </a:ext>
                </a:extLst>
              </p:cNvPr>
              <p:cNvGraphicFramePr/>
              <p:nvPr/>
            </p:nvGraphicFramePr>
            <p:xfrm>
              <a:off x="7984794" y="545123"/>
              <a:ext cx="2275740" cy="221696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14" name="SunburstChart">
                <a:extLst>
                  <a:ext uri="{FF2B5EF4-FFF2-40B4-BE49-F238E27FC236}">
                    <a16:creationId xmlns:a16="http://schemas.microsoft.com/office/drawing/2014/main" id="{D032B9EC-99D1-3697-910A-D271579C9F8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4794" y="545123"/>
                <a:ext cx="2275740" cy="22169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2="http://schemas.microsoft.com/office/drawing/2015/10/21/chartex">
        <mc:Choice Requires="cx2">
          <p:graphicFrame>
            <p:nvGraphicFramePr>
              <p:cNvPr id="16" name="FunnelChart">
                <a:extLst>
                  <a:ext uri="{FF2B5EF4-FFF2-40B4-BE49-F238E27FC236}">
                    <a16:creationId xmlns:a16="http://schemas.microsoft.com/office/drawing/2014/main" id="{0CD953A8-3943-C783-0D38-22EB83B783D8}"/>
                  </a:ext>
                </a:extLst>
              </p:cNvPr>
              <p:cNvGraphicFramePr/>
              <p:nvPr/>
            </p:nvGraphicFramePr>
            <p:xfrm>
              <a:off x="751323" y="3529233"/>
              <a:ext cx="3524739" cy="27972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6" name="FunnelChart">
                <a:extLst>
                  <a:ext uri="{FF2B5EF4-FFF2-40B4-BE49-F238E27FC236}">
                    <a16:creationId xmlns:a16="http://schemas.microsoft.com/office/drawing/2014/main" id="{0CD953A8-3943-C783-0D38-22EB83B783D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1323" y="3529233"/>
                <a:ext cx="3524739" cy="27972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8" name="RadarChart">
            <a:extLst>
              <a:ext uri="{FF2B5EF4-FFF2-40B4-BE49-F238E27FC236}">
                <a16:creationId xmlns:a16="http://schemas.microsoft.com/office/drawing/2014/main" id="{3E94AE52-BDD9-EADF-829A-B72468EFE468}"/>
              </a:ext>
            </a:extLst>
          </p:cNvPr>
          <p:cNvGraphicFramePr/>
          <p:nvPr/>
        </p:nvGraphicFramePr>
        <p:xfrm>
          <a:off x="7790629" y="3529233"/>
          <a:ext cx="2664069" cy="25849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4942454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050B-6802-A2DF-8FFF-FB6BC873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734E04-2896-D841-1F1E-6DDDA488AE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cloneChart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4" name="BoxWhiskerChart">
                <a:extLst>
                  <a:ext uri="{FF2B5EF4-FFF2-40B4-BE49-F238E27FC236}">
                    <a16:creationId xmlns:a16="http://schemas.microsoft.com/office/drawing/2014/main" id="{27F940C6-99F2-088B-3C00-CB6D89274CE5}"/>
                  </a:ext>
                </a:extLst>
              </p:cNvPr>
              <p:cNvGraphicFramePr/>
              <p:nvPr/>
            </p:nvGraphicFramePr>
            <p:xfrm>
              <a:off x="669849" y="776815"/>
              <a:ext cx="4738077" cy="2586242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BoxWhiskerChart">
                <a:extLst>
                  <a:ext uri="{FF2B5EF4-FFF2-40B4-BE49-F238E27FC236}">
                    <a16:creationId xmlns:a16="http://schemas.microsoft.com/office/drawing/2014/main" id="{27F940C6-99F2-088B-3C00-CB6D89274C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849" y="776815"/>
                <a:ext cx="4738077" cy="2586242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6" name="ComboChart">
            <a:extLst>
              <a:ext uri="{FF2B5EF4-FFF2-40B4-BE49-F238E27FC236}">
                <a16:creationId xmlns:a16="http://schemas.microsoft.com/office/drawing/2014/main" id="{D3BD9AD8-6CC8-0816-BF47-6D21BA622CDF}"/>
              </a:ext>
            </a:extLst>
          </p:cNvPr>
          <p:cNvGraphicFramePr/>
          <p:nvPr/>
        </p:nvGraphicFramePr>
        <p:xfrm>
          <a:off x="849924" y="3363057"/>
          <a:ext cx="4695092" cy="31577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191025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79</Words>
  <Application>Microsoft Office PowerPoint</Application>
  <PresentationFormat>Widescreen</PresentationFormat>
  <Paragraphs>62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24</cp:revision>
  <dcterms:created xsi:type="dcterms:W3CDTF">2026-10-23T11:23:37Z</dcterms:created>
  <dcterms:modified xsi:type="dcterms:W3CDTF">2026-10-24T18:56:05Z</dcterms:modified>
</cp:coreProperties>
</file>